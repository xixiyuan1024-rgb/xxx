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3" r:id="rId6"/>
    <p:sldId id="315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53"/>
    <a:srgbClr val="756E6A"/>
    <a:srgbClr val="182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2" r="2"/>
          <a:stretch>
            <a:fillRect/>
          </a:stretch>
        </p:blipFill>
        <p:spPr>
          <a:xfrm>
            <a:off x="876300" y="1560195"/>
            <a:ext cx="7288530" cy="4102100"/>
          </a:xfrm>
          <a:prstGeom prst="rect">
            <a:avLst/>
          </a:prstGeom>
        </p:spPr>
      </p:pic>
      <p:sp>
        <p:nvSpPr>
          <p:cNvPr id="7" name="Kimate background colour 7"/>
          <p:cNvSpPr/>
          <p:nvPr/>
        </p:nvSpPr>
        <p:spPr>
          <a:xfrm>
            <a:off x="876300" y="1560195"/>
            <a:ext cx="7288530" cy="410210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397" y="0"/>
                </a:moveTo>
                <a:lnTo>
                  <a:pt x="1000000" y="0"/>
                </a:lnTo>
                <a:lnTo>
                  <a:pt x="1000000" y="740"/>
                </a:lnTo>
                <a:lnTo>
                  <a:pt x="397" y="740"/>
                </a:lnTo>
                <a:close/>
                <a:moveTo>
                  <a:pt x="0" y="740"/>
                </a:moveTo>
                <a:lnTo>
                  <a:pt x="1000000" y="740"/>
                </a:lnTo>
                <a:lnTo>
                  <a:pt x="1000000" y="1480"/>
                </a:lnTo>
                <a:lnTo>
                  <a:pt x="0" y="1480"/>
                </a:lnTo>
                <a:close/>
                <a:moveTo>
                  <a:pt x="397" y="1480"/>
                </a:moveTo>
                <a:lnTo>
                  <a:pt x="1000000" y="1480"/>
                </a:lnTo>
                <a:lnTo>
                  <a:pt x="1000000" y="93264"/>
                </a:lnTo>
                <a:lnTo>
                  <a:pt x="397" y="93264"/>
                </a:lnTo>
                <a:close/>
                <a:moveTo>
                  <a:pt x="397" y="93264"/>
                </a:moveTo>
                <a:lnTo>
                  <a:pt x="566850" y="93264"/>
                </a:lnTo>
                <a:lnTo>
                  <a:pt x="566850" y="94004"/>
                </a:lnTo>
                <a:lnTo>
                  <a:pt x="397" y="94004"/>
                </a:lnTo>
                <a:close/>
                <a:moveTo>
                  <a:pt x="583094" y="93264"/>
                </a:moveTo>
                <a:lnTo>
                  <a:pt x="1000000" y="93264"/>
                </a:lnTo>
                <a:lnTo>
                  <a:pt x="1000000" y="94004"/>
                </a:lnTo>
                <a:lnTo>
                  <a:pt x="583094" y="94004"/>
                </a:lnTo>
                <a:close/>
                <a:moveTo>
                  <a:pt x="397" y="94004"/>
                </a:moveTo>
                <a:lnTo>
                  <a:pt x="563518" y="94004"/>
                </a:lnTo>
                <a:lnTo>
                  <a:pt x="563518" y="94745"/>
                </a:lnTo>
                <a:lnTo>
                  <a:pt x="397" y="94745"/>
                </a:lnTo>
                <a:close/>
                <a:moveTo>
                  <a:pt x="586009" y="94004"/>
                </a:moveTo>
                <a:lnTo>
                  <a:pt x="1000000" y="94004"/>
                </a:lnTo>
                <a:lnTo>
                  <a:pt x="1000000" y="94745"/>
                </a:lnTo>
                <a:lnTo>
                  <a:pt x="586009" y="94745"/>
                </a:lnTo>
                <a:close/>
                <a:moveTo>
                  <a:pt x="588508" y="94745"/>
                </a:moveTo>
                <a:lnTo>
                  <a:pt x="1000000" y="94745"/>
                </a:lnTo>
                <a:lnTo>
                  <a:pt x="1000000" y="95485"/>
                </a:lnTo>
                <a:lnTo>
                  <a:pt x="588508" y="95485"/>
                </a:lnTo>
                <a:close/>
                <a:moveTo>
                  <a:pt x="397" y="94745"/>
                </a:moveTo>
                <a:lnTo>
                  <a:pt x="561435" y="94745"/>
                </a:lnTo>
                <a:lnTo>
                  <a:pt x="561435" y="95485"/>
                </a:lnTo>
                <a:lnTo>
                  <a:pt x="397" y="95485"/>
                </a:lnTo>
                <a:close/>
                <a:moveTo>
                  <a:pt x="590591" y="95485"/>
                </a:moveTo>
                <a:lnTo>
                  <a:pt x="1000000" y="95485"/>
                </a:lnTo>
                <a:lnTo>
                  <a:pt x="1000000" y="96225"/>
                </a:lnTo>
                <a:lnTo>
                  <a:pt x="590591" y="96225"/>
                </a:lnTo>
                <a:close/>
                <a:moveTo>
                  <a:pt x="397" y="95485"/>
                </a:moveTo>
                <a:lnTo>
                  <a:pt x="559353" y="95485"/>
                </a:lnTo>
                <a:lnTo>
                  <a:pt x="559353" y="96225"/>
                </a:lnTo>
                <a:lnTo>
                  <a:pt x="397" y="96225"/>
                </a:lnTo>
                <a:close/>
                <a:moveTo>
                  <a:pt x="67455" y="96225"/>
                </a:moveTo>
                <a:lnTo>
                  <a:pt x="146591" y="96225"/>
                </a:lnTo>
                <a:lnTo>
                  <a:pt x="146591" y="96965"/>
                </a:lnTo>
                <a:lnTo>
                  <a:pt x="67455" y="96965"/>
                </a:lnTo>
                <a:close/>
                <a:moveTo>
                  <a:pt x="592257" y="96225"/>
                </a:moveTo>
                <a:lnTo>
                  <a:pt x="622662" y="96225"/>
                </a:lnTo>
                <a:lnTo>
                  <a:pt x="622662" y="96965"/>
                </a:lnTo>
                <a:lnTo>
                  <a:pt x="592257" y="96965"/>
                </a:lnTo>
                <a:close/>
                <a:moveTo>
                  <a:pt x="761776" y="96225"/>
                </a:moveTo>
                <a:lnTo>
                  <a:pt x="788850" y="96225"/>
                </a:lnTo>
                <a:lnTo>
                  <a:pt x="788850" y="96965"/>
                </a:lnTo>
                <a:lnTo>
                  <a:pt x="761776" y="96965"/>
                </a:lnTo>
                <a:close/>
                <a:moveTo>
                  <a:pt x="246970" y="96225"/>
                </a:moveTo>
                <a:lnTo>
                  <a:pt x="283623" y="96225"/>
                </a:lnTo>
                <a:lnTo>
                  <a:pt x="283623" y="96965"/>
                </a:lnTo>
                <a:lnTo>
                  <a:pt x="246970" y="96965"/>
                </a:lnTo>
                <a:close/>
                <a:moveTo>
                  <a:pt x="706797" y="96225"/>
                </a:moveTo>
                <a:lnTo>
                  <a:pt x="732204" y="96225"/>
                </a:lnTo>
                <a:lnTo>
                  <a:pt x="732204" y="96965"/>
                </a:lnTo>
                <a:lnTo>
                  <a:pt x="706797" y="96965"/>
                </a:lnTo>
                <a:close/>
                <a:moveTo>
                  <a:pt x="377754" y="96225"/>
                </a:moveTo>
                <a:lnTo>
                  <a:pt x="421488" y="96225"/>
                </a:lnTo>
                <a:lnTo>
                  <a:pt x="421488" y="96965"/>
                </a:lnTo>
                <a:lnTo>
                  <a:pt x="377754" y="96965"/>
                </a:lnTo>
                <a:close/>
                <a:moveTo>
                  <a:pt x="516869" y="96225"/>
                </a:moveTo>
                <a:lnTo>
                  <a:pt x="557687" y="96225"/>
                </a:lnTo>
                <a:lnTo>
                  <a:pt x="557687" y="96965"/>
                </a:lnTo>
                <a:lnTo>
                  <a:pt x="516869" y="96965"/>
                </a:lnTo>
                <a:close/>
                <a:moveTo>
                  <a:pt x="889228" y="96225"/>
                </a:moveTo>
                <a:lnTo>
                  <a:pt x="925881" y="96225"/>
                </a:lnTo>
                <a:lnTo>
                  <a:pt x="925881" y="96965"/>
                </a:lnTo>
                <a:lnTo>
                  <a:pt x="889228" y="96965"/>
                </a:lnTo>
                <a:close/>
                <a:moveTo>
                  <a:pt x="652234" y="96225"/>
                </a:moveTo>
                <a:lnTo>
                  <a:pt x="677641" y="96225"/>
                </a:lnTo>
                <a:lnTo>
                  <a:pt x="677641" y="96965"/>
                </a:lnTo>
                <a:lnTo>
                  <a:pt x="652234" y="96965"/>
                </a:lnTo>
                <a:close/>
                <a:moveTo>
                  <a:pt x="652234" y="96965"/>
                </a:moveTo>
                <a:lnTo>
                  <a:pt x="677225" y="96965"/>
                </a:lnTo>
                <a:lnTo>
                  <a:pt x="677225" y="97705"/>
                </a:lnTo>
                <a:lnTo>
                  <a:pt x="652234" y="97705"/>
                </a:lnTo>
                <a:close/>
                <a:moveTo>
                  <a:pt x="247387" y="96965"/>
                </a:moveTo>
                <a:lnTo>
                  <a:pt x="283623" y="96965"/>
                </a:lnTo>
                <a:lnTo>
                  <a:pt x="283623" y="97705"/>
                </a:lnTo>
                <a:lnTo>
                  <a:pt x="247387" y="97705"/>
                </a:lnTo>
                <a:close/>
                <a:moveTo>
                  <a:pt x="381086" y="96965"/>
                </a:moveTo>
                <a:lnTo>
                  <a:pt x="421488" y="96965"/>
                </a:lnTo>
                <a:lnTo>
                  <a:pt x="421488" y="97705"/>
                </a:lnTo>
                <a:lnTo>
                  <a:pt x="381086" y="97705"/>
                </a:lnTo>
                <a:close/>
                <a:moveTo>
                  <a:pt x="889645" y="96965"/>
                </a:moveTo>
                <a:lnTo>
                  <a:pt x="925881" y="96965"/>
                </a:lnTo>
                <a:lnTo>
                  <a:pt x="925881" y="97705"/>
                </a:lnTo>
                <a:lnTo>
                  <a:pt x="889645" y="97705"/>
                </a:lnTo>
                <a:close/>
                <a:moveTo>
                  <a:pt x="593506" y="96965"/>
                </a:moveTo>
                <a:lnTo>
                  <a:pt x="623079" y="96965"/>
                </a:lnTo>
                <a:lnTo>
                  <a:pt x="623079" y="97705"/>
                </a:lnTo>
                <a:lnTo>
                  <a:pt x="593506" y="97705"/>
                </a:lnTo>
                <a:close/>
                <a:moveTo>
                  <a:pt x="516869" y="96965"/>
                </a:moveTo>
                <a:lnTo>
                  <a:pt x="556437" y="96965"/>
                </a:lnTo>
                <a:lnTo>
                  <a:pt x="556437" y="97705"/>
                </a:lnTo>
                <a:lnTo>
                  <a:pt x="516869" y="97705"/>
                </a:lnTo>
                <a:close/>
                <a:moveTo>
                  <a:pt x="383169" y="97705"/>
                </a:moveTo>
                <a:lnTo>
                  <a:pt x="421488" y="97705"/>
                </a:lnTo>
                <a:lnTo>
                  <a:pt x="421488" y="98446"/>
                </a:lnTo>
                <a:lnTo>
                  <a:pt x="383169" y="98446"/>
                </a:lnTo>
                <a:close/>
                <a:moveTo>
                  <a:pt x="180745" y="96225"/>
                </a:moveTo>
                <a:lnTo>
                  <a:pt x="217815" y="96225"/>
                </a:lnTo>
                <a:lnTo>
                  <a:pt x="217815" y="98446"/>
                </a:lnTo>
                <a:lnTo>
                  <a:pt x="180745" y="98446"/>
                </a:lnTo>
                <a:close/>
                <a:moveTo>
                  <a:pt x="516869" y="97705"/>
                </a:moveTo>
                <a:lnTo>
                  <a:pt x="555188" y="97705"/>
                </a:lnTo>
                <a:lnTo>
                  <a:pt x="555188" y="98446"/>
                </a:lnTo>
                <a:lnTo>
                  <a:pt x="516869" y="98446"/>
                </a:lnTo>
                <a:close/>
                <a:moveTo>
                  <a:pt x="594756" y="97705"/>
                </a:moveTo>
                <a:lnTo>
                  <a:pt x="623079" y="97705"/>
                </a:lnTo>
                <a:lnTo>
                  <a:pt x="623079" y="98446"/>
                </a:lnTo>
                <a:lnTo>
                  <a:pt x="594756" y="98446"/>
                </a:lnTo>
                <a:close/>
                <a:moveTo>
                  <a:pt x="823003" y="96225"/>
                </a:moveTo>
                <a:lnTo>
                  <a:pt x="860073" y="96225"/>
                </a:lnTo>
                <a:lnTo>
                  <a:pt x="860073" y="98446"/>
                </a:lnTo>
                <a:lnTo>
                  <a:pt x="823003" y="98446"/>
                </a:lnTo>
                <a:close/>
                <a:moveTo>
                  <a:pt x="761360" y="96965"/>
                </a:moveTo>
                <a:lnTo>
                  <a:pt x="788433" y="96965"/>
                </a:lnTo>
                <a:lnTo>
                  <a:pt x="788433" y="99186"/>
                </a:lnTo>
                <a:lnTo>
                  <a:pt x="761360" y="99186"/>
                </a:lnTo>
                <a:close/>
                <a:moveTo>
                  <a:pt x="707214" y="96965"/>
                </a:moveTo>
                <a:lnTo>
                  <a:pt x="732204" y="96965"/>
                </a:lnTo>
                <a:lnTo>
                  <a:pt x="732204" y="99186"/>
                </a:lnTo>
                <a:lnTo>
                  <a:pt x="707214" y="99186"/>
                </a:lnTo>
                <a:close/>
                <a:moveTo>
                  <a:pt x="67455" y="96965"/>
                </a:moveTo>
                <a:lnTo>
                  <a:pt x="146175" y="96965"/>
                </a:lnTo>
                <a:lnTo>
                  <a:pt x="146175" y="99186"/>
                </a:lnTo>
                <a:lnTo>
                  <a:pt x="67455" y="99186"/>
                </a:lnTo>
                <a:close/>
                <a:moveTo>
                  <a:pt x="247803" y="97705"/>
                </a:moveTo>
                <a:lnTo>
                  <a:pt x="283623" y="97705"/>
                </a:lnTo>
                <a:lnTo>
                  <a:pt x="283623" y="99186"/>
                </a:lnTo>
                <a:lnTo>
                  <a:pt x="247803" y="99186"/>
                </a:lnTo>
                <a:close/>
                <a:moveTo>
                  <a:pt x="516869" y="98446"/>
                </a:moveTo>
                <a:lnTo>
                  <a:pt x="553938" y="98446"/>
                </a:lnTo>
                <a:lnTo>
                  <a:pt x="553938" y="99186"/>
                </a:lnTo>
                <a:lnTo>
                  <a:pt x="516869" y="99186"/>
                </a:lnTo>
                <a:close/>
                <a:moveTo>
                  <a:pt x="385252" y="98446"/>
                </a:moveTo>
                <a:lnTo>
                  <a:pt x="421488" y="98446"/>
                </a:lnTo>
                <a:lnTo>
                  <a:pt x="421488" y="99186"/>
                </a:lnTo>
                <a:lnTo>
                  <a:pt x="385252" y="99186"/>
                </a:lnTo>
                <a:close/>
                <a:moveTo>
                  <a:pt x="890061" y="97705"/>
                </a:moveTo>
                <a:lnTo>
                  <a:pt x="925881" y="97705"/>
                </a:lnTo>
                <a:lnTo>
                  <a:pt x="925881" y="99186"/>
                </a:lnTo>
                <a:lnTo>
                  <a:pt x="890061" y="99186"/>
                </a:lnTo>
                <a:close/>
                <a:moveTo>
                  <a:pt x="596006" y="98446"/>
                </a:moveTo>
                <a:lnTo>
                  <a:pt x="623079" y="98446"/>
                </a:lnTo>
                <a:lnTo>
                  <a:pt x="623079" y="99186"/>
                </a:lnTo>
                <a:lnTo>
                  <a:pt x="596006" y="99186"/>
                </a:lnTo>
                <a:close/>
                <a:moveTo>
                  <a:pt x="890478" y="99186"/>
                </a:moveTo>
                <a:lnTo>
                  <a:pt x="925881" y="99186"/>
                </a:lnTo>
                <a:lnTo>
                  <a:pt x="925881" y="99926"/>
                </a:lnTo>
                <a:lnTo>
                  <a:pt x="890478" y="99926"/>
                </a:lnTo>
                <a:close/>
                <a:moveTo>
                  <a:pt x="652651" y="97705"/>
                </a:moveTo>
                <a:lnTo>
                  <a:pt x="677225" y="97705"/>
                </a:lnTo>
                <a:lnTo>
                  <a:pt x="677225" y="99926"/>
                </a:lnTo>
                <a:lnTo>
                  <a:pt x="652651" y="99926"/>
                </a:lnTo>
                <a:close/>
                <a:moveTo>
                  <a:pt x="248220" y="99186"/>
                </a:moveTo>
                <a:lnTo>
                  <a:pt x="283623" y="99186"/>
                </a:lnTo>
                <a:lnTo>
                  <a:pt x="283623" y="99926"/>
                </a:lnTo>
                <a:lnTo>
                  <a:pt x="248220" y="99926"/>
                </a:lnTo>
                <a:close/>
                <a:moveTo>
                  <a:pt x="516869" y="99186"/>
                </a:moveTo>
                <a:lnTo>
                  <a:pt x="552688" y="99186"/>
                </a:lnTo>
                <a:lnTo>
                  <a:pt x="552688" y="99926"/>
                </a:lnTo>
                <a:lnTo>
                  <a:pt x="516869" y="99926"/>
                </a:lnTo>
                <a:close/>
                <a:moveTo>
                  <a:pt x="386501" y="99186"/>
                </a:moveTo>
                <a:lnTo>
                  <a:pt x="421488" y="99186"/>
                </a:lnTo>
                <a:lnTo>
                  <a:pt x="421488" y="99926"/>
                </a:lnTo>
                <a:lnTo>
                  <a:pt x="386501" y="99926"/>
                </a:lnTo>
                <a:close/>
                <a:moveTo>
                  <a:pt x="597255" y="99186"/>
                </a:moveTo>
                <a:lnTo>
                  <a:pt x="623079" y="99186"/>
                </a:lnTo>
                <a:lnTo>
                  <a:pt x="623079" y="99926"/>
                </a:lnTo>
                <a:lnTo>
                  <a:pt x="597255" y="99926"/>
                </a:lnTo>
                <a:close/>
                <a:moveTo>
                  <a:pt x="516869" y="99926"/>
                </a:moveTo>
                <a:lnTo>
                  <a:pt x="551855" y="99926"/>
                </a:lnTo>
                <a:lnTo>
                  <a:pt x="551855" y="100666"/>
                </a:lnTo>
                <a:lnTo>
                  <a:pt x="516869" y="100666"/>
                </a:lnTo>
                <a:close/>
                <a:moveTo>
                  <a:pt x="761360" y="99186"/>
                </a:moveTo>
                <a:lnTo>
                  <a:pt x="788017" y="99186"/>
                </a:lnTo>
                <a:lnTo>
                  <a:pt x="788017" y="100666"/>
                </a:lnTo>
                <a:lnTo>
                  <a:pt x="761360" y="100666"/>
                </a:lnTo>
                <a:close/>
                <a:moveTo>
                  <a:pt x="387751" y="99926"/>
                </a:moveTo>
                <a:lnTo>
                  <a:pt x="421488" y="99926"/>
                </a:lnTo>
                <a:lnTo>
                  <a:pt x="421488" y="100666"/>
                </a:lnTo>
                <a:lnTo>
                  <a:pt x="387751" y="100666"/>
                </a:lnTo>
                <a:close/>
                <a:moveTo>
                  <a:pt x="823420" y="98446"/>
                </a:moveTo>
                <a:lnTo>
                  <a:pt x="860073" y="98446"/>
                </a:lnTo>
                <a:lnTo>
                  <a:pt x="860073" y="100666"/>
                </a:lnTo>
                <a:lnTo>
                  <a:pt x="823420" y="100666"/>
                </a:lnTo>
                <a:close/>
                <a:moveTo>
                  <a:pt x="598088" y="99926"/>
                </a:moveTo>
                <a:lnTo>
                  <a:pt x="623079" y="99926"/>
                </a:lnTo>
                <a:lnTo>
                  <a:pt x="623079" y="100666"/>
                </a:lnTo>
                <a:lnTo>
                  <a:pt x="598088" y="100666"/>
                </a:lnTo>
                <a:close/>
                <a:moveTo>
                  <a:pt x="181162" y="98446"/>
                </a:moveTo>
                <a:lnTo>
                  <a:pt x="217815" y="98446"/>
                </a:lnTo>
                <a:lnTo>
                  <a:pt x="217815" y="100666"/>
                </a:lnTo>
                <a:lnTo>
                  <a:pt x="181162" y="100666"/>
                </a:lnTo>
                <a:close/>
                <a:moveTo>
                  <a:pt x="599338" y="100666"/>
                </a:moveTo>
                <a:lnTo>
                  <a:pt x="623495" y="100666"/>
                </a:lnTo>
                <a:lnTo>
                  <a:pt x="623495" y="101406"/>
                </a:lnTo>
                <a:lnTo>
                  <a:pt x="599338" y="101406"/>
                </a:lnTo>
                <a:close/>
                <a:moveTo>
                  <a:pt x="248636" y="99926"/>
                </a:moveTo>
                <a:lnTo>
                  <a:pt x="283623" y="99926"/>
                </a:lnTo>
                <a:lnTo>
                  <a:pt x="283623" y="101406"/>
                </a:lnTo>
                <a:lnTo>
                  <a:pt x="248636" y="101406"/>
                </a:lnTo>
                <a:close/>
                <a:moveTo>
                  <a:pt x="389000" y="100666"/>
                </a:moveTo>
                <a:lnTo>
                  <a:pt x="421488" y="100666"/>
                </a:lnTo>
                <a:lnTo>
                  <a:pt x="421488" y="101406"/>
                </a:lnTo>
                <a:lnTo>
                  <a:pt x="389000" y="101406"/>
                </a:lnTo>
                <a:close/>
                <a:moveTo>
                  <a:pt x="67455" y="99186"/>
                </a:moveTo>
                <a:lnTo>
                  <a:pt x="145758" y="99186"/>
                </a:lnTo>
                <a:lnTo>
                  <a:pt x="145758" y="101406"/>
                </a:lnTo>
                <a:lnTo>
                  <a:pt x="67455" y="101406"/>
                </a:lnTo>
                <a:close/>
                <a:moveTo>
                  <a:pt x="890894" y="99926"/>
                </a:moveTo>
                <a:lnTo>
                  <a:pt x="925881" y="99926"/>
                </a:lnTo>
                <a:lnTo>
                  <a:pt x="925881" y="101406"/>
                </a:lnTo>
                <a:lnTo>
                  <a:pt x="890894" y="101406"/>
                </a:lnTo>
                <a:close/>
                <a:moveTo>
                  <a:pt x="760943" y="100666"/>
                </a:moveTo>
                <a:lnTo>
                  <a:pt x="788017" y="100666"/>
                </a:lnTo>
                <a:lnTo>
                  <a:pt x="788017" y="101406"/>
                </a:lnTo>
                <a:lnTo>
                  <a:pt x="760943" y="101406"/>
                </a:lnTo>
                <a:close/>
                <a:moveTo>
                  <a:pt x="516869" y="100666"/>
                </a:moveTo>
                <a:lnTo>
                  <a:pt x="550606" y="100666"/>
                </a:lnTo>
                <a:lnTo>
                  <a:pt x="550606" y="101406"/>
                </a:lnTo>
                <a:lnTo>
                  <a:pt x="516869" y="101406"/>
                </a:lnTo>
                <a:close/>
                <a:moveTo>
                  <a:pt x="390250" y="101406"/>
                </a:moveTo>
                <a:lnTo>
                  <a:pt x="421488" y="101406"/>
                </a:lnTo>
                <a:lnTo>
                  <a:pt x="421488" y="102147"/>
                </a:lnTo>
                <a:lnTo>
                  <a:pt x="390250" y="102147"/>
                </a:lnTo>
                <a:close/>
                <a:moveTo>
                  <a:pt x="600171" y="101406"/>
                </a:moveTo>
                <a:lnTo>
                  <a:pt x="623495" y="101406"/>
                </a:lnTo>
                <a:lnTo>
                  <a:pt x="623495" y="102147"/>
                </a:lnTo>
                <a:lnTo>
                  <a:pt x="600171" y="102147"/>
                </a:lnTo>
                <a:close/>
                <a:moveTo>
                  <a:pt x="707630" y="99186"/>
                </a:moveTo>
                <a:lnTo>
                  <a:pt x="731788" y="99186"/>
                </a:lnTo>
                <a:lnTo>
                  <a:pt x="731788" y="102147"/>
                </a:lnTo>
                <a:lnTo>
                  <a:pt x="707630" y="102147"/>
                </a:lnTo>
                <a:close/>
                <a:moveTo>
                  <a:pt x="516869" y="101406"/>
                </a:moveTo>
                <a:lnTo>
                  <a:pt x="549773" y="101406"/>
                </a:lnTo>
                <a:lnTo>
                  <a:pt x="549773" y="102147"/>
                </a:lnTo>
                <a:lnTo>
                  <a:pt x="516869" y="102147"/>
                </a:lnTo>
                <a:close/>
                <a:moveTo>
                  <a:pt x="652651" y="99926"/>
                </a:moveTo>
                <a:lnTo>
                  <a:pt x="676808" y="99926"/>
                </a:lnTo>
                <a:lnTo>
                  <a:pt x="676808" y="102147"/>
                </a:lnTo>
                <a:lnTo>
                  <a:pt x="652651" y="102147"/>
                </a:lnTo>
                <a:close/>
                <a:moveTo>
                  <a:pt x="516869" y="102147"/>
                </a:moveTo>
                <a:lnTo>
                  <a:pt x="548940" y="102147"/>
                </a:lnTo>
                <a:lnTo>
                  <a:pt x="548940" y="102887"/>
                </a:lnTo>
                <a:lnTo>
                  <a:pt x="516869" y="102887"/>
                </a:lnTo>
                <a:close/>
                <a:moveTo>
                  <a:pt x="391083" y="102147"/>
                </a:moveTo>
                <a:lnTo>
                  <a:pt x="421488" y="102147"/>
                </a:lnTo>
                <a:lnTo>
                  <a:pt x="421488" y="102887"/>
                </a:lnTo>
                <a:lnTo>
                  <a:pt x="391083" y="102887"/>
                </a:lnTo>
                <a:close/>
                <a:moveTo>
                  <a:pt x="653067" y="102147"/>
                </a:moveTo>
                <a:lnTo>
                  <a:pt x="676808" y="102147"/>
                </a:lnTo>
                <a:lnTo>
                  <a:pt x="676808" y="102887"/>
                </a:lnTo>
                <a:lnTo>
                  <a:pt x="653067" y="102887"/>
                </a:lnTo>
                <a:close/>
                <a:moveTo>
                  <a:pt x="601004" y="102147"/>
                </a:moveTo>
                <a:lnTo>
                  <a:pt x="623495" y="102147"/>
                </a:lnTo>
                <a:lnTo>
                  <a:pt x="623495" y="102887"/>
                </a:lnTo>
                <a:lnTo>
                  <a:pt x="601004" y="102887"/>
                </a:lnTo>
                <a:close/>
                <a:moveTo>
                  <a:pt x="823836" y="100666"/>
                </a:moveTo>
                <a:lnTo>
                  <a:pt x="860073" y="100666"/>
                </a:lnTo>
                <a:lnTo>
                  <a:pt x="860073" y="102887"/>
                </a:lnTo>
                <a:lnTo>
                  <a:pt x="823836" y="102887"/>
                </a:lnTo>
                <a:close/>
                <a:moveTo>
                  <a:pt x="249053" y="101406"/>
                </a:moveTo>
                <a:lnTo>
                  <a:pt x="283623" y="101406"/>
                </a:lnTo>
                <a:lnTo>
                  <a:pt x="283623" y="102887"/>
                </a:lnTo>
                <a:lnTo>
                  <a:pt x="249053" y="102887"/>
                </a:lnTo>
                <a:close/>
                <a:moveTo>
                  <a:pt x="891311" y="101406"/>
                </a:moveTo>
                <a:lnTo>
                  <a:pt x="925881" y="101406"/>
                </a:lnTo>
                <a:lnTo>
                  <a:pt x="925881" y="102887"/>
                </a:lnTo>
                <a:lnTo>
                  <a:pt x="891311" y="102887"/>
                </a:lnTo>
                <a:close/>
                <a:moveTo>
                  <a:pt x="181578" y="100666"/>
                </a:moveTo>
                <a:lnTo>
                  <a:pt x="217815" y="100666"/>
                </a:lnTo>
                <a:lnTo>
                  <a:pt x="217815" y="102887"/>
                </a:lnTo>
                <a:lnTo>
                  <a:pt x="181578" y="102887"/>
                </a:lnTo>
                <a:close/>
                <a:moveTo>
                  <a:pt x="601837" y="102887"/>
                </a:moveTo>
                <a:lnTo>
                  <a:pt x="623495" y="102887"/>
                </a:lnTo>
                <a:lnTo>
                  <a:pt x="623495" y="103627"/>
                </a:lnTo>
                <a:lnTo>
                  <a:pt x="601837" y="103627"/>
                </a:lnTo>
                <a:close/>
                <a:moveTo>
                  <a:pt x="708047" y="102147"/>
                </a:moveTo>
                <a:lnTo>
                  <a:pt x="731788" y="102147"/>
                </a:lnTo>
                <a:lnTo>
                  <a:pt x="731788" y="103627"/>
                </a:lnTo>
                <a:lnTo>
                  <a:pt x="708047" y="103627"/>
                </a:lnTo>
                <a:close/>
                <a:moveTo>
                  <a:pt x="249469" y="102887"/>
                </a:moveTo>
                <a:lnTo>
                  <a:pt x="283623" y="102887"/>
                </a:lnTo>
                <a:lnTo>
                  <a:pt x="283623" y="103627"/>
                </a:lnTo>
                <a:lnTo>
                  <a:pt x="249469" y="103627"/>
                </a:lnTo>
                <a:close/>
                <a:moveTo>
                  <a:pt x="891727" y="102887"/>
                </a:moveTo>
                <a:lnTo>
                  <a:pt x="925881" y="102887"/>
                </a:lnTo>
                <a:lnTo>
                  <a:pt x="925881" y="103627"/>
                </a:lnTo>
                <a:lnTo>
                  <a:pt x="891727" y="103627"/>
                </a:lnTo>
                <a:close/>
                <a:moveTo>
                  <a:pt x="391916" y="102887"/>
                </a:moveTo>
                <a:lnTo>
                  <a:pt x="421488" y="102887"/>
                </a:lnTo>
                <a:lnTo>
                  <a:pt x="421488" y="103627"/>
                </a:lnTo>
                <a:lnTo>
                  <a:pt x="391916" y="103627"/>
                </a:lnTo>
                <a:close/>
                <a:moveTo>
                  <a:pt x="67455" y="101406"/>
                </a:moveTo>
                <a:lnTo>
                  <a:pt x="145342" y="101406"/>
                </a:lnTo>
                <a:lnTo>
                  <a:pt x="145342" y="103627"/>
                </a:lnTo>
                <a:lnTo>
                  <a:pt x="67455" y="103627"/>
                </a:lnTo>
                <a:close/>
                <a:moveTo>
                  <a:pt x="516869" y="102887"/>
                </a:moveTo>
                <a:lnTo>
                  <a:pt x="548107" y="102887"/>
                </a:lnTo>
                <a:lnTo>
                  <a:pt x="548107" y="103627"/>
                </a:lnTo>
                <a:lnTo>
                  <a:pt x="516869" y="103627"/>
                </a:lnTo>
                <a:close/>
                <a:moveTo>
                  <a:pt x="760943" y="101406"/>
                </a:moveTo>
                <a:lnTo>
                  <a:pt x="787600" y="101406"/>
                </a:lnTo>
                <a:lnTo>
                  <a:pt x="787600" y="103627"/>
                </a:lnTo>
                <a:lnTo>
                  <a:pt x="760943" y="103627"/>
                </a:lnTo>
                <a:close/>
                <a:moveTo>
                  <a:pt x="760943" y="103627"/>
                </a:moveTo>
                <a:lnTo>
                  <a:pt x="787183" y="103627"/>
                </a:lnTo>
                <a:lnTo>
                  <a:pt x="787183" y="104367"/>
                </a:lnTo>
                <a:lnTo>
                  <a:pt x="760943" y="104367"/>
                </a:lnTo>
                <a:close/>
                <a:moveTo>
                  <a:pt x="602670" y="103627"/>
                </a:moveTo>
                <a:lnTo>
                  <a:pt x="623495" y="103627"/>
                </a:lnTo>
                <a:lnTo>
                  <a:pt x="623495" y="104367"/>
                </a:lnTo>
                <a:lnTo>
                  <a:pt x="602670" y="104367"/>
                </a:lnTo>
                <a:close/>
                <a:moveTo>
                  <a:pt x="392749" y="103627"/>
                </a:moveTo>
                <a:lnTo>
                  <a:pt x="421488" y="103627"/>
                </a:lnTo>
                <a:lnTo>
                  <a:pt x="421488" y="104367"/>
                </a:lnTo>
                <a:lnTo>
                  <a:pt x="392749" y="104367"/>
                </a:lnTo>
                <a:close/>
                <a:moveTo>
                  <a:pt x="516869" y="103627"/>
                </a:moveTo>
                <a:lnTo>
                  <a:pt x="547274" y="103627"/>
                </a:lnTo>
                <a:lnTo>
                  <a:pt x="547274" y="104367"/>
                </a:lnTo>
                <a:lnTo>
                  <a:pt x="516869" y="104367"/>
                </a:lnTo>
                <a:close/>
                <a:moveTo>
                  <a:pt x="516869" y="104367"/>
                </a:moveTo>
                <a:lnTo>
                  <a:pt x="546441" y="104367"/>
                </a:lnTo>
                <a:lnTo>
                  <a:pt x="546441" y="105107"/>
                </a:lnTo>
                <a:lnTo>
                  <a:pt x="516869" y="105107"/>
                </a:lnTo>
                <a:close/>
                <a:moveTo>
                  <a:pt x="393582" y="104367"/>
                </a:moveTo>
                <a:lnTo>
                  <a:pt x="421488" y="104367"/>
                </a:lnTo>
                <a:lnTo>
                  <a:pt x="421488" y="105107"/>
                </a:lnTo>
                <a:lnTo>
                  <a:pt x="393582" y="105107"/>
                </a:lnTo>
                <a:close/>
                <a:moveTo>
                  <a:pt x="249886" y="103627"/>
                </a:moveTo>
                <a:lnTo>
                  <a:pt x="283623" y="103627"/>
                </a:lnTo>
                <a:lnTo>
                  <a:pt x="283623" y="105107"/>
                </a:lnTo>
                <a:lnTo>
                  <a:pt x="249886" y="105107"/>
                </a:lnTo>
                <a:close/>
                <a:moveTo>
                  <a:pt x="892144" y="103627"/>
                </a:moveTo>
                <a:lnTo>
                  <a:pt x="925881" y="103627"/>
                </a:lnTo>
                <a:lnTo>
                  <a:pt x="925881" y="105107"/>
                </a:lnTo>
                <a:lnTo>
                  <a:pt x="892144" y="105107"/>
                </a:lnTo>
                <a:close/>
                <a:moveTo>
                  <a:pt x="708047" y="103627"/>
                </a:moveTo>
                <a:lnTo>
                  <a:pt x="731371" y="103627"/>
                </a:lnTo>
                <a:lnTo>
                  <a:pt x="731371" y="105107"/>
                </a:lnTo>
                <a:lnTo>
                  <a:pt x="708047" y="105107"/>
                </a:lnTo>
                <a:close/>
                <a:moveTo>
                  <a:pt x="824253" y="102887"/>
                </a:moveTo>
                <a:lnTo>
                  <a:pt x="860073" y="102887"/>
                </a:lnTo>
                <a:lnTo>
                  <a:pt x="860073" y="105107"/>
                </a:lnTo>
                <a:lnTo>
                  <a:pt x="824253" y="105107"/>
                </a:lnTo>
                <a:close/>
                <a:moveTo>
                  <a:pt x="181995" y="102887"/>
                </a:moveTo>
                <a:lnTo>
                  <a:pt x="217815" y="102887"/>
                </a:lnTo>
                <a:lnTo>
                  <a:pt x="217815" y="105107"/>
                </a:lnTo>
                <a:lnTo>
                  <a:pt x="181995" y="105107"/>
                </a:lnTo>
                <a:close/>
                <a:moveTo>
                  <a:pt x="603503" y="104367"/>
                </a:moveTo>
                <a:lnTo>
                  <a:pt x="623912" y="104367"/>
                </a:lnTo>
                <a:lnTo>
                  <a:pt x="623912" y="105107"/>
                </a:lnTo>
                <a:lnTo>
                  <a:pt x="603503" y="105107"/>
                </a:lnTo>
                <a:close/>
                <a:moveTo>
                  <a:pt x="653067" y="102887"/>
                </a:moveTo>
                <a:lnTo>
                  <a:pt x="676392" y="102887"/>
                </a:lnTo>
                <a:lnTo>
                  <a:pt x="676392" y="105848"/>
                </a:lnTo>
                <a:lnTo>
                  <a:pt x="653067" y="105848"/>
                </a:lnTo>
                <a:close/>
                <a:moveTo>
                  <a:pt x="67455" y="103627"/>
                </a:moveTo>
                <a:lnTo>
                  <a:pt x="144925" y="103627"/>
                </a:lnTo>
                <a:lnTo>
                  <a:pt x="144925" y="105848"/>
                </a:lnTo>
                <a:lnTo>
                  <a:pt x="67455" y="105848"/>
                </a:lnTo>
                <a:close/>
                <a:moveTo>
                  <a:pt x="250302" y="105107"/>
                </a:moveTo>
                <a:lnTo>
                  <a:pt x="283623" y="105107"/>
                </a:lnTo>
                <a:lnTo>
                  <a:pt x="283623" y="105848"/>
                </a:lnTo>
                <a:lnTo>
                  <a:pt x="250302" y="105848"/>
                </a:lnTo>
                <a:close/>
                <a:moveTo>
                  <a:pt x="394415" y="105107"/>
                </a:moveTo>
                <a:lnTo>
                  <a:pt x="421488" y="105107"/>
                </a:lnTo>
                <a:lnTo>
                  <a:pt x="421488" y="105848"/>
                </a:lnTo>
                <a:lnTo>
                  <a:pt x="394415" y="105848"/>
                </a:lnTo>
                <a:close/>
                <a:moveTo>
                  <a:pt x="603919" y="105107"/>
                </a:moveTo>
                <a:lnTo>
                  <a:pt x="623912" y="105107"/>
                </a:lnTo>
                <a:lnTo>
                  <a:pt x="623912" y="105848"/>
                </a:lnTo>
                <a:lnTo>
                  <a:pt x="603919" y="105848"/>
                </a:lnTo>
                <a:close/>
                <a:moveTo>
                  <a:pt x="516869" y="105107"/>
                </a:moveTo>
                <a:lnTo>
                  <a:pt x="546024" y="105107"/>
                </a:lnTo>
                <a:lnTo>
                  <a:pt x="546024" y="105848"/>
                </a:lnTo>
                <a:lnTo>
                  <a:pt x="516869" y="105848"/>
                </a:lnTo>
                <a:close/>
                <a:moveTo>
                  <a:pt x="760527" y="104367"/>
                </a:moveTo>
                <a:lnTo>
                  <a:pt x="787183" y="104367"/>
                </a:lnTo>
                <a:lnTo>
                  <a:pt x="787183" y="105848"/>
                </a:lnTo>
                <a:lnTo>
                  <a:pt x="760527" y="105848"/>
                </a:lnTo>
                <a:close/>
                <a:moveTo>
                  <a:pt x="892560" y="105107"/>
                </a:moveTo>
                <a:lnTo>
                  <a:pt x="925881" y="105107"/>
                </a:lnTo>
                <a:lnTo>
                  <a:pt x="925881" y="105848"/>
                </a:lnTo>
                <a:lnTo>
                  <a:pt x="892560" y="105848"/>
                </a:lnTo>
                <a:close/>
                <a:moveTo>
                  <a:pt x="516869" y="105848"/>
                </a:moveTo>
                <a:lnTo>
                  <a:pt x="545191" y="105848"/>
                </a:lnTo>
                <a:lnTo>
                  <a:pt x="545191" y="106588"/>
                </a:lnTo>
                <a:lnTo>
                  <a:pt x="516869" y="106588"/>
                </a:lnTo>
                <a:close/>
                <a:moveTo>
                  <a:pt x="604752" y="105848"/>
                </a:moveTo>
                <a:lnTo>
                  <a:pt x="623912" y="105848"/>
                </a:lnTo>
                <a:lnTo>
                  <a:pt x="623912" y="106588"/>
                </a:lnTo>
                <a:lnTo>
                  <a:pt x="604752" y="106588"/>
                </a:lnTo>
                <a:close/>
                <a:moveTo>
                  <a:pt x="653067" y="105848"/>
                </a:moveTo>
                <a:lnTo>
                  <a:pt x="675975" y="105848"/>
                </a:lnTo>
                <a:lnTo>
                  <a:pt x="675975" y="106588"/>
                </a:lnTo>
                <a:lnTo>
                  <a:pt x="653067" y="106588"/>
                </a:lnTo>
                <a:close/>
                <a:moveTo>
                  <a:pt x="824669" y="105107"/>
                </a:moveTo>
                <a:lnTo>
                  <a:pt x="860073" y="105107"/>
                </a:lnTo>
                <a:lnTo>
                  <a:pt x="860073" y="106588"/>
                </a:lnTo>
                <a:lnTo>
                  <a:pt x="824669" y="106588"/>
                </a:lnTo>
                <a:close/>
                <a:moveTo>
                  <a:pt x="394831" y="105848"/>
                </a:moveTo>
                <a:lnTo>
                  <a:pt x="421488" y="105848"/>
                </a:lnTo>
                <a:lnTo>
                  <a:pt x="421488" y="106588"/>
                </a:lnTo>
                <a:lnTo>
                  <a:pt x="394831" y="106588"/>
                </a:lnTo>
                <a:close/>
                <a:moveTo>
                  <a:pt x="182411" y="105107"/>
                </a:moveTo>
                <a:lnTo>
                  <a:pt x="217815" y="105107"/>
                </a:lnTo>
                <a:lnTo>
                  <a:pt x="217815" y="106588"/>
                </a:lnTo>
                <a:lnTo>
                  <a:pt x="182411" y="106588"/>
                </a:lnTo>
                <a:close/>
                <a:moveTo>
                  <a:pt x="708463" y="105107"/>
                </a:moveTo>
                <a:lnTo>
                  <a:pt x="731371" y="105107"/>
                </a:lnTo>
                <a:lnTo>
                  <a:pt x="731371" y="107328"/>
                </a:lnTo>
                <a:lnTo>
                  <a:pt x="708463" y="107328"/>
                </a:lnTo>
                <a:close/>
                <a:moveTo>
                  <a:pt x="605585" y="106588"/>
                </a:moveTo>
                <a:lnTo>
                  <a:pt x="623912" y="106588"/>
                </a:lnTo>
                <a:lnTo>
                  <a:pt x="623912" y="107328"/>
                </a:lnTo>
                <a:lnTo>
                  <a:pt x="605585" y="107328"/>
                </a:lnTo>
                <a:close/>
                <a:moveTo>
                  <a:pt x="516869" y="106588"/>
                </a:moveTo>
                <a:lnTo>
                  <a:pt x="544775" y="106588"/>
                </a:lnTo>
                <a:lnTo>
                  <a:pt x="544775" y="107328"/>
                </a:lnTo>
                <a:lnTo>
                  <a:pt x="516869" y="107328"/>
                </a:lnTo>
                <a:close/>
                <a:moveTo>
                  <a:pt x="250719" y="105848"/>
                </a:moveTo>
                <a:lnTo>
                  <a:pt x="283623" y="105848"/>
                </a:lnTo>
                <a:lnTo>
                  <a:pt x="283623" y="107328"/>
                </a:lnTo>
                <a:lnTo>
                  <a:pt x="250719" y="107328"/>
                </a:lnTo>
                <a:close/>
                <a:moveTo>
                  <a:pt x="395664" y="106588"/>
                </a:moveTo>
                <a:lnTo>
                  <a:pt x="421488" y="106588"/>
                </a:lnTo>
                <a:lnTo>
                  <a:pt x="421488" y="107328"/>
                </a:lnTo>
                <a:lnTo>
                  <a:pt x="395664" y="107328"/>
                </a:lnTo>
                <a:close/>
                <a:moveTo>
                  <a:pt x="67455" y="105848"/>
                </a:moveTo>
                <a:lnTo>
                  <a:pt x="144509" y="105848"/>
                </a:lnTo>
                <a:lnTo>
                  <a:pt x="144509" y="107328"/>
                </a:lnTo>
                <a:lnTo>
                  <a:pt x="67455" y="107328"/>
                </a:lnTo>
                <a:close/>
                <a:moveTo>
                  <a:pt x="760527" y="105848"/>
                </a:moveTo>
                <a:lnTo>
                  <a:pt x="786767" y="105848"/>
                </a:lnTo>
                <a:lnTo>
                  <a:pt x="786767" y="107328"/>
                </a:lnTo>
                <a:lnTo>
                  <a:pt x="760527" y="107328"/>
                </a:lnTo>
                <a:close/>
                <a:moveTo>
                  <a:pt x="892977" y="105848"/>
                </a:moveTo>
                <a:lnTo>
                  <a:pt x="925881" y="105848"/>
                </a:lnTo>
                <a:lnTo>
                  <a:pt x="925881" y="107328"/>
                </a:lnTo>
                <a:lnTo>
                  <a:pt x="892977" y="107328"/>
                </a:lnTo>
                <a:close/>
                <a:moveTo>
                  <a:pt x="516869" y="107328"/>
                </a:moveTo>
                <a:lnTo>
                  <a:pt x="543942" y="107328"/>
                </a:lnTo>
                <a:lnTo>
                  <a:pt x="543942" y="108068"/>
                </a:lnTo>
                <a:lnTo>
                  <a:pt x="516869" y="108068"/>
                </a:lnTo>
                <a:close/>
                <a:moveTo>
                  <a:pt x="606002" y="107328"/>
                </a:moveTo>
                <a:lnTo>
                  <a:pt x="624328" y="107328"/>
                </a:lnTo>
                <a:lnTo>
                  <a:pt x="624328" y="108068"/>
                </a:lnTo>
                <a:lnTo>
                  <a:pt x="606002" y="108068"/>
                </a:lnTo>
                <a:close/>
                <a:moveTo>
                  <a:pt x="893393" y="107328"/>
                </a:moveTo>
                <a:lnTo>
                  <a:pt x="925881" y="107328"/>
                </a:lnTo>
                <a:lnTo>
                  <a:pt x="925881" y="108068"/>
                </a:lnTo>
                <a:lnTo>
                  <a:pt x="893393" y="108068"/>
                </a:lnTo>
                <a:close/>
                <a:moveTo>
                  <a:pt x="708463" y="107328"/>
                </a:moveTo>
                <a:lnTo>
                  <a:pt x="730955" y="107328"/>
                </a:lnTo>
                <a:lnTo>
                  <a:pt x="730955" y="108068"/>
                </a:lnTo>
                <a:lnTo>
                  <a:pt x="708463" y="108068"/>
                </a:lnTo>
                <a:close/>
                <a:moveTo>
                  <a:pt x="396497" y="107328"/>
                </a:moveTo>
                <a:lnTo>
                  <a:pt x="421488" y="107328"/>
                </a:lnTo>
                <a:lnTo>
                  <a:pt x="421488" y="108068"/>
                </a:lnTo>
                <a:lnTo>
                  <a:pt x="396497" y="108068"/>
                </a:lnTo>
                <a:close/>
                <a:moveTo>
                  <a:pt x="251135" y="107328"/>
                </a:moveTo>
                <a:lnTo>
                  <a:pt x="283623" y="107328"/>
                </a:lnTo>
                <a:lnTo>
                  <a:pt x="283623" y="108068"/>
                </a:lnTo>
                <a:lnTo>
                  <a:pt x="251135" y="108068"/>
                </a:lnTo>
                <a:close/>
                <a:moveTo>
                  <a:pt x="760527" y="107328"/>
                </a:moveTo>
                <a:lnTo>
                  <a:pt x="786350" y="107328"/>
                </a:lnTo>
                <a:lnTo>
                  <a:pt x="786350" y="108068"/>
                </a:lnTo>
                <a:lnTo>
                  <a:pt x="760527" y="108068"/>
                </a:lnTo>
                <a:close/>
                <a:moveTo>
                  <a:pt x="653484" y="106588"/>
                </a:moveTo>
                <a:lnTo>
                  <a:pt x="675975" y="106588"/>
                </a:lnTo>
                <a:lnTo>
                  <a:pt x="675975" y="108808"/>
                </a:lnTo>
                <a:lnTo>
                  <a:pt x="653484" y="108808"/>
                </a:lnTo>
                <a:close/>
                <a:moveTo>
                  <a:pt x="516869" y="108068"/>
                </a:moveTo>
                <a:lnTo>
                  <a:pt x="543525" y="108068"/>
                </a:lnTo>
                <a:lnTo>
                  <a:pt x="543525" y="108808"/>
                </a:lnTo>
                <a:lnTo>
                  <a:pt x="516869" y="108808"/>
                </a:lnTo>
                <a:close/>
                <a:moveTo>
                  <a:pt x="182828" y="106588"/>
                </a:moveTo>
                <a:lnTo>
                  <a:pt x="217815" y="106588"/>
                </a:lnTo>
                <a:lnTo>
                  <a:pt x="217815" y="108808"/>
                </a:lnTo>
                <a:lnTo>
                  <a:pt x="182828" y="108808"/>
                </a:lnTo>
                <a:close/>
                <a:moveTo>
                  <a:pt x="396914" y="108068"/>
                </a:moveTo>
                <a:lnTo>
                  <a:pt x="421488" y="108068"/>
                </a:lnTo>
                <a:lnTo>
                  <a:pt x="421488" y="108808"/>
                </a:lnTo>
                <a:lnTo>
                  <a:pt x="396914" y="108808"/>
                </a:lnTo>
                <a:close/>
                <a:moveTo>
                  <a:pt x="606835" y="108068"/>
                </a:moveTo>
                <a:lnTo>
                  <a:pt x="624328" y="108068"/>
                </a:lnTo>
                <a:lnTo>
                  <a:pt x="624328" y="108808"/>
                </a:lnTo>
                <a:lnTo>
                  <a:pt x="606835" y="108808"/>
                </a:lnTo>
                <a:close/>
                <a:moveTo>
                  <a:pt x="825086" y="106588"/>
                </a:moveTo>
                <a:lnTo>
                  <a:pt x="860073" y="106588"/>
                </a:lnTo>
                <a:lnTo>
                  <a:pt x="860073" y="108808"/>
                </a:lnTo>
                <a:lnTo>
                  <a:pt x="825086" y="108808"/>
                </a:lnTo>
                <a:close/>
                <a:moveTo>
                  <a:pt x="516869" y="108808"/>
                </a:moveTo>
                <a:lnTo>
                  <a:pt x="542692" y="108808"/>
                </a:lnTo>
                <a:lnTo>
                  <a:pt x="542692" y="109548"/>
                </a:lnTo>
                <a:lnTo>
                  <a:pt x="516869" y="109548"/>
                </a:lnTo>
                <a:close/>
                <a:moveTo>
                  <a:pt x="397330" y="108808"/>
                </a:moveTo>
                <a:lnTo>
                  <a:pt x="421488" y="108808"/>
                </a:lnTo>
                <a:lnTo>
                  <a:pt x="421488" y="109548"/>
                </a:lnTo>
                <a:lnTo>
                  <a:pt x="397330" y="109548"/>
                </a:lnTo>
                <a:close/>
                <a:moveTo>
                  <a:pt x="251552" y="108068"/>
                </a:moveTo>
                <a:lnTo>
                  <a:pt x="283623" y="108068"/>
                </a:lnTo>
                <a:lnTo>
                  <a:pt x="283623" y="109548"/>
                </a:lnTo>
                <a:lnTo>
                  <a:pt x="251552" y="109548"/>
                </a:lnTo>
                <a:close/>
                <a:moveTo>
                  <a:pt x="607251" y="108808"/>
                </a:moveTo>
                <a:lnTo>
                  <a:pt x="624328" y="108808"/>
                </a:lnTo>
                <a:lnTo>
                  <a:pt x="624328" y="109548"/>
                </a:lnTo>
                <a:lnTo>
                  <a:pt x="607251" y="109548"/>
                </a:lnTo>
                <a:close/>
                <a:moveTo>
                  <a:pt x="893810" y="108068"/>
                </a:moveTo>
                <a:lnTo>
                  <a:pt x="925881" y="108068"/>
                </a:lnTo>
                <a:lnTo>
                  <a:pt x="925881" y="109548"/>
                </a:lnTo>
                <a:lnTo>
                  <a:pt x="893810" y="109548"/>
                </a:lnTo>
                <a:close/>
                <a:moveTo>
                  <a:pt x="67455" y="107328"/>
                </a:moveTo>
                <a:lnTo>
                  <a:pt x="144092" y="107328"/>
                </a:lnTo>
                <a:lnTo>
                  <a:pt x="144092" y="109548"/>
                </a:lnTo>
                <a:lnTo>
                  <a:pt x="67455" y="109548"/>
                </a:lnTo>
                <a:close/>
                <a:moveTo>
                  <a:pt x="760110" y="108068"/>
                </a:moveTo>
                <a:lnTo>
                  <a:pt x="786350" y="108068"/>
                </a:lnTo>
                <a:lnTo>
                  <a:pt x="786350" y="109548"/>
                </a:lnTo>
                <a:lnTo>
                  <a:pt x="760110" y="109548"/>
                </a:lnTo>
                <a:close/>
                <a:moveTo>
                  <a:pt x="398163" y="109548"/>
                </a:moveTo>
                <a:lnTo>
                  <a:pt x="421488" y="109548"/>
                </a:lnTo>
                <a:lnTo>
                  <a:pt x="421488" y="110289"/>
                </a:lnTo>
                <a:lnTo>
                  <a:pt x="398163" y="110289"/>
                </a:lnTo>
                <a:close/>
                <a:moveTo>
                  <a:pt x="516869" y="109548"/>
                </a:moveTo>
                <a:lnTo>
                  <a:pt x="542276" y="109548"/>
                </a:lnTo>
                <a:lnTo>
                  <a:pt x="542276" y="110289"/>
                </a:lnTo>
                <a:lnTo>
                  <a:pt x="516869" y="110289"/>
                </a:lnTo>
                <a:close/>
                <a:moveTo>
                  <a:pt x="653484" y="108808"/>
                </a:moveTo>
                <a:lnTo>
                  <a:pt x="675559" y="108808"/>
                </a:lnTo>
                <a:lnTo>
                  <a:pt x="675559" y="110289"/>
                </a:lnTo>
                <a:lnTo>
                  <a:pt x="653484" y="110289"/>
                </a:lnTo>
                <a:close/>
                <a:moveTo>
                  <a:pt x="607668" y="109548"/>
                </a:moveTo>
                <a:lnTo>
                  <a:pt x="624328" y="109548"/>
                </a:lnTo>
                <a:lnTo>
                  <a:pt x="624328" y="110289"/>
                </a:lnTo>
                <a:lnTo>
                  <a:pt x="607668" y="110289"/>
                </a:lnTo>
                <a:close/>
                <a:moveTo>
                  <a:pt x="760110" y="109548"/>
                </a:moveTo>
                <a:lnTo>
                  <a:pt x="785934" y="109548"/>
                </a:lnTo>
                <a:lnTo>
                  <a:pt x="785934" y="111029"/>
                </a:lnTo>
                <a:lnTo>
                  <a:pt x="760110" y="111029"/>
                </a:lnTo>
                <a:close/>
                <a:moveTo>
                  <a:pt x="653900" y="110289"/>
                </a:moveTo>
                <a:lnTo>
                  <a:pt x="675559" y="110289"/>
                </a:lnTo>
                <a:lnTo>
                  <a:pt x="675559" y="111029"/>
                </a:lnTo>
                <a:lnTo>
                  <a:pt x="653900" y="111029"/>
                </a:lnTo>
                <a:close/>
                <a:moveTo>
                  <a:pt x="251968" y="109548"/>
                </a:moveTo>
                <a:lnTo>
                  <a:pt x="283623" y="109548"/>
                </a:lnTo>
                <a:lnTo>
                  <a:pt x="283623" y="111029"/>
                </a:lnTo>
                <a:lnTo>
                  <a:pt x="251968" y="111029"/>
                </a:lnTo>
                <a:close/>
                <a:moveTo>
                  <a:pt x="894227" y="109548"/>
                </a:moveTo>
                <a:lnTo>
                  <a:pt x="925881" y="109548"/>
                </a:lnTo>
                <a:lnTo>
                  <a:pt x="925881" y="111029"/>
                </a:lnTo>
                <a:lnTo>
                  <a:pt x="894227" y="111029"/>
                </a:lnTo>
                <a:close/>
                <a:moveTo>
                  <a:pt x="825502" y="108808"/>
                </a:moveTo>
                <a:lnTo>
                  <a:pt x="860073" y="108808"/>
                </a:lnTo>
                <a:lnTo>
                  <a:pt x="860073" y="111029"/>
                </a:lnTo>
                <a:lnTo>
                  <a:pt x="825502" y="111029"/>
                </a:lnTo>
                <a:close/>
                <a:moveTo>
                  <a:pt x="398580" y="110289"/>
                </a:moveTo>
                <a:lnTo>
                  <a:pt x="421488" y="110289"/>
                </a:lnTo>
                <a:lnTo>
                  <a:pt x="421488" y="111029"/>
                </a:lnTo>
                <a:lnTo>
                  <a:pt x="398580" y="111029"/>
                </a:lnTo>
                <a:close/>
                <a:moveTo>
                  <a:pt x="516869" y="110289"/>
                </a:moveTo>
                <a:lnTo>
                  <a:pt x="541859" y="110289"/>
                </a:lnTo>
                <a:lnTo>
                  <a:pt x="541859" y="111029"/>
                </a:lnTo>
                <a:lnTo>
                  <a:pt x="516869" y="111029"/>
                </a:lnTo>
                <a:close/>
                <a:moveTo>
                  <a:pt x="608501" y="110289"/>
                </a:moveTo>
                <a:lnTo>
                  <a:pt x="624328" y="110289"/>
                </a:lnTo>
                <a:lnTo>
                  <a:pt x="624328" y="111029"/>
                </a:lnTo>
                <a:lnTo>
                  <a:pt x="608501" y="111029"/>
                </a:lnTo>
                <a:close/>
                <a:moveTo>
                  <a:pt x="183244" y="108808"/>
                </a:moveTo>
                <a:lnTo>
                  <a:pt x="217815" y="108808"/>
                </a:lnTo>
                <a:lnTo>
                  <a:pt x="217815" y="111029"/>
                </a:lnTo>
                <a:lnTo>
                  <a:pt x="183244" y="111029"/>
                </a:lnTo>
                <a:close/>
                <a:moveTo>
                  <a:pt x="708880" y="108068"/>
                </a:moveTo>
                <a:lnTo>
                  <a:pt x="730955" y="108068"/>
                </a:lnTo>
                <a:lnTo>
                  <a:pt x="730955" y="111029"/>
                </a:lnTo>
                <a:lnTo>
                  <a:pt x="708880" y="111029"/>
                </a:lnTo>
                <a:close/>
                <a:moveTo>
                  <a:pt x="709296" y="111029"/>
                </a:moveTo>
                <a:lnTo>
                  <a:pt x="730955" y="111029"/>
                </a:lnTo>
                <a:lnTo>
                  <a:pt x="730955" y="111769"/>
                </a:lnTo>
                <a:lnTo>
                  <a:pt x="709296" y="111769"/>
                </a:lnTo>
                <a:close/>
                <a:moveTo>
                  <a:pt x="759694" y="111029"/>
                </a:moveTo>
                <a:lnTo>
                  <a:pt x="785934" y="111029"/>
                </a:lnTo>
                <a:lnTo>
                  <a:pt x="785934" y="111769"/>
                </a:lnTo>
                <a:lnTo>
                  <a:pt x="759694" y="111769"/>
                </a:lnTo>
                <a:close/>
                <a:moveTo>
                  <a:pt x="67455" y="109548"/>
                </a:moveTo>
                <a:lnTo>
                  <a:pt x="143676" y="109548"/>
                </a:lnTo>
                <a:lnTo>
                  <a:pt x="143676" y="111769"/>
                </a:lnTo>
                <a:lnTo>
                  <a:pt x="67455" y="111769"/>
                </a:lnTo>
                <a:close/>
                <a:moveTo>
                  <a:pt x="516869" y="111029"/>
                </a:moveTo>
                <a:lnTo>
                  <a:pt x="541026" y="111029"/>
                </a:lnTo>
                <a:lnTo>
                  <a:pt x="541026" y="111769"/>
                </a:lnTo>
                <a:lnTo>
                  <a:pt x="516869" y="111769"/>
                </a:lnTo>
                <a:close/>
                <a:moveTo>
                  <a:pt x="252385" y="111029"/>
                </a:moveTo>
                <a:lnTo>
                  <a:pt x="283623" y="111029"/>
                </a:lnTo>
                <a:lnTo>
                  <a:pt x="283623" y="111769"/>
                </a:lnTo>
                <a:lnTo>
                  <a:pt x="252385" y="111769"/>
                </a:lnTo>
                <a:close/>
                <a:moveTo>
                  <a:pt x="608917" y="111029"/>
                </a:moveTo>
                <a:lnTo>
                  <a:pt x="624745" y="111029"/>
                </a:lnTo>
                <a:lnTo>
                  <a:pt x="624745" y="111769"/>
                </a:lnTo>
                <a:lnTo>
                  <a:pt x="608917" y="111769"/>
                </a:lnTo>
                <a:close/>
                <a:moveTo>
                  <a:pt x="894643" y="111029"/>
                </a:moveTo>
                <a:lnTo>
                  <a:pt x="925881" y="111029"/>
                </a:lnTo>
                <a:lnTo>
                  <a:pt x="925881" y="111769"/>
                </a:lnTo>
                <a:lnTo>
                  <a:pt x="894643" y="111769"/>
                </a:lnTo>
                <a:close/>
                <a:moveTo>
                  <a:pt x="398996" y="111029"/>
                </a:moveTo>
                <a:lnTo>
                  <a:pt x="421488" y="111029"/>
                </a:lnTo>
                <a:lnTo>
                  <a:pt x="421488" y="111769"/>
                </a:lnTo>
                <a:lnTo>
                  <a:pt x="398996" y="111769"/>
                </a:lnTo>
                <a:close/>
                <a:moveTo>
                  <a:pt x="609334" y="111769"/>
                </a:moveTo>
                <a:lnTo>
                  <a:pt x="624745" y="111769"/>
                </a:lnTo>
                <a:lnTo>
                  <a:pt x="624745" y="112509"/>
                </a:lnTo>
                <a:lnTo>
                  <a:pt x="609334" y="112509"/>
                </a:lnTo>
                <a:close/>
                <a:moveTo>
                  <a:pt x="516869" y="111769"/>
                </a:moveTo>
                <a:lnTo>
                  <a:pt x="540610" y="111769"/>
                </a:lnTo>
                <a:lnTo>
                  <a:pt x="540610" y="112509"/>
                </a:lnTo>
                <a:lnTo>
                  <a:pt x="516869" y="112509"/>
                </a:lnTo>
                <a:close/>
                <a:moveTo>
                  <a:pt x="399413" y="111769"/>
                </a:moveTo>
                <a:lnTo>
                  <a:pt x="421488" y="111769"/>
                </a:lnTo>
                <a:lnTo>
                  <a:pt x="421488" y="112509"/>
                </a:lnTo>
                <a:lnTo>
                  <a:pt x="399413" y="112509"/>
                </a:lnTo>
                <a:close/>
                <a:moveTo>
                  <a:pt x="400246" y="112509"/>
                </a:moveTo>
                <a:lnTo>
                  <a:pt x="421488" y="112509"/>
                </a:lnTo>
                <a:lnTo>
                  <a:pt x="421488" y="113249"/>
                </a:lnTo>
                <a:lnTo>
                  <a:pt x="400246" y="113249"/>
                </a:lnTo>
                <a:close/>
                <a:moveTo>
                  <a:pt x="252801" y="111769"/>
                </a:moveTo>
                <a:lnTo>
                  <a:pt x="283623" y="111769"/>
                </a:lnTo>
                <a:lnTo>
                  <a:pt x="283623" y="113249"/>
                </a:lnTo>
                <a:lnTo>
                  <a:pt x="252801" y="113249"/>
                </a:lnTo>
                <a:close/>
                <a:moveTo>
                  <a:pt x="825919" y="111029"/>
                </a:moveTo>
                <a:lnTo>
                  <a:pt x="860073" y="111029"/>
                </a:lnTo>
                <a:lnTo>
                  <a:pt x="860073" y="113249"/>
                </a:lnTo>
                <a:lnTo>
                  <a:pt x="825919" y="113249"/>
                </a:lnTo>
                <a:close/>
                <a:moveTo>
                  <a:pt x="609750" y="112509"/>
                </a:moveTo>
                <a:lnTo>
                  <a:pt x="624745" y="112509"/>
                </a:lnTo>
                <a:lnTo>
                  <a:pt x="624745" y="113249"/>
                </a:lnTo>
                <a:lnTo>
                  <a:pt x="609750" y="113249"/>
                </a:lnTo>
                <a:close/>
                <a:moveTo>
                  <a:pt x="895060" y="111769"/>
                </a:moveTo>
                <a:lnTo>
                  <a:pt x="925881" y="111769"/>
                </a:lnTo>
                <a:lnTo>
                  <a:pt x="925881" y="113249"/>
                </a:lnTo>
                <a:lnTo>
                  <a:pt x="895060" y="113249"/>
                </a:lnTo>
                <a:close/>
                <a:moveTo>
                  <a:pt x="183661" y="111029"/>
                </a:moveTo>
                <a:lnTo>
                  <a:pt x="217815" y="111029"/>
                </a:lnTo>
                <a:lnTo>
                  <a:pt x="217815" y="113249"/>
                </a:lnTo>
                <a:lnTo>
                  <a:pt x="183661" y="113249"/>
                </a:lnTo>
                <a:close/>
                <a:moveTo>
                  <a:pt x="516869" y="112509"/>
                </a:moveTo>
                <a:lnTo>
                  <a:pt x="540193" y="112509"/>
                </a:lnTo>
                <a:lnTo>
                  <a:pt x="540193" y="113249"/>
                </a:lnTo>
                <a:lnTo>
                  <a:pt x="516869" y="113249"/>
                </a:lnTo>
                <a:close/>
                <a:moveTo>
                  <a:pt x="516869" y="113249"/>
                </a:moveTo>
                <a:lnTo>
                  <a:pt x="539777" y="113249"/>
                </a:lnTo>
                <a:lnTo>
                  <a:pt x="539777" y="113990"/>
                </a:lnTo>
                <a:lnTo>
                  <a:pt x="516869" y="113990"/>
                </a:lnTo>
                <a:close/>
                <a:moveTo>
                  <a:pt x="759694" y="111769"/>
                </a:moveTo>
                <a:lnTo>
                  <a:pt x="785517" y="111769"/>
                </a:lnTo>
                <a:lnTo>
                  <a:pt x="785517" y="113990"/>
                </a:lnTo>
                <a:lnTo>
                  <a:pt x="759694" y="113990"/>
                </a:lnTo>
                <a:close/>
                <a:moveTo>
                  <a:pt x="895476" y="113249"/>
                </a:moveTo>
                <a:lnTo>
                  <a:pt x="925881" y="113249"/>
                </a:lnTo>
                <a:lnTo>
                  <a:pt x="925881" y="113990"/>
                </a:lnTo>
                <a:lnTo>
                  <a:pt x="895476" y="113990"/>
                </a:lnTo>
                <a:close/>
                <a:moveTo>
                  <a:pt x="253218" y="113249"/>
                </a:moveTo>
                <a:lnTo>
                  <a:pt x="283623" y="113249"/>
                </a:lnTo>
                <a:lnTo>
                  <a:pt x="283623" y="113990"/>
                </a:lnTo>
                <a:lnTo>
                  <a:pt x="253218" y="113990"/>
                </a:lnTo>
                <a:close/>
                <a:moveTo>
                  <a:pt x="67455" y="111769"/>
                </a:moveTo>
                <a:lnTo>
                  <a:pt x="143259" y="111769"/>
                </a:lnTo>
                <a:lnTo>
                  <a:pt x="143259" y="113990"/>
                </a:lnTo>
                <a:lnTo>
                  <a:pt x="67455" y="113990"/>
                </a:lnTo>
                <a:close/>
                <a:moveTo>
                  <a:pt x="400662" y="113249"/>
                </a:moveTo>
                <a:lnTo>
                  <a:pt x="421488" y="113249"/>
                </a:lnTo>
                <a:lnTo>
                  <a:pt x="421488" y="113990"/>
                </a:lnTo>
                <a:lnTo>
                  <a:pt x="400662" y="113990"/>
                </a:lnTo>
                <a:close/>
                <a:moveTo>
                  <a:pt x="653900" y="111029"/>
                </a:moveTo>
                <a:lnTo>
                  <a:pt x="675142" y="111029"/>
                </a:lnTo>
                <a:lnTo>
                  <a:pt x="675142" y="113990"/>
                </a:lnTo>
                <a:lnTo>
                  <a:pt x="653900" y="113990"/>
                </a:lnTo>
                <a:close/>
                <a:moveTo>
                  <a:pt x="709296" y="111769"/>
                </a:moveTo>
                <a:lnTo>
                  <a:pt x="730538" y="111769"/>
                </a:lnTo>
                <a:lnTo>
                  <a:pt x="730538" y="113990"/>
                </a:lnTo>
                <a:lnTo>
                  <a:pt x="709296" y="113990"/>
                </a:lnTo>
                <a:close/>
                <a:moveTo>
                  <a:pt x="610167" y="113249"/>
                </a:moveTo>
                <a:lnTo>
                  <a:pt x="624745" y="113249"/>
                </a:lnTo>
                <a:lnTo>
                  <a:pt x="624745" y="113990"/>
                </a:lnTo>
                <a:lnTo>
                  <a:pt x="610167" y="113990"/>
                </a:lnTo>
                <a:close/>
                <a:moveTo>
                  <a:pt x="653900" y="113990"/>
                </a:moveTo>
                <a:lnTo>
                  <a:pt x="674726" y="113990"/>
                </a:lnTo>
                <a:lnTo>
                  <a:pt x="674726" y="114730"/>
                </a:lnTo>
                <a:lnTo>
                  <a:pt x="653900" y="114730"/>
                </a:lnTo>
                <a:close/>
                <a:moveTo>
                  <a:pt x="401079" y="113990"/>
                </a:moveTo>
                <a:lnTo>
                  <a:pt x="421488" y="113990"/>
                </a:lnTo>
                <a:lnTo>
                  <a:pt x="421488" y="114730"/>
                </a:lnTo>
                <a:lnTo>
                  <a:pt x="401079" y="114730"/>
                </a:lnTo>
                <a:close/>
                <a:moveTo>
                  <a:pt x="516869" y="113990"/>
                </a:moveTo>
                <a:lnTo>
                  <a:pt x="539360" y="113990"/>
                </a:lnTo>
                <a:lnTo>
                  <a:pt x="539360" y="114730"/>
                </a:lnTo>
                <a:lnTo>
                  <a:pt x="516869" y="114730"/>
                </a:lnTo>
                <a:close/>
                <a:moveTo>
                  <a:pt x="611000" y="113990"/>
                </a:moveTo>
                <a:lnTo>
                  <a:pt x="624745" y="113990"/>
                </a:lnTo>
                <a:lnTo>
                  <a:pt x="624745" y="114730"/>
                </a:lnTo>
                <a:lnTo>
                  <a:pt x="611000" y="114730"/>
                </a:lnTo>
                <a:close/>
                <a:moveTo>
                  <a:pt x="759694" y="113990"/>
                </a:moveTo>
                <a:lnTo>
                  <a:pt x="785101" y="113990"/>
                </a:lnTo>
                <a:lnTo>
                  <a:pt x="785101" y="114730"/>
                </a:lnTo>
                <a:lnTo>
                  <a:pt x="759694" y="114730"/>
                </a:lnTo>
                <a:close/>
                <a:moveTo>
                  <a:pt x="611416" y="114730"/>
                </a:moveTo>
                <a:lnTo>
                  <a:pt x="625161" y="114730"/>
                </a:lnTo>
                <a:lnTo>
                  <a:pt x="625161" y="115470"/>
                </a:lnTo>
                <a:lnTo>
                  <a:pt x="611416" y="115470"/>
                </a:lnTo>
                <a:close/>
                <a:moveTo>
                  <a:pt x="826335" y="113249"/>
                </a:moveTo>
                <a:lnTo>
                  <a:pt x="860073" y="113249"/>
                </a:lnTo>
                <a:lnTo>
                  <a:pt x="860073" y="115470"/>
                </a:lnTo>
                <a:lnTo>
                  <a:pt x="826335" y="115470"/>
                </a:lnTo>
                <a:close/>
                <a:moveTo>
                  <a:pt x="253634" y="113990"/>
                </a:moveTo>
                <a:lnTo>
                  <a:pt x="283623" y="113990"/>
                </a:lnTo>
                <a:lnTo>
                  <a:pt x="283623" y="115470"/>
                </a:lnTo>
                <a:lnTo>
                  <a:pt x="253634" y="115470"/>
                </a:lnTo>
                <a:close/>
                <a:moveTo>
                  <a:pt x="895893" y="113990"/>
                </a:moveTo>
                <a:lnTo>
                  <a:pt x="925881" y="113990"/>
                </a:lnTo>
                <a:lnTo>
                  <a:pt x="925881" y="115470"/>
                </a:lnTo>
                <a:lnTo>
                  <a:pt x="895893" y="115470"/>
                </a:lnTo>
                <a:close/>
                <a:moveTo>
                  <a:pt x="184077" y="113249"/>
                </a:moveTo>
                <a:lnTo>
                  <a:pt x="217815" y="113249"/>
                </a:lnTo>
                <a:lnTo>
                  <a:pt x="217815" y="115470"/>
                </a:lnTo>
                <a:lnTo>
                  <a:pt x="184077" y="115470"/>
                </a:lnTo>
                <a:close/>
                <a:moveTo>
                  <a:pt x="401495" y="114730"/>
                </a:moveTo>
                <a:lnTo>
                  <a:pt x="421488" y="114730"/>
                </a:lnTo>
                <a:lnTo>
                  <a:pt x="421488" y="115470"/>
                </a:lnTo>
                <a:lnTo>
                  <a:pt x="401495" y="115470"/>
                </a:lnTo>
                <a:close/>
                <a:moveTo>
                  <a:pt x="516869" y="114730"/>
                </a:moveTo>
                <a:lnTo>
                  <a:pt x="538944" y="114730"/>
                </a:lnTo>
                <a:lnTo>
                  <a:pt x="538944" y="115470"/>
                </a:lnTo>
                <a:lnTo>
                  <a:pt x="516869" y="115470"/>
                </a:lnTo>
                <a:close/>
                <a:moveTo>
                  <a:pt x="254051" y="115470"/>
                </a:moveTo>
                <a:lnTo>
                  <a:pt x="283623" y="115470"/>
                </a:lnTo>
                <a:lnTo>
                  <a:pt x="283623" y="116210"/>
                </a:lnTo>
                <a:lnTo>
                  <a:pt x="254051" y="116210"/>
                </a:lnTo>
                <a:close/>
                <a:moveTo>
                  <a:pt x="516869" y="115470"/>
                </a:moveTo>
                <a:lnTo>
                  <a:pt x="538527" y="115470"/>
                </a:lnTo>
                <a:lnTo>
                  <a:pt x="538527" y="116210"/>
                </a:lnTo>
                <a:lnTo>
                  <a:pt x="516869" y="116210"/>
                </a:lnTo>
                <a:close/>
                <a:moveTo>
                  <a:pt x="611833" y="115470"/>
                </a:moveTo>
                <a:lnTo>
                  <a:pt x="625161" y="115470"/>
                </a:lnTo>
                <a:lnTo>
                  <a:pt x="625161" y="116210"/>
                </a:lnTo>
                <a:lnTo>
                  <a:pt x="611833" y="116210"/>
                </a:lnTo>
                <a:close/>
                <a:moveTo>
                  <a:pt x="401912" y="115470"/>
                </a:moveTo>
                <a:lnTo>
                  <a:pt x="421488" y="115470"/>
                </a:lnTo>
                <a:lnTo>
                  <a:pt x="421488" y="116210"/>
                </a:lnTo>
                <a:lnTo>
                  <a:pt x="401912" y="116210"/>
                </a:lnTo>
                <a:close/>
                <a:moveTo>
                  <a:pt x="896309" y="115470"/>
                </a:moveTo>
                <a:lnTo>
                  <a:pt x="925881" y="115470"/>
                </a:lnTo>
                <a:lnTo>
                  <a:pt x="925881" y="116210"/>
                </a:lnTo>
                <a:lnTo>
                  <a:pt x="896309" y="116210"/>
                </a:lnTo>
                <a:close/>
                <a:moveTo>
                  <a:pt x="709713" y="113990"/>
                </a:moveTo>
                <a:lnTo>
                  <a:pt x="730538" y="113990"/>
                </a:lnTo>
                <a:lnTo>
                  <a:pt x="730538" y="116210"/>
                </a:lnTo>
                <a:lnTo>
                  <a:pt x="709713" y="116210"/>
                </a:lnTo>
                <a:close/>
                <a:moveTo>
                  <a:pt x="759277" y="114730"/>
                </a:moveTo>
                <a:lnTo>
                  <a:pt x="785101" y="114730"/>
                </a:lnTo>
                <a:lnTo>
                  <a:pt x="785101" y="116210"/>
                </a:lnTo>
                <a:lnTo>
                  <a:pt x="759277" y="116210"/>
                </a:lnTo>
                <a:close/>
                <a:moveTo>
                  <a:pt x="67455" y="113990"/>
                </a:moveTo>
                <a:lnTo>
                  <a:pt x="142843" y="113990"/>
                </a:lnTo>
                <a:lnTo>
                  <a:pt x="142843" y="116210"/>
                </a:lnTo>
                <a:lnTo>
                  <a:pt x="67455" y="116210"/>
                </a:lnTo>
                <a:close/>
                <a:moveTo>
                  <a:pt x="654317" y="114730"/>
                </a:moveTo>
                <a:lnTo>
                  <a:pt x="674726" y="114730"/>
                </a:lnTo>
                <a:lnTo>
                  <a:pt x="674726" y="116950"/>
                </a:lnTo>
                <a:lnTo>
                  <a:pt x="654317" y="116950"/>
                </a:lnTo>
                <a:close/>
                <a:moveTo>
                  <a:pt x="402328" y="116210"/>
                </a:moveTo>
                <a:lnTo>
                  <a:pt x="421488" y="116210"/>
                </a:lnTo>
                <a:lnTo>
                  <a:pt x="421488" y="116950"/>
                </a:lnTo>
                <a:lnTo>
                  <a:pt x="402328" y="116950"/>
                </a:lnTo>
                <a:close/>
                <a:moveTo>
                  <a:pt x="516869" y="116210"/>
                </a:moveTo>
                <a:lnTo>
                  <a:pt x="538111" y="116210"/>
                </a:lnTo>
                <a:lnTo>
                  <a:pt x="538111" y="116950"/>
                </a:lnTo>
                <a:lnTo>
                  <a:pt x="516869" y="116950"/>
                </a:lnTo>
                <a:close/>
                <a:moveTo>
                  <a:pt x="612249" y="116210"/>
                </a:moveTo>
                <a:lnTo>
                  <a:pt x="625161" y="116210"/>
                </a:lnTo>
                <a:lnTo>
                  <a:pt x="625161" y="116950"/>
                </a:lnTo>
                <a:lnTo>
                  <a:pt x="612249" y="116950"/>
                </a:lnTo>
                <a:close/>
                <a:moveTo>
                  <a:pt x="612666" y="116950"/>
                </a:moveTo>
                <a:lnTo>
                  <a:pt x="625161" y="116950"/>
                </a:lnTo>
                <a:lnTo>
                  <a:pt x="625161" y="117691"/>
                </a:lnTo>
                <a:lnTo>
                  <a:pt x="612666" y="117691"/>
                </a:lnTo>
                <a:close/>
                <a:moveTo>
                  <a:pt x="254467" y="116210"/>
                </a:moveTo>
                <a:lnTo>
                  <a:pt x="283623" y="116210"/>
                </a:lnTo>
                <a:lnTo>
                  <a:pt x="283623" y="117691"/>
                </a:lnTo>
                <a:lnTo>
                  <a:pt x="254467" y="117691"/>
                </a:lnTo>
                <a:close/>
                <a:moveTo>
                  <a:pt x="184494" y="115470"/>
                </a:moveTo>
                <a:lnTo>
                  <a:pt x="217815" y="115470"/>
                </a:lnTo>
                <a:lnTo>
                  <a:pt x="217815" y="117691"/>
                </a:lnTo>
                <a:lnTo>
                  <a:pt x="184494" y="117691"/>
                </a:lnTo>
                <a:close/>
                <a:moveTo>
                  <a:pt x="402745" y="116950"/>
                </a:moveTo>
                <a:lnTo>
                  <a:pt x="421488" y="116950"/>
                </a:lnTo>
                <a:lnTo>
                  <a:pt x="421488" y="117691"/>
                </a:lnTo>
                <a:lnTo>
                  <a:pt x="402745" y="117691"/>
                </a:lnTo>
                <a:close/>
                <a:moveTo>
                  <a:pt x="896726" y="116210"/>
                </a:moveTo>
                <a:lnTo>
                  <a:pt x="925881" y="116210"/>
                </a:lnTo>
                <a:lnTo>
                  <a:pt x="925881" y="117691"/>
                </a:lnTo>
                <a:lnTo>
                  <a:pt x="896726" y="117691"/>
                </a:lnTo>
                <a:close/>
                <a:moveTo>
                  <a:pt x="826752" y="115470"/>
                </a:moveTo>
                <a:lnTo>
                  <a:pt x="860073" y="115470"/>
                </a:lnTo>
                <a:lnTo>
                  <a:pt x="860073" y="117691"/>
                </a:lnTo>
                <a:lnTo>
                  <a:pt x="826752" y="117691"/>
                </a:lnTo>
                <a:close/>
                <a:moveTo>
                  <a:pt x="516869" y="116950"/>
                </a:moveTo>
                <a:lnTo>
                  <a:pt x="537694" y="116950"/>
                </a:lnTo>
                <a:lnTo>
                  <a:pt x="537694" y="117691"/>
                </a:lnTo>
                <a:lnTo>
                  <a:pt x="516869" y="117691"/>
                </a:lnTo>
                <a:close/>
                <a:moveTo>
                  <a:pt x="516869" y="117691"/>
                </a:moveTo>
                <a:lnTo>
                  <a:pt x="537278" y="117691"/>
                </a:lnTo>
                <a:lnTo>
                  <a:pt x="537278" y="118431"/>
                </a:lnTo>
                <a:lnTo>
                  <a:pt x="516869" y="118431"/>
                </a:lnTo>
                <a:close/>
                <a:moveTo>
                  <a:pt x="67455" y="116210"/>
                </a:moveTo>
                <a:lnTo>
                  <a:pt x="142426" y="116210"/>
                </a:lnTo>
                <a:lnTo>
                  <a:pt x="142426" y="118431"/>
                </a:lnTo>
                <a:lnTo>
                  <a:pt x="67455" y="118431"/>
                </a:lnTo>
                <a:close/>
                <a:moveTo>
                  <a:pt x="403161" y="117691"/>
                </a:moveTo>
                <a:lnTo>
                  <a:pt x="421488" y="117691"/>
                </a:lnTo>
                <a:lnTo>
                  <a:pt x="421488" y="118431"/>
                </a:lnTo>
                <a:lnTo>
                  <a:pt x="403161" y="118431"/>
                </a:lnTo>
                <a:close/>
                <a:moveTo>
                  <a:pt x="613082" y="117691"/>
                </a:moveTo>
                <a:lnTo>
                  <a:pt x="625161" y="117691"/>
                </a:lnTo>
                <a:lnTo>
                  <a:pt x="625161" y="118431"/>
                </a:lnTo>
                <a:lnTo>
                  <a:pt x="613082" y="118431"/>
                </a:lnTo>
                <a:close/>
                <a:moveTo>
                  <a:pt x="254884" y="117691"/>
                </a:moveTo>
                <a:lnTo>
                  <a:pt x="283623" y="117691"/>
                </a:lnTo>
                <a:lnTo>
                  <a:pt x="283623" y="118431"/>
                </a:lnTo>
                <a:lnTo>
                  <a:pt x="254884" y="118431"/>
                </a:lnTo>
                <a:close/>
                <a:moveTo>
                  <a:pt x="897142" y="117691"/>
                </a:moveTo>
                <a:lnTo>
                  <a:pt x="925881" y="117691"/>
                </a:lnTo>
                <a:lnTo>
                  <a:pt x="925881" y="118431"/>
                </a:lnTo>
                <a:lnTo>
                  <a:pt x="897142" y="118431"/>
                </a:lnTo>
                <a:close/>
                <a:moveTo>
                  <a:pt x="759277" y="116210"/>
                </a:moveTo>
                <a:lnTo>
                  <a:pt x="784684" y="116210"/>
                </a:lnTo>
                <a:lnTo>
                  <a:pt x="784684" y="118431"/>
                </a:lnTo>
                <a:lnTo>
                  <a:pt x="759277" y="118431"/>
                </a:lnTo>
                <a:close/>
                <a:moveTo>
                  <a:pt x="184910" y="117691"/>
                </a:moveTo>
                <a:lnTo>
                  <a:pt x="217815" y="117691"/>
                </a:lnTo>
                <a:lnTo>
                  <a:pt x="217815" y="119171"/>
                </a:lnTo>
                <a:lnTo>
                  <a:pt x="184910" y="119171"/>
                </a:lnTo>
                <a:close/>
                <a:moveTo>
                  <a:pt x="516869" y="118431"/>
                </a:moveTo>
                <a:lnTo>
                  <a:pt x="536861" y="118431"/>
                </a:lnTo>
                <a:lnTo>
                  <a:pt x="536861" y="119171"/>
                </a:lnTo>
                <a:lnTo>
                  <a:pt x="516869" y="119171"/>
                </a:lnTo>
                <a:close/>
                <a:moveTo>
                  <a:pt x="654317" y="116950"/>
                </a:moveTo>
                <a:lnTo>
                  <a:pt x="674309" y="116950"/>
                </a:lnTo>
                <a:lnTo>
                  <a:pt x="674309" y="119171"/>
                </a:lnTo>
                <a:lnTo>
                  <a:pt x="654317" y="119171"/>
                </a:lnTo>
                <a:close/>
                <a:moveTo>
                  <a:pt x="710129" y="116210"/>
                </a:moveTo>
                <a:lnTo>
                  <a:pt x="730122" y="116210"/>
                </a:lnTo>
                <a:lnTo>
                  <a:pt x="730122" y="119171"/>
                </a:lnTo>
                <a:lnTo>
                  <a:pt x="710129" y="119171"/>
                </a:lnTo>
                <a:close/>
                <a:moveTo>
                  <a:pt x="827168" y="117691"/>
                </a:moveTo>
                <a:lnTo>
                  <a:pt x="860073" y="117691"/>
                </a:lnTo>
                <a:lnTo>
                  <a:pt x="860073" y="119171"/>
                </a:lnTo>
                <a:lnTo>
                  <a:pt x="827168" y="119171"/>
                </a:lnTo>
                <a:close/>
                <a:moveTo>
                  <a:pt x="897559" y="118431"/>
                </a:moveTo>
                <a:lnTo>
                  <a:pt x="925881" y="118431"/>
                </a:lnTo>
                <a:lnTo>
                  <a:pt x="925881" y="119911"/>
                </a:lnTo>
                <a:lnTo>
                  <a:pt x="897559" y="119911"/>
                </a:lnTo>
                <a:close/>
                <a:moveTo>
                  <a:pt x="255300" y="118431"/>
                </a:moveTo>
                <a:lnTo>
                  <a:pt x="283623" y="118431"/>
                </a:lnTo>
                <a:lnTo>
                  <a:pt x="283623" y="119911"/>
                </a:lnTo>
                <a:lnTo>
                  <a:pt x="255300" y="119911"/>
                </a:lnTo>
                <a:close/>
                <a:moveTo>
                  <a:pt x="403578" y="118431"/>
                </a:moveTo>
                <a:lnTo>
                  <a:pt x="421488" y="118431"/>
                </a:lnTo>
                <a:lnTo>
                  <a:pt x="421488" y="119911"/>
                </a:lnTo>
                <a:lnTo>
                  <a:pt x="403578" y="119911"/>
                </a:lnTo>
                <a:close/>
                <a:moveTo>
                  <a:pt x="67455" y="118431"/>
                </a:moveTo>
                <a:lnTo>
                  <a:pt x="142010" y="118431"/>
                </a:lnTo>
                <a:lnTo>
                  <a:pt x="142010" y="119911"/>
                </a:lnTo>
                <a:lnTo>
                  <a:pt x="67455" y="119911"/>
                </a:lnTo>
                <a:close/>
                <a:moveTo>
                  <a:pt x="654733" y="119171"/>
                </a:moveTo>
                <a:lnTo>
                  <a:pt x="674309" y="119171"/>
                </a:lnTo>
                <a:lnTo>
                  <a:pt x="674309" y="119911"/>
                </a:lnTo>
                <a:lnTo>
                  <a:pt x="654733" y="119911"/>
                </a:lnTo>
                <a:close/>
                <a:moveTo>
                  <a:pt x="758861" y="118431"/>
                </a:moveTo>
                <a:lnTo>
                  <a:pt x="784268" y="118431"/>
                </a:lnTo>
                <a:lnTo>
                  <a:pt x="784268" y="119911"/>
                </a:lnTo>
                <a:lnTo>
                  <a:pt x="758861" y="119911"/>
                </a:lnTo>
                <a:close/>
                <a:moveTo>
                  <a:pt x="516869" y="119171"/>
                </a:moveTo>
                <a:lnTo>
                  <a:pt x="536445" y="119171"/>
                </a:lnTo>
                <a:lnTo>
                  <a:pt x="536445" y="119911"/>
                </a:lnTo>
                <a:lnTo>
                  <a:pt x="516869" y="119911"/>
                </a:lnTo>
                <a:close/>
                <a:moveTo>
                  <a:pt x="613499" y="118431"/>
                </a:moveTo>
                <a:lnTo>
                  <a:pt x="625578" y="118431"/>
                </a:lnTo>
                <a:lnTo>
                  <a:pt x="625578" y="119911"/>
                </a:lnTo>
                <a:lnTo>
                  <a:pt x="613499" y="119911"/>
                </a:lnTo>
                <a:close/>
                <a:moveTo>
                  <a:pt x="710546" y="119171"/>
                </a:moveTo>
                <a:lnTo>
                  <a:pt x="730122" y="119171"/>
                </a:lnTo>
                <a:lnTo>
                  <a:pt x="730122" y="119911"/>
                </a:lnTo>
                <a:lnTo>
                  <a:pt x="710546" y="119911"/>
                </a:lnTo>
                <a:close/>
                <a:moveTo>
                  <a:pt x="403994" y="119911"/>
                </a:moveTo>
                <a:lnTo>
                  <a:pt x="421488" y="119911"/>
                </a:lnTo>
                <a:lnTo>
                  <a:pt x="421488" y="120651"/>
                </a:lnTo>
                <a:lnTo>
                  <a:pt x="403994" y="120651"/>
                </a:lnTo>
                <a:close/>
                <a:moveTo>
                  <a:pt x="516869" y="119911"/>
                </a:moveTo>
                <a:lnTo>
                  <a:pt x="536028" y="119911"/>
                </a:lnTo>
                <a:lnTo>
                  <a:pt x="536028" y="120651"/>
                </a:lnTo>
                <a:lnTo>
                  <a:pt x="516869" y="120651"/>
                </a:lnTo>
                <a:close/>
                <a:moveTo>
                  <a:pt x="613915" y="119911"/>
                </a:moveTo>
                <a:lnTo>
                  <a:pt x="625578" y="119911"/>
                </a:lnTo>
                <a:lnTo>
                  <a:pt x="625578" y="120651"/>
                </a:lnTo>
                <a:lnTo>
                  <a:pt x="613915" y="120651"/>
                </a:lnTo>
                <a:close/>
                <a:moveTo>
                  <a:pt x="614332" y="120651"/>
                </a:moveTo>
                <a:lnTo>
                  <a:pt x="625578" y="120651"/>
                </a:lnTo>
                <a:lnTo>
                  <a:pt x="625578" y="121392"/>
                </a:lnTo>
                <a:lnTo>
                  <a:pt x="614332" y="121392"/>
                </a:lnTo>
                <a:close/>
                <a:moveTo>
                  <a:pt x="255717" y="119911"/>
                </a:moveTo>
                <a:lnTo>
                  <a:pt x="283623" y="119911"/>
                </a:lnTo>
                <a:lnTo>
                  <a:pt x="283623" y="121392"/>
                </a:lnTo>
                <a:lnTo>
                  <a:pt x="255717" y="121392"/>
                </a:lnTo>
                <a:close/>
                <a:moveTo>
                  <a:pt x="404411" y="120651"/>
                </a:moveTo>
                <a:lnTo>
                  <a:pt x="421488" y="120651"/>
                </a:lnTo>
                <a:lnTo>
                  <a:pt x="421488" y="121392"/>
                </a:lnTo>
                <a:lnTo>
                  <a:pt x="404411" y="121392"/>
                </a:lnTo>
                <a:close/>
                <a:moveTo>
                  <a:pt x="516869" y="120651"/>
                </a:moveTo>
                <a:lnTo>
                  <a:pt x="535612" y="120651"/>
                </a:lnTo>
                <a:lnTo>
                  <a:pt x="535612" y="121392"/>
                </a:lnTo>
                <a:lnTo>
                  <a:pt x="516869" y="121392"/>
                </a:lnTo>
                <a:close/>
                <a:moveTo>
                  <a:pt x="827585" y="119171"/>
                </a:moveTo>
                <a:lnTo>
                  <a:pt x="860073" y="119171"/>
                </a:lnTo>
                <a:lnTo>
                  <a:pt x="860073" y="121392"/>
                </a:lnTo>
                <a:lnTo>
                  <a:pt x="827585" y="121392"/>
                </a:lnTo>
                <a:close/>
                <a:moveTo>
                  <a:pt x="185327" y="119171"/>
                </a:moveTo>
                <a:lnTo>
                  <a:pt x="217815" y="119171"/>
                </a:lnTo>
                <a:lnTo>
                  <a:pt x="217815" y="121392"/>
                </a:lnTo>
                <a:lnTo>
                  <a:pt x="185327" y="121392"/>
                </a:lnTo>
                <a:close/>
                <a:moveTo>
                  <a:pt x="897975" y="119911"/>
                </a:moveTo>
                <a:lnTo>
                  <a:pt x="925881" y="119911"/>
                </a:lnTo>
                <a:lnTo>
                  <a:pt x="925881" y="121392"/>
                </a:lnTo>
                <a:lnTo>
                  <a:pt x="897975" y="121392"/>
                </a:lnTo>
                <a:close/>
                <a:moveTo>
                  <a:pt x="614748" y="121392"/>
                </a:moveTo>
                <a:lnTo>
                  <a:pt x="625578" y="121392"/>
                </a:lnTo>
                <a:lnTo>
                  <a:pt x="625578" y="122132"/>
                </a:lnTo>
                <a:lnTo>
                  <a:pt x="614748" y="122132"/>
                </a:lnTo>
                <a:close/>
                <a:moveTo>
                  <a:pt x="710546" y="119911"/>
                </a:moveTo>
                <a:lnTo>
                  <a:pt x="729705" y="119911"/>
                </a:lnTo>
                <a:lnTo>
                  <a:pt x="729705" y="122132"/>
                </a:lnTo>
                <a:lnTo>
                  <a:pt x="710546" y="122132"/>
                </a:lnTo>
                <a:close/>
                <a:moveTo>
                  <a:pt x="256134" y="121392"/>
                </a:moveTo>
                <a:lnTo>
                  <a:pt x="283623" y="121392"/>
                </a:lnTo>
                <a:lnTo>
                  <a:pt x="283623" y="122132"/>
                </a:lnTo>
                <a:lnTo>
                  <a:pt x="256134" y="122132"/>
                </a:lnTo>
                <a:close/>
                <a:moveTo>
                  <a:pt x="898392" y="121392"/>
                </a:moveTo>
                <a:lnTo>
                  <a:pt x="925881" y="121392"/>
                </a:lnTo>
                <a:lnTo>
                  <a:pt x="925881" y="122132"/>
                </a:lnTo>
                <a:lnTo>
                  <a:pt x="898392" y="122132"/>
                </a:lnTo>
                <a:close/>
                <a:moveTo>
                  <a:pt x="404828" y="121392"/>
                </a:moveTo>
                <a:lnTo>
                  <a:pt x="421488" y="121392"/>
                </a:lnTo>
                <a:lnTo>
                  <a:pt x="421488" y="122132"/>
                </a:lnTo>
                <a:lnTo>
                  <a:pt x="404828" y="122132"/>
                </a:lnTo>
                <a:close/>
                <a:moveTo>
                  <a:pt x="516869" y="121392"/>
                </a:moveTo>
                <a:lnTo>
                  <a:pt x="535195" y="121392"/>
                </a:lnTo>
                <a:lnTo>
                  <a:pt x="535195" y="122132"/>
                </a:lnTo>
                <a:lnTo>
                  <a:pt x="516869" y="122132"/>
                </a:lnTo>
                <a:close/>
                <a:moveTo>
                  <a:pt x="67455" y="119911"/>
                </a:moveTo>
                <a:lnTo>
                  <a:pt x="141593" y="119911"/>
                </a:lnTo>
                <a:lnTo>
                  <a:pt x="141593" y="122132"/>
                </a:lnTo>
                <a:lnTo>
                  <a:pt x="67455" y="122132"/>
                </a:lnTo>
                <a:close/>
                <a:moveTo>
                  <a:pt x="758861" y="119911"/>
                </a:moveTo>
                <a:lnTo>
                  <a:pt x="783851" y="119911"/>
                </a:lnTo>
                <a:lnTo>
                  <a:pt x="783851" y="122132"/>
                </a:lnTo>
                <a:lnTo>
                  <a:pt x="758861" y="122132"/>
                </a:lnTo>
                <a:close/>
                <a:moveTo>
                  <a:pt x="654733" y="119911"/>
                </a:moveTo>
                <a:lnTo>
                  <a:pt x="673893" y="119911"/>
                </a:lnTo>
                <a:lnTo>
                  <a:pt x="673893" y="122872"/>
                </a:lnTo>
                <a:lnTo>
                  <a:pt x="654733" y="122872"/>
                </a:lnTo>
                <a:close/>
                <a:moveTo>
                  <a:pt x="615165" y="122132"/>
                </a:moveTo>
                <a:lnTo>
                  <a:pt x="625994" y="122132"/>
                </a:lnTo>
                <a:lnTo>
                  <a:pt x="625994" y="122872"/>
                </a:lnTo>
                <a:lnTo>
                  <a:pt x="615165" y="122872"/>
                </a:lnTo>
                <a:close/>
                <a:moveTo>
                  <a:pt x="516869" y="122132"/>
                </a:moveTo>
                <a:lnTo>
                  <a:pt x="534779" y="122132"/>
                </a:lnTo>
                <a:lnTo>
                  <a:pt x="534779" y="123612"/>
                </a:lnTo>
                <a:lnTo>
                  <a:pt x="516869" y="123612"/>
                </a:lnTo>
                <a:close/>
                <a:moveTo>
                  <a:pt x="405244" y="122132"/>
                </a:moveTo>
                <a:lnTo>
                  <a:pt x="421488" y="122132"/>
                </a:lnTo>
                <a:lnTo>
                  <a:pt x="421488" y="123612"/>
                </a:lnTo>
                <a:lnTo>
                  <a:pt x="405244" y="123612"/>
                </a:lnTo>
                <a:close/>
                <a:moveTo>
                  <a:pt x="615581" y="122872"/>
                </a:moveTo>
                <a:lnTo>
                  <a:pt x="625994" y="122872"/>
                </a:lnTo>
                <a:lnTo>
                  <a:pt x="625994" y="123612"/>
                </a:lnTo>
                <a:lnTo>
                  <a:pt x="615581" y="123612"/>
                </a:lnTo>
                <a:close/>
                <a:moveTo>
                  <a:pt x="256550" y="122132"/>
                </a:moveTo>
                <a:lnTo>
                  <a:pt x="283623" y="122132"/>
                </a:lnTo>
                <a:lnTo>
                  <a:pt x="283623" y="123612"/>
                </a:lnTo>
                <a:lnTo>
                  <a:pt x="256550" y="123612"/>
                </a:lnTo>
                <a:close/>
                <a:moveTo>
                  <a:pt x="898808" y="122132"/>
                </a:moveTo>
                <a:lnTo>
                  <a:pt x="925881" y="122132"/>
                </a:lnTo>
                <a:lnTo>
                  <a:pt x="925881" y="123612"/>
                </a:lnTo>
                <a:lnTo>
                  <a:pt x="898808" y="123612"/>
                </a:lnTo>
                <a:close/>
                <a:moveTo>
                  <a:pt x="828001" y="121392"/>
                </a:moveTo>
                <a:lnTo>
                  <a:pt x="860073" y="121392"/>
                </a:lnTo>
                <a:lnTo>
                  <a:pt x="860073" y="123612"/>
                </a:lnTo>
                <a:lnTo>
                  <a:pt x="828001" y="123612"/>
                </a:lnTo>
                <a:close/>
                <a:moveTo>
                  <a:pt x="185743" y="121392"/>
                </a:moveTo>
                <a:lnTo>
                  <a:pt x="217815" y="121392"/>
                </a:lnTo>
                <a:lnTo>
                  <a:pt x="217815" y="123612"/>
                </a:lnTo>
                <a:lnTo>
                  <a:pt x="185743" y="123612"/>
                </a:lnTo>
                <a:close/>
                <a:moveTo>
                  <a:pt x="710962" y="122132"/>
                </a:moveTo>
                <a:lnTo>
                  <a:pt x="729705" y="122132"/>
                </a:lnTo>
                <a:lnTo>
                  <a:pt x="729705" y="124352"/>
                </a:lnTo>
                <a:lnTo>
                  <a:pt x="710962" y="124352"/>
                </a:lnTo>
                <a:close/>
                <a:moveTo>
                  <a:pt x="516869" y="123612"/>
                </a:moveTo>
                <a:lnTo>
                  <a:pt x="534362" y="123612"/>
                </a:lnTo>
                <a:lnTo>
                  <a:pt x="534362" y="124352"/>
                </a:lnTo>
                <a:lnTo>
                  <a:pt x="516869" y="124352"/>
                </a:lnTo>
                <a:close/>
                <a:moveTo>
                  <a:pt x="256967" y="123612"/>
                </a:moveTo>
                <a:lnTo>
                  <a:pt x="283623" y="123612"/>
                </a:lnTo>
                <a:lnTo>
                  <a:pt x="283623" y="124352"/>
                </a:lnTo>
                <a:lnTo>
                  <a:pt x="256967" y="124352"/>
                </a:lnTo>
                <a:close/>
                <a:moveTo>
                  <a:pt x="899225" y="123612"/>
                </a:moveTo>
                <a:lnTo>
                  <a:pt x="925881" y="123612"/>
                </a:lnTo>
                <a:lnTo>
                  <a:pt x="925881" y="124352"/>
                </a:lnTo>
                <a:lnTo>
                  <a:pt x="899225" y="124352"/>
                </a:lnTo>
                <a:close/>
                <a:moveTo>
                  <a:pt x="405661" y="123612"/>
                </a:moveTo>
                <a:lnTo>
                  <a:pt x="421488" y="123612"/>
                </a:lnTo>
                <a:lnTo>
                  <a:pt x="421488" y="124352"/>
                </a:lnTo>
                <a:lnTo>
                  <a:pt x="405661" y="124352"/>
                </a:lnTo>
                <a:close/>
                <a:moveTo>
                  <a:pt x="758444" y="122132"/>
                </a:moveTo>
                <a:lnTo>
                  <a:pt x="783435" y="122132"/>
                </a:lnTo>
                <a:lnTo>
                  <a:pt x="783435" y="124352"/>
                </a:lnTo>
                <a:lnTo>
                  <a:pt x="758444" y="124352"/>
                </a:lnTo>
                <a:close/>
                <a:moveTo>
                  <a:pt x="67455" y="122132"/>
                </a:moveTo>
                <a:lnTo>
                  <a:pt x="141177" y="122132"/>
                </a:lnTo>
                <a:lnTo>
                  <a:pt x="141177" y="124352"/>
                </a:lnTo>
                <a:lnTo>
                  <a:pt x="67455" y="124352"/>
                </a:lnTo>
                <a:close/>
                <a:moveTo>
                  <a:pt x="710962" y="124352"/>
                </a:moveTo>
                <a:lnTo>
                  <a:pt x="729289" y="124352"/>
                </a:lnTo>
                <a:lnTo>
                  <a:pt x="729289" y="125093"/>
                </a:lnTo>
                <a:lnTo>
                  <a:pt x="710962" y="125093"/>
                </a:lnTo>
                <a:close/>
                <a:moveTo>
                  <a:pt x="615998" y="123612"/>
                </a:moveTo>
                <a:lnTo>
                  <a:pt x="625994" y="123612"/>
                </a:lnTo>
                <a:lnTo>
                  <a:pt x="625994" y="125093"/>
                </a:lnTo>
                <a:lnTo>
                  <a:pt x="615998" y="125093"/>
                </a:lnTo>
                <a:close/>
                <a:moveTo>
                  <a:pt x="516869" y="124352"/>
                </a:moveTo>
                <a:lnTo>
                  <a:pt x="533946" y="124352"/>
                </a:lnTo>
                <a:lnTo>
                  <a:pt x="533946" y="125093"/>
                </a:lnTo>
                <a:lnTo>
                  <a:pt x="516869" y="125093"/>
                </a:lnTo>
                <a:close/>
                <a:moveTo>
                  <a:pt x="655150" y="122872"/>
                </a:moveTo>
                <a:lnTo>
                  <a:pt x="673476" y="122872"/>
                </a:lnTo>
                <a:lnTo>
                  <a:pt x="673476" y="125833"/>
                </a:lnTo>
                <a:lnTo>
                  <a:pt x="655150" y="125833"/>
                </a:lnTo>
                <a:close/>
                <a:moveTo>
                  <a:pt x="406077" y="124352"/>
                </a:moveTo>
                <a:lnTo>
                  <a:pt x="421488" y="124352"/>
                </a:lnTo>
                <a:lnTo>
                  <a:pt x="421488" y="125833"/>
                </a:lnTo>
                <a:lnTo>
                  <a:pt x="406077" y="125833"/>
                </a:lnTo>
                <a:close/>
                <a:moveTo>
                  <a:pt x="616414" y="125093"/>
                </a:moveTo>
                <a:lnTo>
                  <a:pt x="626411" y="125093"/>
                </a:lnTo>
                <a:lnTo>
                  <a:pt x="626411" y="125833"/>
                </a:lnTo>
                <a:lnTo>
                  <a:pt x="616414" y="125833"/>
                </a:lnTo>
                <a:close/>
                <a:moveTo>
                  <a:pt x="257383" y="124352"/>
                </a:moveTo>
                <a:lnTo>
                  <a:pt x="283623" y="124352"/>
                </a:lnTo>
                <a:lnTo>
                  <a:pt x="283623" y="125833"/>
                </a:lnTo>
                <a:lnTo>
                  <a:pt x="257383" y="125833"/>
                </a:lnTo>
                <a:close/>
                <a:moveTo>
                  <a:pt x="186160" y="123612"/>
                </a:moveTo>
                <a:lnTo>
                  <a:pt x="217815" y="123612"/>
                </a:lnTo>
                <a:lnTo>
                  <a:pt x="217815" y="125833"/>
                </a:lnTo>
                <a:lnTo>
                  <a:pt x="186160" y="125833"/>
                </a:lnTo>
                <a:close/>
                <a:moveTo>
                  <a:pt x="828418" y="123612"/>
                </a:moveTo>
                <a:lnTo>
                  <a:pt x="860073" y="123612"/>
                </a:lnTo>
                <a:lnTo>
                  <a:pt x="860073" y="125833"/>
                </a:lnTo>
                <a:lnTo>
                  <a:pt x="828418" y="125833"/>
                </a:lnTo>
                <a:close/>
                <a:moveTo>
                  <a:pt x="899641" y="124352"/>
                </a:moveTo>
                <a:lnTo>
                  <a:pt x="925881" y="124352"/>
                </a:lnTo>
                <a:lnTo>
                  <a:pt x="925881" y="125833"/>
                </a:lnTo>
                <a:lnTo>
                  <a:pt x="899641" y="125833"/>
                </a:lnTo>
                <a:close/>
                <a:moveTo>
                  <a:pt x="516869" y="125093"/>
                </a:moveTo>
                <a:lnTo>
                  <a:pt x="533529" y="125093"/>
                </a:lnTo>
                <a:lnTo>
                  <a:pt x="533529" y="125833"/>
                </a:lnTo>
                <a:lnTo>
                  <a:pt x="516869" y="125833"/>
                </a:lnTo>
                <a:close/>
                <a:moveTo>
                  <a:pt x="758444" y="124352"/>
                </a:moveTo>
                <a:lnTo>
                  <a:pt x="783018" y="124352"/>
                </a:lnTo>
                <a:lnTo>
                  <a:pt x="783018" y="125833"/>
                </a:lnTo>
                <a:lnTo>
                  <a:pt x="758444" y="125833"/>
                </a:lnTo>
                <a:close/>
                <a:moveTo>
                  <a:pt x="406494" y="125833"/>
                </a:moveTo>
                <a:lnTo>
                  <a:pt x="421488" y="125833"/>
                </a:lnTo>
                <a:lnTo>
                  <a:pt x="421488" y="126573"/>
                </a:lnTo>
                <a:lnTo>
                  <a:pt x="406494" y="126573"/>
                </a:lnTo>
                <a:close/>
                <a:moveTo>
                  <a:pt x="758028" y="125833"/>
                </a:moveTo>
                <a:lnTo>
                  <a:pt x="783018" y="125833"/>
                </a:lnTo>
                <a:lnTo>
                  <a:pt x="783018" y="126573"/>
                </a:lnTo>
                <a:lnTo>
                  <a:pt x="758028" y="126573"/>
                </a:lnTo>
                <a:close/>
                <a:moveTo>
                  <a:pt x="67455" y="124352"/>
                </a:moveTo>
                <a:lnTo>
                  <a:pt x="140760" y="124352"/>
                </a:lnTo>
                <a:lnTo>
                  <a:pt x="140760" y="126573"/>
                </a:lnTo>
                <a:lnTo>
                  <a:pt x="67455" y="126573"/>
                </a:lnTo>
                <a:close/>
                <a:moveTo>
                  <a:pt x="257800" y="125833"/>
                </a:moveTo>
                <a:lnTo>
                  <a:pt x="283623" y="125833"/>
                </a:lnTo>
                <a:lnTo>
                  <a:pt x="283623" y="126573"/>
                </a:lnTo>
                <a:lnTo>
                  <a:pt x="257800" y="126573"/>
                </a:lnTo>
                <a:close/>
                <a:moveTo>
                  <a:pt x="900058" y="125833"/>
                </a:moveTo>
                <a:lnTo>
                  <a:pt x="925881" y="125833"/>
                </a:lnTo>
                <a:lnTo>
                  <a:pt x="925881" y="126573"/>
                </a:lnTo>
                <a:lnTo>
                  <a:pt x="900058" y="126573"/>
                </a:lnTo>
                <a:close/>
                <a:moveTo>
                  <a:pt x="516869" y="125833"/>
                </a:moveTo>
                <a:lnTo>
                  <a:pt x="533113" y="125833"/>
                </a:lnTo>
                <a:lnTo>
                  <a:pt x="533113" y="127313"/>
                </a:lnTo>
                <a:lnTo>
                  <a:pt x="516869" y="127313"/>
                </a:lnTo>
                <a:close/>
                <a:moveTo>
                  <a:pt x="655150" y="125833"/>
                </a:moveTo>
                <a:lnTo>
                  <a:pt x="673060" y="125833"/>
                </a:lnTo>
                <a:lnTo>
                  <a:pt x="673060" y="127313"/>
                </a:lnTo>
                <a:lnTo>
                  <a:pt x="655150" y="127313"/>
                </a:lnTo>
                <a:close/>
                <a:moveTo>
                  <a:pt x="616831" y="125833"/>
                </a:moveTo>
                <a:lnTo>
                  <a:pt x="626411" y="125833"/>
                </a:lnTo>
                <a:lnTo>
                  <a:pt x="626411" y="127313"/>
                </a:lnTo>
                <a:lnTo>
                  <a:pt x="616831" y="127313"/>
                </a:lnTo>
                <a:close/>
                <a:moveTo>
                  <a:pt x="617248" y="127313"/>
                </a:moveTo>
                <a:lnTo>
                  <a:pt x="626411" y="127313"/>
                </a:lnTo>
                <a:lnTo>
                  <a:pt x="626411" y="128053"/>
                </a:lnTo>
                <a:lnTo>
                  <a:pt x="617248" y="128053"/>
                </a:lnTo>
                <a:close/>
                <a:moveTo>
                  <a:pt x="258216" y="126573"/>
                </a:moveTo>
                <a:lnTo>
                  <a:pt x="283623" y="126573"/>
                </a:lnTo>
                <a:lnTo>
                  <a:pt x="283623" y="128053"/>
                </a:lnTo>
                <a:lnTo>
                  <a:pt x="258216" y="128053"/>
                </a:lnTo>
                <a:close/>
                <a:moveTo>
                  <a:pt x="711379" y="125093"/>
                </a:moveTo>
                <a:lnTo>
                  <a:pt x="729289" y="125093"/>
                </a:lnTo>
                <a:lnTo>
                  <a:pt x="729289" y="128053"/>
                </a:lnTo>
                <a:lnTo>
                  <a:pt x="711379" y="128053"/>
                </a:lnTo>
                <a:close/>
                <a:moveTo>
                  <a:pt x="900474" y="126573"/>
                </a:moveTo>
                <a:lnTo>
                  <a:pt x="925881" y="126573"/>
                </a:lnTo>
                <a:lnTo>
                  <a:pt x="925881" y="128053"/>
                </a:lnTo>
                <a:lnTo>
                  <a:pt x="900474" y="128053"/>
                </a:lnTo>
                <a:close/>
                <a:moveTo>
                  <a:pt x="406910" y="126573"/>
                </a:moveTo>
                <a:lnTo>
                  <a:pt x="421488" y="126573"/>
                </a:lnTo>
                <a:lnTo>
                  <a:pt x="421488" y="128053"/>
                </a:lnTo>
                <a:lnTo>
                  <a:pt x="406910" y="128053"/>
                </a:lnTo>
                <a:close/>
                <a:moveTo>
                  <a:pt x="516869" y="127313"/>
                </a:moveTo>
                <a:lnTo>
                  <a:pt x="532696" y="127313"/>
                </a:lnTo>
                <a:lnTo>
                  <a:pt x="532696" y="128053"/>
                </a:lnTo>
                <a:lnTo>
                  <a:pt x="516869" y="128053"/>
                </a:lnTo>
                <a:close/>
                <a:moveTo>
                  <a:pt x="828834" y="125833"/>
                </a:moveTo>
                <a:lnTo>
                  <a:pt x="860073" y="125833"/>
                </a:lnTo>
                <a:lnTo>
                  <a:pt x="860073" y="128053"/>
                </a:lnTo>
                <a:lnTo>
                  <a:pt x="828834" y="128053"/>
                </a:lnTo>
                <a:close/>
                <a:moveTo>
                  <a:pt x="186576" y="125833"/>
                </a:moveTo>
                <a:lnTo>
                  <a:pt x="217815" y="125833"/>
                </a:lnTo>
                <a:lnTo>
                  <a:pt x="217815" y="128053"/>
                </a:lnTo>
                <a:lnTo>
                  <a:pt x="186576" y="128053"/>
                </a:lnTo>
                <a:close/>
                <a:moveTo>
                  <a:pt x="655566" y="127313"/>
                </a:moveTo>
                <a:lnTo>
                  <a:pt x="673060" y="127313"/>
                </a:lnTo>
                <a:lnTo>
                  <a:pt x="673060" y="128793"/>
                </a:lnTo>
                <a:lnTo>
                  <a:pt x="655566" y="128793"/>
                </a:lnTo>
                <a:close/>
                <a:moveTo>
                  <a:pt x="617664" y="128053"/>
                </a:moveTo>
                <a:lnTo>
                  <a:pt x="626411" y="128053"/>
                </a:lnTo>
                <a:lnTo>
                  <a:pt x="626411" y="128793"/>
                </a:lnTo>
                <a:lnTo>
                  <a:pt x="617664" y="128793"/>
                </a:lnTo>
                <a:close/>
                <a:moveTo>
                  <a:pt x="711795" y="128053"/>
                </a:moveTo>
                <a:lnTo>
                  <a:pt x="729289" y="128053"/>
                </a:lnTo>
                <a:lnTo>
                  <a:pt x="729289" y="128793"/>
                </a:lnTo>
                <a:lnTo>
                  <a:pt x="711795" y="128793"/>
                </a:lnTo>
                <a:close/>
                <a:moveTo>
                  <a:pt x="407327" y="128053"/>
                </a:moveTo>
                <a:lnTo>
                  <a:pt x="421488" y="128053"/>
                </a:lnTo>
                <a:lnTo>
                  <a:pt x="421488" y="128793"/>
                </a:lnTo>
                <a:lnTo>
                  <a:pt x="407327" y="128793"/>
                </a:lnTo>
                <a:close/>
                <a:moveTo>
                  <a:pt x="758028" y="126573"/>
                </a:moveTo>
                <a:lnTo>
                  <a:pt x="782602" y="126573"/>
                </a:lnTo>
                <a:lnTo>
                  <a:pt x="782602" y="128793"/>
                </a:lnTo>
                <a:lnTo>
                  <a:pt x="758028" y="128793"/>
                </a:lnTo>
                <a:close/>
                <a:moveTo>
                  <a:pt x="67455" y="126573"/>
                </a:moveTo>
                <a:lnTo>
                  <a:pt x="140344" y="126573"/>
                </a:lnTo>
                <a:lnTo>
                  <a:pt x="140344" y="128793"/>
                </a:lnTo>
                <a:lnTo>
                  <a:pt x="67455" y="128793"/>
                </a:lnTo>
                <a:close/>
                <a:moveTo>
                  <a:pt x="258633" y="128053"/>
                </a:moveTo>
                <a:lnTo>
                  <a:pt x="283623" y="128053"/>
                </a:lnTo>
                <a:lnTo>
                  <a:pt x="283623" y="129534"/>
                </a:lnTo>
                <a:lnTo>
                  <a:pt x="258633" y="129534"/>
                </a:lnTo>
                <a:close/>
                <a:moveTo>
                  <a:pt x="900891" y="128053"/>
                </a:moveTo>
                <a:lnTo>
                  <a:pt x="925881" y="128053"/>
                </a:lnTo>
                <a:lnTo>
                  <a:pt x="925881" y="129534"/>
                </a:lnTo>
                <a:lnTo>
                  <a:pt x="900891" y="129534"/>
                </a:lnTo>
                <a:close/>
                <a:moveTo>
                  <a:pt x="516869" y="128053"/>
                </a:moveTo>
                <a:lnTo>
                  <a:pt x="532280" y="128053"/>
                </a:lnTo>
                <a:lnTo>
                  <a:pt x="532280" y="129534"/>
                </a:lnTo>
                <a:lnTo>
                  <a:pt x="516869" y="129534"/>
                </a:lnTo>
                <a:close/>
                <a:moveTo>
                  <a:pt x="617664" y="128793"/>
                </a:moveTo>
                <a:lnTo>
                  <a:pt x="626827" y="128793"/>
                </a:lnTo>
                <a:lnTo>
                  <a:pt x="626827" y="129534"/>
                </a:lnTo>
                <a:lnTo>
                  <a:pt x="617664" y="129534"/>
                </a:lnTo>
                <a:close/>
                <a:moveTo>
                  <a:pt x="259049" y="129534"/>
                </a:moveTo>
                <a:lnTo>
                  <a:pt x="283623" y="129534"/>
                </a:lnTo>
                <a:lnTo>
                  <a:pt x="283623" y="130274"/>
                </a:lnTo>
                <a:lnTo>
                  <a:pt x="259049" y="130274"/>
                </a:lnTo>
                <a:close/>
                <a:moveTo>
                  <a:pt x="829251" y="128053"/>
                </a:moveTo>
                <a:lnTo>
                  <a:pt x="860073" y="128053"/>
                </a:lnTo>
                <a:lnTo>
                  <a:pt x="860073" y="130274"/>
                </a:lnTo>
                <a:lnTo>
                  <a:pt x="829251" y="130274"/>
                </a:lnTo>
                <a:close/>
                <a:moveTo>
                  <a:pt x="901307" y="129534"/>
                </a:moveTo>
                <a:lnTo>
                  <a:pt x="925881" y="129534"/>
                </a:lnTo>
                <a:lnTo>
                  <a:pt x="925881" y="130274"/>
                </a:lnTo>
                <a:lnTo>
                  <a:pt x="901307" y="130274"/>
                </a:lnTo>
                <a:close/>
                <a:moveTo>
                  <a:pt x="186993" y="128053"/>
                </a:moveTo>
                <a:lnTo>
                  <a:pt x="217815" y="128053"/>
                </a:lnTo>
                <a:lnTo>
                  <a:pt x="217815" y="130274"/>
                </a:lnTo>
                <a:lnTo>
                  <a:pt x="186993" y="130274"/>
                </a:lnTo>
                <a:close/>
                <a:moveTo>
                  <a:pt x="407743" y="128793"/>
                </a:moveTo>
                <a:lnTo>
                  <a:pt x="421488" y="128793"/>
                </a:lnTo>
                <a:lnTo>
                  <a:pt x="421488" y="130274"/>
                </a:lnTo>
                <a:lnTo>
                  <a:pt x="407743" y="130274"/>
                </a:lnTo>
                <a:close/>
                <a:moveTo>
                  <a:pt x="618081" y="129534"/>
                </a:moveTo>
                <a:lnTo>
                  <a:pt x="626827" y="129534"/>
                </a:lnTo>
                <a:lnTo>
                  <a:pt x="626827" y="130274"/>
                </a:lnTo>
                <a:lnTo>
                  <a:pt x="618081" y="130274"/>
                </a:lnTo>
                <a:close/>
                <a:moveTo>
                  <a:pt x="516869" y="129534"/>
                </a:moveTo>
                <a:lnTo>
                  <a:pt x="531863" y="129534"/>
                </a:lnTo>
                <a:lnTo>
                  <a:pt x="531863" y="130274"/>
                </a:lnTo>
                <a:lnTo>
                  <a:pt x="516869" y="130274"/>
                </a:lnTo>
                <a:close/>
                <a:moveTo>
                  <a:pt x="67455" y="128793"/>
                </a:moveTo>
                <a:lnTo>
                  <a:pt x="139927" y="128793"/>
                </a:lnTo>
                <a:lnTo>
                  <a:pt x="139927" y="131014"/>
                </a:lnTo>
                <a:lnTo>
                  <a:pt x="67455" y="131014"/>
                </a:lnTo>
                <a:close/>
                <a:moveTo>
                  <a:pt x="655566" y="128793"/>
                </a:moveTo>
                <a:lnTo>
                  <a:pt x="672643" y="128793"/>
                </a:lnTo>
                <a:lnTo>
                  <a:pt x="672643" y="131014"/>
                </a:lnTo>
                <a:lnTo>
                  <a:pt x="655566" y="131014"/>
                </a:lnTo>
                <a:close/>
                <a:moveTo>
                  <a:pt x="711795" y="128793"/>
                </a:moveTo>
                <a:lnTo>
                  <a:pt x="728872" y="128793"/>
                </a:lnTo>
                <a:lnTo>
                  <a:pt x="728872" y="131014"/>
                </a:lnTo>
                <a:lnTo>
                  <a:pt x="711795" y="131014"/>
                </a:lnTo>
                <a:close/>
                <a:moveTo>
                  <a:pt x="757611" y="128793"/>
                </a:moveTo>
                <a:lnTo>
                  <a:pt x="782185" y="128793"/>
                </a:lnTo>
                <a:lnTo>
                  <a:pt x="782185" y="131014"/>
                </a:lnTo>
                <a:lnTo>
                  <a:pt x="757611" y="131014"/>
                </a:lnTo>
                <a:close/>
                <a:moveTo>
                  <a:pt x="408160" y="130274"/>
                </a:moveTo>
                <a:lnTo>
                  <a:pt x="421488" y="130274"/>
                </a:lnTo>
                <a:lnTo>
                  <a:pt x="421488" y="131754"/>
                </a:lnTo>
                <a:lnTo>
                  <a:pt x="408160" y="131754"/>
                </a:lnTo>
                <a:close/>
                <a:moveTo>
                  <a:pt x="516869" y="130274"/>
                </a:moveTo>
                <a:lnTo>
                  <a:pt x="531446" y="130274"/>
                </a:lnTo>
                <a:lnTo>
                  <a:pt x="531446" y="131754"/>
                </a:lnTo>
                <a:lnTo>
                  <a:pt x="516869" y="131754"/>
                </a:lnTo>
                <a:close/>
                <a:moveTo>
                  <a:pt x="829667" y="130274"/>
                </a:moveTo>
                <a:lnTo>
                  <a:pt x="860073" y="130274"/>
                </a:lnTo>
                <a:lnTo>
                  <a:pt x="860073" y="131754"/>
                </a:lnTo>
                <a:lnTo>
                  <a:pt x="829667" y="131754"/>
                </a:lnTo>
                <a:close/>
                <a:moveTo>
                  <a:pt x="259466" y="130274"/>
                </a:moveTo>
                <a:lnTo>
                  <a:pt x="283623" y="130274"/>
                </a:lnTo>
                <a:lnTo>
                  <a:pt x="283623" y="131754"/>
                </a:lnTo>
                <a:lnTo>
                  <a:pt x="259466" y="131754"/>
                </a:lnTo>
                <a:close/>
                <a:moveTo>
                  <a:pt x="901724" y="130274"/>
                </a:moveTo>
                <a:lnTo>
                  <a:pt x="925881" y="130274"/>
                </a:lnTo>
                <a:lnTo>
                  <a:pt x="925881" y="131754"/>
                </a:lnTo>
                <a:lnTo>
                  <a:pt x="901724" y="131754"/>
                </a:lnTo>
                <a:close/>
                <a:moveTo>
                  <a:pt x="187409" y="130274"/>
                </a:moveTo>
                <a:lnTo>
                  <a:pt x="217815" y="130274"/>
                </a:lnTo>
                <a:lnTo>
                  <a:pt x="217815" y="131754"/>
                </a:lnTo>
                <a:lnTo>
                  <a:pt x="187409" y="131754"/>
                </a:lnTo>
                <a:close/>
                <a:moveTo>
                  <a:pt x="618497" y="130274"/>
                </a:moveTo>
                <a:lnTo>
                  <a:pt x="626827" y="130274"/>
                </a:lnTo>
                <a:lnTo>
                  <a:pt x="626827" y="131754"/>
                </a:lnTo>
                <a:lnTo>
                  <a:pt x="618497" y="131754"/>
                </a:lnTo>
                <a:close/>
                <a:moveTo>
                  <a:pt x="757611" y="131014"/>
                </a:moveTo>
                <a:lnTo>
                  <a:pt x="781769" y="131014"/>
                </a:lnTo>
                <a:lnTo>
                  <a:pt x="781769" y="132494"/>
                </a:lnTo>
                <a:lnTo>
                  <a:pt x="757611" y="132494"/>
                </a:lnTo>
                <a:close/>
                <a:moveTo>
                  <a:pt x="67455" y="131014"/>
                </a:moveTo>
                <a:lnTo>
                  <a:pt x="139511" y="131014"/>
                </a:lnTo>
                <a:lnTo>
                  <a:pt x="139511" y="132494"/>
                </a:lnTo>
                <a:lnTo>
                  <a:pt x="67455" y="132494"/>
                </a:lnTo>
                <a:close/>
                <a:moveTo>
                  <a:pt x="259882" y="131754"/>
                </a:moveTo>
                <a:lnTo>
                  <a:pt x="283623" y="131754"/>
                </a:lnTo>
                <a:lnTo>
                  <a:pt x="283623" y="132494"/>
                </a:lnTo>
                <a:lnTo>
                  <a:pt x="259882" y="132494"/>
                </a:lnTo>
                <a:close/>
                <a:moveTo>
                  <a:pt x="712212" y="131014"/>
                </a:moveTo>
                <a:lnTo>
                  <a:pt x="728872" y="131014"/>
                </a:lnTo>
                <a:lnTo>
                  <a:pt x="728872" y="132494"/>
                </a:lnTo>
                <a:lnTo>
                  <a:pt x="712212" y="132494"/>
                </a:lnTo>
                <a:close/>
                <a:moveTo>
                  <a:pt x="902140" y="131754"/>
                </a:moveTo>
                <a:lnTo>
                  <a:pt x="925881" y="131754"/>
                </a:lnTo>
                <a:lnTo>
                  <a:pt x="925881" y="132494"/>
                </a:lnTo>
                <a:lnTo>
                  <a:pt x="902140" y="132494"/>
                </a:lnTo>
                <a:close/>
                <a:moveTo>
                  <a:pt x="618914" y="131754"/>
                </a:moveTo>
                <a:lnTo>
                  <a:pt x="626827" y="131754"/>
                </a:lnTo>
                <a:lnTo>
                  <a:pt x="626827" y="132494"/>
                </a:lnTo>
                <a:lnTo>
                  <a:pt x="618914" y="132494"/>
                </a:lnTo>
                <a:close/>
                <a:moveTo>
                  <a:pt x="712212" y="132494"/>
                </a:moveTo>
                <a:lnTo>
                  <a:pt x="728456" y="132494"/>
                </a:lnTo>
                <a:lnTo>
                  <a:pt x="728456" y="133235"/>
                </a:lnTo>
                <a:lnTo>
                  <a:pt x="712212" y="133235"/>
                </a:lnTo>
                <a:close/>
                <a:moveTo>
                  <a:pt x="516869" y="131754"/>
                </a:moveTo>
                <a:lnTo>
                  <a:pt x="531030" y="131754"/>
                </a:lnTo>
                <a:lnTo>
                  <a:pt x="531030" y="133235"/>
                </a:lnTo>
                <a:lnTo>
                  <a:pt x="516869" y="133235"/>
                </a:lnTo>
                <a:close/>
                <a:moveTo>
                  <a:pt x="408576" y="131754"/>
                </a:moveTo>
                <a:lnTo>
                  <a:pt x="421488" y="131754"/>
                </a:lnTo>
                <a:lnTo>
                  <a:pt x="421488" y="133235"/>
                </a:lnTo>
                <a:lnTo>
                  <a:pt x="408576" y="133235"/>
                </a:lnTo>
                <a:close/>
                <a:moveTo>
                  <a:pt x="516869" y="133235"/>
                </a:moveTo>
                <a:lnTo>
                  <a:pt x="530613" y="133235"/>
                </a:lnTo>
                <a:lnTo>
                  <a:pt x="530613" y="133975"/>
                </a:lnTo>
                <a:lnTo>
                  <a:pt x="516869" y="133975"/>
                </a:lnTo>
                <a:close/>
                <a:moveTo>
                  <a:pt x="260299" y="132494"/>
                </a:moveTo>
                <a:lnTo>
                  <a:pt x="283623" y="132494"/>
                </a:lnTo>
                <a:lnTo>
                  <a:pt x="283623" y="133975"/>
                </a:lnTo>
                <a:lnTo>
                  <a:pt x="260299" y="133975"/>
                </a:lnTo>
                <a:close/>
                <a:moveTo>
                  <a:pt x="902557" y="132494"/>
                </a:moveTo>
                <a:lnTo>
                  <a:pt x="925881" y="132494"/>
                </a:lnTo>
                <a:lnTo>
                  <a:pt x="925881" y="133975"/>
                </a:lnTo>
                <a:lnTo>
                  <a:pt x="902557" y="133975"/>
                </a:lnTo>
                <a:close/>
                <a:moveTo>
                  <a:pt x="619330" y="132494"/>
                </a:moveTo>
                <a:lnTo>
                  <a:pt x="627244" y="132494"/>
                </a:lnTo>
                <a:lnTo>
                  <a:pt x="627244" y="133975"/>
                </a:lnTo>
                <a:lnTo>
                  <a:pt x="619330" y="133975"/>
                </a:lnTo>
                <a:close/>
                <a:moveTo>
                  <a:pt x="187826" y="131754"/>
                </a:moveTo>
                <a:lnTo>
                  <a:pt x="217815" y="131754"/>
                </a:lnTo>
                <a:lnTo>
                  <a:pt x="217815" y="133975"/>
                </a:lnTo>
                <a:lnTo>
                  <a:pt x="187826" y="133975"/>
                </a:lnTo>
                <a:close/>
                <a:moveTo>
                  <a:pt x="655983" y="131014"/>
                </a:moveTo>
                <a:lnTo>
                  <a:pt x="672227" y="131014"/>
                </a:lnTo>
                <a:lnTo>
                  <a:pt x="672227" y="133975"/>
                </a:lnTo>
                <a:lnTo>
                  <a:pt x="655983" y="133975"/>
                </a:lnTo>
                <a:close/>
                <a:moveTo>
                  <a:pt x="830084" y="131754"/>
                </a:moveTo>
                <a:lnTo>
                  <a:pt x="860073" y="131754"/>
                </a:lnTo>
                <a:lnTo>
                  <a:pt x="860073" y="133975"/>
                </a:lnTo>
                <a:lnTo>
                  <a:pt x="830084" y="133975"/>
                </a:lnTo>
                <a:close/>
                <a:moveTo>
                  <a:pt x="408993" y="133235"/>
                </a:moveTo>
                <a:lnTo>
                  <a:pt x="421488" y="133235"/>
                </a:lnTo>
                <a:lnTo>
                  <a:pt x="421488" y="134715"/>
                </a:lnTo>
                <a:lnTo>
                  <a:pt x="408993" y="134715"/>
                </a:lnTo>
                <a:close/>
                <a:moveTo>
                  <a:pt x="260715" y="133975"/>
                </a:moveTo>
                <a:lnTo>
                  <a:pt x="283623" y="133975"/>
                </a:lnTo>
                <a:lnTo>
                  <a:pt x="283623" y="134715"/>
                </a:lnTo>
                <a:lnTo>
                  <a:pt x="260715" y="134715"/>
                </a:lnTo>
                <a:close/>
                <a:moveTo>
                  <a:pt x="902973" y="133975"/>
                </a:moveTo>
                <a:lnTo>
                  <a:pt x="925881" y="133975"/>
                </a:lnTo>
                <a:lnTo>
                  <a:pt x="925881" y="134715"/>
                </a:lnTo>
                <a:lnTo>
                  <a:pt x="902973" y="134715"/>
                </a:lnTo>
                <a:close/>
                <a:moveTo>
                  <a:pt x="67455" y="132494"/>
                </a:moveTo>
                <a:lnTo>
                  <a:pt x="139094" y="132494"/>
                </a:lnTo>
                <a:lnTo>
                  <a:pt x="139094" y="134715"/>
                </a:lnTo>
                <a:lnTo>
                  <a:pt x="67455" y="134715"/>
                </a:lnTo>
                <a:close/>
                <a:moveTo>
                  <a:pt x="757195" y="132494"/>
                </a:moveTo>
                <a:lnTo>
                  <a:pt x="781352" y="132494"/>
                </a:lnTo>
                <a:lnTo>
                  <a:pt x="781352" y="134715"/>
                </a:lnTo>
                <a:lnTo>
                  <a:pt x="757195" y="134715"/>
                </a:lnTo>
                <a:close/>
                <a:moveTo>
                  <a:pt x="655983" y="133975"/>
                </a:moveTo>
                <a:lnTo>
                  <a:pt x="671810" y="133975"/>
                </a:lnTo>
                <a:lnTo>
                  <a:pt x="671810" y="135455"/>
                </a:lnTo>
                <a:lnTo>
                  <a:pt x="655983" y="135455"/>
                </a:lnTo>
                <a:close/>
                <a:moveTo>
                  <a:pt x="516869" y="133975"/>
                </a:moveTo>
                <a:lnTo>
                  <a:pt x="530197" y="133975"/>
                </a:lnTo>
                <a:lnTo>
                  <a:pt x="530197" y="135455"/>
                </a:lnTo>
                <a:lnTo>
                  <a:pt x="516869" y="135455"/>
                </a:lnTo>
                <a:close/>
                <a:moveTo>
                  <a:pt x="619747" y="133975"/>
                </a:moveTo>
                <a:lnTo>
                  <a:pt x="627244" y="133975"/>
                </a:lnTo>
                <a:lnTo>
                  <a:pt x="627244" y="135455"/>
                </a:lnTo>
                <a:lnTo>
                  <a:pt x="619747" y="135455"/>
                </a:lnTo>
                <a:close/>
                <a:moveTo>
                  <a:pt x="261132" y="134715"/>
                </a:moveTo>
                <a:lnTo>
                  <a:pt x="283623" y="134715"/>
                </a:lnTo>
                <a:lnTo>
                  <a:pt x="283623" y="136195"/>
                </a:lnTo>
                <a:lnTo>
                  <a:pt x="261132" y="136195"/>
                </a:lnTo>
                <a:close/>
                <a:moveTo>
                  <a:pt x="712628" y="133235"/>
                </a:moveTo>
                <a:lnTo>
                  <a:pt x="728456" y="133235"/>
                </a:lnTo>
                <a:lnTo>
                  <a:pt x="728456" y="136195"/>
                </a:lnTo>
                <a:lnTo>
                  <a:pt x="712628" y="136195"/>
                </a:lnTo>
                <a:close/>
                <a:moveTo>
                  <a:pt x="409409" y="134715"/>
                </a:moveTo>
                <a:lnTo>
                  <a:pt x="421488" y="134715"/>
                </a:lnTo>
                <a:lnTo>
                  <a:pt x="421488" y="136195"/>
                </a:lnTo>
                <a:lnTo>
                  <a:pt x="409409" y="136195"/>
                </a:lnTo>
                <a:close/>
                <a:moveTo>
                  <a:pt x="903390" y="134715"/>
                </a:moveTo>
                <a:lnTo>
                  <a:pt x="925881" y="134715"/>
                </a:lnTo>
                <a:lnTo>
                  <a:pt x="925881" y="136195"/>
                </a:lnTo>
                <a:lnTo>
                  <a:pt x="903390" y="136195"/>
                </a:lnTo>
                <a:close/>
                <a:moveTo>
                  <a:pt x="620163" y="135455"/>
                </a:moveTo>
                <a:lnTo>
                  <a:pt x="627244" y="135455"/>
                </a:lnTo>
                <a:lnTo>
                  <a:pt x="627244" y="136195"/>
                </a:lnTo>
                <a:lnTo>
                  <a:pt x="620163" y="136195"/>
                </a:lnTo>
                <a:close/>
                <a:moveTo>
                  <a:pt x="830501" y="133975"/>
                </a:moveTo>
                <a:lnTo>
                  <a:pt x="860073" y="133975"/>
                </a:lnTo>
                <a:lnTo>
                  <a:pt x="860073" y="136195"/>
                </a:lnTo>
                <a:lnTo>
                  <a:pt x="830501" y="136195"/>
                </a:lnTo>
                <a:close/>
                <a:moveTo>
                  <a:pt x="757195" y="134715"/>
                </a:moveTo>
                <a:lnTo>
                  <a:pt x="780936" y="134715"/>
                </a:lnTo>
                <a:lnTo>
                  <a:pt x="780936" y="136195"/>
                </a:lnTo>
                <a:lnTo>
                  <a:pt x="757195" y="136195"/>
                </a:lnTo>
                <a:close/>
                <a:moveTo>
                  <a:pt x="188242" y="133975"/>
                </a:moveTo>
                <a:lnTo>
                  <a:pt x="217815" y="133975"/>
                </a:lnTo>
                <a:lnTo>
                  <a:pt x="217815" y="136195"/>
                </a:lnTo>
                <a:lnTo>
                  <a:pt x="188242" y="136195"/>
                </a:lnTo>
                <a:close/>
                <a:moveTo>
                  <a:pt x="620163" y="136195"/>
                </a:moveTo>
                <a:lnTo>
                  <a:pt x="627660" y="136195"/>
                </a:lnTo>
                <a:lnTo>
                  <a:pt x="627660" y="136936"/>
                </a:lnTo>
                <a:lnTo>
                  <a:pt x="620163" y="136936"/>
                </a:lnTo>
                <a:close/>
                <a:moveTo>
                  <a:pt x="656399" y="135455"/>
                </a:moveTo>
                <a:lnTo>
                  <a:pt x="671810" y="135455"/>
                </a:lnTo>
                <a:lnTo>
                  <a:pt x="671810" y="136936"/>
                </a:lnTo>
                <a:lnTo>
                  <a:pt x="656399" y="136936"/>
                </a:lnTo>
                <a:close/>
                <a:moveTo>
                  <a:pt x="756778" y="136195"/>
                </a:moveTo>
                <a:lnTo>
                  <a:pt x="780936" y="136195"/>
                </a:lnTo>
                <a:lnTo>
                  <a:pt x="780936" y="136936"/>
                </a:lnTo>
                <a:lnTo>
                  <a:pt x="756778" y="136936"/>
                </a:lnTo>
                <a:close/>
                <a:moveTo>
                  <a:pt x="516869" y="135455"/>
                </a:moveTo>
                <a:lnTo>
                  <a:pt x="529780" y="135455"/>
                </a:lnTo>
                <a:lnTo>
                  <a:pt x="529780" y="136936"/>
                </a:lnTo>
                <a:lnTo>
                  <a:pt x="516869" y="136936"/>
                </a:lnTo>
                <a:close/>
                <a:moveTo>
                  <a:pt x="713045" y="136195"/>
                </a:moveTo>
                <a:lnTo>
                  <a:pt x="728456" y="136195"/>
                </a:lnTo>
                <a:lnTo>
                  <a:pt x="728456" y="136936"/>
                </a:lnTo>
                <a:lnTo>
                  <a:pt x="713045" y="136936"/>
                </a:lnTo>
                <a:close/>
                <a:moveTo>
                  <a:pt x="67455" y="134715"/>
                </a:moveTo>
                <a:lnTo>
                  <a:pt x="138678" y="134715"/>
                </a:lnTo>
                <a:lnTo>
                  <a:pt x="138678" y="136936"/>
                </a:lnTo>
                <a:lnTo>
                  <a:pt x="67455" y="136936"/>
                </a:lnTo>
                <a:close/>
                <a:moveTo>
                  <a:pt x="261548" y="136195"/>
                </a:moveTo>
                <a:lnTo>
                  <a:pt x="283623" y="136195"/>
                </a:lnTo>
                <a:lnTo>
                  <a:pt x="283623" y="137676"/>
                </a:lnTo>
                <a:lnTo>
                  <a:pt x="261548" y="137676"/>
                </a:lnTo>
                <a:close/>
                <a:moveTo>
                  <a:pt x="409826" y="136195"/>
                </a:moveTo>
                <a:lnTo>
                  <a:pt x="421488" y="136195"/>
                </a:lnTo>
                <a:lnTo>
                  <a:pt x="421488" y="137676"/>
                </a:lnTo>
                <a:lnTo>
                  <a:pt x="409826" y="137676"/>
                </a:lnTo>
                <a:close/>
                <a:moveTo>
                  <a:pt x="903806" y="136195"/>
                </a:moveTo>
                <a:lnTo>
                  <a:pt x="925881" y="136195"/>
                </a:lnTo>
                <a:lnTo>
                  <a:pt x="925881" y="137676"/>
                </a:lnTo>
                <a:lnTo>
                  <a:pt x="903806" y="137676"/>
                </a:lnTo>
                <a:close/>
                <a:moveTo>
                  <a:pt x="261965" y="137676"/>
                </a:moveTo>
                <a:lnTo>
                  <a:pt x="283623" y="137676"/>
                </a:lnTo>
                <a:lnTo>
                  <a:pt x="283623" y="138416"/>
                </a:lnTo>
                <a:lnTo>
                  <a:pt x="261965" y="138416"/>
                </a:lnTo>
                <a:close/>
                <a:moveTo>
                  <a:pt x="904223" y="137676"/>
                </a:moveTo>
                <a:lnTo>
                  <a:pt x="925881" y="137676"/>
                </a:lnTo>
                <a:lnTo>
                  <a:pt x="925881" y="138416"/>
                </a:lnTo>
                <a:lnTo>
                  <a:pt x="904223" y="138416"/>
                </a:lnTo>
                <a:close/>
                <a:moveTo>
                  <a:pt x="620580" y="136936"/>
                </a:moveTo>
                <a:lnTo>
                  <a:pt x="627660" y="136936"/>
                </a:lnTo>
                <a:lnTo>
                  <a:pt x="627660" y="138416"/>
                </a:lnTo>
                <a:lnTo>
                  <a:pt x="620580" y="138416"/>
                </a:lnTo>
                <a:close/>
                <a:moveTo>
                  <a:pt x="830917" y="136195"/>
                </a:moveTo>
                <a:lnTo>
                  <a:pt x="860073" y="136195"/>
                </a:lnTo>
                <a:lnTo>
                  <a:pt x="860073" y="138416"/>
                </a:lnTo>
                <a:lnTo>
                  <a:pt x="830917" y="138416"/>
                </a:lnTo>
                <a:close/>
                <a:moveTo>
                  <a:pt x="188659" y="136195"/>
                </a:moveTo>
                <a:lnTo>
                  <a:pt x="217815" y="136195"/>
                </a:lnTo>
                <a:lnTo>
                  <a:pt x="217815" y="138416"/>
                </a:lnTo>
                <a:lnTo>
                  <a:pt x="188659" y="138416"/>
                </a:lnTo>
                <a:close/>
                <a:moveTo>
                  <a:pt x="516869" y="136936"/>
                </a:moveTo>
                <a:lnTo>
                  <a:pt x="529364" y="136936"/>
                </a:lnTo>
                <a:lnTo>
                  <a:pt x="529364" y="138416"/>
                </a:lnTo>
                <a:lnTo>
                  <a:pt x="516869" y="138416"/>
                </a:lnTo>
                <a:close/>
                <a:moveTo>
                  <a:pt x="713045" y="136936"/>
                </a:moveTo>
                <a:lnTo>
                  <a:pt x="728039" y="136936"/>
                </a:lnTo>
                <a:lnTo>
                  <a:pt x="728039" y="139156"/>
                </a:lnTo>
                <a:lnTo>
                  <a:pt x="713045" y="139156"/>
                </a:lnTo>
                <a:close/>
                <a:moveTo>
                  <a:pt x="756778" y="136936"/>
                </a:moveTo>
                <a:lnTo>
                  <a:pt x="780519" y="136936"/>
                </a:lnTo>
                <a:lnTo>
                  <a:pt x="780519" y="139156"/>
                </a:lnTo>
                <a:lnTo>
                  <a:pt x="756778" y="139156"/>
                </a:lnTo>
                <a:close/>
                <a:moveTo>
                  <a:pt x="67455" y="136936"/>
                </a:moveTo>
                <a:lnTo>
                  <a:pt x="138261" y="136936"/>
                </a:lnTo>
                <a:lnTo>
                  <a:pt x="138261" y="139156"/>
                </a:lnTo>
                <a:lnTo>
                  <a:pt x="67455" y="139156"/>
                </a:lnTo>
                <a:close/>
                <a:moveTo>
                  <a:pt x="410242" y="137676"/>
                </a:moveTo>
                <a:lnTo>
                  <a:pt x="421488" y="137676"/>
                </a:lnTo>
                <a:lnTo>
                  <a:pt x="421488" y="139156"/>
                </a:lnTo>
                <a:lnTo>
                  <a:pt x="410242" y="139156"/>
                </a:lnTo>
                <a:close/>
                <a:moveTo>
                  <a:pt x="620996" y="138416"/>
                </a:moveTo>
                <a:lnTo>
                  <a:pt x="627660" y="138416"/>
                </a:lnTo>
                <a:lnTo>
                  <a:pt x="627660" y="139156"/>
                </a:lnTo>
                <a:lnTo>
                  <a:pt x="620996" y="139156"/>
                </a:lnTo>
                <a:close/>
                <a:moveTo>
                  <a:pt x="620996" y="139156"/>
                </a:moveTo>
                <a:lnTo>
                  <a:pt x="628077" y="139156"/>
                </a:lnTo>
                <a:lnTo>
                  <a:pt x="628077" y="139896"/>
                </a:lnTo>
                <a:lnTo>
                  <a:pt x="620996" y="139896"/>
                </a:lnTo>
                <a:close/>
                <a:moveTo>
                  <a:pt x="516869" y="138416"/>
                </a:moveTo>
                <a:lnTo>
                  <a:pt x="528947" y="138416"/>
                </a:lnTo>
                <a:lnTo>
                  <a:pt x="528947" y="139896"/>
                </a:lnTo>
                <a:lnTo>
                  <a:pt x="516869" y="139896"/>
                </a:lnTo>
                <a:close/>
                <a:moveTo>
                  <a:pt x="262381" y="138416"/>
                </a:moveTo>
                <a:lnTo>
                  <a:pt x="283623" y="138416"/>
                </a:lnTo>
                <a:lnTo>
                  <a:pt x="283623" y="139896"/>
                </a:lnTo>
                <a:lnTo>
                  <a:pt x="262381" y="139896"/>
                </a:lnTo>
                <a:close/>
                <a:moveTo>
                  <a:pt x="756778" y="139156"/>
                </a:moveTo>
                <a:lnTo>
                  <a:pt x="780103" y="139156"/>
                </a:lnTo>
                <a:lnTo>
                  <a:pt x="780103" y="139896"/>
                </a:lnTo>
                <a:lnTo>
                  <a:pt x="756778" y="139896"/>
                </a:lnTo>
                <a:close/>
                <a:moveTo>
                  <a:pt x="904639" y="138416"/>
                </a:moveTo>
                <a:lnTo>
                  <a:pt x="925881" y="138416"/>
                </a:lnTo>
                <a:lnTo>
                  <a:pt x="925881" y="139896"/>
                </a:lnTo>
                <a:lnTo>
                  <a:pt x="904639" y="139896"/>
                </a:lnTo>
                <a:close/>
                <a:moveTo>
                  <a:pt x="656399" y="136936"/>
                </a:moveTo>
                <a:lnTo>
                  <a:pt x="671394" y="136936"/>
                </a:lnTo>
                <a:lnTo>
                  <a:pt x="671394" y="139896"/>
                </a:lnTo>
                <a:lnTo>
                  <a:pt x="656399" y="139896"/>
                </a:lnTo>
                <a:close/>
                <a:moveTo>
                  <a:pt x="410659" y="139156"/>
                </a:moveTo>
                <a:lnTo>
                  <a:pt x="421488" y="139156"/>
                </a:lnTo>
                <a:lnTo>
                  <a:pt x="421488" y="140637"/>
                </a:lnTo>
                <a:lnTo>
                  <a:pt x="410659" y="140637"/>
                </a:lnTo>
                <a:close/>
                <a:moveTo>
                  <a:pt x="831334" y="138416"/>
                </a:moveTo>
                <a:lnTo>
                  <a:pt x="860073" y="138416"/>
                </a:lnTo>
                <a:lnTo>
                  <a:pt x="860073" y="140637"/>
                </a:lnTo>
                <a:lnTo>
                  <a:pt x="831334" y="140637"/>
                </a:lnTo>
                <a:close/>
                <a:moveTo>
                  <a:pt x="262798" y="139896"/>
                </a:moveTo>
                <a:lnTo>
                  <a:pt x="283623" y="139896"/>
                </a:lnTo>
                <a:lnTo>
                  <a:pt x="283623" y="140637"/>
                </a:lnTo>
                <a:lnTo>
                  <a:pt x="262798" y="140637"/>
                </a:lnTo>
                <a:close/>
                <a:moveTo>
                  <a:pt x="189075" y="138416"/>
                </a:moveTo>
                <a:lnTo>
                  <a:pt x="217815" y="138416"/>
                </a:lnTo>
                <a:lnTo>
                  <a:pt x="217815" y="140637"/>
                </a:lnTo>
                <a:lnTo>
                  <a:pt x="189075" y="140637"/>
                </a:lnTo>
                <a:close/>
                <a:moveTo>
                  <a:pt x="713461" y="139156"/>
                </a:moveTo>
                <a:lnTo>
                  <a:pt x="728039" y="139156"/>
                </a:lnTo>
                <a:lnTo>
                  <a:pt x="728039" y="140637"/>
                </a:lnTo>
                <a:lnTo>
                  <a:pt x="713461" y="140637"/>
                </a:lnTo>
                <a:close/>
                <a:moveTo>
                  <a:pt x="905056" y="139896"/>
                </a:moveTo>
                <a:lnTo>
                  <a:pt x="925881" y="139896"/>
                </a:lnTo>
                <a:lnTo>
                  <a:pt x="925881" y="140637"/>
                </a:lnTo>
                <a:lnTo>
                  <a:pt x="905056" y="140637"/>
                </a:lnTo>
                <a:close/>
                <a:moveTo>
                  <a:pt x="67455" y="139156"/>
                </a:moveTo>
                <a:lnTo>
                  <a:pt x="137845" y="139156"/>
                </a:lnTo>
                <a:lnTo>
                  <a:pt x="137845" y="141377"/>
                </a:lnTo>
                <a:lnTo>
                  <a:pt x="67455" y="141377"/>
                </a:lnTo>
                <a:close/>
                <a:moveTo>
                  <a:pt x="756362" y="139896"/>
                </a:moveTo>
                <a:lnTo>
                  <a:pt x="780103" y="139896"/>
                </a:lnTo>
                <a:lnTo>
                  <a:pt x="780103" y="141377"/>
                </a:lnTo>
                <a:lnTo>
                  <a:pt x="756362" y="141377"/>
                </a:lnTo>
                <a:close/>
                <a:moveTo>
                  <a:pt x="621413" y="139896"/>
                </a:moveTo>
                <a:lnTo>
                  <a:pt x="628077" y="139896"/>
                </a:lnTo>
                <a:lnTo>
                  <a:pt x="628077" y="142117"/>
                </a:lnTo>
                <a:lnTo>
                  <a:pt x="621413" y="142117"/>
                </a:lnTo>
                <a:close/>
                <a:moveTo>
                  <a:pt x="263214" y="140637"/>
                </a:moveTo>
                <a:lnTo>
                  <a:pt x="283623" y="140637"/>
                </a:lnTo>
                <a:lnTo>
                  <a:pt x="283623" y="142117"/>
                </a:lnTo>
                <a:lnTo>
                  <a:pt x="263214" y="142117"/>
                </a:lnTo>
                <a:close/>
                <a:moveTo>
                  <a:pt x="905472" y="140637"/>
                </a:moveTo>
                <a:lnTo>
                  <a:pt x="925881" y="140637"/>
                </a:lnTo>
                <a:lnTo>
                  <a:pt x="925881" y="142117"/>
                </a:lnTo>
                <a:lnTo>
                  <a:pt x="905472" y="142117"/>
                </a:lnTo>
                <a:close/>
                <a:moveTo>
                  <a:pt x="516869" y="139896"/>
                </a:moveTo>
                <a:lnTo>
                  <a:pt x="528531" y="139896"/>
                </a:lnTo>
                <a:lnTo>
                  <a:pt x="528531" y="142117"/>
                </a:lnTo>
                <a:lnTo>
                  <a:pt x="516869" y="142117"/>
                </a:lnTo>
                <a:close/>
                <a:moveTo>
                  <a:pt x="713461" y="140637"/>
                </a:moveTo>
                <a:lnTo>
                  <a:pt x="727623" y="140637"/>
                </a:lnTo>
                <a:lnTo>
                  <a:pt x="727623" y="142117"/>
                </a:lnTo>
                <a:lnTo>
                  <a:pt x="713461" y="142117"/>
                </a:lnTo>
                <a:close/>
                <a:moveTo>
                  <a:pt x="621829" y="142117"/>
                </a:moveTo>
                <a:lnTo>
                  <a:pt x="628077" y="142117"/>
                </a:lnTo>
                <a:lnTo>
                  <a:pt x="628077" y="142857"/>
                </a:lnTo>
                <a:lnTo>
                  <a:pt x="621829" y="142857"/>
                </a:lnTo>
                <a:close/>
                <a:moveTo>
                  <a:pt x="411075" y="140637"/>
                </a:moveTo>
                <a:lnTo>
                  <a:pt x="421488" y="140637"/>
                </a:lnTo>
                <a:lnTo>
                  <a:pt x="421488" y="142857"/>
                </a:lnTo>
                <a:lnTo>
                  <a:pt x="411075" y="142857"/>
                </a:lnTo>
                <a:close/>
                <a:moveTo>
                  <a:pt x="263631" y="142117"/>
                </a:moveTo>
                <a:lnTo>
                  <a:pt x="283623" y="142117"/>
                </a:lnTo>
                <a:lnTo>
                  <a:pt x="283623" y="142857"/>
                </a:lnTo>
                <a:lnTo>
                  <a:pt x="263631" y="142857"/>
                </a:lnTo>
                <a:close/>
                <a:moveTo>
                  <a:pt x="905889" y="142117"/>
                </a:moveTo>
                <a:lnTo>
                  <a:pt x="925881" y="142117"/>
                </a:lnTo>
                <a:lnTo>
                  <a:pt x="925881" y="142857"/>
                </a:lnTo>
                <a:lnTo>
                  <a:pt x="905889" y="142857"/>
                </a:lnTo>
                <a:close/>
                <a:moveTo>
                  <a:pt x="189492" y="140637"/>
                </a:moveTo>
                <a:lnTo>
                  <a:pt x="217815" y="140637"/>
                </a:lnTo>
                <a:lnTo>
                  <a:pt x="217815" y="142857"/>
                </a:lnTo>
                <a:lnTo>
                  <a:pt x="189492" y="142857"/>
                </a:lnTo>
                <a:close/>
                <a:moveTo>
                  <a:pt x="656816" y="139896"/>
                </a:moveTo>
                <a:lnTo>
                  <a:pt x="670977" y="139896"/>
                </a:lnTo>
                <a:lnTo>
                  <a:pt x="670977" y="142857"/>
                </a:lnTo>
                <a:lnTo>
                  <a:pt x="656816" y="142857"/>
                </a:lnTo>
                <a:close/>
                <a:moveTo>
                  <a:pt x="831750" y="140637"/>
                </a:moveTo>
                <a:lnTo>
                  <a:pt x="860073" y="140637"/>
                </a:lnTo>
                <a:lnTo>
                  <a:pt x="860073" y="142857"/>
                </a:lnTo>
                <a:lnTo>
                  <a:pt x="831750" y="142857"/>
                </a:lnTo>
                <a:close/>
                <a:moveTo>
                  <a:pt x="656816" y="142857"/>
                </a:moveTo>
                <a:lnTo>
                  <a:pt x="670561" y="142857"/>
                </a:lnTo>
                <a:lnTo>
                  <a:pt x="670561" y="143597"/>
                </a:lnTo>
                <a:lnTo>
                  <a:pt x="656816" y="143597"/>
                </a:lnTo>
                <a:close/>
                <a:moveTo>
                  <a:pt x="756362" y="141377"/>
                </a:moveTo>
                <a:lnTo>
                  <a:pt x="779686" y="141377"/>
                </a:lnTo>
                <a:lnTo>
                  <a:pt x="779686" y="143597"/>
                </a:lnTo>
                <a:lnTo>
                  <a:pt x="756362" y="143597"/>
                </a:lnTo>
                <a:close/>
                <a:moveTo>
                  <a:pt x="67455" y="141377"/>
                </a:moveTo>
                <a:lnTo>
                  <a:pt x="137428" y="141377"/>
                </a:lnTo>
                <a:lnTo>
                  <a:pt x="137428" y="143597"/>
                </a:lnTo>
                <a:lnTo>
                  <a:pt x="67455" y="143597"/>
                </a:lnTo>
                <a:close/>
                <a:moveTo>
                  <a:pt x="516869" y="142117"/>
                </a:moveTo>
                <a:lnTo>
                  <a:pt x="528114" y="142117"/>
                </a:lnTo>
                <a:lnTo>
                  <a:pt x="528114" y="143597"/>
                </a:lnTo>
                <a:lnTo>
                  <a:pt x="516869" y="143597"/>
                </a:lnTo>
                <a:close/>
                <a:moveTo>
                  <a:pt x="621829" y="142857"/>
                </a:moveTo>
                <a:lnTo>
                  <a:pt x="628493" y="142857"/>
                </a:lnTo>
                <a:lnTo>
                  <a:pt x="628493" y="143597"/>
                </a:lnTo>
                <a:lnTo>
                  <a:pt x="621829" y="143597"/>
                </a:lnTo>
                <a:close/>
                <a:moveTo>
                  <a:pt x="264047" y="142857"/>
                </a:moveTo>
                <a:lnTo>
                  <a:pt x="283623" y="142857"/>
                </a:lnTo>
                <a:lnTo>
                  <a:pt x="283623" y="144338"/>
                </a:lnTo>
                <a:lnTo>
                  <a:pt x="264047" y="144338"/>
                </a:lnTo>
                <a:close/>
                <a:moveTo>
                  <a:pt x="906305" y="142857"/>
                </a:moveTo>
                <a:lnTo>
                  <a:pt x="925881" y="142857"/>
                </a:lnTo>
                <a:lnTo>
                  <a:pt x="925881" y="144338"/>
                </a:lnTo>
                <a:lnTo>
                  <a:pt x="906305" y="144338"/>
                </a:lnTo>
                <a:close/>
                <a:moveTo>
                  <a:pt x="832167" y="142857"/>
                </a:moveTo>
                <a:lnTo>
                  <a:pt x="860073" y="142857"/>
                </a:lnTo>
                <a:lnTo>
                  <a:pt x="860073" y="144338"/>
                </a:lnTo>
                <a:lnTo>
                  <a:pt x="832167" y="144338"/>
                </a:lnTo>
                <a:close/>
                <a:moveTo>
                  <a:pt x="189908" y="142857"/>
                </a:moveTo>
                <a:lnTo>
                  <a:pt x="217815" y="142857"/>
                </a:lnTo>
                <a:lnTo>
                  <a:pt x="217815" y="144338"/>
                </a:lnTo>
                <a:lnTo>
                  <a:pt x="189908" y="144338"/>
                </a:lnTo>
                <a:close/>
                <a:moveTo>
                  <a:pt x="264464" y="144338"/>
                </a:moveTo>
                <a:lnTo>
                  <a:pt x="283623" y="144338"/>
                </a:lnTo>
                <a:lnTo>
                  <a:pt x="283623" y="145078"/>
                </a:lnTo>
                <a:lnTo>
                  <a:pt x="264464" y="145078"/>
                </a:lnTo>
                <a:close/>
                <a:moveTo>
                  <a:pt x="67455" y="143597"/>
                </a:moveTo>
                <a:lnTo>
                  <a:pt x="137012" y="143597"/>
                </a:lnTo>
                <a:lnTo>
                  <a:pt x="137012" y="145078"/>
                </a:lnTo>
                <a:lnTo>
                  <a:pt x="67455" y="145078"/>
                </a:lnTo>
                <a:close/>
                <a:moveTo>
                  <a:pt x="516869" y="143597"/>
                </a:moveTo>
                <a:lnTo>
                  <a:pt x="527698" y="143597"/>
                </a:lnTo>
                <a:lnTo>
                  <a:pt x="527698" y="145078"/>
                </a:lnTo>
                <a:lnTo>
                  <a:pt x="516869" y="145078"/>
                </a:lnTo>
                <a:close/>
                <a:moveTo>
                  <a:pt x="755945" y="143597"/>
                </a:moveTo>
                <a:lnTo>
                  <a:pt x="779270" y="143597"/>
                </a:lnTo>
                <a:lnTo>
                  <a:pt x="779270" y="145078"/>
                </a:lnTo>
                <a:lnTo>
                  <a:pt x="755945" y="145078"/>
                </a:lnTo>
                <a:close/>
                <a:moveTo>
                  <a:pt x="411492" y="142857"/>
                </a:moveTo>
                <a:lnTo>
                  <a:pt x="421488" y="142857"/>
                </a:lnTo>
                <a:lnTo>
                  <a:pt x="421488" y="145078"/>
                </a:lnTo>
                <a:lnTo>
                  <a:pt x="411492" y="145078"/>
                </a:lnTo>
                <a:close/>
                <a:moveTo>
                  <a:pt x="713878" y="142117"/>
                </a:moveTo>
                <a:lnTo>
                  <a:pt x="727623" y="142117"/>
                </a:lnTo>
                <a:lnTo>
                  <a:pt x="727623" y="145078"/>
                </a:lnTo>
                <a:lnTo>
                  <a:pt x="713878" y="145078"/>
                </a:lnTo>
                <a:close/>
                <a:moveTo>
                  <a:pt x="906722" y="144338"/>
                </a:moveTo>
                <a:lnTo>
                  <a:pt x="925881" y="144338"/>
                </a:lnTo>
                <a:lnTo>
                  <a:pt x="925881" y="145078"/>
                </a:lnTo>
                <a:lnTo>
                  <a:pt x="906722" y="145078"/>
                </a:lnTo>
                <a:close/>
                <a:moveTo>
                  <a:pt x="622246" y="143597"/>
                </a:moveTo>
                <a:lnTo>
                  <a:pt x="628493" y="143597"/>
                </a:lnTo>
                <a:lnTo>
                  <a:pt x="628493" y="145818"/>
                </a:lnTo>
                <a:lnTo>
                  <a:pt x="622246" y="145818"/>
                </a:lnTo>
                <a:close/>
                <a:moveTo>
                  <a:pt x="657232" y="143597"/>
                </a:moveTo>
                <a:lnTo>
                  <a:pt x="670561" y="143597"/>
                </a:lnTo>
                <a:lnTo>
                  <a:pt x="670561" y="145818"/>
                </a:lnTo>
                <a:lnTo>
                  <a:pt x="657232" y="145818"/>
                </a:lnTo>
                <a:close/>
                <a:moveTo>
                  <a:pt x="907138" y="145078"/>
                </a:moveTo>
                <a:lnTo>
                  <a:pt x="925881" y="145078"/>
                </a:lnTo>
                <a:lnTo>
                  <a:pt x="925881" y="146558"/>
                </a:lnTo>
                <a:lnTo>
                  <a:pt x="907138" y="146558"/>
                </a:lnTo>
                <a:close/>
                <a:moveTo>
                  <a:pt x="264880" y="145078"/>
                </a:moveTo>
                <a:lnTo>
                  <a:pt x="283623" y="145078"/>
                </a:lnTo>
                <a:lnTo>
                  <a:pt x="283623" y="146558"/>
                </a:lnTo>
                <a:lnTo>
                  <a:pt x="264880" y="146558"/>
                </a:lnTo>
                <a:close/>
                <a:moveTo>
                  <a:pt x="832583" y="144338"/>
                </a:moveTo>
                <a:lnTo>
                  <a:pt x="860073" y="144338"/>
                </a:lnTo>
                <a:lnTo>
                  <a:pt x="860073" y="146558"/>
                </a:lnTo>
                <a:lnTo>
                  <a:pt x="832583" y="146558"/>
                </a:lnTo>
                <a:close/>
                <a:moveTo>
                  <a:pt x="622662" y="145818"/>
                </a:moveTo>
                <a:lnTo>
                  <a:pt x="628493" y="145818"/>
                </a:lnTo>
                <a:lnTo>
                  <a:pt x="628493" y="146558"/>
                </a:lnTo>
                <a:lnTo>
                  <a:pt x="622662" y="146558"/>
                </a:lnTo>
                <a:close/>
                <a:moveTo>
                  <a:pt x="190325" y="144338"/>
                </a:moveTo>
                <a:lnTo>
                  <a:pt x="217815" y="144338"/>
                </a:lnTo>
                <a:lnTo>
                  <a:pt x="217815" y="146558"/>
                </a:lnTo>
                <a:lnTo>
                  <a:pt x="190325" y="146558"/>
                </a:lnTo>
                <a:close/>
                <a:moveTo>
                  <a:pt x="411908" y="145078"/>
                </a:moveTo>
                <a:lnTo>
                  <a:pt x="421488" y="145078"/>
                </a:lnTo>
                <a:lnTo>
                  <a:pt x="421488" y="147298"/>
                </a:lnTo>
                <a:lnTo>
                  <a:pt x="411908" y="147298"/>
                </a:lnTo>
                <a:close/>
                <a:moveTo>
                  <a:pt x="622662" y="146558"/>
                </a:moveTo>
                <a:lnTo>
                  <a:pt x="628910" y="146558"/>
                </a:lnTo>
                <a:lnTo>
                  <a:pt x="628910" y="147298"/>
                </a:lnTo>
                <a:lnTo>
                  <a:pt x="622662" y="147298"/>
                </a:lnTo>
                <a:close/>
                <a:moveTo>
                  <a:pt x="67455" y="145078"/>
                </a:moveTo>
                <a:lnTo>
                  <a:pt x="136595" y="145078"/>
                </a:lnTo>
                <a:lnTo>
                  <a:pt x="136595" y="147298"/>
                </a:lnTo>
                <a:lnTo>
                  <a:pt x="67455" y="147298"/>
                </a:lnTo>
                <a:close/>
                <a:moveTo>
                  <a:pt x="516869" y="145078"/>
                </a:moveTo>
                <a:lnTo>
                  <a:pt x="527281" y="145078"/>
                </a:lnTo>
                <a:lnTo>
                  <a:pt x="527281" y="147298"/>
                </a:lnTo>
                <a:lnTo>
                  <a:pt x="516869" y="147298"/>
                </a:lnTo>
                <a:close/>
                <a:moveTo>
                  <a:pt x="755945" y="145078"/>
                </a:moveTo>
                <a:lnTo>
                  <a:pt x="778853" y="145078"/>
                </a:lnTo>
                <a:lnTo>
                  <a:pt x="778853" y="147298"/>
                </a:lnTo>
                <a:lnTo>
                  <a:pt x="755945" y="147298"/>
                </a:lnTo>
                <a:close/>
                <a:moveTo>
                  <a:pt x="265297" y="146558"/>
                </a:moveTo>
                <a:lnTo>
                  <a:pt x="283623" y="146558"/>
                </a:lnTo>
                <a:lnTo>
                  <a:pt x="283623" y="148038"/>
                </a:lnTo>
                <a:lnTo>
                  <a:pt x="265297" y="148038"/>
                </a:lnTo>
                <a:close/>
                <a:moveTo>
                  <a:pt x="907555" y="146558"/>
                </a:moveTo>
                <a:lnTo>
                  <a:pt x="925881" y="146558"/>
                </a:lnTo>
                <a:lnTo>
                  <a:pt x="925881" y="148038"/>
                </a:lnTo>
                <a:lnTo>
                  <a:pt x="907555" y="148038"/>
                </a:lnTo>
                <a:close/>
                <a:moveTo>
                  <a:pt x="657232" y="145818"/>
                </a:moveTo>
                <a:lnTo>
                  <a:pt x="670144" y="145818"/>
                </a:lnTo>
                <a:lnTo>
                  <a:pt x="670144" y="148038"/>
                </a:lnTo>
                <a:lnTo>
                  <a:pt x="657232" y="148038"/>
                </a:lnTo>
                <a:close/>
                <a:moveTo>
                  <a:pt x="714294" y="145078"/>
                </a:moveTo>
                <a:lnTo>
                  <a:pt x="727206" y="145078"/>
                </a:lnTo>
                <a:lnTo>
                  <a:pt x="727206" y="148038"/>
                </a:lnTo>
                <a:lnTo>
                  <a:pt x="714294" y="148038"/>
                </a:lnTo>
                <a:close/>
                <a:moveTo>
                  <a:pt x="657649" y="148038"/>
                </a:moveTo>
                <a:lnTo>
                  <a:pt x="670144" y="148038"/>
                </a:lnTo>
                <a:lnTo>
                  <a:pt x="670144" y="148779"/>
                </a:lnTo>
                <a:lnTo>
                  <a:pt x="657649" y="148779"/>
                </a:lnTo>
                <a:close/>
                <a:moveTo>
                  <a:pt x="265713" y="148038"/>
                </a:moveTo>
                <a:lnTo>
                  <a:pt x="283623" y="148038"/>
                </a:lnTo>
                <a:lnTo>
                  <a:pt x="283623" y="148779"/>
                </a:lnTo>
                <a:lnTo>
                  <a:pt x="265713" y="148779"/>
                </a:lnTo>
                <a:close/>
                <a:moveTo>
                  <a:pt x="907971" y="148038"/>
                </a:moveTo>
                <a:lnTo>
                  <a:pt x="925881" y="148038"/>
                </a:lnTo>
                <a:lnTo>
                  <a:pt x="925881" y="148779"/>
                </a:lnTo>
                <a:lnTo>
                  <a:pt x="907971" y="148779"/>
                </a:lnTo>
                <a:close/>
                <a:moveTo>
                  <a:pt x="833000" y="146558"/>
                </a:moveTo>
                <a:lnTo>
                  <a:pt x="860073" y="146558"/>
                </a:lnTo>
                <a:lnTo>
                  <a:pt x="860073" y="148779"/>
                </a:lnTo>
                <a:lnTo>
                  <a:pt x="833000" y="148779"/>
                </a:lnTo>
                <a:close/>
                <a:moveTo>
                  <a:pt x="190741" y="146558"/>
                </a:moveTo>
                <a:lnTo>
                  <a:pt x="217815" y="146558"/>
                </a:lnTo>
                <a:lnTo>
                  <a:pt x="217815" y="148779"/>
                </a:lnTo>
                <a:lnTo>
                  <a:pt x="190741" y="148779"/>
                </a:lnTo>
                <a:close/>
                <a:moveTo>
                  <a:pt x="714711" y="148038"/>
                </a:moveTo>
                <a:lnTo>
                  <a:pt x="727206" y="148038"/>
                </a:lnTo>
                <a:lnTo>
                  <a:pt x="727206" y="149519"/>
                </a:lnTo>
                <a:lnTo>
                  <a:pt x="714711" y="149519"/>
                </a:lnTo>
                <a:close/>
                <a:moveTo>
                  <a:pt x="412325" y="147298"/>
                </a:moveTo>
                <a:lnTo>
                  <a:pt x="421488" y="147298"/>
                </a:lnTo>
                <a:lnTo>
                  <a:pt x="421488" y="149519"/>
                </a:lnTo>
                <a:lnTo>
                  <a:pt x="412325" y="149519"/>
                </a:lnTo>
                <a:close/>
                <a:moveTo>
                  <a:pt x="623079" y="147298"/>
                </a:moveTo>
                <a:lnTo>
                  <a:pt x="628910" y="147298"/>
                </a:lnTo>
                <a:lnTo>
                  <a:pt x="628910" y="149519"/>
                </a:lnTo>
                <a:lnTo>
                  <a:pt x="623079" y="149519"/>
                </a:lnTo>
                <a:close/>
                <a:moveTo>
                  <a:pt x="67455" y="147298"/>
                </a:moveTo>
                <a:lnTo>
                  <a:pt x="136179" y="147298"/>
                </a:lnTo>
                <a:lnTo>
                  <a:pt x="136179" y="149519"/>
                </a:lnTo>
                <a:lnTo>
                  <a:pt x="67455" y="149519"/>
                </a:lnTo>
                <a:close/>
                <a:moveTo>
                  <a:pt x="755529" y="147298"/>
                </a:moveTo>
                <a:lnTo>
                  <a:pt x="778437" y="147298"/>
                </a:lnTo>
                <a:lnTo>
                  <a:pt x="778437" y="149519"/>
                </a:lnTo>
                <a:lnTo>
                  <a:pt x="755529" y="149519"/>
                </a:lnTo>
                <a:close/>
                <a:moveTo>
                  <a:pt x="516869" y="147298"/>
                </a:moveTo>
                <a:lnTo>
                  <a:pt x="526865" y="147298"/>
                </a:lnTo>
                <a:lnTo>
                  <a:pt x="526865" y="149519"/>
                </a:lnTo>
                <a:lnTo>
                  <a:pt x="516869" y="149519"/>
                </a:lnTo>
                <a:close/>
                <a:moveTo>
                  <a:pt x="755529" y="149519"/>
                </a:moveTo>
                <a:lnTo>
                  <a:pt x="778020" y="149519"/>
                </a:lnTo>
                <a:lnTo>
                  <a:pt x="778020" y="150259"/>
                </a:lnTo>
                <a:lnTo>
                  <a:pt x="755529" y="150259"/>
                </a:lnTo>
                <a:close/>
                <a:moveTo>
                  <a:pt x="266130" y="148779"/>
                </a:moveTo>
                <a:lnTo>
                  <a:pt x="283623" y="148779"/>
                </a:lnTo>
                <a:lnTo>
                  <a:pt x="283623" y="150259"/>
                </a:lnTo>
                <a:lnTo>
                  <a:pt x="266130" y="150259"/>
                </a:lnTo>
                <a:close/>
                <a:moveTo>
                  <a:pt x="714711" y="149519"/>
                </a:moveTo>
                <a:lnTo>
                  <a:pt x="726790" y="149519"/>
                </a:lnTo>
                <a:lnTo>
                  <a:pt x="726790" y="150259"/>
                </a:lnTo>
                <a:lnTo>
                  <a:pt x="714711" y="150259"/>
                </a:lnTo>
                <a:close/>
                <a:moveTo>
                  <a:pt x="623495" y="149519"/>
                </a:moveTo>
                <a:lnTo>
                  <a:pt x="628910" y="149519"/>
                </a:lnTo>
                <a:lnTo>
                  <a:pt x="628910" y="150259"/>
                </a:lnTo>
                <a:lnTo>
                  <a:pt x="623495" y="150259"/>
                </a:lnTo>
                <a:close/>
                <a:moveTo>
                  <a:pt x="908388" y="148779"/>
                </a:moveTo>
                <a:lnTo>
                  <a:pt x="925881" y="148779"/>
                </a:lnTo>
                <a:lnTo>
                  <a:pt x="925881" y="150259"/>
                </a:lnTo>
                <a:lnTo>
                  <a:pt x="908388" y="150259"/>
                </a:lnTo>
                <a:close/>
                <a:moveTo>
                  <a:pt x="191158" y="148779"/>
                </a:moveTo>
                <a:lnTo>
                  <a:pt x="217815" y="148779"/>
                </a:lnTo>
                <a:lnTo>
                  <a:pt x="217815" y="150999"/>
                </a:lnTo>
                <a:lnTo>
                  <a:pt x="191158" y="150999"/>
                </a:lnTo>
                <a:close/>
                <a:moveTo>
                  <a:pt x="657649" y="148779"/>
                </a:moveTo>
                <a:lnTo>
                  <a:pt x="669728" y="148779"/>
                </a:lnTo>
                <a:lnTo>
                  <a:pt x="669728" y="150999"/>
                </a:lnTo>
                <a:lnTo>
                  <a:pt x="657649" y="150999"/>
                </a:lnTo>
                <a:close/>
                <a:moveTo>
                  <a:pt x="266546" y="150259"/>
                </a:moveTo>
                <a:lnTo>
                  <a:pt x="283623" y="150259"/>
                </a:lnTo>
                <a:lnTo>
                  <a:pt x="283623" y="150999"/>
                </a:lnTo>
                <a:lnTo>
                  <a:pt x="266546" y="150999"/>
                </a:lnTo>
                <a:close/>
                <a:moveTo>
                  <a:pt x="908804" y="150259"/>
                </a:moveTo>
                <a:lnTo>
                  <a:pt x="925881" y="150259"/>
                </a:lnTo>
                <a:lnTo>
                  <a:pt x="925881" y="150999"/>
                </a:lnTo>
                <a:lnTo>
                  <a:pt x="908804" y="150999"/>
                </a:lnTo>
                <a:close/>
                <a:moveTo>
                  <a:pt x="833416" y="148779"/>
                </a:moveTo>
                <a:lnTo>
                  <a:pt x="860073" y="148779"/>
                </a:lnTo>
                <a:lnTo>
                  <a:pt x="860073" y="150999"/>
                </a:lnTo>
                <a:lnTo>
                  <a:pt x="833416" y="150999"/>
                </a:lnTo>
                <a:close/>
                <a:moveTo>
                  <a:pt x="67455" y="149519"/>
                </a:moveTo>
                <a:lnTo>
                  <a:pt x="135762" y="149519"/>
                </a:lnTo>
                <a:lnTo>
                  <a:pt x="135762" y="151739"/>
                </a:lnTo>
                <a:lnTo>
                  <a:pt x="67455" y="151739"/>
                </a:lnTo>
                <a:close/>
                <a:moveTo>
                  <a:pt x="516869" y="149519"/>
                </a:moveTo>
                <a:lnTo>
                  <a:pt x="526448" y="149519"/>
                </a:lnTo>
                <a:lnTo>
                  <a:pt x="526448" y="151739"/>
                </a:lnTo>
                <a:lnTo>
                  <a:pt x="516869" y="151739"/>
                </a:lnTo>
                <a:close/>
                <a:moveTo>
                  <a:pt x="755112" y="150259"/>
                </a:moveTo>
                <a:lnTo>
                  <a:pt x="778020" y="150259"/>
                </a:lnTo>
                <a:lnTo>
                  <a:pt x="778020" y="151739"/>
                </a:lnTo>
                <a:lnTo>
                  <a:pt x="755112" y="151739"/>
                </a:lnTo>
                <a:close/>
                <a:moveTo>
                  <a:pt x="623495" y="150259"/>
                </a:moveTo>
                <a:lnTo>
                  <a:pt x="629326" y="150259"/>
                </a:lnTo>
                <a:lnTo>
                  <a:pt x="629326" y="152480"/>
                </a:lnTo>
                <a:lnTo>
                  <a:pt x="623495" y="152480"/>
                </a:lnTo>
                <a:close/>
                <a:moveTo>
                  <a:pt x="266963" y="150999"/>
                </a:moveTo>
                <a:lnTo>
                  <a:pt x="283623" y="150999"/>
                </a:lnTo>
                <a:lnTo>
                  <a:pt x="283623" y="152480"/>
                </a:lnTo>
                <a:lnTo>
                  <a:pt x="266963" y="152480"/>
                </a:lnTo>
                <a:close/>
                <a:moveTo>
                  <a:pt x="909221" y="150999"/>
                </a:moveTo>
                <a:lnTo>
                  <a:pt x="925881" y="150999"/>
                </a:lnTo>
                <a:lnTo>
                  <a:pt x="925881" y="152480"/>
                </a:lnTo>
                <a:lnTo>
                  <a:pt x="909221" y="152480"/>
                </a:lnTo>
                <a:close/>
                <a:moveTo>
                  <a:pt x="412741" y="149519"/>
                </a:moveTo>
                <a:lnTo>
                  <a:pt x="421488" y="149519"/>
                </a:lnTo>
                <a:lnTo>
                  <a:pt x="421488" y="152480"/>
                </a:lnTo>
                <a:lnTo>
                  <a:pt x="412741" y="152480"/>
                </a:lnTo>
                <a:close/>
                <a:moveTo>
                  <a:pt x="657649" y="150999"/>
                </a:moveTo>
                <a:lnTo>
                  <a:pt x="669311" y="150999"/>
                </a:lnTo>
                <a:lnTo>
                  <a:pt x="669311" y="152480"/>
                </a:lnTo>
                <a:lnTo>
                  <a:pt x="657649" y="152480"/>
                </a:lnTo>
                <a:close/>
                <a:moveTo>
                  <a:pt x="267379" y="152480"/>
                </a:moveTo>
                <a:lnTo>
                  <a:pt x="283623" y="152480"/>
                </a:lnTo>
                <a:lnTo>
                  <a:pt x="283623" y="153220"/>
                </a:lnTo>
                <a:lnTo>
                  <a:pt x="267379" y="153220"/>
                </a:lnTo>
                <a:close/>
                <a:moveTo>
                  <a:pt x="909637" y="152480"/>
                </a:moveTo>
                <a:lnTo>
                  <a:pt x="925881" y="152480"/>
                </a:lnTo>
                <a:lnTo>
                  <a:pt x="925881" y="153220"/>
                </a:lnTo>
                <a:lnTo>
                  <a:pt x="909637" y="153220"/>
                </a:lnTo>
                <a:close/>
                <a:moveTo>
                  <a:pt x="191575" y="150999"/>
                </a:moveTo>
                <a:lnTo>
                  <a:pt x="217815" y="150999"/>
                </a:lnTo>
                <a:lnTo>
                  <a:pt x="217815" y="153220"/>
                </a:lnTo>
                <a:lnTo>
                  <a:pt x="191575" y="153220"/>
                </a:lnTo>
                <a:close/>
                <a:moveTo>
                  <a:pt x="833833" y="150999"/>
                </a:moveTo>
                <a:lnTo>
                  <a:pt x="860073" y="150999"/>
                </a:lnTo>
                <a:lnTo>
                  <a:pt x="860073" y="153220"/>
                </a:lnTo>
                <a:lnTo>
                  <a:pt x="833833" y="153220"/>
                </a:lnTo>
                <a:close/>
                <a:moveTo>
                  <a:pt x="715127" y="150259"/>
                </a:moveTo>
                <a:lnTo>
                  <a:pt x="726790" y="150259"/>
                </a:lnTo>
                <a:lnTo>
                  <a:pt x="726790" y="153220"/>
                </a:lnTo>
                <a:lnTo>
                  <a:pt x="715127" y="153220"/>
                </a:lnTo>
                <a:close/>
                <a:moveTo>
                  <a:pt x="623912" y="152480"/>
                </a:moveTo>
                <a:lnTo>
                  <a:pt x="629326" y="152480"/>
                </a:lnTo>
                <a:lnTo>
                  <a:pt x="629326" y="153960"/>
                </a:lnTo>
                <a:lnTo>
                  <a:pt x="623912" y="153960"/>
                </a:lnTo>
                <a:close/>
                <a:moveTo>
                  <a:pt x="67455" y="151739"/>
                </a:moveTo>
                <a:lnTo>
                  <a:pt x="135346" y="151739"/>
                </a:lnTo>
                <a:lnTo>
                  <a:pt x="135346" y="153960"/>
                </a:lnTo>
                <a:lnTo>
                  <a:pt x="67455" y="153960"/>
                </a:lnTo>
                <a:close/>
                <a:moveTo>
                  <a:pt x="658065" y="152480"/>
                </a:moveTo>
                <a:lnTo>
                  <a:pt x="669311" y="152480"/>
                </a:lnTo>
                <a:lnTo>
                  <a:pt x="669311" y="153960"/>
                </a:lnTo>
                <a:lnTo>
                  <a:pt x="658065" y="153960"/>
                </a:lnTo>
                <a:close/>
                <a:moveTo>
                  <a:pt x="755112" y="151739"/>
                </a:moveTo>
                <a:lnTo>
                  <a:pt x="777604" y="151739"/>
                </a:lnTo>
                <a:lnTo>
                  <a:pt x="777604" y="153960"/>
                </a:lnTo>
                <a:lnTo>
                  <a:pt x="755112" y="153960"/>
                </a:lnTo>
                <a:close/>
                <a:moveTo>
                  <a:pt x="516869" y="151739"/>
                </a:moveTo>
                <a:lnTo>
                  <a:pt x="526032" y="151739"/>
                </a:lnTo>
                <a:lnTo>
                  <a:pt x="526032" y="154700"/>
                </a:lnTo>
                <a:lnTo>
                  <a:pt x="516869" y="154700"/>
                </a:lnTo>
                <a:close/>
                <a:moveTo>
                  <a:pt x="267796" y="153220"/>
                </a:moveTo>
                <a:lnTo>
                  <a:pt x="283623" y="153220"/>
                </a:lnTo>
                <a:lnTo>
                  <a:pt x="283623" y="154700"/>
                </a:lnTo>
                <a:lnTo>
                  <a:pt x="267796" y="154700"/>
                </a:lnTo>
                <a:close/>
                <a:moveTo>
                  <a:pt x="623912" y="153960"/>
                </a:moveTo>
                <a:lnTo>
                  <a:pt x="629743" y="153960"/>
                </a:lnTo>
                <a:lnTo>
                  <a:pt x="629743" y="154700"/>
                </a:lnTo>
                <a:lnTo>
                  <a:pt x="623912" y="154700"/>
                </a:lnTo>
                <a:close/>
                <a:moveTo>
                  <a:pt x="910054" y="153220"/>
                </a:moveTo>
                <a:lnTo>
                  <a:pt x="925881" y="153220"/>
                </a:lnTo>
                <a:lnTo>
                  <a:pt x="925881" y="154700"/>
                </a:lnTo>
                <a:lnTo>
                  <a:pt x="910054" y="154700"/>
                </a:lnTo>
                <a:close/>
                <a:moveTo>
                  <a:pt x="191991" y="153220"/>
                </a:moveTo>
                <a:lnTo>
                  <a:pt x="217815" y="153220"/>
                </a:lnTo>
                <a:lnTo>
                  <a:pt x="217815" y="155440"/>
                </a:lnTo>
                <a:lnTo>
                  <a:pt x="191991" y="155440"/>
                </a:lnTo>
                <a:close/>
                <a:moveTo>
                  <a:pt x="413158" y="152480"/>
                </a:moveTo>
                <a:lnTo>
                  <a:pt x="421488" y="152480"/>
                </a:lnTo>
                <a:lnTo>
                  <a:pt x="421488" y="155440"/>
                </a:lnTo>
                <a:lnTo>
                  <a:pt x="413158" y="155440"/>
                </a:lnTo>
                <a:close/>
                <a:moveTo>
                  <a:pt x="834249" y="153220"/>
                </a:moveTo>
                <a:lnTo>
                  <a:pt x="860073" y="153220"/>
                </a:lnTo>
                <a:lnTo>
                  <a:pt x="860073" y="155440"/>
                </a:lnTo>
                <a:lnTo>
                  <a:pt x="834249" y="155440"/>
                </a:lnTo>
                <a:close/>
                <a:moveTo>
                  <a:pt x="268212" y="154700"/>
                </a:moveTo>
                <a:lnTo>
                  <a:pt x="283623" y="154700"/>
                </a:lnTo>
                <a:lnTo>
                  <a:pt x="283623" y="156181"/>
                </a:lnTo>
                <a:lnTo>
                  <a:pt x="268212" y="156181"/>
                </a:lnTo>
                <a:close/>
                <a:moveTo>
                  <a:pt x="754696" y="153960"/>
                </a:moveTo>
                <a:lnTo>
                  <a:pt x="777187" y="153960"/>
                </a:lnTo>
                <a:lnTo>
                  <a:pt x="777187" y="156181"/>
                </a:lnTo>
                <a:lnTo>
                  <a:pt x="754696" y="156181"/>
                </a:lnTo>
                <a:close/>
                <a:moveTo>
                  <a:pt x="658065" y="153960"/>
                </a:moveTo>
                <a:lnTo>
                  <a:pt x="668895" y="153960"/>
                </a:lnTo>
                <a:lnTo>
                  <a:pt x="668895" y="156181"/>
                </a:lnTo>
                <a:lnTo>
                  <a:pt x="658065" y="156181"/>
                </a:lnTo>
                <a:close/>
                <a:moveTo>
                  <a:pt x="910470" y="154700"/>
                </a:moveTo>
                <a:lnTo>
                  <a:pt x="925881" y="154700"/>
                </a:lnTo>
                <a:lnTo>
                  <a:pt x="925881" y="156181"/>
                </a:lnTo>
                <a:lnTo>
                  <a:pt x="910470" y="156181"/>
                </a:lnTo>
                <a:close/>
                <a:moveTo>
                  <a:pt x="67455" y="153960"/>
                </a:moveTo>
                <a:lnTo>
                  <a:pt x="134929" y="153960"/>
                </a:lnTo>
                <a:lnTo>
                  <a:pt x="134929" y="156181"/>
                </a:lnTo>
                <a:lnTo>
                  <a:pt x="67455" y="156181"/>
                </a:lnTo>
                <a:close/>
                <a:moveTo>
                  <a:pt x="715544" y="153220"/>
                </a:moveTo>
                <a:lnTo>
                  <a:pt x="726373" y="153220"/>
                </a:lnTo>
                <a:lnTo>
                  <a:pt x="726373" y="156181"/>
                </a:lnTo>
                <a:lnTo>
                  <a:pt x="715544" y="156181"/>
                </a:lnTo>
                <a:close/>
                <a:moveTo>
                  <a:pt x="268629" y="156181"/>
                </a:moveTo>
                <a:lnTo>
                  <a:pt x="283623" y="156181"/>
                </a:lnTo>
                <a:lnTo>
                  <a:pt x="283623" y="156921"/>
                </a:lnTo>
                <a:lnTo>
                  <a:pt x="268629" y="156921"/>
                </a:lnTo>
                <a:close/>
                <a:moveTo>
                  <a:pt x="910887" y="156181"/>
                </a:moveTo>
                <a:lnTo>
                  <a:pt x="925881" y="156181"/>
                </a:lnTo>
                <a:lnTo>
                  <a:pt x="925881" y="156921"/>
                </a:lnTo>
                <a:lnTo>
                  <a:pt x="910887" y="156921"/>
                </a:lnTo>
                <a:close/>
                <a:moveTo>
                  <a:pt x="658482" y="156181"/>
                </a:moveTo>
                <a:lnTo>
                  <a:pt x="668895" y="156181"/>
                </a:lnTo>
                <a:lnTo>
                  <a:pt x="668895" y="156921"/>
                </a:lnTo>
                <a:lnTo>
                  <a:pt x="658482" y="156921"/>
                </a:lnTo>
                <a:close/>
                <a:moveTo>
                  <a:pt x="624328" y="154700"/>
                </a:moveTo>
                <a:lnTo>
                  <a:pt x="629743" y="154700"/>
                </a:lnTo>
                <a:lnTo>
                  <a:pt x="629743" y="156921"/>
                </a:lnTo>
                <a:lnTo>
                  <a:pt x="624328" y="156921"/>
                </a:lnTo>
                <a:close/>
                <a:moveTo>
                  <a:pt x="516869" y="154700"/>
                </a:moveTo>
                <a:lnTo>
                  <a:pt x="525615" y="154700"/>
                </a:lnTo>
                <a:lnTo>
                  <a:pt x="525615" y="156921"/>
                </a:lnTo>
                <a:lnTo>
                  <a:pt x="516869" y="156921"/>
                </a:lnTo>
                <a:close/>
                <a:moveTo>
                  <a:pt x="624328" y="156921"/>
                </a:moveTo>
                <a:lnTo>
                  <a:pt x="630159" y="156921"/>
                </a:lnTo>
                <a:lnTo>
                  <a:pt x="630159" y="157661"/>
                </a:lnTo>
                <a:lnTo>
                  <a:pt x="624328" y="157661"/>
                </a:lnTo>
                <a:close/>
                <a:moveTo>
                  <a:pt x="715960" y="156181"/>
                </a:moveTo>
                <a:lnTo>
                  <a:pt x="726373" y="156181"/>
                </a:lnTo>
                <a:lnTo>
                  <a:pt x="726373" y="157661"/>
                </a:lnTo>
                <a:lnTo>
                  <a:pt x="715960" y="157661"/>
                </a:lnTo>
                <a:close/>
                <a:moveTo>
                  <a:pt x="834666" y="155440"/>
                </a:moveTo>
                <a:lnTo>
                  <a:pt x="860073" y="155440"/>
                </a:lnTo>
                <a:lnTo>
                  <a:pt x="860073" y="157661"/>
                </a:lnTo>
                <a:lnTo>
                  <a:pt x="834666" y="157661"/>
                </a:lnTo>
                <a:close/>
                <a:moveTo>
                  <a:pt x="754696" y="156181"/>
                </a:moveTo>
                <a:lnTo>
                  <a:pt x="776771" y="156181"/>
                </a:lnTo>
                <a:lnTo>
                  <a:pt x="776771" y="157661"/>
                </a:lnTo>
                <a:lnTo>
                  <a:pt x="754696" y="157661"/>
                </a:lnTo>
                <a:close/>
                <a:moveTo>
                  <a:pt x="192408" y="155440"/>
                </a:moveTo>
                <a:lnTo>
                  <a:pt x="217815" y="155440"/>
                </a:lnTo>
                <a:lnTo>
                  <a:pt x="217815" y="157661"/>
                </a:lnTo>
                <a:lnTo>
                  <a:pt x="192408" y="157661"/>
                </a:lnTo>
                <a:close/>
                <a:moveTo>
                  <a:pt x="67455" y="156181"/>
                </a:moveTo>
                <a:lnTo>
                  <a:pt x="134513" y="156181"/>
                </a:lnTo>
                <a:lnTo>
                  <a:pt x="134513" y="157661"/>
                </a:lnTo>
                <a:lnTo>
                  <a:pt x="67455" y="157661"/>
                </a:lnTo>
                <a:close/>
                <a:moveTo>
                  <a:pt x="269045" y="156921"/>
                </a:moveTo>
                <a:lnTo>
                  <a:pt x="283623" y="156921"/>
                </a:lnTo>
                <a:lnTo>
                  <a:pt x="283623" y="158401"/>
                </a:lnTo>
                <a:lnTo>
                  <a:pt x="269045" y="158401"/>
                </a:lnTo>
                <a:close/>
                <a:moveTo>
                  <a:pt x="911303" y="156921"/>
                </a:moveTo>
                <a:lnTo>
                  <a:pt x="925881" y="156921"/>
                </a:lnTo>
                <a:lnTo>
                  <a:pt x="925881" y="158401"/>
                </a:lnTo>
                <a:lnTo>
                  <a:pt x="911303" y="158401"/>
                </a:lnTo>
                <a:close/>
                <a:moveTo>
                  <a:pt x="269462" y="158401"/>
                </a:moveTo>
                <a:lnTo>
                  <a:pt x="283623" y="158401"/>
                </a:lnTo>
                <a:lnTo>
                  <a:pt x="283623" y="159141"/>
                </a:lnTo>
                <a:lnTo>
                  <a:pt x="269462" y="159141"/>
                </a:lnTo>
                <a:close/>
                <a:moveTo>
                  <a:pt x="413574" y="155440"/>
                </a:moveTo>
                <a:lnTo>
                  <a:pt x="421488" y="155440"/>
                </a:lnTo>
                <a:lnTo>
                  <a:pt x="421488" y="159141"/>
                </a:lnTo>
                <a:lnTo>
                  <a:pt x="413574" y="159141"/>
                </a:lnTo>
                <a:close/>
                <a:moveTo>
                  <a:pt x="835082" y="157661"/>
                </a:moveTo>
                <a:lnTo>
                  <a:pt x="860073" y="157661"/>
                </a:lnTo>
                <a:lnTo>
                  <a:pt x="860073" y="159141"/>
                </a:lnTo>
                <a:lnTo>
                  <a:pt x="835082" y="159141"/>
                </a:lnTo>
                <a:close/>
                <a:moveTo>
                  <a:pt x="715960" y="157661"/>
                </a:moveTo>
                <a:lnTo>
                  <a:pt x="725957" y="157661"/>
                </a:lnTo>
                <a:lnTo>
                  <a:pt x="725957" y="159141"/>
                </a:lnTo>
                <a:lnTo>
                  <a:pt x="715960" y="159141"/>
                </a:lnTo>
                <a:close/>
                <a:moveTo>
                  <a:pt x="911720" y="158401"/>
                </a:moveTo>
                <a:lnTo>
                  <a:pt x="925881" y="158401"/>
                </a:lnTo>
                <a:lnTo>
                  <a:pt x="925881" y="159141"/>
                </a:lnTo>
                <a:lnTo>
                  <a:pt x="911720" y="159141"/>
                </a:lnTo>
                <a:close/>
                <a:moveTo>
                  <a:pt x="192824" y="157661"/>
                </a:moveTo>
                <a:lnTo>
                  <a:pt x="217815" y="157661"/>
                </a:lnTo>
                <a:lnTo>
                  <a:pt x="217815" y="159141"/>
                </a:lnTo>
                <a:lnTo>
                  <a:pt x="192824" y="159141"/>
                </a:lnTo>
                <a:close/>
                <a:moveTo>
                  <a:pt x="754279" y="157661"/>
                </a:moveTo>
                <a:lnTo>
                  <a:pt x="776354" y="157661"/>
                </a:lnTo>
                <a:lnTo>
                  <a:pt x="776354" y="159882"/>
                </a:lnTo>
                <a:lnTo>
                  <a:pt x="754279" y="159882"/>
                </a:lnTo>
                <a:close/>
                <a:moveTo>
                  <a:pt x="658482" y="156921"/>
                </a:moveTo>
                <a:lnTo>
                  <a:pt x="668478" y="156921"/>
                </a:lnTo>
                <a:lnTo>
                  <a:pt x="668478" y="159882"/>
                </a:lnTo>
                <a:lnTo>
                  <a:pt x="658482" y="159882"/>
                </a:lnTo>
                <a:close/>
                <a:moveTo>
                  <a:pt x="67455" y="157661"/>
                </a:moveTo>
                <a:lnTo>
                  <a:pt x="134096" y="157661"/>
                </a:lnTo>
                <a:lnTo>
                  <a:pt x="134096" y="159882"/>
                </a:lnTo>
                <a:lnTo>
                  <a:pt x="67455" y="159882"/>
                </a:lnTo>
                <a:close/>
                <a:moveTo>
                  <a:pt x="516869" y="156921"/>
                </a:moveTo>
                <a:lnTo>
                  <a:pt x="525199" y="156921"/>
                </a:lnTo>
                <a:lnTo>
                  <a:pt x="525199" y="160622"/>
                </a:lnTo>
                <a:lnTo>
                  <a:pt x="516869" y="160622"/>
                </a:lnTo>
                <a:close/>
                <a:moveTo>
                  <a:pt x="658482" y="159882"/>
                </a:moveTo>
                <a:lnTo>
                  <a:pt x="668062" y="159882"/>
                </a:lnTo>
                <a:lnTo>
                  <a:pt x="668062" y="160622"/>
                </a:lnTo>
                <a:lnTo>
                  <a:pt x="658482" y="160622"/>
                </a:lnTo>
                <a:close/>
                <a:moveTo>
                  <a:pt x="269878" y="159141"/>
                </a:moveTo>
                <a:lnTo>
                  <a:pt x="283623" y="159141"/>
                </a:lnTo>
                <a:lnTo>
                  <a:pt x="283623" y="160622"/>
                </a:lnTo>
                <a:lnTo>
                  <a:pt x="269878" y="160622"/>
                </a:lnTo>
                <a:close/>
                <a:moveTo>
                  <a:pt x="912136" y="159141"/>
                </a:moveTo>
                <a:lnTo>
                  <a:pt x="925881" y="159141"/>
                </a:lnTo>
                <a:lnTo>
                  <a:pt x="925881" y="160622"/>
                </a:lnTo>
                <a:lnTo>
                  <a:pt x="912136" y="160622"/>
                </a:lnTo>
                <a:close/>
                <a:moveTo>
                  <a:pt x="624745" y="157661"/>
                </a:moveTo>
                <a:lnTo>
                  <a:pt x="630159" y="157661"/>
                </a:lnTo>
                <a:lnTo>
                  <a:pt x="630159" y="160622"/>
                </a:lnTo>
                <a:lnTo>
                  <a:pt x="624745" y="160622"/>
                </a:lnTo>
                <a:close/>
                <a:moveTo>
                  <a:pt x="754279" y="159882"/>
                </a:moveTo>
                <a:lnTo>
                  <a:pt x="775938" y="159882"/>
                </a:lnTo>
                <a:lnTo>
                  <a:pt x="775938" y="161362"/>
                </a:lnTo>
                <a:lnTo>
                  <a:pt x="754279" y="161362"/>
                </a:lnTo>
                <a:close/>
                <a:moveTo>
                  <a:pt x="624745" y="160622"/>
                </a:moveTo>
                <a:lnTo>
                  <a:pt x="630576" y="160622"/>
                </a:lnTo>
                <a:lnTo>
                  <a:pt x="630576" y="161362"/>
                </a:lnTo>
                <a:lnTo>
                  <a:pt x="624745" y="161362"/>
                </a:lnTo>
                <a:close/>
                <a:moveTo>
                  <a:pt x="193241" y="159141"/>
                </a:moveTo>
                <a:lnTo>
                  <a:pt x="217815" y="159141"/>
                </a:lnTo>
                <a:lnTo>
                  <a:pt x="217815" y="161362"/>
                </a:lnTo>
                <a:lnTo>
                  <a:pt x="193241" y="161362"/>
                </a:lnTo>
                <a:close/>
                <a:moveTo>
                  <a:pt x="270295" y="160622"/>
                </a:moveTo>
                <a:lnTo>
                  <a:pt x="283623" y="160622"/>
                </a:lnTo>
                <a:lnTo>
                  <a:pt x="283623" y="161362"/>
                </a:lnTo>
                <a:lnTo>
                  <a:pt x="270295" y="161362"/>
                </a:lnTo>
                <a:close/>
                <a:moveTo>
                  <a:pt x="912553" y="160622"/>
                </a:moveTo>
                <a:lnTo>
                  <a:pt x="925881" y="160622"/>
                </a:lnTo>
                <a:lnTo>
                  <a:pt x="925881" y="161362"/>
                </a:lnTo>
                <a:lnTo>
                  <a:pt x="912553" y="161362"/>
                </a:lnTo>
                <a:close/>
                <a:moveTo>
                  <a:pt x="835499" y="159141"/>
                </a:moveTo>
                <a:lnTo>
                  <a:pt x="860073" y="159141"/>
                </a:lnTo>
                <a:lnTo>
                  <a:pt x="860073" y="161362"/>
                </a:lnTo>
                <a:lnTo>
                  <a:pt x="835499" y="161362"/>
                </a:lnTo>
                <a:close/>
                <a:moveTo>
                  <a:pt x="716377" y="159141"/>
                </a:moveTo>
                <a:lnTo>
                  <a:pt x="725957" y="159141"/>
                </a:lnTo>
                <a:lnTo>
                  <a:pt x="725957" y="161362"/>
                </a:lnTo>
                <a:lnTo>
                  <a:pt x="716377" y="161362"/>
                </a:lnTo>
                <a:close/>
                <a:moveTo>
                  <a:pt x="67455" y="159882"/>
                </a:moveTo>
                <a:lnTo>
                  <a:pt x="133680" y="159882"/>
                </a:lnTo>
                <a:lnTo>
                  <a:pt x="133680" y="162102"/>
                </a:lnTo>
                <a:lnTo>
                  <a:pt x="67455" y="162102"/>
                </a:lnTo>
                <a:close/>
                <a:moveTo>
                  <a:pt x="753863" y="161362"/>
                </a:moveTo>
                <a:lnTo>
                  <a:pt x="775938" y="161362"/>
                </a:lnTo>
                <a:lnTo>
                  <a:pt x="775938" y="162102"/>
                </a:lnTo>
                <a:lnTo>
                  <a:pt x="753863" y="162102"/>
                </a:lnTo>
                <a:close/>
                <a:moveTo>
                  <a:pt x="716377" y="161362"/>
                </a:moveTo>
                <a:lnTo>
                  <a:pt x="725540" y="161362"/>
                </a:lnTo>
                <a:lnTo>
                  <a:pt x="725540" y="162102"/>
                </a:lnTo>
                <a:lnTo>
                  <a:pt x="716377" y="162102"/>
                </a:lnTo>
                <a:close/>
                <a:moveTo>
                  <a:pt x="413991" y="159141"/>
                </a:moveTo>
                <a:lnTo>
                  <a:pt x="421488" y="159141"/>
                </a:lnTo>
                <a:lnTo>
                  <a:pt x="421488" y="162842"/>
                </a:lnTo>
                <a:lnTo>
                  <a:pt x="413991" y="162842"/>
                </a:lnTo>
                <a:close/>
                <a:moveTo>
                  <a:pt x="270711" y="161362"/>
                </a:moveTo>
                <a:lnTo>
                  <a:pt x="283623" y="161362"/>
                </a:lnTo>
                <a:lnTo>
                  <a:pt x="283623" y="162842"/>
                </a:lnTo>
                <a:lnTo>
                  <a:pt x="270711" y="162842"/>
                </a:lnTo>
                <a:close/>
                <a:moveTo>
                  <a:pt x="912969" y="161362"/>
                </a:moveTo>
                <a:lnTo>
                  <a:pt x="925881" y="161362"/>
                </a:lnTo>
                <a:lnTo>
                  <a:pt x="925881" y="162842"/>
                </a:lnTo>
                <a:lnTo>
                  <a:pt x="912969" y="162842"/>
                </a:lnTo>
                <a:close/>
                <a:moveTo>
                  <a:pt x="658898" y="160622"/>
                </a:moveTo>
                <a:lnTo>
                  <a:pt x="668062" y="160622"/>
                </a:lnTo>
                <a:lnTo>
                  <a:pt x="668062" y="162842"/>
                </a:lnTo>
                <a:lnTo>
                  <a:pt x="658898" y="162842"/>
                </a:lnTo>
                <a:close/>
                <a:moveTo>
                  <a:pt x="271128" y="162842"/>
                </a:moveTo>
                <a:lnTo>
                  <a:pt x="283623" y="162842"/>
                </a:lnTo>
                <a:lnTo>
                  <a:pt x="283623" y="163583"/>
                </a:lnTo>
                <a:lnTo>
                  <a:pt x="271128" y="163583"/>
                </a:lnTo>
                <a:close/>
                <a:moveTo>
                  <a:pt x="913386" y="162842"/>
                </a:moveTo>
                <a:lnTo>
                  <a:pt x="925881" y="162842"/>
                </a:lnTo>
                <a:lnTo>
                  <a:pt x="925881" y="163583"/>
                </a:lnTo>
                <a:lnTo>
                  <a:pt x="913386" y="163583"/>
                </a:lnTo>
                <a:close/>
                <a:moveTo>
                  <a:pt x="835915" y="161362"/>
                </a:moveTo>
                <a:lnTo>
                  <a:pt x="860073" y="161362"/>
                </a:lnTo>
                <a:lnTo>
                  <a:pt x="860073" y="163583"/>
                </a:lnTo>
                <a:lnTo>
                  <a:pt x="835915" y="163583"/>
                </a:lnTo>
                <a:close/>
                <a:moveTo>
                  <a:pt x="193657" y="161362"/>
                </a:moveTo>
                <a:lnTo>
                  <a:pt x="217815" y="161362"/>
                </a:lnTo>
                <a:lnTo>
                  <a:pt x="217815" y="163583"/>
                </a:lnTo>
                <a:lnTo>
                  <a:pt x="193657" y="163583"/>
                </a:lnTo>
                <a:close/>
                <a:moveTo>
                  <a:pt x="753863" y="162102"/>
                </a:moveTo>
                <a:lnTo>
                  <a:pt x="775521" y="162102"/>
                </a:lnTo>
                <a:lnTo>
                  <a:pt x="775521" y="164323"/>
                </a:lnTo>
                <a:lnTo>
                  <a:pt x="753863" y="164323"/>
                </a:lnTo>
                <a:close/>
                <a:moveTo>
                  <a:pt x="625161" y="161362"/>
                </a:moveTo>
                <a:lnTo>
                  <a:pt x="630576" y="161362"/>
                </a:lnTo>
                <a:lnTo>
                  <a:pt x="630576" y="164323"/>
                </a:lnTo>
                <a:lnTo>
                  <a:pt x="625161" y="164323"/>
                </a:lnTo>
                <a:close/>
                <a:moveTo>
                  <a:pt x="516869" y="160622"/>
                </a:moveTo>
                <a:lnTo>
                  <a:pt x="524782" y="160622"/>
                </a:lnTo>
                <a:lnTo>
                  <a:pt x="524782" y="164323"/>
                </a:lnTo>
                <a:lnTo>
                  <a:pt x="516869" y="164323"/>
                </a:lnTo>
                <a:close/>
                <a:moveTo>
                  <a:pt x="67455" y="162102"/>
                </a:moveTo>
                <a:lnTo>
                  <a:pt x="133263" y="162102"/>
                </a:lnTo>
                <a:lnTo>
                  <a:pt x="133263" y="164323"/>
                </a:lnTo>
                <a:lnTo>
                  <a:pt x="67455" y="164323"/>
                </a:lnTo>
                <a:close/>
                <a:moveTo>
                  <a:pt x="271544" y="163583"/>
                </a:moveTo>
                <a:lnTo>
                  <a:pt x="283623" y="163583"/>
                </a:lnTo>
                <a:lnTo>
                  <a:pt x="283623" y="165063"/>
                </a:lnTo>
                <a:lnTo>
                  <a:pt x="271544" y="165063"/>
                </a:lnTo>
                <a:close/>
                <a:moveTo>
                  <a:pt x="753863" y="164323"/>
                </a:moveTo>
                <a:lnTo>
                  <a:pt x="775105" y="164323"/>
                </a:lnTo>
                <a:lnTo>
                  <a:pt x="775105" y="165063"/>
                </a:lnTo>
                <a:lnTo>
                  <a:pt x="753863" y="165063"/>
                </a:lnTo>
                <a:close/>
                <a:moveTo>
                  <a:pt x="658898" y="162842"/>
                </a:moveTo>
                <a:lnTo>
                  <a:pt x="667645" y="162842"/>
                </a:lnTo>
                <a:lnTo>
                  <a:pt x="667645" y="165063"/>
                </a:lnTo>
                <a:lnTo>
                  <a:pt x="658898" y="165063"/>
                </a:lnTo>
                <a:close/>
                <a:moveTo>
                  <a:pt x="913802" y="163583"/>
                </a:moveTo>
                <a:lnTo>
                  <a:pt x="925881" y="163583"/>
                </a:lnTo>
                <a:lnTo>
                  <a:pt x="925881" y="165063"/>
                </a:lnTo>
                <a:lnTo>
                  <a:pt x="913802" y="165063"/>
                </a:lnTo>
                <a:close/>
                <a:moveTo>
                  <a:pt x="716793" y="162102"/>
                </a:moveTo>
                <a:lnTo>
                  <a:pt x="725540" y="162102"/>
                </a:lnTo>
                <a:lnTo>
                  <a:pt x="725540" y="165063"/>
                </a:lnTo>
                <a:lnTo>
                  <a:pt x="716793" y="165063"/>
                </a:lnTo>
                <a:close/>
                <a:moveTo>
                  <a:pt x="717210" y="165063"/>
                </a:moveTo>
                <a:lnTo>
                  <a:pt x="725540" y="165063"/>
                </a:lnTo>
                <a:lnTo>
                  <a:pt x="725540" y="165803"/>
                </a:lnTo>
                <a:lnTo>
                  <a:pt x="717210" y="165803"/>
                </a:lnTo>
                <a:close/>
                <a:moveTo>
                  <a:pt x="836332" y="163583"/>
                </a:moveTo>
                <a:lnTo>
                  <a:pt x="860073" y="163583"/>
                </a:lnTo>
                <a:lnTo>
                  <a:pt x="860073" y="165803"/>
                </a:lnTo>
                <a:lnTo>
                  <a:pt x="836332" y="165803"/>
                </a:lnTo>
                <a:close/>
                <a:moveTo>
                  <a:pt x="659315" y="165063"/>
                </a:moveTo>
                <a:lnTo>
                  <a:pt x="667645" y="165063"/>
                </a:lnTo>
                <a:lnTo>
                  <a:pt x="667645" y="165803"/>
                </a:lnTo>
                <a:lnTo>
                  <a:pt x="659315" y="165803"/>
                </a:lnTo>
                <a:close/>
                <a:moveTo>
                  <a:pt x="194074" y="163583"/>
                </a:moveTo>
                <a:lnTo>
                  <a:pt x="217815" y="163583"/>
                </a:lnTo>
                <a:lnTo>
                  <a:pt x="217815" y="165803"/>
                </a:lnTo>
                <a:lnTo>
                  <a:pt x="194074" y="165803"/>
                </a:lnTo>
                <a:close/>
                <a:moveTo>
                  <a:pt x="625161" y="164323"/>
                </a:moveTo>
                <a:lnTo>
                  <a:pt x="630992" y="164323"/>
                </a:lnTo>
                <a:lnTo>
                  <a:pt x="630992" y="165803"/>
                </a:lnTo>
                <a:lnTo>
                  <a:pt x="625161" y="165803"/>
                </a:lnTo>
                <a:close/>
                <a:moveTo>
                  <a:pt x="753446" y="165063"/>
                </a:moveTo>
                <a:lnTo>
                  <a:pt x="775105" y="165063"/>
                </a:lnTo>
                <a:lnTo>
                  <a:pt x="775105" y="166543"/>
                </a:lnTo>
                <a:lnTo>
                  <a:pt x="753446" y="166543"/>
                </a:lnTo>
                <a:close/>
                <a:moveTo>
                  <a:pt x="67455" y="164323"/>
                </a:moveTo>
                <a:lnTo>
                  <a:pt x="132847" y="164323"/>
                </a:lnTo>
                <a:lnTo>
                  <a:pt x="132847" y="166543"/>
                </a:lnTo>
                <a:lnTo>
                  <a:pt x="67455" y="166543"/>
                </a:lnTo>
                <a:close/>
                <a:moveTo>
                  <a:pt x="271961" y="165063"/>
                </a:moveTo>
                <a:lnTo>
                  <a:pt x="283623" y="165063"/>
                </a:lnTo>
                <a:lnTo>
                  <a:pt x="283623" y="166543"/>
                </a:lnTo>
                <a:lnTo>
                  <a:pt x="271961" y="166543"/>
                </a:lnTo>
                <a:close/>
                <a:moveTo>
                  <a:pt x="914219" y="165063"/>
                </a:moveTo>
                <a:lnTo>
                  <a:pt x="925881" y="165063"/>
                </a:lnTo>
                <a:lnTo>
                  <a:pt x="925881" y="166543"/>
                </a:lnTo>
                <a:lnTo>
                  <a:pt x="914219" y="166543"/>
                </a:lnTo>
                <a:close/>
                <a:moveTo>
                  <a:pt x="272377" y="166543"/>
                </a:moveTo>
                <a:lnTo>
                  <a:pt x="283623" y="166543"/>
                </a:lnTo>
                <a:lnTo>
                  <a:pt x="283623" y="167283"/>
                </a:lnTo>
                <a:lnTo>
                  <a:pt x="272377" y="167283"/>
                </a:lnTo>
                <a:close/>
                <a:moveTo>
                  <a:pt x="914635" y="166543"/>
                </a:moveTo>
                <a:lnTo>
                  <a:pt x="925881" y="166543"/>
                </a:lnTo>
                <a:lnTo>
                  <a:pt x="925881" y="167283"/>
                </a:lnTo>
                <a:lnTo>
                  <a:pt x="914635" y="167283"/>
                </a:lnTo>
                <a:close/>
                <a:moveTo>
                  <a:pt x="414407" y="162842"/>
                </a:moveTo>
                <a:lnTo>
                  <a:pt x="421488" y="162842"/>
                </a:lnTo>
                <a:lnTo>
                  <a:pt x="421488" y="167283"/>
                </a:lnTo>
                <a:lnTo>
                  <a:pt x="414407" y="167283"/>
                </a:lnTo>
                <a:close/>
                <a:moveTo>
                  <a:pt x="717210" y="165803"/>
                </a:moveTo>
                <a:lnTo>
                  <a:pt x="725124" y="165803"/>
                </a:lnTo>
                <a:lnTo>
                  <a:pt x="725124" y="167283"/>
                </a:lnTo>
                <a:lnTo>
                  <a:pt x="717210" y="167283"/>
                </a:lnTo>
                <a:close/>
                <a:moveTo>
                  <a:pt x="836748" y="165803"/>
                </a:moveTo>
                <a:lnTo>
                  <a:pt x="860073" y="165803"/>
                </a:lnTo>
                <a:lnTo>
                  <a:pt x="860073" y="168024"/>
                </a:lnTo>
                <a:lnTo>
                  <a:pt x="836748" y="168024"/>
                </a:lnTo>
                <a:close/>
                <a:moveTo>
                  <a:pt x="194490" y="165803"/>
                </a:moveTo>
                <a:lnTo>
                  <a:pt x="217815" y="165803"/>
                </a:lnTo>
                <a:lnTo>
                  <a:pt x="217815" y="168024"/>
                </a:lnTo>
                <a:lnTo>
                  <a:pt x="194490" y="168024"/>
                </a:lnTo>
                <a:close/>
                <a:moveTo>
                  <a:pt x="625578" y="165803"/>
                </a:moveTo>
                <a:lnTo>
                  <a:pt x="630992" y="165803"/>
                </a:lnTo>
                <a:lnTo>
                  <a:pt x="630992" y="168024"/>
                </a:lnTo>
                <a:lnTo>
                  <a:pt x="625578" y="168024"/>
                </a:lnTo>
                <a:close/>
                <a:moveTo>
                  <a:pt x="915052" y="167283"/>
                </a:moveTo>
                <a:lnTo>
                  <a:pt x="925881" y="167283"/>
                </a:lnTo>
                <a:lnTo>
                  <a:pt x="925881" y="168764"/>
                </a:lnTo>
                <a:lnTo>
                  <a:pt x="915052" y="168764"/>
                </a:lnTo>
                <a:close/>
                <a:moveTo>
                  <a:pt x="692219" y="168024"/>
                </a:moveTo>
                <a:lnTo>
                  <a:pt x="692636" y="168024"/>
                </a:lnTo>
                <a:lnTo>
                  <a:pt x="692636" y="168764"/>
                </a:lnTo>
                <a:lnTo>
                  <a:pt x="692219" y="168764"/>
                </a:lnTo>
                <a:close/>
                <a:moveTo>
                  <a:pt x="753446" y="166543"/>
                </a:moveTo>
                <a:lnTo>
                  <a:pt x="774688" y="166543"/>
                </a:lnTo>
                <a:lnTo>
                  <a:pt x="774688" y="168764"/>
                </a:lnTo>
                <a:lnTo>
                  <a:pt x="753446" y="168764"/>
                </a:lnTo>
                <a:close/>
                <a:moveTo>
                  <a:pt x="516869" y="164323"/>
                </a:moveTo>
                <a:lnTo>
                  <a:pt x="524366" y="164323"/>
                </a:lnTo>
                <a:lnTo>
                  <a:pt x="524366" y="168764"/>
                </a:lnTo>
                <a:lnTo>
                  <a:pt x="516869" y="168764"/>
                </a:lnTo>
                <a:close/>
                <a:moveTo>
                  <a:pt x="67455" y="166543"/>
                </a:moveTo>
                <a:lnTo>
                  <a:pt x="132430" y="166543"/>
                </a:lnTo>
                <a:lnTo>
                  <a:pt x="132430" y="168764"/>
                </a:lnTo>
                <a:lnTo>
                  <a:pt x="67455" y="168764"/>
                </a:lnTo>
                <a:close/>
                <a:moveTo>
                  <a:pt x="272794" y="167283"/>
                </a:moveTo>
                <a:lnTo>
                  <a:pt x="283623" y="167283"/>
                </a:lnTo>
                <a:lnTo>
                  <a:pt x="283623" y="168764"/>
                </a:lnTo>
                <a:lnTo>
                  <a:pt x="272794" y="168764"/>
                </a:lnTo>
                <a:close/>
                <a:moveTo>
                  <a:pt x="659315" y="165803"/>
                </a:moveTo>
                <a:lnTo>
                  <a:pt x="667229" y="165803"/>
                </a:lnTo>
                <a:lnTo>
                  <a:pt x="667229" y="168764"/>
                </a:lnTo>
                <a:lnTo>
                  <a:pt x="659315" y="168764"/>
                </a:lnTo>
                <a:close/>
                <a:moveTo>
                  <a:pt x="273210" y="168764"/>
                </a:moveTo>
                <a:lnTo>
                  <a:pt x="283623" y="168764"/>
                </a:lnTo>
                <a:lnTo>
                  <a:pt x="283623" y="169504"/>
                </a:lnTo>
                <a:lnTo>
                  <a:pt x="273210" y="169504"/>
                </a:lnTo>
                <a:close/>
                <a:moveTo>
                  <a:pt x="915469" y="168764"/>
                </a:moveTo>
                <a:lnTo>
                  <a:pt x="925881" y="168764"/>
                </a:lnTo>
                <a:lnTo>
                  <a:pt x="925881" y="169504"/>
                </a:lnTo>
                <a:lnTo>
                  <a:pt x="915469" y="169504"/>
                </a:lnTo>
                <a:close/>
                <a:moveTo>
                  <a:pt x="837165" y="168024"/>
                </a:moveTo>
                <a:lnTo>
                  <a:pt x="860073" y="168024"/>
                </a:lnTo>
                <a:lnTo>
                  <a:pt x="860073" y="170244"/>
                </a:lnTo>
                <a:lnTo>
                  <a:pt x="837165" y="170244"/>
                </a:lnTo>
                <a:close/>
                <a:moveTo>
                  <a:pt x="717626" y="167283"/>
                </a:moveTo>
                <a:lnTo>
                  <a:pt x="725124" y="167283"/>
                </a:lnTo>
                <a:lnTo>
                  <a:pt x="725124" y="170244"/>
                </a:lnTo>
                <a:lnTo>
                  <a:pt x="717626" y="170244"/>
                </a:lnTo>
                <a:close/>
                <a:moveTo>
                  <a:pt x="67455" y="168764"/>
                </a:moveTo>
                <a:lnTo>
                  <a:pt x="132014" y="168764"/>
                </a:lnTo>
                <a:lnTo>
                  <a:pt x="132014" y="170244"/>
                </a:lnTo>
                <a:lnTo>
                  <a:pt x="67455" y="170244"/>
                </a:lnTo>
                <a:close/>
                <a:moveTo>
                  <a:pt x="194907" y="168024"/>
                </a:moveTo>
                <a:lnTo>
                  <a:pt x="217815" y="168024"/>
                </a:lnTo>
                <a:lnTo>
                  <a:pt x="217815" y="170244"/>
                </a:lnTo>
                <a:lnTo>
                  <a:pt x="194907" y="170244"/>
                </a:lnTo>
                <a:close/>
                <a:moveTo>
                  <a:pt x="753030" y="168764"/>
                </a:moveTo>
                <a:lnTo>
                  <a:pt x="774272" y="168764"/>
                </a:lnTo>
                <a:lnTo>
                  <a:pt x="774272" y="170244"/>
                </a:lnTo>
                <a:lnTo>
                  <a:pt x="753030" y="170244"/>
                </a:lnTo>
                <a:close/>
                <a:moveTo>
                  <a:pt x="659732" y="168764"/>
                </a:moveTo>
                <a:lnTo>
                  <a:pt x="666812" y="168764"/>
                </a:lnTo>
                <a:lnTo>
                  <a:pt x="666812" y="170984"/>
                </a:lnTo>
                <a:lnTo>
                  <a:pt x="659732" y="170984"/>
                </a:lnTo>
                <a:close/>
                <a:moveTo>
                  <a:pt x="625578" y="168024"/>
                </a:moveTo>
                <a:lnTo>
                  <a:pt x="631409" y="168024"/>
                </a:lnTo>
                <a:lnTo>
                  <a:pt x="631409" y="170984"/>
                </a:lnTo>
                <a:lnTo>
                  <a:pt x="625578" y="170984"/>
                </a:lnTo>
                <a:close/>
                <a:moveTo>
                  <a:pt x="273627" y="169504"/>
                </a:moveTo>
                <a:lnTo>
                  <a:pt x="283623" y="169504"/>
                </a:lnTo>
                <a:lnTo>
                  <a:pt x="283623" y="170984"/>
                </a:lnTo>
                <a:lnTo>
                  <a:pt x="273627" y="170984"/>
                </a:lnTo>
                <a:close/>
                <a:moveTo>
                  <a:pt x="915885" y="169504"/>
                </a:moveTo>
                <a:lnTo>
                  <a:pt x="925881" y="169504"/>
                </a:lnTo>
                <a:lnTo>
                  <a:pt x="925881" y="170984"/>
                </a:lnTo>
                <a:lnTo>
                  <a:pt x="915885" y="170984"/>
                </a:lnTo>
                <a:close/>
                <a:moveTo>
                  <a:pt x="691803" y="168764"/>
                </a:moveTo>
                <a:lnTo>
                  <a:pt x="692636" y="168764"/>
                </a:lnTo>
                <a:lnTo>
                  <a:pt x="692636" y="170984"/>
                </a:lnTo>
                <a:lnTo>
                  <a:pt x="691803" y="170984"/>
                </a:lnTo>
                <a:close/>
                <a:moveTo>
                  <a:pt x="625994" y="170984"/>
                </a:moveTo>
                <a:lnTo>
                  <a:pt x="631409" y="170984"/>
                </a:lnTo>
                <a:lnTo>
                  <a:pt x="631409" y="171725"/>
                </a:lnTo>
                <a:lnTo>
                  <a:pt x="625994" y="171725"/>
                </a:lnTo>
                <a:close/>
                <a:moveTo>
                  <a:pt x="274043" y="170984"/>
                </a:moveTo>
                <a:lnTo>
                  <a:pt x="283623" y="170984"/>
                </a:lnTo>
                <a:lnTo>
                  <a:pt x="283623" y="171725"/>
                </a:lnTo>
                <a:lnTo>
                  <a:pt x="274043" y="171725"/>
                </a:lnTo>
                <a:close/>
                <a:moveTo>
                  <a:pt x="916302" y="170984"/>
                </a:moveTo>
                <a:lnTo>
                  <a:pt x="925881" y="170984"/>
                </a:lnTo>
                <a:lnTo>
                  <a:pt x="925881" y="171725"/>
                </a:lnTo>
                <a:lnTo>
                  <a:pt x="916302" y="171725"/>
                </a:lnTo>
                <a:close/>
                <a:moveTo>
                  <a:pt x="691803" y="170984"/>
                </a:moveTo>
                <a:lnTo>
                  <a:pt x="693052" y="170984"/>
                </a:lnTo>
                <a:lnTo>
                  <a:pt x="693052" y="171725"/>
                </a:lnTo>
                <a:lnTo>
                  <a:pt x="691803" y="171725"/>
                </a:lnTo>
                <a:close/>
                <a:moveTo>
                  <a:pt x="837581" y="170244"/>
                </a:moveTo>
                <a:lnTo>
                  <a:pt x="860073" y="170244"/>
                </a:lnTo>
                <a:lnTo>
                  <a:pt x="860073" y="171725"/>
                </a:lnTo>
                <a:lnTo>
                  <a:pt x="837581" y="171725"/>
                </a:lnTo>
                <a:close/>
                <a:moveTo>
                  <a:pt x="195323" y="170244"/>
                </a:moveTo>
                <a:lnTo>
                  <a:pt x="217815" y="170244"/>
                </a:lnTo>
                <a:lnTo>
                  <a:pt x="217815" y="171725"/>
                </a:lnTo>
                <a:lnTo>
                  <a:pt x="195323" y="171725"/>
                </a:lnTo>
                <a:close/>
                <a:moveTo>
                  <a:pt x="753030" y="170244"/>
                </a:moveTo>
                <a:lnTo>
                  <a:pt x="773855" y="170244"/>
                </a:lnTo>
                <a:lnTo>
                  <a:pt x="773855" y="171725"/>
                </a:lnTo>
                <a:lnTo>
                  <a:pt x="753030" y="171725"/>
                </a:lnTo>
                <a:close/>
                <a:moveTo>
                  <a:pt x="67455" y="170244"/>
                </a:moveTo>
                <a:lnTo>
                  <a:pt x="131597" y="170244"/>
                </a:lnTo>
                <a:lnTo>
                  <a:pt x="131597" y="172465"/>
                </a:lnTo>
                <a:lnTo>
                  <a:pt x="67455" y="172465"/>
                </a:lnTo>
                <a:close/>
                <a:moveTo>
                  <a:pt x="752613" y="171725"/>
                </a:moveTo>
                <a:lnTo>
                  <a:pt x="773855" y="171725"/>
                </a:lnTo>
                <a:lnTo>
                  <a:pt x="773855" y="172465"/>
                </a:lnTo>
                <a:lnTo>
                  <a:pt x="752613" y="172465"/>
                </a:lnTo>
                <a:close/>
                <a:moveTo>
                  <a:pt x="274460" y="171725"/>
                </a:moveTo>
                <a:lnTo>
                  <a:pt x="283623" y="171725"/>
                </a:lnTo>
                <a:lnTo>
                  <a:pt x="283623" y="173205"/>
                </a:lnTo>
                <a:lnTo>
                  <a:pt x="274460" y="173205"/>
                </a:lnTo>
                <a:close/>
                <a:moveTo>
                  <a:pt x="659732" y="170984"/>
                </a:moveTo>
                <a:lnTo>
                  <a:pt x="666396" y="170984"/>
                </a:lnTo>
                <a:lnTo>
                  <a:pt x="666396" y="173205"/>
                </a:lnTo>
                <a:lnTo>
                  <a:pt x="659732" y="173205"/>
                </a:lnTo>
                <a:close/>
                <a:moveTo>
                  <a:pt x="916718" y="171725"/>
                </a:moveTo>
                <a:lnTo>
                  <a:pt x="925881" y="171725"/>
                </a:lnTo>
                <a:lnTo>
                  <a:pt x="925881" y="173205"/>
                </a:lnTo>
                <a:lnTo>
                  <a:pt x="916718" y="173205"/>
                </a:lnTo>
                <a:close/>
                <a:moveTo>
                  <a:pt x="718043" y="170244"/>
                </a:moveTo>
                <a:lnTo>
                  <a:pt x="724707" y="170244"/>
                </a:lnTo>
                <a:lnTo>
                  <a:pt x="724707" y="173205"/>
                </a:lnTo>
                <a:lnTo>
                  <a:pt x="718043" y="173205"/>
                </a:lnTo>
                <a:close/>
                <a:moveTo>
                  <a:pt x="660148" y="173205"/>
                </a:moveTo>
                <a:lnTo>
                  <a:pt x="666396" y="173205"/>
                </a:lnTo>
                <a:lnTo>
                  <a:pt x="666396" y="173945"/>
                </a:lnTo>
                <a:lnTo>
                  <a:pt x="660148" y="173945"/>
                </a:lnTo>
                <a:close/>
                <a:moveTo>
                  <a:pt x="691386" y="171725"/>
                </a:moveTo>
                <a:lnTo>
                  <a:pt x="693052" y="171725"/>
                </a:lnTo>
                <a:lnTo>
                  <a:pt x="693052" y="173945"/>
                </a:lnTo>
                <a:lnTo>
                  <a:pt x="691386" y="173945"/>
                </a:lnTo>
                <a:close/>
                <a:moveTo>
                  <a:pt x="718459" y="173205"/>
                </a:moveTo>
                <a:lnTo>
                  <a:pt x="724707" y="173205"/>
                </a:lnTo>
                <a:lnTo>
                  <a:pt x="724707" y="173945"/>
                </a:lnTo>
                <a:lnTo>
                  <a:pt x="718459" y="173945"/>
                </a:lnTo>
                <a:close/>
                <a:moveTo>
                  <a:pt x="837998" y="171725"/>
                </a:moveTo>
                <a:lnTo>
                  <a:pt x="860073" y="171725"/>
                </a:lnTo>
                <a:lnTo>
                  <a:pt x="860073" y="173945"/>
                </a:lnTo>
                <a:lnTo>
                  <a:pt x="837998" y="173945"/>
                </a:lnTo>
                <a:close/>
                <a:moveTo>
                  <a:pt x="195740" y="171725"/>
                </a:moveTo>
                <a:lnTo>
                  <a:pt x="217815" y="171725"/>
                </a:lnTo>
                <a:lnTo>
                  <a:pt x="217815" y="173945"/>
                </a:lnTo>
                <a:lnTo>
                  <a:pt x="195740" y="173945"/>
                </a:lnTo>
                <a:close/>
                <a:moveTo>
                  <a:pt x="414824" y="167283"/>
                </a:moveTo>
                <a:lnTo>
                  <a:pt x="421488" y="167283"/>
                </a:lnTo>
                <a:lnTo>
                  <a:pt x="421488" y="173945"/>
                </a:lnTo>
                <a:lnTo>
                  <a:pt x="414824" y="173945"/>
                </a:lnTo>
                <a:close/>
                <a:moveTo>
                  <a:pt x="516869" y="168764"/>
                </a:moveTo>
                <a:lnTo>
                  <a:pt x="523949" y="168764"/>
                </a:lnTo>
                <a:lnTo>
                  <a:pt x="523949" y="174685"/>
                </a:lnTo>
                <a:lnTo>
                  <a:pt x="516869" y="174685"/>
                </a:lnTo>
                <a:close/>
                <a:moveTo>
                  <a:pt x="752613" y="172465"/>
                </a:moveTo>
                <a:lnTo>
                  <a:pt x="773439" y="172465"/>
                </a:lnTo>
                <a:lnTo>
                  <a:pt x="773439" y="174685"/>
                </a:lnTo>
                <a:lnTo>
                  <a:pt x="752613" y="174685"/>
                </a:lnTo>
                <a:close/>
                <a:moveTo>
                  <a:pt x="917135" y="173205"/>
                </a:moveTo>
                <a:lnTo>
                  <a:pt x="925881" y="173205"/>
                </a:lnTo>
                <a:lnTo>
                  <a:pt x="925881" y="174685"/>
                </a:lnTo>
                <a:lnTo>
                  <a:pt x="917135" y="174685"/>
                </a:lnTo>
                <a:close/>
                <a:moveTo>
                  <a:pt x="274876" y="173205"/>
                </a:moveTo>
                <a:lnTo>
                  <a:pt x="283623" y="173205"/>
                </a:lnTo>
                <a:lnTo>
                  <a:pt x="283623" y="174685"/>
                </a:lnTo>
                <a:lnTo>
                  <a:pt x="274876" y="174685"/>
                </a:lnTo>
                <a:close/>
                <a:moveTo>
                  <a:pt x="625994" y="171725"/>
                </a:moveTo>
                <a:lnTo>
                  <a:pt x="631825" y="171725"/>
                </a:lnTo>
                <a:lnTo>
                  <a:pt x="631825" y="174685"/>
                </a:lnTo>
                <a:lnTo>
                  <a:pt x="625994" y="174685"/>
                </a:lnTo>
                <a:close/>
                <a:moveTo>
                  <a:pt x="691386" y="173945"/>
                </a:moveTo>
                <a:lnTo>
                  <a:pt x="693469" y="173945"/>
                </a:lnTo>
                <a:lnTo>
                  <a:pt x="693469" y="174685"/>
                </a:lnTo>
                <a:lnTo>
                  <a:pt x="691386" y="174685"/>
                </a:lnTo>
                <a:close/>
                <a:moveTo>
                  <a:pt x="67455" y="172465"/>
                </a:moveTo>
                <a:lnTo>
                  <a:pt x="131181" y="172465"/>
                </a:lnTo>
                <a:lnTo>
                  <a:pt x="131181" y="174685"/>
                </a:lnTo>
                <a:lnTo>
                  <a:pt x="67455" y="174685"/>
                </a:lnTo>
                <a:close/>
                <a:moveTo>
                  <a:pt x="275293" y="174685"/>
                </a:moveTo>
                <a:lnTo>
                  <a:pt x="283623" y="174685"/>
                </a:lnTo>
                <a:lnTo>
                  <a:pt x="283623" y="175426"/>
                </a:lnTo>
                <a:lnTo>
                  <a:pt x="275293" y="175426"/>
                </a:lnTo>
                <a:close/>
                <a:moveTo>
                  <a:pt x="917551" y="174685"/>
                </a:moveTo>
                <a:lnTo>
                  <a:pt x="925881" y="174685"/>
                </a:lnTo>
                <a:lnTo>
                  <a:pt x="925881" y="175426"/>
                </a:lnTo>
                <a:lnTo>
                  <a:pt x="917551" y="175426"/>
                </a:lnTo>
                <a:close/>
                <a:moveTo>
                  <a:pt x="752613" y="174685"/>
                </a:moveTo>
                <a:lnTo>
                  <a:pt x="773022" y="174685"/>
                </a:lnTo>
                <a:lnTo>
                  <a:pt x="773022" y="175426"/>
                </a:lnTo>
                <a:lnTo>
                  <a:pt x="752613" y="175426"/>
                </a:lnTo>
                <a:close/>
                <a:moveTo>
                  <a:pt x="718459" y="173945"/>
                </a:moveTo>
                <a:lnTo>
                  <a:pt x="724291" y="173945"/>
                </a:lnTo>
                <a:lnTo>
                  <a:pt x="724291" y="176166"/>
                </a:lnTo>
                <a:lnTo>
                  <a:pt x="718459" y="176166"/>
                </a:lnTo>
                <a:close/>
                <a:moveTo>
                  <a:pt x="838414" y="173945"/>
                </a:moveTo>
                <a:lnTo>
                  <a:pt x="860073" y="173945"/>
                </a:lnTo>
                <a:lnTo>
                  <a:pt x="860073" y="176166"/>
                </a:lnTo>
                <a:lnTo>
                  <a:pt x="838414" y="176166"/>
                </a:lnTo>
                <a:close/>
                <a:moveTo>
                  <a:pt x="196156" y="173945"/>
                </a:moveTo>
                <a:lnTo>
                  <a:pt x="217815" y="173945"/>
                </a:lnTo>
                <a:lnTo>
                  <a:pt x="217815" y="176166"/>
                </a:lnTo>
                <a:lnTo>
                  <a:pt x="196156" y="176166"/>
                </a:lnTo>
                <a:close/>
                <a:moveTo>
                  <a:pt x="690970" y="174685"/>
                </a:moveTo>
                <a:lnTo>
                  <a:pt x="693469" y="174685"/>
                </a:lnTo>
                <a:lnTo>
                  <a:pt x="693469" y="176906"/>
                </a:lnTo>
                <a:lnTo>
                  <a:pt x="690970" y="176906"/>
                </a:lnTo>
                <a:close/>
                <a:moveTo>
                  <a:pt x="275709" y="175426"/>
                </a:moveTo>
                <a:lnTo>
                  <a:pt x="283623" y="175426"/>
                </a:lnTo>
                <a:lnTo>
                  <a:pt x="283623" y="176906"/>
                </a:lnTo>
                <a:lnTo>
                  <a:pt x="275709" y="176906"/>
                </a:lnTo>
                <a:close/>
                <a:moveTo>
                  <a:pt x="917968" y="175426"/>
                </a:moveTo>
                <a:lnTo>
                  <a:pt x="925881" y="175426"/>
                </a:lnTo>
                <a:lnTo>
                  <a:pt x="925881" y="176906"/>
                </a:lnTo>
                <a:lnTo>
                  <a:pt x="917968" y="176906"/>
                </a:lnTo>
                <a:close/>
                <a:moveTo>
                  <a:pt x="67455" y="174685"/>
                </a:moveTo>
                <a:lnTo>
                  <a:pt x="130764" y="174685"/>
                </a:lnTo>
                <a:lnTo>
                  <a:pt x="130764" y="176906"/>
                </a:lnTo>
                <a:lnTo>
                  <a:pt x="67455" y="176906"/>
                </a:lnTo>
                <a:close/>
                <a:moveTo>
                  <a:pt x="752197" y="175426"/>
                </a:moveTo>
                <a:lnTo>
                  <a:pt x="773022" y="175426"/>
                </a:lnTo>
                <a:lnTo>
                  <a:pt x="773022" y="176906"/>
                </a:lnTo>
                <a:lnTo>
                  <a:pt x="752197" y="176906"/>
                </a:lnTo>
                <a:close/>
                <a:moveTo>
                  <a:pt x="660148" y="173945"/>
                </a:moveTo>
                <a:lnTo>
                  <a:pt x="665979" y="173945"/>
                </a:lnTo>
                <a:lnTo>
                  <a:pt x="665979" y="176906"/>
                </a:lnTo>
                <a:lnTo>
                  <a:pt x="660148" y="176906"/>
                </a:lnTo>
                <a:close/>
                <a:moveTo>
                  <a:pt x="690970" y="176906"/>
                </a:moveTo>
                <a:lnTo>
                  <a:pt x="693885" y="176906"/>
                </a:lnTo>
                <a:lnTo>
                  <a:pt x="693885" y="177646"/>
                </a:lnTo>
                <a:lnTo>
                  <a:pt x="690970" y="177646"/>
                </a:lnTo>
                <a:close/>
                <a:moveTo>
                  <a:pt x="276126" y="176906"/>
                </a:moveTo>
                <a:lnTo>
                  <a:pt x="283623" y="176906"/>
                </a:lnTo>
                <a:lnTo>
                  <a:pt x="283623" y="177646"/>
                </a:lnTo>
                <a:lnTo>
                  <a:pt x="276126" y="177646"/>
                </a:lnTo>
                <a:close/>
                <a:moveTo>
                  <a:pt x="918384" y="176906"/>
                </a:moveTo>
                <a:lnTo>
                  <a:pt x="925881" y="176906"/>
                </a:lnTo>
                <a:lnTo>
                  <a:pt x="925881" y="177646"/>
                </a:lnTo>
                <a:lnTo>
                  <a:pt x="918384" y="177646"/>
                </a:lnTo>
                <a:close/>
                <a:moveTo>
                  <a:pt x="718876" y="176166"/>
                </a:moveTo>
                <a:lnTo>
                  <a:pt x="724291" y="176166"/>
                </a:lnTo>
                <a:lnTo>
                  <a:pt x="724291" y="178386"/>
                </a:lnTo>
                <a:lnTo>
                  <a:pt x="718876" y="178386"/>
                </a:lnTo>
                <a:close/>
                <a:moveTo>
                  <a:pt x="838831" y="176166"/>
                </a:moveTo>
                <a:lnTo>
                  <a:pt x="860073" y="176166"/>
                </a:lnTo>
                <a:lnTo>
                  <a:pt x="860073" y="178386"/>
                </a:lnTo>
                <a:lnTo>
                  <a:pt x="838831" y="178386"/>
                </a:lnTo>
                <a:close/>
                <a:moveTo>
                  <a:pt x="625994" y="174685"/>
                </a:moveTo>
                <a:lnTo>
                  <a:pt x="632242" y="174685"/>
                </a:lnTo>
                <a:lnTo>
                  <a:pt x="632242" y="178386"/>
                </a:lnTo>
                <a:lnTo>
                  <a:pt x="625994" y="178386"/>
                </a:lnTo>
                <a:close/>
                <a:moveTo>
                  <a:pt x="196573" y="176166"/>
                </a:moveTo>
                <a:lnTo>
                  <a:pt x="217815" y="176166"/>
                </a:lnTo>
                <a:lnTo>
                  <a:pt x="217815" y="178386"/>
                </a:lnTo>
                <a:lnTo>
                  <a:pt x="196573" y="178386"/>
                </a:lnTo>
                <a:close/>
                <a:moveTo>
                  <a:pt x="67455" y="176906"/>
                </a:moveTo>
                <a:lnTo>
                  <a:pt x="130348" y="176906"/>
                </a:lnTo>
                <a:lnTo>
                  <a:pt x="130348" y="179127"/>
                </a:lnTo>
                <a:lnTo>
                  <a:pt x="67455" y="179127"/>
                </a:lnTo>
                <a:close/>
                <a:moveTo>
                  <a:pt x="752197" y="176906"/>
                </a:moveTo>
                <a:lnTo>
                  <a:pt x="772606" y="176906"/>
                </a:lnTo>
                <a:lnTo>
                  <a:pt x="772606" y="179127"/>
                </a:lnTo>
                <a:lnTo>
                  <a:pt x="752197" y="179127"/>
                </a:lnTo>
                <a:close/>
                <a:moveTo>
                  <a:pt x="918801" y="177646"/>
                </a:moveTo>
                <a:lnTo>
                  <a:pt x="925881" y="177646"/>
                </a:lnTo>
                <a:lnTo>
                  <a:pt x="925881" y="179127"/>
                </a:lnTo>
                <a:lnTo>
                  <a:pt x="918801" y="179127"/>
                </a:lnTo>
                <a:close/>
                <a:moveTo>
                  <a:pt x="276542" y="177646"/>
                </a:moveTo>
                <a:lnTo>
                  <a:pt x="283623" y="177646"/>
                </a:lnTo>
                <a:lnTo>
                  <a:pt x="283623" y="179127"/>
                </a:lnTo>
                <a:lnTo>
                  <a:pt x="276542" y="179127"/>
                </a:lnTo>
                <a:close/>
                <a:moveTo>
                  <a:pt x="718876" y="178386"/>
                </a:moveTo>
                <a:lnTo>
                  <a:pt x="723874" y="178386"/>
                </a:lnTo>
                <a:lnTo>
                  <a:pt x="723874" y="179127"/>
                </a:lnTo>
                <a:lnTo>
                  <a:pt x="718876" y="179127"/>
                </a:lnTo>
                <a:close/>
                <a:moveTo>
                  <a:pt x="690553" y="177646"/>
                </a:moveTo>
                <a:lnTo>
                  <a:pt x="693885" y="177646"/>
                </a:lnTo>
                <a:lnTo>
                  <a:pt x="693885" y="179127"/>
                </a:lnTo>
                <a:lnTo>
                  <a:pt x="690553" y="179127"/>
                </a:lnTo>
                <a:close/>
                <a:moveTo>
                  <a:pt x="625994" y="178386"/>
                </a:moveTo>
                <a:lnTo>
                  <a:pt x="632658" y="178386"/>
                </a:lnTo>
                <a:lnTo>
                  <a:pt x="632658" y="179867"/>
                </a:lnTo>
                <a:lnTo>
                  <a:pt x="625994" y="179867"/>
                </a:lnTo>
                <a:close/>
                <a:moveTo>
                  <a:pt x="276959" y="179127"/>
                </a:moveTo>
                <a:lnTo>
                  <a:pt x="283623" y="179127"/>
                </a:lnTo>
                <a:lnTo>
                  <a:pt x="283623" y="179867"/>
                </a:lnTo>
                <a:lnTo>
                  <a:pt x="276959" y="179867"/>
                </a:lnTo>
                <a:close/>
                <a:moveTo>
                  <a:pt x="919217" y="179127"/>
                </a:moveTo>
                <a:lnTo>
                  <a:pt x="925881" y="179127"/>
                </a:lnTo>
                <a:lnTo>
                  <a:pt x="925881" y="179867"/>
                </a:lnTo>
                <a:lnTo>
                  <a:pt x="919217" y="179867"/>
                </a:lnTo>
                <a:close/>
                <a:moveTo>
                  <a:pt x="660565" y="176906"/>
                </a:moveTo>
                <a:lnTo>
                  <a:pt x="665563" y="176906"/>
                </a:lnTo>
                <a:lnTo>
                  <a:pt x="665563" y="179867"/>
                </a:lnTo>
                <a:lnTo>
                  <a:pt x="660565" y="179867"/>
                </a:lnTo>
                <a:close/>
                <a:moveTo>
                  <a:pt x="690553" y="179127"/>
                </a:moveTo>
                <a:lnTo>
                  <a:pt x="694302" y="179127"/>
                </a:lnTo>
                <a:lnTo>
                  <a:pt x="694302" y="180607"/>
                </a:lnTo>
                <a:lnTo>
                  <a:pt x="690553" y="180607"/>
                </a:lnTo>
                <a:close/>
                <a:moveTo>
                  <a:pt x="839247" y="178386"/>
                </a:moveTo>
                <a:lnTo>
                  <a:pt x="860073" y="178386"/>
                </a:lnTo>
                <a:lnTo>
                  <a:pt x="860073" y="180607"/>
                </a:lnTo>
                <a:lnTo>
                  <a:pt x="839247" y="180607"/>
                </a:lnTo>
                <a:close/>
                <a:moveTo>
                  <a:pt x="196989" y="178386"/>
                </a:moveTo>
                <a:lnTo>
                  <a:pt x="217815" y="178386"/>
                </a:lnTo>
                <a:lnTo>
                  <a:pt x="217815" y="180607"/>
                </a:lnTo>
                <a:lnTo>
                  <a:pt x="196989" y="180607"/>
                </a:lnTo>
                <a:close/>
                <a:moveTo>
                  <a:pt x="660565" y="179867"/>
                </a:moveTo>
                <a:lnTo>
                  <a:pt x="665146" y="179867"/>
                </a:lnTo>
                <a:lnTo>
                  <a:pt x="665146" y="181347"/>
                </a:lnTo>
                <a:lnTo>
                  <a:pt x="660565" y="181347"/>
                </a:lnTo>
                <a:close/>
                <a:moveTo>
                  <a:pt x="67455" y="179127"/>
                </a:moveTo>
                <a:lnTo>
                  <a:pt x="129931" y="179127"/>
                </a:lnTo>
                <a:lnTo>
                  <a:pt x="129931" y="181347"/>
                </a:lnTo>
                <a:lnTo>
                  <a:pt x="67455" y="181347"/>
                </a:lnTo>
                <a:close/>
                <a:moveTo>
                  <a:pt x="277376" y="179867"/>
                </a:moveTo>
                <a:lnTo>
                  <a:pt x="283623" y="179867"/>
                </a:lnTo>
                <a:lnTo>
                  <a:pt x="283623" y="181347"/>
                </a:lnTo>
                <a:lnTo>
                  <a:pt x="277376" y="181347"/>
                </a:lnTo>
                <a:close/>
                <a:moveTo>
                  <a:pt x="751780" y="179127"/>
                </a:moveTo>
                <a:lnTo>
                  <a:pt x="772189" y="179127"/>
                </a:lnTo>
                <a:lnTo>
                  <a:pt x="772189" y="181347"/>
                </a:lnTo>
                <a:lnTo>
                  <a:pt x="751780" y="181347"/>
                </a:lnTo>
                <a:close/>
                <a:moveTo>
                  <a:pt x="919634" y="179867"/>
                </a:moveTo>
                <a:lnTo>
                  <a:pt x="925881" y="179867"/>
                </a:lnTo>
                <a:lnTo>
                  <a:pt x="925881" y="181347"/>
                </a:lnTo>
                <a:lnTo>
                  <a:pt x="919634" y="181347"/>
                </a:lnTo>
                <a:close/>
                <a:moveTo>
                  <a:pt x="690137" y="180607"/>
                </a:moveTo>
                <a:lnTo>
                  <a:pt x="694302" y="180607"/>
                </a:lnTo>
                <a:lnTo>
                  <a:pt x="694302" y="182087"/>
                </a:lnTo>
                <a:lnTo>
                  <a:pt x="690137" y="182087"/>
                </a:lnTo>
                <a:close/>
                <a:moveTo>
                  <a:pt x="626411" y="179867"/>
                </a:moveTo>
                <a:lnTo>
                  <a:pt x="632658" y="179867"/>
                </a:lnTo>
                <a:lnTo>
                  <a:pt x="632658" y="182087"/>
                </a:lnTo>
                <a:lnTo>
                  <a:pt x="626411" y="182087"/>
                </a:lnTo>
                <a:close/>
                <a:moveTo>
                  <a:pt x="719292" y="179127"/>
                </a:moveTo>
                <a:lnTo>
                  <a:pt x="723874" y="179127"/>
                </a:lnTo>
                <a:lnTo>
                  <a:pt x="723874" y="182087"/>
                </a:lnTo>
                <a:lnTo>
                  <a:pt x="719292" y="182087"/>
                </a:lnTo>
                <a:close/>
                <a:moveTo>
                  <a:pt x="719709" y="182087"/>
                </a:moveTo>
                <a:lnTo>
                  <a:pt x="723874" y="182087"/>
                </a:lnTo>
                <a:lnTo>
                  <a:pt x="723874" y="182828"/>
                </a:lnTo>
                <a:lnTo>
                  <a:pt x="719709" y="182828"/>
                </a:lnTo>
                <a:close/>
                <a:moveTo>
                  <a:pt x="277792" y="181347"/>
                </a:moveTo>
                <a:lnTo>
                  <a:pt x="283623" y="181347"/>
                </a:lnTo>
                <a:lnTo>
                  <a:pt x="283623" y="182828"/>
                </a:lnTo>
                <a:lnTo>
                  <a:pt x="277792" y="182828"/>
                </a:lnTo>
                <a:close/>
                <a:moveTo>
                  <a:pt x="920050" y="181347"/>
                </a:moveTo>
                <a:lnTo>
                  <a:pt x="925881" y="181347"/>
                </a:lnTo>
                <a:lnTo>
                  <a:pt x="925881" y="182828"/>
                </a:lnTo>
                <a:lnTo>
                  <a:pt x="920050" y="182828"/>
                </a:lnTo>
                <a:close/>
                <a:moveTo>
                  <a:pt x="67455" y="181347"/>
                </a:moveTo>
                <a:lnTo>
                  <a:pt x="129515" y="181347"/>
                </a:lnTo>
                <a:lnTo>
                  <a:pt x="129515" y="182828"/>
                </a:lnTo>
                <a:lnTo>
                  <a:pt x="67455" y="182828"/>
                </a:lnTo>
                <a:close/>
                <a:moveTo>
                  <a:pt x="751780" y="181347"/>
                </a:moveTo>
                <a:lnTo>
                  <a:pt x="771773" y="181347"/>
                </a:lnTo>
                <a:lnTo>
                  <a:pt x="771773" y="182828"/>
                </a:lnTo>
                <a:lnTo>
                  <a:pt x="751780" y="182828"/>
                </a:lnTo>
                <a:close/>
                <a:moveTo>
                  <a:pt x="660981" y="181347"/>
                </a:moveTo>
                <a:lnTo>
                  <a:pt x="665146" y="181347"/>
                </a:lnTo>
                <a:lnTo>
                  <a:pt x="665146" y="182828"/>
                </a:lnTo>
                <a:lnTo>
                  <a:pt x="660981" y="182828"/>
                </a:lnTo>
                <a:close/>
                <a:moveTo>
                  <a:pt x="839664" y="180607"/>
                </a:moveTo>
                <a:lnTo>
                  <a:pt x="860073" y="180607"/>
                </a:lnTo>
                <a:lnTo>
                  <a:pt x="860073" y="182828"/>
                </a:lnTo>
                <a:lnTo>
                  <a:pt x="839664" y="182828"/>
                </a:lnTo>
                <a:close/>
                <a:moveTo>
                  <a:pt x="197406" y="180607"/>
                </a:moveTo>
                <a:lnTo>
                  <a:pt x="217815" y="180607"/>
                </a:lnTo>
                <a:lnTo>
                  <a:pt x="217815" y="182828"/>
                </a:lnTo>
                <a:lnTo>
                  <a:pt x="197406" y="182828"/>
                </a:lnTo>
                <a:close/>
                <a:moveTo>
                  <a:pt x="278209" y="182828"/>
                </a:moveTo>
                <a:lnTo>
                  <a:pt x="283623" y="182828"/>
                </a:lnTo>
                <a:lnTo>
                  <a:pt x="283623" y="183568"/>
                </a:lnTo>
                <a:lnTo>
                  <a:pt x="278209" y="183568"/>
                </a:lnTo>
                <a:close/>
                <a:moveTo>
                  <a:pt x="246970" y="182087"/>
                </a:moveTo>
                <a:lnTo>
                  <a:pt x="247387" y="182087"/>
                </a:lnTo>
                <a:lnTo>
                  <a:pt x="247387" y="183568"/>
                </a:lnTo>
                <a:lnTo>
                  <a:pt x="246970" y="183568"/>
                </a:lnTo>
                <a:close/>
                <a:moveTo>
                  <a:pt x="690137" y="182087"/>
                </a:moveTo>
                <a:lnTo>
                  <a:pt x="694718" y="182087"/>
                </a:lnTo>
                <a:lnTo>
                  <a:pt x="694718" y="183568"/>
                </a:lnTo>
                <a:lnTo>
                  <a:pt x="690137" y="183568"/>
                </a:lnTo>
                <a:close/>
                <a:moveTo>
                  <a:pt x="920467" y="182828"/>
                </a:moveTo>
                <a:lnTo>
                  <a:pt x="925881" y="182828"/>
                </a:lnTo>
                <a:lnTo>
                  <a:pt x="925881" y="183568"/>
                </a:lnTo>
                <a:lnTo>
                  <a:pt x="920467" y="183568"/>
                </a:lnTo>
                <a:close/>
                <a:moveTo>
                  <a:pt x="889228" y="182087"/>
                </a:moveTo>
                <a:lnTo>
                  <a:pt x="889645" y="182087"/>
                </a:lnTo>
                <a:lnTo>
                  <a:pt x="889645" y="183568"/>
                </a:lnTo>
                <a:lnTo>
                  <a:pt x="889228" y="183568"/>
                </a:lnTo>
                <a:close/>
                <a:moveTo>
                  <a:pt x="840080" y="182828"/>
                </a:moveTo>
                <a:lnTo>
                  <a:pt x="860073" y="182828"/>
                </a:lnTo>
                <a:lnTo>
                  <a:pt x="860073" y="184308"/>
                </a:lnTo>
                <a:lnTo>
                  <a:pt x="840080" y="184308"/>
                </a:lnTo>
                <a:close/>
                <a:moveTo>
                  <a:pt x="197822" y="182828"/>
                </a:moveTo>
                <a:lnTo>
                  <a:pt x="217815" y="182828"/>
                </a:lnTo>
                <a:lnTo>
                  <a:pt x="217815" y="184308"/>
                </a:lnTo>
                <a:lnTo>
                  <a:pt x="197822" y="184308"/>
                </a:lnTo>
                <a:close/>
                <a:moveTo>
                  <a:pt x="889228" y="183568"/>
                </a:moveTo>
                <a:lnTo>
                  <a:pt x="890061" y="183568"/>
                </a:lnTo>
                <a:lnTo>
                  <a:pt x="890061" y="184308"/>
                </a:lnTo>
                <a:lnTo>
                  <a:pt x="889228" y="184308"/>
                </a:lnTo>
                <a:close/>
                <a:moveTo>
                  <a:pt x="246970" y="183568"/>
                </a:moveTo>
                <a:lnTo>
                  <a:pt x="247803" y="183568"/>
                </a:lnTo>
                <a:lnTo>
                  <a:pt x="247803" y="184308"/>
                </a:lnTo>
                <a:lnTo>
                  <a:pt x="246970" y="184308"/>
                </a:lnTo>
                <a:close/>
                <a:moveTo>
                  <a:pt x="67455" y="182828"/>
                </a:moveTo>
                <a:lnTo>
                  <a:pt x="129098" y="182828"/>
                </a:lnTo>
                <a:lnTo>
                  <a:pt x="129098" y="185048"/>
                </a:lnTo>
                <a:lnTo>
                  <a:pt x="67455" y="185048"/>
                </a:lnTo>
                <a:close/>
                <a:moveTo>
                  <a:pt x="689720" y="183568"/>
                </a:moveTo>
                <a:lnTo>
                  <a:pt x="694718" y="183568"/>
                </a:lnTo>
                <a:lnTo>
                  <a:pt x="694718" y="185048"/>
                </a:lnTo>
                <a:lnTo>
                  <a:pt x="689720" y="185048"/>
                </a:lnTo>
                <a:close/>
                <a:moveTo>
                  <a:pt x="751364" y="182828"/>
                </a:moveTo>
                <a:lnTo>
                  <a:pt x="771356" y="182828"/>
                </a:lnTo>
                <a:lnTo>
                  <a:pt x="771356" y="185048"/>
                </a:lnTo>
                <a:lnTo>
                  <a:pt x="751364" y="185048"/>
                </a:lnTo>
                <a:close/>
                <a:moveTo>
                  <a:pt x="278625" y="183568"/>
                </a:moveTo>
                <a:lnTo>
                  <a:pt x="283623" y="183568"/>
                </a:lnTo>
                <a:lnTo>
                  <a:pt x="283623" y="185048"/>
                </a:lnTo>
                <a:lnTo>
                  <a:pt x="278625" y="185048"/>
                </a:lnTo>
                <a:close/>
                <a:moveTo>
                  <a:pt x="719709" y="182828"/>
                </a:moveTo>
                <a:lnTo>
                  <a:pt x="723458" y="182828"/>
                </a:lnTo>
                <a:lnTo>
                  <a:pt x="723458" y="185048"/>
                </a:lnTo>
                <a:lnTo>
                  <a:pt x="719709" y="185048"/>
                </a:lnTo>
                <a:close/>
                <a:moveTo>
                  <a:pt x="920883" y="183568"/>
                </a:moveTo>
                <a:lnTo>
                  <a:pt x="925881" y="183568"/>
                </a:lnTo>
                <a:lnTo>
                  <a:pt x="925881" y="185048"/>
                </a:lnTo>
                <a:lnTo>
                  <a:pt x="920883" y="185048"/>
                </a:lnTo>
                <a:close/>
                <a:moveTo>
                  <a:pt x="279042" y="185048"/>
                </a:moveTo>
                <a:lnTo>
                  <a:pt x="283623" y="185048"/>
                </a:lnTo>
                <a:lnTo>
                  <a:pt x="283623" y="185788"/>
                </a:lnTo>
                <a:lnTo>
                  <a:pt x="279042" y="185788"/>
                </a:lnTo>
                <a:close/>
                <a:moveTo>
                  <a:pt x="921300" y="185048"/>
                </a:moveTo>
                <a:lnTo>
                  <a:pt x="925881" y="185048"/>
                </a:lnTo>
                <a:lnTo>
                  <a:pt x="925881" y="185788"/>
                </a:lnTo>
                <a:lnTo>
                  <a:pt x="921300" y="185788"/>
                </a:lnTo>
                <a:close/>
                <a:moveTo>
                  <a:pt x="660981" y="182828"/>
                </a:moveTo>
                <a:lnTo>
                  <a:pt x="664730" y="182828"/>
                </a:lnTo>
                <a:lnTo>
                  <a:pt x="664730" y="185788"/>
                </a:lnTo>
                <a:lnTo>
                  <a:pt x="660981" y="185788"/>
                </a:lnTo>
                <a:close/>
                <a:moveTo>
                  <a:pt x="626411" y="182087"/>
                </a:moveTo>
                <a:lnTo>
                  <a:pt x="633075" y="182087"/>
                </a:lnTo>
                <a:lnTo>
                  <a:pt x="633075" y="185788"/>
                </a:lnTo>
                <a:lnTo>
                  <a:pt x="626411" y="185788"/>
                </a:lnTo>
                <a:close/>
                <a:moveTo>
                  <a:pt x="689720" y="185048"/>
                </a:moveTo>
                <a:lnTo>
                  <a:pt x="695135" y="185048"/>
                </a:lnTo>
                <a:lnTo>
                  <a:pt x="695135" y="185788"/>
                </a:lnTo>
                <a:lnTo>
                  <a:pt x="689720" y="185788"/>
                </a:lnTo>
                <a:close/>
                <a:moveTo>
                  <a:pt x="889228" y="184308"/>
                </a:moveTo>
                <a:lnTo>
                  <a:pt x="890478" y="184308"/>
                </a:lnTo>
                <a:lnTo>
                  <a:pt x="890478" y="185788"/>
                </a:lnTo>
                <a:lnTo>
                  <a:pt x="889228" y="185788"/>
                </a:lnTo>
                <a:close/>
                <a:moveTo>
                  <a:pt x="246970" y="184308"/>
                </a:moveTo>
                <a:lnTo>
                  <a:pt x="248220" y="184308"/>
                </a:lnTo>
                <a:lnTo>
                  <a:pt x="248220" y="185788"/>
                </a:lnTo>
                <a:lnTo>
                  <a:pt x="246970" y="185788"/>
                </a:lnTo>
                <a:close/>
                <a:moveTo>
                  <a:pt x="198239" y="184308"/>
                </a:moveTo>
                <a:lnTo>
                  <a:pt x="217815" y="184308"/>
                </a:lnTo>
                <a:lnTo>
                  <a:pt x="217815" y="186528"/>
                </a:lnTo>
                <a:lnTo>
                  <a:pt x="198239" y="186528"/>
                </a:lnTo>
                <a:close/>
                <a:moveTo>
                  <a:pt x="246970" y="185788"/>
                </a:moveTo>
                <a:lnTo>
                  <a:pt x="248636" y="185788"/>
                </a:lnTo>
                <a:lnTo>
                  <a:pt x="248636" y="186528"/>
                </a:lnTo>
                <a:lnTo>
                  <a:pt x="246970" y="186528"/>
                </a:lnTo>
                <a:close/>
                <a:moveTo>
                  <a:pt x="720125" y="185048"/>
                </a:moveTo>
                <a:lnTo>
                  <a:pt x="723458" y="185048"/>
                </a:lnTo>
                <a:lnTo>
                  <a:pt x="723458" y="186528"/>
                </a:lnTo>
                <a:lnTo>
                  <a:pt x="720125" y="186528"/>
                </a:lnTo>
                <a:close/>
                <a:moveTo>
                  <a:pt x="840497" y="184308"/>
                </a:moveTo>
                <a:lnTo>
                  <a:pt x="860073" y="184308"/>
                </a:lnTo>
                <a:lnTo>
                  <a:pt x="860073" y="186528"/>
                </a:lnTo>
                <a:lnTo>
                  <a:pt x="840497" y="186528"/>
                </a:lnTo>
                <a:close/>
                <a:moveTo>
                  <a:pt x="889228" y="185788"/>
                </a:moveTo>
                <a:lnTo>
                  <a:pt x="890894" y="185788"/>
                </a:lnTo>
                <a:lnTo>
                  <a:pt x="890894" y="186528"/>
                </a:lnTo>
                <a:lnTo>
                  <a:pt x="889228" y="186528"/>
                </a:lnTo>
                <a:close/>
                <a:moveTo>
                  <a:pt x="751364" y="185048"/>
                </a:moveTo>
                <a:lnTo>
                  <a:pt x="770940" y="185048"/>
                </a:lnTo>
                <a:lnTo>
                  <a:pt x="770940" y="186528"/>
                </a:lnTo>
                <a:lnTo>
                  <a:pt x="751364" y="186528"/>
                </a:lnTo>
                <a:close/>
                <a:moveTo>
                  <a:pt x="279458" y="185788"/>
                </a:moveTo>
                <a:lnTo>
                  <a:pt x="283623" y="185788"/>
                </a:lnTo>
                <a:lnTo>
                  <a:pt x="283623" y="187269"/>
                </a:lnTo>
                <a:lnTo>
                  <a:pt x="279458" y="187269"/>
                </a:lnTo>
                <a:close/>
                <a:moveTo>
                  <a:pt x="921716" y="185788"/>
                </a:moveTo>
                <a:lnTo>
                  <a:pt x="925881" y="185788"/>
                </a:lnTo>
                <a:lnTo>
                  <a:pt x="925881" y="187269"/>
                </a:lnTo>
                <a:lnTo>
                  <a:pt x="921716" y="187269"/>
                </a:lnTo>
                <a:close/>
                <a:moveTo>
                  <a:pt x="720125" y="186528"/>
                </a:moveTo>
                <a:lnTo>
                  <a:pt x="723041" y="186528"/>
                </a:lnTo>
                <a:lnTo>
                  <a:pt x="723041" y="187269"/>
                </a:lnTo>
                <a:lnTo>
                  <a:pt x="720125" y="187269"/>
                </a:lnTo>
                <a:close/>
                <a:moveTo>
                  <a:pt x="750947" y="186528"/>
                </a:moveTo>
                <a:lnTo>
                  <a:pt x="770940" y="186528"/>
                </a:lnTo>
                <a:lnTo>
                  <a:pt x="770940" y="187269"/>
                </a:lnTo>
                <a:lnTo>
                  <a:pt x="750947" y="187269"/>
                </a:lnTo>
                <a:close/>
                <a:moveTo>
                  <a:pt x="67455" y="185048"/>
                </a:moveTo>
                <a:lnTo>
                  <a:pt x="128682" y="185048"/>
                </a:lnTo>
                <a:lnTo>
                  <a:pt x="128682" y="187269"/>
                </a:lnTo>
                <a:lnTo>
                  <a:pt x="67455" y="187269"/>
                </a:lnTo>
                <a:close/>
                <a:moveTo>
                  <a:pt x="922133" y="187269"/>
                </a:moveTo>
                <a:lnTo>
                  <a:pt x="925881" y="187269"/>
                </a:lnTo>
                <a:lnTo>
                  <a:pt x="925881" y="188009"/>
                </a:lnTo>
                <a:lnTo>
                  <a:pt x="922133" y="188009"/>
                </a:lnTo>
                <a:close/>
                <a:moveTo>
                  <a:pt x="889228" y="186528"/>
                </a:moveTo>
                <a:lnTo>
                  <a:pt x="891311" y="186528"/>
                </a:lnTo>
                <a:lnTo>
                  <a:pt x="891311" y="188009"/>
                </a:lnTo>
                <a:lnTo>
                  <a:pt x="889228" y="188009"/>
                </a:lnTo>
                <a:close/>
                <a:moveTo>
                  <a:pt x="689304" y="185788"/>
                </a:moveTo>
                <a:lnTo>
                  <a:pt x="695135" y="185788"/>
                </a:lnTo>
                <a:lnTo>
                  <a:pt x="695135" y="188009"/>
                </a:lnTo>
                <a:lnTo>
                  <a:pt x="689304" y="188009"/>
                </a:lnTo>
                <a:close/>
                <a:moveTo>
                  <a:pt x="279875" y="187269"/>
                </a:moveTo>
                <a:lnTo>
                  <a:pt x="283623" y="187269"/>
                </a:lnTo>
                <a:lnTo>
                  <a:pt x="283623" y="188009"/>
                </a:lnTo>
                <a:lnTo>
                  <a:pt x="279875" y="188009"/>
                </a:lnTo>
                <a:close/>
                <a:moveTo>
                  <a:pt x="661398" y="185788"/>
                </a:moveTo>
                <a:lnTo>
                  <a:pt x="664313" y="185788"/>
                </a:lnTo>
                <a:lnTo>
                  <a:pt x="664313" y="188009"/>
                </a:lnTo>
                <a:lnTo>
                  <a:pt x="661398" y="188009"/>
                </a:lnTo>
                <a:close/>
                <a:moveTo>
                  <a:pt x="246970" y="186528"/>
                </a:moveTo>
                <a:lnTo>
                  <a:pt x="249053" y="186528"/>
                </a:lnTo>
                <a:lnTo>
                  <a:pt x="249053" y="188009"/>
                </a:lnTo>
                <a:lnTo>
                  <a:pt x="246970" y="188009"/>
                </a:lnTo>
                <a:close/>
                <a:moveTo>
                  <a:pt x="889228" y="188009"/>
                </a:moveTo>
                <a:lnTo>
                  <a:pt x="891727" y="188009"/>
                </a:lnTo>
                <a:lnTo>
                  <a:pt x="891727" y="188749"/>
                </a:lnTo>
                <a:lnTo>
                  <a:pt x="889228" y="188749"/>
                </a:lnTo>
                <a:close/>
                <a:moveTo>
                  <a:pt x="689304" y="188009"/>
                </a:moveTo>
                <a:lnTo>
                  <a:pt x="695551" y="188009"/>
                </a:lnTo>
                <a:lnTo>
                  <a:pt x="695551" y="188749"/>
                </a:lnTo>
                <a:lnTo>
                  <a:pt x="689304" y="188749"/>
                </a:lnTo>
                <a:close/>
                <a:moveTo>
                  <a:pt x="626411" y="185788"/>
                </a:moveTo>
                <a:lnTo>
                  <a:pt x="633491" y="185788"/>
                </a:lnTo>
                <a:lnTo>
                  <a:pt x="633491" y="188749"/>
                </a:lnTo>
                <a:lnTo>
                  <a:pt x="626411" y="188749"/>
                </a:lnTo>
                <a:close/>
                <a:moveTo>
                  <a:pt x="198655" y="186528"/>
                </a:moveTo>
                <a:lnTo>
                  <a:pt x="217815" y="186528"/>
                </a:lnTo>
                <a:lnTo>
                  <a:pt x="217815" y="188749"/>
                </a:lnTo>
                <a:lnTo>
                  <a:pt x="198655" y="188749"/>
                </a:lnTo>
                <a:close/>
                <a:moveTo>
                  <a:pt x="840913" y="186528"/>
                </a:moveTo>
                <a:lnTo>
                  <a:pt x="860073" y="186528"/>
                </a:lnTo>
                <a:lnTo>
                  <a:pt x="860073" y="188749"/>
                </a:lnTo>
                <a:lnTo>
                  <a:pt x="840913" y="188749"/>
                </a:lnTo>
                <a:close/>
                <a:moveTo>
                  <a:pt x="246970" y="188009"/>
                </a:moveTo>
                <a:lnTo>
                  <a:pt x="249469" y="188009"/>
                </a:lnTo>
                <a:lnTo>
                  <a:pt x="249469" y="188749"/>
                </a:lnTo>
                <a:lnTo>
                  <a:pt x="246970" y="188749"/>
                </a:lnTo>
                <a:close/>
                <a:moveTo>
                  <a:pt x="661398" y="188009"/>
                </a:moveTo>
                <a:lnTo>
                  <a:pt x="663897" y="188009"/>
                </a:lnTo>
                <a:lnTo>
                  <a:pt x="663897" y="189489"/>
                </a:lnTo>
                <a:lnTo>
                  <a:pt x="661398" y="189489"/>
                </a:lnTo>
                <a:close/>
                <a:moveTo>
                  <a:pt x="67455" y="187269"/>
                </a:moveTo>
                <a:lnTo>
                  <a:pt x="128265" y="187269"/>
                </a:lnTo>
                <a:lnTo>
                  <a:pt x="128265" y="189489"/>
                </a:lnTo>
                <a:lnTo>
                  <a:pt x="67455" y="189489"/>
                </a:lnTo>
                <a:close/>
                <a:moveTo>
                  <a:pt x="280291" y="188009"/>
                </a:moveTo>
                <a:lnTo>
                  <a:pt x="283623" y="188009"/>
                </a:lnTo>
                <a:lnTo>
                  <a:pt x="283623" y="189489"/>
                </a:lnTo>
                <a:lnTo>
                  <a:pt x="280291" y="189489"/>
                </a:lnTo>
                <a:close/>
                <a:moveTo>
                  <a:pt x="750947" y="187269"/>
                </a:moveTo>
                <a:lnTo>
                  <a:pt x="770523" y="187269"/>
                </a:lnTo>
                <a:lnTo>
                  <a:pt x="770523" y="189489"/>
                </a:lnTo>
                <a:lnTo>
                  <a:pt x="750947" y="189489"/>
                </a:lnTo>
                <a:close/>
                <a:moveTo>
                  <a:pt x="922549" y="188009"/>
                </a:moveTo>
                <a:lnTo>
                  <a:pt x="925881" y="188009"/>
                </a:lnTo>
                <a:lnTo>
                  <a:pt x="925881" y="189489"/>
                </a:lnTo>
                <a:lnTo>
                  <a:pt x="922549" y="189489"/>
                </a:lnTo>
                <a:close/>
                <a:moveTo>
                  <a:pt x="720542" y="187269"/>
                </a:moveTo>
                <a:lnTo>
                  <a:pt x="723041" y="187269"/>
                </a:lnTo>
                <a:lnTo>
                  <a:pt x="723041" y="190229"/>
                </a:lnTo>
                <a:lnTo>
                  <a:pt x="720542" y="190229"/>
                </a:lnTo>
                <a:close/>
                <a:moveTo>
                  <a:pt x="246970" y="188749"/>
                </a:moveTo>
                <a:lnTo>
                  <a:pt x="249886" y="188749"/>
                </a:lnTo>
                <a:lnTo>
                  <a:pt x="249886" y="190229"/>
                </a:lnTo>
                <a:lnTo>
                  <a:pt x="246970" y="190229"/>
                </a:lnTo>
                <a:close/>
                <a:moveTo>
                  <a:pt x="280708" y="189489"/>
                </a:moveTo>
                <a:lnTo>
                  <a:pt x="283623" y="189489"/>
                </a:lnTo>
                <a:lnTo>
                  <a:pt x="283623" y="190229"/>
                </a:lnTo>
                <a:lnTo>
                  <a:pt x="280708" y="190229"/>
                </a:lnTo>
                <a:close/>
                <a:moveTo>
                  <a:pt x="922966" y="189489"/>
                </a:moveTo>
                <a:lnTo>
                  <a:pt x="925881" y="189489"/>
                </a:lnTo>
                <a:lnTo>
                  <a:pt x="925881" y="190229"/>
                </a:lnTo>
                <a:lnTo>
                  <a:pt x="922966" y="190229"/>
                </a:lnTo>
                <a:close/>
                <a:moveTo>
                  <a:pt x="750947" y="189489"/>
                </a:moveTo>
                <a:lnTo>
                  <a:pt x="770107" y="189489"/>
                </a:lnTo>
                <a:lnTo>
                  <a:pt x="770107" y="190229"/>
                </a:lnTo>
                <a:lnTo>
                  <a:pt x="750947" y="190229"/>
                </a:lnTo>
                <a:close/>
                <a:moveTo>
                  <a:pt x="889228" y="188749"/>
                </a:moveTo>
                <a:lnTo>
                  <a:pt x="892144" y="188749"/>
                </a:lnTo>
                <a:lnTo>
                  <a:pt x="892144" y="190229"/>
                </a:lnTo>
                <a:lnTo>
                  <a:pt x="889228" y="190229"/>
                </a:lnTo>
                <a:close/>
                <a:moveTo>
                  <a:pt x="841330" y="188749"/>
                </a:moveTo>
                <a:lnTo>
                  <a:pt x="860073" y="188749"/>
                </a:lnTo>
                <a:lnTo>
                  <a:pt x="860073" y="190970"/>
                </a:lnTo>
                <a:lnTo>
                  <a:pt x="841330" y="190970"/>
                </a:lnTo>
                <a:close/>
                <a:moveTo>
                  <a:pt x="199072" y="188749"/>
                </a:moveTo>
                <a:lnTo>
                  <a:pt x="217815" y="188749"/>
                </a:lnTo>
                <a:lnTo>
                  <a:pt x="217815" y="190970"/>
                </a:lnTo>
                <a:lnTo>
                  <a:pt x="199072" y="190970"/>
                </a:lnTo>
                <a:close/>
                <a:moveTo>
                  <a:pt x="720958" y="190229"/>
                </a:moveTo>
                <a:lnTo>
                  <a:pt x="723041" y="190229"/>
                </a:lnTo>
                <a:lnTo>
                  <a:pt x="723041" y="190970"/>
                </a:lnTo>
                <a:lnTo>
                  <a:pt x="720958" y="190970"/>
                </a:lnTo>
                <a:close/>
                <a:moveTo>
                  <a:pt x="661814" y="189489"/>
                </a:moveTo>
                <a:lnTo>
                  <a:pt x="663897" y="189489"/>
                </a:lnTo>
                <a:lnTo>
                  <a:pt x="663897" y="190970"/>
                </a:lnTo>
                <a:lnTo>
                  <a:pt x="661814" y="190970"/>
                </a:lnTo>
                <a:close/>
                <a:moveTo>
                  <a:pt x="688887" y="188749"/>
                </a:moveTo>
                <a:lnTo>
                  <a:pt x="695551" y="188749"/>
                </a:lnTo>
                <a:lnTo>
                  <a:pt x="695551" y="190970"/>
                </a:lnTo>
                <a:lnTo>
                  <a:pt x="688887" y="190970"/>
                </a:lnTo>
                <a:close/>
                <a:moveTo>
                  <a:pt x="67455" y="189489"/>
                </a:moveTo>
                <a:lnTo>
                  <a:pt x="127849" y="189489"/>
                </a:lnTo>
                <a:lnTo>
                  <a:pt x="127849" y="191710"/>
                </a:lnTo>
                <a:lnTo>
                  <a:pt x="67455" y="191710"/>
                </a:lnTo>
                <a:close/>
                <a:moveTo>
                  <a:pt x="688887" y="190970"/>
                </a:moveTo>
                <a:lnTo>
                  <a:pt x="695968" y="190970"/>
                </a:lnTo>
                <a:lnTo>
                  <a:pt x="695968" y="191710"/>
                </a:lnTo>
                <a:lnTo>
                  <a:pt x="688887" y="191710"/>
                </a:lnTo>
                <a:close/>
                <a:moveTo>
                  <a:pt x="889228" y="190229"/>
                </a:moveTo>
                <a:lnTo>
                  <a:pt x="892560" y="190229"/>
                </a:lnTo>
                <a:lnTo>
                  <a:pt x="892560" y="191710"/>
                </a:lnTo>
                <a:lnTo>
                  <a:pt x="889228" y="191710"/>
                </a:lnTo>
                <a:close/>
                <a:moveTo>
                  <a:pt x="246970" y="190229"/>
                </a:moveTo>
                <a:lnTo>
                  <a:pt x="250302" y="190229"/>
                </a:lnTo>
                <a:lnTo>
                  <a:pt x="250302" y="191710"/>
                </a:lnTo>
                <a:lnTo>
                  <a:pt x="246970" y="191710"/>
                </a:lnTo>
                <a:close/>
                <a:moveTo>
                  <a:pt x="281124" y="190229"/>
                </a:moveTo>
                <a:lnTo>
                  <a:pt x="283623" y="190229"/>
                </a:lnTo>
                <a:lnTo>
                  <a:pt x="283623" y="191710"/>
                </a:lnTo>
                <a:lnTo>
                  <a:pt x="281124" y="191710"/>
                </a:lnTo>
                <a:close/>
                <a:moveTo>
                  <a:pt x="923382" y="190229"/>
                </a:moveTo>
                <a:lnTo>
                  <a:pt x="925881" y="190229"/>
                </a:lnTo>
                <a:lnTo>
                  <a:pt x="925881" y="191710"/>
                </a:lnTo>
                <a:lnTo>
                  <a:pt x="923382" y="191710"/>
                </a:lnTo>
                <a:close/>
                <a:moveTo>
                  <a:pt x="750531" y="190229"/>
                </a:moveTo>
                <a:lnTo>
                  <a:pt x="770107" y="190229"/>
                </a:lnTo>
                <a:lnTo>
                  <a:pt x="770107" y="191710"/>
                </a:lnTo>
                <a:lnTo>
                  <a:pt x="750531" y="191710"/>
                </a:lnTo>
                <a:close/>
                <a:moveTo>
                  <a:pt x="246970" y="191710"/>
                </a:moveTo>
                <a:lnTo>
                  <a:pt x="250719" y="191710"/>
                </a:lnTo>
                <a:lnTo>
                  <a:pt x="250719" y="192450"/>
                </a:lnTo>
                <a:lnTo>
                  <a:pt x="246970" y="192450"/>
                </a:lnTo>
                <a:close/>
                <a:moveTo>
                  <a:pt x="626411" y="188749"/>
                </a:moveTo>
                <a:lnTo>
                  <a:pt x="633908" y="188749"/>
                </a:lnTo>
                <a:lnTo>
                  <a:pt x="633908" y="192450"/>
                </a:lnTo>
                <a:lnTo>
                  <a:pt x="626411" y="192450"/>
                </a:lnTo>
                <a:close/>
                <a:moveTo>
                  <a:pt x="889228" y="191710"/>
                </a:moveTo>
                <a:lnTo>
                  <a:pt x="892977" y="191710"/>
                </a:lnTo>
                <a:lnTo>
                  <a:pt x="892977" y="192450"/>
                </a:lnTo>
                <a:lnTo>
                  <a:pt x="889228" y="192450"/>
                </a:lnTo>
                <a:close/>
                <a:moveTo>
                  <a:pt x="720958" y="190970"/>
                </a:moveTo>
                <a:lnTo>
                  <a:pt x="722624" y="190970"/>
                </a:lnTo>
                <a:lnTo>
                  <a:pt x="722624" y="193190"/>
                </a:lnTo>
                <a:lnTo>
                  <a:pt x="720958" y="193190"/>
                </a:lnTo>
                <a:close/>
                <a:moveTo>
                  <a:pt x="841746" y="190970"/>
                </a:moveTo>
                <a:lnTo>
                  <a:pt x="860073" y="190970"/>
                </a:lnTo>
                <a:lnTo>
                  <a:pt x="860073" y="193190"/>
                </a:lnTo>
                <a:lnTo>
                  <a:pt x="841746" y="193190"/>
                </a:lnTo>
                <a:close/>
                <a:moveTo>
                  <a:pt x="199488" y="190970"/>
                </a:moveTo>
                <a:lnTo>
                  <a:pt x="217815" y="190970"/>
                </a:lnTo>
                <a:lnTo>
                  <a:pt x="217815" y="193190"/>
                </a:lnTo>
                <a:lnTo>
                  <a:pt x="199488" y="193190"/>
                </a:lnTo>
                <a:close/>
                <a:moveTo>
                  <a:pt x="750531" y="191710"/>
                </a:moveTo>
                <a:lnTo>
                  <a:pt x="769690" y="191710"/>
                </a:lnTo>
                <a:lnTo>
                  <a:pt x="769690" y="193190"/>
                </a:lnTo>
                <a:lnTo>
                  <a:pt x="750531" y="193190"/>
                </a:lnTo>
                <a:close/>
                <a:moveTo>
                  <a:pt x="281541" y="191710"/>
                </a:moveTo>
                <a:lnTo>
                  <a:pt x="283623" y="191710"/>
                </a:lnTo>
                <a:lnTo>
                  <a:pt x="283623" y="193190"/>
                </a:lnTo>
                <a:lnTo>
                  <a:pt x="281541" y="193190"/>
                </a:lnTo>
                <a:close/>
                <a:moveTo>
                  <a:pt x="923799" y="191710"/>
                </a:moveTo>
                <a:lnTo>
                  <a:pt x="925881" y="191710"/>
                </a:lnTo>
                <a:lnTo>
                  <a:pt x="925881" y="193190"/>
                </a:lnTo>
                <a:lnTo>
                  <a:pt x="923799" y="193190"/>
                </a:lnTo>
                <a:close/>
                <a:moveTo>
                  <a:pt x="281957" y="193190"/>
                </a:moveTo>
                <a:lnTo>
                  <a:pt x="283623" y="193190"/>
                </a:lnTo>
                <a:lnTo>
                  <a:pt x="283623" y="193930"/>
                </a:lnTo>
                <a:lnTo>
                  <a:pt x="281957" y="193930"/>
                </a:lnTo>
                <a:close/>
                <a:moveTo>
                  <a:pt x="889228" y="192450"/>
                </a:moveTo>
                <a:lnTo>
                  <a:pt x="893393" y="192450"/>
                </a:lnTo>
                <a:lnTo>
                  <a:pt x="893393" y="193930"/>
                </a:lnTo>
                <a:lnTo>
                  <a:pt x="889228" y="193930"/>
                </a:lnTo>
                <a:close/>
                <a:moveTo>
                  <a:pt x="688471" y="191710"/>
                </a:moveTo>
                <a:lnTo>
                  <a:pt x="695968" y="191710"/>
                </a:lnTo>
                <a:lnTo>
                  <a:pt x="695968" y="193930"/>
                </a:lnTo>
                <a:lnTo>
                  <a:pt x="688471" y="193930"/>
                </a:lnTo>
                <a:close/>
                <a:moveTo>
                  <a:pt x="750114" y="193190"/>
                </a:moveTo>
                <a:lnTo>
                  <a:pt x="769690" y="193190"/>
                </a:lnTo>
                <a:lnTo>
                  <a:pt x="769690" y="193930"/>
                </a:lnTo>
                <a:lnTo>
                  <a:pt x="750114" y="193930"/>
                </a:lnTo>
                <a:close/>
                <a:moveTo>
                  <a:pt x="661814" y="190970"/>
                </a:moveTo>
                <a:lnTo>
                  <a:pt x="663480" y="190970"/>
                </a:lnTo>
                <a:lnTo>
                  <a:pt x="663480" y="193930"/>
                </a:lnTo>
                <a:lnTo>
                  <a:pt x="661814" y="193930"/>
                </a:lnTo>
                <a:close/>
                <a:moveTo>
                  <a:pt x="246970" y="192450"/>
                </a:moveTo>
                <a:lnTo>
                  <a:pt x="251135" y="192450"/>
                </a:lnTo>
                <a:lnTo>
                  <a:pt x="251135" y="193930"/>
                </a:lnTo>
                <a:lnTo>
                  <a:pt x="246970" y="193930"/>
                </a:lnTo>
                <a:close/>
                <a:moveTo>
                  <a:pt x="67455" y="191710"/>
                </a:moveTo>
                <a:lnTo>
                  <a:pt x="127432" y="191710"/>
                </a:lnTo>
                <a:lnTo>
                  <a:pt x="127432" y="193930"/>
                </a:lnTo>
                <a:lnTo>
                  <a:pt x="67455" y="193930"/>
                </a:lnTo>
                <a:close/>
                <a:moveTo>
                  <a:pt x="924215" y="193190"/>
                </a:moveTo>
                <a:lnTo>
                  <a:pt x="925881" y="193190"/>
                </a:lnTo>
                <a:lnTo>
                  <a:pt x="925881" y="193930"/>
                </a:lnTo>
                <a:lnTo>
                  <a:pt x="924215" y="193930"/>
                </a:lnTo>
                <a:close/>
                <a:moveTo>
                  <a:pt x="721375" y="193190"/>
                </a:moveTo>
                <a:lnTo>
                  <a:pt x="722624" y="193190"/>
                </a:lnTo>
                <a:lnTo>
                  <a:pt x="722624" y="194671"/>
                </a:lnTo>
                <a:lnTo>
                  <a:pt x="721375" y="194671"/>
                </a:lnTo>
                <a:close/>
                <a:moveTo>
                  <a:pt x="889228" y="193930"/>
                </a:moveTo>
                <a:lnTo>
                  <a:pt x="893810" y="193930"/>
                </a:lnTo>
                <a:lnTo>
                  <a:pt x="893810" y="194671"/>
                </a:lnTo>
                <a:lnTo>
                  <a:pt x="889228" y="194671"/>
                </a:lnTo>
                <a:close/>
                <a:moveTo>
                  <a:pt x="688471" y="193930"/>
                </a:moveTo>
                <a:lnTo>
                  <a:pt x="696384" y="193930"/>
                </a:lnTo>
                <a:lnTo>
                  <a:pt x="696384" y="194671"/>
                </a:lnTo>
                <a:lnTo>
                  <a:pt x="688471" y="194671"/>
                </a:lnTo>
                <a:close/>
                <a:moveTo>
                  <a:pt x="246970" y="193930"/>
                </a:moveTo>
                <a:lnTo>
                  <a:pt x="251552" y="193930"/>
                </a:lnTo>
                <a:lnTo>
                  <a:pt x="251552" y="194671"/>
                </a:lnTo>
                <a:lnTo>
                  <a:pt x="246970" y="194671"/>
                </a:lnTo>
                <a:close/>
                <a:moveTo>
                  <a:pt x="67455" y="193930"/>
                </a:moveTo>
                <a:lnTo>
                  <a:pt x="127015" y="193930"/>
                </a:lnTo>
                <a:lnTo>
                  <a:pt x="127015" y="195411"/>
                </a:lnTo>
                <a:lnTo>
                  <a:pt x="67455" y="195411"/>
                </a:lnTo>
                <a:close/>
                <a:moveTo>
                  <a:pt x="842163" y="193190"/>
                </a:moveTo>
                <a:lnTo>
                  <a:pt x="860073" y="193190"/>
                </a:lnTo>
                <a:lnTo>
                  <a:pt x="860073" y="195411"/>
                </a:lnTo>
                <a:lnTo>
                  <a:pt x="842163" y="195411"/>
                </a:lnTo>
                <a:close/>
                <a:moveTo>
                  <a:pt x="199905" y="193190"/>
                </a:moveTo>
                <a:lnTo>
                  <a:pt x="217815" y="193190"/>
                </a:lnTo>
                <a:lnTo>
                  <a:pt x="217815" y="195411"/>
                </a:lnTo>
                <a:lnTo>
                  <a:pt x="199905" y="195411"/>
                </a:lnTo>
                <a:close/>
                <a:moveTo>
                  <a:pt x="282374" y="193930"/>
                </a:moveTo>
                <a:lnTo>
                  <a:pt x="283623" y="193930"/>
                </a:lnTo>
                <a:lnTo>
                  <a:pt x="283623" y="195411"/>
                </a:lnTo>
                <a:lnTo>
                  <a:pt x="282374" y="195411"/>
                </a:lnTo>
                <a:close/>
                <a:moveTo>
                  <a:pt x="924632" y="193930"/>
                </a:moveTo>
                <a:lnTo>
                  <a:pt x="925881" y="193930"/>
                </a:lnTo>
                <a:lnTo>
                  <a:pt x="925881" y="195411"/>
                </a:lnTo>
                <a:lnTo>
                  <a:pt x="924632" y="195411"/>
                </a:lnTo>
                <a:close/>
                <a:moveTo>
                  <a:pt x="750114" y="193930"/>
                </a:moveTo>
                <a:lnTo>
                  <a:pt x="769274" y="193930"/>
                </a:lnTo>
                <a:lnTo>
                  <a:pt x="769274" y="195411"/>
                </a:lnTo>
                <a:lnTo>
                  <a:pt x="750114" y="195411"/>
                </a:lnTo>
                <a:close/>
                <a:moveTo>
                  <a:pt x="688054" y="194671"/>
                </a:moveTo>
                <a:lnTo>
                  <a:pt x="696384" y="194671"/>
                </a:lnTo>
                <a:lnTo>
                  <a:pt x="696384" y="196151"/>
                </a:lnTo>
                <a:lnTo>
                  <a:pt x="688054" y="196151"/>
                </a:lnTo>
                <a:close/>
                <a:moveTo>
                  <a:pt x="246970" y="194671"/>
                </a:moveTo>
                <a:lnTo>
                  <a:pt x="251968" y="194671"/>
                </a:lnTo>
                <a:lnTo>
                  <a:pt x="251968" y="196151"/>
                </a:lnTo>
                <a:lnTo>
                  <a:pt x="246970" y="196151"/>
                </a:lnTo>
                <a:close/>
                <a:moveTo>
                  <a:pt x="282790" y="195411"/>
                </a:moveTo>
                <a:lnTo>
                  <a:pt x="283623" y="195411"/>
                </a:lnTo>
                <a:lnTo>
                  <a:pt x="283623" y="196151"/>
                </a:lnTo>
                <a:lnTo>
                  <a:pt x="282790" y="196151"/>
                </a:lnTo>
                <a:close/>
                <a:moveTo>
                  <a:pt x="925048" y="195411"/>
                </a:moveTo>
                <a:lnTo>
                  <a:pt x="925881" y="195411"/>
                </a:lnTo>
                <a:lnTo>
                  <a:pt x="925881" y="196151"/>
                </a:lnTo>
                <a:lnTo>
                  <a:pt x="925048" y="196151"/>
                </a:lnTo>
                <a:close/>
                <a:moveTo>
                  <a:pt x="626411" y="192450"/>
                </a:moveTo>
                <a:lnTo>
                  <a:pt x="634324" y="192450"/>
                </a:lnTo>
                <a:lnTo>
                  <a:pt x="634324" y="196151"/>
                </a:lnTo>
                <a:lnTo>
                  <a:pt x="626411" y="196151"/>
                </a:lnTo>
                <a:close/>
                <a:moveTo>
                  <a:pt x="889228" y="194671"/>
                </a:moveTo>
                <a:lnTo>
                  <a:pt x="894227" y="194671"/>
                </a:lnTo>
                <a:lnTo>
                  <a:pt x="894227" y="196151"/>
                </a:lnTo>
                <a:lnTo>
                  <a:pt x="889228" y="196151"/>
                </a:lnTo>
                <a:close/>
                <a:moveTo>
                  <a:pt x="721375" y="194671"/>
                </a:moveTo>
                <a:lnTo>
                  <a:pt x="722208" y="194671"/>
                </a:lnTo>
                <a:lnTo>
                  <a:pt x="722208" y="196151"/>
                </a:lnTo>
                <a:lnTo>
                  <a:pt x="721375" y="196151"/>
                </a:lnTo>
                <a:close/>
                <a:moveTo>
                  <a:pt x="889228" y="196151"/>
                </a:moveTo>
                <a:lnTo>
                  <a:pt x="894643" y="196151"/>
                </a:lnTo>
                <a:lnTo>
                  <a:pt x="894643" y="196891"/>
                </a:lnTo>
                <a:lnTo>
                  <a:pt x="889228" y="196891"/>
                </a:lnTo>
                <a:close/>
                <a:moveTo>
                  <a:pt x="200321" y="195411"/>
                </a:moveTo>
                <a:lnTo>
                  <a:pt x="217815" y="195411"/>
                </a:lnTo>
                <a:lnTo>
                  <a:pt x="217815" y="196891"/>
                </a:lnTo>
                <a:lnTo>
                  <a:pt x="200321" y="196891"/>
                </a:lnTo>
                <a:close/>
                <a:moveTo>
                  <a:pt x="842579" y="195411"/>
                </a:moveTo>
                <a:lnTo>
                  <a:pt x="860073" y="195411"/>
                </a:lnTo>
                <a:lnTo>
                  <a:pt x="860073" y="196891"/>
                </a:lnTo>
                <a:lnTo>
                  <a:pt x="842579" y="196891"/>
                </a:lnTo>
                <a:close/>
                <a:moveTo>
                  <a:pt x="246970" y="196151"/>
                </a:moveTo>
                <a:lnTo>
                  <a:pt x="252385" y="196151"/>
                </a:lnTo>
                <a:lnTo>
                  <a:pt x="252385" y="196891"/>
                </a:lnTo>
                <a:lnTo>
                  <a:pt x="246970" y="196891"/>
                </a:lnTo>
                <a:close/>
                <a:moveTo>
                  <a:pt x="750114" y="195411"/>
                </a:moveTo>
                <a:lnTo>
                  <a:pt x="768857" y="195411"/>
                </a:lnTo>
                <a:lnTo>
                  <a:pt x="768857" y="196891"/>
                </a:lnTo>
                <a:lnTo>
                  <a:pt x="750114" y="196891"/>
                </a:lnTo>
                <a:close/>
                <a:moveTo>
                  <a:pt x="662231" y="193930"/>
                </a:moveTo>
                <a:lnTo>
                  <a:pt x="663064" y="193930"/>
                </a:lnTo>
                <a:lnTo>
                  <a:pt x="663064" y="196891"/>
                </a:lnTo>
                <a:lnTo>
                  <a:pt x="662231" y="196891"/>
                </a:lnTo>
                <a:close/>
                <a:moveTo>
                  <a:pt x="283207" y="196151"/>
                </a:moveTo>
                <a:lnTo>
                  <a:pt x="283623" y="196151"/>
                </a:lnTo>
                <a:lnTo>
                  <a:pt x="283623" y="197631"/>
                </a:lnTo>
                <a:lnTo>
                  <a:pt x="283207" y="197631"/>
                </a:lnTo>
                <a:close/>
                <a:moveTo>
                  <a:pt x="925465" y="196151"/>
                </a:moveTo>
                <a:lnTo>
                  <a:pt x="925881" y="196151"/>
                </a:lnTo>
                <a:lnTo>
                  <a:pt x="925881" y="197631"/>
                </a:lnTo>
                <a:lnTo>
                  <a:pt x="925465" y="197631"/>
                </a:lnTo>
                <a:close/>
                <a:moveTo>
                  <a:pt x="688054" y="196151"/>
                </a:moveTo>
                <a:lnTo>
                  <a:pt x="696801" y="196151"/>
                </a:lnTo>
                <a:lnTo>
                  <a:pt x="696801" y="197631"/>
                </a:lnTo>
                <a:lnTo>
                  <a:pt x="688054" y="197631"/>
                </a:lnTo>
                <a:close/>
                <a:moveTo>
                  <a:pt x="749698" y="196891"/>
                </a:moveTo>
                <a:lnTo>
                  <a:pt x="768857" y="196891"/>
                </a:lnTo>
                <a:lnTo>
                  <a:pt x="768857" y="197631"/>
                </a:lnTo>
                <a:lnTo>
                  <a:pt x="749698" y="197631"/>
                </a:lnTo>
                <a:close/>
                <a:moveTo>
                  <a:pt x="67455" y="195411"/>
                </a:moveTo>
                <a:lnTo>
                  <a:pt x="126599" y="195411"/>
                </a:lnTo>
                <a:lnTo>
                  <a:pt x="126599" y="197631"/>
                </a:lnTo>
                <a:lnTo>
                  <a:pt x="67455" y="197631"/>
                </a:lnTo>
                <a:close/>
                <a:moveTo>
                  <a:pt x="889228" y="196891"/>
                </a:moveTo>
                <a:lnTo>
                  <a:pt x="895060" y="196891"/>
                </a:lnTo>
                <a:lnTo>
                  <a:pt x="895060" y="198372"/>
                </a:lnTo>
                <a:lnTo>
                  <a:pt x="889228" y="198372"/>
                </a:lnTo>
                <a:close/>
                <a:moveTo>
                  <a:pt x="662231" y="196891"/>
                </a:moveTo>
                <a:lnTo>
                  <a:pt x="662647" y="196891"/>
                </a:lnTo>
                <a:lnTo>
                  <a:pt x="662647" y="198372"/>
                </a:lnTo>
                <a:lnTo>
                  <a:pt x="662231" y="198372"/>
                </a:lnTo>
                <a:close/>
                <a:moveTo>
                  <a:pt x="246970" y="196891"/>
                </a:moveTo>
                <a:lnTo>
                  <a:pt x="252801" y="196891"/>
                </a:lnTo>
                <a:lnTo>
                  <a:pt x="252801" y="198372"/>
                </a:lnTo>
                <a:lnTo>
                  <a:pt x="246970" y="198372"/>
                </a:lnTo>
                <a:close/>
                <a:moveTo>
                  <a:pt x="626411" y="196151"/>
                </a:moveTo>
                <a:lnTo>
                  <a:pt x="634741" y="196151"/>
                </a:lnTo>
                <a:lnTo>
                  <a:pt x="634741" y="198372"/>
                </a:lnTo>
                <a:lnTo>
                  <a:pt x="626411" y="198372"/>
                </a:lnTo>
                <a:close/>
                <a:moveTo>
                  <a:pt x="246970" y="198372"/>
                </a:moveTo>
                <a:lnTo>
                  <a:pt x="253218" y="198372"/>
                </a:lnTo>
                <a:lnTo>
                  <a:pt x="253218" y="199112"/>
                </a:lnTo>
                <a:lnTo>
                  <a:pt x="246970" y="199112"/>
                </a:lnTo>
                <a:close/>
                <a:moveTo>
                  <a:pt x="721791" y="196151"/>
                </a:moveTo>
                <a:lnTo>
                  <a:pt x="722208" y="196151"/>
                </a:lnTo>
                <a:lnTo>
                  <a:pt x="722208" y="199112"/>
                </a:lnTo>
                <a:lnTo>
                  <a:pt x="721791" y="199112"/>
                </a:lnTo>
                <a:close/>
                <a:moveTo>
                  <a:pt x="889228" y="198372"/>
                </a:moveTo>
                <a:lnTo>
                  <a:pt x="895476" y="198372"/>
                </a:lnTo>
                <a:lnTo>
                  <a:pt x="895476" y="199112"/>
                </a:lnTo>
                <a:lnTo>
                  <a:pt x="889228" y="199112"/>
                </a:lnTo>
                <a:close/>
                <a:moveTo>
                  <a:pt x="687638" y="197631"/>
                </a:moveTo>
                <a:lnTo>
                  <a:pt x="696801" y="197631"/>
                </a:lnTo>
                <a:lnTo>
                  <a:pt x="696801" y="199112"/>
                </a:lnTo>
                <a:lnTo>
                  <a:pt x="687638" y="199112"/>
                </a:lnTo>
                <a:close/>
                <a:moveTo>
                  <a:pt x="200738" y="196891"/>
                </a:moveTo>
                <a:lnTo>
                  <a:pt x="217815" y="196891"/>
                </a:lnTo>
                <a:lnTo>
                  <a:pt x="217815" y="199112"/>
                </a:lnTo>
                <a:lnTo>
                  <a:pt x="200738" y="199112"/>
                </a:lnTo>
                <a:close/>
                <a:moveTo>
                  <a:pt x="842996" y="196891"/>
                </a:moveTo>
                <a:lnTo>
                  <a:pt x="860073" y="196891"/>
                </a:lnTo>
                <a:lnTo>
                  <a:pt x="860073" y="199112"/>
                </a:lnTo>
                <a:lnTo>
                  <a:pt x="842996" y="199112"/>
                </a:lnTo>
                <a:close/>
                <a:moveTo>
                  <a:pt x="67455" y="197631"/>
                </a:moveTo>
                <a:lnTo>
                  <a:pt x="126182" y="197631"/>
                </a:lnTo>
                <a:lnTo>
                  <a:pt x="126182" y="199852"/>
                </a:lnTo>
                <a:lnTo>
                  <a:pt x="67455" y="199852"/>
                </a:lnTo>
                <a:close/>
                <a:moveTo>
                  <a:pt x="625994" y="198372"/>
                </a:moveTo>
                <a:lnTo>
                  <a:pt x="634741" y="198372"/>
                </a:lnTo>
                <a:lnTo>
                  <a:pt x="634741" y="199852"/>
                </a:lnTo>
                <a:lnTo>
                  <a:pt x="625994" y="199852"/>
                </a:lnTo>
                <a:close/>
                <a:moveTo>
                  <a:pt x="749698" y="197631"/>
                </a:moveTo>
                <a:lnTo>
                  <a:pt x="768441" y="197631"/>
                </a:lnTo>
                <a:lnTo>
                  <a:pt x="768441" y="199852"/>
                </a:lnTo>
                <a:lnTo>
                  <a:pt x="749698" y="199852"/>
                </a:lnTo>
                <a:close/>
                <a:moveTo>
                  <a:pt x="889228" y="199112"/>
                </a:moveTo>
                <a:lnTo>
                  <a:pt x="895893" y="199112"/>
                </a:lnTo>
                <a:lnTo>
                  <a:pt x="895893" y="200592"/>
                </a:lnTo>
                <a:lnTo>
                  <a:pt x="889228" y="200592"/>
                </a:lnTo>
                <a:close/>
                <a:moveTo>
                  <a:pt x="749698" y="199852"/>
                </a:moveTo>
                <a:lnTo>
                  <a:pt x="768024" y="199852"/>
                </a:lnTo>
                <a:lnTo>
                  <a:pt x="768024" y="200592"/>
                </a:lnTo>
                <a:lnTo>
                  <a:pt x="749698" y="200592"/>
                </a:lnTo>
                <a:close/>
                <a:moveTo>
                  <a:pt x="687638" y="199112"/>
                </a:moveTo>
                <a:lnTo>
                  <a:pt x="697217" y="199112"/>
                </a:lnTo>
                <a:lnTo>
                  <a:pt x="697217" y="200592"/>
                </a:lnTo>
                <a:lnTo>
                  <a:pt x="687638" y="200592"/>
                </a:lnTo>
                <a:close/>
                <a:moveTo>
                  <a:pt x="246970" y="199112"/>
                </a:moveTo>
                <a:lnTo>
                  <a:pt x="253634" y="199112"/>
                </a:lnTo>
                <a:lnTo>
                  <a:pt x="253634" y="200592"/>
                </a:lnTo>
                <a:lnTo>
                  <a:pt x="246970" y="200592"/>
                </a:lnTo>
                <a:close/>
                <a:moveTo>
                  <a:pt x="201154" y="199112"/>
                </a:moveTo>
                <a:lnTo>
                  <a:pt x="217815" y="199112"/>
                </a:lnTo>
                <a:lnTo>
                  <a:pt x="217815" y="201332"/>
                </a:lnTo>
                <a:lnTo>
                  <a:pt x="201154" y="201332"/>
                </a:lnTo>
                <a:close/>
                <a:moveTo>
                  <a:pt x="843412" y="199112"/>
                </a:moveTo>
                <a:lnTo>
                  <a:pt x="860073" y="199112"/>
                </a:lnTo>
                <a:lnTo>
                  <a:pt x="860073" y="201332"/>
                </a:lnTo>
                <a:lnTo>
                  <a:pt x="843412" y="201332"/>
                </a:lnTo>
                <a:close/>
                <a:moveTo>
                  <a:pt x="687221" y="200592"/>
                </a:moveTo>
                <a:lnTo>
                  <a:pt x="697217" y="200592"/>
                </a:lnTo>
                <a:lnTo>
                  <a:pt x="697217" y="202073"/>
                </a:lnTo>
                <a:lnTo>
                  <a:pt x="687221" y="202073"/>
                </a:lnTo>
                <a:close/>
                <a:moveTo>
                  <a:pt x="749281" y="200592"/>
                </a:moveTo>
                <a:lnTo>
                  <a:pt x="768024" y="200592"/>
                </a:lnTo>
                <a:lnTo>
                  <a:pt x="768024" y="202073"/>
                </a:lnTo>
                <a:lnTo>
                  <a:pt x="749281" y="202073"/>
                </a:lnTo>
                <a:close/>
                <a:moveTo>
                  <a:pt x="246970" y="200592"/>
                </a:moveTo>
                <a:lnTo>
                  <a:pt x="254051" y="200592"/>
                </a:lnTo>
                <a:lnTo>
                  <a:pt x="254051" y="202073"/>
                </a:lnTo>
                <a:lnTo>
                  <a:pt x="246970" y="202073"/>
                </a:lnTo>
                <a:close/>
                <a:moveTo>
                  <a:pt x="67455" y="199852"/>
                </a:moveTo>
                <a:lnTo>
                  <a:pt x="125766" y="199852"/>
                </a:lnTo>
                <a:lnTo>
                  <a:pt x="125766" y="202073"/>
                </a:lnTo>
                <a:lnTo>
                  <a:pt x="67455" y="202073"/>
                </a:lnTo>
                <a:close/>
                <a:moveTo>
                  <a:pt x="889228" y="200592"/>
                </a:moveTo>
                <a:lnTo>
                  <a:pt x="896309" y="200592"/>
                </a:lnTo>
                <a:lnTo>
                  <a:pt x="896309" y="202073"/>
                </a:lnTo>
                <a:lnTo>
                  <a:pt x="889228" y="202073"/>
                </a:lnTo>
                <a:close/>
                <a:moveTo>
                  <a:pt x="687221" y="202073"/>
                </a:moveTo>
                <a:lnTo>
                  <a:pt x="697634" y="202073"/>
                </a:lnTo>
                <a:lnTo>
                  <a:pt x="697634" y="202813"/>
                </a:lnTo>
                <a:lnTo>
                  <a:pt x="687221" y="202813"/>
                </a:lnTo>
                <a:close/>
                <a:moveTo>
                  <a:pt x="246970" y="202073"/>
                </a:moveTo>
                <a:lnTo>
                  <a:pt x="254467" y="202073"/>
                </a:lnTo>
                <a:lnTo>
                  <a:pt x="254467" y="202813"/>
                </a:lnTo>
                <a:lnTo>
                  <a:pt x="246970" y="202813"/>
                </a:lnTo>
                <a:close/>
                <a:moveTo>
                  <a:pt x="889228" y="202073"/>
                </a:moveTo>
                <a:lnTo>
                  <a:pt x="896726" y="202073"/>
                </a:lnTo>
                <a:lnTo>
                  <a:pt x="896726" y="202813"/>
                </a:lnTo>
                <a:lnTo>
                  <a:pt x="889228" y="202813"/>
                </a:lnTo>
                <a:close/>
                <a:moveTo>
                  <a:pt x="843829" y="201332"/>
                </a:moveTo>
                <a:lnTo>
                  <a:pt x="860073" y="201332"/>
                </a:lnTo>
                <a:lnTo>
                  <a:pt x="860073" y="203553"/>
                </a:lnTo>
                <a:lnTo>
                  <a:pt x="843829" y="203553"/>
                </a:lnTo>
                <a:close/>
                <a:moveTo>
                  <a:pt x="201571" y="201332"/>
                </a:moveTo>
                <a:lnTo>
                  <a:pt x="217815" y="201332"/>
                </a:lnTo>
                <a:lnTo>
                  <a:pt x="217815" y="203553"/>
                </a:lnTo>
                <a:lnTo>
                  <a:pt x="201571" y="203553"/>
                </a:lnTo>
                <a:close/>
                <a:moveTo>
                  <a:pt x="625994" y="199852"/>
                </a:moveTo>
                <a:lnTo>
                  <a:pt x="635157" y="199852"/>
                </a:lnTo>
                <a:lnTo>
                  <a:pt x="635157" y="203553"/>
                </a:lnTo>
                <a:lnTo>
                  <a:pt x="625994" y="203553"/>
                </a:lnTo>
                <a:close/>
                <a:moveTo>
                  <a:pt x="246970" y="202813"/>
                </a:moveTo>
                <a:lnTo>
                  <a:pt x="254884" y="202813"/>
                </a:lnTo>
                <a:lnTo>
                  <a:pt x="254884" y="204293"/>
                </a:lnTo>
                <a:lnTo>
                  <a:pt x="246970" y="204293"/>
                </a:lnTo>
                <a:close/>
                <a:moveTo>
                  <a:pt x="889228" y="202813"/>
                </a:moveTo>
                <a:lnTo>
                  <a:pt x="897142" y="202813"/>
                </a:lnTo>
                <a:lnTo>
                  <a:pt x="897142" y="204293"/>
                </a:lnTo>
                <a:lnTo>
                  <a:pt x="889228" y="204293"/>
                </a:lnTo>
                <a:close/>
                <a:moveTo>
                  <a:pt x="749281" y="202073"/>
                </a:moveTo>
                <a:lnTo>
                  <a:pt x="767608" y="202073"/>
                </a:lnTo>
                <a:lnTo>
                  <a:pt x="767608" y="204293"/>
                </a:lnTo>
                <a:lnTo>
                  <a:pt x="749281" y="204293"/>
                </a:lnTo>
                <a:close/>
                <a:moveTo>
                  <a:pt x="67455" y="202073"/>
                </a:moveTo>
                <a:lnTo>
                  <a:pt x="125349" y="202073"/>
                </a:lnTo>
                <a:lnTo>
                  <a:pt x="125349" y="204293"/>
                </a:lnTo>
                <a:lnTo>
                  <a:pt x="67455" y="204293"/>
                </a:lnTo>
                <a:close/>
                <a:moveTo>
                  <a:pt x="686805" y="202813"/>
                </a:moveTo>
                <a:lnTo>
                  <a:pt x="697634" y="202813"/>
                </a:lnTo>
                <a:lnTo>
                  <a:pt x="697634" y="205033"/>
                </a:lnTo>
                <a:lnTo>
                  <a:pt x="686805" y="205033"/>
                </a:lnTo>
                <a:close/>
                <a:moveTo>
                  <a:pt x="889228" y="204293"/>
                </a:moveTo>
                <a:lnTo>
                  <a:pt x="897559" y="204293"/>
                </a:lnTo>
                <a:lnTo>
                  <a:pt x="897559" y="205033"/>
                </a:lnTo>
                <a:lnTo>
                  <a:pt x="889228" y="205033"/>
                </a:lnTo>
                <a:close/>
                <a:moveTo>
                  <a:pt x="516869" y="174685"/>
                </a:moveTo>
                <a:lnTo>
                  <a:pt x="523533" y="174685"/>
                </a:lnTo>
                <a:lnTo>
                  <a:pt x="523533" y="205033"/>
                </a:lnTo>
                <a:lnTo>
                  <a:pt x="516869" y="205033"/>
                </a:lnTo>
                <a:close/>
                <a:moveTo>
                  <a:pt x="246970" y="204293"/>
                </a:moveTo>
                <a:lnTo>
                  <a:pt x="255300" y="204293"/>
                </a:lnTo>
                <a:lnTo>
                  <a:pt x="255300" y="205033"/>
                </a:lnTo>
                <a:lnTo>
                  <a:pt x="246970" y="205033"/>
                </a:lnTo>
                <a:close/>
                <a:moveTo>
                  <a:pt x="844245" y="203553"/>
                </a:moveTo>
                <a:lnTo>
                  <a:pt x="860073" y="203553"/>
                </a:lnTo>
                <a:lnTo>
                  <a:pt x="860073" y="205774"/>
                </a:lnTo>
                <a:lnTo>
                  <a:pt x="844245" y="205774"/>
                </a:lnTo>
                <a:close/>
                <a:moveTo>
                  <a:pt x="686805" y="205033"/>
                </a:moveTo>
                <a:lnTo>
                  <a:pt x="698050" y="205033"/>
                </a:lnTo>
                <a:lnTo>
                  <a:pt x="698050" y="205774"/>
                </a:lnTo>
                <a:lnTo>
                  <a:pt x="686805" y="205774"/>
                </a:lnTo>
                <a:close/>
                <a:moveTo>
                  <a:pt x="201987" y="203553"/>
                </a:moveTo>
                <a:lnTo>
                  <a:pt x="217815" y="203553"/>
                </a:lnTo>
                <a:lnTo>
                  <a:pt x="217815" y="205774"/>
                </a:lnTo>
                <a:lnTo>
                  <a:pt x="201987" y="205774"/>
                </a:lnTo>
                <a:close/>
                <a:moveTo>
                  <a:pt x="748865" y="204293"/>
                </a:moveTo>
                <a:lnTo>
                  <a:pt x="767191" y="204293"/>
                </a:lnTo>
                <a:lnTo>
                  <a:pt x="767191" y="206514"/>
                </a:lnTo>
                <a:lnTo>
                  <a:pt x="748865" y="206514"/>
                </a:lnTo>
                <a:close/>
                <a:moveTo>
                  <a:pt x="67455" y="204293"/>
                </a:moveTo>
                <a:lnTo>
                  <a:pt x="124933" y="204293"/>
                </a:lnTo>
                <a:lnTo>
                  <a:pt x="124933" y="206514"/>
                </a:lnTo>
                <a:lnTo>
                  <a:pt x="67455" y="206514"/>
                </a:lnTo>
                <a:close/>
                <a:moveTo>
                  <a:pt x="625994" y="203553"/>
                </a:moveTo>
                <a:lnTo>
                  <a:pt x="635574" y="203553"/>
                </a:lnTo>
                <a:lnTo>
                  <a:pt x="635574" y="206514"/>
                </a:lnTo>
                <a:lnTo>
                  <a:pt x="625994" y="206514"/>
                </a:lnTo>
                <a:close/>
                <a:moveTo>
                  <a:pt x="246970" y="205033"/>
                </a:moveTo>
                <a:lnTo>
                  <a:pt x="255717" y="205033"/>
                </a:lnTo>
                <a:lnTo>
                  <a:pt x="255717" y="206514"/>
                </a:lnTo>
                <a:lnTo>
                  <a:pt x="246970" y="206514"/>
                </a:lnTo>
                <a:close/>
                <a:moveTo>
                  <a:pt x="889228" y="205033"/>
                </a:moveTo>
                <a:lnTo>
                  <a:pt x="897975" y="205033"/>
                </a:lnTo>
                <a:lnTo>
                  <a:pt x="897975" y="206514"/>
                </a:lnTo>
                <a:lnTo>
                  <a:pt x="889228" y="206514"/>
                </a:lnTo>
                <a:close/>
                <a:moveTo>
                  <a:pt x="625994" y="206514"/>
                </a:moveTo>
                <a:lnTo>
                  <a:pt x="635990" y="206514"/>
                </a:lnTo>
                <a:lnTo>
                  <a:pt x="635990" y="207254"/>
                </a:lnTo>
                <a:lnTo>
                  <a:pt x="625994" y="207254"/>
                </a:lnTo>
                <a:close/>
                <a:moveTo>
                  <a:pt x="889228" y="206514"/>
                </a:moveTo>
                <a:lnTo>
                  <a:pt x="898392" y="206514"/>
                </a:lnTo>
                <a:lnTo>
                  <a:pt x="898392" y="207254"/>
                </a:lnTo>
                <a:lnTo>
                  <a:pt x="889228" y="207254"/>
                </a:lnTo>
                <a:close/>
                <a:moveTo>
                  <a:pt x="246970" y="206514"/>
                </a:moveTo>
                <a:lnTo>
                  <a:pt x="256134" y="206514"/>
                </a:lnTo>
                <a:lnTo>
                  <a:pt x="256134" y="207254"/>
                </a:lnTo>
                <a:lnTo>
                  <a:pt x="246970" y="207254"/>
                </a:lnTo>
                <a:close/>
                <a:moveTo>
                  <a:pt x="415240" y="173945"/>
                </a:moveTo>
                <a:lnTo>
                  <a:pt x="421488" y="173945"/>
                </a:lnTo>
                <a:lnTo>
                  <a:pt x="421488" y="207994"/>
                </a:lnTo>
                <a:lnTo>
                  <a:pt x="415240" y="207994"/>
                </a:lnTo>
                <a:close/>
                <a:moveTo>
                  <a:pt x="748865" y="206514"/>
                </a:moveTo>
                <a:lnTo>
                  <a:pt x="766775" y="206514"/>
                </a:lnTo>
                <a:lnTo>
                  <a:pt x="766775" y="207994"/>
                </a:lnTo>
                <a:lnTo>
                  <a:pt x="748865" y="207994"/>
                </a:lnTo>
                <a:close/>
                <a:moveTo>
                  <a:pt x="67455" y="206514"/>
                </a:moveTo>
                <a:lnTo>
                  <a:pt x="124516" y="206514"/>
                </a:lnTo>
                <a:lnTo>
                  <a:pt x="124516" y="207994"/>
                </a:lnTo>
                <a:lnTo>
                  <a:pt x="67455" y="207994"/>
                </a:lnTo>
                <a:close/>
                <a:moveTo>
                  <a:pt x="202404" y="205774"/>
                </a:moveTo>
                <a:lnTo>
                  <a:pt x="217815" y="205774"/>
                </a:lnTo>
                <a:lnTo>
                  <a:pt x="217815" y="207994"/>
                </a:lnTo>
                <a:lnTo>
                  <a:pt x="202404" y="207994"/>
                </a:lnTo>
                <a:close/>
                <a:moveTo>
                  <a:pt x="844662" y="205774"/>
                </a:moveTo>
                <a:lnTo>
                  <a:pt x="860073" y="205774"/>
                </a:lnTo>
                <a:lnTo>
                  <a:pt x="860073" y="207994"/>
                </a:lnTo>
                <a:lnTo>
                  <a:pt x="844662" y="207994"/>
                </a:lnTo>
                <a:close/>
                <a:moveTo>
                  <a:pt x="686388" y="205774"/>
                </a:moveTo>
                <a:lnTo>
                  <a:pt x="698050" y="205774"/>
                </a:lnTo>
                <a:lnTo>
                  <a:pt x="698050" y="207994"/>
                </a:lnTo>
                <a:lnTo>
                  <a:pt x="686388" y="207994"/>
                </a:lnTo>
                <a:close/>
                <a:moveTo>
                  <a:pt x="246970" y="207254"/>
                </a:moveTo>
                <a:lnTo>
                  <a:pt x="256550" y="207254"/>
                </a:lnTo>
                <a:lnTo>
                  <a:pt x="256550" y="208734"/>
                </a:lnTo>
                <a:lnTo>
                  <a:pt x="246970" y="208734"/>
                </a:lnTo>
                <a:close/>
                <a:moveTo>
                  <a:pt x="686388" y="207994"/>
                </a:moveTo>
                <a:lnTo>
                  <a:pt x="698467" y="207994"/>
                </a:lnTo>
                <a:lnTo>
                  <a:pt x="698467" y="208734"/>
                </a:lnTo>
                <a:lnTo>
                  <a:pt x="686388" y="208734"/>
                </a:lnTo>
                <a:close/>
                <a:moveTo>
                  <a:pt x="889228" y="207254"/>
                </a:moveTo>
                <a:lnTo>
                  <a:pt x="898808" y="207254"/>
                </a:lnTo>
                <a:lnTo>
                  <a:pt x="898808" y="208734"/>
                </a:lnTo>
                <a:lnTo>
                  <a:pt x="889228" y="208734"/>
                </a:lnTo>
                <a:close/>
                <a:moveTo>
                  <a:pt x="202820" y="207994"/>
                </a:moveTo>
                <a:lnTo>
                  <a:pt x="217815" y="207994"/>
                </a:lnTo>
                <a:lnTo>
                  <a:pt x="217815" y="209474"/>
                </a:lnTo>
                <a:lnTo>
                  <a:pt x="202820" y="209474"/>
                </a:lnTo>
                <a:close/>
                <a:moveTo>
                  <a:pt x="845078" y="207994"/>
                </a:moveTo>
                <a:lnTo>
                  <a:pt x="860073" y="207994"/>
                </a:lnTo>
                <a:lnTo>
                  <a:pt x="860073" y="209474"/>
                </a:lnTo>
                <a:lnTo>
                  <a:pt x="845078" y="209474"/>
                </a:lnTo>
                <a:close/>
                <a:moveTo>
                  <a:pt x="625578" y="207254"/>
                </a:moveTo>
                <a:lnTo>
                  <a:pt x="635990" y="207254"/>
                </a:lnTo>
                <a:lnTo>
                  <a:pt x="635990" y="210215"/>
                </a:lnTo>
                <a:lnTo>
                  <a:pt x="625578" y="210215"/>
                </a:lnTo>
                <a:close/>
                <a:moveTo>
                  <a:pt x="246970" y="208734"/>
                </a:moveTo>
                <a:lnTo>
                  <a:pt x="256967" y="208734"/>
                </a:lnTo>
                <a:lnTo>
                  <a:pt x="256967" y="210215"/>
                </a:lnTo>
                <a:lnTo>
                  <a:pt x="246970" y="210215"/>
                </a:lnTo>
                <a:close/>
                <a:moveTo>
                  <a:pt x="748448" y="207994"/>
                </a:moveTo>
                <a:lnTo>
                  <a:pt x="766358" y="207994"/>
                </a:lnTo>
                <a:lnTo>
                  <a:pt x="766358" y="210215"/>
                </a:lnTo>
                <a:lnTo>
                  <a:pt x="748448" y="210215"/>
                </a:lnTo>
                <a:close/>
                <a:moveTo>
                  <a:pt x="889228" y="208734"/>
                </a:moveTo>
                <a:lnTo>
                  <a:pt x="899225" y="208734"/>
                </a:lnTo>
                <a:lnTo>
                  <a:pt x="899225" y="210215"/>
                </a:lnTo>
                <a:lnTo>
                  <a:pt x="889228" y="210215"/>
                </a:lnTo>
                <a:close/>
                <a:moveTo>
                  <a:pt x="67455" y="207994"/>
                </a:moveTo>
                <a:lnTo>
                  <a:pt x="124100" y="207994"/>
                </a:lnTo>
                <a:lnTo>
                  <a:pt x="124100" y="210215"/>
                </a:lnTo>
                <a:lnTo>
                  <a:pt x="67455" y="210215"/>
                </a:lnTo>
                <a:close/>
                <a:moveTo>
                  <a:pt x="246970" y="210215"/>
                </a:moveTo>
                <a:lnTo>
                  <a:pt x="257383" y="210215"/>
                </a:lnTo>
                <a:lnTo>
                  <a:pt x="257383" y="210955"/>
                </a:lnTo>
                <a:lnTo>
                  <a:pt x="246970" y="210955"/>
                </a:lnTo>
                <a:close/>
                <a:moveTo>
                  <a:pt x="685972" y="208734"/>
                </a:moveTo>
                <a:lnTo>
                  <a:pt x="698467" y="208734"/>
                </a:lnTo>
                <a:lnTo>
                  <a:pt x="698467" y="210955"/>
                </a:lnTo>
                <a:lnTo>
                  <a:pt x="685972" y="210955"/>
                </a:lnTo>
                <a:close/>
                <a:moveTo>
                  <a:pt x="889228" y="210215"/>
                </a:moveTo>
                <a:lnTo>
                  <a:pt x="899641" y="210215"/>
                </a:lnTo>
                <a:lnTo>
                  <a:pt x="899641" y="210955"/>
                </a:lnTo>
                <a:lnTo>
                  <a:pt x="889228" y="210955"/>
                </a:lnTo>
                <a:close/>
                <a:moveTo>
                  <a:pt x="516869" y="205033"/>
                </a:moveTo>
                <a:lnTo>
                  <a:pt x="523949" y="205033"/>
                </a:lnTo>
                <a:lnTo>
                  <a:pt x="523949" y="211695"/>
                </a:lnTo>
                <a:lnTo>
                  <a:pt x="516869" y="211695"/>
                </a:lnTo>
                <a:close/>
                <a:moveTo>
                  <a:pt x="685972" y="210955"/>
                </a:moveTo>
                <a:lnTo>
                  <a:pt x="698883" y="210955"/>
                </a:lnTo>
                <a:lnTo>
                  <a:pt x="698883" y="211695"/>
                </a:lnTo>
                <a:lnTo>
                  <a:pt x="685972" y="211695"/>
                </a:lnTo>
                <a:close/>
                <a:moveTo>
                  <a:pt x="845495" y="209474"/>
                </a:moveTo>
                <a:lnTo>
                  <a:pt x="860073" y="209474"/>
                </a:lnTo>
                <a:lnTo>
                  <a:pt x="860073" y="211695"/>
                </a:lnTo>
                <a:lnTo>
                  <a:pt x="845495" y="211695"/>
                </a:lnTo>
                <a:close/>
                <a:moveTo>
                  <a:pt x="203237" y="209474"/>
                </a:moveTo>
                <a:lnTo>
                  <a:pt x="217815" y="209474"/>
                </a:lnTo>
                <a:lnTo>
                  <a:pt x="217815" y="211695"/>
                </a:lnTo>
                <a:lnTo>
                  <a:pt x="203237" y="211695"/>
                </a:lnTo>
                <a:close/>
                <a:moveTo>
                  <a:pt x="748448" y="210215"/>
                </a:moveTo>
                <a:lnTo>
                  <a:pt x="765941" y="210215"/>
                </a:lnTo>
                <a:lnTo>
                  <a:pt x="765941" y="211695"/>
                </a:lnTo>
                <a:lnTo>
                  <a:pt x="748448" y="211695"/>
                </a:lnTo>
                <a:close/>
                <a:moveTo>
                  <a:pt x="67455" y="210215"/>
                </a:moveTo>
                <a:lnTo>
                  <a:pt x="123683" y="210215"/>
                </a:lnTo>
                <a:lnTo>
                  <a:pt x="123683" y="212435"/>
                </a:lnTo>
                <a:lnTo>
                  <a:pt x="67455" y="212435"/>
                </a:lnTo>
                <a:close/>
                <a:moveTo>
                  <a:pt x="889228" y="210955"/>
                </a:moveTo>
                <a:lnTo>
                  <a:pt x="900058" y="210955"/>
                </a:lnTo>
                <a:lnTo>
                  <a:pt x="900058" y="212435"/>
                </a:lnTo>
                <a:lnTo>
                  <a:pt x="889228" y="212435"/>
                </a:lnTo>
                <a:close/>
                <a:moveTo>
                  <a:pt x="246970" y="210955"/>
                </a:moveTo>
                <a:lnTo>
                  <a:pt x="257800" y="210955"/>
                </a:lnTo>
                <a:lnTo>
                  <a:pt x="257800" y="212435"/>
                </a:lnTo>
                <a:lnTo>
                  <a:pt x="246970" y="212435"/>
                </a:lnTo>
                <a:close/>
                <a:moveTo>
                  <a:pt x="748032" y="211695"/>
                </a:moveTo>
                <a:lnTo>
                  <a:pt x="765941" y="211695"/>
                </a:lnTo>
                <a:lnTo>
                  <a:pt x="765941" y="212435"/>
                </a:lnTo>
                <a:lnTo>
                  <a:pt x="748032" y="212435"/>
                </a:lnTo>
                <a:close/>
                <a:moveTo>
                  <a:pt x="246970" y="212435"/>
                </a:moveTo>
                <a:lnTo>
                  <a:pt x="258216" y="212435"/>
                </a:lnTo>
                <a:lnTo>
                  <a:pt x="258216" y="213175"/>
                </a:lnTo>
                <a:lnTo>
                  <a:pt x="246970" y="213175"/>
                </a:lnTo>
                <a:close/>
                <a:moveTo>
                  <a:pt x="889228" y="212435"/>
                </a:moveTo>
                <a:lnTo>
                  <a:pt x="900474" y="212435"/>
                </a:lnTo>
                <a:lnTo>
                  <a:pt x="900474" y="213175"/>
                </a:lnTo>
                <a:lnTo>
                  <a:pt x="889228" y="213175"/>
                </a:lnTo>
                <a:close/>
                <a:moveTo>
                  <a:pt x="685555" y="211695"/>
                </a:moveTo>
                <a:lnTo>
                  <a:pt x="698883" y="211695"/>
                </a:lnTo>
                <a:lnTo>
                  <a:pt x="698883" y="213175"/>
                </a:lnTo>
                <a:lnTo>
                  <a:pt x="685555" y="213175"/>
                </a:lnTo>
                <a:close/>
                <a:moveTo>
                  <a:pt x="625578" y="210215"/>
                </a:moveTo>
                <a:lnTo>
                  <a:pt x="636407" y="210215"/>
                </a:lnTo>
                <a:lnTo>
                  <a:pt x="636407" y="213175"/>
                </a:lnTo>
                <a:lnTo>
                  <a:pt x="625578" y="213175"/>
                </a:lnTo>
                <a:close/>
                <a:moveTo>
                  <a:pt x="516869" y="211695"/>
                </a:moveTo>
                <a:lnTo>
                  <a:pt x="524366" y="211695"/>
                </a:lnTo>
                <a:lnTo>
                  <a:pt x="524366" y="213916"/>
                </a:lnTo>
                <a:lnTo>
                  <a:pt x="516869" y="213916"/>
                </a:lnTo>
                <a:close/>
                <a:moveTo>
                  <a:pt x="203653" y="211695"/>
                </a:moveTo>
                <a:lnTo>
                  <a:pt x="217815" y="211695"/>
                </a:lnTo>
                <a:lnTo>
                  <a:pt x="217815" y="213916"/>
                </a:lnTo>
                <a:lnTo>
                  <a:pt x="203653" y="213916"/>
                </a:lnTo>
                <a:close/>
                <a:moveTo>
                  <a:pt x="625161" y="213175"/>
                </a:moveTo>
                <a:lnTo>
                  <a:pt x="636407" y="213175"/>
                </a:lnTo>
                <a:lnTo>
                  <a:pt x="636407" y="213916"/>
                </a:lnTo>
                <a:lnTo>
                  <a:pt x="625161" y="213916"/>
                </a:lnTo>
                <a:close/>
                <a:moveTo>
                  <a:pt x="845911" y="211695"/>
                </a:moveTo>
                <a:lnTo>
                  <a:pt x="860073" y="211695"/>
                </a:lnTo>
                <a:lnTo>
                  <a:pt x="860073" y="213916"/>
                </a:lnTo>
                <a:lnTo>
                  <a:pt x="845911" y="213916"/>
                </a:lnTo>
                <a:close/>
                <a:moveTo>
                  <a:pt x="246970" y="213175"/>
                </a:moveTo>
                <a:lnTo>
                  <a:pt x="258633" y="213175"/>
                </a:lnTo>
                <a:lnTo>
                  <a:pt x="258633" y="214656"/>
                </a:lnTo>
                <a:lnTo>
                  <a:pt x="246970" y="214656"/>
                </a:lnTo>
                <a:close/>
                <a:moveTo>
                  <a:pt x="748032" y="212435"/>
                </a:moveTo>
                <a:lnTo>
                  <a:pt x="765525" y="212435"/>
                </a:lnTo>
                <a:lnTo>
                  <a:pt x="765525" y="214656"/>
                </a:lnTo>
                <a:lnTo>
                  <a:pt x="748032" y="214656"/>
                </a:lnTo>
                <a:close/>
                <a:moveTo>
                  <a:pt x="889228" y="213175"/>
                </a:moveTo>
                <a:lnTo>
                  <a:pt x="900891" y="213175"/>
                </a:lnTo>
                <a:lnTo>
                  <a:pt x="900891" y="214656"/>
                </a:lnTo>
                <a:lnTo>
                  <a:pt x="889228" y="214656"/>
                </a:lnTo>
                <a:close/>
                <a:moveTo>
                  <a:pt x="67455" y="212435"/>
                </a:moveTo>
                <a:lnTo>
                  <a:pt x="123267" y="212435"/>
                </a:lnTo>
                <a:lnTo>
                  <a:pt x="123267" y="214656"/>
                </a:lnTo>
                <a:lnTo>
                  <a:pt x="67455" y="214656"/>
                </a:lnTo>
                <a:close/>
                <a:moveTo>
                  <a:pt x="452310" y="96225"/>
                </a:moveTo>
                <a:lnTo>
                  <a:pt x="485630" y="96225"/>
                </a:lnTo>
                <a:lnTo>
                  <a:pt x="485630" y="214656"/>
                </a:lnTo>
                <a:lnTo>
                  <a:pt x="452310" y="214656"/>
                </a:lnTo>
                <a:close/>
                <a:moveTo>
                  <a:pt x="414824" y="207994"/>
                </a:moveTo>
                <a:lnTo>
                  <a:pt x="421488" y="207994"/>
                </a:lnTo>
                <a:lnTo>
                  <a:pt x="421488" y="214656"/>
                </a:lnTo>
                <a:lnTo>
                  <a:pt x="414824" y="214656"/>
                </a:lnTo>
                <a:close/>
                <a:moveTo>
                  <a:pt x="685555" y="213175"/>
                </a:moveTo>
                <a:lnTo>
                  <a:pt x="699300" y="213175"/>
                </a:lnTo>
                <a:lnTo>
                  <a:pt x="699300" y="214656"/>
                </a:lnTo>
                <a:lnTo>
                  <a:pt x="685555" y="214656"/>
                </a:lnTo>
                <a:close/>
                <a:moveTo>
                  <a:pt x="414407" y="214656"/>
                </a:moveTo>
                <a:lnTo>
                  <a:pt x="421488" y="214656"/>
                </a:lnTo>
                <a:lnTo>
                  <a:pt x="421488" y="215396"/>
                </a:lnTo>
                <a:lnTo>
                  <a:pt x="414407" y="215396"/>
                </a:lnTo>
                <a:close/>
                <a:moveTo>
                  <a:pt x="889228" y="214656"/>
                </a:moveTo>
                <a:lnTo>
                  <a:pt x="901307" y="214656"/>
                </a:lnTo>
                <a:lnTo>
                  <a:pt x="901307" y="215396"/>
                </a:lnTo>
                <a:lnTo>
                  <a:pt x="889228" y="215396"/>
                </a:lnTo>
                <a:close/>
                <a:moveTo>
                  <a:pt x="246970" y="214656"/>
                </a:moveTo>
                <a:lnTo>
                  <a:pt x="259049" y="214656"/>
                </a:lnTo>
                <a:lnTo>
                  <a:pt x="259049" y="215396"/>
                </a:lnTo>
                <a:lnTo>
                  <a:pt x="246970" y="215396"/>
                </a:lnTo>
                <a:close/>
                <a:moveTo>
                  <a:pt x="516452" y="213916"/>
                </a:moveTo>
                <a:lnTo>
                  <a:pt x="524366" y="213916"/>
                </a:lnTo>
                <a:lnTo>
                  <a:pt x="524366" y="216136"/>
                </a:lnTo>
                <a:lnTo>
                  <a:pt x="516452" y="216136"/>
                </a:lnTo>
                <a:close/>
                <a:moveTo>
                  <a:pt x="846328" y="213916"/>
                </a:moveTo>
                <a:lnTo>
                  <a:pt x="860073" y="213916"/>
                </a:lnTo>
                <a:lnTo>
                  <a:pt x="860073" y="216136"/>
                </a:lnTo>
                <a:lnTo>
                  <a:pt x="846328" y="216136"/>
                </a:lnTo>
                <a:close/>
                <a:moveTo>
                  <a:pt x="204070" y="213916"/>
                </a:moveTo>
                <a:lnTo>
                  <a:pt x="217815" y="213916"/>
                </a:lnTo>
                <a:lnTo>
                  <a:pt x="217815" y="216136"/>
                </a:lnTo>
                <a:lnTo>
                  <a:pt x="204070" y="216136"/>
                </a:lnTo>
                <a:close/>
                <a:moveTo>
                  <a:pt x="685139" y="214656"/>
                </a:moveTo>
                <a:lnTo>
                  <a:pt x="699300" y="214656"/>
                </a:lnTo>
                <a:lnTo>
                  <a:pt x="699300" y="216136"/>
                </a:lnTo>
                <a:lnTo>
                  <a:pt x="685139" y="216136"/>
                </a:lnTo>
                <a:close/>
                <a:moveTo>
                  <a:pt x="747615" y="214656"/>
                </a:moveTo>
                <a:lnTo>
                  <a:pt x="765108" y="214656"/>
                </a:lnTo>
                <a:lnTo>
                  <a:pt x="765108" y="216876"/>
                </a:lnTo>
                <a:lnTo>
                  <a:pt x="747615" y="216876"/>
                </a:lnTo>
                <a:close/>
                <a:moveTo>
                  <a:pt x="246970" y="215396"/>
                </a:moveTo>
                <a:lnTo>
                  <a:pt x="259466" y="215396"/>
                </a:lnTo>
                <a:lnTo>
                  <a:pt x="259466" y="216876"/>
                </a:lnTo>
                <a:lnTo>
                  <a:pt x="246970" y="216876"/>
                </a:lnTo>
                <a:close/>
                <a:moveTo>
                  <a:pt x="67455" y="214656"/>
                </a:moveTo>
                <a:lnTo>
                  <a:pt x="122850" y="214656"/>
                </a:lnTo>
                <a:lnTo>
                  <a:pt x="122850" y="216876"/>
                </a:lnTo>
                <a:lnTo>
                  <a:pt x="67455" y="216876"/>
                </a:lnTo>
                <a:close/>
                <a:moveTo>
                  <a:pt x="889228" y="215396"/>
                </a:moveTo>
                <a:lnTo>
                  <a:pt x="901724" y="215396"/>
                </a:lnTo>
                <a:lnTo>
                  <a:pt x="901724" y="216876"/>
                </a:lnTo>
                <a:lnTo>
                  <a:pt x="889228" y="216876"/>
                </a:lnTo>
                <a:close/>
                <a:moveTo>
                  <a:pt x="246970" y="216876"/>
                </a:moveTo>
                <a:lnTo>
                  <a:pt x="259882" y="216876"/>
                </a:lnTo>
                <a:lnTo>
                  <a:pt x="259882" y="217617"/>
                </a:lnTo>
                <a:lnTo>
                  <a:pt x="246970" y="217617"/>
                </a:lnTo>
                <a:close/>
                <a:moveTo>
                  <a:pt x="625161" y="213916"/>
                </a:moveTo>
                <a:lnTo>
                  <a:pt x="636823" y="213916"/>
                </a:lnTo>
                <a:lnTo>
                  <a:pt x="636823" y="217617"/>
                </a:lnTo>
                <a:lnTo>
                  <a:pt x="625161" y="217617"/>
                </a:lnTo>
                <a:close/>
                <a:moveTo>
                  <a:pt x="889228" y="216876"/>
                </a:moveTo>
                <a:lnTo>
                  <a:pt x="902140" y="216876"/>
                </a:lnTo>
                <a:lnTo>
                  <a:pt x="902140" y="217617"/>
                </a:lnTo>
                <a:lnTo>
                  <a:pt x="889228" y="217617"/>
                </a:lnTo>
                <a:close/>
                <a:moveTo>
                  <a:pt x="685139" y="216136"/>
                </a:moveTo>
                <a:lnTo>
                  <a:pt x="699716" y="216136"/>
                </a:lnTo>
                <a:lnTo>
                  <a:pt x="699716" y="217617"/>
                </a:lnTo>
                <a:lnTo>
                  <a:pt x="685139" y="217617"/>
                </a:lnTo>
                <a:close/>
                <a:moveTo>
                  <a:pt x="452726" y="214656"/>
                </a:moveTo>
                <a:lnTo>
                  <a:pt x="485630" y="214656"/>
                </a:lnTo>
                <a:lnTo>
                  <a:pt x="485630" y="218357"/>
                </a:lnTo>
                <a:lnTo>
                  <a:pt x="452726" y="218357"/>
                </a:lnTo>
                <a:close/>
                <a:moveTo>
                  <a:pt x="204486" y="216136"/>
                </a:moveTo>
                <a:lnTo>
                  <a:pt x="217815" y="216136"/>
                </a:lnTo>
                <a:lnTo>
                  <a:pt x="217815" y="218357"/>
                </a:lnTo>
                <a:lnTo>
                  <a:pt x="204486" y="218357"/>
                </a:lnTo>
                <a:close/>
                <a:moveTo>
                  <a:pt x="846744" y="216136"/>
                </a:moveTo>
                <a:lnTo>
                  <a:pt x="860073" y="216136"/>
                </a:lnTo>
                <a:lnTo>
                  <a:pt x="860073" y="218357"/>
                </a:lnTo>
                <a:lnTo>
                  <a:pt x="846744" y="218357"/>
                </a:lnTo>
                <a:close/>
                <a:moveTo>
                  <a:pt x="747615" y="216876"/>
                </a:moveTo>
                <a:lnTo>
                  <a:pt x="764692" y="216876"/>
                </a:lnTo>
                <a:lnTo>
                  <a:pt x="764692" y="218357"/>
                </a:lnTo>
                <a:lnTo>
                  <a:pt x="747615" y="218357"/>
                </a:lnTo>
                <a:close/>
                <a:moveTo>
                  <a:pt x="747199" y="218357"/>
                </a:moveTo>
                <a:lnTo>
                  <a:pt x="764692" y="218357"/>
                </a:lnTo>
                <a:lnTo>
                  <a:pt x="764692" y="219097"/>
                </a:lnTo>
                <a:lnTo>
                  <a:pt x="747199" y="219097"/>
                </a:lnTo>
                <a:close/>
                <a:moveTo>
                  <a:pt x="889228" y="217617"/>
                </a:moveTo>
                <a:lnTo>
                  <a:pt x="902557" y="217617"/>
                </a:lnTo>
                <a:lnTo>
                  <a:pt x="902557" y="219097"/>
                </a:lnTo>
                <a:lnTo>
                  <a:pt x="889228" y="219097"/>
                </a:lnTo>
                <a:close/>
                <a:moveTo>
                  <a:pt x="684722" y="217617"/>
                </a:moveTo>
                <a:lnTo>
                  <a:pt x="699716" y="217617"/>
                </a:lnTo>
                <a:lnTo>
                  <a:pt x="699716" y="219097"/>
                </a:lnTo>
                <a:lnTo>
                  <a:pt x="684722" y="219097"/>
                </a:lnTo>
                <a:close/>
                <a:moveTo>
                  <a:pt x="246970" y="217617"/>
                </a:moveTo>
                <a:lnTo>
                  <a:pt x="260299" y="217617"/>
                </a:lnTo>
                <a:lnTo>
                  <a:pt x="260299" y="219097"/>
                </a:lnTo>
                <a:lnTo>
                  <a:pt x="246970" y="219097"/>
                </a:lnTo>
                <a:close/>
                <a:moveTo>
                  <a:pt x="67455" y="216876"/>
                </a:moveTo>
                <a:lnTo>
                  <a:pt x="122434" y="216876"/>
                </a:lnTo>
                <a:lnTo>
                  <a:pt x="122434" y="219097"/>
                </a:lnTo>
                <a:lnTo>
                  <a:pt x="67455" y="219097"/>
                </a:lnTo>
                <a:close/>
                <a:moveTo>
                  <a:pt x="684722" y="219097"/>
                </a:moveTo>
                <a:lnTo>
                  <a:pt x="700133" y="219097"/>
                </a:lnTo>
                <a:lnTo>
                  <a:pt x="700133" y="219837"/>
                </a:lnTo>
                <a:lnTo>
                  <a:pt x="684722" y="219837"/>
                </a:lnTo>
                <a:close/>
                <a:moveTo>
                  <a:pt x="414407" y="215396"/>
                </a:moveTo>
                <a:lnTo>
                  <a:pt x="421904" y="215396"/>
                </a:lnTo>
                <a:lnTo>
                  <a:pt x="421904" y="219837"/>
                </a:lnTo>
                <a:lnTo>
                  <a:pt x="414407" y="219837"/>
                </a:lnTo>
                <a:close/>
                <a:moveTo>
                  <a:pt x="516452" y="216136"/>
                </a:moveTo>
                <a:lnTo>
                  <a:pt x="524782" y="216136"/>
                </a:lnTo>
                <a:lnTo>
                  <a:pt x="524782" y="219837"/>
                </a:lnTo>
                <a:lnTo>
                  <a:pt x="516452" y="219837"/>
                </a:lnTo>
                <a:close/>
                <a:moveTo>
                  <a:pt x="452726" y="218357"/>
                </a:moveTo>
                <a:lnTo>
                  <a:pt x="485214" y="218357"/>
                </a:lnTo>
                <a:lnTo>
                  <a:pt x="485214" y="219837"/>
                </a:lnTo>
                <a:lnTo>
                  <a:pt x="452726" y="219837"/>
                </a:lnTo>
                <a:close/>
                <a:moveTo>
                  <a:pt x="847161" y="218357"/>
                </a:moveTo>
                <a:lnTo>
                  <a:pt x="860073" y="218357"/>
                </a:lnTo>
                <a:lnTo>
                  <a:pt x="860073" y="220577"/>
                </a:lnTo>
                <a:lnTo>
                  <a:pt x="847161" y="220577"/>
                </a:lnTo>
                <a:close/>
                <a:moveTo>
                  <a:pt x="67455" y="219097"/>
                </a:moveTo>
                <a:lnTo>
                  <a:pt x="122017" y="219097"/>
                </a:lnTo>
                <a:lnTo>
                  <a:pt x="122017" y="220577"/>
                </a:lnTo>
                <a:lnTo>
                  <a:pt x="67455" y="220577"/>
                </a:lnTo>
                <a:close/>
                <a:moveTo>
                  <a:pt x="747199" y="219097"/>
                </a:moveTo>
                <a:lnTo>
                  <a:pt x="764275" y="219097"/>
                </a:lnTo>
                <a:lnTo>
                  <a:pt x="764275" y="220577"/>
                </a:lnTo>
                <a:lnTo>
                  <a:pt x="747199" y="220577"/>
                </a:lnTo>
                <a:close/>
                <a:moveTo>
                  <a:pt x="204903" y="218357"/>
                </a:moveTo>
                <a:lnTo>
                  <a:pt x="217815" y="218357"/>
                </a:lnTo>
                <a:lnTo>
                  <a:pt x="217815" y="220577"/>
                </a:lnTo>
                <a:lnTo>
                  <a:pt x="204903" y="220577"/>
                </a:lnTo>
                <a:close/>
                <a:moveTo>
                  <a:pt x="246970" y="219097"/>
                </a:moveTo>
                <a:lnTo>
                  <a:pt x="260715" y="219097"/>
                </a:lnTo>
                <a:lnTo>
                  <a:pt x="260715" y="220577"/>
                </a:lnTo>
                <a:lnTo>
                  <a:pt x="246970" y="220577"/>
                </a:lnTo>
                <a:close/>
                <a:moveTo>
                  <a:pt x="889228" y="219097"/>
                </a:moveTo>
                <a:lnTo>
                  <a:pt x="902973" y="219097"/>
                </a:lnTo>
                <a:lnTo>
                  <a:pt x="902973" y="220577"/>
                </a:lnTo>
                <a:lnTo>
                  <a:pt x="889228" y="220577"/>
                </a:lnTo>
                <a:close/>
                <a:moveTo>
                  <a:pt x="624745" y="217617"/>
                </a:moveTo>
                <a:lnTo>
                  <a:pt x="637240" y="217617"/>
                </a:lnTo>
                <a:lnTo>
                  <a:pt x="637240" y="221318"/>
                </a:lnTo>
                <a:lnTo>
                  <a:pt x="624745" y="221318"/>
                </a:lnTo>
                <a:close/>
                <a:moveTo>
                  <a:pt x="889228" y="220577"/>
                </a:moveTo>
                <a:lnTo>
                  <a:pt x="903390" y="220577"/>
                </a:lnTo>
                <a:lnTo>
                  <a:pt x="903390" y="221318"/>
                </a:lnTo>
                <a:lnTo>
                  <a:pt x="889228" y="221318"/>
                </a:lnTo>
                <a:close/>
                <a:moveTo>
                  <a:pt x="246970" y="220577"/>
                </a:moveTo>
                <a:lnTo>
                  <a:pt x="261132" y="220577"/>
                </a:lnTo>
                <a:lnTo>
                  <a:pt x="261132" y="221318"/>
                </a:lnTo>
                <a:lnTo>
                  <a:pt x="246970" y="221318"/>
                </a:lnTo>
                <a:close/>
                <a:moveTo>
                  <a:pt x="684306" y="219837"/>
                </a:moveTo>
                <a:lnTo>
                  <a:pt x="700133" y="219837"/>
                </a:lnTo>
                <a:lnTo>
                  <a:pt x="700133" y="222058"/>
                </a:lnTo>
                <a:lnTo>
                  <a:pt x="684306" y="222058"/>
                </a:lnTo>
                <a:close/>
                <a:moveTo>
                  <a:pt x="413991" y="219837"/>
                </a:moveTo>
                <a:lnTo>
                  <a:pt x="421904" y="219837"/>
                </a:lnTo>
                <a:lnTo>
                  <a:pt x="421904" y="222058"/>
                </a:lnTo>
                <a:lnTo>
                  <a:pt x="413991" y="222058"/>
                </a:lnTo>
                <a:close/>
                <a:moveTo>
                  <a:pt x="205319" y="220577"/>
                </a:moveTo>
                <a:lnTo>
                  <a:pt x="217815" y="220577"/>
                </a:lnTo>
                <a:lnTo>
                  <a:pt x="217815" y="222058"/>
                </a:lnTo>
                <a:lnTo>
                  <a:pt x="205319" y="222058"/>
                </a:lnTo>
                <a:close/>
                <a:moveTo>
                  <a:pt x="747199" y="220577"/>
                </a:moveTo>
                <a:lnTo>
                  <a:pt x="763859" y="220577"/>
                </a:lnTo>
                <a:lnTo>
                  <a:pt x="763859" y="222058"/>
                </a:lnTo>
                <a:lnTo>
                  <a:pt x="747199" y="222058"/>
                </a:lnTo>
                <a:close/>
                <a:moveTo>
                  <a:pt x="847577" y="220577"/>
                </a:moveTo>
                <a:lnTo>
                  <a:pt x="860073" y="220577"/>
                </a:lnTo>
                <a:lnTo>
                  <a:pt x="860073" y="222058"/>
                </a:lnTo>
                <a:lnTo>
                  <a:pt x="847577" y="222058"/>
                </a:lnTo>
                <a:close/>
                <a:moveTo>
                  <a:pt x="453143" y="219837"/>
                </a:moveTo>
                <a:lnTo>
                  <a:pt x="485214" y="219837"/>
                </a:lnTo>
                <a:lnTo>
                  <a:pt x="485214" y="222058"/>
                </a:lnTo>
                <a:lnTo>
                  <a:pt x="453143" y="222058"/>
                </a:lnTo>
                <a:close/>
                <a:moveTo>
                  <a:pt x="516452" y="219837"/>
                </a:moveTo>
                <a:lnTo>
                  <a:pt x="525199" y="219837"/>
                </a:lnTo>
                <a:lnTo>
                  <a:pt x="525199" y="222058"/>
                </a:lnTo>
                <a:lnTo>
                  <a:pt x="516452" y="222058"/>
                </a:lnTo>
                <a:close/>
                <a:moveTo>
                  <a:pt x="889228" y="221318"/>
                </a:moveTo>
                <a:lnTo>
                  <a:pt x="903806" y="221318"/>
                </a:lnTo>
                <a:lnTo>
                  <a:pt x="903806" y="222798"/>
                </a:lnTo>
                <a:lnTo>
                  <a:pt x="889228" y="222798"/>
                </a:lnTo>
                <a:close/>
                <a:moveTo>
                  <a:pt x="453143" y="222058"/>
                </a:moveTo>
                <a:lnTo>
                  <a:pt x="484797" y="222058"/>
                </a:lnTo>
                <a:lnTo>
                  <a:pt x="484797" y="222798"/>
                </a:lnTo>
                <a:lnTo>
                  <a:pt x="453143" y="222798"/>
                </a:lnTo>
                <a:close/>
                <a:moveTo>
                  <a:pt x="67455" y="220577"/>
                </a:moveTo>
                <a:lnTo>
                  <a:pt x="121601" y="220577"/>
                </a:lnTo>
                <a:lnTo>
                  <a:pt x="121601" y="222798"/>
                </a:lnTo>
                <a:lnTo>
                  <a:pt x="67455" y="222798"/>
                </a:lnTo>
                <a:close/>
                <a:moveTo>
                  <a:pt x="746782" y="222058"/>
                </a:moveTo>
                <a:lnTo>
                  <a:pt x="763859" y="222058"/>
                </a:lnTo>
                <a:lnTo>
                  <a:pt x="763859" y="222798"/>
                </a:lnTo>
                <a:lnTo>
                  <a:pt x="746782" y="222798"/>
                </a:lnTo>
                <a:close/>
                <a:moveTo>
                  <a:pt x="684306" y="222058"/>
                </a:moveTo>
                <a:lnTo>
                  <a:pt x="700549" y="222058"/>
                </a:lnTo>
                <a:lnTo>
                  <a:pt x="700549" y="222798"/>
                </a:lnTo>
                <a:lnTo>
                  <a:pt x="684306" y="222798"/>
                </a:lnTo>
                <a:close/>
                <a:moveTo>
                  <a:pt x="516036" y="222058"/>
                </a:moveTo>
                <a:lnTo>
                  <a:pt x="525199" y="222058"/>
                </a:lnTo>
                <a:lnTo>
                  <a:pt x="525199" y="222798"/>
                </a:lnTo>
                <a:lnTo>
                  <a:pt x="516036" y="222798"/>
                </a:lnTo>
                <a:close/>
                <a:moveTo>
                  <a:pt x="246970" y="221318"/>
                </a:moveTo>
                <a:lnTo>
                  <a:pt x="261548" y="221318"/>
                </a:lnTo>
                <a:lnTo>
                  <a:pt x="261548" y="222798"/>
                </a:lnTo>
                <a:lnTo>
                  <a:pt x="246970" y="222798"/>
                </a:lnTo>
                <a:close/>
                <a:moveTo>
                  <a:pt x="889228" y="222798"/>
                </a:moveTo>
                <a:lnTo>
                  <a:pt x="904223" y="222798"/>
                </a:lnTo>
                <a:lnTo>
                  <a:pt x="904223" y="223538"/>
                </a:lnTo>
                <a:lnTo>
                  <a:pt x="889228" y="223538"/>
                </a:lnTo>
                <a:close/>
                <a:moveTo>
                  <a:pt x="246970" y="222798"/>
                </a:moveTo>
                <a:lnTo>
                  <a:pt x="261965" y="222798"/>
                </a:lnTo>
                <a:lnTo>
                  <a:pt x="261965" y="223538"/>
                </a:lnTo>
                <a:lnTo>
                  <a:pt x="246970" y="223538"/>
                </a:lnTo>
                <a:close/>
                <a:moveTo>
                  <a:pt x="413991" y="222058"/>
                </a:moveTo>
                <a:lnTo>
                  <a:pt x="422321" y="222058"/>
                </a:lnTo>
                <a:lnTo>
                  <a:pt x="422321" y="223538"/>
                </a:lnTo>
                <a:lnTo>
                  <a:pt x="413991" y="223538"/>
                </a:lnTo>
                <a:close/>
                <a:moveTo>
                  <a:pt x="847994" y="222058"/>
                </a:moveTo>
                <a:lnTo>
                  <a:pt x="860073" y="222058"/>
                </a:lnTo>
                <a:lnTo>
                  <a:pt x="860073" y="224278"/>
                </a:lnTo>
                <a:lnTo>
                  <a:pt x="847994" y="224278"/>
                </a:lnTo>
                <a:close/>
                <a:moveTo>
                  <a:pt x="205736" y="222058"/>
                </a:moveTo>
                <a:lnTo>
                  <a:pt x="217815" y="222058"/>
                </a:lnTo>
                <a:lnTo>
                  <a:pt x="217815" y="224278"/>
                </a:lnTo>
                <a:lnTo>
                  <a:pt x="205736" y="224278"/>
                </a:lnTo>
                <a:close/>
                <a:moveTo>
                  <a:pt x="624328" y="221318"/>
                </a:moveTo>
                <a:lnTo>
                  <a:pt x="637656" y="221318"/>
                </a:lnTo>
                <a:lnTo>
                  <a:pt x="637656" y="224278"/>
                </a:lnTo>
                <a:lnTo>
                  <a:pt x="624328" y="224278"/>
                </a:lnTo>
                <a:close/>
                <a:moveTo>
                  <a:pt x="453559" y="222798"/>
                </a:moveTo>
                <a:lnTo>
                  <a:pt x="484797" y="222798"/>
                </a:lnTo>
                <a:lnTo>
                  <a:pt x="484797" y="224278"/>
                </a:lnTo>
                <a:lnTo>
                  <a:pt x="453559" y="224278"/>
                </a:lnTo>
                <a:close/>
                <a:moveTo>
                  <a:pt x="746782" y="222798"/>
                </a:moveTo>
                <a:lnTo>
                  <a:pt x="763442" y="222798"/>
                </a:lnTo>
                <a:lnTo>
                  <a:pt x="763442" y="225019"/>
                </a:lnTo>
                <a:lnTo>
                  <a:pt x="746782" y="225019"/>
                </a:lnTo>
                <a:close/>
                <a:moveTo>
                  <a:pt x="67455" y="222798"/>
                </a:moveTo>
                <a:lnTo>
                  <a:pt x="121184" y="222798"/>
                </a:lnTo>
                <a:lnTo>
                  <a:pt x="121184" y="225019"/>
                </a:lnTo>
                <a:lnTo>
                  <a:pt x="67455" y="225019"/>
                </a:lnTo>
                <a:close/>
                <a:moveTo>
                  <a:pt x="683889" y="222798"/>
                </a:moveTo>
                <a:lnTo>
                  <a:pt x="700549" y="222798"/>
                </a:lnTo>
                <a:lnTo>
                  <a:pt x="700549" y="225019"/>
                </a:lnTo>
                <a:lnTo>
                  <a:pt x="683889" y="225019"/>
                </a:lnTo>
                <a:close/>
                <a:moveTo>
                  <a:pt x="453559" y="224278"/>
                </a:moveTo>
                <a:lnTo>
                  <a:pt x="484381" y="224278"/>
                </a:lnTo>
                <a:lnTo>
                  <a:pt x="484381" y="225019"/>
                </a:lnTo>
                <a:lnTo>
                  <a:pt x="453559" y="225019"/>
                </a:lnTo>
                <a:close/>
                <a:moveTo>
                  <a:pt x="246970" y="223538"/>
                </a:moveTo>
                <a:lnTo>
                  <a:pt x="262381" y="223538"/>
                </a:lnTo>
                <a:lnTo>
                  <a:pt x="262381" y="225019"/>
                </a:lnTo>
                <a:lnTo>
                  <a:pt x="246970" y="225019"/>
                </a:lnTo>
                <a:close/>
                <a:moveTo>
                  <a:pt x="889228" y="223538"/>
                </a:moveTo>
                <a:lnTo>
                  <a:pt x="904639" y="223538"/>
                </a:lnTo>
                <a:lnTo>
                  <a:pt x="904639" y="225019"/>
                </a:lnTo>
                <a:lnTo>
                  <a:pt x="889228" y="225019"/>
                </a:lnTo>
                <a:close/>
                <a:moveTo>
                  <a:pt x="246970" y="225019"/>
                </a:moveTo>
                <a:lnTo>
                  <a:pt x="262798" y="225019"/>
                </a:lnTo>
                <a:lnTo>
                  <a:pt x="262798" y="225759"/>
                </a:lnTo>
                <a:lnTo>
                  <a:pt x="246970" y="225759"/>
                </a:lnTo>
                <a:close/>
                <a:moveTo>
                  <a:pt x="746782" y="225019"/>
                </a:moveTo>
                <a:lnTo>
                  <a:pt x="763026" y="225019"/>
                </a:lnTo>
                <a:lnTo>
                  <a:pt x="763026" y="225759"/>
                </a:lnTo>
                <a:lnTo>
                  <a:pt x="746782" y="225759"/>
                </a:lnTo>
                <a:close/>
                <a:moveTo>
                  <a:pt x="889228" y="225019"/>
                </a:moveTo>
                <a:lnTo>
                  <a:pt x="905056" y="225019"/>
                </a:lnTo>
                <a:lnTo>
                  <a:pt x="905056" y="225759"/>
                </a:lnTo>
                <a:lnTo>
                  <a:pt x="889228" y="225759"/>
                </a:lnTo>
                <a:close/>
                <a:moveTo>
                  <a:pt x="516036" y="222798"/>
                </a:moveTo>
                <a:lnTo>
                  <a:pt x="525615" y="222798"/>
                </a:lnTo>
                <a:lnTo>
                  <a:pt x="525615" y="225759"/>
                </a:lnTo>
                <a:lnTo>
                  <a:pt x="516036" y="225759"/>
                </a:lnTo>
                <a:close/>
                <a:moveTo>
                  <a:pt x="413574" y="223538"/>
                </a:moveTo>
                <a:lnTo>
                  <a:pt x="422321" y="223538"/>
                </a:lnTo>
                <a:lnTo>
                  <a:pt x="422321" y="225759"/>
                </a:lnTo>
                <a:lnTo>
                  <a:pt x="413574" y="225759"/>
                </a:lnTo>
                <a:close/>
                <a:moveTo>
                  <a:pt x="683889" y="225019"/>
                </a:moveTo>
                <a:lnTo>
                  <a:pt x="700966" y="225019"/>
                </a:lnTo>
                <a:lnTo>
                  <a:pt x="700966" y="225759"/>
                </a:lnTo>
                <a:lnTo>
                  <a:pt x="683889" y="225759"/>
                </a:lnTo>
                <a:close/>
                <a:moveTo>
                  <a:pt x="453976" y="225019"/>
                </a:moveTo>
                <a:lnTo>
                  <a:pt x="484381" y="225019"/>
                </a:lnTo>
                <a:lnTo>
                  <a:pt x="484381" y="226499"/>
                </a:lnTo>
                <a:lnTo>
                  <a:pt x="453976" y="226499"/>
                </a:lnTo>
                <a:close/>
                <a:moveTo>
                  <a:pt x="516036" y="225759"/>
                </a:moveTo>
                <a:lnTo>
                  <a:pt x="526032" y="225759"/>
                </a:lnTo>
                <a:lnTo>
                  <a:pt x="526032" y="226499"/>
                </a:lnTo>
                <a:lnTo>
                  <a:pt x="516036" y="226499"/>
                </a:lnTo>
                <a:close/>
                <a:moveTo>
                  <a:pt x="848410" y="224278"/>
                </a:moveTo>
                <a:lnTo>
                  <a:pt x="860073" y="224278"/>
                </a:lnTo>
                <a:lnTo>
                  <a:pt x="860073" y="226499"/>
                </a:lnTo>
                <a:lnTo>
                  <a:pt x="848410" y="226499"/>
                </a:lnTo>
                <a:close/>
                <a:moveTo>
                  <a:pt x="206152" y="224278"/>
                </a:moveTo>
                <a:lnTo>
                  <a:pt x="217815" y="224278"/>
                </a:lnTo>
                <a:lnTo>
                  <a:pt x="217815" y="226499"/>
                </a:lnTo>
                <a:lnTo>
                  <a:pt x="206152" y="226499"/>
                </a:lnTo>
                <a:close/>
                <a:moveTo>
                  <a:pt x="889228" y="225759"/>
                </a:moveTo>
                <a:lnTo>
                  <a:pt x="905472" y="225759"/>
                </a:lnTo>
                <a:lnTo>
                  <a:pt x="905472" y="227239"/>
                </a:lnTo>
                <a:lnTo>
                  <a:pt x="889228" y="227239"/>
                </a:lnTo>
                <a:close/>
                <a:moveTo>
                  <a:pt x="67455" y="225019"/>
                </a:moveTo>
                <a:lnTo>
                  <a:pt x="120768" y="225019"/>
                </a:lnTo>
                <a:lnTo>
                  <a:pt x="120768" y="227239"/>
                </a:lnTo>
                <a:lnTo>
                  <a:pt x="67455" y="227239"/>
                </a:lnTo>
                <a:close/>
                <a:moveTo>
                  <a:pt x="683473" y="225759"/>
                </a:moveTo>
                <a:lnTo>
                  <a:pt x="700966" y="225759"/>
                </a:lnTo>
                <a:lnTo>
                  <a:pt x="700966" y="227239"/>
                </a:lnTo>
                <a:lnTo>
                  <a:pt x="683473" y="227239"/>
                </a:lnTo>
                <a:close/>
                <a:moveTo>
                  <a:pt x="413574" y="225759"/>
                </a:moveTo>
                <a:lnTo>
                  <a:pt x="422737" y="225759"/>
                </a:lnTo>
                <a:lnTo>
                  <a:pt x="422737" y="227239"/>
                </a:lnTo>
                <a:lnTo>
                  <a:pt x="413574" y="227239"/>
                </a:lnTo>
                <a:close/>
                <a:moveTo>
                  <a:pt x="246970" y="225759"/>
                </a:moveTo>
                <a:lnTo>
                  <a:pt x="263214" y="225759"/>
                </a:lnTo>
                <a:lnTo>
                  <a:pt x="263214" y="227239"/>
                </a:lnTo>
                <a:lnTo>
                  <a:pt x="246970" y="227239"/>
                </a:lnTo>
                <a:close/>
                <a:moveTo>
                  <a:pt x="623912" y="224278"/>
                </a:moveTo>
                <a:lnTo>
                  <a:pt x="638073" y="224278"/>
                </a:lnTo>
                <a:lnTo>
                  <a:pt x="638073" y="227239"/>
                </a:lnTo>
                <a:lnTo>
                  <a:pt x="623912" y="227239"/>
                </a:lnTo>
                <a:close/>
                <a:moveTo>
                  <a:pt x="746366" y="225759"/>
                </a:moveTo>
                <a:lnTo>
                  <a:pt x="763026" y="225759"/>
                </a:lnTo>
                <a:lnTo>
                  <a:pt x="763026" y="227239"/>
                </a:lnTo>
                <a:lnTo>
                  <a:pt x="746366" y="227239"/>
                </a:lnTo>
                <a:close/>
                <a:moveTo>
                  <a:pt x="623495" y="227239"/>
                </a:moveTo>
                <a:lnTo>
                  <a:pt x="638073" y="227239"/>
                </a:lnTo>
                <a:lnTo>
                  <a:pt x="638073" y="227979"/>
                </a:lnTo>
                <a:lnTo>
                  <a:pt x="623495" y="227979"/>
                </a:lnTo>
                <a:close/>
                <a:moveTo>
                  <a:pt x="454392" y="226499"/>
                </a:moveTo>
                <a:lnTo>
                  <a:pt x="483964" y="226499"/>
                </a:lnTo>
                <a:lnTo>
                  <a:pt x="483964" y="227979"/>
                </a:lnTo>
                <a:lnTo>
                  <a:pt x="454392" y="227979"/>
                </a:lnTo>
                <a:close/>
                <a:moveTo>
                  <a:pt x="515619" y="226499"/>
                </a:moveTo>
                <a:lnTo>
                  <a:pt x="526032" y="226499"/>
                </a:lnTo>
                <a:lnTo>
                  <a:pt x="526032" y="227979"/>
                </a:lnTo>
                <a:lnTo>
                  <a:pt x="515619" y="227979"/>
                </a:lnTo>
                <a:close/>
                <a:moveTo>
                  <a:pt x="246970" y="227239"/>
                </a:moveTo>
                <a:lnTo>
                  <a:pt x="263631" y="227239"/>
                </a:lnTo>
                <a:lnTo>
                  <a:pt x="263631" y="228719"/>
                </a:lnTo>
                <a:lnTo>
                  <a:pt x="246970" y="228719"/>
                </a:lnTo>
                <a:close/>
                <a:moveTo>
                  <a:pt x="206569" y="226499"/>
                </a:moveTo>
                <a:lnTo>
                  <a:pt x="217815" y="226499"/>
                </a:lnTo>
                <a:lnTo>
                  <a:pt x="217815" y="228719"/>
                </a:lnTo>
                <a:lnTo>
                  <a:pt x="206569" y="228719"/>
                </a:lnTo>
                <a:close/>
                <a:moveTo>
                  <a:pt x="848827" y="226499"/>
                </a:moveTo>
                <a:lnTo>
                  <a:pt x="860073" y="226499"/>
                </a:lnTo>
                <a:lnTo>
                  <a:pt x="860073" y="228719"/>
                </a:lnTo>
                <a:lnTo>
                  <a:pt x="848827" y="228719"/>
                </a:lnTo>
                <a:close/>
                <a:moveTo>
                  <a:pt x="889228" y="227239"/>
                </a:moveTo>
                <a:lnTo>
                  <a:pt x="905889" y="227239"/>
                </a:lnTo>
                <a:lnTo>
                  <a:pt x="905889" y="228719"/>
                </a:lnTo>
                <a:lnTo>
                  <a:pt x="889228" y="228719"/>
                </a:lnTo>
                <a:close/>
                <a:moveTo>
                  <a:pt x="683473" y="227239"/>
                </a:moveTo>
                <a:lnTo>
                  <a:pt x="701382" y="227239"/>
                </a:lnTo>
                <a:lnTo>
                  <a:pt x="701382" y="228719"/>
                </a:lnTo>
                <a:lnTo>
                  <a:pt x="683473" y="228719"/>
                </a:lnTo>
                <a:close/>
                <a:moveTo>
                  <a:pt x="246970" y="228719"/>
                </a:moveTo>
                <a:lnTo>
                  <a:pt x="264047" y="228719"/>
                </a:lnTo>
                <a:lnTo>
                  <a:pt x="264047" y="229460"/>
                </a:lnTo>
                <a:lnTo>
                  <a:pt x="246970" y="229460"/>
                </a:lnTo>
                <a:close/>
                <a:moveTo>
                  <a:pt x="454809" y="227979"/>
                </a:moveTo>
                <a:lnTo>
                  <a:pt x="483548" y="227979"/>
                </a:lnTo>
                <a:lnTo>
                  <a:pt x="483548" y="229460"/>
                </a:lnTo>
                <a:lnTo>
                  <a:pt x="454809" y="229460"/>
                </a:lnTo>
                <a:close/>
                <a:moveTo>
                  <a:pt x="746366" y="227239"/>
                </a:moveTo>
                <a:lnTo>
                  <a:pt x="762609" y="227239"/>
                </a:lnTo>
                <a:lnTo>
                  <a:pt x="762609" y="229460"/>
                </a:lnTo>
                <a:lnTo>
                  <a:pt x="746366" y="229460"/>
                </a:lnTo>
                <a:close/>
                <a:moveTo>
                  <a:pt x="413158" y="227239"/>
                </a:moveTo>
                <a:lnTo>
                  <a:pt x="422737" y="227239"/>
                </a:lnTo>
                <a:lnTo>
                  <a:pt x="422737" y="229460"/>
                </a:lnTo>
                <a:lnTo>
                  <a:pt x="413158" y="229460"/>
                </a:lnTo>
                <a:close/>
                <a:moveTo>
                  <a:pt x="67455" y="227239"/>
                </a:moveTo>
                <a:lnTo>
                  <a:pt x="120351" y="227239"/>
                </a:lnTo>
                <a:lnTo>
                  <a:pt x="120351" y="229460"/>
                </a:lnTo>
                <a:lnTo>
                  <a:pt x="67455" y="229460"/>
                </a:lnTo>
                <a:close/>
                <a:moveTo>
                  <a:pt x="623495" y="227979"/>
                </a:moveTo>
                <a:lnTo>
                  <a:pt x="638490" y="227979"/>
                </a:lnTo>
                <a:lnTo>
                  <a:pt x="638490" y="229460"/>
                </a:lnTo>
                <a:lnTo>
                  <a:pt x="623495" y="229460"/>
                </a:lnTo>
                <a:close/>
                <a:moveTo>
                  <a:pt x="889228" y="228719"/>
                </a:moveTo>
                <a:lnTo>
                  <a:pt x="906305" y="228719"/>
                </a:lnTo>
                <a:lnTo>
                  <a:pt x="906305" y="229460"/>
                </a:lnTo>
                <a:lnTo>
                  <a:pt x="889228" y="229460"/>
                </a:lnTo>
                <a:close/>
                <a:moveTo>
                  <a:pt x="413158" y="229460"/>
                </a:moveTo>
                <a:lnTo>
                  <a:pt x="423154" y="229460"/>
                </a:lnTo>
                <a:lnTo>
                  <a:pt x="423154" y="230200"/>
                </a:lnTo>
                <a:lnTo>
                  <a:pt x="413158" y="230200"/>
                </a:lnTo>
                <a:close/>
                <a:moveTo>
                  <a:pt x="683056" y="228719"/>
                </a:moveTo>
                <a:lnTo>
                  <a:pt x="701382" y="228719"/>
                </a:lnTo>
                <a:lnTo>
                  <a:pt x="701382" y="230200"/>
                </a:lnTo>
                <a:lnTo>
                  <a:pt x="683056" y="230200"/>
                </a:lnTo>
                <a:close/>
                <a:moveTo>
                  <a:pt x="455225" y="229460"/>
                </a:moveTo>
                <a:lnTo>
                  <a:pt x="483131" y="229460"/>
                </a:lnTo>
                <a:lnTo>
                  <a:pt x="483131" y="230200"/>
                </a:lnTo>
                <a:lnTo>
                  <a:pt x="455225" y="230200"/>
                </a:lnTo>
                <a:close/>
                <a:moveTo>
                  <a:pt x="515619" y="227979"/>
                </a:moveTo>
                <a:lnTo>
                  <a:pt x="526448" y="227979"/>
                </a:lnTo>
                <a:lnTo>
                  <a:pt x="526448" y="230200"/>
                </a:lnTo>
                <a:lnTo>
                  <a:pt x="515619" y="230200"/>
                </a:lnTo>
                <a:close/>
                <a:moveTo>
                  <a:pt x="889228" y="229460"/>
                </a:moveTo>
                <a:lnTo>
                  <a:pt x="906722" y="229460"/>
                </a:lnTo>
                <a:lnTo>
                  <a:pt x="906722" y="230940"/>
                </a:lnTo>
                <a:lnTo>
                  <a:pt x="889228" y="230940"/>
                </a:lnTo>
                <a:close/>
                <a:moveTo>
                  <a:pt x="206985" y="228719"/>
                </a:moveTo>
                <a:lnTo>
                  <a:pt x="217815" y="228719"/>
                </a:lnTo>
                <a:lnTo>
                  <a:pt x="217815" y="230940"/>
                </a:lnTo>
                <a:lnTo>
                  <a:pt x="206985" y="230940"/>
                </a:lnTo>
                <a:close/>
                <a:moveTo>
                  <a:pt x="849243" y="228719"/>
                </a:moveTo>
                <a:lnTo>
                  <a:pt x="860073" y="228719"/>
                </a:lnTo>
                <a:lnTo>
                  <a:pt x="860073" y="230940"/>
                </a:lnTo>
                <a:lnTo>
                  <a:pt x="849243" y="230940"/>
                </a:lnTo>
                <a:close/>
                <a:moveTo>
                  <a:pt x="246970" y="229460"/>
                </a:moveTo>
                <a:lnTo>
                  <a:pt x="264464" y="229460"/>
                </a:lnTo>
                <a:lnTo>
                  <a:pt x="264464" y="230940"/>
                </a:lnTo>
                <a:lnTo>
                  <a:pt x="246970" y="230940"/>
                </a:lnTo>
                <a:close/>
                <a:moveTo>
                  <a:pt x="455225" y="230200"/>
                </a:moveTo>
                <a:lnTo>
                  <a:pt x="482715" y="230200"/>
                </a:lnTo>
                <a:lnTo>
                  <a:pt x="482715" y="230940"/>
                </a:lnTo>
                <a:lnTo>
                  <a:pt x="455225" y="230940"/>
                </a:lnTo>
                <a:close/>
                <a:moveTo>
                  <a:pt x="683056" y="230200"/>
                </a:moveTo>
                <a:lnTo>
                  <a:pt x="701799" y="230200"/>
                </a:lnTo>
                <a:lnTo>
                  <a:pt x="701799" y="231680"/>
                </a:lnTo>
                <a:lnTo>
                  <a:pt x="683056" y="231680"/>
                </a:lnTo>
                <a:close/>
                <a:moveTo>
                  <a:pt x="623079" y="229460"/>
                </a:moveTo>
                <a:lnTo>
                  <a:pt x="638490" y="229460"/>
                </a:lnTo>
                <a:lnTo>
                  <a:pt x="638490" y="231680"/>
                </a:lnTo>
                <a:lnTo>
                  <a:pt x="623079" y="231680"/>
                </a:lnTo>
                <a:close/>
                <a:moveTo>
                  <a:pt x="455642" y="230940"/>
                </a:moveTo>
                <a:lnTo>
                  <a:pt x="482715" y="230940"/>
                </a:lnTo>
                <a:lnTo>
                  <a:pt x="482715" y="231680"/>
                </a:lnTo>
                <a:lnTo>
                  <a:pt x="455642" y="231680"/>
                </a:lnTo>
                <a:close/>
                <a:moveTo>
                  <a:pt x="246970" y="230940"/>
                </a:moveTo>
                <a:lnTo>
                  <a:pt x="264880" y="230940"/>
                </a:lnTo>
                <a:lnTo>
                  <a:pt x="264880" y="231680"/>
                </a:lnTo>
                <a:lnTo>
                  <a:pt x="246970" y="231680"/>
                </a:lnTo>
                <a:close/>
                <a:moveTo>
                  <a:pt x="745949" y="229460"/>
                </a:moveTo>
                <a:lnTo>
                  <a:pt x="762193" y="229460"/>
                </a:lnTo>
                <a:lnTo>
                  <a:pt x="762193" y="231680"/>
                </a:lnTo>
                <a:lnTo>
                  <a:pt x="745949" y="231680"/>
                </a:lnTo>
                <a:close/>
                <a:moveTo>
                  <a:pt x="889228" y="230940"/>
                </a:moveTo>
                <a:lnTo>
                  <a:pt x="907138" y="230940"/>
                </a:lnTo>
                <a:lnTo>
                  <a:pt x="907138" y="231680"/>
                </a:lnTo>
                <a:lnTo>
                  <a:pt x="889228" y="231680"/>
                </a:lnTo>
                <a:close/>
                <a:moveTo>
                  <a:pt x="67455" y="229460"/>
                </a:moveTo>
                <a:lnTo>
                  <a:pt x="119935" y="229460"/>
                </a:lnTo>
                <a:lnTo>
                  <a:pt x="119935" y="231680"/>
                </a:lnTo>
                <a:lnTo>
                  <a:pt x="67455" y="231680"/>
                </a:lnTo>
                <a:close/>
                <a:moveTo>
                  <a:pt x="515203" y="230200"/>
                </a:moveTo>
                <a:lnTo>
                  <a:pt x="526865" y="230200"/>
                </a:lnTo>
                <a:lnTo>
                  <a:pt x="526865" y="232420"/>
                </a:lnTo>
                <a:lnTo>
                  <a:pt x="515203" y="232420"/>
                </a:lnTo>
                <a:close/>
                <a:moveTo>
                  <a:pt x="456058" y="231680"/>
                </a:moveTo>
                <a:lnTo>
                  <a:pt x="482298" y="231680"/>
                </a:lnTo>
                <a:lnTo>
                  <a:pt x="482298" y="232420"/>
                </a:lnTo>
                <a:lnTo>
                  <a:pt x="456058" y="232420"/>
                </a:lnTo>
                <a:close/>
                <a:moveTo>
                  <a:pt x="412741" y="230200"/>
                </a:moveTo>
                <a:lnTo>
                  <a:pt x="423154" y="230200"/>
                </a:lnTo>
                <a:lnTo>
                  <a:pt x="423154" y="232420"/>
                </a:lnTo>
                <a:lnTo>
                  <a:pt x="412741" y="232420"/>
                </a:lnTo>
                <a:close/>
                <a:moveTo>
                  <a:pt x="623079" y="231680"/>
                </a:moveTo>
                <a:lnTo>
                  <a:pt x="638906" y="231680"/>
                </a:lnTo>
                <a:lnTo>
                  <a:pt x="638906" y="232420"/>
                </a:lnTo>
                <a:lnTo>
                  <a:pt x="623079" y="232420"/>
                </a:lnTo>
                <a:close/>
                <a:moveTo>
                  <a:pt x="682640" y="231680"/>
                </a:moveTo>
                <a:lnTo>
                  <a:pt x="701799" y="231680"/>
                </a:lnTo>
                <a:lnTo>
                  <a:pt x="701799" y="233161"/>
                </a:lnTo>
                <a:lnTo>
                  <a:pt x="682640" y="233161"/>
                </a:lnTo>
                <a:close/>
                <a:moveTo>
                  <a:pt x="412325" y="232420"/>
                </a:moveTo>
                <a:lnTo>
                  <a:pt x="423154" y="232420"/>
                </a:lnTo>
                <a:lnTo>
                  <a:pt x="423154" y="233161"/>
                </a:lnTo>
                <a:lnTo>
                  <a:pt x="412325" y="233161"/>
                </a:lnTo>
                <a:close/>
                <a:moveTo>
                  <a:pt x="246970" y="231680"/>
                </a:moveTo>
                <a:lnTo>
                  <a:pt x="265297" y="231680"/>
                </a:lnTo>
                <a:lnTo>
                  <a:pt x="265297" y="233161"/>
                </a:lnTo>
                <a:lnTo>
                  <a:pt x="246970" y="233161"/>
                </a:lnTo>
                <a:close/>
                <a:moveTo>
                  <a:pt x="745949" y="231680"/>
                </a:moveTo>
                <a:lnTo>
                  <a:pt x="761776" y="231680"/>
                </a:lnTo>
                <a:lnTo>
                  <a:pt x="761776" y="233161"/>
                </a:lnTo>
                <a:lnTo>
                  <a:pt x="745949" y="233161"/>
                </a:lnTo>
                <a:close/>
                <a:moveTo>
                  <a:pt x="456475" y="232420"/>
                </a:moveTo>
                <a:lnTo>
                  <a:pt x="481882" y="232420"/>
                </a:lnTo>
                <a:lnTo>
                  <a:pt x="481882" y="233161"/>
                </a:lnTo>
                <a:lnTo>
                  <a:pt x="456475" y="233161"/>
                </a:lnTo>
                <a:close/>
                <a:moveTo>
                  <a:pt x="889228" y="231680"/>
                </a:moveTo>
                <a:lnTo>
                  <a:pt x="907555" y="231680"/>
                </a:lnTo>
                <a:lnTo>
                  <a:pt x="907555" y="233161"/>
                </a:lnTo>
                <a:lnTo>
                  <a:pt x="889228" y="233161"/>
                </a:lnTo>
                <a:close/>
                <a:moveTo>
                  <a:pt x="515203" y="232420"/>
                </a:moveTo>
                <a:lnTo>
                  <a:pt x="527281" y="232420"/>
                </a:lnTo>
                <a:lnTo>
                  <a:pt x="527281" y="233161"/>
                </a:lnTo>
                <a:lnTo>
                  <a:pt x="515203" y="233161"/>
                </a:lnTo>
                <a:close/>
                <a:moveTo>
                  <a:pt x="207402" y="230940"/>
                </a:moveTo>
                <a:lnTo>
                  <a:pt x="217815" y="230940"/>
                </a:lnTo>
                <a:lnTo>
                  <a:pt x="217815" y="233161"/>
                </a:lnTo>
                <a:lnTo>
                  <a:pt x="207402" y="233161"/>
                </a:lnTo>
                <a:close/>
                <a:moveTo>
                  <a:pt x="849660" y="230940"/>
                </a:moveTo>
                <a:lnTo>
                  <a:pt x="860073" y="230940"/>
                </a:lnTo>
                <a:lnTo>
                  <a:pt x="860073" y="233161"/>
                </a:lnTo>
                <a:lnTo>
                  <a:pt x="849660" y="233161"/>
                </a:lnTo>
                <a:close/>
                <a:moveTo>
                  <a:pt x="745533" y="233161"/>
                </a:moveTo>
                <a:lnTo>
                  <a:pt x="761776" y="233161"/>
                </a:lnTo>
                <a:lnTo>
                  <a:pt x="761776" y="233901"/>
                </a:lnTo>
                <a:lnTo>
                  <a:pt x="745533" y="233901"/>
                </a:lnTo>
                <a:close/>
                <a:moveTo>
                  <a:pt x="67455" y="231680"/>
                </a:moveTo>
                <a:lnTo>
                  <a:pt x="119518" y="231680"/>
                </a:lnTo>
                <a:lnTo>
                  <a:pt x="119518" y="233901"/>
                </a:lnTo>
                <a:lnTo>
                  <a:pt x="67455" y="233901"/>
                </a:lnTo>
                <a:close/>
                <a:moveTo>
                  <a:pt x="889228" y="233161"/>
                </a:moveTo>
                <a:lnTo>
                  <a:pt x="907971" y="233161"/>
                </a:lnTo>
                <a:lnTo>
                  <a:pt x="907971" y="233901"/>
                </a:lnTo>
                <a:lnTo>
                  <a:pt x="889228" y="233901"/>
                </a:lnTo>
                <a:close/>
                <a:moveTo>
                  <a:pt x="456475" y="233161"/>
                </a:moveTo>
                <a:lnTo>
                  <a:pt x="481465" y="233161"/>
                </a:lnTo>
                <a:lnTo>
                  <a:pt x="481465" y="233901"/>
                </a:lnTo>
                <a:lnTo>
                  <a:pt x="456475" y="233901"/>
                </a:lnTo>
                <a:close/>
                <a:moveTo>
                  <a:pt x="622662" y="232420"/>
                </a:moveTo>
                <a:lnTo>
                  <a:pt x="638906" y="232420"/>
                </a:lnTo>
                <a:lnTo>
                  <a:pt x="638906" y="233901"/>
                </a:lnTo>
                <a:lnTo>
                  <a:pt x="622662" y="233901"/>
                </a:lnTo>
                <a:close/>
                <a:moveTo>
                  <a:pt x="246970" y="233161"/>
                </a:moveTo>
                <a:lnTo>
                  <a:pt x="265713" y="233161"/>
                </a:lnTo>
                <a:lnTo>
                  <a:pt x="265713" y="233901"/>
                </a:lnTo>
                <a:lnTo>
                  <a:pt x="246970" y="233901"/>
                </a:lnTo>
                <a:close/>
                <a:moveTo>
                  <a:pt x="456891" y="233901"/>
                </a:moveTo>
                <a:lnTo>
                  <a:pt x="481049" y="233901"/>
                </a:lnTo>
                <a:lnTo>
                  <a:pt x="481049" y="234641"/>
                </a:lnTo>
                <a:lnTo>
                  <a:pt x="456891" y="234641"/>
                </a:lnTo>
                <a:close/>
                <a:moveTo>
                  <a:pt x="514786" y="233161"/>
                </a:moveTo>
                <a:lnTo>
                  <a:pt x="527281" y="233161"/>
                </a:lnTo>
                <a:lnTo>
                  <a:pt x="527281" y="234641"/>
                </a:lnTo>
                <a:lnTo>
                  <a:pt x="514786" y="234641"/>
                </a:lnTo>
                <a:close/>
                <a:moveTo>
                  <a:pt x="850076" y="233161"/>
                </a:moveTo>
                <a:lnTo>
                  <a:pt x="860073" y="233161"/>
                </a:lnTo>
                <a:lnTo>
                  <a:pt x="860073" y="234641"/>
                </a:lnTo>
                <a:lnTo>
                  <a:pt x="850076" y="234641"/>
                </a:lnTo>
                <a:close/>
                <a:moveTo>
                  <a:pt x="682640" y="233161"/>
                </a:moveTo>
                <a:lnTo>
                  <a:pt x="702216" y="233161"/>
                </a:lnTo>
                <a:lnTo>
                  <a:pt x="702216" y="234641"/>
                </a:lnTo>
                <a:lnTo>
                  <a:pt x="682640" y="234641"/>
                </a:lnTo>
                <a:close/>
                <a:moveTo>
                  <a:pt x="412325" y="233161"/>
                </a:moveTo>
                <a:lnTo>
                  <a:pt x="423570" y="233161"/>
                </a:lnTo>
                <a:lnTo>
                  <a:pt x="423570" y="234641"/>
                </a:lnTo>
                <a:lnTo>
                  <a:pt x="412325" y="234641"/>
                </a:lnTo>
                <a:close/>
                <a:moveTo>
                  <a:pt x="207818" y="233161"/>
                </a:moveTo>
                <a:lnTo>
                  <a:pt x="217815" y="233161"/>
                </a:lnTo>
                <a:lnTo>
                  <a:pt x="217815" y="234641"/>
                </a:lnTo>
                <a:lnTo>
                  <a:pt x="207818" y="234641"/>
                </a:lnTo>
                <a:close/>
                <a:moveTo>
                  <a:pt x="745533" y="233901"/>
                </a:moveTo>
                <a:lnTo>
                  <a:pt x="761360" y="233901"/>
                </a:lnTo>
                <a:lnTo>
                  <a:pt x="761360" y="235381"/>
                </a:lnTo>
                <a:lnTo>
                  <a:pt x="745533" y="235381"/>
                </a:lnTo>
                <a:close/>
                <a:moveTo>
                  <a:pt x="246970" y="233901"/>
                </a:moveTo>
                <a:lnTo>
                  <a:pt x="266130" y="233901"/>
                </a:lnTo>
                <a:lnTo>
                  <a:pt x="266130" y="235381"/>
                </a:lnTo>
                <a:lnTo>
                  <a:pt x="246970" y="235381"/>
                </a:lnTo>
                <a:close/>
                <a:moveTo>
                  <a:pt x="67455" y="233901"/>
                </a:moveTo>
                <a:lnTo>
                  <a:pt x="119102" y="233901"/>
                </a:lnTo>
                <a:lnTo>
                  <a:pt x="119102" y="235381"/>
                </a:lnTo>
                <a:lnTo>
                  <a:pt x="67455" y="235381"/>
                </a:lnTo>
                <a:close/>
                <a:moveTo>
                  <a:pt x="622246" y="233901"/>
                </a:moveTo>
                <a:lnTo>
                  <a:pt x="638906" y="233901"/>
                </a:lnTo>
                <a:lnTo>
                  <a:pt x="638906" y="235381"/>
                </a:lnTo>
                <a:lnTo>
                  <a:pt x="622246" y="235381"/>
                </a:lnTo>
                <a:close/>
                <a:moveTo>
                  <a:pt x="457308" y="234641"/>
                </a:moveTo>
                <a:lnTo>
                  <a:pt x="480632" y="234641"/>
                </a:lnTo>
                <a:lnTo>
                  <a:pt x="480632" y="235381"/>
                </a:lnTo>
                <a:lnTo>
                  <a:pt x="457308" y="235381"/>
                </a:lnTo>
                <a:close/>
                <a:moveTo>
                  <a:pt x="889228" y="233901"/>
                </a:moveTo>
                <a:lnTo>
                  <a:pt x="908388" y="233901"/>
                </a:lnTo>
                <a:lnTo>
                  <a:pt x="908388" y="235381"/>
                </a:lnTo>
                <a:lnTo>
                  <a:pt x="889228" y="235381"/>
                </a:lnTo>
                <a:close/>
                <a:moveTo>
                  <a:pt x="246970" y="235381"/>
                </a:moveTo>
                <a:lnTo>
                  <a:pt x="266546" y="235381"/>
                </a:lnTo>
                <a:lnTo>
                  <a:pt x="266546" y="236121"/>
                </a:lnTo>
                <a:lnTo>
                  <a:pt x="246970" y="236121"/>
                </a:lnTo>
                <a:close/>
                <a:moveTo>
                  <a:pt x="411908" y="234641"/>
                </a:moveTo>
                <a:lnTo>
                  <a:pt x="423570" y="234641"/>
                </a:lnTo>
                <a:lnTo>
                  <a:pt x="423570" y="236121"/>
                </a:lnTo>
                <a:lnTo>
                  <a:pt x="411908" y="236121"/>
                </a:lnTo>
                <a:close/>
                <a:moveTo>
                  <a:pt x="622246" y="235381"/>
                </a:moveTo>
                <a:lnTo>
                  <a:pt x="639323" y="235381"/>
                </a:lnTo>
                <a:lnTo>
                  <a:pt x="639323" y="236121"/>
                </a:lnTo>
                <a:lnTo>
                  <a:pt x="622246" y="236121"/>
                </a:lnTo>
                <a:close/>
                <a:moveTo>
                  <a:pt x="889228" y="235381"/>
                </a:moveTo>
                <a:lnTo>
                  <a:pt x="908804" y="235381"/>
                </a:lnTo>
                <a:lnTo>
                  <a:pt x="908804" y="236121"/>
                </a:lnTo>
                <a:lnTo>
                  <a:pt x="889228" y="236121"/>
                </a:lnTo>
                <a:close/>
                <a:moveTo>
                  <a:pt x="457724" y="235381"/>
                </a:moveTo>
                <a:lnTo>
                  <a:pt x="480216" y="235381"/>
                </a:lnTo>
                <a:lnTo>
                  <a:pt x="480216" y="236121"/>
                </a:lnTo>
                <a:lnTo>
                  <a:pt x="457724" y="236121"/>
                </a:lnTo>
                <a:close/>
                <a:moveTo>
                  <a:pt x="682223" y="234641"/>
                </a:moveTo>
                <a:lnTo>
                  <a:pt x="702216" y="234641"/>
                </a:lnTo>
                <a:lnTo>
                  <a:pt x="702216" y="236121"/>
                </a:lnTo>
                <a:lnTo>
                  <a:pt x="682223" y="236121"/>
                </a:lnTo>
                <a:close/>
                <a:moveTo>
                  <a:pt x="745533" y="235381"/>
                </a:moveTo>
                <a:lnTo>
                  <a:pt x="760943" y="235381"/>
                </a:lnTo>
                <a:lnTo>
                  <a:pt x="760943" y="236121"/>
                </a:lnTo>
                <a:lnTo>
                  <a:pt x="745533" y="236121"/>
                </a:lnTo>
                <a:close/>
                <a:moveTo>
                  <a:pt x="514786" y="234641"/>
                </a:moveTo>
                <a:lnTo>
                  <a:pt x="527698" y="234641"/>
                </a:lnTo>
                <a:lnTo>
                  <a:pt x="527698" y="236121"/>
                </a:lnTo>
                <a:lnTo>
                  <a:pt x="514786" y="236121"/>
                </a:lnTo>
                <a:close/>
                <a:moveTo>
                  <a:pt x="850493" y="234641"/>
                </a:moveTo>
                <a:lnTo>
                  <a:pt x="860073" y="234641"/>
                </a:lnTo>
                <a:lnTo>
                  <a:pt x="860073" y="236862"/>
                </a:lnTo>
                <a:lnTo>
                  <a:pt x="850493" y="236862"/>
                </a:lnTo>
                <a:close/>
                <a:moveTo>
                  <a:pt x="208235" y="234641"/>
                </a:moveTo>
                <a:lnTo>
                  <a:pt x="217815" y="234641"/>
                </a:lnTo>
                <a:lnTo>
                  <a:pt x="217815" y="236862"/>
                </a:lnTo>
                <a:lnTo>
                  <a:pt x="208235" y="236862"/>
                </a:lnTo>
                <a:close/>
                <a:moveTo>
                  <a:pt x="458557" y="236121"/>
                </a:moveTo>
                <a:lnTo>
                  <a:pt x="479799" y="236121"/>
                </a:lnTo>
                <a:lnTo>
                  <a:pt x="479799" y="236862"/>
                </a:lnTo>
                <a:lnTo>
                  <a:pt x="458557" y="236862"/>
                </a:lnTo>
                <a:close/>
                <a:moveTo>
                  <a:pt x="458974" y="236862"/>
                </a:moveTo>
                <a:lnTo>
                  <a:pt x="479383" y="236862"/>
                </a:lnTo>
                <a:lnTo>
                  <a:pt x="479383" y="237602"/>
                </a:lnTo>
                <a:lnTo>
                  <a:pt x="458974" y="237602"/>
                </a:lnTo>
                <a:close/>
                <a:moveTo>
                  <a:pt x="682223" y="236121"/>
                </a:moveTo>
                <a:lnTo>
                  <a:pt x="702632" y="236121"/>
                </a:lnTo>
                <a:lnTo>
                  <a:pt x="702632" y="237602"/>
                </a:lnTo>
                <a:lnTo>
                  <a:pt x="682223" y="237602"/>
                </a:lnTo>
                <a:close/>
                <a:moveTo>
                  <a:pt x="889228" y="236121"/>
                </a:moveTo>
                <a:lnTo>
                  <a:pt x="909221" y="236121"/>
                </a:lnTo>
                <a:lnTo>
                  <a:pt x="909221" y="237602"/>
                </a:lnTo>
                <a:lnTo>
                  <a:pt x="889228" y="237602"/>
                </a:lnTo>
                <a:close/>
                <a:moveTo>
                  <a:pt x="67455" y="235381"/>
                </a:moveTo>
                <a:lnTo>
                  <a:pt x="118685" y="235381"/>
                </a:lnTo>
                <a:lnTo>
                  <a:pt x="118685" y="237602"/>
                </a:lnTo>
                <a:lnTo>
                  <a:pt x="67455" y="237602"/>
                </a:lnTo>
                <a:close/>
                <a:moveTo>
                  <a:pt x="246970" y="236121"/>
                </a:moveTo>
                <a:lnTo>
                  <a:pt x="266963" y="236121"/>
                </a:lnTo>
                <a:lnTo>
                  <a:pt x="266963" y="237602"/>
                </a:lnTo>
                <a:lnTo>
                  <a:pt x="246970" y="237602"/>
                </a:lnTo>
                <a:close/>
                <a:moveTo>
                  <a:pt x="745116" y="236121"/>
                </a:moveTo>
                <a:lnTo>
                  <a:pt x="760943" y="236121"/>
                </a:lnTo>
                <a:lnTo>
                  <a:pt x="760943" y="237602"/>
                </a:lnTo>
                <a:lnTo>
                  <a:pt x="745116" y="237602"/>
                </a:lnTo>
                <a:close/>
                <a:moveTo>
                  <a:pt x="459390" y="237602"/>
                </a:moveTo>
                <a:lnTo>
                  <a:pt x="478550" y="237602"/>
                </a:lnTo>
                <a:lnTo>
                  <a:pt x="478550" y="238342"/>
                </a:lnTo>
                <a:lnTo>
                  <a:pt x="459390" y="238342"/>
                </a:lnTo>
                <a:close/>
                <a:moveTo>
                  <a:pt x="411492" y="236121"/>
                </a:moveTo>
                <a:lnTo>
                  <a:pt x="423987" y="236121"/>
                </a:lnTo>
                <a:lnTo>
                  <a:pt x="423987" y="238342"/>
                </a:lnTo>
                <a:lnTo>
                  <a:pt x="411492" y="238342"/>
                </a:lnTo>
                <a:close/>
                <a:moveTo>
                  <a:pt x="514370" y="236121"/>
                </a:moveTo>
                <a:lnTo>
                  <a:pt x="528114" y="236121"/>
                </a:lnTo>
                <a:lnTo>
                  <a:pt x="528114" y="238342"/>
                </a:lnTo>
                <a:lnTo>
                  <a:pt x="514370" y="238342"/>
                </a:lnTo>
                <a:close/>
                <a:moveTo>
                  <a:pt x="621829" y="236121"/>
                </a:moveTo>
                <a:lnTo>
                  <a:pt x="639323" y="236121"/>
                </a:lnTo>
                <a:lnTo>
                  <a:pt x="639323" y="238342"/>
                </a:lnTo>
                <a:lnTo>
                  <a:pt x="621829" y="238342"/>
                </a:lnTo>
                <a:close/>
                <a:moveTo>
                  <a:pt x="681807" y="237602"/>
                </a:moveTo>
                <a:lnTo>
                  <a:pt x="702632" y="237602"/>
                </a:lnTo>
                <a:lnTo>
                  <a:pt x="702632" y="239082"/>
                </a:lnTo>
                <a:lnTo>
                  <a:pt x="681807" y="239082"/>
                </a:lnTo>
                <a:close/>
                <a:moveTo>
                  <a:pt x="460223" y="238342"/>
                </a:moveTo>
                <a:lnTo>
                  <a:pt x="478133" y="238342"/>
                </a:lnTo>
                <a:lnTo>
                  <a:pt x="478133" y="239082"/>
                </a:lnTo>
                <a:lnTo>
                  <a:pt x="460223" y="239082"/>
                </a:lnTo>
                <a:close/>
                <a:moveTo>
                  <a:pt x="246970" y="237602"/>
                </a:moveTo>
                <a:lnTo>
                  <a:pt x="267379" y="237602"/>
                </a:lnTo>
                <a:lnTo>
                  <a:pt x="267379" y="239082"/>
                </a:lnTo>
                <a:lnTo>
                  <a:pt x="246970" y="239082"/>
                </a:lnTo>
                <a:close/>
                <a:moveTo>
                  <a:pt x="208651" y="236862"/>
                </a:moveTo>
                <a:lnTo>
                  <a:pt x="217815" y="236862"/>
                </a:lnTo>
                <a:lnTo>
                  <a:pt x="217815" y="239082"/>
                </a:lnTo>
                <a:lnTo>
                  <a:pt x="208651" y="239082"/>
                </a:lnTo>
                <a:close/>
                <a:moveTo>
                  <a:pt x="850909" y="236862"/>
                </a:moveTo>
                <a:lnTo>
                  <a:pt x="860073" y="236862"/>
                </a:lnTo>
                <a:lnTo>
                  <a:pt x="860073" y="239082"/>
                </a:lnTo>
                <a:lnTo>
                  <a:pt x="850909" y="239082"/>
                </a:lnTo>
                <a:close/>
                <a:moveTo>
                  <a:pt x="621413" y="238342"/>
                </a:moveTo>
                <a:lnTo>
                  <a:pt x="639323" y="238342"/>
                </a:lnTo>
                <a:lnTo>
                  <a:pt x="639323" y="239082"/>
                </a:lnTo>
                <a:lnTo>
                  <a:pt x="621413" y="239082"/>
                </a:lnTo>
                <a:close/>
                <a:moveTo>
                  <a:pt x="889228" y="237602"/>
                </a:moveTo>
                <a:lnTo>
                  <a:pt x="909637" y="237602"/>
                </a:lnTo>
                <a:lnTo>
                  <a:pt x="909637" y="239082"/>
                </a:lnTo>
                <a:lnTo>
                  <a:pt x="889228" y="239082"/>
                </a:lnTo>
                <a:close/>
                <a:moveTo>
                  <a:pt x="115353" y="237602"/>
                </a:moveTo>
                <a:lnTo>
                  <a:pt x="118269" y="237602"/>
                </a:lnTo>
                <a:lnTo>
                  <a:pt x="118269" y="239822"/>
                </a:lnTo>
                <a:lnTo>
                  <a:pt x="115353" y="239822"/>
                </a:lnTo>
                <a:close/>
                <a:moveTo>
                  <a:pt x="411075" y="238342"/>
                </a:moveTo>
                <a:lnTo>
                  <a:pt x="424403" y="238342"/>
                </a:lnTo>
                <a:lnTo>
                  <a:pt x="424403" y="239822"/>
                </a:lnTo>
                <a:lnTo>
                  <a:pt x="411075" y="239822"/>
                </a:lnTo>
                <a:close/>
                <a:moveTo>
                  <a:pt x="745116" y="237602"/>
                </a:moveTo>
                <a:lnTo>
                  <a:pt x="760527" y="237602"/>
                </a:lnTo>
                <a:lnTo>
                  <a:pt x="760527" y="239822"/>
                </a:lnTo>
                <a:lnTo>
                  <a:pt x="745116" y="239822"/>
                </a:lnTo>
                <a:close/>
                <a:moveTo>
                  <a:pt x="621413" y="239082"/>
                </a:moveTo>
                <a:lnTo>
                  <a:pt x="639739" y="239082"/>
                </a:lnTo>
                <a:lnTo>
                  <a:pt x="639739" y="239822"/>
                </a:lnTo>
                <a:lnTo>
                  <a:pt x="621413" y="239822"/>
                </a:lnTo>
                <a:close/>
                <a:moveTo>
                  <a:pt x="246970" y="239082"/>
                </a:moveTo>
                <a:lnTo>
                  <a:pt x="267796" y="239082"/>
                </a:lnTo>
                <a:lnTo>
                  <a:pt x="267796" y="239822"/>
                </a:lnTo>
                <a:lnTo>
                  <a:pt x="246970" y="239822"/>
                </a:lnTo>
                <a:close/>
                <a:moveTo>
                  <a:pt x="513953" y="238342"/>
                </a:moveTo>
                <a:lnTo>
                  <a:pt x="528531" y="238342"/>
                </a:lnTo>
                <a:lnTo>
                  <a:pt x="528531" y="239822"/>
                </a:lnTo>
                <a:lnTo>
                  <a:pt x="513953" y="239822"/>
                </a:lnTo>
                <a:close/>
                <a:moveTo>
                  <a:pt x="461056" y="239082"/>
                </a:moveTo>
                <a:lnTo>
                  <a:pt x="477300" y="239082"/>
                </a:lnTo>
                <a:lnTo>
                  <a:pt x="477300" y="239822"/>
                </a:lnTo>
                <a:lnTo>
                  <a:pt x="461056" y="239822"/>
                </a:lnTo>
                <a:close/>
                <a:moveTo>
                  <a:pt x="889228" y="239082"/>
                </a:moveTo>
                <a:lnTo>
                  <a:pt x="910054" y="239082"/>
                </a:lnTo>
                <a:lnTo>
                  <a:pt x="910054" y="239822"/>
                </a:lnTo>
                <a:lnTo>
                  <a:pt x="889228" y="239822"/>
                </a:lnTo>
                <a:close/>
                <a:moveTo>
                  <a:pt x="681807" y="239082"/>
                </a:moveTo>
                <a:lnTo>
                  <a:pt x="703049" y="239082"/>
                </a:lnTo>
                <a:lnTo>
                  <a:pt x="703049" y="239822"/>
                </a:lnTo>
                <a:lnTo>
                  <a:pt x="681807" y="239822"/>
                </a:lnTo>
                <a:close/>
                <a:moveTo>
                  <a:pt x="513953" y="239822"/>
                </a:moveTo>
                <a:lnTo>
                  <a:pt x="528947" y="239822"/>
                </a:lnTo>
                <a:lnTo>
                  <a:pt x="528947" y="240563"/>
                </a:lnTo>
                <a:lnTo>
                  <a:pt x="513953" y="240563"/>
                </a:lnTo>
                <a:close/>
                <a:moveTo>
                  <a:pt x="461889" y="239822"/>
                </a:moveTo>
                <a:lnTo>
                  <a:pt x="476051" y="239822"/>
                </a:lnTo>
                <a:lnTo>
                  <a:pt x="476051" y="240563"/>
                </a:lnTo>
                <a:lnTo>
                  <a:pt x="461889" y="240563"/>
                </a:lnTo>
                <a:close/>
                <a:moveTo>
                  <a:pt x="410659" y="239822"/>
                </a:moveTo>
                <a:lnTo>
                  <a:pt x="424403" y="239822"/>
                </a:lnTo>
                <a:lnTo>
                  <a:pt x="424403" y="241303"/>
                </a:lnTo>
                <a:lnTo>
                  <a:pt x="410659" y="241303"/>
                </a:lnTo>
                <a:close/>
                <a:moveTo>
                  <a:pt x="513537" y="240563"/>
                </a:moveTo>
                <a:lnTo>
                  <a:pt x="528947" y="240563"/>
                </a:lnTo>
                <a:lnTo>
                  <a:pt x="528947" y="241303"/>
                </a:lnTo>
                <a:lnTo>
                  <a:pt x="513537" y="241303"/>
                </a:lnTo>
                <a:close/>
                <a:moveTo>
                  <a:pt x="889228" y="239822"/>
                </a:moveTo>
                <a:lnTo>
                  <a:pt x="910470" y="239822"/>
                </a:lnTo>
                <a:lnTo>
                  <a:pt x="910470" y="241303"/>
                </a:lnTo>
                <a:lnTo>
                  <a:pt x="889228" y="241303"/>
                </a:lnTo>
                <a:close/>
                <a:moveTo>
                  <a:pt x="620996" y="239822"/>
                </a:moveTo>
                <a:lnTo>
                  <a:pt x="639739" y="239822"/>
                </a:lnTo>
                <a:lnTo>
                  <a:pt x="639739" y="241303"/>
                </a:lnTo>
                <a:lnTo>
                  <a:pt x="620996" y="241303"/>
                </a:lnTo>
                <a:close/>
                <a:moveTo>
                  <a:pt x="463139" y="240563"/>
                </a:moveTo>
                <a:lnTo>
                  <a:pt x="475218" y="240563"/>
                </a:lnTo>
                <a:lnTo>
                  <a:pt x="475218" y="241303"/>
                </a:lnTo>
                <a:lnTo>
                  <a:pt x="463139" y="241303"/>
                </a:lnTo>
                <a:close/>
                <a:moveTo>
                  <a:pt x="209068" y="239082"/>
                </a:moveTo>
                <a:lnTo>
                  <a:pt x="217815" y="239082"/>
                </a:lnTo>
                <a:lnTo>
                  <a:pt x="217815" y="241303"/>
                </a:lnTo>
                <a:lnTo>
                  <a:pt x="209068" y="241303"/>
                </a:lnTo>
                <a:close/>
                <a:moveTo>
                  <a:pt x="851326" y="239082"/>
                </a:moveTo>
                <a:lnTo>
                  <a:pt x="860073" y="239082"/>
                </a:lnTo>
                <a:lnTo>
                  <a:pt x="860073" y="241303"/>
                </a:lnTo>
                <a:lnTo>
                  <a:pt x="851326" y="241303"/>
                </a:lnTo>
                <a:close/>
                <a:moveTo>
                  <a:pt x="246970" y="239822"/>
                </a:moveTo>
                <a:lnTo>
                  <a:pt x="268212" y="239822"/>
                </a:lnTo>
                <a:lnTo>
                  <a:pt x="268212" y="241303"/>
                </a:lnTo>
                <a:lnTo>
                  <a:pt x="246970" y="241303"/>
                </a:lnTo>
                <a:close/>
                <a:moveTo>
                  <a:pt x="620580" y="241303"/>
                </a:moveTo>
                <a:lnTo>
                  <a:pt x="639739" y="241303"/>
                </a:lnTo>
                <a:lnTo>
                  <a:pt x="639739" y="242043"/>
                </a:lnTo>
                <a:lnTo>
                  <a:pt x="620580" y="242043"/>
                </a:lnTo>
                <a:close/>
                <a:moveTo>
                  <a:pt x="744700" y="239822"/>
                </a:moveTo>
                <a:lnTo>
                  <a:pt x="760110" y="239822"/>
                </a:lnTo>
                <a:lnTo>
                  <a:pt x="760110" y="242043"/>
                </a:lnTo>
                <a:lnTo>
                  <a:pt x="744700" y="242043"/>
                </a:lnTo>
                <a:close/>
                <a:moveTo>
                  <a:pt x="115353" y="239822"/>
                </a:moveTo>
                <a:lnTo>
                  <a:pt x="117852" y="239822"/>
                </a:lnTo>
                <a:lnTo>
                  <a:pt x="117852" y="242043"/>
                </a:lnTo>
                <a:lnTo>
                  <a:pt x="115353" y="242043"/>
                </a:lnTo>
                <a:close/>
                <a:moveTo>
                  <a:pt x="246970" y="241303"/>
                </a:moveTo>
                <a:lnTo>
                  <a:pt x="268629" y="241303"/>
                </a:lnTo>
                <a:lnTo>
                  <a:pt x="268629" y="242043"/>
                </a:lnTo>
                <a:lnTo>
                  <a:pt x="246970" y="242043"/>
                </a:lnTo>
                <a:close/>
                <a:moveTo>
                  <a:pt x="464805" y="241303"/>
                </a:moveTo>
                <a:lnTo>
                  <a:pt x="473552" y="241303"/>
                </a:lnTo>
                <a:lnTo>
                  <a:pt x="473552" y="242043"/>
                </a:lnTo>
                <a:lnTo>
                  <a:pt x="464805" y="242043"/>
                </a:lnTo>
                <a:close/>
                <a:moveTo>
                  <a:pt x="681390" y="239822"/>
                </a:moveTo>
                <a:lnTo>
                  <a:pt x="703049" y="239822"/>
                </a:lnTo>
                <a:lnTo>
                  <a:pt x="703049" y="242043"/>
                </a:lnTo>
                <a:lnTo>
                  <a:pt x="681390" y="242043"/>
                </a:lnTo>
                <a:close/>
                <a:moveTo>
                  <a:pt x="889228" y="241303"/>
                </a:moveTo>
                <a:lnTo>
                  <a:pt x="910887" y="241303"/>
                </a:lnTo>
                <a:lnTo>
                  <a:pt x="910887" y="242043"/>
                </a:lnTo>
                <a:lnTo>
                  <a:pt x="889228" y="242043"/>
                </a:lnTo>
                <a:close/>
                <a:moveTo>
                  <a:pt x="513537" y="241303"/>
                </a:moveTo>
                <a:lnTo>
                  <a:pt x="529364" y="241303"/>
                </a:lnTo>
                <a:lnTo>
                  <a:pt x="529364" y="242783"/>
                </a:lnTo>
                <a:lnTo>
                  <a:pt x="513537" y="242783"/>
                </a:lnTo>
                <a:close/>
                <a:moveTo>
                  <a:pt x="681390" y="242043"/>
                </a:moveTo>
                <a:lnTo>
                  <a:pt x="703465" y="242043"/>
                </a:lnTo>
                <a:lnTo>
                  <a:pt x="703465" y="242783"/>
                </a:lnTo>
                <a:lnTo>
                  <a:pt x="681390" y="242783"/>
                </a:lnTo>
                <a:close/>
                <a:moveTo>
                  <a:pt x="620580" y="242043"/>
                </a:moveTo>
                <a:lnTo>
                  <a:pt x="640156" y="242043"/>
                </a:lnTo>
                <a:lnTo>
                  <a:pt x="640156" y="242783"/>
                </a:lnTo>
                <a:lnTo>
                  <a:pt x="620580" y="242783"/>
                </a:lnTo>
                <a:close/>
                <a:moveTo>
                  <a:pt x="246970" y="242043"/>
                </a:moveTo>
                <a:lnTo>
                  <a:pt x="269045" y="242043"/>
                </a:lnTo>
                <a:lnTo>
                  <a:pt x="269045" y="243523"/>
                </a:lnTo>
                <a:lnTo>
                  <a:pt x="246970" y="243523"/>
                </a:lnTo>
                <a:close/>
                <a:moveTo>
                  <a:pt x="209484" y="241303"/>
                </a:moveTo>
                <a:lnTo>
                  <a:pt x="217815" y="241303"/>
                </a:lnTo>
                <a:lnTo>
                  <a:pt x="217815" y="243523"/>
                </a:lnTo>
                <a:lnTo>
                  <a:pt x="209484" y="243523"/>
                </a:lnTo>
                <a:close/>
                <a:moveTo>
                  <a:pt x="410242" y="241303"/>
                </a:moveTo>
                <a:lnTo>
                  <a:pt x="424820" y="241303"/>
                </a:lnTo>
                <a:lnTo>
                  <a:pt x="424820" y="243523"/>
                </a:lnTo>
                <a:lnTo>
                  <a:pt x="410242" y="243523"/>
                </a:lnTo>
                <a:close/>
                <a:moveTo>
                  <a:pt x="889228" y="242043"/>
                </a:moveTo>
                <a:lnTo>
                  <a:pt x="911303" y="242043"/>
                </a:lnTo>
                <a:lnTo>
                  <a:pt x="911303" y="243523"/>
                </a:lnTo>
                <a:lnTo>
                  <a:pt x="889228" y="243523"/>
                </a:lnTo>
                <a:close/>
                <a:moveTo>
                  <a:pt x="851743" y="241303"/>
                </a:moveTo>
                <a:lnTo>
                  <a:pt x="860073" y="241303"/>
                </a:lnTo>
                <a:lnTo>
                  <a:pt x="860073" y="243523"/>
                </a:lnTo>
                <a:lnTo>
                  <a:pt x="851743" y="243523"/>
                </a:lnTo>
                <a:close/>
                <a:moveTo>
                  <a:pt x="744700" y="242043"/>
                </a:moveTo>
                <a:lnTo>
                  <a:pt x="759694" y="242043"/>
                </a:lnTo>
                <a:lnTo>
                  <a:pt x="759694" y="243523"/>
                </a:lnTo>
                <a:lnTo>
                  <a:pt x="744700" y="243523"/>
                </a:lnTo>
                <a:close/>
                <a:moveTo>
                  <a:pt x="246970" y="243523"/>
                </a:moveTo>
                <a:lnTo>
                  <a:pt x="269462" y="243523"/>
                </a:lnTo>
                <a:lnTo>
                  <a:pt x="269462" y="244264"/>
                </a:lnTo>
                <a:lnTo>
                  <a:pt x="246970" y="244264"/>
                </a:lnTo>
                <a:close/>
                <a:moveTo>
                  <a:pt x="889228" y="243523"/>
                </a:moveTo>
                <a:lnTo>
                  <a:pt x="911720" y="243523"/>
                </a:lnTo>
                <a:lnTo>
                  <a:pt x="911720" y="244264"/>
                </a:lnTo>
                <a:lnTo>
                  <a:pt x="889228" y="244264"/>
                </a:lnTo>
                <a:close/>
                <a:moveTo>
                  <a:pt x="513120" y="242783"/>
                </a:moveTo>
                <a:lnTo>
                  <a:pt x="529780" y="242783"/>
                </a:lnTo>
                <a:lnTo>
                  <a:pt x="529780" y="244264"/>
                </a:lnTo>
                <a:lnTo>
                  <a:pt x="513120" y="244264"/>
                </a:lnTo>
                <a:close/>
                <a:moveTo>
                  <a:pt x="115353" y="242043"/>
                </a:moveTo>
                <a:lnTo>
                  <a:pt x="117436" y="242043"/>
                </a:lnTo>
                <a:lnTo>
                  <a:pt x="117436" y="244264"/>
                </a:lnTo>
                <a:lnTo>
                  <a:pt x="115353" y="244264"/>
                </a:lnTo>
                <a:close/>
                <a:moveTo>
                  <a:pt x="744283" y="243523"/>
                </a:moveTo>
                <a:lnTo>
                  <a:pt x="759694" y="243523"/>
                </a:lnTo>
                <a:lnTo>
                  <a:pt x="759694" y="244264"/>
                </a:lnTo>
                <a:lnTo>
                  <a:pt x="744283" y="244264"/>
                </a:lnTo>
                <a:close/>
                <a:moveTo>
                  <a:pt x="620163" y="242783"/>
                </a:moveTo>
                <a:lnTo>
                  <a:pt x="640156" y="242783"/>
                </a:lnTo>
                <a:lnTo>
                  <a:pt x="640156" y="244264"/>
                </a:lnTo>
                <a:lnTo>
                  <a:pt x="620163" y="244264"/>
                </a:lnTo>
                <a:close/>
                <a:moveTo>
                  <a:pt x="680974" y="242783"/>
                </a:moveTo>
                <a:lnTo>
                  <a:pt x="703465" y="242783"/>
                </a:lnTo>
                <a:lnTo>
                  <a:pt x="703465" y="244264"/>
                </a:lnTo>
                <a:lnTo>
                  <a:pt x="680974" y="244264"/>
                </a:lnTo>
                <a:close/>
                <a:moveTo>
                  <a:pt x="409826" y="243523"/>
                </a:moveTo>
                <a:lnTo>
                  <a:pt x="425236" y="243523"/>
                </a:lnTo>
                <a:lnTo>
                  <a:pt x="425236" y="245004"/>
                </a:lnTo>
                <a:lnTo>
                  <a:pt x="409826" y="245004"/>
                </a:lnTo>
                <a:close/>
                <a:moveTo>
                  <a:pt x="889228" y="244264"/>
                </a:moveTo>
                <a:lnTo>
                  <a:pt x="912136" y="244264"/>
                </a:lnTo>
                <a:lnTo>
                  <a:pt x="912136" y="245744"/>
                </a:lnTo>
                <a:lnTo>
                  <a:pt x="889228" y="245744"/>
                </a:lnTo>
                <a:close/>
                <a:moveTo>
                  <a:pt x="619747" y="244264"/>
                </a:moveTo>
                <a:lnTo>
                  <a:pt x="640156" y="244264"/>
                </a:lnTo>
                <a:lnTo>
                  <a:pt x="640156" y="245744"/>
                </a:lnTo>
                <a:lnTo>
                  <a:pt x="619747" y="245744"/>
                </a:lnTo>
                <a:close/>
                <a:moveTo>
                  <a:pt x="409409" y="245004"/>
                </a:moveTo>
                <a:lnTo>
                  <a:pt x="425653" y="245004"/>
                </a:lnTo>
                <a:lnTo>
                  <a:pt x="425653" y="245744"/>
                </a:lnTo>
                <a:lnTo>
                  <a:pt x="409409" y="245744"/>
                </a:lnTo>
                <a:close/>
                <a:moveTo>
                  <a:pt x="852159" y="243523"/>
                </a:moveTo>
                <a:lnTo>
                  <a:pt x="860073" y="243523"/>
                </a:lnTo>
                <a:lnTo>
                  <a:pt x="860073" y="245744"/>
                </a:lnTo>
                <a:lnTo>
                  <a:pt x="852159" y="245744"/>
                </a:lnTo>
                <a:close/>
                <a:moveTo>
                  <a:pt x="209901" y="243523"/>
                </a:moveTo>
                <a:lnTo>
                  <a:pt x="217815" y="243523"/>
                </a:lnTo>
                <a:lnTo>
                  <a:pt x="217815" y="245744"/>
                </a:lnTo>
                <a:lnTo>
                  <a:pt x="209901" y="245744"/>
                </a:lnTo>
                <a:close/>
                <a:moveTo>
                  <a:pt x="246970" y="244264"/>
                </a:moveTo>
                <a:lnTo>
                  <a:pt x="269878" y="244264"/>
                </a:lnTo>
                <a:lnTo>
                  <a:pt x="269878" y="245744"/>
                </a:lnTo>
                <a:lnTo>
                  <a:pt x="246970" y="245744"/>
                </a:lnTo>
                <a:close/>
                <a:moveTo>
                  <a:pt x="680974" y="244264"/>
                </a:moveTo>
                <a:lnTo>
                  <a:pt x="703882" y="244264"/>
                </a:lnTo>
                <a:lnTo>
                  <a:pt x="703882" y="245744"/>
                </a:lnTo>
                <a:lnTo>
                  <a:pt x="680974" y="245744"/>
                </a:lnTo>
                <a:close/>
                <a:moveTo>
                  <a:pt x="512704" y="244264"/>
                </a:moveTo>
                <a:lnTo>
                  <a:pt x="530197" y="244264"/>
                </a:lnTo>
                <a:lnTo>
                  <a:pt x="530197" y="245744"/>
                </a:lnTo>
                <a:lnTo>
                  <a:pt x="512704" y="245744"/>
                </a:lnTo>
                <a:close/>
                <a:moveTo>
                  <a:pt x="744283" y="244264"/>
                </a:moveTo>
                <a:lnTo>
                  <a:pt x="759277" y="244264"/>
                </a:lnTo>
                <a:lnTo>
                  <a:pt x="759277" y="246484"/>
                </a:lnTo>
                <a:lnTo>
                  <a:pt x="744283" y="246484"/>
                </a:lnTo>
                <a:close/>
                <a:moveTo>
                  <a:pt x="512704" y="245744"/>
                </a:moveTo>
                <a:lnTo>
                  <a:pt x="530613" y="245744"/>
                </a:lnTo>
                <a:lnTo>
                  <a:pt x="530613" y="246484"/>
                </a:lnTo>
                <a:lnTo>
                  <a:pt x="512704" y="246484"/>
                </a:lnTo>
                <a:close/>
                <a:moveTo>
                  <a:pt x="115353" y="244264"/>
                </a:moveTo>
                <a:lnTo>
                  <a:pt x="117019" y="244264"/>
                </a:lnTo>
                <a:lnTo>
                  <a:pt x="117019" y="246484"/>
                </a:lnTo>
                <a:lnTo>
                  <a:pt x="115353" y="246484"/>
                </a:lnTo>
                <a:close/>
                <a:moveTo>
                  <a:pt x="246970" y="245744"/>
                </a:moveTo>
                <a:lnTo>
                  <a:pt x="270295" y="245744"/>
                </a:lnTo>
                <a:lnTo>
                  <a:pt x="270295" y="247224"/>
                </a:lnTo>
                <a:lnTo>
                  <a:pt x="246970" y="247224"/>
                </a:lnTo>
                <a:close/>
                <a:moveTo>
                  <a:pt x="744283" y="246484"/>
                </a:moveTo>
                <a:lnTo>
                  <a:pt x="758861" y="246484"/>
                </a:lnTo>
                <a:lnTo>
                  <a:pt x="758861" y="247224"/>
                </a:lnTo>
                <a:lnTo>
                  <a:pt x="744283" y="247224"/>
                </a:lnTo>
                <a:close/>
                <a:moveTo>
                  <a:pt x="619330" y="245744"/>
                </a:moveTo>
                <a:lnTo>
                  <a:pt x="640572" y="245744"/>
                </a:lnTo>
                <a:lnTo>
                  <a:pt x="640572" y="247224"/>
                </a:lnTo>
                <a:lnTo>
                  <a:pt x="619330" y="247224"/>
                </a:lnTo>
                <a:close/>
                <a:moveTo>
                  <a:pt x="680557" y="245744"/>
                </a:moveTo>
                <a:lnTo>
                  <a:pt x="703882" y="245744"/>
                </a:lnTo>
                <a:lnTo>
                  <a:pt x="703882" y="247224"/>
                </a:lnTo>
                <a:lnTo>
                  <a:pt x="680557" y="247224"/>
                </a:lnTo>
                <a:close/>
                <a:moveTo>
                  <a:pt x="889228" y="245744"/>
                </a:moveTo>
                <a:lnTo>
                  <a:pt x="912553" y="245744"/>
                </a:lnTo>
                <a:lnTo>
                  <a:pt x="912553" y="247224"/>
                </a:lnTo>
                <a:lnTo>
                  <a:pt x="889228" y="247224"/>
                </a:lnTo>
                <a:close/>
                <a:moveTo>
                  <a:pt x="210317" y="245744"/>
                </a:moveTo>
                <a:lnTo>
                  <a:pt x="217815" y="245744"/>
                </a:lnTo>
                <a:lnTo>
                  <a:pt x="217815" y="247224"/>
                </a:lnTo>
                <a:lnTo>
                  <a:pt x="210317" y="247224"/>
                </a:lnTo>
                <a:close/>
                <a:moveTo>
                  <a:pt x="408993" y="245744"/>
                </a:moveTo>
                <a:lnTo>
                  <a:pt x="425653" y="245744"/>
                </a:lnTo>
                <a:lnTo>
                  <a:pt x="425653" y="247224"/>
                </a:lnTo>
                <a:lnTo>
                  <a:pt x="408993" y="247224"/>
                </a:lnTo>
                <a:close/>
                <a:moveTo>
                  <a:pt x="852576" y="245744"/>
                </a:moveTo>
                <a:lnTo>
                  <a:pt x="860073" y="245744"/>
                </a:lnTo>
                <a:lnTo>
                  <a:pt x="860073" y="247224"/>
                </a:lnTo>
                <a:lnTo>
                  <a:pt x="852576" y="247224"/>
                </a:lnTo>
                <a:close/>
                <a:moveTo>
                  <a:pt x="246970" y="247224"/>
                </a:moveTo>
                <a:lnTo>
                  <a:pt x="270711" y="247224"/>
                </a:lnTo>
                <a:lnTo>
                  <a:pt x="270711" y="247964"/>
                </a:lnTo>
                <a:lnTo>
                  <a:pt x="246970" y="247964"/>
                </a:lnTo>
                <a:close/>
                <a:moveTo>
                  <a:pt x="115353" y="246484"/>
                </a:moveTo>
                <a:lnTo>
                  <a:pt x="116603" y="246484"/>
                </a:lnTo>
                <a:lnTo>
                  <a:pt x="116603" y="247964"/>
                </a:lnTo>
                <a:lnTo>
                  <a:pt x="115353" y="247964"/>
                </a:lnTo>
                <a:close/>
                <a:moveTo>
                  <a:pt x="743866" y="247224"/>
                </a:moveTo>
                <a:lnTo>
                  <a:pt x="758861" y="247224"/>
                </a:lnTo>
                <a:lnTo>
                  <a:pt x="758861" y="247964"/>
                </a:lnTo>
                <a:lnTo>
                  <a:pt x="743866" y="247964"/>
                </a:lnTo>
                <a:close/>
                <a:moveTo>
                  <a:pt x="889228" y="247224"/>
                </a:moveTo>
                <a:lnTo>
                  <a:pt x="912969" y="247224"/>
                </a:lnTo>
                <a:lnTo>
                  <a:pt x="912969" y="247964"/>
                </a:lnTo>
                <a:lnTo>
                  <a:pt x="889228" y="247964"/>
                </a:lnTo>
                <a:close/>
                <a:moveTo>
                  <a:pt x="512287" y="246484"/>
                </a:moveTo>
                <a:lnTo>
                  <a:pt x="531030" y="246484"/>
                </a:lnTo>
                <a:lnTo>
                  <a:pt x="531030" y="247964"/>
                </a:lnTo>
                <a:lnTo>
                  <a:pt x="512287" y="247964"/>
                </a:lnTo>
                <a:close/>
                <a:moveTo>
                  <a:pt x="618914" y="247224"/>
                </a:moveTo>
                <a:lnTo>
                  <a:pt x="640572" y="247224"/>
                </a:lnTo>
                <a:lnTo>
                  <a:pt x="640572" y="247964"/>
                </a:lnTo>
                <a:lnTo>
                  <a:pt x="618914" y="247964"/>
                </a:lnTo>
                <a:close/>
                <a:moveTo>
                  <a:pt x="408576" y="247224"/>
                </a:moveTo>
                <a:lnTo>
                  <a:pt x="426070" y="247224"/>
                </a:lnTo>
                <a:lnTo>
                  <a:pt x="426070" y="248705"/>
                </a:lnTo>
                <a:lnTo>
                  <a:pt x="408576" y="248705"/>
                </a:lnTo>
                <a:close/>
                <a:moveTo>
                  <a:pt x="680557" y="247224"/>
                </a:moveTo>
                <a:lnTo>
                  <a:pt x="704298" y="247224"/>
                </a:lnTo>
                <a:lnTo>
                  <a:pt x="704298" y="248705"/>
                </a:lnTo>
                <a:lnTo>
                  <a:pt x="680557" y="248705"/>
                </a:lnTo>
                <a:close/>
                <a:moveTo>
                  <a:pt x="889228" y="247964"/>
                </a:moveTo>
                <a:lnTo>
                  <a:pt x="913386" y="247964"/>
                </a:lnTo>
                <a:lnTo>
                  <a:pt x="913386" y="249445"/>
                </a:lnTo>
                <a:lnTo>
                  <a:pt x="889228" y="249445"/>
                </a:lnTo>
                <a:close/>
                <a:moveTo>
                  <a:pt x="511871" y="247964"/>
                </a:moveTo>
                <a:lnTo>
                  <a:pt x="531446" y="247964"/>
                </a:lnTo>
                <a:lnTo>
                  <a:pt x="531446" y="249445"/>
                </a:lnTo>
                <a:lnTo>
                  <a:pt x="511871" y="249445"/>
                </a:lnTo>
                <a:close/>
                <a:moveTo>
                  <a:pt x="210734" y="247224"/>
                </a:moveTo>
                <a:lnTo>
                  <a:pt x="217815" y="247224"/>
                </a:lnTo>
                <a:lnTo>
                  <a:pt x="217815" y="249445"/>
                </a:lnTo>
                <a:lnTo>
                  <a:pt x="210734" y="249445"/>
                </a:lnTo>
                <a:close/>
                <a:moveTo>
                  <a:pt x="852992" y="247224"/>
                </a:moveTo>
                <a:lnTo>
                  <a:pt x="860073" y="247224"/>
                </a:lnTo>
                <a:lnTo>
                  <a:pt x="860073" y="249445"/>
                </a:lnTo>
                <a:lnTo>
                  <a:pt x="852992" y="249445"/>
                </a:lnTo>
                <a:close/>
                <a:moveTo>
                  <a:pt x="246970" y="247964"/>
                </a:moveTo>
                <a:lnTo>
                  <a:pt x="271128" y="247964"/>
                </a:lnTo>
                <a:lnTo>
                  <a:pt x="271128" y="249445"/>
                </a:lnTo>
                <a:lnTo>
                  <a:pt x="246970" y="249445"/>
                </a:lnTo>
                <a:close/>
                <a:moveTo>
                  <a:pt x="618497" y="247964"/>
                </a:moveTo>
                <a:lnTo>
                  <a:pt x="640572" y="247964"/>
                </a:lnTo>
                <a:lnTo>
                  <a:pt x="640572" y="249445"/>
                </a:lnTo>
                <a:lnTo>
                  <a:pt x="618497" y="249445"/>
                </a:lnTo>
                <a:close/>
                <a:moveTo>
                  <a:pt x="680140" y="248705"/>
                </a:moveTo>
                <a:lnTo>
                  <a:pt x="704298" y="248705"/>
                </a:lnTo>
                <a:lnTo>
                  <a:pt x="704298" y="250185"/>
                </a:lnTo>
                <a:lnTo>
                  <a:pt x="680140" y="250185"/>
                </a:lnTo>
                <a:close/>
                <a:moveTo>
                  <a:pt x="511454" y="249445"/>
                </a:moveTo>
                <a:lnTo>
                  <a:pt x="531863" y="249445"/>
                </a:lnTo>
                <a:lnTo>
                  <a:pt x="531863" y="250185"/>
                </a:lnTo>
                <a:lnTo>
                  <a:pt x="511454" y="250185"/>
                </a:lnTo>
                <a:close/>
                <a:moveTo>
                  <a:pt x="408160" y="248705"/>
                </a:moveTo>
                <a:lnTo>
                  <a:pt x="426486" y="248705"/>
                </a:lnTo>
                <a:lnTo>
                  <a:pt x="426486" y="250185"/>
                </a:lnTo>
                <a:lnTo>
                  <a:pt x="408160" y="250185"/>
                </a:lnTo>
                <a:close/>
                <a:moveTo>
                  <a:pt x="246970" y="249445"/>
                </a:moveTo>
                <a:lnTo>
                  <a:pt x="271544" y="249445"/>
                </a:lnTo>
                <a:lnTo>
                  <a:pt x="271544" y="250185"/>
                </a:lnTo>
                <a:lnTo>
                  <a:pt x="246970" y="250185"/>
                </a:lnTo>
                <a:close/>
                <a:moveTo>
                  <a:pt x="115353" y="247964"/>
                </a:moveTo>
                <a:lnTo>
                  <a:pt x="116186" y="247964"/>
                </a:lnTo>
                <a:lnTo>
                  <a:pt x="116186" y="250185"/>
                </a:lnTo>
                <a:lnTo>
                  <a:pt x="115353" y="250185"/>
                </a:lnTo>
                <a:close/>
                <a:moveTo>
                  <a:pt x="743866" y="247964"/>
                </a:moveTo>
                <a:lnTo>
                  <a:pt x="758444" y="247964"/>
                </a:lnTo>
                <a:lnTo>
                  <a:pt x="758444" y="250185"/>
                </a:lnTo>
                <a:lnTo>
                  <a:pt x="743866" y="250185"/>
                </a:lnTo>
                <a:close/>
                <a:moveTo>
                  <a:pt x="889228" y="249445"/>
                </a:moveTo>
                <a:lnTo>
                  <a:pt x="913802" y="249445"/>
                </a:lnTo>
                <a:lnTo>
                  <a:pt x="913802" y="250185"/>
                </a:lnTo>
                <a:lnTo>
                  <a:pt x="889228" y="250185"/>
                </a:lnTo>
                <a:close/>
                <a:moveTo>
                  <a:pt x="618081" y="249445"/>
                </a:moveTo>
                <a:lnTo>
                  <a:pt x="640989" y="249445"/>
                </a:lnTo>
                <a:lnTo>
                  <a:pt x="640989" y="250925"/>
                </a:lnTo>
                <a:lnTo>
                  <a:pt x="618081" y="250925"/>
                </a:lnTo>
                <a:close/>
                <a:moveTo>
                  <a:pt x="511454" y="250185"/>
                </a:moveTo>
                <a:lnTo>
                  <a:pt x="532280" y="250185"/>
                </a:lnTo>
                <a:lnTo>
                  <a:pt x="532280" y="250925"/>
                </a:lnTo>
                <a:lnTo>
                  <a:pt x="511454" y="250925"/>
                </a:lnTo>
                <a:close/>
                <a:moveTo>
                  <a:pt x="407743" y="250185"/>
                </a:moveTo>
                <a:lnTo>
                  <a:pt x="426903" y="250185"/>
                </a:lnTo>
                <a:lnTo>
                  <a:pt x="426903" y="250925"/>
                </a:lnTo>
                <a:lnTo>
                  <a:pt x="407743" y="250925"/>
                </a:lnTo>
                <a:close/>
                <a:moveTo>
                  <a:pt x="743866" y="250185"/>
                </a:moveTo>
                <a:lnTo>
                  <a:pt x="758028" y="250185"/>
                </a:lnTo>
                <a:lnTo>
                  <a:pt x="758028" y="250925"/>
                </a:lnTo>
                <a:lnTo>
                  <a:pt x="743866" y="250925"/>
                </a:lnTo>
                <a:close/>
                <a:moveTo>
                  <a:pt x="246970" y="250185"/>
                </a:moveTo>
                <a:lnTo>
                  <a:pt x="271961" y="250185"/>
                </a:lnTo>
                <a:lnTo>
                  <a:pt x="271961" y="251665"/>
                </a:lnTo>
                <a:lnTo>
                  <a:pt x="246970" y="251665"/>
                </a:lnTo>
                <a:close/>
                <a:moveTo>
                  <a:pt x="617664" y="250925"/>
                </a:moveTo>
                <a:lnTo>
                  <a:pt x="640989" y="250925"/>
                </a:lnTo>
                <a:lnTo>
                  <a:pt x="640989" y="251665"/>
                </a:lnTo>
                <a:lnTo>
                  <a:pt x="617664" y="251665"/>
                </a:lnTo>
                <a:close/>
                <a:moveTo>
                  <a:pt x="511038" y="250925"/>
                </a:moveTo>
                <a:lnTo>
                  <a:pt x="532280" y="250925"/>
                </a:lnTo>
                <a:lnTo>
                  <a:pt x="532280" y="251665"/>
                </a:lnTo>
                <a:lnTo>
                  <a:pt x="511038" y="251665"/>
                </a:lnTo>
                <a:close/>
                <a:moveTo>
                  <a:pt x="407327" y="250925"/>
                </a:moveTo>
                <a:lnTo>
                  <a:pt x="426903" y="250925"/>
                </a:lnTo>
                <a:lnTo>
                  <a:pt x="426903" y="251665"/>
                </a:lnTo>
                <a:lnTo>
                  <a:pt x="407327" y="251665"/>
                </a:lnTo>
                <a:close/>
                <a:moveTo>
                  <a:pt x="889228" y="250185"/>
                </a:moveTo>
                <a:lnTo>
                  <a:pt x="914219" y="250185"/>
                </a:lnTo>
                <a:lnTo>
                  <a:pt x="914219" y="251665"/>
                </a:lnTo>
                <a:lnTo>
                  <a:pt x="889228" y="251665"/>
                </a:lnTo>
                <a:close/>
                <a:moveTo>
                  <a:pt x="211150" y="249445"/>
                </a:moveTo>
                <a:lnTo>
                  <a:pt x="217815" y="249445"/>
                </a:lnTo>
                <a:lnTo>
                  <a:pt x="217815" y="251665"/>
                </a:lnTo>
                <a:lnTo>
                  <a:pt x="211150" y="251665"/>
                </a:lnTo>
                <a:close/>
                <a:moveTo>
                  <a:pt x="853409" y="249445"/>
                </a:moveTo>
                <a:lnTo>
                  <a:pt x="860073" y="249445"/>
                </a:lnTo>
                <a:lnTo>
                  <a:pt x="860073" y="251665"/>
                </a:lnTo>
                <a:lnTo>
                  <a:pt x="853409" y="251665"/>
                </a:lnTo>
                <a:close/>
                <a:moveTo>
                  <a:pt x="680140" y="250185"/>
                </a:moveTo>
                <a:lnTo>
                  <a:pt x="704715" y="250185"/>
                </a:lnTo>
                <a:lnTo>
                  <a:pt x="704715" y="251665"/>
                </a:lnTo>
                <a:lnTo>
                  <a:pt x="680140" y="251665"/>
                </a:lnTo>
                <a:close/>
                <a:moveTo>
                  <a:pt x="115353" y="250185"/>
                </a:moveTo>
                <a:lnTo>
                  <a:pt x="115770" y="250185"/>
                </a:lnTo>
                <a:lnTo>
                  <a:pt x="115770" y="252406"/>
                </a:lnTo>
                <a:lnTo>
                  <a:pt x="115353" y="252406"/>
                </a:lnTo>
                <a:close/>
                <a:moveTo>
                  <a:pt x="407327" y="251665"/>
                </a:moveTo>
                <a:lnTo>
                  <a:pt x="427319" y="251665"/>
                </a:lnTo>
                <a:lnTo>
                  <a:pt x="427319" y="252406"/>
                </a:lnTo>
                <a:lnTo>
                  <a:pt x="407327" y="252406"/>
                </a:lnTo>
                <a:close/>
                <a:moveTo>
                  <a:pt x="889228" y="251665"/>
                </a:moveTo>
                <a:lnTo>
                  <a:pt x="914635" y="251665"/>
                </a:lnTo>
                <a:lnTo>
                  <a:pt x="914635" y="252406"/>
                </a:lnTo>
                <a:lnTo>
                  <a:pt x="889228" y="252406"/>
                </a:lnTo>
                <a:close/>
                <a:moveTo>
                  <a:pt x="510621" y="251665"/>
                </a:moveTo>
                <a:lnTo>
                  <a:pt x="532696" y="251665"/>
                </a:lnTo>
                <a:lnTo>
                  <a:pt x="532696" y="252406"/>
                </a:lnTo>
                <a:lnTo>
                  <a:pt x="510621" y="252406"/>
                </a:lnTo>
                <a:close/>
                <a:moveTo>
                  <a:pt x="743450" y="250925"/>
                </a:moveTo>
                <a:lnTo>
                  <a:pt x="758028" y="250925"/>
                </a:lnTo>
                <a:lnTo>
                  <a:pt x="758028" y="252406"/>
                </a:lnTo>
                <a:lnTo>
                  <a:pt x="743450" y="252406"/>
                </a:lnTo>
                <a:close/>
                <a:moveTo>
                  <a:pt x="246970" y="251665"/>
                </a:moveTo>
                <a:lnTo>
                  <a:pt x="272377" y="251665"/>
                </a:lnTo>
                <a:lnTo>
                  <a:pt x="272377" y="252406"/>
                </a:lnTo>
                <a:lnTo>
                  <a:pt x="246970" y="252406"/>
                </a:lnTo>
                <a:close/>
                <a:moveTo>
                  <a:pt x="617248" y="251665"/>
                </a:moveTo>
                <a:lnTo>
                  <a:pt x="640989" y="251665"/>
                </a:lnTo>
                <a:lnTo>
                  <a:pt x="640989" y="253146"/>
                </a:lnTo>
                <a:lnTo>
                  <a:pt x="617248" y="253146"/>
                </a:lnTo>
                <a:close/>
                <a:moveTo>
                  <a:pt x="679724" y="251665"/>
                </a:moveTo>
                <a:lnTo>
                  <a:pt x="704715" y="251665"/>
                </a:lnTo>
                <a:lnTo>
                  <a:pt x="704715" y="253146"/>
                </a:lnTo>
                <a:lnTo>
                  <a:pt x="679724" y="253146"/>
                </a:lnTo>
                <a:close/>
                <a:moveTo>
                  <a:pt x="510621" y="252406"/>
                </a:moveTo>
                <a:lnTo>
                  <a:pt x="533113" y="252406"/>
                </a:lnTo>
                <a:lnTo>
                  <a:pt x="533113" y="253146"/>
                </a:lnTo>
                <a:lnTo>
                  <a:pt x="510621" y="253146"/>
                </a:lnTo>
                <a:close/>
                <a:moveTo>
                  <a:pt x="406910" y="252406"/>
                </a:moveTo>
                <a:lnTo>
                  <a:pt x="427736" y="252406"/>
                </a:lnTo>
                <a:lnTo>
                  <a:pt x="427736" y="253146"/>
                </a:lnTo>
                <a:lnTo>
                  <a:pt x="406910" y="253146"/>
                </a:lnTo>
                <a:close/>
                <a:moveTo>
                  <a:pt x="510204" y="253146"/>
                </a:moveTo>
                <a:lnTo>
                  <a:pt x="533113" y="253146"/>
                </a:lnTo>
                <a:lnTo>
                  <a:pt x="533113" y="253886"/>
                </a:lnTo>
                <a:lnTo>
                  <a:pt x="510204" y="253886"/>
                </a:lnTo>
                <a:close/>
                <a:moveTo>
                  <a:pt x="616831" y="253146"/>
                </a:moveTo>
                <a:lnTo>
                  <a:pt x="641405" y="253146"/>
                </a:lnTo>
                <a:lnTo>
                  <a:pt x="641405" y="253886"/>
                </a:lnTo>
                <a:lnTo>
                  <a:pt x="616831" y="253886"/>
                </a:lnTo>
                <a:close/>
                <a:moveTo>
                  <a:pt x="246970" y="252406"/>
                </a:moveTo>
                <a:lnTo>
                  <a:pt x="272794" y="252406"/>
                </a:lnTo>
                <a:lnTo>
                  <a:pt x="272794" y="253886"/>
                </a:lnTo>
                <a:lnTo>
                  <a:pt x="246970" y="253886"/>
                </a:lnTo>
                <a:close/>
                <a:moveTo>
                  <a:pt x="211567" y="251665"/>
                </a:moveTo>
                <a:lnTo>
                  <a:pt x="217815" y="251665"/>
                </a:lnTo>
                <a:lnTo>
                  <a:pt x="217815" y="253886"/>
                </a:lnTo>
                <a:lnTo>
                  <a:pt x="211567" y="253886"/>
                </a:lnTo>
                <a:close/>
                <a:moveTo>
                  <a:pt x="853825" y="251665"/>
                </a:moveTo>
                <a:lnTo>
                  <a:pt x="860073" y="251665"/>
                </a:lnTo>
                <a:lnTo>
                  <a:pt x="860073" y="253886"/>
                </a:lnTo>
                <a:lnTo>
                  <a:pt x="853825" y="253886"/>
                </a:lnTo>
                <a:close/>
                <a:moveTo>
                  <a:pt x="889228" y="252406"/>
                </a:moveTo>
                <a:lnTo>
                  <a:pt x="915052" y="252406"/>
                </a:lnTo>
                <a:lnTo>
                  <a:pt x="915052" y="253886"/>
                </a:lnTo>
                <a:lnTo>
                  <a:pt x="889228" y="253886"/>
                </a:lnTo>
                <a:close/>
                <a:moveTo>
                  <a:pt x="406494" y="253146"/>
                </a:moveTo>
                <a:lnTo>
                  <a:pt x="427736" y="253146"/>
                </a:lnTo>
                <a:lnTo>
                  <a:pt x="427736" y="253886"/>
                </a:lnTo>
                <a:lnTo>
                  <a:pt x="406494" y="253886"/>
                </a:lnTo>
                <a:close/>
                <a:moveTo>
                  <a:pt x="616414" y="253886"/>
                </a:moveTo>
                <a:lnTo>
                  <a:pt x="641405" y="253886"/>
                </a:lnTo>
                <a:lnTo>
                  <a:pt x="641405" y="254626"/>
                </a:lnTo>
                <a:lnTo>
                  <a:pt x="616414" y="254626"/>
                </a:lnTo>
                <a:close/>
                <a:moveTo>
                  <a:pt x="743450" y="252406"/>
                </a:moveTo>
                <a:lnTo>
                  <a:pt x="757611" y="252406"/>
                </a:lnTo>
                <a:lnTo>
                  <a:pt x="757611" y="254626"/>
                </a:lnTo>
                <a:lnTo>
                  <a:pt x="743450" y="254626"/>
                </a:lnTo>
                <a:close/>
                <a:moveTo>
                  <a:pt x="246970" y="253886"/>
                </a:moveTo>
                <a:lnTo>
                  <a:pt x="273210" y="253886"/>
                </a:lnTo>
                <a:lnTo>
                  <a:pt x="273210" y="254626"/>
                </a:lnTo>
                <a:lnTo>
                  <a:pt x="246970" y="254626"/>
                </a:lnTo>
                <a:close/>
                <a:moveTo>
                  <a:pt x="145758" y="252406"/>
                </a:moveTo>
                <a:lnTo>
                  <a:pt x="180329" y="252406"/>
                </a:lnTo>
                <a:lnTo>
                  <a:pt x="180329" y="254626"/>
                </a:lnTo>
                <a:lnTo>
                  <a:pt x="145758" y="254626"/>
                </a:lnTo>
                <a:close/>
                <a:moveTo>
                  <a:pt x="679724" y="253146"/>
                </a:moveTo>
                <a:lnTo>
                  <a:pt x="705131" y="253146"/>
                </a:lnTo>
                <a:lnTo>
                  <a:pt x="705131" y="254626"/>
                </a:lnTo>
                <a:lnTo>
                  <a:pt x="679724" y="254626"/>
                </a:lnTo>
                <a:close/>
                <a:moveTo>
                  <a:pt x="406494" y="253886"/>
                </a:moveTo>
                <a:lnTo>
                  <a:pt x="428152" y="253886"/>
                </a:lnTo>
                <a:lnTo>
                  <a:pt x="428152" y="254626"/>
                </a:lnTo>
                <a:lnTo>
                  <a:pt x="406494" y="254626"/>
                </a:lnTo>
                <a:close/>
                <a:moveTo>
                  <a:pt x="788017" y="252406"/>
                </a:moveTo>
                <a:lnTo>
                  <a:pt x="822587" y="252406"/>
                </a:lnTo>
                <a:lnTo>
                  <a:pt x="822587" y="254626"/>
                </a:lnTo>
                <a:lnTo>
                  <a:pt x="788017" y="254626"/>
                </a:lnTo>
                <a:close/>
                <a:moveTo>
                  <a:pt x="889228" y="253886"/>
                </a:moveTo>
                <a:lnTo>
                  <a:pt x="915469" y="253886"/>
                </a:lnTo>
                <a:lnTo>
                  <a:pt x="915469" y="254626"/>
                </a:lnTo>
                <a:lnTo>
                  <a:pt x="889228" y="254626"/>
                </a:lnTo>
                <a:close/>
                <a:moveTo>
                  <a:pt x="510204" y="253886"/>
                </a:moveTo>
                <a:lnTo>
                  <a:pt x="533529" y="253886"/>
                </a:lnTo>
                <a:lnTo>
                  <a:pt x="533529" y="254626"/>
                </a:lnTo>
                <a:lnTo>
                  <a:pt x="510204" y="254626"/>
                </a:lnTo>
                <a:close/>
                <a:moveTo>
                  <a:pt x="788017" y="254626"/>
                </a:moveTo>
                <a:lnTo>
                  <a:pt x="823003" y="254626"/>
                </a:lnTo>
                <a:lnTo>
                  <a:pt x="823003" y="255366"/>
                </a:lnTo>
                <a:lnTo>
                  <a:pt x="788017" y="255366"/>
                </a:lnTo>
                <a:close/>
                <a:moveTo>
                  <a:pt x="509788" y="254626"/>
                </a:moveTo>
                <a:lnTo>
                  <a:pt x="533946" y="254626"/>
                </a:lnTo>
                <a:lnTo>
                  <a:pt x="533946" y="255366"/>
                </a:lnTo>
                <a:lnTo>
                  <a:pt x="509788" y="255366"/>
                </a:lnTo>
                <a:close/>
                <a:moveTo>
                  <a:pt x="145758" y="254626"/>
                </a:moveTo>
                <a:lnTo>
                  <a:pt x="180745" y="254626"/>
                </a:lnTo>
                <a:lnTo>
                  <a:pt x="180745" y="255366"/>
                </a:lnTo>
                <a:lnTo>
                  <a:pt x="145758" y="255366"/>
                </a:lnTo>
                <a:close/>
                <a:moveTo>
                  <a:pt x="406077" y="254626"/>
                </a:moveTo>
                <a:lnTo>
                  <a:pt x="428569" y="254626"/>
                </a:lnTo>
                <a:lnTo>
                  <a:pt x="428569" y="255366"/>
                </a:lnTo>
                <a:lnTo>
                  <a:pt x="406077" y="255366"/>
                </a:lnTo>
                <a:close/>
                <a:moveTo>
                  <a:pt x="246970" y="254626"/>
                </a:moveTo>
                <a:lnTo>
                  <a:pt x="273627" y="254626"/>
                </a:lnTo>
                <a:lnTo>
                  <a:pt x="273627" y="256107"/>
                </a:lnTo>
                <a:lnTo>
                  <a:pt x="246970" y="256107"/>
                </a:lnTo>
                <a:close/>
                <a:moveTo>
                  <a:pt x="889228" y="254626"/>
                </a:moveTo>
                <a:lnTo>
                  <a:pt x="915885" y="254626"/>
                </a:lnTo>
                <a:lnTo>
                  <a:pt x="915885" y="256107"/>
                </a:lnTo>
                <a:lnTo>
                  <a:pt x="889228" y="256107"/>
                </a:lnTo>
                <a:close/>
                <a:moveTo>
                  <a:pt x="405661" y="255366"/>
                </a:moveTo>
                <a:lnTo>
                  <a:pt x="428569" y="255366"/>
                </a:lnTo>
                <a:lnTo>
                  <a:pt x="428569" y="256107"/>
                </a:lnTo>
                <a:lnTo>
                  <a:pt x="405661" y="256107"/>
                </a:lnTo>
                <a:close/>
                <a:moveTo>
                  <a:pt x="679307" y="254626"/>
                </a:moveTo>
                <a:lnTo>
                  <a:pt x="705131" y="254626"/>
                </a:lnTo>
                <a:lnTo>
                  <a:pt x="705131" y="256107"/>
                </a:lnTo>
                <a:lnTo>
                  <a:pt x="679307" y="256107"/>
                </a:lnTo>
                <a:close/>
                <a:moveTo>
                  <a:pt x="854242" y="253886"/>
                </a:moveTo>
                <a:lnTo>
                  <a:pt x="860073" y="253886"/>
                </a:lnTo>
                <a:lnTo>
                  <a:pt x="860073" y="256107"/>
                </a:lnTo>
                <a:lnTo>
                  <a:pt x="854242" y="256107"/>
                </a:lnTo>
                <a:close/>
                <a:moveTo>
                  <a:pt x="615998" y="254626"/>
                </a:moveTo>
                <a:lnTo>
                  <a:pt x="641405" y="254626"/>
                </a:lnTo>
                <a:lnTo>
                  <a:pt x="641405" y="256107"/>
                </a:lnTo>
                <a:lnTo>
                  <a:pt x="615998" y="256107"/>
                </a:lnTo>
                <a:close/>
                <a:moveTo>
                  <a:pt x="211983" y="253886"/>
                </a:moveTo>
                <a:lnTo>
                  <a:pt x="217815" y="253886"/>
                </a:lnTo>
                <a:lnTo>
                  <a:pt x="217815" y="256107"/>
                </a:lnTo>
                <a:lnTo>
                  <a:pt x="211983" y="256107"/>
                </a:lnTo>
                <a:close/>
                <a:moveTo>
                  <a:pt x="509371" y="255366"/>
                </a:moveTo>
                <a:lnTo>
                  <a:pt x="534362" y="255366"/>
                </a:lnTo>
                <a:lnTo>
                  <a:pt x="534362" y="256847"/>
                </a:lnTo>
                <a:lnTo>
                  <a:pt x="509371" y="256847"/>
                </a:lnTo>
                <a:close/>
                <a:moveTo>
                  <a:pt x="787600" y="255366"/>
                </a:moveTo>
                <a:lnTo>
                  <a:pt x="823003" y="255366"/>
                </a:lnTo>
                <a:lnTo>
                  <a:pt x="823003" y="256847"/>
                </a:lnTo>
                <a:lnTo>
                  <a:pt x="787600" y="256847"/>
                </a:lnTo>
                <a:close/>
                <a:moveTo>
                  <a:pt x="145342" y="255366"/>
                </a:moveTo>
                <a:lnTo>
                  <a:pt x="180745" y="255366"/>
                </a:lnTo>
                <a:lnTo>
                  <a:pt x="180745" y="256847"/>
                </a:lnTo>
                <a:lnTo>
                  <a:pt x="145342" y="256847"/>
                </a:lnTo>
                <a:close/>
                <a:moveTo>
                  <a:pt x="405244" y="256107"/>
                </a:moveTo>
                <a:lnTo>
                  <a:pt x="428985" y="256107"/>
                </a:lnTo>
                <a:lnTo>
                  <a:pt x="428985" y="256847"/>
                </a:lnTo>
                <a:lnTo>
                  <a:pt x="405244" y="256847"/>
                </a:lnTo>
                <a:close/>
                <a:moveTo>
                  <a:pt x="615581" y="256107"/>
                </a:moveTo>
                <a:lnTo>
                  <a:pt x="641822" y="256107"/>
                </a:lnTo>
                <a:lnTo>
                  <a:pt x="641822" y="256847"/>
                </a:lnTo>
                <a:lnTo>
                  <a:pt x="615581" y="256847"/>
                </a:lnTo>
                <a:close/>
                <a:moveTo>
                  <a:pt x="743033" y="254626"/>
                </a:moveTo>
                <a:lnTo>
                  <a:pt x="757195" y="254626"/>
                </a:lnTo>
                <a:lnTo>
                  <a:pt x="757195" y="256847"/>
                </a:lnTo>
                <a:lnTo>
                  <a:pt x="743033" y="256847"/>
                </a:lnTo>
                <a:close/>
                <a:moveTo>
                  <a:pt x="679307" y="256107"/>
                </a:moveTo>
                <a:lnTo>
                  <a:pt x="705548" y="256107"/>
                </a:lnTo>
                <a:lnTo>
                  <a:pt x="705548" y="256847"/>
                </a:lnTo>
                <a:lnTo>
                  <a:pt x="679307" y="256847"/>
                </a:lnTo>
                <a:close/>
                <a:moveTo>
                  <a:pt x="889228" y="256107"/>
                </a:moveTo>
                <a:lnTo>
                  <a:pt x="916302" y="256107"/>
                </a:lnTo>
                <a:lnTo>
                  <a:pt x="916302" y="257587"/>
                </a:lnTo>
                <a:lnTo>
                  <a:pt x="889228" y="257587"/>
                </a:lnTo>
                <a:close/>
                <a:moveTo>
                  <a:pt x="145342" y="256847"/>
                </a:moveTo>
                <a:lnTo>
                  <a:pt x="181162" y="256847"/>
                </a:lnTo>
                <a:lnTo>
                  <a:pt x="181162" y="257587"/>
                </a:lnTo>
                <a:lnTo>
                  <a:pt x="145342" y="257587"/>
                </a:lnTo>
                <a:close/>
                <a:moveTo>
                  <a:pt x="743033" y="256847"/>
                </a:moveTo>
                <a:lnTo>
                  <a:pt x="756778" y="256847"/>
                </a:lnTo>
                <a:lnTo>
                  <a:pt x="756778" y="257587"/>
                </a:lnTo>
                <a:lnTo>
                  <a:pt x="743033" y="257587"/>
                </a:lnTo>
                <a:close/>
                <a:moveTo>
                  <a:pt x="787600" y="256847"/>
                </a:moveTo>
                <a:lnTo>
                  <a:pt x="823420" y="256847"/>
                </a:lnTo>
                <a:lnTo>
                  <a:pt x="823420" y="257587"/>
                </a:lnTo>
                <a:lnTo>
                  <a:pt x="787600" y="257587"/>
                </a:lnTo>
                <a:close/>
                <a:moveTo>
                  <a:pt x="405244" y="256847"/>
                </a:moveTo>
                <a:lnTo>
                  <a:pt x="429402" y="256847"/>
                </a:lnTo>
                <a:lnTo>
                  <a:pt x="429402" y="257587"/>
                </a:lnTo>
                <a:lnTo>
                  <a:pt x="405244" y="257587"/>
                </a:lnTo>
                <a:close/>
                <a:moveTo>
                  <a:pt x="615165" y="256847"/>
                </a:moveTo>
                <a:lnTo>
                  <a:pt x="641822" y="256847"/>
                </a:lnTo>
                <a:lnTo>
                  <a:pt x="641822" y="257587"/>
                </a:lnTo>
                <a:lnTo>
                  <a:pt x="615165" y="257587"/>
                </a:lnTo>
                <a:close/>
                <a:moveTo>
                  <a:pt x="246970" y="256107"/>
                </a:moveTo>
                <a:lnTo>
                  <a:pt x="274043" y="256107"/>
                </a:lnTo>
                <a:lnTo>
                  <a:pt x="274043" y="257587"/>
                </a:lnTo>
                <a:lnTo>
                  <a:pt x="246970" y="257587"/>
                </a:lnTo>
                <a:close/>
                <a:moveTo>
                  <a:pt x="508955" y="256847"/>
                </a:moveTo>
                <a:lnTo>
                  <a:pt x="534779" y="256847"/>
                </a:lnTo>
                <a:lnTo>
                  <a:pt x="534779" y="257587"/>
                </a:lnTo>
                <a:lnTo>
                  <a:pt x="508955" y="257587"/>
                </a:lnTo>
                <a:close/>
                <a:moveTo>
                  <a:pt x="246970" y="257587"/>
                </a:moveTo>
                <a:lnTo>
                  <a:pt x="274460" y="257587"/>
                </a:lnTo>
                <a:lnTo>
                  <a:pt x="274460" y="258327"/>
                </a:lnTo>
                <a:lnTo>
                  <a:pt x="246970" y="258327"/>
                </a:lnTo>
                <a:close/>
                <a:moveTo>
                  <a:pt x="404828" y="257587"/>
                </a:moveTo>
                <a:lnTo>
                  <a:pt x="429402" y="257587"/>
                </a:lnTo>
                <a:lnTo>
                  <a:pt x="429402" y="258327"/>
                </a:lnTo>
                <a:lnTo>
                  <a:pt x="404828" y="258327"/>
                </a:lnTo>
                <a:close/>
                <a:moveTo>
                  <a:pt x="889228" y="257587"/>
                </a:moveTo>
                <a:lnTo>
                  <a:pt x="916718" y="257587"/>
                </a:lnTo>
                <a:lnTo>
                  <a:pt x="916718" y="258327"/>
                </a:lnTo>
                <a:lnTo>
                  <a:pt x="889228" y="258327"/>
                </a:lnTo>
                <a:close/>
                <a:moveTo>
                  <a:pt x="212400" y="256107"/>
                </a:moveTo>
                <a:lnTo>
                  <a:pt x="217815" y="256107"/>
                </a:lnTo>
                <a:lnTo>
                  <a:pt x="217815" y="258327"/>
                </a:lnTo>
                <a:lnTo>
                  <a:pt x="212400" y="258327"/>
                </a:lnTo>
                <a:close/>
                <a:moveTo>
                  <a:pt x="508538" y="257587"/>
                </a:moveTo>
                <a:lnTo>
                  <a:pt x="535195" y="257587"/>
                </a:lnTo>
                <a:lnTo>
                  <a:pt x="535195" y="258327"/>
                </a:lnTo>
                <a:lnTo>
                  <a:pt x="508538" y="258327"/>
                </a:lnTo>
                <a:close/>
                <a:moveTo>
                  <a:pt x="614748" y="257587"/>
                </a:moveTo>
                <a:lnTo>
                  <a:pt x="641822" y="257587"/>
                </a:lnTo>
                <a:lnTo>
                  <a:pt x="641822" y="258327"/>
                </a:lnTo>
                <a:lnTo>
                  <a:pt x="614748" y="258327"/>
                </a:lnTo>
                <a:close/>
                <a:moveTo>
                  <a:pt x="854658" y="256107"/>
                </a:moveTo>
                <a:lnTo>
                  <a:pt x="860073" y="256107"/>
                </a:lnTo>
                <a:lnTo>
                  <a:pt x="860073" y="258327"/>
                </a:lnTo>
                <a:lnTo>
                  <a:pt x="854658" y="258327"/>
                </a:lnTo>
                <a:close/>
                <a:moveTo>
                  <a:pt x="404411" y="258327"/>
                </a:moveTo>
                <a:lnTo>
                  <a:pt x="429818" y="258327"/>
                </a:lnTo>
                <a:lnTo>
                  <a:pt x="429818" y="259067"/>
                </a:lnTo>
                <a:lnTo>
                  <a:pt x="404411" y="259067"/>
                </a:lnTo>
                <a:close/>
                <a:moveTo>
                  <a:pt x="678891" y="256847"/>
                </a:moveTo>
                <a:lnTo>
                  <a:pt x="705548" y="256847"/>
                </a:lnTo>
                <a:lnTo>
                  <a:pt x="705548" y="259067"/>
                </a:lnTo>
                <a:lnTo>
                  <a:pt x="678891" y="259067"/>
                </a:lnTo>
                <a:close/>
                <a:moveTo>
                  <a:pt x="508538" y="258327"/>
                </a:moveTo>
                <a:lnTo>
                  <a:pt x="535612" y="258327"/>
                </a:lnTo>
                <a:lnTo>
                  <a:pt x="535612" y="259067"/>
                </a:lnTo>
                <a:lnTo>
                  <a:pt x="508538" y="259067"/>
                </a:lnTo>
                <a:close/>
                <a:moveTo>
                  <a:pt x="742617" y="257587"/>
                </a:moveTo>
                <a:lnTo>
                  <a:pt x="756778" y="257587"/>
                </a:lnTo>
                <a:lnTo>
                  <a:pt x="756778" y="259067"/>
                </a:lnTo>
                <a:lnTo>
                  <a:pt x="742617" y="259067"/>
                </a:lnTo>
                <a:close/>
                <a:moveTo>
                  <a:pt x="144925" y="257587"/>
                </a:moveTo>
                <a:lnTo>
                  <a:pt x="181162" y="257587"/>
                </a:lnTo>
                <a:lnTo>
                  <a:pt x="181162" y="259808"/>
                </a:lnTo>
                <a:lnTo>
                  <a:pt x="144925" y="259808"/>
                </a:lnTo>
                <a:close/>
                <a:moveTo>
                  <a:pt x="678891" y="259067"/>
                </a:moveTo>
                <a:lnTo>
                  <a:pt x="705964" y="259067"/>
                </a:lnTo>
                <a:lnTo>
                  <a:pt x="705964" y="259808"/>
                </a:lnTo>
                <a:lnTo>
                  <a:pt x="678891" y="259808"/>
                </a:lnTo>
                <a:close/>
                <a:moveTo>
                  <a:pt x="787183" y="257587"/>
                </a:moveTo>
                <a:lnTo>
                  <a:pt x="823420" y="257587"/>
                </a:lnTo>
                <a:lnTo>
                  <a:pt x="823420" y="259808"/>
                </a:lnTo>
                <a:lnTo>
                  <a:pt x="787183" y="259808"/>
                </a:lnTo>
                <a:close/>
                <a:moveTo>
                  <a:pt x="403994" y="259067"/>
                </a:moveTo>
                <a:lnTo>
                  <a:pt x="430235" y="259067"/>
                </a:lnTo>
                <a:lnTo>
                  <a:pt x="430235" y="259808"/>
                </a:lnTo>
                <a:lnTo>
                  <a:pt x="403994" y="259808"/>
                </a:lnTo>
                <a:close/>
                <a:moveTo>
                  <a:pt x="889228" y="258327"/>
                </a:moveTo>
                <a:lnTo>
                  <a:pt x="917135" y="258327"/>
                </a:lnTo>
                <a:lnTo>
                  <a:pt x="917135" y="259808"/>
                </a:lnTo>
                <a:lnTo>
                  <a:pt x="889228" y="259808"/>
                </a:lnTo>
                <a:close/>
                <a:moveTo>
                  <a:pt x="212817" y="258327"/>
                </a:moveTo>
                <a:lnTo>
                  <a:pt x="217815" y="258327"/>
                </a:lnTo>
                <a:lnTo>
                  <a:pt x="217815" y="259808"/>
                </a:lnTo>
                <a:lnTo>
                  <a:pt x="212817" y="259808"/>
                </a:lnTo>
                <a:close/>
                <a:moveTo>
                  <a:pt x="855075" y="258327"/>
                </a:moveTo>
                <a:lnTo>
                  <a:pt x="860073" y="258327"/>
                </a:lnTo>
                <a:lnTo>
                  <a:pt x="860073" y="259808"/>
                </a:lnTo>
                <a:lnTo>
                  <a:pt x="855075" y="259808"/>
                </a:lnTo>
                <a:close/>
                <a:moveTo>
                  <a:pt x="508122" y="259067"/>
                </a:moveTo>
                <a:lnTo>
                  <a:pt x="536028" y="259067"/>
                </a:lnTo>
                <a:lnTo>
                  <a:pt x="536028" y="259808"/>
                </a:lnTo>
                <a:lnTo>
                  <a:pt x="508122" y="259808"/>
                </a:lnTo>
                <a:close/>
                <a:moveTo>
                  <a:pt x="614332" y="258327"/>
                </a:moveTo>
                <a:lnTo>
                  <a:pt x="641822" y="258327"/>
                </a:lnTo>
                <a:lnTo>
                  <a:pt x="641822" y="259808"/>
                </a:lnTo>
                <a:lnTo>
                  <a:pt x="614332" y="259808"/>
                </a:lnTo>
                <a:close/>
                <a:moveTo>
                  <a:pt x="246970" y="258327"/>
                </a:moveTo>
                <a:lnTo>
                  <a:pt x="274876" y="258327"/>
                </a:lnTo>
                <a:lnTo>
                  <a:pt x="274876" y="259808"/>
                </a:lnTo>
                <a:lnTo>
                  <a:pt x="246970" y="259808"/>
                </a:lnTo>
                <a:close/>
                <a:moveTo>
                  <a:pt x="507705" y="259808"/>
                </a:moveTo>
                <a:lnTo>
                  <a:pt x="536445" y="259808"/>
                </a:lnTo>
                <a:lnTo>
                  <a:pt x="536445" y="260548"/>
                </a:lnTo>
                <a:lnTo>
                  <a:pt x="507705" y="260548"/>
                </a:lnTo>
                <a:close/>
                <a:moveTo>
                  <a:pt x="403578" y="259808"/>
                </a:moveTo>
                <a:lnTo>
                  <a:pt x="430651" y="259808"/>
                </a:lnTo>
                <a:lnTo>
                  <a:pt x="430651" y="260548"/>
                </a:lnTo>
                <a:lnTo>
                  <a:pt x="403578" y="260548"/>
                </a:lnTo>
                <a:close/>
                <a:moveTo>
                  <a:pt x="613915" y="259808"/>
                </a:moveTo>
                <a:lnTo>
                  <a:pt x="642238" y="259808"/>
                </a:lnTo>
                <a:lnTo>
                  <a:pt x="642238" y="260548"/>
                </a:lnTo>
                <a:lnTo>
                  <a:pt x="613915" y="260548"/>
                </a:lnTo>
                <a:close/>
                <a:moveTo>
                  <a:pt x="787183" y="259808"/>
                </a:moveTo>
                <a:lnTo>
                  <a:pt x="823836" y="259808"/>
                </a:lnTo>
                <a:lnTo>
                  <a:pt x="823836" y="260548"/>
                </a:lnTo>
                <a:lnTo>
                  <a:pt x="787183" y="260548"/>
                </a:lnTo>
                <a:close/>
                <a:moveTo>
                  <a:pt x="246970" y="259808"/>
                </a:moveTo>
                <a:lnTo>
                  <a:pt x="275293" y="259808"/>
                </a:lnTo>
                <a:lnTo>
                  <a:pt x="275293" y="260548"/>
                </a:lnTo>
                <a:lnTo>
                  <a:pt x="246970" y="260548"/>
                </a:lnTo>
                <a:close/>
                <a:moveTo>
                  <a:pt x="144925" y="259808"/>
                </a:moveTo>
                <a:lnTo>
                  <a:pt x="181578" y="259808"/>
                </a:lnTo>
                <a:lnTo>
                  <a:pt x="181578" y="260548"/>
                </a:lnTo>
                <a:lnTo>
                  <a:pt x="144925" y="260548"/>
                </a:lnTo>
                <a:close/>
                <a:moveTo>
                  <a:pt x="742617" y="259067"/>
                </a:moveTo>
                <a:lnTo>
                  <a:pt x="756362" y="259067"/>
                </a:lnTo>
                <a:lnTo>
                  <a:pt x="756362" y="260548"/>
                </a:lnTo>
                <a:lnTo>
                  <a:pt x="742617" y="260548"/>
                </a:lnTo>
                <a:close/>
                <a:moveTo>
                  <a:pt x="889228" y="259808"/>
                </a:moveTo>
                <a:lnTo>
                  <a:pt x="917551" y="259808"/>
                </a:lnTo>
                <a:lnTo>
                  <a:pt x="917551" y="260548"/>
                </a:lnTo>
                <a:lnTo>
                  <a:pt x="889228" y="260548"/>
                </a:lnTo>
                <a:close/>
                <a:moveTo>
                  <a:pt x="403161" y="260548"/>
                </a:moveTo>
                <a:lnTo>
                  <a:pt x="430651" y="260548"/>
                </a:lnTo>
                <a:lnTo>
                  <a:pt x="430651" y="261288"/>
                </a:lnTo>
                <a:lnTo>
                  <a:pt x="403161" y="261288"/>
                </a:lnTo>
                <a:close/>
                <a:moveTo>
                  <a:pt x="742617" y="260548"/>
                </a:moveTo>
                <a:lnTo>
                  <a:pt x="755945" y="260548"/>
                </a:lnTo>
                <a:lnTo>
                  <a:pt x="755945" y="261288"/>
                </a:lnTo>
                <a:lnTo>
                  <a:pt x="742617" y="261288"/>
                </a:lnTo>
                <a:close/>
                <a:moveTo>
                  <a:pt x="613499" y="260548"/>
                </a:moveTo>
                <a:lnTo>
                  <a:pt x="642238" y="260548"/>
                </a:lnTo>
                <a:lnTo>
                  <a:pt x="642238" y="261288"/>
                </a:lnTo>
                <a:lnTo>
                  <a:pt x="613499" y="261288"/>
                </a:lnTo>
                <a:close/>
                <a:moveTo>
                  <a:pt x="678474" y="259808"/>
                </a:moveTo>
                <a:lnTo>
                  <a:pt x="705964" y="259808"/>
                </a:lnTo>
                <a:lnTo>
                  <a:pt x="705964" y="261288"/>
                </a:lnTo>
                <a:lnTo>
                  <a:pt x="678474" y="261288"/>
                </a:lnTo>
                <a:close/>
                <a:moveTo>
                  <a:pt x="507289" y="260548"/>
                </a:moveTo>
                <a:lnTo>
                  <a:pt x="536445" y="260548"/>
                </a:lnTo>
                <a:lnTo>
                  <a:pt x="536445" y="261288"/>
                </a:lnTo>
                <a:lnTo>
                  <a:pt x="507289" y="261288"/>
                </a:lnTo>
                <a:close/>
                <a:moveTo>
                  <a:pt x="786767" y="260548"/>
                </a:moveTo>
                <a:lnTo>
                  <a:pt x="823836" y="260548"/>
                </a:lnTo>
                <a:lnTo>
                  <a:pt x="823836" y="262028"/>
                </a:lnTo>
                <a:lnTo>
                  <a:pt x="786767" y="262028"/>
                </a:lnTo>
                <a:close/>
                <a:moveTo>
                  <a:pt x="506872" y="261288"/>
                </a:moveTo>
                <a:lnTo>
                  <a:pt x="536861" y="261288"/>
                </a:lnTo>
                <a:lnTo>
                  <a:pt x="536861" y="262028"/>
                </a:lnTo>
                <a:lnTo>
                  <a:pt x="506872" y="262028"/>
                </a:lnTo>
                <a:close/>
                <a:moveTo>
                  <a:pt x="246970" y="260548"/>
                </a:moveTo>
                <a:lnTo>
                  <a:pt x="275709" y="260548"/>
                </a:lnTo>
                <a:lnTo>
                  <a:pt x="275709" y="262028"/>
                </a:lnTo>
                <a:lnTo>
                  <a:pt x="246970" y="262028"/>
                </a:lnTo>
                <a:close/>
                <a:moveTo>
                  <a:pt x="402745" y="261288"/>
                </a:moveTo>
                <a:lnTo>
                  <a:pt x="431068" y="261288"/>
                </a:lnTo>
                <a:lnTo>
                  <a:pt x="431068" y="262028"/>
                </a:lnTo>
                <a:lnTo>
                  <a:pt x="402745" y="262028"/>
                </a:lnTo>
                <a:close/>
                <a:moveTo>
                  <a:pt x="213233" y="259808"/>
                </a:moveTo>
                <a:lnTo>
                  <a:pt x="217815" y="259808"/>
                </a:lnTo>
                <a:lnTo>
                  <a:pt x="217815" y="262028"/>
                </a:lnTo>
                <a:lnTo>
                  <a:pt x="213233" y="262028"/>
                </a:lnTo>
                <a:close/>
                <a:moveTo>
                  <a:pt x="855491" y="259808"/>
                </a:moveTo>
                <a:lnTo>
                  <a:pt x="860073" y="259808"/>
                </a:lnTo>
                <a:lnTo>
                  <a:pt x="860073" y="262028"/>
                </a:lnTo>
                <a:lnTo>
                  <a:pt x="855491" y="262028"/>
                </a:lnTo>
                <a:close/>
                <a:moveTo>
                  <a:pt x="889228" y="260548"/>
                </a:moveTo>
                <a:lnTo>
                  <a:pt x="917968" y="260548"/>
                </a:lnTo>
                <a:lnTo>
                  <a:pt x="917968" y="262028"/>
                </a:lnTo>
                <a:lnTo>
                  <a:pt x="889228" y="262028"/>
                </a:lnTo>
                <a:close/>
                <a:moveTo>
                  <a:pt x="613082" y="261288"/>
                </a:moveTo>
                <a:lnTo>
                  <a:pt x="642238" y="261288"/>
                </a:lnTo>
                <a:lnTo>
                  <a:pt x="642238" y="262028"/>
                </a:lnTo>
                <a:lnTo>
                  <a:pt x="613082" y="262028"/>
                </a:lnTo>
                <a:close/>
                <a:moveTo>
                  <a:pt x="144509" y="260548"/>
                </a:moveTo>
                <a:lnTo>
                  <a:pt x="181578" y="260548"/>
                </a:lnTo>
                <a:lnTo>
                  <a:pt x="181578" y="262028"/>
                </a:lnTo>
                <a:lnTo>
                  <a:pt x="144509" y="262028"/>
                </a:lnTo>
                <a:close/>
                <a:moveTo>
                  <a:pt x="246970" y="262028"/>
                </a:moveTo>
                <a:lnTo>
                  <a:pt x="276126" y="262028"/>
                </a:lnTo>
                <a:lnTo>
                  <a:pt x="276126" y="262768"/>
                </a:lnTo>
                <a:lnTo>
                  <a:pt x="246970" y="262768"/>
                </a:lnTo>
                <a:close/>
                <a:moveTo>
                  <a:pt x="889228" y="262028"/>
                </a:moveTo>
                <a:lnTo>
                  <a:pt x="918384" y="262028"/>
                </a:lnTo>
                <a:lnTo>
                  <a:pt x="918384" y="262768"/>
                </a:lnTo>
                <a:lnTo>
                  <a:pt x="889228" y="262768"/>
                </a:lnTo>
                <a:close/>
                <a:moveTo>
                  <a:pt x="678474" y="261288"/>
                </a:moveTo>
                <a:lnTo>
                  <a:pt x="706381" y="261288"/>
                </a:lnTo>
                <a:lnTo>
                  <a:pt x="706381" y="262768"/>
                </a:lnTo>
                <a:lnTo>
                  <a:pt x="678474" y="262768"/>
                </a:lnTo>
                <a:close/>
                <a:moveTo>
                  <a:pt x="742200" y="261288"/>
                </a:moveTo>
                <a:lnTo>
                  <a:pt x="755945" y="261288"/>
                </a:lnTo>
                <a:lnTo>
                  <a:pt x="755945" y="262768"/>
                </a:lnTo>
                <a:lnTo>
                  <a:pt x="742200" y="262768"/>
                </a:lnTo>
                <a:close/>
                <a:moveTo>
                  <a:pt x="612666" y="262028"/>
                </a:moveTo>
                <a:lnTo>
                  <a:pt x="642238" y="262028"/>
                </a:lnTo>
                <a:lnTo>
                  <a:pt x="642238" y="262768"/>
                </a:lnTo>
                <a:lnTo>
                  <a:pt x="612666" y="262768"/>
                </a:lnTo>
                <a:close/>
                <a:moveTo>
                  <a:pt x="506872" y="262028"/>
                </a:moveTo>
                <a:lnTo>
                  <a:pt x="537278" y="262028"/>
                </a:lnTo>
                <a:lnTo>
                  <a:pt x="537278" y="262768"/>
                </a:lnTo>
                <a:lnTo>
                  <a:pt x="506872" y="262768"/>
                </a:lnTo>
                <a:close/>
                <a:moveTo>
                  <a:pt x="402328" y="262028"/>
                </a:moveTo>
                <a:lnTo>
                  <a:pt x="431484" y="262028"/>
                </a:lnTo>
                <a:lnTo>
                  <a:pt x="431484" y="262768"/>
                </a:lnTo>
                <a:lnTo>
                  <a:pt x="402328" y="262768"/>
                </a:lnTo>
                <a:close/>
                <a:moveTo>
                  <a:pt x="506456" y="262768"/>
                </a:moveTo>
                <a:lnTo>
                  <a:pt x="537694" y="262768"/>
                </a:lnTo>
                <a:lnTo>
                  <a:pt x="537694" y="263509"/>
                </a:lnTo>
                <a:lnTo>
                  <a:pt x="506456" y="263509"/>
                </a:lnTo>
                <a:close/>
                <a:moveTo>
                  <a:pt x="612249" y="262768"/>
                </a:moveTo>
                <a:lnTo>
                  <a:pt x="642238" y="262768"/>
                </a:lnTo>
                <a:lnTo>
                  <a:pt x="642238" y="263509"/>
                </a:lnTo>
                <a:lnTo>
                  <a:pt x="612249" y="263509"/>
                </a:lnTo>
                <a:close/>
                <a:moveTo>
                  <a:pt x="144509" y="262028"/>
                </a:moveTo>
                <a:lnTo>
                  <a:pt x="181995" y="262028"/>
                </a:lnTo>
                <a:lnTo>
                  <a:pt x="181995" y="263509"/>
                </a:lnTo>
                <a:lnTo>
                  <a:pt x="144509" y="263509"/>
                </a:lnTo>
                <a:close/>
                <a:moveTo>
                  <a:pt x="401912" y="262768"/>
                </a:moveTo>
                <a:lnTo>
                  <a:pt x="431901" y="262768"/>
                </a:lnTo>
                <a:lnTo>
                  <a:pt x="431901" y="263509"/>
                </a:lnTo>
                <a:lnTo>
                  <a:pt x="401912" y="263509"/>
                </a:lnTo>
                <a:close/>
                <a:moveTo>
                  <a:pt x="786767" y="262028"/>
                </a:moveTo>
                <a:lnTo>
                  <a:pt x="824253" y="262028"/>
                </a:lnTo>
                <a:lnTo>
                  <a:pt x="824253" y="263509"/>
                </a:lnTo>
                <a:lnTo>
                  <a:pt x="786767" y="263509"/>
                </a:lnTo>
                <a:close/>
                <a:moveTo>
                  <a:pt x="506039" y="263509"/>
                </a:moveTo>
                <a:lnTo>
                  <a:pt x="538111" y="263509"/>
                </a:lnTo>
                <a:lnTo>
                  <a:pt x="538111" y="264249"/>
                </a:lnTo>
                <a:lnTo>
                  <a:pt x="506039" y="264249"/>
                </a:lnTo>
                <a:close/>
                <a:moveTo>
                  <a:pt x="611833" y="263509"/>
                </a:moveTo>
                <a:lnTo>
                  <a:pt x="642655" y="263509"/>
                </a:lnTo>
                <a:lnTo>
                  <a:pt x="642655" y="264249"/>
                </a:lnTo>
                <a:lnTo>
                  <a:pt x="611833" y="264249"/>
                </a:lnTo>
                <a:close/>
                <a:moveTo>
                  <a:pt x="889228" y="262768"/>
                </a:moveTo>
                <a:lnTo>
                  <a:pt x="918801" y="262768"/>
                </a:lnTo>
                <a:lnTo>
                  <a:pt x="918801" y="264249"/>
                </a:lnTo>
                <a:lnTo>
                  <a:pt x="889228" y="264249"/>
                </a:lnTo>
                <a:close/>
                <a:moveTo>
                  <a:pt x="401495" y="263509"/>
                </a:moveTo>
                <a:lnTo>
                  <a:pt x="432317" y="263509"/>
                </a:lnTo>
                <a:lnTo>
                  <a:pt x="432317" y="264249"/>
                </a:lnTo>
                <a:lnTo>
                  <a:pt x="401495" y="264249"/>
                </a:lnTo>
                <a:close/>
                <a:moveTo>
                  <a:pt x="855908" y="262028"/>
                </a:moveTo>
                <a:lnTo>
                  <a:pt x="860073" y="262028"/>
                </a:lnTo>
                <a:lnTo>
                  <a:pt x="860073" y="264249"/>
                </a:lnTo>
                <a:lnTo>
                  <a:pt x="855908" y="264249"/>
                </a:lnTo>
                <a:close/>
                <a:moveTo>
                  <a:pt x="213650" y="262028"/>
                </a:moveTo>
                <a:lnTo>
                  <a:pt x="217815" y="262028"/>
                </a:lnTo>
                <a:lnTo>
                  <a:pt x="217815" y="264249"/>
                </a:lnTo>
                <a:lnTo>
                  <a:pt x="213650" y="264249"/>
                </a:lnTo>
                <a:close/>
                <a:moveTo>
                  <a:pt x="678058" y="262768"/>
                </a:moveTo>
                <a:lnTo>
                  <a:pt x="706381" y="262768"/>
                </a:lnTo>
                <a:lnTo>
                  <a:pt x="706381" y="264249"/>
                </a:lnTo>
                <a:lnTo>
                  <a:pt x="678058" y="264249"/>
                </a:lnTo>
                <a:close/>
                <a:moveTo>
                  <a:pt x="246970" y="262768"/>
                </a:moveTo>
                <a:lnTo>
                  <a:pt x="276542" y="262768"/>
                </a:lnTo>
                <a:lnTo>
                  <a:pt x="276542" y="264249"/>
                </a:lnTo>
                <a:lnTo>
                  <a:pt x="246970" y="264249"/>
                </a:lnTo>
                <a:close/>
                <a:moveTo>
                  <a:pt x="611416" y="264249"/>
                </a:moveTo>
                <a:lnTo>
                  <a:pt x="642655" y="264249"/>
                </a:lnTo>
                <a:lnTo>
                  <a:pt x="642655" y="264989"/>
                </a:lnTo>
                <a:lnTo>
                  <a:pt x="611416" y="264989"/>
                </a:lnTo>
                <a:close/>
                <a:moveTo>
                  <a:pt x="144092" y="263509"/>
                </a:moveTo>
                <a:lnTo>
                  <a:pt x="181995" y="263509"/>
                </a:lnTo>
                <a:lnTo>
                  <a:pt x="181995" y="264989"/>
                </a:lnTo>
                <a:lnTo>
                  <a:pt x="144092" y="264989"/>
                </a:lnTo>
                <a:close/>
                <a:moveTo>
                  <a:pt x="786350" y="263509"/>
                </a:moveTo>
                <a:lnTo>
                  <a:pt x="824253" y="263509"/>
                </a:lnTo>
                <a:lnTo>
                  <a:pt x="824253" y="264989"/>
                </a:lnTo>
                <a:lnTo>
                  <a:pt x="786350" y="264989"/>
                </a:lnTo>
                <a:close/>
                <a:moveTo>
                  <a:pt x="505623" y="264249"/>
                </a:moveTo>
                <a:lnTo>
                  <a:pt x="538527" y="264249"/>
                </a:lnTo>
                <a:lnTo>
                  <a:pt x="538527" y="264989"/>
                </a:lnTo>
                <a:lnTo>
                  <a:pt x="505623" y="264989"/>
                </a:lnTo>
                <a:close/>
                <a:moveTo>
                  <a:pt x="401079" y="264249"/>
                </a:moveTo>
                <a:lnTo>
                  <a:pt x="432734" y="264249"/>
                </a:lnTo>
                <a:lnTo>
                  <a:pt x="432734" y="264989"/>
                </a:lnTo>
                <a:lnTo>
                  <a:pt x="401079" y="264989"/>
                </a:lnTo>
                <a:close/>
                <a:moveTo>
                  <a:pt x="742200" y="262768"/>
                </a:moveTo>
                <a:lnTo>
                  <a:pt x="755529" y="262768"/>
                </a:lnTo>
                <a:lnTo>
                  <a:pt x="755529" y="264989"/>
                </a:lnTo>
                <a:lnTo>
                  <a:pt x="742200" y="264989"/>
                </a:lnTo>
                <a:close/>
                <a:moveTo>
                  <a:pt x="144092" y="264989"/>
                </a:moveTo>
                <a:lnTo>
                  <a:pt x="182411" y="264989"/>
                </a:lnTo>
                <a:lnTo>
                  <a:pt x="182411" y="265729"/>
                </a:lnTo>
                <a:lnTo>
                  <a:pt x="144092" y="265729"/>
                </a:lnTo>
                <a:close/>
                <a:moveTo>
                  <a:pt x="786350" y="264989"/>
                </a:moveTo>
                <a:lnTo>
                  <a:pt x="824669" y="264989"/>
                </a:lnTo>
                <a:lnTo>
                  <a:pt x="824669" y="265729"/>
                </a:lnTo>
                <a:lnTo>
                  <a:pt x="786350" y="265729"/>
                </a:lnTo>
                <a:close/>
                <a:moveTo>
                  <a:pt x="678058" y="264249"/>
                </a:moveTo>
                <a:lnTo>
                  <a:pt x="706797" y="264249"/>
                </a:lnTo>
                <a:lnTo>
                  <a:pt x="706797" y="265729"/>
                </a:lnTo>
                <a:lnTo>
                  <a:pt x="678058" y="265729"/>
                </a:lnTo>
                <a:close/>
                <a:moveTo>
                  <a:pt x="611000" y="264989"/>
                </a:moveTo>
                <a:lnTo>
                  <a:pt x="642655" y="264989"/>
                </a:lnTo>
                <a:lnTo>
                  <a:pt x="642655" y="265729"/>
                </a:lnTo>
                <a:lnTo>
                  <a:pt x="611000" y="265729"/>
                </a:lnTo>
                <a:close/>
                <a:moveTo>
                  <a:pt x="246970" y="264249"/>
                </a:moveTo>
                <a:lnTo>
                  <a:pt x="276959" y="264249"/>
                </a:lnTo>
                <a:lnTo>
                  <a:pt x="276959" y="265729"/>
                </a:lnTo>
                <a:lnTo>
                  <a:pt x="246970" y="265729"/>
                </a:lnTo>
                <a:close/>
                <a:moveTo>
                  <a:pt x="505206" y="264989"/>
                </a:moveTo>
                <a:lnTo>
                  <a:pt x="538944" y="264989"/>
                </a:lnTo>
                <a:lnTo>
                  <a:pt x="538944" y="265729"/>
                </a:lnTo>
                <a:lnTo>
                  <a:pt x="505206" y="265729"/>
                </a:lnTo>
                <a:close/>
                <a:moveTo>
                  <a:pt x="889228" y="264249"/>
                </a:moveTo>
                <a:lnTo>
                  <a:pt x="919217" y="264249"/>
                </a:lnTo>
                <a:lnTo>
                  <a:pt x="919217" y="265729"/>
                </a:lnTo>
                <a:lnTo>
                  <a:pt x="889228" y="265729"/>
                </a:lnTo>
                <a:close/>
                <a:moveTo>
                  <a:pt x="400662" y="264989"/>
                </a:moveTo>
                <a:lnTo>
                  <a:pt x="433150" y="264989"/>
                </a:lnTo>
                <a:lnTo>
                  <a:pt x="433150" y="265729"/>
                </a:lnTo>
                <a:lnTo>
                  <a:pt x="400662" y="265729"/>
                </a:lnTo>
                <a:close/>
                <a:moveTo>
                  <a:pt x="400246" y="265729"/>
                </a:moveTo>
                <a:lnTo>
                  <a:pt x="433567" y="265729"/>
                </a:lnTo>
                <a:lnTo>
                  <a:pt x="433567" y="266469"/>
                </a:lnTo>
                <a:lnTo>
                  <a:pt x="400246" y="266469"/>
                </a:lnTo>
                <a:close/>
                <a:moveTo>
                  <a:pt x="610583" y="265729"/>
                </a:moveTo>
                <a:lnTo>
                  <a:pt x="642655" y="265729"/>
                </a:lnTo>
                <a:lnTo>
                  <a:pt x="642655" y="266469"/>
                </a:lnTo>
                <a:lnTo>
                  <a:pt x="610583" y="266469"/>
                </a:lnTo>
                <a:close/>
                <a:moveTo>
                  <a:pt x="246970" y="265729"/>
                </a:moveTo>
                <a:lnTo>
                  <a:pt x="277376" y="265729"/>
                </a:lnTo>
                <a:lnTo>
                  <a:pt x="277376" y="266469"/>
                </a:lnTo>
                <a:lnTo>
                  <a:pt x="246970" y="266469"/>
                </a:lnTo>
                <a:close/>
                <a:moveTo>
                  <a:pt x="504790" y="265729"/>
                </a:moveTo>
                <a:lnTo>
                  <a:pt x="539360" y="265729"/>
                </a:lnTo>
                <a:lnTo>
                  <a:pt x="539360" y="266469"/>
                </a:lnTo>
                <a:lnTo>
                  <a:pt x="504790" y="266469"/>
                </a:lnTo>
                <a:close/>
                <a:moveTo>
                  <a:pt x="889228" y="265729"/>
                </a:moveTo>
                <a:lnTo>
                  <a:pt x="919634" y="265729"/>
                </a:lnTo>
                <a:lnTo>
                  <a:pt x="919634" y="266469"/>
                </a:lnTo>
                <a:lnTo>
                  <a:pt x="889228" y="266469"/>
                </a:lnTo>
                <a:close/>
                <a:moveTo>
                  <a:pt x="214066" y="264249"/>
                </a:moveTo>
                <a:lnTo>
                  <a:pt x="217815" y="264249"/>
                </a:lnTo>
                <a:lnTo>
                  <a:pt x="217815" y="266469"/>
                </a:lnTo>
                <a:lnTo>
                  <a:pt x="214066" y="266469"/>
                </a:lnTo>
                <a:close/>
                <a:moveTo>
                  <a:pt x="856324" y="264249"/>
                </a:moveTo>
                <a:lnTo>
                  <a:pt x="860073" y="264249"/>
                </a:lnTo>
                <a:lnTo>
                  <a:pt x="860073" y="266469"/>
                </a:lnTo>
                <a:lnTo>
                  <a:pt x="856324" y="266469"/>
                </a:lnTo>
                <a:close/>
                <a:moveTo>
                  <a:pt x="741784" y="264989"/>
                </a:moveTo>
                <a:lnTo>
                  <a:pt x="755112" y="264989"/>
                </a:lnTo>
                <a:lnTo>
                  <a:pt x="755112" y="267209"/>
                </a:lnTo>
                <a:lnTo>
                  <a:pt x="741784" y="267209"/>
                </a:lnTo>
                <a:close/>
                <a:moveTo>
                  <a:pt x="504373" y="266469"/>
                </a:moveTo>
                <a:lnTo>
                  <a:pt x="539777" y="266469"/>
                </a:lnTo>
                <a:lnTo>
                  <a:pt x="539777" y="267209"/>
                </a:lnTo>
                <a:lnTo>
                  <a:pt x="504373" y="267209"/>
                </a:lnTo>
                <a:close/>
                <a:moveTo>
                  <a:pt x="610167" y="266469"/>
                </a:moveTo>
                <a:lnTo>
                  <a:pt x="642655" y="266469"/>
                </a:lnTo>
                <a:lnTo>
                  <a:pt x="642655" y="267209"/>
                </a:lnTo>
                <a:lnTo>
                  <a:pt x="610167" y="267209"/>
                </a:lnTo>
                <a:close/>
                <a:moveTo>
                  <a:pt x="677641" y="265729"/>
                </a:moveTo>
                <a:lnTo>
                  <a:pt x="706797" y="265729"/>
                </a:lnTo>
                <a:lnTo>
                  <a:pt x="706797" y="267209"/>
                </a:lnTo>
                <a:lnTo>
                  <a:pt x="677641" y="267209"/>
                </a:lnTo>
                <a:close/>
                <a:moveTo>
                  <a:pt x="399829" y="266469"/>
                </a:moveTo>
                <a:lnTo>
                  <a:pt x="433567" y="266469"/>
                </a:lnTo>
                <a:lnTo>
                  <a:pt x="433567" y="267209"/>
                </a:lnTo>
                <a:lnTo>
                  <a:pt x="399829" y="267209"/>
                </a:lnTo>
                <a:close/>
                <a:moveTo>
                  <a:pt x="143676" y="265729"/>
                </a:moveTo>
                <a:lnTo>
                  <a:pt x="182411" y="265729"/>
                </a:lnTo>
                <a:lnTo>
                  <a:pt x="182411" y="267209"/>
                </a:lnTo>
                <a:lnTo>
                  <a:pt x="143676" y="267209"/>
                </a:lnTo>
                <a:close/>
                <a:moveTo>
                  <a:pt x="785934" y="265729"/>
                </a:moveTo>
                <a:lnTo>
                  <a:pt x="824669" y="265729"/>
                </a:lnTo>
                <a:lnTo>
                  <a:pt x="824669" y="267209"/>
                </a:lnTo>
                <a:lnTo>
                  <a:pt x="785934" y="267209"/>
                </a:lnTo>
                <a:close/>
                <a:moveTo>
                  <a:pt x="399413" y="267209"/>
                </a:moveTo>
                <a:lnTo>
                  <a:pt x="433983" y="267209"/>
                </a:lnTo>
                <a:lnTo>
                  <a:pt x="433983" y="267950"/>
                </a:lnTo>
                <a:lnTo>
                  <a:pt x="399413" y="267950"/>
                </a:lnTo>
                <a:close/>
                <a:moveTo>
                  <a:pt x="889228" y="266469"/>
                </a:moveTo>
                <a:lnTo>
                  <a:pt x="920050" y="266469"/>
                </a:lnTo>
                <a:lnTo>
                  <a:pt x="920050" y="267950"/>
                </a:lnTo>
                <a:lnTo>
                  <a:pt x="889228" y="267950"/>
                </a:lnTo>
                <a:close/>
                <a:moveTo>
                  <a:pt x="503957" y="267209"/>
                </a:moveTo>
                <a:lnTo>
                  <a:pt x="540610" y="267209"/>
                </a:lnTo>
                <a:lnTo>
                  <a:pt x="540610" y="267950"/>
                </a:lnTo>
                <a:lnTo>
                  <a:pt x="503957" y="267950"/>
                </a:lnTo>
                <a:close/>
                <a:moveTo>
                  <a:pt x="246970" y="266469"/>
                </a:moveTo>
                <a:lnTo>
                  <a:pt x="277792" y="266469"/>
                </a:lnTo>
                <a:lnTo>
                  <a:pt x="277792" y="267950"/>
                </a:lnTo>
                <a:lnTo>
                  <a:pt x="246970" y="267950"/>
                </a:lnTo>
                <a:close/>
                <a:moveTo>
                  <a:pt x="609334" y="267209"/>
                </a:moveTo>
                <a:lnTo>
                  <a:pt x="643071" y="267209"/>
                </a:lnTo>
                <a:lnTo>
                  <a:pt x="643071" y="267950"/>
                </a:lnTo>
                <a:lnTo>
                  <a:pt x="609334" y="267950"/>
                </a:lnTo>
                <a:close/>
                <a:moveTo>
                  <a:pt x="503540" y="267950"/>
                </a:moveTo>
                <a:lnTo>
                  <a:pt x="541026" y="267950"/>
                </a:lnTo>
                <a:lnTo>
                  <a:pt x="541026" y="268690"/>
                </a:lnTo>
                <a:lnTo>
                  <a:pt x="503540" y="268690"/>
                </a:lnTo>
                <a:close/>
                <a:moveTo>
                  <a:pt x="143676" y="267209"/>
                </a:moveTo>
                <a:lnTo>
                  <a:pt x="182828" y="267209"/>
                </a:lnTo>
                <a:lnTo>
                  <a:pt x="182828" y="268690"/>
                </a:lnTo>
                <a:lnTo>
                  <a:pt x="143676" y="268690"/>
                </a:lnTo>
                <a:close/>
                <a:moveTo>
                  <a:pt x="741784" y="267209"/>
                </a:moveTo>
                <a:lnTo>
                  <a:pt x="754696" y="267209"/>
                </a:lnTo>
                <a:lnTo>
                  <a:pt x="754696" y="268690"/>
                </a:lnTo>
                <a:lnTo>
                  <a:pt x="741784" y="268690"/>
                </a:lnTo>
                <a:close/>
                <a:moveTo>
                  <a:pt x="246970" y="267950"/>
                </a:moveTo>
                <a:lnTo>
                  <a:pt x="278209" y="267950"/>
                </a:lnTo>
                <a:lnTo>
                  <a:pt x="278209" y="268690"/>
                </a:lnTo>
                <a:lnTo>
                  <a:pt x="246970" y="268690"/>
                </a:lnTo>
                <a:close/>
                <a:moveTo>
                  <a:pt x="785934" y="267209"/>
                </a:moveTo>
                <a:lnTo>
                  <a:pt x="825086" y="267209"/>
                </a:lnTo>
                <a:lnTo>
                  <a:pt x="825086" y="268690"/>
                </a:lnTo>
                <a:lnTo>
                  <a:pt x="785934" y="268690"/>
                </a:lnTo>
                <a:close/>
                <a:moveTo>
                  <a:pt x="608917" y="267950"/>
                </a:moveTo>
                <a:lnTo>
                  <a:pt x="643071" y="267950"/>
                </a:lnTo>
                <a:lnTo>
                  <a:pt x="643071" y="268690"/>
                </a:lnTo>
                <a:lnTo>
                  <a:pt x="608917" y="268690"/>
                </a:lnTo>
                <a:close/>
                <a:moveTo>
                  <a:pt x="889228" y="267950"/>
                </a:moveTo>
                <a:lnTo>
                  <a:pt x="920467" y="267950"/>
                </a:lnTo>
                <a:lnTo>
                  <a:pt x="920467" y="268690"/>
                </a:lnTo>
                <a:lnTo>
                  <a:pt x="889228" y="268690"/>
                </a:lnTo>
                <a:close/>
                <a:moveTo>
                  <a:pt x="398996" y="267950"/>
                </a:moveTo>
                <a:lnTo>
                  <a:pt x="434816" y="267950"/>
                </a:lnTo>
                <a:lnTo>
                  <a:pt x="434816" y="268690"/>
                </a:lnTo>
                <a:lnTo>
                  <a:pt x="398996" y="268690"/>
                </a:lnTo>
                <a:close/>
                <a:moveTo>
                  <a:pt x="214483" y="266469"/>
                </a:moveTo>
                <a:lnTo>
                  <a:pt x="217815" y="266469"/>
                </a:lnTo>
                <a:lnTo>
                  <a:pt x="217815" y="268690"/>
                </a:lnTo>
                <a:lnTo>
                  <a:pt x="214483" y="268690"/>
                </a:lnTo>
                <a:close/>
                <a:moveTo>
                  <a:pt x="856741" y="266469"/>
                </a:moveTo>
                <a:lnTo>
                  <a:pt x="860073" y="266469"/>
                </a:lnTo>
                <a:lnTo>
                  <a:pt x="860073" y="268690"/>
                </a:lnTo>
                <a:lnTo>
                  <a:pt x="856741" y="268690"/>
                </a:lnTo>
                <a:close/>
                <a:moveTo>
                  <a:pt x="677641" y="267209"/>
                </a:moveTo>
                <a:lnTo>
                  <a:pt x="707214" y="267209"/>
                </a:lnTo>
                <a:lnTo>
                  <a:pt x="707214" y="268690"/>
                </a:lnTo>
                <a:lnTo>
                  <a:pt x="677641" y="268690"/>
                </a:lnTo>
                <a:close/>
                <a:moveTo>
                  <a:pt x="398580" y="268690"/>
                </a:moveTo>
                <a:lnTo>
                  <a:pt x="435233" y="268690"/>
                </a:lnTo>
                <a:lnTo>
                  <a:pt x="435233" y="269430"/>
                </a:lnTo>
                <a:lnTo>
                  <a:pt x="398580" y="269430"/>
                </a:lnTo>
                <a:close/>
                <a:moveTo>
                  <a:pt x="608501" y="268690"/>
                </a:moveTo>
                <a:lnTo>
                  <a:pt x="643071" y="268690"/>
                </a:lnTo>
                <a:lnTo>
                  <a:pt x="643071" y="269430"/>
                </a:lnTo>
                <a:lnTo>
                  <a:pt x="608501" y="269430"/>
                </a:lnTo>
                <a:close/>
                <a:moveTo>
                  <a:pt x="741367" y="268690"/>
                </a:moveTo>
                <a:lnTo>
                  <a:pt x="754696" y="268690"/>
                </a:lnTo>
                <a:lnTo>
                  <a:pt x="754696" y="269430"/>
                </a:lnTo>
                <a:lnTo>
                  <a:pt x="741367" y="269430"/>
                </a:lnTo>
                <a:close/>
                <a:moveTo>
                  <a:pt x="503124" y="268690"/>
                </a:moveTo>
                <a:lnTo>
                  <a:pt x="541443" y="268690"/>
                </a:lnTo>
                <a:lnTo>
                  <a:pt x="541443" y="269430"/>
                </a:lnTo>
                <a:lnTo>
                  <a:pt x="503124" y="269430"/>
                </a:lnTo>
                <a:close/>
                <a:moveTo>
                  <a:pt x="608084" y="269430"/>
                </a:moveTo>
                <a:lnTo>
                  <a:pt x="643071" y="269430"/>
                </a:lnTo>
                <a:lnTo>
                  <a:pt x="643071" y="270170"/>
                </a:lnTo>
                <a:lnTo>
                  <a:pt x="608084" y="270170"/>
                </a:lnTo>
                <a:close/>
                <a:moveTo>
                  <a:pt x="677225" y="268690"/>
                </a:moveTo>
                <a:lnTo>
                  <a:pt x="707214" y="268690"/>
                </a:lnTo>
                <a:lnTo>
                  <a:pt x="707214" y="270170"/>
                </a:lnTo>
                <a:lnTo>
                  <a:pt x="677225" y="270170"/>
                </a:lnTo>
                <a:close/>
                <a:moveTo>
                  <a:pt x="502707" y="269430"/>
                </a:moveTo>
                <a:lnTo>
                  <a:pt x="541859" y="269430"/>
                </a:lnTo>
                <a:lnTo>
                  <a:pt x="541859" y="270170"/>
                </a:lnTo>
                <a:lnTo>
                  <a:pt x="502707" y="270170"/>
                </a:lnTo>
                <a:close/>
                <a:moveTo>
                  <a:pt x="246970" y="268690"/>
                </a:moveTo>
                <a:lnTo>
                  <a:pt x="278625" y="268690"/>
                </a:lnTo>
                <a:lnTo>
                  <a:pt x="278625" y="270170"/>
                </a:lnTo>
                <a:lnTo>
                  <a:pt x="246970" y="270170"/>
                </a:lnTo>
                <a:close/>
                <a:moveTo>
                  <a:pt x="889228" y="268690"/>
                </a:moveTo>
                <a:lnTo>
                  <a:pt x="920883" y="268690"/>
                </a:lnTo>
                <a:lnTo>
                  <a:pt x="920883" y="270170"/>
                </a:lnTo>
                <a:lnTo>
                  <a:pt x="889228" y="270170"/>
                </a:lnTo>
                <a:close/>
                <a:moveTo>
                  <a:pt x="143259" y="268690"/>
                </a:moveTo>
                <a:lnTo>
                  <a:pt x="182828" y="268690"/>
                </a:lnTo>
                <a:lnTo>
                  <a:pt x="182828" y="270170"/>
                </a:lnTo>
                <a:lnTo>
                  <a:pt x="143259" y="270170"/>
                </a:lnTo>
                <a:close/>
                <a:moveTo>
                  <a:pt x="397747" y="269430"/>
                </a:moveTo>
                <a:lnTo>
                  <a:pt x="435649" y="269430"/>
                </a:lnTo>
                <a:lnTo>
                  <a:pt x="435649" y="270170"/>
                </a:lnTo>
                <a:lnTo>
                  <a:pt x="397747" y="270170"/>
                </a:lnTo>
                <a:close/>
                <a:moveTo>
                  <a:pt x="785517" y="268690"/>
                </a:moveTo>
                <a:lnTo>
                  <a:pt x="825086" y="268690"/>
                </a:lnTo>
                <a:lnTo>
                  <a:pt x="825086" y="270170"/>
                </a:lnTo>
                <a:lnTo>
                  <a:pt x="785517" y="270170"/>
                </a:lnTo>
                <a:close/>
                <a:moveTo>
                  <a:pt x="502291" y="270170"/>
                </a:moveTo>
                <a:lnTo>
                  <a:pt x="542692" y="270170"/>
                </a:lnTo>
                <a:lnTo>
                  <a:pt x="542692" y="270910"/>
                </a:lnTo>
                <a:lnTo>
                  <a:pt x="502291" y="270910"/>
                </a:lnTo>
                <a:close/>
                <a:moveTo>
                  <a:pt x="889228" y="270170"/>
                </a:moveTo>
                <a:lnTo>
                  <a:pt x="921300" y="270170"/>
                </a:lnTo>
                <a:lnTo>
                  <a:pt x="921300" y="270910"/>
                </a:lnTo>
                <a:lnTo>
                  <a:pt x="889228" y="270910"/>
                </a:lnTo>
                <a:close/>
                <a:moveTo>
                  <a:pt x="607251" y="270170"/>
                </a:moveTo>
                <a:lnTo>
                  <a:pt x="643071" y="270170"/>
                </a:lnTo>
                <a:lnTo>
                  <a:pt x="643071" y="270910"/>
                </a:lnTo>
                <a:lnTo>
                  <a:pt x="607251" y="270910"/>
                </a:lnTo>
                <a:close/>
                <a:moveTo>
                  <a:pt x="857157" y="268690"/>
                </a:moveTo>
                <a:lnTo>
                  <a:pt x="860073" y="268690"/>
                </a:lnTo>
                <a:lnTo>
                  <a:pt x="860073" y="270910"/>
                </a:lnTo>
                <a:lnTo>
                  <a:pt x="857157" y="270910"/>
                </a:lnTo>
                <a:close/>
                <a:moveTo>
                  <a:pt x="397330" y="270170"/>
                </a:moveTo>
                <a:lnTo>
                  <a:pt x="436066" y="270170"/>
                </a:lnTo>
                <a:lnTo>
                  <a:pt x="436066" y="270910"/>
                </a:lnTo>
                <a:lnTo>
                  <a:pt x="397330" y="270910"/>
                </a:lnTo>
                <a:close/>
                <a:moveTo>
                  <a:pt x="143259" y="270170"/>
                </a:moveTo>
                <a:lnTo>
                  <a:pt x="183244" y="270170"/>
                </a:lnTo>
                <a:lnTo>
                  <a:pt x="183244" y="270910"/>
                </a:lnTo>
                <a:lnTo>
                  <a:pt x="143259" y="270910"/>
                </a:lnTo>
                <a:close/>
                <a:moveTo>
                  <a:pt x="214899" y="268690"/>
                </a:moveTo>
                <a:lnTo>
                  <a:pt x="217815" y="268690"/>
                </a:lnTo>
                <a:lnTo>
                  <a:pt x="217815" y="270910"/>
                </a:lnTo>
                <a:lnTo>
                  <a:pt x="214899" y="270910"/>
                </a:lnTo>
                <a:close/>
                <a:moveTo>
                  <a:pt x="785517" y="270170"/>
                </a:moveTo>
                <a:lnTo>
                  <a:pt x="825502" y="270170"/>
                </a:lnTo>
                <a:lnTo>
                  <a:pt x="825502" y="270910"/>
                </a:lnTo>
                <a:lnTo>
                  <a:pt x="785517" y="270910"/>
                </a:lnTo>
                <a:close/>
                <a:moveTo>
                  <a:pt x="246970" y="270170"/>
                </a:moveTo>
                <a:lnTo>
                  <a:pt x="279042" y="270170"/>
                </a:lnTo>
                <a:lnTo>
                  <a:pt x="279042" y="270910"/>
                </a:lnTo>
                <a:lnTo>
                  <a:pt x="246970" y="270910"/>
                </a:lnTo>
                <a:close/>
                <a:moveTo>
                  <a:pt x="741367" y="269430"/>
                </a:moveTo>
                <a:lnTo>
                  <a:pt x="754279" y="269430"/>
                </a:lnTo>
                <a:lnTo>
                  <a:pt x="754279" y="271651"/>
                </a:lnTo>
                <a:lnTo>
                  <a:pt x="741367" y="271651"/>
                </a:lnTo>
                <a:close/>
                <a:moveTo>
                  <a:pt x="501874" y="270910"/>
                </a:moveTo>
                <a:lnTo>
                  <a:pt x="543109" y="270910"/>
                </a:lnTo>
                <a:lnTo>
                  <a:pt x="543109" y="271651"/>
                </a:lnTo>
                <a:lnTo>
                  <a:pt x="501874" y="271651"/>
                </a:lnTo>
                <a:close/>
                <a:moveTo>
                  <a:pt x="606835" y="270910"/>
                </a:moveTo>
                <a:lnTo>
                  <a:pt x="643488" y="270910"/>
                </a:lnTo>
                <a:lnTo>
                  <a:pt x="643488" y="271651"/>
                </a:lnTo>
                <a:lnTo>
                  <a:pt x="606835" y="271651"/>
                </a:lnTo>
                <a:close/>
                <a:moveTo>
                  <a:pt x="677225" y="270170"/>
                </a:moveTo>
                <a:lnTo>
                  <a:pt x="707630" y="270170"/>
                </a:lnTo>
                <a:lnTo>
                  <a:pt x="707630" y="271651"/>
                </a:lnTo>
                <a:lnTo>
                  <a:pt x="677225" y="271651"/>
                </a:lnTo>
                <a:close/>
                <a:moveTo>
                  <a:pt x="396497" y="270910"/>
                </a:moveTo>
                <a:lnTo>
                  <a:pt x="436482" y="270910"/>
                </a:lnTo>
                <a:lnTo>
                  <a:pt x="436482" y="271651"/>
                </a:lnTo>
                <a:lnTo>
                  <a:pt x="396497" y="271651"/>
                </a:lnTo>
                <a:close/>
                <a:moveTo>
                  <a:pt x="501041" y="271651"/>
                </a:moveTo>
                <a:lnTo>
                  <a:pt x="543525" y="271651"/>
                </a:lnTo>
                <a:lnTo>
                  <a:pt x="543525" y="272391"/>
                </a:lnTo>
                <a:lnTo>
                  <a:pt x="501041" y="272391"/>
                </a:lnTo>
                <a:close/>
                <a:moveTo>
                  <a:pt x="142843" y="270910"/>
                </a:moveTo>
                <a:lnTo>
                  <a:pt x="183244" y="270910"/>
                </a:lnTo>
                <a:lnTo>
                  <a:pt x="183244" y="272391"/>
                </a:lnTo>
                <a:lnTo>
                  <a:pt x="142843" y="272391"/>
                </a:lnTo>
                <a:close/>
                <a:moveTo>
                  <a:pt x="396081" y="271651"/>
                </a:moveTo>
                <a:lnTo>
                  <a:pt x="436899" y="271651"/>
                </a:lnTo>
                <a:lnTo>
                  <a:pt x="436899" y="272391"/>
                </a:lnTo>
                <a:lnTo>
                  <a:pt x="396081" y="272391"/>
                </a:lnTo>
                <a:close/>
                <a:moveTo>
                  <a:pt x="741367" y="271651"/>
                </a:moveTo>
                <a:lnTo>
                  <a:pt x="753863" y="271651"/>
                </a:lnTo>
                <a:lnTo>
                  <a:pt x="753863" y="272391"/>
                </a:lnTo>
                <a:lnTo>
                  <a:pt x="741367" y="272391"/>
                </a:lnTo>
                <a:close/>
                <a:moveTo>
                  <a:pt x="606418" y="271651"/>
                </a:moveTo>
                <a:lnTo>
                  <a:pt x="643488" y="271651"/>
                </a:lnTo>
                <a:lnTo>
                  <a:pt x="643488" y="272391"/>
                </a:lnTo>
                <a:lnTo>
                  <a:pt x="606418" y="272391"/>
                </a:lnTo>
                <a:close/>
                <a:moveTo>
                  <a:pt x="215316" y="270910"/>
                </a:moveTo>
                <a:lnTo>
                  <a:pt x="217815" y="270910"/>
                </a:lnTo>
                <a:lnTo>
                  <a:pt x="217815" y="272391"/>
                </a:lnTo>
                <a:lnTo>
                  <a:pt x="215316" y="272391"/>
                </a:lnTo>
                <a:close/>
                <a:moveTo>
                  <a:pt x="785101" y="270910"/>
                </a:moveTo>
                <a:lnTo>
                  <a:pt x="825502" y="270910"/>
                </a:lnTo>
                <a:lnTo>
                  <a:pt x="825502" y="272391"/>
                </a:lnTo>
                <a:lnTo>
                  <a:pt x="785101" y="272391"/>
                </a:lnTo>
                <a:close/>
                <a:moveTo>
                  <a:pt x="246970" y="270910"/>
                </a:moveTo>
                <a:lnTo>
                  <a:pt x="279458" y="270910"/>
                </a:lnTo>
                <a:lnTo>
                  <a:pt x="279458" y="272391"/>
                </a:lnTo>
                <a:lnTo>
                  <a:pt x="246970" y="272391"/>
                </a:lnTo>
                <a:close/>
                <a:moveTo>
                  <a:pt x="857574" y="270910"/>
                </a:moveTo>
                <a:lnTo>
                  <a:pt x="860073" y="270910"/>
                </a:lnTo>
                <a:lnTo>
                  <a:pt x="860073" y="272391"/>
                </a:lnTo>
                <a:lnTo>
                  <a:pt x="857574" y="272391"/>
                </a:lnTo>
                <a:close/>
                <a:moveTo>
                  <a:pt x="889228" y="270910"/>
                </a:moveTo>
                <a:lnTo>
                  <a:pt x="921716" y="270910"/>
                </a:lnTo>
                <a:lnTo>
                  <a:pt x="921716" y="272391"/>
                </a:lnTo>
                <a:lnTo>
                  <a:pt x="889228" y="272391"/>
                </a:lnTo>
                <a:close/>
                <a:moveTo>
                  <a:pt x="246970" y="272391"/>
                </a:moveTo>
                <a:lnTo>
                  <a:pt x="279875" y="272391"/>
                </a:lnTo>
                <a:lnTo>
                  <a:pt x="279875" y="273131"/>
                </a:lnTo>
                <a:lnTo>
                  <a:pt x="246970" y="273131"/>
                </a:lnTo>
                <a:close/>
                <a:moveTo>
                  <a:pt x="395248" y="272391"/>
                </a:moveTo>
                <a:lnTo>
                  <a:pt x="437732" y="272391"/>
                </a:lnTo>
                <a:lnTo>
                  <a:pt x="437732" y="273131"/>
                </a:lnTo>
                <a:lnTo>
                  <a:pt x="395248" y="273131"/>
                </a:lnTo>
                <a:close/>
                <a:moveTo>
                  <a:pt x="676808" y="271651"/>
                </a:moveTo>
                <a:lnTo>
                  <a:pt x="707630" y="271651"/>
                </a:lnTo>
                <a:lnTo>
                  <a:pt x="707630" y="273131"/>
                </a:lnTo>
                <a:lnTo>
                  <a:pt x="676808" y="273131"/>
                </a:lnTo>
                <a:close/>
                <a:moveTo>
                  <a:pt x="889228" y="272391"/>
                </a:moveTo>
                <a:lnTo>
                  <a:pt x="922133" y="272391"/>
                </a:lnTo>
                <a:lnTo>
                  <a:pt x="922133" y="273131"/>
                </a:lnTo>
                <a:lnTo>
                  <a:pt x="889228" y="273131"/>
                </a:lnTo>
                <a:close/>
                <a:moveTo>
                  <a:pt x="500625" y="272391"/>
                </a:moveTo>
                <a:lnTo>
                  <a:pt x="544358" y="272391"/>
                </a:lnTo>
                <a:lnTo>
                  <a:pt x="544358" y="273131"/>
                </a:lnTo>
                <a:lnTo>
                  <a:pt x="500625" y="273131"/>
                </a:lnTo>
                <a:close/>
                <a:moveTo>
                  <a:pt x="605585" y="272391"/>
                </a:moveTo>
                <a:lnTo>
                  <a:pt x="643488" y="272391"/>
                </a:lnTo>
                <a:lnTo>
                  <a:pt x="643488" y="273131"/>
                </a:lnTo>
                <a:lnTo>
                  <a:pt x="605585" y="273131"/>
                </a:lnTo>
                <a:close/>
                <a:moveTo>
                  <a:pt x="740951" y="272391"/>
                </a:moveTo>
                <a:lnTo>
                  <a:pt x="753863" y="272391"/>
                </a:lnTo>
                <a:lnTo>
                  <a:pt x="753863" y="273131"/>
                </a:lnTo>
                <a:lnTo>
                  <a:pt x="740951" y="273131"/>
                </a:lnTo>
                <a:close/>
                <a:moveTo>
                  <a:pt x="394831" y="273131"/>
                </a:moveTo>
                <a:lnTo>
                  <a:pt x="438148" y="273131"/>
                </a:lnTo>
                <a:lnTo>
                  <a:pt x="438148" y="273871"/>
                </a:lnTo>
                <a:lnTo>
                  <a:pt x="394831" y="273871"/>
                </a:lnTo>
                <a:close/>
                <a:moveTo>
                  <a:pt x="676808" y="273131"/>
                </a:moveTo>
                <a:lnTo>
                  <a:pt x="708047" y="273131"/>
                </a:lnTo>
                <a:lnTo>
                  <a:pt x="708047" y="273871"/>
                </a:lnTo>
                <a:lnTo>
                  <a:pt x="676808" y="273871"/>
                </a:lnTo>
                <a:close/>
                <a:moveTo>
                  <a:pt x="785101" y="272391"/>
                </a:moveTo>
                <a:lnTo>
                  <a:pt x="825919" y="272391"/>
                </a:lnTo>
                <a:lnTo>
                  <a:pt x="825919" y="273871"/>
                </a:lnTo>
                <a:lnTo>
                  <a:pt x="785101" y="273871"/>
                </a:lnTo>
                <a:close/>
                <a:moveTo>
                  <a:pt x="500208" y="273131"/>
                </a:moveTo>
                <a:lnTo>
                  <a:pt x="544775" y="273131"/>
                </a:lnTo>
                <a:lnTo>
                  <a:pt x="544775" y="273871"/>
                </a:lnTo>
                <a:lnTo>
                  <a:pt x="500208" y="273871"/>
                </a:lnTo>
                <a:close/>
                <a:moveTo>
                  <a:pt x="605169" y="273131"/>
                </a:moveTo>
                <a:lnTo>
                  <a:pt x="643488" y="273131"/>
                </a:lnTo>
                <a:lnTo>
                  <a:pt x="643488" y="273871"/>
                </a:lnTo>
                <a:lnTo>
                  <a:pt x="605169" y="273871"/>
                </a:lnTo>
                <a:close/>
                <a:moveTo>
                  <a:pt x="142843" y="272391"/>
                </a:moveTo>
                <a:lnTo>
                  <a:pt x="183661" y="272391"/>
                </a:lnTo>
                <a:lnTo>
                  <a:pt x="183661" y="273871"/>
                </a:lnTo>
                <a:lnTo>
                  <a:pt x="142843" y="273871"/>
                </a:lnTo>
                <a:close/>
                <a:moveTo>
                  <a:pt x="604336" y="273871"/>
                </a:moveTo>
                <a:lnTo>
                  <a:pt x="643904" y="273871"/>
                </a:lnTo>
                <a:lnTo>
                  <a:pt x="643904" y="274611"/>
                </a:lnTo>
                <a:lnTo>
                  <a:pt x="604336" y="274611"/>
                </a:lnTo>
                <a:close/>
                <a:moveTo>
                  <a:pt x="889228" y="273131"/>
                </a:moveTo>
                <a:lnTo>
                  <a:pt x="922549" y="273131"/>
                </a:lnTo>
                <a:lnTo>
                  <a:pt x="922549" y="274611"/>
                </a:lnTo>
                <a:lnTo>
                  <a:pt x="889228" y="274611"/>
                </a:lnTo>
                <a:close/>
                <a:moveTo>
                  <a:pt x="215732" y="272391"/>
                </a:moveTo>
                <a:lnTo>
                  <a:pt x="217815" y="272391"/>
                </a:lnTo>
                <a:lnTo>
                  <a:pt x="217815" y="274611"/>
                </a:lnTo>
                <a:lnTo>
                  <a:pt x="215732" y="274611"/>
                </a:lnTo>
                <a:close/>
                <a:moveTo>
                  <a:pt x="499375" y="273871"/>
                </a:moveTo>
                <a:lnTo>
                  <a:pt x="545608" y="273871"/>
                </a:lnTo>
                <a:lnTo>
                  <a:pt x="545608" y="274611"/>
                </a:lnTo>
                <a:lnTo>
                  <a:pt x="499375" y="274611"/>
                </a:lnTo>
                <a:close/>
                <a:moveTo>
                  <a:pt x="857990" y="272391"/>
                </a:moveTo>
                <a:lnTo>
                  <a:pt x="860073" y="272391"/>
                </a:lnTo>
                <a:lnTo>
                  <a:pt x="860073" y="274611"/>
                </a:lnTo>
                <a:lnTo>
                  <a:pt x="857990" y="274611"/>
                </a:lnTo>
                <a:close/>
                <a:moveTo>
                  <a:pt x="393998" y="273871"/>
                </a:moveTo>
                <a:lnTo>
                  <a:pt x="438565" y="273871"/>
                </a:lnTo>
                <a:lnTo>
                  <a:pt x="438565" y="274611"/>
                </a:lnTo>
                <a:lnTo>
                  <a:pt x="393998" y="274611"/>
                </a:lnTo>
                <a:close/>
                <a:moveTo>
                  <a:pt x="246970" y="273131"/>
                </a:moveTo>
                <a:lnTo>
                  <a:pt x="280291" y="273131"/>
                </a:lnTo>
                <a:lnTo>
                  <a:pt x="280291" y="274611"/>
                </a:lnTo>
                <a:lnTo>
                  <a:pt x="246970" y="274611"/>
                </a:lnTo>
                <a:close/>
                <a:moveTo>
                  <a:pt x="784684" y="273871"/>
                </a:moveTo>
                <a:lnTo>
                  <a:pt x="825919" y="273871"/>
                </a:lnTo>
                <a:lnTo>
                  <a:pt x="825919" y="275352"/>
                </a:lnTo>
                <a:lnTo>
                  <a:pt x="784684" y="275352"/>
                </a:lnTo>
                <a:close/>
                <a:moveTo>
                  <a:pt x="740951" y="273131"/>
                </a:moveTo>
                <a:lnTo>
                  <a:pt x="753446" y="273131"/>
                </a:lnTo>
                <a:lnTo>
                  <a:pt x="753446" y="275352"/>
                </a:lnTo>
                <a:lnTo>
                  <a:pt x="740951" y="275352"/>
                </a:lnTo>
                <a:close/>
                <a:moveTo>
                  <a:pt x="142426" y="273871"/>
                </a:moveTo>
                <a:lnTo>
                  <a:pt x="183661" y="273871"/>
                </a:lnTo>
                <a:lnTo>
                  <a:pt x="183661" y="275352"/>
                </a:lnTo>
                <a:lnTo>
                  <a:pt x="142426" y="275352"/>
                </a:lnTo>
                <a:close/>
                <a:moveTo>
                  <a:pt x="393165" y="274611"/>
                </a:moveTo>
                <a:lnTo>
                  <a:pt x="439398" y="274611"/>
                </a:lnTo>
                <a:lnTo>
                  <a:pt x="439398" y="275352"/>
                </a:lnTo>
                <a:lnTo>
                  <a:pt x="393165" y="275352"/>
                </a:lnTo>
                <a:close/>
                <a:moveTo>
                  <a:pt x="498959" y="274611"/>
                </a:moveTo>
                <a:lnTo>
                  <a:pt x="546441" y="274611"/>
                </a:lnTo>
                <a:lnTo>
                  <a:pt x="546441" y="275352"/>
                </a:lnTo>
                <a:lnTo>
                  <a:pt x="498959" y="275352"/>
                </a:lnTo>
                <a:close/>
                <a:moveTo>
                  <a:pt x="603503" y="274611"/>
                </a:moveTo>
                <a:lnTo>
                  <a:pt x="643904" y="274611"/>
                </a:lnTo>
                <a:lnTo>
                  <a:pt x="643904" y="275352"/>
                </a:lnTo>
                <a:lnTo>
                  <a:pt x="603503" y="275352"/>
                </a:lnTo>
                <a:close/>
                <a:moveTo>
                  <a:pt x="889228" y="274611"/>
                </a:moveTo>
                <a:lnTo>
                  <a:pt x="922966" y="274611"/>
                </a:lnTo>
                <a:lnTo>
                  <a:pt x="922966" y="276092"/>
                </a:lnTo>
                <a:lnTo>
                  <a:pt x="889228" y="276092"/>
                </a:lnTo>
                <a:close/>
                <a:moveTo>
                  <a:pt x="676392" y="273871"/>
                </a:moveTo>
                <a:lnTo>
                  <a:pt x="708047" y="273871"/>
                </a:lnTo>
                <a:lnTo>
                  <a:pt x="708047" y="276092"/>
                </a:lnTo>
                <a:lnTo>
                  <a:pt x="676392" y="276092"/>
                </a:lnTo>
                <a:close/>
                <a:moveTo>
                  <a:pt x="603086" y="275352"/>
                </a:moveTo>
                <a:lnTo>
                  <a:pt x="643904" y="275352"/>
                </a:lnTo>
                <a:lnTo>
                  <a:pt x="643904" y="276092"/>
                </a:lnTo>
                <a:lnTo>
                  <a:pt x="603086" y="276092"/>
                </a:lnTo>
                <a:close/>
                <a:moveTo>
                  <a:pt x="246970" y="274611"/>
                </a:moveTo>
                <a:lnTo>
                  <a:pt x="280708" y="274611"/>
                </a:lnTo>
                <a:lnTo>
                  <a:pt x="280708" y="276092"/>
                </a:lnTo>
                <a:lnTo>
                  <a:pt x="246970" y="276092"/>
                </a:lnTo>
                <a:close/>
                <a:moveTo>
                  <a:pt x="392332" y="275352"/>
                </a:moveTo>
                <a:lnTo>
                  <a:pt x="439814" y="275352"/>
                </a:lnTo>
                <a:lnTo>
                  <a:pt x="439814" y="276092"/>
                </a:lnTo>
                <a:lnTo>
                  <a:pt x="392332" y="276092"/>
                </a:lnTo>
                <a:close/>
                <a:moveTo>
                  <a:pt x="740951" y="275352"/>
                </a:moveTo>
                <a:lnTo>
                  <a:pt x="753030" y="275352"/>
                </a:lnTo>
                <a:lnTo>
                  <a:pt x="753030" y="276092"/>
                </a:lnTo>
                <a:lnTo>
                  <a:pt x="740951" y="276092"/>
                </a:lnTo>
                <a:close/>
                <a:moveTo>
                  <a:pt x="498542" y="275352"/>
                </a:moveTo>
                <a:lnTo>
                  <a:pt x="546857" y="275352"/>
                </a:lnTo>
                <a:lnTo>
                  <a:pt x="546857" y="276092"/>
                </a:lnTo>
                <a:lnTo>
                  <a:pt x="498542" y="276092"/>
                </a:lnTo>
                <a:close/>
                <a:moveTo>
                  <a:pt x="246970" y="276092"/>
                </a:moveTo>
                <a:lnTo>
                  <a:pt x="281124" y="276092"/>
                </a:lnTo>
                <a:lnTo>
                  <a:pt x="281124" y="276832"/>
                </a:lnTo>
                <a:lnTo>
                  <a:pt x="246970" y="276832"/>
                </a:lnTo>
                <a:close/>
                <a:moveTo>
                  <a:pt x="497709" y="276092"/>
                </a:moveTo>
                <a:lnTo>
                  <a:pt x="547690" y="276092"/>
                </a:lnTo>
                <a:lnTo>
                  <a:pt x="547690" y="276832"/>
                </a:lnTo>
                <a:lnTo>
                  <a:pt x="497709" y="276832"/>
                </a:lnTo>
                <a:close/>
                <a:moveTo>
                  <a:pt x="602253" y="276092"/>
                </a:moveTo>
                <a:lnTo>
                  <a:pt x="643904" y="276092"/>
                </a:lnTo>
                <a:lnTo>
                  <a:pt x="643904" y="276832"/>
                </a:lnTo>
                <a:lnTo>
                  <a:pt x="602253" y="276832"/>
                </a:lnTo>
                <a:close/>
                <a:moveTo>
                  <a:pt x="889228" y="276092"/>
                </a:moveTo>
                <a:lnTo>
                  <a:pt x="923382" y="276092"/>
                </a:lnTo>
                <a:lnTo>
                  <a:pt x="923382" y="276832"/>
                </a:lnTo>
                <a:lnTo>
                  <a:pt x="889228" y="276832"/>
                </a:lnTo>
                <a:close/>
                <a:moveTo>
                  <a:pt x="676392" y="276092"/>
                </a:moveTo>
                <a:lnTo>
                  <a:pt x="708463" y="276092"/>
                </a:lnTo>
                <a:lnTo>
                  <a:pt x="708463" y="276832"/>
                </a:lnTo>
                <a:lnTo>
                  <a:pt x="676392" y="276832"/>
                </a:lnTo>
                <a:close/>
                <a:moveTo>
                  <a:pt x="216149" y="274611"/>
                </a:moveTo>
                <a:lnTo>
                  <a:pt x="217815" y="274611"/>
                </a:lnTo>
                <a:lnTo>
                  <a:pt x="217815" y="276832"/>
                </a:lnTo>
                <a:lnTo>
                  <a:pt x="216149" y="276832"/>
                </a:lnTo>
                <a:close/>
                <a:moveTo>
                  <a:pt x="858407" y="274611"/>
                </a:moveTo>
                <a:lnTo>
                  <a:pt x="860073" y="274611"/>
                </a:lnTo>
                <a:lnTo>
                  <a:pt x="860073" y="276832"/>
                </a:lnTo>
                <a:lnTo>
                  <a:pt x="858407" y="276832"/>
                </a:lnTo>
                <a:close/>
                <a:moveTo>
                  <a:pt x="391499" y="276092"/>
                </a:moveTo>
                <a:lnTo>
                  <a:pt x="440647" y="276092"/>
                </a:lnTo>
                <a:lnTo>
                  <a:pt x="440647" y="276832"/>
                </a:lnTo>
                <a:lnTo>
                  <a:pt x="391499" y="276832"/>
                </a:lnTo>
                <a:close/>
                <a:moveTo>
                  <a:pt x="142426" y="275352"/>
                </a:moveTo>
                <a:lnTo>
                  <a:pt x="184077" y="275352"/>
                </a:lnTo>
                <a:lnTo>
                  <a:pt x="184077" y="276832"/>
                </a:lnTo>
                <a:lnTo>
                  <a:pt x="142426" y="276832"/>
                </a:lnTo>
                <a:close/>
                <a:moveTo>
                  <a:pt x="784684" y="275352"/>
                </a:moveTo>
                <a:lnTo>
                  <a:pt x="826335" y="275352"/>
                </a:lnTo>
                <a:lnTo>
                  <a:pt x="826335" y="276832"/>
                </a:lnTo>
                <a:lnTo>
                  <a:pt x="784684" y="276832"/>
                </a:lnTo>
                <a:close/>
                <a:moveTo>
                  <a:pt x="496876" y="276832"/>
                </a:moveTo>
                <a:lnTo>
                  <a:pt x="548523" y="276832"/>
                </a:lnTo>
                <a:lnTo>
                  <a:pt x="548523" y="277572"/>
                </a:lnTo>
                <a:lnTo>
                  <a:pt x="496876" y="277572"/>
                </a:lnTo>
                <a:close/>
                <a:moveTo>
                  <a:pt x="390666" y="276832"/>
                </a:moveTo>
                <a:lnTo>
                  <a:pt x="441480" y="276832"/>
                </a:lnTo>
                <a:lnTo>
                  <a:pt x="441480" y="277572"/>
                </a:lnTo>
                <a:lnTo>
                  <a:pt x="390666" y="277572"/>
                </a:lnTo>
                <a:close/>
                <a:moveTo>
                  <a:pt x="740534" y="276092"/>
                </a:moveTo>
                <a:lnTo>
                  <a:pt x="753030" y="276092"/>
                </a:lnTo>
                <a:lnTo>
                  <a:pt x="753030" y="277572"/>
                </a:lnTo>
                <a:lnTo>
                  <a:pt x="740534" y="277572"/>
                </a:lnTo>
                <a:close/>
                <a:moveTo>
                  <a:pt x="142010" y="276832"/>
                </a:moveTo>
                <a:lnTo>
                  <a:pt x="184077" y="276832"/>
                </a:lnTo>
                <a:lnTo>
                  <a:pt x="184077" y="277572"/>
                </a:lnTo>
                <a:lnTo>
                  <a:pt x="142010" y="277572"/>
                </a:lnTo>
                <a:close/>
                <a:moveTo>
                  <a:pt x="784268" y="276832"/>
                </a:moveTo>
                <a:lnTo>
                  <a:pt x="826335" y="276832"/>
                </a:lnTo>
                <a:lnTo>
                  <a:pt x="826335" y="277572"/>
                </a:lnTo>
                <a:lnTo>
                  <a:pt x="784268" y="277572"/>
                </a:lnTo>
                <a:close/>
                <a:moveTo>
                  <a:pt x="601420" y="276832"/>
                </a:moveTo>
                <a:lnTo>
                  <a:pt x="643904" y="276832"/>
                </a:lnTo>
                <a:lnTo>
                  <a:pt x="643904" y="277572"/>
                </a:lnTo>
                <a:lnTo>
                  <a:pt x="601420" y="277572"/>
                </a:lnTo>
                <a:close/>
                <a:moveTo>
                  <a:pt x="675975" y="276832"/>
                </a:moveTo>
                <a:lnTo>
                  <a:pt x="708463" y="276832"/>
                </a:lnTo>
                <a:lnTo>
                  <a:pt x="708463" y="278312"/>
                </a:lnTo>
                <a:lnTo>
                  <a:pt x="675975" y="278312"/>
                </a:lnTo>
                <a:close/>
                <a:moveTo>
                  <a:pt x="496460" y="277572"/>
                </a:moveTo>
                <a:lnTo>
                  <a:pt x="549356" y="277572"/>
                </a:lnTo>
                <a:lnTo>
                  <a:pt x="549356" y="278312"/>
                </a:lnTo>
                <a:lnTo>
                  <a:pt x="496460" y="278312"/>
                </a:lnTo>
                <a:close/>
                <a:moveTo>
                  <a:pt x="246970" y="276832"/>
                </a:moveTo>
                <a:lnTo>
                  <a:pt x="281541" y="276832"/>
                </a:lnTo>
                <a:lnTo>
                  <a:pt x="281541" y="278312"/>
                </a:lnTo>
                <a:lnTo>
                  <a:pt x="246970" y="278312"/>
                </a:lnTo>
                <a:close/>
                <a:moveTo>
                  <a:pt x="889228" y="276832"/>
                </a:moveTo>
                <a:lnTo>
                  <a:pt x="923799" y="276832"/>
                </a:lnTo>
                <a:lnTo>
                  <a:pt x="923799" y="278312"/>
                </a:lnTo>
                <a:lnTo>
                  <a:pt x="889228" y="278312"/>
                </a:lnTo>
                <a:close/>
                <a:moveTo>
                  <a:pt x="600587" y="277572"/>
                </a:moveTo>
                <a:lnTo>
                  <a:pt x="644321" y="277572"/>
                </a:lnTo>
                <a:lnTo>
                  <a:pt x="644321" y="278312"/>
                </a:lnTo>
                <a:lnTo>
                  <a:pt x="600587" y="278312"/>
                </a:lnTo>
                <a:close/>
                <a:moveTo>
                  <a:pt x="389417" y="277572"/>
                </a:moveTo>
                <a:lnTo>
                  <a:pt x="441897" y="277572"/>
                </a:lnTo>
                <a:lnTo>
                  <a:pt x="441897" y="278312"/>
                </a:lnTo>
                <a:lnTo>
                  <a:pt x="389417" y="278312"/>
                </a:lnTo>
                <a:close/>
                <a:moveTo>
                  <a:pt x="889228" y="278312"/>
                </a:moveTo>
                <a:lnTo>
                  <a:pt x="924215" y="278312"/>
                </a:lnTo>
                <a:lnTo>
                  <a:pt x="924215" y="279053"/>
                </a:lnTo>
                <a:lnTo>
                  <a:pt x="889228" y="279053"/>
                </a:lnTo>
                <a:close/>
                <a:moveTo>
                  <a:pt x="495627" y="278312"/>
                </a:moveTo>
                <a:lnTo>
                  <a:pt x="550189" y="278312"/>
                </a:lnTo>
                <a:lnTo>
                  <a:pt x="550189" y="279053"/>
                </a:lnTo>
                <a:lnTo>
                  <a:pt x="495627" y="279053"/>
                </a:lnTo>
                <a:close/>
                <a:moveTo>
                  <a:pt x="784268" y="277572"/>
                </a:moveTo>
                <a:lnTo>
                  <a:pt x="826752" y="277572"/>
                </a:lnTo>
                <a:lnTo>
                  <a:pt x="826752" y="279053"/>
                </a:lnTo>
                <a:lnTo>
                  <a:pt x="784268" y="279053"/>
                </a:lnTo>
                <a:close/>
                <a:moveTo>
                  <a:pt x="858823" y="276832"/>
                </a:moveTo>
                <a:lnTo>
                  <a:pt x="860073" y="276832"/>
                </a:lnTo>
                <a:lnTo>
                  <a:pt x="860073" y="279053"/>
                </a:lnTo>
                <a:lnTo>
                  <a:pt x="858823" y="279053"/>
                </a:lnTo>
                <a:close/>
                <a:moveTo>
                  <a:pt x="142010" y="277572"/>
                </a:moveTo>
                <a:lnTo>
                  <a:pt x="184494" y="277572"/>
                </a:lnTo>
                <a:lnTo>
                  <a:pt x="184494" y="279053"/>
                </a:lnTo>
                <a:lnTo>
                  <a:pt x="142010" y="279053"/>
                </a:lnTo>
                <a:close/>
                <a:moveTo>
                  <a:pt x="216565" y="276832"/>
                </a:moveTo>
                <a:lnTo>
                  <a:pt x="217815" y="276832"/>
                </a:lnTo>
                <a:lnTo>
                  <a:pt x="217815" y="279053"/>
                </a:lnTo>
                <a:lnTo>
                  <a:pt x="216565" y="279053"/>
                </a:lnTo>
                <a:close/>
                <a:moveTo>
                  <a:pt x="246970" y="278312"/>
                </a:moveTo>
                <a:lnTo>
                  <a:pt x="281957" y="278312"/>
                </a:lnTo>
                <a:lnTo>
                  <a:pt x="281957" y="279053"/>
                </a:lnTo>
                <a:lnTo>
                  <a:pt x="246970" y="279053"/>
                </a:lnTo>
                <a:close/>
                <a:moveTo>
                  <a:pt x="740534" y="277572"/>
                </a:moveTo>
                <a:lnTo>
                  <a:pt x="752613" y="277572"/>
                </a:lnTo>
                <a:lnTo>
                  <a:pt x="752613" y="279053"/>
                </a:lnTo>
                <a:lnTo>
                  <a:pt x="740534" y="279053"/>
                </a:lnTo>
                <a:close/>
                <a:moveTo>
                  <a:pt x="599754" y="278312"/>
                </a:moveTo>
                <a:lnTo>
                  <a:pt x="644321" y="278312"/>
                </a:lnTo>
                <a:lnTo>
                  <a:pt x="644321" y="279053"/>
                </a:lnTo>
                <a:lnTo>
                  <a:pt x="599754" y="279053"/>
                </a:lnTo>
                <a:close/>
                <a:moveTo>
                  <a:pt x="388167" y="278312"/>
                </a:moveTo>
                <a:lnTo>
                  <a:pt x="442730" y="278312"/>
                </a:lnTo>
                <a:lnTo>
                  <a:pt x="442730" y="279053"/>
                </a:lnTo>
                <a:lnTo>
                  <a:pt x="388167" y="279053"/>
                </a:lnTo>
                <a:close/>
                <a:moveTo>
                  <a:pt x="598921" y="279053"/>
                </a:moveTo>
                <a:lnTo>
                  <a:pt x="644321" y="279053"/>
                </a:lnTo>
                <a:lnTo>
                  <a:pt x="644321" y="279793"/>
                </a:lnTo>
                <a:lnTo>
                  <a:pt x="598921" y="279793"/>
                </a:lnTo>
                <a:close/>
                <a:moveTo>
                  <a:pt x="740118" y="279053"/>
                </a:moveTo>
                <a:lnTo>
                  <a:pt x="752613" y="279053"/>
                </a:lnTo>
                <a:lnTo>
                  <a:pt x="752613" y="279793"/>
                </a:lnTo>
                <a:lnTo>
                  <a:pt x="740118" y="279793"/>
                </a:lnTo>
                <a:close/>
                <a:moveTo>
                  <a:pt x="494794" y="279053"/>
                </a:moveTo>
                <a:lnTo>
                  <a:pt x="551439" y="279053"/>
                </a:lnTo>
                <a:lnTo>
                  <a:pt x="551439" y="279793"/>
                </a:lnTo>
                <a:lnTo>
                  <a:pt x="494794" y="279793"/>
                </a:lnTo>
                <a:close/>
                <a:moveTo>
                  <a:pt x="386501" y="279053"/>
                </a:moveTo>
                <a:lnTo>
                  <a:pt x="443979" y="279053"/>
                </a:lnTo>
                <a:lnTo>
                  <a:pt x="443979" y="279793"/>
                </a:lnTo>
                <a:lnTo>
                  <a:pt x="386501" y="279793"/>
                </a:lnTo>
                <a:close/>
                <a:moveTo>
                  <a:pt x="675975" y="278312"/>
                </a:moveTo>
                <a:lnTo>
                  <a:pt x="708880" y="278312"/>
                </a:lnTo>
                <a:lnTo>
                  <a:pt x="708880" y="279793"/>
                </a:lnTo>
                <a:lnTo>
                  <a:pt x="675975" y="279793"/>
                </a:lnTo>
                <a:close/>
                <a:moveTo>
                  <a:pt x="384835" y="279793"/>
                </a:moveTo>
                <a:lnTo>
                  <a:pt x="444812" y="279793"/>
                </a:lnTo>
                <a:lnTo>
                  <a:pt x="444812" y="280533"/>
                </a:lnTo>
                <a:lnTo>
                  <a:pt x="384835" y="280533"/>
                </a:lnTo>
                <a:close/>
                <a:moveTo>
                  <a:pt x="141593" y="279053"/>
                </a:moveTo>
                <a:lnTo>
                  <a:pt x="184494" y="279053"/>
                </a:lnTo>
                <a:lnTo>
                  <a:pt x="184494" y="280533"/>
                </a:lnTo>
                <a:lnTo>
                  <a:pt x="141593" y="280533"/>
                </a:lnTo>
                <a:close/>
                <a:moveTo>
                  <a:pt x="246970" y="279053"/>
                </a:moveTo>
                <a:lnTo>
                  <a:pt x="282374" y="279053"/>
                </a:lnTo>
                <a:lnTo>
                  <a:pt x="282374" y="280533"/>
                </a:lnTo>
                <a:lnTo>
                  <a:pt x="246970" y="280533"/>
                </a:lnTo>
                <a:close/>
                <a:moveTo>
                  <a:pt x="783851" y="279053"/>
                </a:moveTo>
                <a:lnTo>
                  <a:pt x="826752" y="279053"/>
                </a:lnTo>
                <a:lnTo>
                  <a:pt x="826752" y="280533"/>
                </a:lnTo>
                <a:lnTo>
                  <a:pt x="783851" y="280533"/>
                </a:lnTo>
                <a:close/>
                <a:moveTo>
                  <a:pt x="889228" y="279053"/>
                </a:moveTo>
                <a:lnTo>
                  <a:pt x="924632" y="279053"/>
                </a:lnTo>
                <a:lnTo>
                  <a:pt x="924632" y="280533"/>
                </a:lnTo>
                <a:lnTo>
                  <a:pt x="889228" y="280533"/>
                </a:lnTo>
                <a:close/>
                <a:moveTo>
                  <a:pt x="493544" y="279793"/>
                </a:moveTo>
                <a:lnTo>
                  <a:pt x="552272" y="279793"/>
                </a:lnTo>
                <a:lnTo>
                  <a:pt x="552272" y="280533"/>
                </a:lnTo>
                <a:lnTo>
                  <a:pt x="493544" y="280533"/>
                </a:lnTo>
                <a:close/>
                <a:moveTo>
                  <a:pt x="597672" y="279793"/>
                </a:moveTo>
                <a:lnTo>
                  <a:pt x="644321" y="279793"/>
                </a:lnTo>
                <a:lnTo>
                  <a:pt x="644321" y="280533"/>
                </a:lnTo>
                <a:lnTo>
                  <a:pt x="597672" y="280533"/>
                </a:lnTo>
                <a:close/>
                <a:moveTo>
                  <a:pt x="246970" y="280533"/>
                </a:moveTo>
                <a:lnTo>
                  <a:pt x="282790" y="280533"/>
                </a:lnTo>
                <a:lnTo>
                  <a:pt x="282790" y="281273"/>
                </a:lnTo>
                <a:lnTo>
                  <a:pt x="246970" y="281273"/>
                </a:lnTo>
                <a:close/>
                <a:moveTo>
                  <a:pt x="492711" y="280533"/>
                </a:moveTo>
                <a:lnTo>
                  <a:pt x="553522" y="280533"/>
                </a:lnTo>
                <a:lnTo>
                  <a:pt x="553522" y="281273"/>
                </a:lnTo>
                <a:lnTo>
                  <a:pt x="492711" y="281273"/>
                </a:lnTo>
                <a:close/>
                <a:moveTo>
                  <a:pt x="383169" y="280533"/>
                </a:moveTo>
                <a:lnTo>
                  <a:pt x="446062" y="280533"/>
                </a:lnTo>
                <a:lnTo>
                  <a:pt x="446062" y="281273"/>
                </a:lnTo>
                <a:lnTo>
                  <a:pt x="383169" y="281273"/>
                </a:lnTo>
                <a:close/>
                <a:moveTo>
                  <a:pt x="859240" y="279053"/>
                </a:moveTo>
                <a:lnTo>
                  <a:pt x="860073" y="279053"/>
                </a:lnTo>
                <a:lnTo>
                  <a:pt x="860073" y="281273"/>
                </a:lnTo>
                <a:lnTo>
                  <a:pt x="859240" y="281273"/>
                </a:lnTo>
                <a:close/>
                <a:moveTo>
                  <a:pt x="889228" y="280533"/>
                </a:moveTo>
                <a:lnTo>
                  <a:pt x="925048" y="280533"/>
                </a:lnTo>
                <a:lnTo>
                  <a:pt x="925048" y="281273"/>
                </a:lnTo>
                <a:lnTo>
                  <a:pt x="889228" y="281273"/>
                </a:lnTo>
                <a:close/>
                <a:moveTo>
                  <a:pt x="216982" y="279053"/>
                </a:moveTo>
                <a:lnTo>
                  <a:pt x="217815" y="279053"/>
                </a:lnTo>
                <a:lnTo>
                  <a:pt x="217815" y="281273"/>
                </a:lnTo>
                <a:lnTo>
                  <a:pt x="216982" y="281273"/>
                </a:lnTo>
                <a:close/>
                <a:moveTo>
                  <a:pt x="596839" y="280533"/>
                </a:moveTo>
                <a:lnTo>
                  <a:pt x="644321" y="280533"/>
                </a:lnTo>
                <a:lnTo>
                  <a:pt x="644321" y="281273"/>
                </a:lnTo>
                <a:lnTo>
                  <a:pt x="596839" y="281273"/>
                </a:lnTo>
                <a:close/>
                <a:moveTo>
                  <a:pt x="675559" y="279793"/>
                </a:moveTo>
                <a:lnTo>
                  <a:pt x="708880" y="279793"/>
                </a:lnTo>
                <a:lnTo>
                  <a:pt x="708880" y="281273"/>
                </a:lnTo>
                <a:lnTo>
                  <a:pt x="675559" y="281273"/>
                </a:lnTo>
                <a:close/>
                <a:moveTo>
                  <a:pt x="491462" y="281273"/>
                </a:moveTo>
                <a:lnTo>
                  <a:pt x="554771" y="281273"/>
                </a:lnTo>
                <a:lnTo>
                  <a:pt x="554771" y="282013"/>
                </a:lnTo>
                <a:lnTo>
                  <a:pt x="491462" y="282013"/>
                </a:lnTo>
                <a:close/>
                <a:moveTo>
                  <a:pt x="783851" y="280533"/>
                </a:moveTo>
                <a:lnTo>
                  <a:pt x="827168" y="280533"/>
                </a:lnTo>
                <a:lnTo>
                  <a:pt x="827168" y="282013"/>
                </a:lnTo>
                <a:lnTo>
                  <a:pt x="783851" y="282013"/>
                </a:lnTo>
                <a:close/>
                <a:moveTo>
                  <a:pt x="141593" y="280533"/>
                </a:moveTo>
                <a:lnTo>
                  <a:pt x="184910" y="280533"/>
                </a:lnTo>
                <a:lnTo>
                  <a:pt x="184910" y="282013"/>
                </a:lnTo>
                <a:lnTo>
                  <a:pt x="141593" y="282013"/>
                </a:lnTo>
                <a:close/>
                <a:moveTo>
                  <a:pt x="740118" y="279793"/>
                </a:moveTo>
                <a:lnTo>
                  <a:pt x="752197" y="279793"/>
                </a:lnTo>
                <a:lnTo>
                  <a:pt x="752197" y="282013"/>
                </a:lnTo>
                <a:lnTo>
                  <a:pt x="740118" y="282013"/>
                </a:lnTo>
                <a:close/>
                <a:moveTo>
                  <a:pt x="595589" y="281273"/>
                </a:moveTo>
                <a:lnTo>
                  <a:pt x="644737" y="281273"/>
                </a:lnTo>
                <a:lnTo>
                  <a:pt x="644737" y="282013"/>
                </a:lnTo>
                <a:lnTo>
                  <a:pt x="595589" y="282013"/>
                </a:lnTo>
                <a:close/>
                <a:moveTo>
                  <a:pt x="381086" y="281273"/>
                </a:moveTo>
                <a:lnTo>
                  <a:pt x="447312" y="281273"/>
                </a:lnTo>
                <a:lnTo>
                  <a:pt x="447312" y="282013"/>
                </a:lnTo>
                <a:lnTo>
                  <a:pt x="381086" y="282013"/>
                </a:lnTo>
                <a:close/>
                <a:moveTo>
                  <a:pt x="889228" y="281273"/>
                </a:moveTo>
                <a:lnTo>
                  <a:pt x="925465" y="281273"/>
                </a:lnTo>
                <a:lnTo>
                  <a:pt x="925465" y="282754"/>
                </a:lnTo>
                <a:lnTo>
                  <a:pt x="889228" y="282754"/>
                </a:lnTo>
                <a:close/>
                <a:moveTo>
                  <a:pt x="379004" y="282013"/>
                </a:moveTo>
                <a:lnTo>
                  <a:pt x="448561" y="282013"/>
                </a:lnTo>
                <a:lnTo>
                  <a:pt x="448561" y="282754"/>
                </a:lnTo>
                <a:lnTo>
                  <a:pt x="379004" y="282754"/>
                </a:lnTo>
                <a:close/>
                <a:moveTo>
                  <a:pt x="675559" y="281273"/>
                </a:moveTo>
                <a:lnTo>
                  <a:pt x="709296" y="281273"/>
                </a:lnTo>
                <a:lnTo>
                  <a:pt x="709296" y="282754"/>
                </a:lnTo>
                <a:lnTo>
                  <a:pt x="675559" y="282754"/>
                </a:lnTo>
                <a:close/>
                <a:moveTo>
                  <a:pt x="594339" y="282013"/>
                </a:moveTo>
                <a:lnTo>
                  <a:pt x="644737" y="282013"/>
                </a:lnTo>
                <a:lnTo>
                  <a:pt x="644737" y="282754"/>
                </a:lnTo>
                <a:lnTo>
                  <a:pt x="594339" y="282754"/>
                </a:lnTo>
                <a:close/>
                <a:moveTo>
                  <a:pt x="490212" y="282013"/>
                </a:moveTo>
                <a:lnTo>
                  <a:pt x="556021" y="282013"/>
                </a:lnTo>
                <a:lnTo>
                  <a:pt x="556021" y="282754"/>
                </a:lnTo>
                <a:lnTo>
                  <a:pt x="490212" y="282754"/>
                </a:lnTo>
                <a:close/>
                <a:moveTo>
                  <a:pt x="246970" y="281273"/>
                </a:moveTo>
                <a:lnTo>
                  <a:pt x="283207" y="281273"/>
                </a:lnTo>
                <a:lnTo>
                  <a:pt x="283207" y="282754"/>
                </a:lnTo>
                <a:lnTo>
                  <a:pt x="246970" y="282754"/>
                </a:lnTo>
                <a:close/>
                <a:moveTo>
                  <a:pt x="740118" y="282013"/>
                </a:moveTo>
                <a:lnTo>
                  <a:pt x="751780" y="282013"/>
                </a:lnTo>
                <a:lnTo>
                  <a:pt x="751780" y="282754"/>
                </a:lnTo>
                <a:lnTo>
                  <a:pt x="740118" y="282754"/>
                </a:lnTo>
                <a:close/>
                <a:moveTo>
                  <a:pt x="859656" y="281273"/>
                </a:moveTo>
                <a:lnTo>
                  <a:pt x="860073" y="281273"/>
                </a:lnTo>
                <a:lnTo>
                  <a:pt x="860073" y="283494"/>
                </a:lnTo>
                <a:lnTo>
                  <a:pt x="859656" y="283494"/>
                </a:lnTo>
                <a:close/>
                <a:moveTo>
                  <a:pt x="376088" y="282754"/>
                </a:moveTo>
                <a:lnTo>
                  <a:pt x="450227" y="282754"/>
                </a:lnTo>
                <a:lnTo>
                  <a:pt x="450227" y="283494"/>
                </a:lnTo>
                <a:lnTo>
                  <a:pt x="376088" y="283494"/>
                </a:lnTo>
                <a:close/>
                <a:moveTo>
                  <a:pt x="313195" y="96225"/>
                </a:moveTo>
                <a:lnTo>
                  <a:pt x="324025" y="96225"/>
                </a:lnTo>
                <a:lnTo>
                  <a:pt x="324025" y="283494"/>
                </a:lnTo>
                <a:lnTo>
                  <a:pt x="313195" y="283494"/>
                </a:lnTo>
                <a:close/>
                <a:moveTo>
                  <a:pt x="488962" y="282754"/>
                </a:moveTo>
                <a:lnTo>
                  <a:pt x="557687" y="282754"/>
                </a:lnTo>
                <a:lnTo>
                  <a:pt x="557687" y="283494"/>
                </a:lnTo>
                <a:lnTo>
                  <a:pt x="488962" y="283494"/>
                </a:lnTo>
                <a:close/>
                <a:moveTo>
                  <a:pt x="141177" y="282013"/>
                </a:moveTo>
                <a:lnTo>
                  <a:pt x="184910" y="282013"/>
                </a:lnTo>
                <a:lnTo>
                  <a:pt x="184910" y="283494"/>
                </a:lnTo>
                <a:lnTo>
                  <a:pt x="141177" y="283494"/>
                </a:lnTo>
                <a:close/>
                <a:moveTo>
                  <a:pt x="783435" y="282013"/>
                </a:moveTo>
                <a:lnTo>
                  <a:pt x="827168" y="282013"/>
                </a:lnTo>
                <a:lnTo>
                  <a:pt x="827168" y="283494"/>
                </a:lnTo>
                <a:lnTo>
                  <a:pt x="783435" y="283494"/>
                </a:lnTo>
                <a:close/>
                <a:moveTo>
                  <a:pt x="955453" y="96225"/>
                </a:moveTo>
                <a:lnTo>
                  <a:pt x="1000000" y="96225"/>
                </a:lnTo>
                <a:lnTo>
                  <a:pt x="1000000" y="283494"/>
                </a:lnTo>
                <a:lnTo>
                  <a:pt x="955453" y="283494"/>
                </a:lnTo>
                <a:close/>
                <a:moveTo>
                  <a:pt x="217398" y="281273"/>
                </a:moveTo>
                <a:lnTo>
                  <a:pt x="217815" y="281273"/>
                </a:lnTo>
                <a:lnTo>
                  <a:pt x="217815" y="283494"/>
                </a:lnTo>
                <a:lnTo>
                  <a:pt x="217398" y="283494"/>
                </a:lnTo>
                <a:close/>
                <a:moveTo>
                  <a:pt x="246970" y="282754"/>
                </a:moveTo>
                <a:lnTo>
                  <a:pt x="283623" y="282754"/>
                </a:lnTo>
                <a:lnTo>
                  <a:pt x="283623" y="283494"/>
                </a:lnTo>
                <a:lnTo>
                  <a:pt x="246970" y="283494"/>
                </a:lnTo>
                <a:close/>
                <a:moveTo>
                  <a:pt x="592673" y="282754"/>
                </a:moveTo>
                <a:lnTo>
                  <a:pt x="644737" y="282754"/>
                </a:lnTo>
                <a:lnTo>
                  <a:pt x="644737" y="283494"/>
                </a:lnTo>
                <a:lnTo>
                  <a:pt x="592673" y="283494"/>
                </a:lnTo>
                <a:close/>
                <a:moveTo>
                  <a:pt x="675142" y="282754"/>
                </a:moveTo>
                <a:lnTo>
                  <a:pt x="709296" y="282754"/>
                </a:lnTo>
                <a:lnTo>
                  <a:pt x="709296" y="283494"/>
                </a:lnTo>
                <a:lnTo>
                  <a:pt x="675142" y="283494"/>
                </a:lnTo>
                <a:close/>
                <a:moveTo>
                  <a:pt x="739701" y="282754"/>
                </a:moveTo>
                <a:lnTo>
                  <a:pt x="751780" y="282754"/>
                </a:lnTo>
                <a:lnTo>
                  <a:pt x="751780" y="283494"/>
                </a:lnTo>
                <a:lnTo>
                  <a:pt x="739701" y="283494"/>
                </a:lnTo>
                <a:close/>
                <a:moveTo>
                  <a:pt x="889228" y="282754"/>
                </a:moveTo>
                <a:lnTo>
                  <a:pt x="925881" y="282754"/>
                </a:lnTo>
                <a:lnTo>
                  <a:pt x="925881" y="283494"/>
                </a:lnTo>
                <a:lnTo>
                  <a:pt x="889228" y="283494"/>
                </a:lnTo>
                <a:close/>
                <a:moveTo>
                  <a:pt x="141177" y="283494"/>
                </a:moveTo>
                <a:lnTo>
                  <a:pt x="451893" y="283494"/>
                </a:lnTo>
                <a:lnTo>
                  <a:pt x="451893" y="284234"/>
                </a:lnTo>
                <a:lnTo>
                  <a:pt x="141177" y="284234"/>
                </a:lnTo>
                <a:close/>
                <a:moveTo>
                  <a:pt x="397" y="96225"/>
                </a:moveTo>
                <a:lnTo>
                  <a:pt x="36633" y="96225"/>
                </a:lnTo>
                <a:lnTo>
                  <a:pt x="36633" y="284234"/>
                </a:lnTo>
                <a:lnTo>
                  <a:pt x="397" y="284234"/>
                </a:lnTo>
                <a:close/>
                <a:moveTo>
                  <a:pt x="591424" y="283494"/>
                </a:moveTo>
                <a:lnTo>
                  <a:pt x="1000000" y="283494"/>
                </a:lnTo>
                <a:lnTo>
                  <a:pt x="1000000" y="284234"/>
                </a:lnTo>
                <a:lnTo>
                  <a:pt x="591424" y="284234"/>
                </a:lnTo>
                <a:close/>
                <a:moveTo>
                  <a:pt x="487296" y="283494"/>
                </a:moveTo>
                <a:lnTo>
                  <a:pt x="559353" y="283494"/>
                </a:lnTo>
                <a:lnTo>
                  <a:pt x="559353" y="284234"/>
                </a:lnTo>
                <a:lnTo>
                  <a:pt x="487296" y="284234"/>
                </a:lnTo>
                <a:close/>
                <a:moveTo>
                  <a:pt x="397" y="284234"/>
                </a:moveTo>
                <a:lnTo>
                  <a:pt x="454392" y="284234"/>
                </a:lnTo>
                <a:lnTo>
                  <a:pt x="454392" y="284974"/>
                </a:lnTo>
                <a:lnTo>
                  <a:pt x="397" y="284974"/>
                </a:lnTo>
                <a:close/>
                <a:moveTo>
                  <a:pt x="485214" y="284234"/>
                </a:moveTo>
                <a:lnTo>
                  <a:pt x="561435" y="284234"/>
                </a:lnTo>
                <a:lnTo>
                  <a:pt x="561435" y="284974"/>
                </a:lnTo>
                <a:lnTo>
                  <a:pt x="485214" y="284974"/>
                </a:lnTo>
                <a:close/>
                <a:moveTo>
                  <a:pt x="589341" y="284234"/>
                </a:moveTo>
                <a:lnTo>
                  <a:pt x="1000000" y="284234"/>
                </a:lnTo>
                <a:lnTo>
                  <a:pt x="1000000" y="284974"/>
                </a:lnTo>
                <a:lnTo>
                  <a:pt x="589341" y="284974"/>
                </a:lnTo>
                <a:close/>
                <a:moveTo>
                  <a:pt x="397" y="284974"/>
                </a:moveTo>
                <a:lnTo>
                  <a:pt x="457724" y="284974"/>
                </a:lnTo>
                <a:lnTo>
                  <a:pt x="457724" y="285714"/>
                </a:lnTo>
                <a:lnTo>
                  <a:pt x="397" y="285714"/>
                </a:lnTo>
                <a:close/>
                <a:moveTo>
                  <a:pt x="586842" y="284974"/>
                </a:moveTo>
                <a:lnTo>
                  <a:pt x="1000000" y="284974"/>
                </a:lnTo>
                <a:lnTo>
                  <a:pt x="1000000" y="285714"/>
                </a:lnTo>
                <a:lnTo>
                  <a:pt x="586842" y="285714"/>
                </a:lnTo>
                <a:close/>
                <a:moveTo>
                  <a:pt x="483131" y="284974"/>
                </a:moveTo>
                <a:lnTo>
                  <a:pt x="563934" y="284974"/>
                </a:lnTo>
                <a:lnTo>
                  <a:pt x="563934" y="285714"/>
                </a:lnTo>
                <a:lnTo>
                  <a:pt x="483131" y="285714"/>
                </a:lnTo>
                <a:close/>
                <a:moveTo>
                  <a:pt x="583927" y="285714"/>
                </a:moveTo>
                <a:lnTo>
                  <a:pt x="1000000" y="285714"/>
                </a:lnTo>
                <a:lnTo>
                  <a:pt x="1000000" y="286454"/>
                </a:lnTo>
                <a:lnTo>
                  <a:pt x="583927" y="286454"/>
                </a:lnTo>
                <a:close/>
                <a:moveTo>
                  <a:pt x="397" y="285714"/>
                </a:moveTo>
                <a:lnTo>
                  <a:pt x="461889" y="285714"/>
                </a:lnTo>
                <a:lnTo>
                  <a:pt x="461889" y="286454"/>
                </a:lnTo>
                <a:lnTo>
                  <a:pt x="397" y="286454"/>
                </a:lnTo>
                <a:close/>
                <a:moveTo>
                  <a:pt x="479799" y="285714"/>
                </a:moveTo>
                <a:lnTo>
                  <a:pt x="567266" y="285714"/>
                </a:lnTo>
                <a:lnTo>
                  <a:pt x="567266" y="286454"/>
                </a:lnTo>
                <a:lnTo>
                  <a:pt x="479799" y="286454"/>
                </a:lnTo>
                <a:close/>
                <a:moveTo>
                  <a:pt x="397" y="286454"/>
                </a:moveTo>
                <a:lnTo>
                  <a:pt x="1000000" y="286454"/>
                </a:lnTo>
                <a:lnTo>
                  <a:pt x="1000000" y="313101"/>
                </a:lnTo>
                <a:lnTo>
                  <a:pt x="397" y="313101"/>
                </a:lnTo>
                <a:close/>
                <a:moveTo>
                  <a:pt x="747199" y="313101"/>
                </a:moveTo>
                <a:lnTo>
                  <a:pt x="779686" y="313101"/>
                </a:lnTo>
                <a:lnTo>
                  <a:pt x="779686" y="313842"/>
                </a:lnTo>
                <a:lnTo>
                  <a:pt x="747199" y="313842"/>
                </a:lnTo>
                <a:close/>
                <a:moveTo>
                  <a:pt x="749698" y="313842"/>
                </a:moveTo>
                <a:lnTo>
                  <a:pt x="779686" y="313842"/>
                </a:lnTo>
                <a:lnTo>
                  <a:pt x="779686" y="314582"/>
                </a:lnTo>
                <a:lnTo>
                  <a:pt x="749698" y="314582"/>
                </a:lnTo>
                <a:close/>
                <a:moveTo>
                  <a:pt x="751780" y="314582"/>
                </a:moveTo>
                <a:lnTo>
                  <a:pt x="779686" y="314582"/>
                </a:lnTo>
                <a:lnTo>
                  <a:pt x="779686" y="315322"/>
                </a:lnTo>
                <a:lnTo>
                  <a:pt x="751780" y="315322"/>
                </a:lnTo>
                <a:close/>
                <a:moveTo>
                  <a:pt x="753446" y="315322"/>
                </a:moveTo>
                <a:lnTo>
                  <a:pt x="779686" y="315322"/>
                </a:lnTo>
                <a:lnTo>
                  <a:pt x="779686" y="316062"/>
                </a:lnTo>
                <a:lnTo>
                  <a:pt x="753446" y="316062"/>
                </a:lnTo>
                <a:close/>
                <a:moveTo>
                  <a:pt x="754696" y="316062"/>
                </a:moveTo>
                <a:lnTo>
                  <a:pt x="779686" y="316062"/>
                </a:lnTo>
                <a:lnTo>
                  <a:pt x="779686" y="316802"/>
                </a:lnTo>
                <a:lnTo>
                  <a:pt x="754696" y="316802"/>
                </a:lnTo>
                <a:close/>
                <a:moveTo>
                  <a:pt x="755945" y="316802"/>
                </a:moveTo>
                <a:lnTo>
                  <a:pt x="779686" y="316802"/>
                </a:lnTo>
                <a:lnTo>
                  <a:pt x="779686" y="317543"/>
                </a:lnTo>
                <a:lnTo>
                  <a:pt x="755945" y="317543"/>
                </a:lnTo>
                <a:close/>
                <a:moveTo>
                  <a:pt x="756778" y="317543"/>
                </a:moveTo>
                <a:lnTo>
                  <a:pt x="779686" y="317543"/>
                </a:lnTo>
                <a:lnTo>
                  <a:pt x="779686" y="318283"/>
                </a:lnTo>
                <a:lnTo>
                  <a:pt x="756778" y="318283"/>
                </a:lnTo>
                <a:close/>
                <a:moveTo>
                  <a:pt x="758028" y="318283"/>
                </a:moveTo>
                <a:lnTo>
                  <a:pt x="779686" y="318283"/>
                </a:lnTo>
                <a:lnTo>
                  <a:pt x="779686" y="319023"/>
                </a:lnTo>
                <a:lnTo>
                  <a:pt x="758028" y="319023"/>
                </a:lnTo>
                <a:close/>
                <a:moveTo>
                  <a:pt x="758861" y="319023"/>
                </a:moveTo>
                <a:lnTo>
                  <a:pt x="779686" y="319023"/>
                </a:lnTo>
                <a:lnTo>
                  <a:pt x="779686" y="319763"/>
                </a:lnTo>
                <a:lnTo>
                  <a:pt x="758861" y="319763"/>
                </a:lnTo>
                <a:close/>
                <a:moveTo>
                  <a:pt x="759694" y="319763"/>
                </a:moveTo>
                <a:lnTo>
                  <a:pt x="779686" y="319763"/>
                </a:lnTo>
                <a:lnTo>
                  <a:pt x="779686" y="320503"/>
                </a:lnTo>
                <a:lnTo>
                  <a:pt x="759694" y="320503"/>
                </a:lnTo>
                <a:close/>
                <a:moveTo>
                  <a:pt x="760110" y="320503"/>
                </a:moveTo>
                <a:lnTo>
                  <a:pt x="779686" y="320503"/>
                </a:lnTo>
                <a:lnTo>
                  <a:pt x="779686" y="321244"/>
                </a:lnTo>
                <a:lnTo>
                  <a:pt x="760110" y="321244"/>
                </a:lnTo>
                <a:close/>
                <a:moveTo>
                  <a:pt x="760943" y="321244"/>
                </a:moveTo>
                <a:lnTo>
                  <a:pt x="779686" y="321244"/>
                </a:lnTo>
                <a:lnTo>
                  <a:pt x="779686" y="321984"/>
                </a:lnTo>
                <a:lnTo>
                  <a:pt x="760943" y="321984"/>
                </a:lnTo>
                <a:close/>
                <a:moveTo>
                  <a:pt x="761360" y="321984"/>
                </a:moveTo>
                <a:lnTo>
                  <a:pt x="779686" y="321984"/>
                </a:lnTo>
                <a:lnTo>
                  <a:pt x="779686" y="322724"/>
                </a:lnTo>
                <a:lnTo>
                  <a:pt x="761360" y="322724"/>
                </a:lnTo>
                <a:close/>
                <a:moveTo>
                  <a:pt x="762193" y="322724"/>
                </a:moveTo>
                <a:lnTo>
                  <a:pt x="779686" y="322724"/>
                </a:lnTo>
                <a:lnTo>
                  <a:pt x="779686" y="323464"/>
                </a:lnTo>
                <a:lnTo>
                  <a:pt x="762193" y="323464"/>
                </a:lnTo>
                <a:close/>
                <a:moveTo>
                  <a:pt x="762609" y="323464"/>
                </a:moveTo>
                <a:lnTo>
                  <a:pt x="779686" y="323464"/>
                </a:lnTo>
                <a:lnTo>
                  <a:pt x="779686" y="324204"/>
                </a:lnTo>
                <a:lnTo>
                  <a:pt x="762609" y="324204"/>
                </a:lnTo>
                <a:close/>
                <a:moveTo>
                  <a:pt x="763026" y="324204"/>
                </a:moveTo>
                <a:lnTo>
                  <a:pt x="779686" y="324204"/>
                </a:lnTo>
                <a:lnTo>
                  <a:pt x="779686" y="324944"/>
                </a:lnTo>
                <a:lnTo>
                  <a:pt x="763026" y="324944"/>
                </a:lnTo>
                <a:close/>
                <a:moveTo>
                  <a:pt x="763859" y="324944"/>
                </a:moveTo>
                <a:lnTo>
                  <a:pt x="779686" y="324944"/>
                </a:lnTo>
                <a:lnTo>
                  <a:pt x="779686" y="325685"/>
                </a:lnTo>
                <a:lnTo>
                  <a:pt x="763859" y="325685"/>
                </a:lnTo>
                <a:close/>
                <a:moveTo>
                  <a:pt x="764275" y="325685"/>
                </a:moveTo>
                <a:lnTo>
                  <a:pt x="779686" y="325685"/>
                </a:lnTo>
                <a:lnTo>
                  <a:pt x="779686" y="326425"/>
                </a:lnTo>
                <a:lnTo>
                  <a:pt x="764275" y="326425"/>
                </a:lnTo>
                <a:close/>
                <a:moveTo>
                  <a:pt x="764692" y="326425"/>
                </a:moveTo>
                <a:lnTo>
                  <a:pt x="779686" y="326425"/>
                </a:lnTo>
                <a:lnTo>
                  <a:pt x="779686" y="327165"/>
                </a:lnTo>
                <a:lnTo>
                  <a:pt x="764692" y="327165"/>
                </a:lnTo>
                <a:close/>
                <a:moveTo>
                  <a:pt x="765108" y="327165"/>
                </a:moveTo>
                <a:lnTo>
                  <a:pt x="779686" y="327165"/>
                </a:lnTo>
                <a:lnTo>
                  <a:pt x="779686" y="327905"/>
                </a:lnTo>
                <a:lnTo>
                  <a:pt x="765108" y="327905"/>
                </a:lnTo>
                <a:close/>
                <a:moveTo>
                  <a:pt x="765525" y="327905"/>
                </a:moveTo>
                <a:lnTo>
                  <a:pt x="779686" y="327905"/>
                </a:lnTo>
                <a:lnTo>
                  <a:pt x="779686" y="328645"/>
                </a:lnTo>
                <a:lnTo>
                  <a:pt x="765525" y="328645"/>
                </a:lnTo>
                <a:close/>
                <a:moveTo>
                  <a:pt x="765941" y="328645"/>
                </a:moveTo>
                <a:lnTo>
                  <a:pt x="779686" y="328645"/>
                </a:lnTo>
                <a:lnTo>
                  <a:pt x="779686" y="329386"/>
                </a:lnTo>
                <a:lnTo>
                  <a:pt x="765941" y="329386"/>
                </a:lnTo>
                <a:close/>
                <a:moveTo>
                  <a:pt x="766358" y="329386"/>
                </a:moveTo>
                <a:lnTo>
                  <a:pt x="779686" y="329386"/>
                </a:lnTo>
                <a:lnTo>
                  <a:pt x="779686" y="330126"/>
                </a:lnTo>
                <a:lnTo>
                  <a:pt x="766358" y="330126"/>
                </a:lnTo>
                <a:close/>
                <a:moveTo>
                  <a:pt x="766775" y="330126"/>
                </a:moveTo>
                <a:lnTo>
                  <a:pt x="779686" y="330126"/>
                </a:lnTo>
                <a:lnTo>
                  <a:pt x="779686" y="331606"/>
                </a:lnTo>
                <a:lnTo>
                  <a:pt x="766775" y="331606"/>
                </a:lnTo>
                <a:close/>
                <a:moveTo>
                  <a:pt x="767191" y="331606"/>
                </a:moveTo>
                <a:lnTo>
                  <a:pt x="779686" y="331606"/>
                </a:lnTo>
                <a:lnTo>
                  <a:pt x="779686" y="332346"/>
                </a:lnTo>
                <a:lnTo>
                  <a:pt x="767191" y="332346"/>
                </a:lnTo>
                <a:close/>
                <a:moveTo>
                  <a:pt x="767608" y="332346"/>
                </a:moveTo>
                <a:lnTo>
                  <a:pt x="779686" y="332346"/>
                </a:lnTo>
                <a:lnTo>
                  <a:pt x="779686" y="333087"/>
                </a:lnTo>
                <a:lnTo>
                  <a:pt x="767608" y="333087"/>
                </a:lnTo>
                <a:close/>
                <a:moveTo>
                  <a:pt x="768024" y="333087"/>
                </a:moveTo>
                <a:lnTo>
                  <a:pt x="779686" y="333087"/>
                </a:lnTo>
                <a:lnTo>
                  <a:pt x="779686" y="334567"/>
                </a:lnTo>
                <a:lnTo>
                  <a:pt x="768024" y="334567"/>
                </a:lnTo>
                <a:close/>
                <a:moveTo>
                  <a:pt x="768441" y="334567"/>
                </a:moveTo>
                <a:lnTo>
                  <a:pt x="779686" y="334567"/>
                </a:lnTo>
                <a:lnTo>
                  <a:pt x="779686" y="335307"/>
                </a:lnTo>
                <a:lnTo>
                  <a:pt x="768441" y="335307"/>
                </a:lnTo>
                <a:close/>
                <a:moveTo>
                  <a:pt x="768857" y="335307"/>
                </a:moveTo>
                <a:lnTo>
                  <a:pt x="779686" y="335307"/>
                </a:lnTo>
                <a:lnTo>
                  <a:pt x="779686" y="336788"/>
                </a:lnTo>
                <a:lnTo>
                  <a:pt x="768857" y="336788"/>
                </a:lnTo>
                <a:close/>
                <a:moveTo>
                  <a:pt x="397" y="313101"/>
                </a:moveTo>
                <a:lnTo>
                  <a:pt x="688887" y="313101"/>
                </a:lnTo>
                <a:lnTo>
                  <a:pt x="688887" y="336788"/>
                </a:lnTo>
                <a:lnTo>
                  <a:pt x="397" y="336788"/>
                </a:lnTo>
                <a:close/>
                <a:moveTo>
                  <a:pt x="397" y="336788"/>
                </a:moveTo>
                <a:lnTo>
                  <a:pt x="261132" y="336788"/>
                </a:lnTo>
                <a:lnTo>
                  <a:pt x="261132" y="337528"/>
                </a:lnTo>
                <a:lnTo>
                  <a:pt x="397" y="337528"/>
                </a:lnTo>
                <a:close/>
                <a:moveTo>
                  <a:pt x="272377" y="336788"/>
                </a:moveTo>
                <a:lnTo>
                  <a:pt x="688887" y="336788"/>
                </a:lnTo>
                <a:lnTo>
                  <a:pt x="688887" y="337528"/>
                </a:lnTo>
                <a:lnTo>
                  <a:pt x="272377" y="337528"/>
                </a:lnTo>
                <a:close/>
                <a:moveTo>
                  <a:pt x="397" y="337528"/>
                </a:moveTo>
                <a:lnTo>
                  <a:pt x="259049" y="337528"/>
                </a:lnTo>
                <a:lnTo>
                  <a:pt x="259049" y="338268"/>
                </a:lnTo>
                <a:lnTo>
                  <a:pt x="397" y="338268"/>
                </a:lnTo>
                <a:close/>
                <a:moveTo>
                  <a:pt x="274460" y="337528"/>
                </a:moveTo>
                <a:lnTo>
                  <a:pt x="688887" y="337528"/>
                </a:lnTo>
                <a:lnTo>
                  <a:pt x="688887" y="338268"/>
                </a:lnTo>
                <a:lnTo>
                  <a:pt x="274460" y="338268"/>
                </a:lnTo>
                <a:close/>
                <a:moveTo>
                  <a:pt x="769274" y="336788"/>
                </a:moveTo>
                <a:lnTo>
                  <a:pt x="779686" y="336788"/>
                </a:lnTo>
                <a:lnTo>
                  <a:pt x="779686" y="338268"/>
                </a:lnTo>
                <a:lnTo>
                  <a:pt x="769274" y="338268"/>
                </a:lnTo>
                <a:close/>
                <a:moveTo>
                  <a:pt x="188242" y="338268"/>
                </a:moveTo>
                <a:lnTo>
                  <a:pt x="200321" y="338268"/>
                </a:lnTo>
                <a:lnTo>
                  <a:pt x="200321" y="339008"/>
                </a:lnTo>
                <a:lnTo>
                  <a:pt x="188242" y="339008"/>
                </a:lnTo>
                <a:close/>
                <a:moveTo>
                  <a:pt x="275709" y="338268"/>
                </a:moveTo>
                <a:lnTo>
                  <a:pt x="688887" y="338268"/>
                </a:lnTo>
                <a:lnTo>
                  <a:pt x="688887" y="339008"/>
                </a:lnTo>
                <a:lnTo>
                  <a:pt x="275709" y="339008"/>
                </a:lnTo>
                <a:close/>
                <a:moveTo>
                  <a:pt x="247803" y="338268"/>
                </a:moveTo>
                <a:lnTo>
                  <a:pt x="257800" y="338268"/>
                </a:lnTo>
                <a:lnTo>
                  <a:pt x="257800" y="339008"/>
                </a:lnTo>
                <a:lnTo>
                  <a:pt x="247803" y="339008"/>
                </a:lnTo>
                <a:close/>
                <a:moveTo>
                  <a:pt x="189908" y="339008"/>
                </a:moveTo>
                <a:lnTo>
                  <a:pt x="200321" y="339008"/>
                </a:lnTo>
                <a:lnTo>
                  <a:pt x="200321" y="339748"/>
                </a:lnTo>
                <a:lnTo>
                  <a:pt x="189908" y="339748"/>
                </a:lnTo>
                <a:close/>
                <a:moveTo>
                  <a:pt x="276959" y="339008"/>
                </a:moveTo>
                <a:lnTo>
                  <a:pt x="688887" y="339008"/>
                </a:lnTo>
                <a:lnTo>
                  <a:pt x="688887" y="339748"/>
                </a:lnTo>
                <a:lnTo>
                  <a:pt x="276959" y="339748"/>
                </a:lnTo>
                <a:close/>
                <a:moveTo>
                  <a:pt x="769690" y="338268"/>
                </a:moveTo>
                <a:lnTo>
                  <a:pt x="779686" y="338268"/>
                </a:lnTo>
                <a:lnTo>
                  <a:pt x="779686" y="339748"/>
                </a:lnTo>
                <a:lnTo>
                  <a:pt x="769690" y="339748"/>
                </a:lnTo>
                <a:close/>
                <a:moveTo>
                  <a:pt x="247803" y="339008"/>
                </a:moveTo>
                <a:lnTo>
                  <a:pt x="256550" y="339008"/>
                </a:lnTo>
                <a:lnTo>
                  <a:pt x="256550" y="339748"/>
                </a:lnTo>
                <a:lnTo>
                  <a:pt x="247803" y="339748"/>
                </a:lnTo>
                <a:close/>
                <a:moveTo>
                  <a:pt x="247803" y="339748"/>
                </a:moveTo>
                <a:lnTo>
                  <a:pt x="255717" y="339748"/>
                </a:lnTo>
                <a:lnTo>
                  <a:pt x="255717" y="340489"/>
                </a:lnTo>
                <a:lnTo>
                  <a:pt x="247803" y="340489"/>
                </a:lnTo>
                <a:close/>
                <a:moveTo>
                  <a:pt x="191158" y="339748"/>
                </a:moveTo>
                <a:lnTo>
                  <a:pt x="200321" y="339748"/>
                </a:lnTo>
                <a:lnTo>
                  <a:pt x="200321" y="340489"/>
                </a:lnTo>
                <a:lnTo>
                  <a:pt x="191158" y="340489"/>
                </a:lnTo>
                <a:close/>
                <a:moveTo>
                  <a:pt x="277792" y="339748"/>
                </a:moveTo>
                <a:lnTo>
                  <a:pt x="688887" y="339748"/>
                </a:lnTo>
                <a:lnTo>
                  <a:pt x="688887" y="340489"/>
                </a:lnTo>
                <a:lnTo>
                  <a:pt x="277792" y="340489"/>
                </a:lnTo>
                <a:close/>
                <a:moveTo>
                  <a:pt x="278209" y="340489"/>
                </a:moveTo>
                <a:lnTo>
                  <a:pt x="688887" y="340489"/>
                </a:lnTo>
                <a:lnTo>
                  <a:pt x="688887" y="341229"/>
                </a:lnTo>
                <a:lnTo>
                  <a:pt x="278209" y="341229"/>
                </a:lnTo>
                <a:close/>
                <a:moveTo>
                  <a:pt x="770107" y="339748"/>
                </a:moveTo>
                <a:lnTo>
                  <a:pt x="779686" y="339748"/>
                </a:lnTo>
                <a:lnTo>
                  <a:pt x="779686" y="341229"/>
                </a:lnTo>
                <a:lnTo>
                  <a:pt x="770107" y="341229"/>
                </a:lnTo>
                <a:close/>
                <a:moveTo>
                  <a:pt x="192408" y="340489"/>
                </a:moveTo>
                <a:lnTo>
                  <a:pt x="200321" y="340489"/>
                </a:lnTo>
                <a:lnTo>
                  <a:pt x="200321" y="341229"/>
                </a:lnTo>
                <a:lnTo>
                  <a:pt x="192408" y="341229"/>
                </a:lnTo>
                <a:close/>
                <a:moveTo>
                  <a:pt x="247803" y="340489"/>
                </a:moveTo>
                <a:lnTo>
                  <a:pt x="255300" y="340489"/>
                </a:lnTo>
                <a:lnTo>
                  <a:pt x="255300" y="341229"/>
                </a:lnTo>
                <a:lnTo>
                  <a:pt x="247803" y="341229"/>
                </a:lnTo>
                <a:close/>
                <a:moveTo>
                  <a:pt x="279042" y="341229"/>
                </a:moveTo>
                <a:lnTo>
                  <a:pt x="688887" y="341229"/>
                </a:lnTo>
                <a:lnTo>
                  <a:pt x="688887" y="341969"/>
                </a:lnTo>
                <a:lnTo>
                  <a:pt x="279042" y="341969"/>
                </a:lnTo>
                <a:close/>
                <a:moveTo>
                  <a:pt x="192824" y="341229"/>
                </a:moveTo>
                <a:lnTo>
                  <a:pt x="200321" y="341229"/>
                </a:lnTo>
                <a:lnTo>
                  <a:pt x="200321" y="341969"/>
                </a:lnTo>
                <a:lnTo>
                  <a:pt x="192824" y="341969"/>
                </a:lnTo>
                <a:close/>
                <a:moveTo>
                  <a:pt x="247803" y="341229"/>
                </a:moveTo>
                <a:lnTo>
                  <a:pt x="254467" y="341229"/>
                </a:lnTo>
                <a:lnTo>
                  <a:pt x="254467" y="341969"/>
                </a:lnTo>
                <a:lnTo>
                  <a:pt x="247803" y="341969"/>
                </a:lnTo>
                <a:close/>
                <a:moveTo>
                  <a:pt x="770523" y="341229"/>
                </a:moveTo>
                <a:lnTo>
                  <a:pt x="779686" y="341229"/>
                </a:lnTo>
                <a:lnTo>
                  <a:pt x="779686" y="342709"/>
                </a:lnTo>
                <a:lnTo>
                  <a:pt x="770523" y="342709"/>
                </a:lnTo>
                <a:close/>
                <a:moveTo>
                  <a:pt x="247803" y="341969"/>
                </a:moveTo>
                <a:lnTo>
                  <a:pt x="254051" y="341969"/>
                </a:lnTo>
                <a:lnTo>
                  <a:pt x="254051" y="342709"/>
                </a:lnTo>
                <a:lnTo>
                  <a:pt x="247803" y="342709"/>
                </a:lnTo>
                <a:close/>
                <a:moveTo>
                  <a:pt x="279458" y="341969"/>
                </a:moveTo>
                <a:lnTo>
                  <a:pt x="688887" y="341969"/>
                </a:lnTo>
                <a:lnTo>
                  <a:pt x="688887" y="342709"/>
                </a:lnTo>
                <a:lnTo>
                  <a:pt x="279458" y="342709"/>
                </a:lnTo>
                <a:close/>
                <a:moveTo>
                  <a:pt x="193657" y="341969"/>
                </a:moveTo>
                <a:lnTo>
                  <a:pt x="200321" y="341969"/>
                </a:lnTo>
                <a:lnTo>
                  <a:pt x="200321" y="342709"/>
                </a:lnTo>
                <a:lnTo>
                  <a:pt x="193657" y="342709"/>
                </a:lnTo>
                <a:close/>
                <a:moveTo>
                  <a:pt x="194074" y="342709"/>
                </a:moveTo>
                <a:lnTo>
                  <a:pt x="200321" y="342709"/>
                </a:lnTo>
                <a:lnTo>
                  <a:pt x="200321" y="343449"/>
                </a:lnTo>
                <a:lnTo>
                  <a:pt x="194074" y="343449"/>
                </a:lnTo>
                <a:close/>
                <a:moveTo>
                  <a:pt x="279875" y="342709"/>
                </a:moveTo>
                <a:lnTo>
                  <a:pt x="688887" y="342709"/>
                </a:lnTo>
                <a:lnTo>
                  <a:pt x="688887" y="343449"/>
                </a:lnTo>
                <a:lnTo>
                  <a:pt x="279875" y="343449"/>
                </a:lnTo>
                <a:close/>
                <a:moveTo>
                  <a:pt x="247803" y="342709"/>
                </a:moveTo>
                <a:lnTo>
                  <a:pt x="253218" y="342709"/>
                </a:lnTo>
                <a:lnTo>
                  <a:pt x="253218" y="343449"/>
                </a:lnTo>
                <a:lnTo>
                  <a:pt x="247803" y="343449"/>
                </a:lnTo>
                <a:close/>
                <a:moveTo>
                  <a:pt x="770940" y="342709"/>
                </a:moveTo>
                <a:lnTo>
                  <a:pt x="779686" y="342709"/>
                </a:lnTo>
                <a:lnTo>
                  <a:pt x="779686" y="344189"/>
                </a:lnTo>
                <a:lnTo>
                  <a:pt x="770940" y="344189"/>
                </a:lnTo>
                <a:close/>
                <a:moveTo>
                  <a:pt x="194490" y="343449"/>
                </a:moveTo>
                <a:lnTo>
                  <a:pt x="200321" y="343449"/>
                </a:lnTo>
                <a:lnTo>
                  <a:pt x="200321" y="344189"/>
                </a:lnTo>
                <a:lnTo>
                  <a:pt x="194490" y="344189"/>
                </a:lnTo>
                <a:close/>
                <a:moveTo>
                  <a:pt x="247803" y="343449"/>
                </a:moveTo>
                <a:lnTo>
                  <a:pt x="252801" y="343449"/>
                </a:lnTo>
                <a:lnTo>
                  <a:pt x="252801" y="344189"/>
                </a:lnTo>
                <a:lnTo>
                  <a:pt x="247803" y="344189"/>
                </a:lnTo>
                <a:close/>
                <a:moveTo>
                  <a:pt x="280708" y="343449"/>
                </a:moveTo>
                <a:lnTo>
                  <a:pt x="688887" y="343449"/>
                </a:lnTo>
                <a:lnTo>
                  <a:pt x="688887" y="344930"/>
                </a:lnTo>
                <a:lnTo>
                  <a:pt x="280708" y="344930"/>
                </a:lnTo>
                <a:close/>
                <a:moveTo>
                  <a:pt x="247803" y="344189"/>
                </a:moveTo>
                <a:lnTo>
                  <a:pt x="252385" y="344189"/>
                </a:lnTo>
                <a:lnTo>
                  <a:pt x="252385" y="344930"/>
                </a:lnTo>
                <a:lnTo>
                  <a:pt x="247803" y="344930"/>
                </a:lnTo>
                <a:close/>
                <a:moveTo>
                  <a:pt x="194907" y="344189"/>
                </a:moveTo>
                <a:lnTo>
                  <a:pt x="200321" y="344189"/>
                </a:lnTo>
                <a:lnTo>
                  <a:pt x="200321" y="344930"/>
                </a:lnTo>
                <a:lnTo>
                  <a:pt x="194907" y="344930"/>
                </a:lnTo>
                <a:close/>
                <a:moveTo>
                  <a:pt x="281124" y="344930"/>
                </a:moveTo>
                <a:lnTo>
                  <a:pt x="688887" y="344930"/>
                </a:lnTo>
                <a:lnTo>
                  <a:pt x="688887" y="345670"/>
                </a:lnTo>
                <a:lnTo>
                  <a:pt x="281124" y="345670"/>
                </a:lnTo>
                <a:close/>
                <a:moveTo>
                  <a:pt x="195323" y="344930"/>
                </a:moveTo>
                <a:lnTo>
                  <a:pt x="200321" y="344930"/>
                </a:lnTo>
                <a:lnTo>
                  <a:pt x="200321" y="345670"/>
                </a:lnTo>
                <a:lnTo>
                  <a:pt x="195323" y="345670"/>
                </a:lnTo>
                <a:close/>
                <a:moveTo>
                  <a:pt x="247803" y="344930"/>
                </a:moveTo>
                <a:lnTo>
                  <a:pt x="251968" y="344930"/>
                </a:lnTo>
                <a:lnTo>
                  <a:pt x="251968" y="346410"/>
                </a:lnTo>
                <a:lnTo>
                  <a:pt x="247803" y="346410"/>
                </a:lnTo>
                <a:close/>
                <a:moveTo>
                  <a:pt x="771356" y="344189"/>
                </a:moveTo>
                <a:lnTo>
                  <a:pt x="779686" y="344189"/>
                </a:lnTo>
                <a:lnTo>
                  <a:pt x="779686" y="346410"/>
                </a:lnTo>
                <a:lnTo>
                  <a:pt x="771356" y="346410"/>
                </a:lnTo>
                <a:close/>
                <a:moveTo>
                  <a:pt x="281541" y="345670"/>
                </a:moveTo>
                <a:lnTo>
                  <a:pt x="688887" y="345670"/>
                </a:lnTo>
                <a:lnTo>
                  <a:pt x="688887" y="346410"/>
                </a:lnTo>
                <a:lnTo>
                  <a:pt x="281541" y="346410"/>
                </a:lnTo>
                <a:close/>
                <a:moveTo>
                  <a:pt x="247803" y="346410"/>
                </a:moveTo>
                <a:lnTo>
                  <a:pt x="251552" y="346410"/>
                </a:lnTo>
                <a:lnTo>
                  <a:pt x="251552" y="347150"/>
                </a:lnTo>
                <a:lnTo>
                  <a:pt x="247803" y="347150"/>
                </a:lnTo>
                <a:close/>
                <a:moveTo>
                  <a:pt x="195740" y="345670"/>
                </a:moveTo>
                <a:lnTo>
                  <a:pt x="200321" y="345670"/>
                </a:lnTo>
                <a:lnTo>
                  <a:pt x="200321" y="347150"/>
                </a:lnTo>
                <a:lnTo>
                  <a:pt x="195740" y="347150"/>
                </a:lnTo>
                <a:close/>
                <a:moveTo>
                  <a:pt x="281957" y="346410"/>
                </a:moveTo>
                <a:lnTo>
                  <a:pt x="688887" y="346410"/>
                </a:lnTo>
                <a:lnTo>
                  <a:pt x="688887" y="347890"/>
                </a:lnTo>
                <a:lnTo>
                  <a:pt x="281957" y="347890"/>
                </a:lnTo>
                <a:close/>
                <a:moveTo>
                  <a:pt x="247803" y="347150"/>
                </a:moveTo>
                <a:lnTo>
                  <a:pt x="251135" y="347150"/>
                </a:lnTo>
                <a:lnTo>
                  <a:pt x="251135" y="348631"/>
                </a:lnTo>
                <a:lnTo>
                  <a:pt x="247803" y="348631"/>
                </a:lnTo>
                <a:close/>
                <a:moveTo>
                  <a:pt x="196156" y="347150"/>
                </a:moveTo>
                <a:lnTo>
                  <a:pt x="200321" y="347150"/>
                </a:lnTo>
                <a:lnTo>
                  <a:pt x="200321" y="348631"/>
                </a:lnTo>
                <a:lnTo>
                  <a:pt x="196156" y="348631"/>
                </a:lnTo>
                <a:close/>
                <a:moveTo>
                  <a:pt x="247803" y="348631"/>
                </a:moveTo>
                <a:lnTo>
                  <a:pt x="250719" y="348631"/>
                </a:lnTo>
                <a:lnTo>
                  <a:pt x="250719" y="349371"/>
                </a:lnTo>
                <a:lnTo>
                  <a:pt x="247803" y="349371"/>
                </a:lnTo>
                <a:close/>
                <a:moveTo>
                  <a:pt x="771773" y="346410"/>
                </a:moveTo>
                <a:lnTo>
                  <a:pt x="779686" y="346410"/>
                </a:lnTo>
                <a:lnTo>
                  <a:pt x="779686" y="349371"/>
                </a:lnTo>
                <a:lnTo>
                  <a:pt x="771773" y="349371"/>
                </a:lnTo>
                <a:close/>
                <a:moveTo>
                  <a:pt x="282374" y="347890"/>
                </a:moveTo>
                <a:lnTo>
                  <a:pt x="688887" y="347890"/>
                </a:lnTo>
                <a:lnTo>
                  <a:pt x="688887" y="349371"/>
                </a:lnTo>
                <a:lnTo>
                  <a:pt x="282374" y="349371"/>
                </a:lnTo>
                <a:close/>
                <a:moveTo>
                  <a:pt x="196573" y="348631"/>
                </a:moveTo>
                <a:lnTo>
                  <a:pt x="200321" y="348631"/>
                </a:lnTo>
                <a:lnTo>
                  <a:pt x="200321" y="350111"/>
                </a:lnTo>
                <a:lnTo>
                  <a:pt x="196573" y="350111"/>
                </a:lnTo>
                <a:close/>
                <a:moveTo>
                  <a:pt x="282790" y="349371"/>
                </a:moveTo>
                <a:lnTo>
                  <a:pt x="688887" y="349371"/>
                </a:lnTo>
                <a:lnTo>
                  <a:pt x="688887" y="350851"/>
                </a:lnTo>
                <a:lnTo>
                  <a:pt x="282790" y="350851"/>
                </a:lnTo>
                <a:close/>
                <a:moveTo>
                  <a:pt x="263631" y="350851"/>
                </a:moveTo>
                <a:lnTo>
                  <a:pt x="268212" y="350851"/>
                </a:lnTo>
                <a:lnTo>
                  <a:pt x="268212" y="351591"/>
                </a:lnTo>
                <a:lnTo>
                  <a:pt x="263631" y="351591"/>
                </a:lnTo>
                <a:close/>
                <a:moveTo>
                  <a:pt x="772189" y="349371"/>
                </a:moveTo>
                <a:lnTo>
                  <a:pt x="779686" y="349371"/>
                </a:lnTo>
                <a:lnTo>
                  <a:pt x="779686" y="351591"/>
                </a:lnTo>
                <a:lnTo>
                  <a:pt x="772189" y="351591"/>
                </a:lnTo>
                <a:close/>
                <a:moveTo>
                  <a:pt x="247803" y="349371"/>
                </a:moveTo>
                <a:lnTo>
                  <a:pt x="250302" y="349371"/>
                </a:lnTo>
                <a:lnTo>
                  <a:pt x="250302" y="351591"/>
                </a:lnTo>
                <a:lnTo>
                  <a:pt x="247803" y="351591"/>
                </a:lnTo>
                <a:close/>
                <a:moveTo>
                  <a:pt x="234892" y="338268"/>
                </a:moveTo>
                <a:lnTo>
                  <a:pt x="236141" y="338268"/>
                </a:lnTo>
                <a:lnTo>
                  <a:pt x="236141" y="351591"/>
                </a:lnTo>
                <a:lnTo>
                  <a:pt x="234892" y="351591"/>
                </a:lnTo>
                <a:close/>
                <a:moveTo>
                  <a:pt x="196989" y="350111"/>
                </a:moveTo>
                <a:lnTo>
                  <a:pt x="200321" y="350111"/>
                </a:lnTo>
                <a:lnTo>
                  <a:pt x="200321" y="352332"/>
                </a:lnTo>
                <a:lnTo>
                  <a:pt x="196989" y="352332"/>
                </a:lnTo>
                <a:close/>
                <a:moveTo>
                  <a:pt x="262798" y="351591"/>
                </a:moveTo>
                <a:lnTo>
                  <a:pt x="269045" y="351591"/>
                </a:lnTo>
                <a:lnTo>
                  <a:pt x="269045" y="352332"/>
                </a:lnTo>
                <a:lnTo>
                  <a:pt x="262798" y="352332"/>
                </a:lnTo>
                <a:close/>
                <a:moveTo>
                  <a:pt x="262381" y="352332"/>
                </a:moveTo>
                <a:lnTo>
                  <a:pt x="269878" y="352332"/>
                </a:lnTo>
                <a:lnTo>
                  <a:pt x="269878" y="353072"/>
                </a:lnTo>
                <a:lnTo>
                  <a:pt x="262381" y="353072"/>
                </a:lnTo>
                <a:close/>
                <a:moveTo>
                  <a:pt x="283207" y="350851"/>
                </a:moveTo>
                <a:lnTo>
                  <a:pt x="688887" y="350851"/>
                </a:lnTo>
                <a:lnTo>
                  <a:pt x="688887" y="353072"/>
                </a:lnTo>
                <a:lnTo>
                  <a:pt x="283207" y="353072"/>
                </a:lnTo>
                <a:close/>
                <a:moveTo>
                  <a:pt x="861739" y="313101"/>
                </a:moveTo>
                <a:lnTo>
                  <a:pt x="862988" y="313101"/>
                </a:lnTo>
                <a:lnTo>
                  <a:pt x="862988" y="353072"/>
                </a:lnTo>
                <a:lnTo>
                  <a:pt x="861739" y="353072"/>
                </a:lnTo>
                <a:close/>
                <a:moveTo>
                  <a:pt x="247803" y="351591"/>
                </a:moveTo>
                <a:lnTo>
                  <a:pt x="249886" y="351591"/>
                </a:lnTo>
                <a:lnTo>
                  <a:pt x="249886" y="353072"/>
                </a:lnTo>
                <a:lnTo>
                  <a:pt x="247803" y="353072"/>
                </a:lnTo>
                <a:close/>
                <a:moveTo>
                  <a:pt x="261965" y="353072"/>
                </a:moveTo>
                <a:lnTo>
                  <a:pt x="270295" y="353072"/>
                </a:lnTo>
                <a:lnTo>
                  <a:pt x="270295" y="353812"/>
                </a:lnTo>
                <a:lnTo>
                  <a:pt x="261965" y="353812"/>
                </a:lnTo>
                <a:close/>
                <a:moveTo>
                  <a:pt x="234892" y="351591"/>
                </a:moveTo>
                <a:lnTo>
                  <a:pt x="236558" y="351591"/>
                </a:lnTo>
                <a:lnTo>
                  <a:pt x="236558" y="353812"/>
                </a:lnTo>
                <a:lnTo>
                  <a:pt x="234892" y="353812"/>
                </a:lnTo>
                <a:close/>
                <a:moveTo>
                  <a:pt x="157004" y="338268"/>
                </a:moveTo>
                <a:lnTo>
                  <a:pt x="160336" y="338268"/>
                </a:lnTo>
                <a:lnTo>
                  <a:pt x="160336" y="353812"/>
                </a:lnTo>
                <a:lnTo>
                  <a:pt x="157004" y="353812"/>
                </a:lnTo>
                <a:close/>
                <a:moveTo>
                  <a:pt x="247387" y="353072"/>
                </a:moveTo>
                <a:lnTo>
                  <a:pt x="249886" y="353072"/>
                </a:lnTo>
                <a:lnTo>
                  <a:pt x="249886" y="353812"/>
                </a:lnTo>
                <a:lnTo>
                  <a:pt x="247387" y="353812"/>
                </a:lnTo>
                <a:close/>
                <a:moveTo>
                  <a:pt x="213650" y="353812"/>
                </a:moveTo>
                <a:lnTo>
                  <a:pt x="236558" y="353812"/>
                </a:lnTo>
                <a:lnTo>
                  <a:pt x="236558" y="354552"/>
                </a:lnTo>
                <a:lnTo>
                  <a:pt x="213650" y="354552"/>
                </a:lnTo>
                <a:close/>
                <a:moveTo>
                  <a:pt x="261548" y="353812"/>
                </a:moveTo>
                <a:lnTo>
                  <a:pt x="270711" y="353812"/>
                </a:lnTo>
                <a:lnTo>
                  <a:pt x="270711" y="355292"/>
                </a:lnTo>
                <a:lnTo>
                  <a:pt x="261548" y="355292"/>
                </a:lnTo>
                <a:close/>
                <a:moveTo>
                  <a:pt x="772606" y="351591"/>
                </a:moveTo>
                <a:lnTo>
                  <a:pt x="779686" y="351591"/>
                </a:lnTo>
                <a:lnTo>
                  <a:pt x="779686" y="355292"/>
                </a:lnTo>
                <a:lnTo>
                  <a:pt x="772606" y="355292"/>
                </a:lnTo>
                <a:close/>
                <a:moveTo>
                  <a:pt x="77451" y="338268"/>
                </a:moveTo>
                <a:lnTo>
                  <a:pt x="79117" y="338268"/>
                </a:lnTo>
                <a:lnTo>
                  <a:pt x="79117" y="356033"/>
                </a:lnTo>
                <a:lnTo>
                  <a:pt x="77451" y="356033"/>
                </a:lnTo>
                <a:close/>
                <a:moveTo>
                  <a:pt x="283623" y="353072"/>
                </a:moveTo>
                <a:lnTo>
                  <a:pt x="688887" y="353072"/>
                </a:lnTo>
                <a:lnTo>
                  <a:pt x="688887" y="356033"/>
                </a:lnTo>
                <a:lnTo>
                  <a:pt x="283623" y="356033"/>
                </a:lnTo>
                <a:close/>
                <a:moveTo>
                  <a:pt x="397" y="338268"/>
                </a:moveTo>
                <a:lnTo>
                  <a:pt x="38715" y="338268"/>
                </a:lnTo>
                <a:lnTo>
                  <a:pt x="38715" y="356033"/>
                </a:lnTo>
                <a:lnTo>
                  <a:pt x="397" y="356033"/>
                </a:lnTo>
                <a:close/>
                <a:moveTo>
                  <a:pt x="247387" y="353812"/>
                </a:moveTo>
                <a:lnTo>
                  <a:pt x="249469" y="353812"/>
                </a:lnTo>
                <a:lnTo>
                  <a:pt x="249469" y="356773"/>
                </a:lnTo>
                <a:lnTo>
                  <a:pt x="247387" y="356773"/>
                </a:lnTo>
                <a:close/>
                <a:moveTo>
                  <a:pt x="261548" y="355292"/>
                </a:moveTo>
                <a:lnTo>
                  <a:pt x="271128" y="355292"/>
                </a:lnTo>
                <a:lnTo>
                  <a:pt x="271128" y="356773"/>
                </a:lnTo>
                <a:lnTo>
                  <a:pt x="261548" y="356773"/>
                </a:lnTo>
                <a:close/>
                <a:moveTo>
                  <a:pt x="261548" y="356773"/>
                </a:moveTo>
                <a:lnTo>
                  <a:pt x="271544" y="356773"/>
                </a:lnTo>
                <a:lnTo>
                  <a:pt x="271544" y="357513"/>
                </a:lnTo>
                <a:lnTo>
                  <a:pt x="261548" y="357513"/>
                </a:lnTo>
                <a:close/>
                <a:moveTo>
                  <a:pt x="213650" y="354552"/>
                </a:moveTo>
                <a:lnTo>
                  <a:pt x="236974" y="354552"/>
                </a:lnTo>
                <a:lnTo>
                  <a:pt x="236974" y="358253"/>
                </a:lnTo>
                <a:lnTo>
                  <a:pt x="213650" y="358253"/>
                </a:lnTo>
                <a:close/>
                <a:moveTo>
                  <a:pt x="261965" y="357513"/>
                </a:moveTo>
                <a:lnTo>
                  <a:pt x="271544" y="357513"/>
                </a:lnTo>
                <a:lnTo>
                  <a:pt x="271544" y="358253"/>
                </a:lnTo>
                <a:lnTo>
                  <a:pt x="261965" y="358253"/>
                </a:lnTo>
                <a:close/>
                <a:moveTo>
                  <a:pt x="956286" y="313101"/>
                </a:moveTo>
                <a:lnTo>
                  <a:pt x="1000000" y="313101"/>
                </a:lnTo>
                <a:lnTo>
                  <a:pt x="1000000" y="358993"/>
                </a:lnTo>
                <a:lnTo>
                  <a:pt x="956286" y="358993"/>
                </a:lnTo>
                <a:close/>
                <a:moveTo>
                  <a:pt x="810508" y="353072"/>
                </a:moveTo>
                <a:lnTo>
                  <a:pt x="862988" y="353072"/>
                </a:lnTo>
                <a:lnTo>
                  <a:pt x="862988" y="358993"/>
                </a:lnTo>
                <a:lnTo>
                  <a:pt x="810508" y="358993"/>
                </a:lnTo>
                <a:close/>
                <a:moveTo>
                  <a:pt x="262381" y="358253"/>
                </a:moveTo>
                <a:lnTo>
                  <a:pt x="271544" y="358253"/>
                </a:lnTo>
                <a:lnTo>
                  <a:pt x="271544" y="358993"/>
                </a:lnTo>
                <a:lnTo>
                  <a:pt x="262381" y="358993"/>
                </a:lnTo>
                <a:close/>
                <a:moveTo>
                  <a:pt x="284040" y="356033"/>
                </a:moveTo>
                <a:lnTo>
                  <a:pt x="688887" y="356033"/>
                </a:lnTo>
                <a:lnTo>
                  <a:pt x="688887" y="358993"/>
                </a:lnTo>
                <a:lnTo>
                  <a:pt x="284040" y="358993"/>
                </a:lnTo>
                <a:close/>
                <a:moveTo>
                  <a:pt x="262798" y="358993"/>
                </a:moveTo>
                <a:lnTo>
                  <a:pt x="271544" y="358993"/>
                </a:lnTo>
                <a:lnTo>
                  <a:pt x="271544" y="359734"/>
                </a:lnTo>
                <a:lnTo>
                  <a:pt x="262798" y="359734"/>
                </a:lnTo>
                <a:close/>
                <a:moveTo>
                  <a:pt x="279042" y="358993"/>
                </a:moveTo>
                <a:lnTo>
                  <a:pt x="688887" y="358993"/>
                </a:lnTo>
                <a:lnTo>
                  <a:pt x="688887" y="359734"/>
                </a:lnTo>
                <a:lnTo>
                  <a:pt x="279042" y="359734"/>
                </a:lnTo>
                <a:close/>
                <a:moveTo>
                  <a:pt x="773022" y="355292"/>
                </a:moveTo>
                <a:lnTo>
                  <a:pt x="779686" y="355292"/>
                </a:lnTo>
                <a:lnTo>
                  <a:pt x="779686" y="360474"/>
                </a:lnTo>
                <a:lnTo>
                  <a:pt x="773022" y="360474"/>
                </a:lnTo>
                <a:close/>
                <a:moveTo>
                  <a:pt x="263631" y="359734"/>
                </a:moveTo>
                <a:lnTo>
                  <a:pt x="688887" y="359734"/>
                </a:lnTo>
                <a:lnTo>
                  <a:pt x="688887" y="360474"/>
                </a:lnTo>
                <a:lnTo>
                  <a:pt x="263631" y="360474"/>
                </a:lnTo>
                <a:close/>
                <a:moveTo>
                  <a:pt x="246970" y="356773"/>
                </a:moveTo>
                <a:lnTo>
                  <a:pt x="249469" y="356773"/>
                </a:lnTo>
                <a:lnTo>
                  <a:pt x="249469" y="360474"/>
                </a:lnTo>
                <a:lnTo>
                  <a:pt x="246970" y="360474"/>
                </a:lnTo>
                <a:close/>
                <a:moveTo>
                  <a:pt x="213650" y="358253"/>
                </a:moveTo>
                <a:lnTo>
                  <a:pt x="237391" y="358253"/>
                </a:lnTo>
                <a:lnTo>
                  <a:pt x="237391" y="361214"/>
                </a:lnTo>
                <a:lnTo>
                  <a:pt x="213650" y="361214"/>
                </a:lnTo>
                <a:close/>
                <a:moveTo>
                  <a:pt x="265297" y="360474"/>
                </a:moveTo>
                <a:lnTo>
                  <a:pt x="688887" y="360474"/>
                </a:lnTo>
                <a:lnTo>
                  <a:pt x="688887" y="361214"/>
                </a:lnTo>
                <a:lnTo>
                  <a:pt x="265297" y="361214"/>
                </a:lnTo>
                <a:close/>
                <a:moveTo>
                  <a:pt x="266963" y="361214"/>
                </a:moveTo>
                <a:lnTo>
                  <a:pt x="688887" y="361214"/>
                </a:lnTo>
                <a:lnTo>
                  <a:pt x="688887" y="361954"/>
                </a:lnTo>
                <a:lnTo>
                  <a:pt x="266963" y="361954"/>
                </a:lnTo>
                <a:close/>
                <a:moveTo>
                  <a:pt x="268629" y="361954"/>
                </a:moveTo>
                <a:lnTo>
                  <a:pt x="688887" y="361954"/>
                </a:lnTo>
                <a:lnTo>
                  <a:pt x="688887" y="362694"/>
                </a:lnTo>
                <a:lnTo>
                  <a:pt x="268629" y="362694"/>
                </a:lnTo>
                <a:close/>
                <a:moveTo>
                  <a:pt x="246554" y="360474"/>
                </a:moveTo>
                <a:lnTo>
                  <a:pt x="249469" y="360474"/>
                </a:lnTo>
                <a:lnTo>
                  <a:pt x="249469" y="362694"/>
                </a:lnTo>
                <a:lnTo>
                  <a:pt x="246554" y="362694"/>
                </a:lnTo>
                <a:close/>
                <a:moveTo>
                  <a:pt x="246554" y="362694"/>
                </a:moveTo>
                <a:lnTo>
                  <a:pt x="249886" y="362694"/>
                </a:lnTo>
                <a:lnTo>
                  <a:pt x="249886" y="363434"/>
                </a:lnTo>
                <a:lnTo>
                  <a:pt x="246554" y="363434"/>
                </a:lnTo>
                <a:close/>
                <a:moveTo>
                  <a:pt x="270295" y="362694"/>
                </a:moveTo>
                <a:lnTo>
                  <a:pt x="688887" y="362694"/>
                </a:lnTo>
                <a:lnTo>
                  <a:pt x="688887" y="363434"/>
                </a:lnTo>
                <a:lnTo>
                  <a:pt x="270295" y="363434"/>
                </a:lnTo>
                <a:close/>
                <a:moveTo>
                  <a:pt x="92029" y="338268"/>
                </a:moveTo>
                <a:lnTo>
                  <a:pt x="105357" y="338268"/>
                </a:lnTo>
                <a:lnTo>
                  <a:pt x="105357" y="363434"/>
                </a:lnTo>
                <a:lnTo>
                  <a:pt x="92029" y="363434"/>
                </a:lnTo>
                <a:close/>
                <a:moveTo>
                  <a:pt x="271961" y="363434"/>
                </a:moveTo>
                <a:lnTo>
                  <a:pt x="688887" y="363434"/>
                </a:lnTo>
                <a:lnTo>
                  <a:pt x="688887" y="364175"/>
                </a:lnTo>
                <a:lnTo>
                  <a:pt x="271961" y="364175"/>
                </a:lnTo>
                <a:close/>
                <a:moveTo>
                  <a:pt x="197406" y="352332"/>
                </a:moveTo>
                <a:lnTo>
                  <a:pt x="200321" y="352332"/>
                </a:lnTo>
                <a:lnTo>
                  <a:pt x="200321" y="364175"/>
                </a:lnTo>
                <a:lnTo>
                  <a:pt x="197406" y="364175"/>
                </a:lnTo>
                <a:close/>
                <a:moveTo>
                  <a:pt x="246137" y="363434"/>
                </a:moveTo>
                <a:lnTo>
                  <a:pt x="249886" y="363434"/>
                </a:lnTo>
                <a:lnTo>
                  <a:pt x="249886" y="364915"/>
                </a:lnTo>
                <a:lnTo>
                  <a:pt x="246137" y="364915"/>
                </a:lnTo>
                <a:close/>
                <a:moveTo>
                  <a:pt x="273627" y="364175"/>
                </a:moveTo>
                <a:lnTo>
                  <a:pt x="688887" y="364175"/>
                </a:lnTo>
                <a:lnTo>
                  <a:pt x="688887" y="364915"/>
                </a:lnTo>
                <a:lnTo>
                  <a:pt x="273627" y="364915"/>
                </a:lnTo>
                <a:close/>
                <a:moveTo>
                  <a:pt x="135762" y="353812"/>
                </a:moveTo>
                <a:lnTo>
                  <a:pt x="160336" y="353812"/>
                </a:lnTo>
                <a:lnTo>
                  <a:pt x="160336" y="364915"/>
                </a:lnTo>
                <a:lnTo>
                  <a:pt x="135762" y="364915"/>
                </a:lnTo>
                <a:close/>
                <a:moveTo>
                  <a:pt x="213650" y="361214"/>
                </a:moveTo>
                <a:lnTo>
                  <a:pt x="237807" y="361214"/>
                </a:lnTo>
                <a:lnTo>
                  <a:pt x="237807" y="364915"/>
                </a:lnTo>
                <a:lnTo>
                  <a:pt x="213650" y="364915"/>
                </a:lnTo>
                <a:close/>
                <a:moveTo>
                  <a:pt x="274876" y="364915"/>
                </a:moveTo>
                <a:lnTo>
                  <a:pt x="688887" y="364915"/>
                </a:lnTo>
                <a:lnTo>
                  <a:pt x="688887" y="365655"/>
                </a:lnTo>
                <a:lnTo>
                  <a:pt x="274876" y="365655"/>
                </a:lnTo>
                <a:close/>
                <a:moveTo>
                  <a:pt x="196989" y="364175"/>
                </a:moveTo>
                <a:lnTo>
                  <a:pt x="200321" y="364175"/>
                </a:lnTo>
                <a:lnTo>
                  <a:pt x="200321" y="366395"/>
                </a:lnTo>
                <a:lnTo>
                  <a:pt x="196989" y="366395"/>
                </a:lnTo>
                <a:close/>
                <a:moveTo>
                  <a:pt x="276126" y="365655"/>
                </a:moveTo>
                <a:lnTo>
                  <a:pt x="688887" y="365655"/>
                </a:lnTo>
                <a:lnTo>
                  <a:pt x="688887" y="366395"/>
                </a:lnTo>
                <a:lnTo>
                  <a:pt x="276126" y="366395"/>
                </a:lnTo>
                <a:close/>
                <a:moveTo>
                  <a:pt x="276959" y="366395"/>
                </a:moveTo>
                <a:lnTo>
                  <a:pt x="688887" y="366395"/>
                </a:lnTo>
                <a:lnTo>
                  <a:pt x="688887" y="367135"/>
                </a:lnTo>
                <a:lnTo>
                  <a:pt x="276959" y="367135"/>
                </a:lnTo>
                <a:close/>
                <a:moveTo>
                  <a:pt x="233225" y="364915"/>
                </a:moveTo>
                <a:lnTo>
                  <a:pt x="250302" y="364915"/>
                </a:lnTo>
                <a:lnTo>
                  <a:pt x="250302" y="367135"/>
                </a:lnTo>
                <a:lnTo>
                  <a:pt x="233225" y="367135"/>
                </a:lnTo>
                <a:close/>
                <a:moveTo>
                  <a:pt x="233225" y="367135"/>
                </a:moveTo>
                <a:lnTo>
                  <a:pt x="250719" y="367135"/>
                </a:lnTo>
                <a:lnTo>
                  <a:pt x="250719" y="367876"/>
                </a:lnTo>
                <a:lnTo>
                  <a:pt x="233225" y="367876"/>
                </a:lnTo>
                <a:close/>
                <a:moveTo>
                  <a:pt x="196573" y="366395"/>
                </a:moveTo>
                <a:lnTo>
                  <a:pt x="200321" y="366395"/>
                </a:lnTo>
                <a:lnTo>
                  <a:pt x="200321" y="367876"/>
                </a:lnTo>
                <a:lnTo>
                  <a:pt x="196573" y="367876"/>
                </a:lnTo>
                <a:close/>
                <a:moveTo>
                  <a:pt x="277792" y="367135"/>
                </a:moveTo>
                <a:lnTo>
                  <a:pt x="688887" y="367135"/>
                </a:lnTo>
                <a:lnTo>
                  <a:pt x="688887" y="367876"/>
                </a:lnTo>
                <a:lnTo>
                  <a:pt x="277792" y="367876"/>
                </a:lnTo>
                <a:close/>
                <a:moveTo>
                  <a:pt x="278625" y="367876"/>
                </a:moveTo>
                <a:lnTo>
                  <a:pt x="688887" y="367876"/>
                </a:lnTo>
                <a:lnTo>
                  <a:pt x="688887" y="368616"/>
                </a:lnTo>
                <a:lnTo>
                  <a:pt x="278625" y="368616"/>
                </a:lnTo>
                <a:close/>
                <a:moveTo>
                  <a:pt x="196156" y="367876"/>
                </a:moveTo>
                <a:lnTo>
                  <a:pt x="200321" y="367876"/>
                </a:lnTo>
                <a:lnTo>
                  <a:pt x="200321" y="369356"/>
                </a:lnTo>
                <a:lnTo>
                  <a:pt x="196156" y="369356"/>
                </a:lnTo>
                <a:close/>
                <a:moveTo>
                  <a:pt x="279458" y="368616"/>
                </a:moveTo>
                <a:lnTo>
                  <a:pt x="688887" y="368616"/>
                </a:lnTo>
                <a:lnTo>
                  <a:pt x="688887" y="369356"/>
                </a:lnTo>
                <a:lnTo>
                  <a:pt x="279458" y="369356"/>
                </a:lnTo>
                <a:close/>
                <a:moveTo>
                  <a:pt x="233225" y="367876"/>
                </a:moveTo>
                <a:lnTo>
                  <a:pt x="251135" y="367876"/>
                </a:lnTo>
                <a:lnTo>
                  <a:pt x="251135" y="369356"/>
                </a:lnTo>
                <a:lnTo>
                  <a:pt x="233225" y="369356"/>
                </a:lnTo>
                <a:close/>
                <a:moveTo>
                  <a:pt x="233225" y="369356"/>
                </a:moveTo>
                <a:lnTo>
                  <a:pt x="251552" y="369356"/>
                </a:lnTo>
                <a:lnTo>
                  <a:pt x="251552" y="370096"/>
                </a:lnTo>
                <a:lnTo>
                  <a:pt x="233225" y="370096"/>
                </a:lnTo>
                <a:close/>
                <a:moveTo>
                  <a:pt x="280291" y="369356"/>
                </a:moveTo>
                <a:lnTo>
                  <a:pt x="688887" y="369356"/>
                </a:lnTo>
                <a:lnTo>
                  <a:pt x="688887" y="370096"/>
                </a:lnTo>
                <a:lnTo>
                  <a:pt x="280291" y="370096"/>
                </a:lnTo>
                <a:close/>
                <a:moveTo>
                  <a:pt x="195740" y="369356"/>
                </a:moveTo>
                <a:lnTo>
                  <a:pt x="200321" y="369356"/>
                </a:lnTo>
                <a:lnTo>
                  <a:pt x="200321" y="370836"/>
                </a:lnTo>
                <a:lnTo>
                  <a:pt x="195740" y="370836"/>
                </a:lnTo>
                <a:close/>
                <a:moveTo>
                  <a:pt x="233225" y="370096"/>
                </a:moveTo>
                <a:lnTo>
                  <a:pt x="251968" y="370096"/>
                </a:lnTo>
                <a:lnTo>
                  <a:pt x="251968" y="370836"/>
                </a:lnTo>
                <a:lnTo>
                  <a:pt x="233225" y="370836"/>
                </a:lnTo>
                <a:close/>
                <a:moveTo>
                  <a:pt x="280708" y="370096"/>
                </a:moveTo>
                <a:lnTo>
                  <a:pt x="688887" y="370096"/>
                </a:lnTo>
                <a:lnTo>
                  <a:pt x="688887" y="370836"/>
                </a:lnTo>
                <a:lnTo>
                  <a:pt x="280708" y="370836"/>
                </a:lnTo>
                <a:close/>
                <a:moveTo>
                  <a:pt x="281124" y="370836"/>
                </a:moveTo>
                <a:lnTo>
                  <a:pt x="688887" y="370836"/>
                </a:lnTo>
                <a:lnTo>
                  <a:pt x="688887" y="371577"/>
                </a:lnTo>
                <a:lnTo>
                  <a:pt x="281124" y="371577"/>
                </a:lnTo>
                <a:close/>
                <a:moveTo>
                  <a:pt x="233225" y="370836"/>
                </a:moveTo>
                <a:lnTo>
                  <a:pt x="252385" y="370836"/>
                </a:lnTo>
                <a:lnTo>
                  <a:pt x="252385" y="371577"/>
                </a:lnTo>
                <a:lnTo>
                  <a:pt x="233225" y="371577"/>
                </a:lnTo>
                <a:close/>
                <a:moveTo>
                  <a:pt x="195323" y="370836"/>
                </a:moveTo>
                <a:lnTo>
                  <a:pt x="200321" y="370836"/>
                </a:lnTo>
                <a:lnTo>
                  <a:pt x="200321" y="371577"/>
                </a:lnTo>
                <a:lnTo>
                  <a:pt x="195323" y="371577"/>
                </a:lnTo>
                <a:close/>
                <a:moveTo>
                  <a:pt x="194907" y="371577"/>
                </a:moveTo>
                <a:lnTo>
                  <a:pt x="200321" y="371577"/>
                </a:lnTo>
                <a:lnTo>
                  <a:pt x="200321" y="372317"/>
                </a:lnTo>
                <a:lnTo>
                  <a:pt x="194907" y="372317"/>
                </a:lnTo>
                <a:close/>
                <a:moveTo>
                  <a:pt x="233225" y="371577"/>
                </a:moveTo>
                <a:lnTo>
                  <a:pt x="252801" y="371577"/>
                </a:lnTo>
                <a:lnTo>
                  <a:pt x="252801" y="372317"/>
                </a:lnTo>
                <a:lnTo>
                  <a:pt x="233225" y="372317"/>
                </a:lnTo>
                <a:close/>
                <a:moveTo>
                  <a:pt x="281957" y="371577"/>
                </a:moveTo>
                <a:lnTo>
                  <a:pt x="688887" y="371577"/>
                </a:lnTo>
                <a:lnTo>
                  <a:pt x="688887" y="372317"/>
                </a:lnTo>
                <a:lnTo>
                  <a:pt x="281957" y="372317"/>
                </a:lnTo>
                <a:close/>
                <a:moveTo>
                  <a:pt x="233225" y="372317"/>
                </a:moveTo>
                <a:lnTo>
                  <a:pt x="253218" y="372317"/>
                </a:lnTo>
                <a:lnTo>
                  <a:pt x="253218" y="373057"/>
                </a:lnTo>
                <a:lnTo>
                  <a:pt x="233225" y="373057"/>
                </a:lnTo>
                <a:close/>
                <a:moveTo>
                  <a:pt x="194490" y="372317"/>
                </a:moveTo>
                <a:lnTo>
                  <a:pt x="200321" y="372317"/>
                </a:lnTo>
                <a:lnTo>
                  <a:pt x="200321" y="373057"/>
                </a:lnTo>
                <a:lnTo>
                  <a:pt x="194490" y="373057"/>
                </a:lnTo>
                <a:close/>
                <a:moveTo>
                  <a:pt x="233225" y="373057"/>
                </a:moveTo>
                <a:lnTo>
                  <a:pt x="253634" y="373057"/>
                </a:lnTo>
                <a:lnTo>
                  <a:pt x="253634" y="373797"/>
                </a:lnTo>
                <a:lnTo>
                  <a:pt x="233225" y="373797"/>
                </a:lnTo>
                <a:close/>
                <a:moveTo>
                  <a:pt x="194074" y="373057"/>
                </a:moveTo>
                <a:lnTo>
                  <a:pt x="200321" y="373057"/>
                </a:lnTo>
                <a:lnTo>
                  <a:pt x="200321" y="373797"/>
                </a:lnTo>
                <a:lnTo>
                  <a:pt x="194074" y="373797"/>
                </a:lnTo>
                <a:close/>
                <a:moveTo>
                  <a:pt x="282374" y="372317"/>
                </a:moveTo>
                <a:lnTo>
                  <a:pt x="688887" y="372317"/>
                </a:lnTo>
                <a:lnTo>
                  <a:pt x="688887" y="373797"/>
                </a:lnTo>
                <a:lnTo>
                  <a:pt x="282374" y="373797"/>
                </a:lnTo>
                <a:close/>
                <a:moveTo>
                  <a:pt x="282790" y="373797"/>
                </a:moveTo>
                <a:lnTo>
                  <a:pt x="688887" y="373797"/>
                </a:lnTo>
                <a:lnTo>
                  <a:pt x="688887" y="374537"/>
                </a:lnTo>
                <a:lnTo>
                  <a:pt x="282790" y="374537"/>
                </a:lnTo>
                <a:close/>
                <a:moveTo>
                  <a:pt x="233225" y="373797"/>
                </a:moveTo>
                <a:lnTo>
                  <a:pt x="254051" y="373797"/>
                </a:lnTo>
                <a:lnTo>
                  <a:pt x="254051" y="374537"/>
                </a:lnTo>
                <a:lnTo>
                  <a:pt x="233225" y="374537"/>
                </a:lnTo>
                <a:close/>
                <a:moveTo>
                  <a:pt x="193657" y="373797"/>
                </a:moveTo>
                <a:lnTo>
                  <a:pt x="200321" y="373797"/>
                </a:lnTo>
                <a:lnTo>
                  <a:pt x="200321" y="374537"/>
                </a:lnTo>
                <a:lnTo>
                  <a:pt x="193657" y="374537"/>
                </a:lnTo>
                <a:close/>
                <a:moveTo>
                  <a:pt x="193241" y="374537"/>
                </a:moveTo>
                <a:lnTo>
                  <a:pt x="200321" y="374537"/>
                </a:lnTo>
                <a:lnTo>
                  <a:pt x="200321" y="375278"/>
                </a:lnTo>
                <a:lnTo>
                  <a:pt x="193241" y="375278"/>
                </a:lnTo>
                <a:close/>
                <a:moveTo>
                  <a:pt x="283207" y="374537"/>
                </a:moveTo>
                <a:lnTo>
                  <a:pt x="688887" y="374537"/>
                </a:lnTo>
                <a:lnTo>
                  <a:pt x="688887" y="375278"/>
                </a:lnTo>
                <a:lnTo>
                  <a:pt x="283207" y="375278"/>
                </a:lnTo>
                <a:close/>
                <a:moveTo>
                  <a:pt x="233225" y="374537"/>
                </a:moveTo>
                <a:lnTo>
                  <a:pt x="254884" y="374537"/>
                </a:lnTo>
                <a:lnTo>
                  <a:pt x="254884" y="375278"/>
                </a:lnTo>
                <a:lnTo>
                  <a:pt x="233225" y="375278"/>
                </a:lnTo>
                <a:close/>
                <a:moveTo>
                  <a:pt x="192408" y="375278"/>
                </a:moveTo>
                <a:lnTo>
                  <a:pt x="200321" y="375278"/>
                </a:lnTo>
                <a:lnTo>
                  <a:pt x="200321" y="376018"/>
                </a:lnTo>
                <a:lnTo>
                  <a:pt x="192408" y="376018"/>
                </a:lnTo>
                <a:close/>
                <a:moveTo>
                  <a:pt x="233225" y="375278"/>
                </a:moveTo>
                <a:lnTo>
                  <a:pt x="255717" y="375278"/>
                </a:lnTo>
                <a:lnTo>
                  <a:pt x="255717" y="376018"/>
                </a:lnTo>
                <a:lnTo>
                  <a:pt x="233225" y="376018"/>
                </a:lnTo>
                <a:close/>
                <a:moveTo>
                  <a:pt x="233225" y="376018"/>
                </a:moveTo>
                <a:lnTo>
                  <a:pt x="256134" y="376018"/>
                </a:lnTo>
                <a:lnTo>
                  <a:pt x="256134" y="376758"/>
                </a:lnTo>
                <a:lnTo>
                  <a:pt x="233225" y="376758"/>
                </a:lnTo>
                <a:close/>
                <a:moveTo>
                  <a:pt x="191575" y="376018"/>
                </a:moveTo>
                <a:lnTo>
                  <a:pt x="200321" y="376018"/>
                </a:lnTo>
                <a:lnTo>
                  <a:pt x="200321" y="376758"/>
                </a:lnTo>
                <a:lnTo>
                  <a:pt x="191575" y="376758"/>
                </a:lnTo>
                <a:close/>
                <a:moveTo>
                  <a:pt x="283623" y="375278"/>
                </a:moveTo>
                <a:lnTo>
                  <a:pt x="688887" y="375278"/>
                </a:lnTo>
                <a:lnTo>
                  <a:pt x="688887" y="376758"/>
                </a:lnTo>
                <a:lnTo>
                  <a:pt x="283623" y="376758"/>
                </a:lnTo>
                <a:close/>
                <a:moveTo>
                  <a:pt x="190741" y="376758"/>
                </a:moveTo>
                <a:lnTo>
                  <a:pt x="200321" y="376758"/>
                </a:lnTo>
                <a:lnTo>
                  <a:pt x="200321" y="377498"/>
                </a:lnTo>
                <a:lnTo>
                  <a:pt x="190741" y="377498"/>
                </a:lnTo>
                <a:close/>
                <a:moveTo>
                  <a:pt x="233225" y="376758"/>
                </a:moveTo>
                <a:lnTo>
                  <a:pt x="256967" y="376758"/>
                </a:lnTo>
                <a:lnTo>
                  <a:pt x="256967" y="377498"/>
                </a:lnTo>
                <a:lnTo>
                  <a:pt x="233225" y="377498"/>
                </a:lnTo>
                <a:close/>
                <a:moveTo>
                  <a:pt x="189908" y="377498"/>
                </a:moveTo>
                <a:lnTo>
                  <a:pt x="200321" y="377498"/>
                </a:lnTo>
                <a:lnTo>
                  <a:pt x="200321" y="378238"/>
                </a:lnTo>
                <a:lnTo>
                  <a:pt x="189908" y="378238"/>
                </a:lnTo>
                <a:close/>
                <a:moveTo>
                  <a:pt x="233225" y="377498"/>
                </a:moveTo>
                <a:lnTo>
                  <a:pt x="258216" y="377498"/>
                </a:lnTo>
                <a:lnTo>
                  <a:pt x="258216" y="378238"/>
                </a:lnTo>
                <a:lnTo>
                  <a:pt x="233225" y="378238"/>
                </a:lnTo>
                <a:close/>
                <a:moveTo>
                  <a:pt x="284040" y="376758"/>
                </a:moveTo>
                <a:lnTo>
                  <a:pt x="688887" y="376758"/>
                </a:lnTo>
                <a:lnTo>
                  <a:pt x="688887" y="378238"/>
                </a:lnTo>
                <a:lnTo>
                  <a:pt x="284040" y="378238"/>
                </a:lnTo>
                <a:close/>
                <a:moveTo>
                  <a:pt x="188242" y="378238"/>
                </a:moveTo>
                <a:lnTo>
                  <a:pt x="200321" y="378238"/>
                </a:lnTo>
                <a:lnTo>
                  <a:pt x="200321" y="378979"/>
                </a:lnTo>
                <a:lnTo>
                  <a:pt x="188242" y="378979"/>
                </a:lnTo>
                <a:close/>
                <a:moveTo>
                  <a:pt x="233225" y="378238"/>
                </a:moveTo>
                <a:lnTo>
                  <a:pt x="259049" y="378238"/>
                </a:lnTo>
                <a:lnTo>
                  <a:pt x="259049" y="378979"/>
                </a:lnTo>
                <a:lnTo>
                  <a:pt x="233225" y="378979"/>
                </a:lnTo>
                <a:close/>
                <a:moveTo>
                  <a:pt x="284456" y="378238"/>
                </a:moveTo>
                <a:lnTo>
                  <a:pt x="688887" y="378238"/>
                </a:lnTo>
                <a:lnTo>
                  <a:pt x="688887" y="379719"/>
                </a:lnTo>
                <a:lnTo>
                  <a:pt x="284456" y="379719"/>
                </a:lnTo>
                <a:close/>
                <a:moveTo>
                  <a:pt x="189492" y="378979"/>
                </a:moveTo>
                <a:lnTo>
                  <a:pt x="200321" y="378979"/>
                </a:lnTo>
                <a:lnTo>
                  <a:pt x="200321" y="379719"/>
                </a:lnTo>
                <a:lnTo>
                  <a:pt x="189492" y="379719"/>
                </a:lnTo>
                <a:close/>
                <a:moveTo>
                  <a:pt x="233225" y="378979"/>
                </a:moveTo>
                <a:lnTo>
                  <a:pt x="260299" y="378979"/>
                </a:lnTo>
                <a:lnTo>
                  <a:pt x="260299" y="379719"/>
                </a:lnTo>
                <a:lnTo>
                  <a:pt x="233225" y="379719"/>
                </a:lnTo>
                <a:close/>
                <a:moveTo>
                  <a:pt x="155338" y="364915"/>
                </a:moveTo>
                <a:lnTo>
                  <a:pt x="160336" y="364915"/>
                </a:lnTo>
                <a:lnTo>
                  <a:pt x="160336" y="379719"/>
                </a:lnTo>
                <a:lnTo>
                  <a:pt x="155338" y="379719"/>
                </a:lnTo>
                <a:close/>
                <a:moveTo>
                  <a:pt x="213650" y="379719"/>
                </a:moveTo>
                <a:lnTo>
                  <a:pt x="261548" y="379719"/>
                </a:lnTo>
                <a:lnTo>
                  <a:pt x="261548" y="380459"/>
                </a:lnTo>
                <a:lnTo>
                  <a:pt x="213650" y="380459"/>
                </a:lnTo>
                <a:close/>
                <a:moveTo>
                  <a:pt x="190325" y="379719"/>
                </a:moveTo>
                <a:lnTo>
                  <a:pt x="200321" y="379719"/>
                </a:lnTo>
                <a:lnTo>
                  <a:pt x="200321" y="380459"/>
                </a:lnTo>
                <a:lnTo>
                  <a:pt x="190325" y="380459"/>
                </a:lnTo>
                <a:close/>
                <a:moveTo>
                  <a:pt x="773439" y="360474"/>
                </a:moveTo>
                <a:lnTo>
                  <a:pt x="779686" y="360474"/>
                </a:lnTo>
                <a:lnTo>
                  <a:pt x="779686" y="380459"/>
                </a:lnTo>
                <a:lnTo>
                  <a:pt x="773439" y="380459"/>
                </a:lnTo>
                <a:close/>
                <a:moveTo>
                  <a:pt x="213650" y="380459"/>
                </a:moveTo>
                <a:lnTo>
                  <a:pt x="263214" y="380459"/>
                </a:lnTo>
                <a:lnTo>
                  <a:pt x="263214" y="381199"/>
                </a:lnTo>
                <a:lnTo>
                  <a:pt x="213650" y="381199"/>
                </a:lnTo>
                <a:close/>
                <a:moveTo>
                  <a:pt x="190741" y="380459"/>
                </a:moveTo>
                <a:lnTo>
                  <a:pt x="200321" y="380459"/>
                </a:lnTo>
                <a:lnTo>
                  <a:pt x="200321" y="381199"/>
                </a:lnTo>
                <a:lnTo>
                  <a:pt x="190741" y="381199"/>
                </a:lnTo>
                <a:close/>
                <a:moveTo>
                  <a:pt x="173248" y="381199"/>
                </a:moveTo>
                <a:lnTo>
                  <a:pt x="174081" y="381199"/>
                </a:lnTo>
                <a:lnTo>
                  <a:pt x="174081" y="381939"/>
                </a:lnTo>
                <a:lnTo>
                  <a:pt x="173248" y="381939"/>
                </a:lnTo>
                <a:close/>
                <a:moveTo>
                  <a:pt x="213650" y="381199"/>
                </a:moveTo>
                <a:lnTo>
                  <a:pt x="264880" y="381199"/>
                </a:lnTo>
                <a:lnTo>
                  <a:pt x="264880" y="381939"/>
                </a:lnTo>
                <a:lnTo>
                  <a:pt x="213650" y="381939"/>
                </a:lnTo>
                <a:close/>
                <a:moveTo>
                  <a:pt x="284873" y="379719"/>
                </a:moveTo>
                <a:lnTo>
                  <a:pt x="688887" y="379719"/>
                </a:lnTo>
                <a:lnTo>
                  <a:pt x="688887" y="381939"/>
                </a:lnTo>
                <a:lnTo>
                  <a:pt x="284873" y="381939"/>
                </a:lnTo>
                <a:close/>
                <a:moveTo>
                  <a:pt x="191158" y="381199"/>
                </a:moveTo>
                <a:lnTo>
                  <a:pt x="200321" y="381199"/>
                </a:lnTo>
                <a:lnTo>
                  <a:pt x="200321" y="381939"/>
                </a:lnTo>
                <a:lnTo>
                  <a:pt x="191158" y="381939"/>
                </a:lnTo>
                <a:close/>
                <a:moveTo>
                  <a:pt x="191575" y="381939"/>
                </a:moveTo>
                <a:lnTo>
                  <a:pt x="200321" y="381939"/>
                </a:lnTo>
                <a:lnTo>
                  <a:pt x="200321" y="382679"/>
                </a:lnTo>
                <a:lnTo>
                  <a:pt x="191575" y="382679"/>
                </a:lnTo>
                <a:close/>
                <a:moveTo>
                  <a:pt x="173248" y="381939"/>
                </a:moveTo>
                <a:lnTo>
                  <a:pt x="176164" y="381939"/>
                </a:lnTo>
                <a:lnTo>
                  <a:pt x="176164" y="382679"/>
                </a:lnTo>
                <a:lnTo>
                  <a:pt x="173248" y="382679"/>
                </a:lnTo>
                <a:close/>
                <a:moveTo>
                  <a:pt x="810508" y="358993"/>
                </a:moveTo>
                <a:lnTo>
                  <a:pt x="894227" y="358993"/>
                </a:lnTo>
                <a:lnTo>
                  <a:pt x="894227" y="382679"/>
                </a:lnTo>
                <a:lnTo>
                  <a:pt x="810508" y="382679"/>
                </a:lnTo>
                <a:close/>
                <a:moveTo>
                  <a:pt x="213650" y="381939"/>
                </a:moveTo>
                <a:lnTo>
                  <a:pt x="266546" y="381939"/>
                </a:lnTo>
                <a:lnTo>
                  <a:pt x="266546" y="382679"/>
                </a:lnTo>
                <a:lnTo>
                  <a:pt x="213650" y="382679"/>
                </a:lnTo>
                <a:close/>
                <a:moveTo>
                  <a:pt x="191991" y="382679"/>
                </a:moveTo>
                <a:lnTo>
                  <a:pt x="200321" y="382679"/>
                </a:lnTo>
                <a:lnTo>
                  <a:pt x="200321" y="383420"/>
                </a:lnTo>
                <a:lnTo>
                  <a:pt x="191991" y="383420"/>
                </a:lnTo>
                <a:close/>
                <a:moveTo>
                  <a:pt x="213650" y="382679"/>
                </a:moveTo>
                <a:lnTo>
                  <a:pt x="268212" y="382679"/>
                </a:lnTo>
                <a:lnTo>
                  <a:pt x="268212" y="383420"/>
                </a:lnTo>
                <a:lnTo>
                  <a:pt x="213650" y="383420"/>
                </a:lnTo>
                <a:close/>
                <a:moveTo>
                  <a:pt x="173248" y="382679"/>
                </a:moveTo>
                <a:lnTo>
                  <a:pt x="176997" y="382679"/>
                </a:lnTo>
                <a:lnTo>
                  <a:pt x="176997" y="383420"/>
                </a:lnTo>
                <a:lnTo>
                  <a:pt x="173248" y="383420"/>
                </a:lnTo>
                <a:close/>
                <a:moveTo>
                  <a:pt x="192408" y="383420"/>
                </a:moveTo>
                <a:lnTo>
                  <a:pt x="200321" y="383420"/>
                </a:lnTo>
                <a:lnTo>
                  <a:pt x="200321" y="384160"/>
                </a:lnTo>
                <a:lnTo>
                  <a:pt x="192408" y="384160"/>
                </a:lnTo>
                <a:close/>
                <a:moveTo>
                  <a:pt x="213650" y="383420"/>
                </a:moveTo>
                <a:lnTo>
                  <a:pt x="269462" y="383420"/>
                </a:lnTo>
                <a:lnTo>
                  <a:pt x="269462" y="384160"/>
                </a:lnTo>
                <a:lnTo>
                  <a:pt x="213650" y="384160"/>
                </a:lnTo>
                <a:close/>
                <a:moveTo>
                  <a:pt x="213650" y="384160"/>
                </a:moveTo>
                <a:lnTo>
                  <a:pt x="270295" y="384160"/>
                </a:lnTo>
                <a:lnTo>
                  <a:pt x="270295" y="384900"/>
                </a:lnTo>
                <a:lnTo>
                  <a:pt x="213650" y="384900"/>
                </a:lnTo>
                <a:close/>
                <a:moveTo>
                  <a:pt x="192824" y="384160"/>
                </a:moveTo>
                <a:lnTo>
                  <a:pt x="200321" y="384160"/>
                </a:lnTo>
                <a:lnTo>
                  <a:pt x="200321" y="384900"/>
                </a:lnTo>
                <a:lnTo>
                  <a:pt x="192824" y="384900"/>
                </a:lnTo>
                <a:close/>
                <a:moveTo>
                  <a:pt x="173248" y="383420"/>
                </a:moveTo>
                <a:lnTo>
                  <a:pt x="177830" y="383420"/>
                </a:lnTo>
                <a:lnTo>
                  <a:pt x="177830" y="384900"/>
                </a:lnTo>
                <a:lnTo>
                  <a:pt x="173248" y="384900"/>
                </a:lnTo>
                <a:close/>
                <a:moveTo>
                  <a:pt x="173248" y="384900"/>
                </a:moveTo>
                <a:lnTo>
                  <a:pt x="178246" y="384900"/>
                </a:lnTo>
                <a:lnTo>
                  <a:pt x="178246" y="385640"/>
                </a:lnTo>
                <a:lnTo>
                  <a:pt x="173248" y="385640"/>
                </a:lnTo>
                <a:close/>
                <a:moveTo>
                  <a:pt x="193241" y="384900"/>
                </a:moveTo>
                <a:lnTo>
                  <a:pt x="200321" y="384900"/>
                </a:lnTo>
                <a:lnTo>
                  <a:pt x="200321" y="385640"/>
                </a:lnTo>
                <a:lnTo>
                  <a:pt x="193241" y="385640"/>
                </a:lnTo>
                <a:close/>
                <a:moveTo>
                  <a:pt x="773022" y="380459"/>
                </a:moveTo>
                <a:lnTo>
                  <a:pt x="779686" y="380459"/>
                </a:lnTo>
                <a:lnTo>
                  <a:pt x="779686" y="385640"/>
                </a:lnTo>
                <a:lnTo>
                  <a:pt x="773022" y="385640"/>
                </a:lnTo>
                <a:close/>
                <a:moveTo>
                  <a:pt x="213650" y="384900"/>
                </a:moveTo>
                <a:lnTo>
                  <a:pt x="271128" y="384900"/>
                </a:lnTo>
                <a:lnTo>
                  <a:pt x="271128" y="385640"/>
                </a:lnTo>
                <a:lnTo>
                  <a:pt x="213650" y="385640"/>
                </a:lnTo>
                <a:close/>
                <a:moveTo>
                  <a:pt x="213650" y="385640"/>
                </a:moveTo>
                <a:lnTo>
                  <a:pt x="253634" y="385640"/>
                </a:lnTo>
                <a:lnTo>
                  <a:pt x="253634" y="386380"/>
                </a:lnTo>
                <a:lnTo>
                  <a:pt x="213650" y="386380"/>
                </a:lnTo>
                <a:close/>
                <a:moveTo>
                  <a:pt x="260299" y="385640"/>
                </a:moveTo>
                <a:lnTo>
                  <a:pt x="271544" y="385640"/>
                </a:lnTo>
                <a:lnTo>
                  <a:pt x="271544" y="386380"/>
                </a:lnTo>
                <a:lnTo>
                  <a:pt x="260299" y="386380"/>
                </a:lnTo>
                <a:close/>
                <a:moveTo>
                  <a:pt x="260299" y="386380"/>
                </a:moveTo>
                <a:lnTo>
                  <a:pt x="271961" y="386380"/>
                </a:lnTo>
                <a:lnTo>
                  <a:pt x="271961" y="387121"/>
                </a:lnTo>
                <a:lnTo>
                  <a:pt x="260299" y="387121"/>
                </a:lnTo>
                <a:close/>
                <a:moveTo>
                  <a:pt x="173248" y="385640"/>
                </a:moveTo>
                <a:lnTo>
                  <a:pt x="178663" y="385640"/>
                </a:lnTo>
                <a:lnTo>
                  <a:pt x="178663" y="387121"/>
                </a:lnTo>
                <a:lnTo>
                  <a:pt x="173248" y="387121"/>
                </a:lnTo>
                <a:close/>
                <a:moveTo>
                  <a:pt x="193657" y="385640"/>
                </a:moveTo>
                <a:lnTo>
                  <a:pt x="200321" y="385640"/>
                </a:lnTo>
                <a:lnTo>
                  <a:pt x="200321" y="387121"/>
                </a:lnTo>
                <a:lnTo>
                  <a:pt x="193657" y="387121"/>
                </a:lnTo>
                <a:close/>
                <a:moveTo>
                  <a:pt x="194074" y="387121"/>
                </a:moveTo>
                <a:lnTo>
                  <a:pt x="200321" y="387121"/>
                </a:lnTo>
                <a:lnTo>
                  <a:pt x="200321" y="387861"/>
                </a:lnTo>
                <a:lnTo>
                  <a:pt x="194074" y="387861"/>
                </a:lnTo>
                <a:close/>
                <a:moveTo>
                  <a:pt x="260299" y="387121"/>
                </a:moveTo>
                <a:lnTo>
                  <a:pt x="272377" y="387121"/>
                </a:lnTo>
                <a:lnTo>
                  <a:pt x="272377" y="387861"/>
                </a:lnTo>
                <a:lnTo>
                  <a:pt x="260299" y="387861"/>
                </a:lnTo>
                <a:close/>
                <a:moveTo>
                  <a:pt x="173248" y="387121"/>
                </a:moveTo>
                <a:lnTo>
                  <a:pt x="179079" y="387121"/>
                </a:lnTo>
                <a:lnTo>
                  <a:pt x="179079" y="387861"/>
                </a:lnTo>
                <a:lnTo>
                  <a:pt x="173248" y="387861"/>
                </a:lnTo>
                <a:close/>
                <a:moveTo>
                  <a:pt x="173248" y="387861"/>
                </a:moveTo>
                <a:lnTo>
                  <a:pt x="179496" y="387861"/>
                </a:lnTo>
                <a:lnTo>
                  <a:pt x="179496" y="389341"/>
                </a:lnTo>
                <a:lnTo>
                  <a:pt x="173248" y="389341"/>
                </a:lnTo>
                <a:close/>
                <a:moveTo>
                  <a:pt x="194490" y="387861"/>
                </a:moveTo>
                <a:lnTo>
                  <a:pt x="200321" y="387861"/>
                </a:lnTo>
                <a:lnTo>
                  <a:pt x="200321" y="389341"/>
                </a:lnTo>
                <a:lnTo>
                  <a:pt x="194490" y="389341"/>
                </a:lnTo>
                <a:close/>
                <a:moveTo>
                  <a:pt x="260715" y="387861"/>
                </a:moveTo>
                <a:lnTo>
                  <a:pt x="272377" y="387861"/>
                </a:lnTo>
                <a:lnTo>
                  <a:pt x="272377" y="389341"/>
                </a:lnTo>
                <a:lnTo>
                  <a:pt x="260715" y="389341"/>
                </a:lnTo>
                <a:close/>
                <a:moveTo>
                  <a:pt x="213650" y="386380"/>
                </a:moveTo>
                <a:lnTo>
                  <a:pt x="247803" y="386380"/>
                </a:lnTo>
                <a:lnTo>
                  <a:pt x="247803" y="389341"/>
                </a:lnTo>
                <a:lnTo>
                  <a:pt x="213650" y="389341"/>
                </a:lnTo>
                <a:close/>
                <a:moveTo>
                  <a:pt x="772606" y="385640"/>
                </a:moveTo>
                <a:lnTo>
                  <a:pt x="779686" y="385640"/>
                </a:lnTo>
                <a:lnTo>
                  <a:pt x="779686" y="389341"/>
                </a:lnTo>
                <a:lnTo>
                  <a:pt x="772606" y="389341"/>
                </a:lnTo>
                <a:close/>
                <a:moveTo>
                  <a:pt x="260715" y="389341"/>
                </a:moveTo>
                <a:lnTo>
                  <a:pt x="272794" y="389341"/>
                </a:lnTo>
                <a:lnTo>
                  <a:pt x="272794" y="390081"/>
                </a:lnTo>
                <a:lnTo>
                  <a:pt x="260715" y="390081"/>
                </a:lnTo>
                <a:close/>
                <a:moveTo>
                  <a:pt x="173248" y="389341"/>
                </a:moveTo>
                <a:lnTo>
                  <a:pt x="179912" y="389341"/>
                </a:lnTo>
                <a:lnTo>
                  <a:pt x="179912" y="390822"/>
                </a:lnTo>
                <a:lnTo>
                  <a:pt x="173248" y="390822"/>
                </a:lnTo>
                <a:close/>
                <a:moveTo>
                  <a:pt x="194907" y="389341"/>
                </a:moveTo>
                <a:lnTo>
                  <a:pt x="200321" y="389341"/>
                </a:lnTo>
                <a:lnTo>
                  <a:pt x="200321" y="390822"/>
                </a:lnTo>
                <a:lnTo>
                  <a:pt x="194907" y="390822"/>
                </a:lnTo>
                <a:close/>
                <a:moveTo>
                  <a:pt x="261132" y="390081"/>
                </a:moveTo>
                <a:lnTo>
                  <a:pt x="272794" y="390081"/>
                </a:lnTo>
                <a:lnTo>
                  <a:pt x="272794" y="392302"/>
                </a:lnTo>
                <a:lnTo>
                  <a:pt x="261132" y="392302"/>
                </a:lnTo>
                <a:close/>
                <a:moveTo>
                  <a:pt x="772189" y="389341"/>
                </a:moveTo>
                <a:lnTo>
                  <a:pt x="779686" y="389341"/>
                </a:lnTo>
                <a:lnTo>
                  <a:pt x="779686" y="392302"/>
                </a:lnTo>
                <a:lnTo>
                  <a:pt x="772189" y="392302"/>
                </a:lnTo>
                <a:close/>
                <a:moveTo>
                  <a:pt x="173248" y="390822"/>
                </a:moveTo>
                <a:lnTo>
                  <a:pt x="180329" y="390822"/>
                </a:lnTo>
                <a:lnTo>
                  <a:pt x="180329" y="392302"/>
                </a:lnTo>
                <a:lnTo>
                  <a:pt x="173248" y="392302"/>
                </a:lnTo>
                <a:close/>
                <a:moveTo>
                  <a:pt x="285289" y="381939"/>
                </a:moveTo>
                <a:lnTo>
                  <a:pt x="688887" y="381939"/>
                </a:lnTo>
                <a:lnTo>
                  <a:pt x="688887" y="392302"/>
                </a:lnTo>
                <a:lnTo>
                  <a:pt x="285289" y="392302"/>
                </a:lnTo>
                <a:close/>
                <a:moveTo>
                  <a:pt x="195323" y="390822"/>
                </a:moveTo>
                <a:lnTo>
                  <a:pt x="200321" y="390822"/>
                </a:lnTo>
                <a:lnTo>
                  <a:pt x="200321" y="392302"/>
                </a:lnTo>
                <a:lnTo>
                  <a:pt x="195323" y="392302"/>
                </a:lnTo>
                <a:close/>
                <a:moveTo>
                  <a:pt x="261548" y="392302"/>
                </a:moveTo>
                <a:lnTo>
                  <a:pt x="272377" y="392302"/>
                </a:lnTo>
                <a:lnTo>
                  <a:pt x="272377" y="393042"/>
                </a:lnTo>
                <a:lnTo>
                  <a:pt x="261548" y="393042"/>
                </a:lnTo>
                <a:close/>
                <a:moveTo>
                  <a:pt x="213650" y="389341"/>
                </a:moveTo>
                <a:lnTo>
                  <a:pt x="248220" y="389341"/>
                </a:lnTo>
                <a:lnTo>
                  <a:pt x="248220" y="393042"/>
                </a:lnTo>
                <a:lnTo>
                  <a:pt x="213650" y="393042"/>
                </a:lnTo>
                <a:close/>
                <a:moveTo>
                  <a:pt x="173248" y="392302"/>
                </a:moveTo>
                <a:lnTo>
                  <a:pt x="180745" y="392302"/>
                </a:lnTo>
                <a:lnTo>
                  <a:pt x="180745" y="393782"/>
                </a:lnTo>
                <a:lnTo>
                  <a:pt x="173248" y="393782"/>
                </a:lnTo>
                <a:close/>
                <a:moveTo>
                  <a:pt x="213650" y="393042"/>
                </a:moveTo>
                <a:lnTo>
                  <a:pt x="248636" y="393042"/>
                </a:lnTo>
                <a:lnTo>
                  <a:pt x="248636" y="393782"/>
                </a:lnTo>
                <a:lnTo>
                  <a:pt x="213650" y="393782"/>
                </a:lnTo>
                <a:close/>
                <a:moveTo>
                  <a:pt x="135762" y="379719"/>
                </a:moveTo>
                <a:lnTo>
                  <a:pt x="160336" y="379719"/>
                </a:lnTo>
                <a:lnTo>
                  <a:pt x="160336" y="393782"/>
                </a:lnTo>
                <a:lnTo>
                  <a:pt x="135762" y="393782"/>
                </a:lnTo>
                <a:close/>
                <a:moveTo>
                  <a:pt x="261965" y="393042"/>
                </a:moveTo>
                <a:lnTo>
                  <a:pt x="272377" y="393042"/>
                </a:lnTo>
                <a:lnTo>
                  <a:pt x="272377" y="393782"/>
                </a:lnTo>
                <a:lnTo>
                  <a:pt x="261965" y="393782"/>
                </a:lnTo>
                <a:close/>
                <a:moveTo>
                  <a:pt x="195740" y="392302"/>
                </a:moveTo>
                <a:lnTo>
                  <a:pt x="200321" y="392302"/>
                </a:lnTo>
                <a:lnTo>
                  <a:pt x="200321" y="393782"/>
                </a:lnTo>
                <a:lnTo>
                  <a:pt x="195740" y="393782"/>
                </a:lnTo>
                <a:close/>
                <a:moveTo>
                  <a:pt x="262381" y="393782"/>
                </a:moveTo>
                <a:lnTo>
                  <a:pt x="271961" y="393782"/>
                </a:lnTo>
                <a:lnTo>
                  <a:pt x="271961" y="394523"/>
                </a:lnTo>
                <a:lnTo>
                  <a:pt x="262381" y="394523"/>
                </a:lnTo>
                <a:close/>
                <a:moveTo>
                  <a:pt x="771773" y="392302"/>
                </a:moveTo>
                <a:lnTo>
                  <a:pt x="779686" y="392302"/>
                </a:lnTo>
                <a:lnTo>
                  <a:pt x="779686" y="394523"/>
                </a:lnTo>
                <a:lnTo>
                  <a:pt x="771773" y="394523"/>
                </a:lnTo>
                <a:close/>
                <a:moveTo>
                  <a:pt x="196156" y="393782"/>
                </a:moveTo>
                <a:lnTo>
                  <a:pt x="200321" y="393782"/>
                </a:lnTo>
                <a:lnTo>
                  <a:pt x="200321" y="395263"/>
                </a:lnTo>
                <a:lnTo>
                  <a:pt x="196156" y="395263"/>
                </a:lnTo>
                <a:close/>
                <a:moveTo>
                  <a:pt x="235308" y="393782"/>
                </a:moveTo>
                <a:lnTo>
                  <a:pt x="248636" y="393782"/>
                </a:lnTo>
                <a:lnTo>
                  <a:pt x="248636" y="395263"/>
                </a:lnTo>
                <a:lnTo>
                  <a:pt x="235308" y="395263"/>
                </a:lnTo>
                <a:close/>
                <a:moveTo>
                  <a:pt x="262798" y="394523"/>
                </a:moveTo>
                <a:lnTo>
                  <a:pt x="271544" y="394523"/>
                </a:lnTo>
                <a:lnTo>
                  <a:pt x="271544" y="395263"/>
                </a:lnTo>
                <a:lnTo>
                  <a:pt x="262798" y="395263"/>
                </a:lnTo>
                <a:close/>
                <a:moveTo>
                  <a:pt x="284873" y="392302"/>
                </a:moveTo>
                <a:lnTo>
                  <a:pt x="688887" y="392302"/>
                </a:lnTo>
                <a:lnTo>
                  <a:pt x="688887" y="395263"/>
                </a:lnTo>
                <a:lnTo>
                  <a:pt x="284873" y="395263"/>
                </a:lnTo>
                <a:close/>
                <a:moveTo>
                  <a:pt x="173248" y="393782"/>
                </a:moveTo>
                <a:lnTo>
                  <a:pt x="181162" y="393782"/>
                </a:lnTo>
                <a:lnTo>
                  <a:pt x="181162" y="395263"/>
                </a:lnTo>
                <a:lnTo>
                  <a:pt x="173248" y="395263"/>
                </a:lnTo>
                <a:close/>
                <a:moveTo>
                  <a:pt x="173248" y="395263"/>
                </a:moveTo>
                <a:lnTo>
                  <a:pt x="181578" y="395263"/>
                </a:lnTo>
                <a:lnTo>
                  <a:pt x="181578" y="396003"/>
                </a:lnTo>
                <a:lnTo>
                  <a:pt x="173248" y="396003"/>
                </a:lnTo>
                <a:close/>
                <a:moveTo>
                  <a:pt x="263214" y="395263"/>
                </a:moveTo>
                <a:lnTo>
                  <a:pt x="271128" y="395263"/>
                </a:lnTo>
                <a:lnTo>
                  <a:pt x="271128" y="396003"/>
                </a:lnTo>
                <a:lnTo>
                  <a:pt x="263214" y="396003"/>
                </a:lnTo>
                <a:close/>
                <a:moveTo>
                  <a:pt x="263631" y="396003"/>
                </a:moveTo>
                <a:lnTo>
                  <a:pt x="270711" y="396003"/>
                </a:lnTo>
                <a:lnTo>
                  <a:pt x="270711" y="396743"/>
                </a:lnTo>
                <a:lnTo>
                  <a:pt x="263631" y="396743"/>
                </a:lnTo>
                <a:close/>
                <a:moveTo>
                  <a:pt x="235308" y="395263"/>
                </a:moveTo>
                <a:lnTo>
                  <a:pt x="249053" y="395263"/>
                </a:lnTo>
                <a:lnTo>
                  <a:pt x="249053" y="396743"/>
                </a:lnTo>
                <a:lnTo>
                  <a:pt x="235308" y="396743"/>
                </a:lnTo>
                <a:close/>
                <a:moveTo>
                  <a:pt x="196573" y="395263"/>
                </a:moveTo>
                <a:lnTo>
                  <a:pt x="200321" y="395263"/>
                </a:lnTo>
                <a:lnTo>
                  <a:pt x="200321" y="396743"/>
                </a:lnTo>
                <a:lnTo>
                  <a:pt x="196573" y="396743"/>
                </a:lnTo>
                <a:close/>
                <a:moveTo>
                  <a:pt x="771356" y="394523"/>
                </a:moveTo>
                <a:lnTo>
                  <a:pt x="779686" y="394523"/>
                </a:lnTo>
                <a:lnTo>
                  <a:pt x="779686" y="396743"/>
                </a:lnTo>
                <a:lnTo>
                  <a:pt x="771356" y="396743"/>
                </a:lnTo>
                <a:close/>
                <a:moveTo>
                  <a:pt x="284456" y="395263"/>
                </a:moveTo>
                <a:lnTo>
                  <a:pt x="688887" y="395263"/>
                </a:lnTo>
                <a:lnTo>
                  <a:pt x="688887" y="396743"/>
                </a:lnTo>
                <a:lnTo>
                  <a:pt x="284456" y="396743"/>
                </a:lnTo>
                <a:close/>
                <a:moveTo>
                  <a:pt x="264880" y="396743"/>
                </a:moveTo>
                <a:lnTo>
                  <a:pt x="269878" y="396743"/>
                </a:lnTo>
                <a:lnTo>
                  <a:pt x="269878" y="397483"/>
                </a:lnTo>
                <a:lnTo>
                  <a:pt x="264880" y="397483"/>
                </a:lnTo>
                <a:close/>
                <a:moveTo>
                  <a:pt x="173248" y="396003"/>
                </a:moveTo>
                <a:lnTo>
                  <a:pt x="181995" y="396003"/>
                </a:lnTo>
                <a:lnTo>
                  <a:pt x="181995" y="397483"/>
                </a:lnTo>
                <a:lnTo>
                  <a:pt x="173248" y="397483"/>
                </a:lnTo>
                <a:close/>
                <a:moveTo>
                  <a:pt x="770940" y="396743"/>
                </a:moveTo>
                <a:lnTo>
                  <a:pt x="779686" y="396743"/>
                </a:lnTo>
                <a:lnTo>
                  <a:pt x="779686" y="398224"/>
                </a:lnTo>
                <a:lnTo>
                  <a:pt x="770940" y="398224"/>
                </a:lnTo>
                <a:close/>
                <a:moveTo>
                  <a:pt x="196989" y="396743"/>
                </a:moveTo>
                <a:lnTo>
                  <a:pt x="200321" y="396743"/>
                </a:lnTo>
                <a:lnTo>
                  <a:pt x="200321" y="398224"/>
                </a:lnTo>
                <a:lnTo>
                  <a:pt x="196989" y="398224"/>
                </a:lnTo>
                <a:close/>
                <a:moveTo>
                  <a:pt x="284040" y="396743"/>
                </a:moveTo>
                <a:lnTo>
                  <a:pt x="688887" y="396743"/>
                </a:lnTo>
                <a:lnTo>
                  <a:pt x="688887" y="398224"/>
                </a:lnTo>
                <a:lnTo>
                  <a:pt x="284040" y="398224"/>
                </a:lnTo>
                <a:close/>
                <a:moveTo>
                  <a:pt x="197406" y="398224"/>
                </a:moveTo>
                <a:lnTo>
                  <a:pt x="200321" y="398224"/>
                </a:lnTo>
                <a:lnTo>
                  <a:pt x="200321" y="398964"/>
                </a:lnTo>
                <a:lnTo>
                  <a:pt x="197406" y="398964"/>
                </a:lnTo>
                <a:close/>
                <a:moveTo>
                  <a:pt x="235308" y="396743"/>
                </a:moveTo>
                <a:lnTo>
                  <a:pt x="249469" y="396743"/>
                </a:lnTo>
                <a:lnTo>
                  <a:pt x="249469" y="398964"/>
                </a:lnTo>
                <a:lnTo>
                  <a:pt x="235308" y="398964"/>
                </a:lnTo>
                <a:close/>
                <a:moveTo>
                  <a:pt x="173248" y="397483"/>
                </a:moveTo>
                <a:lnTo>
                  <a:pt x="182411" y="397483"/>
                </a:lnTo>
                <a:lnTo>
                  <a:pt x="182411" y="398964"/>
                </a:lnTo>
                <a:lnTo>
                  <a:pt x="173248" y="398964"/>
                </a:lnTo>
                <a:close/>
                <a:moveTo>
                  <a:pt x="770523" y="398224"/>
                </a:moveTo>
                <a:lnTo>
                  <a:pt x="779686" y="398224"/>
                </a:lnTo>
                <a:lnTo>
                  <a:pt x="779686" y="399704"/>
                </a:lnTo>
                <a:lnTo>
                  <a:pt x="770523" y="399704"/>
                </a:lnTo>
                <a:close/>
                <a:moveTo>
                  <a:pt x="235308" y="398964"/>
                </a:moveTo>
                <a:lnTo>
                  <a:pt x="249886" y="398964"/>
                </a:lnTo>
                <a:lnTo>
                  <a:pt x="249886" y="399704"/>
                </a:lnTo>
                <a:lnTo>
                  <a:pt x="235308" y="399704"/>
                </a:lnTo>
                <a:close/>
                <a:moveTo>
                  <a:pt x="283623" y="398224"/>
                </a:moveTo>
                <a:lnTo>
                  <a:pt x="688887" y="398224"/>
                </a:lnTo>
                <a:lnTo>
                  <a:pt x="688887" y="399704"/>
                </a:lnTo>
                <a:lnTo>
                  <a:pt x="283623" y="399704"/>
                </a:lnTo>
                <a:close/>
                <a:moveTo>
                  <a:pt x="173248" y="398964"/>
                </a:moveTo>
                <a:lnTo>
                  <a:pt x="182828" y="398964"/>
                </a:lnTo>
                <a:lnTo>
                  <a:pt x="182828" y="400444"/>
                </a:lnTo>
                <a:lnTo>
                  <a:pt x="173248" y="400444"/>
                </a:lnTo>
                <a:close/>
                <a:moveTo>
                  <a:pt x="197822" y="398964"/>
                </a:moveTo>
                <a:lnTo>
                  <a:pt x="200321" y="398964"/>
                </a:lnTo>
                <a:lnTo>
                  <a:pt x="200321" y="400444"/>
                </a:lnTo>
                <a:lnTo>
                  <a:pt x="197822" y="400444"/>
                </a:lnTo>
                <a:close/>
                <a:moveTo>
                  <a:pt x="283207" y="399704"/>
                </a:moveTo>
                <a:lnTo>
                  <a:pt x="688887" y="399704"/>
                </a:lnTo>
                <a:lnTo>
                  <a:pt x="688887" y="401184"/>
                </a:lnTo>
                <a:lnTo>
                  <a:pt x="283207" y="401184"/>
                </a:lnTo>
                <a:close/>
                <a:moveTo>
                  <a:pt x="235308" y="399704"/>
                </a:moveTo>
                <a:lnTo>
                  <a:pt x="250302" y="399704"/>
                </a:lnTo>
                <a:lnTo>
                  <a:pt x="250302" y="401184"/>
                </a:lnTo>
                <a:lnTo>
                  <a:pt x="235308" y="401184"/>
                </a:lnTo>
                <a:close/>
                <a:moveTo>
                  <a:pt x="173248" y="400444"/>
                </a:moveTo>
                <a:lnTo>
                  <a:pt x="183244" y="400444"/>
                </a:lnTo>
                <a:lnTo>
                  <a:pt x="183244" y="401925"/>
                </a:lnTo>
                <a:lnTo>
                  <a:pt x="173248" y="401925"/>
                </a:lnTo>
                <a:close/>
                <a:moveTo>
                  <a:pt x="198239" y="400444"/>
                </a:moveTo>
                <a:lnTo>
                  <a:pt x="200321" y="400444"/>
                </a:lnTo>
                <a:lnTo>
                  <a:pt x="200321" y="401925"/>
                </a:lnTo>
                <a:lnTo>
                  <a:pt x="198239" y="401925"/>
                </a:lnTo>
                <a:close/>
                <a:moveTo>
                  <a:pt x="770107" y="399704"/>
                </a:moveTo>
                <a:lnTo>
                  <a:pt x="779686" y="399704"/>
                </a:lnTo>
                <a:lnTo>
                  <a:pt x="779686" y="401925"/>
                </a:lnTo>
                <a:lnTo>
                  <a:pt x="770107" y="401925"/>
                </a:lnTo>
                <a:close/>
                <a:moveTo>
                  <a:pt x="282790" y="401184"/>
                </a:moveTo>
                <a:lnTo>
                  <a:pt x="688887" y="401184"/>
                </a:lnTo>
                <a:lnTo>
                  <a:pt x="688887" y="401925"/>
                </a:lnTo>
                <a:lnTo>
                  <a:pt x="282790" y="401925"/>
                </a:lnTo>
                <a:close/>
                <a:moveTo>
                  <a:pt x="235308" y="401184"/>
                </a:moveTo>
                <a:lnTo>
                  <a:pt x="250719" y="401184"/>
                </a:lnTo>
                <a:lnTo>
                  <a:pt x="250719" y="401925"/>
                </a:lnTo>
                <a:lnTo>
                  <a:pt x="235308" y="401925"/>
                </a:lnTo>
                <a:close/>
                <a:moveTo>
                  <a:pt x="282374" y="401925"/>
                </a:moveTo>
                <a:lnTo>
                  <a:pt x="688887" y="401925"/>
                </a:lnTo>
                <a:lnTo>
                  <a:pt x="688887" y="402665"/>
                </a:lnTo>
                <a:lnTo>
                  <a:pt x="282374" y="402665"/>
                </a:lnTo>
                <a:close/>
                <a:moveTo>
                  <a:pt x="173248" y="401925"/>
                </a:moveTo>
                <a:lnTo>
                  <a:pt x="183661" y="401925"/>
                </a:lnTo>
                <a:lnTo>
                  <a:pt x="183661" y="403405"/>
                </a:lnTo>
                <a:lnTo>
                  <a:pt x="173248" y="403405"/>
                </a:lnTo>
                <a:close/>
                <a:moveTo>
                  <a:pt x="281957" y="402665"/>
                </a:moveTo>
                <a:lnTo>
                  <a:pt x="688887" y="402665"/>
                </a:lnTo>
                <a:lnTo>
                  <a:pt x="688887" y="403405"/>
                </a:lnTo>
                <a:lnTo>
                  <a:pt x="281957" y="403405"/>
                </a:lnTo>
                <a:close/>
                <a:moveTo>
                  <a:pt x="235308" y="401925"/>
                </a:moveTo>
                <a:lnTo>
                  <a:pt x="251135" y="401925"/>
                </a:lnTo>
                <a:lnTo>
                  <a:pt x="251135" y="403405"/>
                </a:lnTo>
                <a:lnTo>
                  <a:pt x="235308" y="403405"/>
                </a:lnTo>
                <a:close/>
                <a:moveTo>
                  <a:pt x="769690" y="401925"/>
                </a:moveTo>
                <a:lnTo>
                  <a:pt x="779686" y="401925"/>
                </a:lnTo>
                <a:lnTo>
                  <a:pt x="779686" y="403405"/>
                </a:lnTo>
                <a:lnTo>
                  <a:pt x="769690" y="403405"/>
                </a:lnTo>
                <a:close/>
                <a:moveTo>
                  <a:pt x="198655" y="401925"/>
                </a:moveTo>
                <a:lnTo>
                  <a:pt x="200321" y="401925"/>
                </a:lnTo>
                <a:lnTo>
                  <a:pt x="200321" y="403405"/>
                </a:lnTo>
                <a:lnTo>
                  <a:pt x="198655" y="403405"/>
                </a:lnTo>
                <a:close/>
                <a:moveTo>
                  <a:pt x="281541" y="403405"/>
                </a:moveTo>
                <a:lnTo>
                  <a:pt x="688887" y="403405"/>
                </a:lnTo>
                <a:lnTo>
                  <a:pt x="688887" y="404145"/>
                </a:lnTo>
                <a:lnTo>
                  <a:pt x="281541" y="404145"/>
                </a:lnTo>
                <a:close/>
                <a:moveTo>
                  <a:pt x="769274" y="403405"/>
                </a:moveTo>
                <a:lnTo>
                  <a:pt x="779686" y="403405"/>
                </a:lnTo>
                <a:lnTo>
                  <a:pt x="779686" y="404145"/>
                </a:lnTo>
                <a:lnTo>
                  <a:pt x="769274" y="404145"/>
                </a:lnTo>
                <a:close/>
                <a:moveTo>
                  <a:pt x="235308" y="403405"/>
                </a:moveTo>
                <a:lnTo>
                  <a:pt x="251552" y="403405"/>
                </a:lnTo>
                <a:lnTo>
                  <a:pt x="251552" y="404145"/>
                </a:lnTo>
                <a:lnTo>
                  <a:pt x="235308" y="404145"/>
                </a:lnTo>
                <a:close/>
                <a:moveTo>
                  <a:pt x="235308" y="404145"/>
                </a:moveTo>
                <a:lnTo>
                  <a:pt x="251968" y="404145"/>
                </a:lnTo>
                <a:lnTo>
                  <a:pt x="251968" y="404885"/>
                </a:lnTo>
                <a:lnTo>
                  <a:pt x="235308" y="404885"/>
                </a:lnTo>
                <a:close/>
                <a:moveTo>
                  <a:pt x="199072" y="403405"/>
                </a:moveTo>
                <a:lnTo>
                  <a:pt x="200321" y="403405"/>
                </a:lnTo>
                <a:lnTo>
                  <a:pt x="200321" y="404885"/>
                </a:lnTo>
                <a:lnTo>
                  <a:pt x="199072" y="404885"/>
                </a:lnTo>
                <a:close/>
                <a:moveTo>
                  <a:pt x="281124" y="404145"/>
                </a:moveTo>
                <a:lnTo>
                  <a:pt x="688887" y="404145"/>
                </a:lnTo>
                <a:lnTo>
                  <a:pt x="688887" y="404885"/>
                </a:lnTo>
                <a:lnTo>
                  <a:pt x="281124" y="404885"/>
                </a:lnTo>
                <a:close/>
                <a:moveTo>
                  <a:pt x="173248" y="403405"/>
                </a:moveTo>
                <a:lnTo>
                  <a:pt x="184077" y="403405"/>
                </a:lnTo>
                <a:lnTo>
                  <a:pt x="184077" y="404885"/>
                </a:lnTo>
                <a:lnTo>
                  <a:pt x="173248" y="404885"/>
                </a:lnTo>
                <a:close/>
                <a:moveTo>
                  <a:pt x="173248" y="404885"/>
                </a:moveTo>
                <a:lnTo>
                  <a:pt x="184494" y="404885"/>
                </a:lnTo>
                <a:lnTo>
                  <a:pt x="184494" y="405625"/>
                </a:lnTo>
                <a:lnTo>
                  <a:pt x="173248" y="405625"/>
                </a:lnTo>
                <a:close/>
                <a:moveTo>
                  <a:pt x="280708" y="404885"/>
                </a:moveTo>
                <a:lnTo>
                  <a:pt x="688887" y="404885"/>
                </a:lnTo>
                <a:lnTo>
                  <a:pt x="688887" y="405625"/>
                </a:lnTo>
                <a:lnTo>
                  <a:pt x="280708" y="405625"/>
                </a:lnTo>
                <a:close/>
                <a:moveTo>
                  <a:pt x="235308" y="404885"/>
                </a:moveTo>
                <a:lnTo>
                  <a:pt x="252385" y="404885"/>
                </a:lnTo>
                <a:lnTo>
                  <a:pt x="252385" y="405625"/>
                </a:lnTo>
                <a:lnTo>
                  <a:pt x="235308" y="405625"/>
                </a:lnTo>
                <a:close/>
                <a:moveTo>
                  <a:pt x="768857" y="404145"/>
                </a:moveTo>
                <a:lnTo>
                  <a:pt x="779686" y="404145"/>
                </a:lnTo>
                <a:lnTo>
                  <a:pt x="779686" y="405625"/>
                </a:lnTo>
                <a:lnTo>
                  <a:pt x="768857" y="405625"/>
                </a:lnTo>
                <a:close/>
                <a:moveTo>
                  <a:pt x="199488" y="404885"/>
                </a:moveTo>
                <a:lnTo>
                  <a:pt x="200321" y="404885"/>
                </a:lnTo>
                <a:lnTo>
                  <a:pt x="200321" y="406366"/>
                </a:lnTo>
                <a:lnTo>
                  <a:pt x="199488" y="406366"/>
                </a:lnTo>
                <a:close/>
                <a:moveTo>
                  <a:pt x="280291" y="405625"/>
                </a:moveTo>
                <a:lnTo>
                  <a:pt x="688887" y="405625"/>
                </a:lnTo>
                <a:lnTo>
                  <a:pt x="688887" y="406366"/>
                </a:lnTo>
                <a:lnTo>
                  <a:pt x="280291" y="406366"/>
                </a:lnTo>
                <a:close/>
                <a:moveTo>
                  <a:pt x="235308" y="405625"/>
                </a:moveTo>
                <a:lnTo>
                  <a:pt x="252801" y="405625"/>
                </a:lnTo>
                <a:lnTo>
                  <a:pt x="252801" y="406366"/>
                </a:lnTo>
                <a:lnTo>
                  <a:pt x="235308" y="406366"/>
                </a:lnTo>
                <a:close/>
                <a:moveTo>
                  <a:pt x="173248" y="405625"/>
                </a:moveTo>
                <a:lnTo>
                  <a:pt x="184910" y="405625"/>
                </a:lnTo>
                <a:lnTo>
                  <a:pt x="184910" y="407106"/>
                </a:lnTo>
                <a:lnTo>
                  <a:pt x="173248" y="407106"/>
                </a:lnTo>
                <a:close/>
                <a:moveTo>
                  <a:pt x="235308" y="406366"/>
                </a:moveTo>
                <a:lnTo>
                  <a:pt x="253218" y="406366"/>
                </a:lnTo>
                <a:lnTo>
                  <a:pt x="253218" y="407106"/>
                </a:lnTo>
                <a:lnTo>
                  <a:pt x="235308" y="407106"/>
                </a:lnTo>
                <a:close/>
                <a:moveTo>
                  <a:pt x="768441" y="405625"/>
                </a:moveTo>
                <a:lnTo>
                  <a:pt x="779686" y="405625"/>
                </a:lnTo>
                <a:lnTo>
                  <a:pt x="779686" y="407106"/>
                </a:lnTo>
                <a:lnTo>
                  <a:pt x="768441" y="407106"/>
                </a:lnTo>
                <a:close/>
                <a:moveTo>
                  <a:pt x="279875" y="406366"/>
                </a:moveTo>
                <a:lnTo>
                  <a:pt x="688887" y="406366"/>
                </a:lnTo>
                <a:lnTo>
                  <a:pt x="688887" y="407106"/>
                </a:lnTo>
                <a:lnTo>
                  <a:pt x="279875" y="407106"/>
                </a:lnTo>
                <a:close/>
                <a:moveTo>
                  <a:pt x="199905" y="406366"/>
                </a:moveTo>
                <a:lnTo>
                  <a:pt x="200321" y="406366"/>
                </a:lnTo>
                <a:lnTo>
                  <a:pt x="200321" y="407846"/>
                </a:lnTo>
                <a:lnTo>
                  <a:pt x="199905" y="407846"/>
                </a:lnTo>
                <a:close/>
                <a:moveTo>
                  <a:pt x="235308" y="407106"/>
                </a:moveTo>
                <a:lnTo>
                  <a:pt x="254051" y="407106"/>
                </a:lnTo>
                <a:lnTo>
                  <a:pt x="254051" y="407846"/>
                </a:lnTo>
                <a:lnTo>
                  <a:pt x="235308" y="407846"/>
                </a:lnTo>
                <a:close/>
                <a:moveTo>
                  <a:pt x="279042" y="407106"/>
                </a:moveTo>
                <a:lnTo>
                  <a:pt x="688887" y="407106"/>
                </a:lnTo>
                <a:lnTo>
                  <a:pt x="688887" y="407846"/>
                </a:lnTo>
                <a:lnTo>
                  <a:pt x="279042" y="407846"/>
                </a:lnTo>
                <a:close/>
                <a:moveTo>
                  <a:pt x="768024" y="407106"/>
                </a:moveTo>
                <a:lnTo>
                  <a:pt x="779686" y="407106"/>
                </a:lnTo>
                <a:lnTo>
                  <a:pt x="779686" y="407846"/>
                </a:lnTo>
                <a:lnTo>
                  <a:pt x="768024" y="407846"/>
                </a:lnTo>
                <a:close/>
                <a:moveTo>
                  <a:pt x="278625" y="407846"/>
                </a:moveTo>
                <a:lnTo>
                  <a:pt x="688887" y="407846"/>
                </a:lnTo>
                <a:lnTo>
                  <a:pt x="688887" y="408586"/>
                </a:lnTo>
                <a:lnTo>
                  <a:pt x="278625" y="408586"/>
                </a:lnTo>
                <a:close/>
                <a:moveTo>
                  <a:pt x="235308" y="407846"/>
                </a:moveTo>
                <a:lnTo>
                  <a:pt x="254467" y="407846"/>
                </a:lnTo>
                <a:lnTo>
                  <a:pt x="254467" y="408586"/>
                </a:lnTo>
                <a:lnTo>
                  <a:pt x="235308" y="408586"/>
                </a:lnTo>
                <a:close/>
                <a:moveTo>
                  <a:pt x="173248" y="407106"/>
                </a:moveTo>
                <a:lnTo>
                  <a:pt x="185327" y="407106"/>
                </a:lnTo>
                <a:lnTo>
                  <a:pt x="185327" y="408586"/>
                </a:lnTo>
                <a:lnTo>
                  <a:pt x="173248" y="408586"/>
                </a:lnTo>
                <a:close/>
                <a:moveTo>
                  <a:pt x="277792" y="408586"/>
                </a:moveTo>
                <a:lnTo>
                  <a:pt x="688887" y="408586"/>
                </a:lnTo>
                <a:lnTo>
                  <a:pt x="688887" y="409326"/>
                </a:lnTo>
                <a:lnTo>
                  <a:pt x="277792" y="409326"/>
                </a:lnTo>
                <a:close/>
                <a:moveTo>
                  <a:pt x="767608" y="407846"/>
                </a:moveTo>
                <a:lnTo>
                  <a:pt x="779686" y="407846"/>
                </a:lnTo>
                <a:lnTo>
                  <a:pt x="779686" y="409326"/>
                </a:lnTo>
                <a:lnTo>
                  <a:pt x="767608" y="409326"/>
                </a:lnTo>
                <a:close/>
                <a:moveTo>
                  <a:pt x="235308" y="408586"/>
                </a:moveTo>
                <a:lnTo>
                  <a:pt x="255300" y="408586"/>
                </a:lnTo>
                <a:lnTo>
                  <a:pt x="255300" y="409326"/>
                </a:lnTo>
                <a:lnTo>
                  <a:pt x="235308" y="409326"/>
                </a:lnTo>
                <a:close/>
                <a:moveTo>
                  <a:pt x="767191" y="409326"/>
                </a:moveTo>
                <a:lnTo>
                  <a:pt x="779686" y="409326"/>
                </a:lnTo>
                <a:lnTo>
                  <a:pt x="779686" y="410067"/>
                </a:lnTo>
                <a:lnTo>
                  <a:pt x="767191" y="410067"/>
                </a:lnTo>
                <a:close/>
                <a:moveTo>
                  <a:pt x="173248" y="408586"/>
                </a:moveTo>
                <a:lnTo>
                  <a:pt x="185743" y="408586"/>
                </a:lnTo>
                <a:lnTo>
                  <a:pt x="185743" y="410067"/>
                </a:lnTo>
                <a:lnTo>
                  <a:pt x="173248" y="410067"/>
                </a:lnTo>
                <a:close/>
                <a:moveTo>
                  <a:pt x="276959" y="409326"/>
                </a:moveTo>
                <a:lnTo>
                  <a:pt x="688887" y="409326"/>
                </a:lnTo>
                <a:lnTo>
                  <a:pt x="688887" y="410067"/>
                </a:lnTo>
                <a:lnTo>
                  <a:pt x="276959" y="410067"/>
                </a:lnTo>
                <a:close/>
                <a:moveTo>
                  <a:pt x="235308" y="409326"/>
                </a:moveTo>
                <a:lnTo>
                  <a:pt x="256134" y="409326"/>
                </a:lnTo>
                <a:lnTo>
                  <a:pt x="256134" y="410067"/>
                </a:lnTo>
                <a:lnTo>
                  <a:pt x="235308" y="410067"/>
                </a:lnTo>
                <a:close/>
                <a:moveTo>
                  <a:pt x="173248" y="410067"/>
                </a:moveTo>
                <a:lnTo>
                  <a:pt x="186160" y="410067"/>
                </a:lnTo>
                <a:lnTo>
                  <a:pt x="186160" y="410807"/>
                </a:lnTo>
                <a:lnTo>
                  <a:pt x="173248" y="410807"/>
                </a:lnTo>
                <a:close/>
                <a:moveTo>
                  <a:pt x="64539" y="356033"/>
                </a:moveTo>
                <a:lnTo>
                  <a:pt x="79117" y="356033"/>
                </a:lnTo>
                <a:lnTo>
                  <a:pt x="79117" y="410807"/>
                </a:lnTo>
                <a:lnTo>
                  <a:pt x="64539" y="410807"/>
                </a:lnTo>
                <a:close/>
                <a:moveTo>
                  <a:pt x="397" y="356033"/>
                </a:moveTo>
                <a:lnTo>
                  <a:pt x="51627" y="356033"/>
                </a:lnTo>
                <a:lnTo>
                  <a:pt x="51627" y="410807"/>
                </a:lnTo>
                <a:lnTo>
                  <a:pt x="397" y="410807"/>
                </a:lnTo>
                <a:close/>
                <a:moveTo>
                  <a:pt x="235308" y="410067"/>
                </a:moveTo>
                <a:lnTo>
                  <a:pt x="257383" y="410067"/>
                </a:lnTo>
                <a:lnTo>
                  <a:pt x="257383" y="410807"/>
                </a:lnTo>
                <a:lnTo>
                  <a:pt x="235308" y="410807"/>
                </a:lnTo>
                <a:close/>
                <a:moveTo>
                  <a:pt x="157421" y="393782"/>
                </a:moveTo>
                <a:lnTo>
                  <a:pt x="160336" y="393782"/>
                </a:lnTo>
                <a:lnTo>
                  <a:pt x="160336" y="410807"/>
                </a:lnTo>
                <a:lnTo>
                  <a:pt x="157421" y="410807"/>
                </a:lnTo>
                <a:close/>
                <a:moveTo>
                  <a:pt x="118269" y="338268"/>
                </a:moveTo>
                <a:lnTo>
                  <a:pt x="122434" y="338268"/>
                </a:lnTo>
                <a:lnTo>
                  <a:pt x="122434" y="410807"/>
                </a:lnTo>
                <a:lnTo>
                  <a:pt x="118269" y="410807"/>
                </a:lnTo>
                <a:close/>
                <a:moveTo>
                  <a:pt x="766775" y="410067"/>
                </a:moveTo>
                <a:lnTo>
                  <a:pt x="779686" y="410067"/>
                </a:lnTo>
                <a:lnTo>
                  <a:pt x="779686" y="410807"/>
                </a:lnTo>
                <a:lnTo>
                  <a:pt x="766775" y="410807"/>
                </a:lnTo>
                <a:close/>
                <a:moveTo>
                  <a:pt x="92029" y="381199"/>
                </a:moveTo>
                <a:lnTo>
                  <a:pt x="105357" y="381199"/>
                </a:lnTo>
                <a:lnTo>
                  <a:pt x="105357" y="410807"/>
                </a:lnTo>
                <a:lnTo>
                  <a:pt x="92029" y="410807"/>
                </a:lnTo>
                <a:close/>
                <a:moveTo>
                  <a:pt x="275709" y="410067"/>
                </a:moveTo>
                <a:lnTo>
                  <a:pt x="688887" y="410067"/>
                </a:lnTo>
                <a:lnTo>
                  <a:pt x="688887" y="410807"/>
                </a:lnTo>
                <a:lnTo>
                  <a:pt x="275709" y="410807"/>
                </a:lnTo>
                <a:close/>
                <a:moveTo>
                  <a:pt x="235308" y="410807"/>
                </a:moveTo>
                <a:lnTo>
                  <a:pt x="258633" y="410807"/>
                </a:lnTo>
                <a:lnTo>
                  <a:pt x="258633" y="411547"/>
                </a:lnTo>
                <a:lnTo>
                  <a:pt x="235308" y="411547"/>
                </a:lnTo>
                <a:close/>
                <a:moveTo>
                  <a:pt x="766358" y="410807"/>
                </a:moveTo>
                <a:lnTo>
                  <a:pt x="779686" y="410807"/>
                </a:lnTo>
                <a:lnTo>
                  <a:pt x="779686" y="411547"/>
                </a:lnTo>
                <a:lnTo>
                  <a:pt x="766358" y="411547"/>
                </a:lnTo>
                <a:close/>
                <a:moveTo>
                  <a:pt x="397" y="410807"/>
                </a:moveTo>
                <a:lnTo>
                  <a:pt x="186160" y="410807"/>
                </a:lnTo>
                <a:lnTo>
                  <a:pt x="186160" y="411547"/>
                </a:lnTo>
                <a:lnTo>
                  <a:pt x="397" y="411547"/>
                </a:lnTo>
                <a:close/>
                <a:moveTo>
                  <a:pt x="274460" y="410807"/>
                </a:moveTo>
                <a:lnTo>
                  <a:pt x="688887" y="410807"/>
                </a:lnTo>
                <a:lnTo>
                  <a:pt x="688887" y="411547"/>
                </a:lnTo>
                <a:lnTo>
                  <a:pt x="274460" y="411547"/>
                </a:lnTo>
                <a:close/>
                <a:moveTo>
                  <a:pt x="397" y="411547"/>
                </a:moveTo>
                <a:lnTo>
                  <a:pt x="261132" y="411547"/>
                </a:lnTo>
                <a:lnTo>
                  <a:pt x="261132" y="412287"/>
                </a:lnTo>
                <a:lnTo>
                  <a:pt x="397" y="412287"/>
                </a:lnTo>
                <a:close/>
                <a:moveTo>
                  <a:pt x="272377" y="411547"/>
                </a:moveTo>
                <a:lnTo>
                  <a:pt x="688887" y="411547"/>
                </a:lnTo>
                <a:lnTo>
                  <a:pt x="688887" y="412287"/>
                </a:lnTo>
                <a:lnTo>
                  <a:pt x="272377" y="412287"/>
                </a:lnTo>
                <a:close/>
                <a:moveTo>
                  <a:pt x="765941" y="411547"/>
                </a:moveTo>
                <a:lnTo>
                  <a:pt x="779686" y="411547"/>
                </a:lnTo>
                <a:lnTo>
                  <a:pt x="779686" y="413027"/>
                </a:lnTo>
                <a:lnTo>
                  <a:pt x="765941" y="413027"/>
                </a:lnTo>
                <a:close/>
                <a:moveTo>
                  <a:pt x="765525" y="413027"/>
                </a:moveTo>
                <a:lnTo>
                  <a:pt x="779686" y="413027"/>
                </a:lnTo>
                <a:lnTo>
                  <a:pt x="779686" y="413768"/>
                </a:lnTo>
                <a:lnTo>
                  <a:pt x="765525" y="413768"/>
                </a:lnTo>
                <a:close/>
                <a:moveTo>
                  <a:pt x="765108" y="413768"/>
                </a:moveTo>
                <a:lnTo>
                  <a:pt x="779686" y="413768"/>
                </a:lnTo>
                <a:lnTo>
                  <a:pt x="779686" y="414508"/>
                </a:lnTo>
                <a:lnTo>
                  <a:pt x="765108" y="414508"/>
                </a:lnTo>
                <a:close/>
                <a:moveTo>
                  <a:pt x="764692" y="414508"/>
                </a:moveTo>
                <a:lnTo>
                  <a:pt x="779686" y="414508"/>
                </a:lnTo>
                <a:lnTo>
                  <a:pt x="779686" y="415248"/>
                </a:lnTo>
                <a:lnTo>
                  <a:pt x="764692" y="415248"/>
                </a:lnTo>
                <a:close/>
                <a:moveTo>
                  <a:pt x="764275" y="415248"/>
                </a:moveTo>
                <a:lnTo>
                  <a:pt x="779686" y="415248"/>
                </a:lnTo>
                <a:lnTo>
                  <a:pt x="779686" y="415988"/>
                </a:lnTo>
                <a:lnTo>
                  <a:pt x="764275" y="415988"/>
                </a:lnTo>
                <a:close/>
                <a:moveTo>
                  <a:pt x="763859" y="415988"/>
                </a:moveTo>
                <a:lnTo>
                  <a:pt x="779686" y="415988"/>
                </a:lnTo>
                <a:lnTo>
                  <a:pt x="779686" y="416728"/>
                </a:lnTo>
                <a:lnTo>
                  <a:pt x="763859" y="416728"/>
                </a:lnTo>
                <a:close/>
                <a:moveTo>
                  <a:pt x="763442" y="416728"/>
                </a:moveTo>
                <a:lnTo>
                  <a:pt x="779686" y="416728"/>
                </a:lnTo>
                <a:lnTo>
                  <a:pt x="779686" y="417469"/>
                </a:lnTo>
                <a:lnTo>
                  <a:pt x="763442" y="417469"/>
                </a:lnTo>
                <a:close/>
                <a:moveTo>
                  <a:pt x="762609" y="417469"/>
                </a:moveTo>
                <a:lnTo>
                  <a:pt x="779686" y="417469"/>
                </a:lnTo>
                <a:lnTo>
                  <a:pt x="779686" y="418209"/>
                </a:lnTo>
                <a:lnTo>
                  <a:pt x="762609" y="418209"/>
                </a:lnTo>
                <a:close/>
                <a:moveTo>
                  <a:pt x="762193" y="418209"/>
                </a:moveTo>
                <a:lnTo>
                  <a:pt x="779686" y="418209"/>
                </a:lnTo>
                <a:lnTo>
                  <a:pt x="779686" y="418949"/>
                </a:lnTo>
                <a:lnTo>
                  <a:pt x="762193" y="418949"/>
                </a:lnTo>
                <a:close/>
                <a:moveTo>
                  <a:pt x="761776" y="418949"/>
                </a:moveTo>
                <a:lnTo>
                  <a:pt x="779686" y="418949"/>
                </a:lnTo>
                <a:lnTo>
                  <a:pt x="779686" y="419689"/>
                </a:lnTo>
                <a:lnTo>
                  <a:pt x="761776" y="419689"/>
                </a:lnTo>
                <a:close/>
                <a:moveTo>
                  <a:pt x="760943" y="419689"/>
                </a:moveTo>
                <a:lnTo>
                  <a:pt x="779686" y="419689"/>
                </a:lnTo>
                <a:lnTo>
                  <a:pt x="779686" y="420429"/>
                </a:lnTo>
                <a:lnTo>
                  <a:pt x="760943" y="420429"/>
                </a:lnTo>
                <a:close/>
                <a:moveTo>
                  <a:pt x="858407" y="382679"/>
                </a:moveTo>
                <a:lnTo>
                  <a:pt x="894227" y="382679"/>
                </a:lnTo>
                <a:lnTo>
                  <a:pt x="894227" y="421170"/>
                </a:lnTo>
                <a:lnTo>
                  <a:pt x="858407" y="421170"/>
                </a:lnTo>
                <a:close/>
                <a:moveTo>
                  <a:pt x="760527" y="420429"/>
                </a:moveTo>
                <a:lnTo>
                  <a:pt x="779686" y="420429"/>
                </a:lnTo>
                <a:lnTo>
                  <a:pt x="779686" y="421170"/>
                </a:lnTo>
                <a:lnTo>
                  <a:pt x="760527" y="421170"/>
                </a:lnTo>
                <a:close/>
                <a:moveTo>
                  <a:pt x="759694" y="421170"/>
                </a:moveTo>
                <a:lnTo>
                  <a:pt x="779686" y="421170"/>
                </a:lnTo>
                <a:lnTo>
                  <a:pt x="779686" y="421910"/>
                </a:lnTo>
                <a:lnTo>
                  <a:pt x="759694" y="421910"/>
                </a:lnTo>
                <a:close/>
                <a:moveTo>
                  <a:pt x="759277" y="421910"/>
                </a:moveTo>
                <a:lnTo>
                  <a:pt x="779686" y="421910"/>
                </a:lnTo>
                <a:lnTo>
                  <a:pt x="779686" y="422650"/>
                </a:lnTo>
                <a:lnTo>
                  <a:pt x="759277" y="422650"/>
                </a:lnTo>
                <a:close/>
                <a:moveTo>
                  <a:pt x="758444" y="422650"/>
                </a:moveTo>
                <a:lnTo>
                  <a:pt x="779686" y="422650"/>
                </a:lnTo>
                <a:lnTo>
                  <a:pt x="779686" y="423390"/>
                </a:lnTo>
                <a:lnTo>
                  <a:pt x="758444" y="423390"/>
                </a:lnTo>
                <a:close/>
                <a:moveTo>
                  <a:pt x="757611" y="423390"/>
                </a:moveTo>
                <a:lnTo>
                  <a:pt x="779686" y="423390"/>
                </a:lnTo>
                <a:lnTo>
                  <a:pt x="779686" y="424130"/>
                </a:lnTo>
                <a:lnTo>
                  <a:pt x="757611" y="424130"/>
                </a:lnTo>
                <a:close/>
                <a:moveTo>
                  <a:pt x="756778" y="424130"/>
                </a:moveTo>
                <a:lnTo>
                  <a:pt x="779686" y="424130"/>
                </a:lnTo>
                <a:lnTo>
                  <a:pt x="779686" y="424870"/>
                </a:lnTo>
                <a:lnTo>
                  <a:pt x="756778" y="424870"/>
                </a:lnTo>
                <a:close/>
                <a:moveTo>
                  <a:pt x="755945" y="424870"/>
                </a:moveTo>
                <a:lnTo>
                  <a:pt x="779686" y="424870"/>
                </a:lnTo>
                <a:lnTo>
                  <a:pt x="779686" y="425611"/>
                </a:lnTo>
                <a:lnTo>
                  <a:pt x="755945" y="425611"/>
                </a:lnTo>
                <a:close/>
                <a:moveTo>
                  <a:pt x="754696" y="425611"/>
                </a:moveTo>
                <a:lnTo>
                  <a:pt x="779686" y="425611"/>
                </a:lnTo>
                <a:lnTo>
                  <a:pt x="779686" y="426351"/>
                </a:lnTo>
                <a:lnTo>
                  <a:pt x="754696" y="426351"/>
                </a:lnTo>
                <a:close/>
                <a:moveTo>
                  <a:pt x="753863" y="426351"/>
                </a:moveTo>
                <a:lnTo>
                  <a:pt x="779686" y="426351"/>
                </a:lnTo>
                <a:lnTo>
                  <a:pt x="779686" y="427091"/>
                </a:lnTo>
                <a:lnTo>
                  <a:pt x="753863" y="427091"/>
                </a:lnTo>
                <a:close/>
                <a:moveTo>
                  <a:pt x="752613" y="427091"/>
                </a:moveTo>
                <a:lnTo>
                  <a:pt x="779686" y="427091"/>
                </a:lnTo>
                <a:lnTo>
                  <a:pt x="779686" y="427831"/>
                </a:lnTo>
                <a:lnTo>
                  <a:pt x="752613" y="427831"/>
                </a:lnTo>
                <a:close/>
                <a:moveTo>
                  <a:pt x="750947" y="427831"/>
                </a:moveTo>
                <a:lnTo>
                  <a:pt x="779686" y="427831"/>
                </a:lnTo>
                <a:lnTo>
                  <a:pt x="779686" y="428571"/>
                </a:lnTo>
                <a:lnTo>
                  <a:pt x="750947" y="428571"/>
                </a:lnTo>
                <a:close/>
                <a:moveTo>
                  <a:pt x="749281" y="428571"/>
                </a:moveTo>
                <a:lnTo>
                  <a:pt x="779686" y="428571"/>
                </a:lnTo>
                <a:lnTo>
                  <a:pt x="779686" y="429312"/>
                </a:lnTo>
                <a:lnTo>
                  <a:pt x="749281" y="429312"/>
                </a:lnTo>
                <a:close/>
                <a:moveTo>
                  <a:pt x="747199" y="429312"/>
                </a:moveTo>
                <a:lnTo>
                  <a:pt x="779686" y="429312"/>
                </a:lnTo>
                <a:lnTo>
                  <a:pt x="779686" y="430052"/>
                </a:lnTo>
                <a:lnTo>
                  <a:pt x="747199" y="430052"/>
                </a:lnTo>
                <a:close/>
                <a:moveTo>
                  <a:pt x="744283" y="430052"/>
                </a:moveTo>
                <a:lnTo>
                  <a:pt x="779686" y="430052"/>
                </a:lnTo>
                <a:lnTo>
                  <a:pt x="779686" y="430792"/>
                </a:lnTo>
                <a:lnTo>
                  <a:pt x="744283" y="430792"/>
                </a:lnTo>
                <a:close/>
                <a:moveTo>
                  <a:pt x="397" y="412287"/>
                </a:moveTo>
                <a:lnTo>
                  <a:pt x="688887" y="412287"/>
                </a:lnTo>
                <a:lnTo>
                  <a:pt x="688887" y="441895"/>
                </a:lnTo>
                <a:lnTo>
                  <a:pt x="397" y="441895"/>
                </a:lnTo>
                <a:close/>
                <a:moveTo>
                  <a:pt x="66622" y="441895"/>
                </a:moveTo>
                <a:lnTo>
                  <a:pt x="688887" y="441895"/>
                </a:lnTo>
                <a:lnTo>
                  <a:pt x="688887" y="442635"/>
                </a:lnTo>
                <a:lnTo>
                  <a:pt x="66622" y="442635"/>
                </a:lnTo>
                <a:close/>
                <a:moveTo>
                  <a:pt x="397" y="441895"/>
                </a:moveTo>
                <a:lnTo>
                  <a:pt x="55792" y="441895"/>
                </a:lnTo>
                <a:lnTo>
                  <a:pt x="55792" y="442635"/>
                </a:lnTo>
                <a:lnTo>
                  <a:pt x="397" y="442635"/>
                </a:lnTo>
                <a:close/>
                <a:moveTo>
                  <a:pt x="68288" y="442635"/>
                </a:moveTo>
                <a:lnTo>
                  <a:pt x="688887" y="442635"/>
                </a:lnTo>
                <a:lnTo>
                  <a:pt x="688887" y="443375"/>
                </a:lnTo>
                <a:lnTo>
                  <a:pt x="68288" y="443375"/>
                </a:lnTo>
                <a:close/>
                <a:moveTo>
                  <a:pt x="397" y="442635"/>
                </a:moveTo>
                <a:lnTo>
                  <a:pt x="54126" y="442635"/>
                </a:lnTo>
                <a:lnTo>
                  <a:pt x="54126" y="443375"/>
                </a:lnTo>
                <a:lnTo>
                  <a:pt x="397" y="443375"/>
                </a:lnTo>
                <a:close/>
                <a:moveTo>
                  <a:pt x="397" y="443375"/>
                </a:moveTo>
                <a:lnTo>
                  <a:pt x="52460" y="443375"/>
                </a:lnTo>
                <a:lnTo>
                  <a:pt x="52460" y="444115"/>
                </a:lnTo>
                <a:lnTo>
                  <a:pt x="397" y="444115"/>
                </a:lnTo>
                <a:close/>
                <a:moveTo>
                  <a:pt x="69954" y="443375"/>
                </a:moveTo>
                <a:lnTo>
                  <a:pt x="85365" y="443375"/>
                </a:lnTo>
                <a:lnTo>
                  <a:pt x="85365" y="444115"/>
                </a:lnTo>
                <a:lnTo>
                  <a:pt x="69954" y="444115"/>
                </a:lnTo>
                <a:close/>
                <a:moveTo>
                  <a:pt x="173665" y="443375"/>
                </a:moveTo>
                <a:lnTo>
                  <a:pt x="189075" y="443375"/>
                </a:lnTo>
                <a:lnTo>
                  <a:pt x="189075" y="444856"/>
                </a:lnTo>
                <a:lnTo>
                  <a:pt x="173665" y="444856"/>
                </a:lnTo>
                <a:close/>
                <a:moveTo>
                  <a:pt x="397" y="444115"/>
                </a:moveTo>
                <a:lnTo>
                  <a:pt x="51627" y="444115"/>
                </a:lnTo>
                <a:lnTo>
                  <a:pt x="51627" y="444856"/>
                </a:lnTo>
                <a:lnTo>
                  <a:pt x="397" y="444856"/>
                </a:lnTo>
                <a:close/>
                <a:moveTo>
                  <a:pt x="97860" y="443375"/>
                </a:moveTo>
                <a:lnTo>
                  <a:pt x="112438" y="443375"/>
                </a:lnTo>
                <a:lnTo>
                  <a:pt x="112438" y="444856"/>
                </a:lnTo>
                <a:lnTo>
                  <a:pt x="97860" y="444856"/>
                </a:lnTo>
                <a:close/>
                <a:moveTo>
                  <a:pt x="71203" y="444115"/>
                </a:moveTo>
                <a:lnTo>
                  <a:pt x="85365" y="444115"/>
                </a:lnTo>
                <a:lnTo>
                  <a:pt x="85365" y="444856"/>
                </a:lnTo>
                <a:lnTo>
                  <a:pt x="71203" y="444856"/>
                </a:lnTo>
                <a:close/>
                <a:moveTo>
                  <a:pt x="142010" y="443375"/>
                </a:moveTo>
                <a:lnTo>
                  <a:pt x="159087" y="443375"/>
                </a:lnTo>
                <a:lnTo>
                  <a:pt x="159087" y="444856"/>
                </a:lnTo>
                <a:lnTo>
                  <a:pt x="142010" y="444856"/>
                </a:lnTo>
                <a:close/>
                <a:moveTo>
                  <a:pt x="203653" y="443375"/>
                </a:moveTo>
                <a:lnTo>
                  <a:pt x="688887" y="443375"/>
                </a:lnTo>
                <a:lnTo>
                  <a:pt x="688887" y="444856"/>
                </a:lnTo>
                <a:lnTo>
                  <a:pt x="203653" y="444856"/>
                </a:lnTo>
                <a:close/>
                <a:moveTo>
                  <a:pt x="142010" y="444856"/>
                </a:moveTo>
                <a:lnTo>
                  <a:pt x="159503" y="444856"/>
                </a:lnTo>
                <a:lnTo>
                  <a:pt x="159503" y="445596"/>
                </a:lnTo>
                <a:lnTo>
                  <a:pt x="142010" y="445596"/>
                </a:lnTo>
                <a:close/>
                <a:moveTo>
                  <a:pt x="397" y="444856"/>
                </a:moveTo>
                <a:lnTo>
                  <a:pt x="50378" y="444856"/>
                </a:lnTo>
                <a:lnTo>
                  <a:pt x="50378" y="445596"/>
                </a:lnTo>
                <a:lnTo>
                  <a:pt x="397" y="445596"/>
                </a:lnTo>
                <a:close/>
                <a:moveTo>
                  <a:pt x="98276" y="444856"/>
                </a:moveTo>
                <a:lnTo>
                  <a:pt x="112438" y="444856"/>
                </a:lnTo>
                <a:lnTo>
                  <a:pt x="112438" y="445596"/>
                </a:lnTo>
                <a:lnTo>
                  <a:pt x="98276" y="445596"/>
                </a:lnTo>
                <a:close/>
                <a:moveTo>
                  <a:pt x="174081" y="444856"/>
                </a:moveTo>
                <a:lnTo>
                  <a:pt x="188659" y="444856"/>
                </a:lnTo>
                <a:lnTo>
                  <a:pt x="188659" y="445596"/>
                </a:lnTo>
                <a:lnTo>
                  <a:pt x="174081" y="445596"/>
                </a:lnTo>
                <a:close/>
                <a:moveTo>
                  <a:pt x="203237" y="444856"/>
                </a:moveTo>
                <a:lnTo>
                  <a:pt x="688887" y="444856"/>
                </a:lnTo>
                <a:lnTo>
                  <a:pt x="688887" y="445596"/>
                </a:lnTo>
                <a:lnTo>
                  <a:pt x="203237" y="445596"/>
                </a:lnTo>
                <a:close/>
                <a:moveTo>
                  <a:pt x="72036" y="444856"/>
                </a:moveTo>
                <a:lnTo>
                  <a:pt x="85365" y="444856"/>
                </a:lnTo>
                <a:lnTo>
                  <a:pt x="85365" y="445596"/>
                </a:lnTo>
                <a:lnTo>
                  <a:pt x="72036" y="445596"/>
                </a:lnTo>
                <a:close/>
                <a:moveTo>
                  <a:pt x="174498" y="445596"/>
                </a:moveTo>
                <a:lnTo>
                  <a:pt x="188659" y="445596"/>
                </a:lnTo>
                <a:lnTo>
                  <a:pt x="188659" y="446336"/>
                </a:lnTo>
                <a:lnTo>
                  <a:pt x="174498" y="446336"/>
                </a:lnTo>
                <a:close/>
                <a:moveTo>
                  <a:pt x="72869" y="445596"/>
                </a:moveTo>
                <a:lnTo>
                  <a:pt x="85365" y="445596"/>
                </a:lnTo>
                <a:lnTo>
                  <a:pt x="85365" y="446336"/>
                </a:lnTo>
                <a:lnTo>
                  <a:pt x="72869" y="446336"/>
                </a:lnTo>
                <a:close/>
                <a:moveTo>
                  <a:pt x="202820" y="445596"/>
                </a:moveTo>
                <a:lnTo>
                  <a:pt x="688887" y="445596"/>
                </a:lnTo>
                <a:lnTo>
                  <a:pt x="688887" y="446336"/>
                </a:lnTo>
                <a:lnTo>
                  <a:pt x="202820" y="446336"/>
                </a:lnTo>
                <a:close/>
                <a:moveTo>
                  <a:pt x="397" y="445596"/>
                </a:moveTo>
                <a:lnTo>
                  <a:pt x="49545" y="445596"/>
                </a:lnTo>
                <a:lnTo>
                  <a:pt x="49545" y="446336"/>
                </a:lnTo>
                <a:lnTo>
                  <a:pt x="397" y="446336"/>
                </a:lnTo>
                <a:close/>
                <a:moveTo>
                  <a:pt x="397" y="446336"/>
                </a:moveTo>
                <a:lnTo>
                  <a:pt x="49128" y="446336"/>
                </a:lnTo>
                <a:lnTo>
                  <a:pt x="49128" y="447076"/>
                </a:lnTo>
                <a:lnTo>
                  <a:pt x="397" y="447076"/>
                </a:lnTo>
                <a:close/>
                <a:moveTo>
                  <a:pt x="98693" y="445596"/>
                </a:moveTo>
                <a:lnTo>
                  <a:pt x="112438" y="445596"/>
                </a:lnTo>
                <a:lnTo>
                  <a:pt x="112438" y="447076"/>
                </a:lnTo>
                <a:lnTo>
                  <a:pt x="98693" y="447076"/>
                </a:lnTo>
                <a:close/>
                <a:moveTo>
                  <a:pt x="174498" y="446336"/>
                </a:moveTo>
                <a:lnTo>
                  <a:pt x="188242" y="446336"/>
                </a:lnTo>
                <a:lnTo>
                  <a:pt x="188242" y="447076"/>
                </a:lnTo>
                <a:lnTo>
                  <a:pt x="174498" y="447076"/>
                </a:lnTo>
                <a:close/>
                <a:moveTo>
                  <a:pt x="73702" y="446336"/>
                </a:moveTo>
                <a:lnTo>
                  <a:pt x="85365" y="446336"/>
                </a:lnTo>
                <a:lnTo>
                  <a:pt x="85365" y="447076"/>
                </a:lnTo>
                <a:lnTo>
                  <a:pt x="73702" y="447076"/>
                </a:lnTo>
                <a:close/>
                <a:moveTo>
                  <a:pt x="142010" y="445596"/>
                </a:moveTo>
                <a:lnTo>
                  <a:pt x="159920" y="445596"/>
                </a:lnTo>
                <a:lnTo>
                  <a:pt x="159920" y="447076"/>
                </a:lnTo>
                <a:lnTo>
                  <a:pt x="142010" y="447076"/>
                </a:lnTo>
                <a:close/>
                <a:moveTo>
                  <a:pt x="202404" y="446336"/>
                </a:moveTo>
                <a:lnTo>
                  <a:pt x="688887" y="446336"/>
                </a:lnTo>
                <a:lnTo>
                  <a:pt x="688887" y="447816"/>
                </a:lnTo>
                <a:lnTo>
                  <a:pt x="202404" y="447816"/>
                </a:lnTo>
                <a:close/>
                <a:moveTo>
                  <a:pt x="99109" y="447076"/>
                </a:moveTo>
                <a:lnTo>
                  <a:pt x="112438" y="447076"/>
                </a:lnTo>
                <a:lnTo>
                  <a:pt x="112438" y="447816"/>
                </a:lnTo>
                <a:lnTo>
                  <a:pt x="99109" y="447816"/>
                </a:lnTo>
                <a:close/>
                <a:moveTo>
                  <a:pt x="142010" y="447076"/>
                </a:moveTo>
                <a:lnTo>
                  <a:pt x="160336" y="447076"/>
                </a:lnTo>
                <a:lnTo>
                  <a:pt x="160336" y="447816"/>
                </a:lnTo>
                <a:lnTo>
                  <a:pt x="142010" y="447816"/>
                </a:lnTo>
                <a:close/>
                <a:moveTo>
                  <a:pt x="397" y="447076"/>
                </a:moveTo>
                <a:lnTo>
                  <a:pt x="48295" y="447076"/>
                </a:lnTo>
                <a:lnTo>
                  <a:pt x="48295" y="447816"/>
                </a:lnTo>
                <a:lnTo>
                  <a:pt x="397" y="447816"/>
                </a:lnTo>
                <a:close/>
                <a:moveTo>
                  <a:pt x="74119" y="447076"/>
                </a:moveTo>
                <a:lnTo>
                  <a:pt x="85365" y="447076"/>
                </a:lnTo>
                <a:lnTo>
                  <a:pt x="85365" y="447816"/>
                </a:lnTo>
                <a:lnTo>
                  <a:pt x="74119" y="447816"/>
                </a:lnTo>
                <a:close/>
                <a:moveTo>
                  <a:pt x="174914" y="447076"/>
                </a:moveTo>
                <a:lnTo>
                  <a:pt x="187826" y="447076"/>
                </a:lnTo>
                <a:lnTo>
                  <a:pt x="187826" y="448557"/>
                </a:lnTo>
                <a:lnTo>
                  <a:pt x="174914" y="448557"/>
                </a:lnTo>
                <a:close/>
                <a:moveTo>
                  <a:pt x="74952" y="447816"/>
                </a:moveTo>
                <a:lnTo>
                  <a:pt x="85365" y="447816"/>
                </a:lnTo>
                <a:lnTo>
                  <a:pt x="85365" y="448557"/>
                </a:lnTo>
                <a:lnTo>
                  <a:pt x="74952" y="448557"/>
                </a:lnTo>
                <a:close/>
                <a:moveTo>
                  <a:pt x="201987" y="447816"/>
                </a:moveTo>
                <a:lnTo>
                  <a:pt x="688887" y="447816"/>
                </a:lnTo>
                <a:lnTo>
                  <a:pt x="688887" y="448557"/>
                </a:lnTo>
                <a:lnTo>
                  <a:pt x="201987" y="448557"/>
                </a:lnTo>
                <a:close/>
                <a:moveTo>
                  <a:pt x="397" y="447816"/>
                </a:moveTo>
                <a:lnTo>
                  <a:pt x="47879" y="447816"/>
                </a:lnTo>
                <a:lnTo>
                  <a:pt x="47879" y="448557"/>
                </a:lnTo>
                <a:lnTo>
                  <a:pt x="397" y="448557"/>
                </a:lnTo>
                <a:close/>
                <a:moveTo>
                  <a:pt x="175331" y="448557"/>
                </a:moveTo>
                <a:lnTo>
                  <a:pt x="187409" y="448557"/>
                </a:lnTo>
                <a:lnTo>
                  <a:pt x="187409" y="449297"/>
                </a:lnTo>
                <a:lnTo>
                  <a:pt x="175331" y="449297"/>
                </a:lnTo>
                <a:close/>
                <a:moveTo>
                  <a:pt x="142010" y="447816"/>
                </a:moveTo>
                <a:lnTo>
                  <a:pt x="160753" y="447816"/>
                </a:lnTo>
                <a:lnTo>
                  <a:pt x="160753" y="449297"/>
                </a:lnTo>
                <a:lnTo>
                  <a:pt x="142010" y="449297"/>
                </a:lnTo>
                <a:close/>
                <a:moveTo>
                  <a:pt x="99526" y="447816"/>
                </a:moveTo>
                <a:lnTo>
                  <a:pt x="112438" y="447816"/>
                </a:lnTo>
                <a:lnTo>
                  <a:pt x="112438" y="449297"/>
                </a:lnTo>
                <a:lnTo>
                  <a:pt x="99526" y="449297"/>
                </a:lnTo>
                <a:close/>
                <a:moveTo>
                  <a:pt x="75368" y="448557"/>
                </a:moveTo>
                <a:lnTo>
                  <a:pt x="85365" y="448557"/>
                </a:lnTo>
                <a:lnTo>
                  <a:pt x="85365" y="449297"/>
                </a:lnTo>
                <a:lnTo>
                  <a:pt x="75368" y="449297"/>
                </a:lnTo>
                <a:close/>
                <a:moveTo>
                  <a:pt x="397" y="448557"/>
                </a:moveTo>
                <a:lnTo>
                  <a:pt x="47046" y="448557"/>
                </a:lnTo>
                <a:lnTo>
                  <a:pt x="47046" y="449297"/>
                </a:lnTo>
                <a:lnTo>
                  <a:pt x="397" y="449297"/>
                </a:lnTo>
                <a:close/>
                <a:moveTo>
                  <a:pt x="142010" y="449297"/>
                </a:moveTo>
                <a:lnTo>
                  <a:pt x="161169" y="449297"/>
                </a:lnTo>
                <a:lnTo>
                  <a:pt x="161169" y="450037"/>
                </a:lnTo>
                <a:lnTo>
                  <a:pt x="142010" y="450037"/>
                </a:lnTo>
                <a:close/>
                <a:moveTo>
                  <a:pt x="175747" y="449297"/>
                </a:moveTo>
                <a:lnTo>
                  <a:pt x="187409" y="449297"/>
                </a:lnTo>
                <a:lnTo>
                  <a:pt x="187409" y="450037"/>
                </a:lnTo>
                <a:lnTo>
                  <a:pt x="175747" y="450037"/>
                </a:lnTo>
                <a:close/>
                <a:moveTo>
                  <a:pt x="99942" y="449297"/>
                </a:moveTo>
                <a:lnTo>
                  <a:pt x="112438" y="449297"/>
                </a:lnTo>
                <a:lnTo>
                  <a:pt x="112438" y="450037"/>
                </a:lnTo>
                <a:lnTo>
                  <a:pt x="99942" y="450037"/>
                </a:lnTo>
                <a:close/>
                <a:moveTo>
                  <a:pt x="75785" y="449297"/>
                </a:moveTo>
                <a:lnTo>
                  <a:pt x="85365" y="449297"/>
                </a:lnTo>
                <a:lnTo>
                  <a:pt x="85365" y="450037"/>
                </a:lnTo>
                <a:lnTo>
                  <a:pt x="75785" y="450037"/>
                </a:lnTo>
                <a:close/>
                <a:moveTo>
                  <a:pt x="201571" y="448557"/>
                </a:moveTo>
                <a:lnTo>
                  <a:pt x="688887" y="448557"/>
                </a:lnTo>
                <a:lnTo>
                  <a:pt x="688887" y="450037"/>
                </a:lnTo>
                <a:lnTo>
                  <a:pt x="201571" y="450037"/>
                </a:lnTo>
                <a:close/>
                <a:moveTo>
                  <a:pt x="397" y="449297"/>
                </a:moveTo>
                <a:lnTo>
                  <a:pt x="46629" y="449297"/>
                </a:lnTo>
                <a:lnTo>
                  <a:pt x="46629" y="450037"/>
                </a:lnTo>
                <a:lnTo>
                  <a:pt x="397" y="450037"/>
                </a:lnTo>
                <a:close/>
                <a:moveTo>
                  <a:pt x="397" y="450037"/>
                </a:moveTo>
                <a:lnTo>
                  <a:pt x="46213" y="450037"/>
                </a:lnTo>
                <a:lnTo>
                  <a:pt x="46213" y="450777"/>
                </a:lnTo>
                <a:lnTo>
                  <a:pt x="397" y="450777"/>
                </a:lnTo>
                <a:close/>
                <a:moveTo>
                  <a:pt x="76618" y="450037"/>
                </a:moveTo>
                <a:lnTo>
                  <a:pt x="85365" y="450037"/>
                </a:lnTo>
                <a:lnTo>
                  <a:pt x="85365" y="450777"/>
                </a:lnTo>
                <a:lnTo>
                  <a:pt x="76618" y="450777"/>
                </a:lnTo>
                <a:close/>
                <a:moveTo>
                  <a:pt x="175747" y="450037"/>
                </a:moveTo>
                <a:lnTo>
                  <a:pt x="186993" y="450037"/>
                </a:lnTo>
                <a:lnTo>
                  <a:pt x="186993" y="450777"/>
                </a:lnTo>
                <a:lnTo>
                  <a:pt x="175747" y="450777"/>
                </a:lnTo>
                <a:close/>
                <a:moveTo>
                  <a:pt x="142010" y="450037"/>
                </a:moveTo>
                <a:lnTo>
                  <a:pt x="161586" y="450037"/>
                </a:lnTo>
                <a:lnTo>
                  <a:pt x="161586" y="450777"/>
                </a:lnTo>
                <a:lnTo>
                  <a:pt x="142010" y="450777"/>
                </a:lnTo>
                <a:close/>
                <a:moveTo>
                  <a:pt x="201154" y="450037"/>
                </a:moveTo>
                <a:lnTo>
                  <a:pt x="688887" y="450037"/>
                </a:lnTo>
                <a:lnTo>
                  <a:pt x="688887" y="450777"/>
                </a:lnTo>
                <a:lnTo>
                  <a:pt x="201154" y="450777"/>
                </a:lnTo>
                <a:close/>
                <a:moveTo>
                  <a:pt x="100359" y="450037"/>
                </a:moveTo>
                <a:lnTo>
                  <a:pt x="112438" y="450037"/>
                </a:lnTo>
                <a:lnTo>
                  <a:pt x="112438" y="451517"/>
                </a:lnTo>
                <a:lnTo>
                  <a:pt x="100359" y="451517"/>
                </a:lnTo>
                <a:close/>
                <a:moveTo>
                  <a:pt x="397" y="450777"/>
                </a:moveTo>
                <a:lnTo>
                  <a:pt x="45796" y="450777"/>
                </a:lnTo>
                <a:lnTo>
                  <a:pt x="45796" y="451517"/>
                </a:lnTo>
                <a:lnTo>
                  <a:pt x="397" y="451517"/>
                </a:lnTo>
                <a:close/>
                <a:moveTo>
                  <a:pt x="77034" y="450777"/>
                </a:moveTo>
                <a:lnTo>
                  <a:pt x="85365" y="450777"/>
                </a:lnTo>
                <a:lnTo>
                  <a:pt x="85365" y="451517"/>
                </a:lnTo>
                <a:lnTo>
                  <a:pt x="77034" y="451517"/>
                </a:lnTo>
                <a:close/>
                <a:moveTo>
                  <a:pt x="200738" y="450777"/>
                </a:moveTo>
                <a:lnTo>
                  <a:pt x="688887" y="450777"/>
                </a:lnTo>
                <a:lnTo>
                  <a:pt x="688887" y="452258"/>
                </a:lnTo>
                <a:lnTo>
                  <a:pt x="200738" y="452258"/>
                </a:lnTo>
                <a:close/>
                <a:moveTo>
                  <a:pt x="397" y="451517"/>
                </a:moveTo>
                <a:lnTo>
                  <a:pt x="45380" y="451517"/>
                </a:lnTo>
                <a:lnTo>
                  <a:pt x="45380" y="452258"/>
                </a:lnTo>
                <a:lnTo>
                  <a:pt x="397" y="452258"/>
                </a:lnTo>
                <a:close/>
                <a:moveTo>
                  <a:pt x="100775" y="451517"/>
                </a:moveTo>
                <a:lnTo>
                  <a:pt x="112438" y="451517"/>
                </a:lnTo>
                <a:lnTo>
                  <a:pt x="112438" y="452258"/>
                </a:lnTo>
                <a:lnTo>
                  <a:pt x="100775" y="452258"/>
                </a:lnTo>
                <a:close/>
                <a:moveTo>
                  <a:pt x="142010" y="450777"/>
                </a:moveTo>
                <a:lnTo>
                  <a:pt x="162002" y="450777"/>
                </a:lnTo>
                <a:lnTo>
                  <a:pt x="162002" y="452258"/>
                </a:lnTo>
                <a:lnTo>
                  <a:pt x="142010" y="452258"/>
                </a:lnTo>
                <a:close/>
                <a:moveTo>
                  <a:pt x="176164" y="450777"/>
                </a:moveTo>
                <a:lnTo>
                  <a:pt x="186576" y="450777"/>
                </a:lnTo>
                <a:lnTo>
                  <a:pt x="186576" y="452258"/>
                </a:lnTo>
                <a:lnTo>
                  <a:pt x="176164" y="452258"/>
                </a:lnTo>
                <a:close/>
                <a:moveTo>
                  <a:pt x="77451" y="451517"/>
                </a:moveTo>
                <a:lnTo>
                  <a:pt x="85365" y="451517"/>
                </a:lnTo>
                <a:lnTo>
                  <a:pt x="85365" y="452258"/>
                </a:lnTo>
                <a:lnTo>
                  <a:pt x="77451" y="452258"/>
                </a:lnTo>
                <a:close/>
                <a:moveTo>
                  <a:pt x="397" y="452258"/>
                </a:moveTo>
                <a:lnTo>
                  <a:pt x="44963" y="452258"/>
                </a:lnTo>
                <a:lnTo>
                  <a:pt x="44963" y="452998"/>
                </a:lnTo>
                <a:lnTo>
                  <a:pt x="397" y="452998"/>
                </a:lnTo>
                <a:close/>
                <a:moveTo>
                  <a:pt x="142010" y="452258"/>
                </a:moveTo>
                <a:lnTo>
                  <a:pt x="162419" y="452258"/>
                </a:lnTo>
                <a:lnTo>
                  <a:pt x="162419" y="452998"/>
                </a:lnTo>
                <a:lnTo>
                  <a:pt x="142010" y="452998"/>
                </a:lnTo>
                <a:close/>
                <a:moveTo>
                  <a:pt x="176580" y="452258"/>
                </a:moveTo>
                <a:lnTo>
                  <a:pt x="186160" y="452258"/>
                </a:lnTo>
                <a:lnTo>
                  <a:pt x="186160" y="452998"/>
                </a:lnTo>
                <a:lnTo>
                  <a:pt x="176580" y="452998"/>
                </a:lnTo>
                <a:close/>
                <a:moveTo>
                  <a:pt x="200321" y="452258"/>
                </a:moveTo>
                <a:lnTo>
                  <a:pt x="688887" y="452258"/>
                </a:lnTo>
                <a:lnTo>
                  <a:pt x="688887" y="452998"/>
                </a:lnTo>
                <a:lnTo>
                  <a:pt x="200321" y="452998"/>
                </a:lnTo>
                <a:close/>
                <a:moveTo>
                  <a:pt x="101192" y="452258"/>
                </a:moveTo>
                <a:lnTo>
                  <a:pt x="112438" y="452258"/>
                </a:lnTo>
                <a:lnTo>
                  <a:pt x="112438" y="453738"/>
                </a:lnTo>
                <a:lnTo>
                  <a:pt x="101192" y="453738"/>
                </a:lnTo>
                <a:close/>
                <a:moveTo>
                  <a:pt x="176997" y="452998"/>
                </a:moveTo>
                <a:lnTo>
                  <a:pt x="186160" y="452998"/>
                </a:lnTo>
                <a:lnTo>
                  <a:pt x="186160" y="453738"/>
                </a:lnTo>
                <a:lnTo>
                  <a:pt x="176997" y="453738"/>
                </a:lnTo>
                <a:close/>
                <a:moveTo>
                  <a:pt x="397" y="452998"/>
                </a:moveTo>
                <a:lnTo>
                  <a:pt x="44547" y="452998"/>
                </a:lnTo>
                <a:lnTo>
                  <a:pt x="44547" y="453738"/>
                </a:lnTo>
                <a:lnTo>
                  <a:pt x="397" y="453738"/>
                </a:lnTo>
                <a:close/>
                <a:moveTo>
                  <a:pt x="77867" y="452258"/>
                </a:moveTo>
                <a:lnTo>
                  <a:pt x="85365" y="452258"/>
                </a:lnTo>
                <a:lnTo>
                  <a:pt x="85365" y="453738"/>
                </a:lnTo>
                <a:lnTo>
                  <a:pt x="77867" y="453738"/>
                </a:lnTo>
                <a:close/>
                <a:moveTo>
                  <a:pt x="101608" y="453738"/>
                </a:moveTo>
                <a:lnTo>
                  <a:pt x="112438" y="453738"/>
                </a:lnTo>
                <a:lnTo>
                  <a:pt x="112438" y="454478"/>
                </a:lnTo>
                <a:lnTo>
                  <a:pt x="101608" y="454478"/>
                </a:lnTo>
                <a:close/>
                <a:moveTo>
                  <a:pt x="199905" y="452998"/>
                </a:moveTo>
                <a:lnTo>
                  <a:pt x="688887" y="452998"/>
                </a:lnTo>
                <a:lnTo>
                  <a:pt x="688887" y="454478"/>
                </a:lnTo>
                <a:lnTo>
                  <a:pt x="199905" y="454478"/>
                </a:lnTo>
                <a:close/>
                <a:moveTo>
                  <a:pt x="78284" y="453738"/>
                </a:moveTo>
                <a:lnTo>
                  <a:pt x="85365" y="453738"/>
                </a:lnTo>
                <a:lnTo>
                  <a:pt x="85365" y="454478"/>
                </a:lnTo>
                <a:lnTo>
                  <a:pt x="78284" y="454478"/>
                </a:lnTo>
                <a:close/>
                <a:moveTo>
                  <a:pt x="176997" y="453738"/>
                </a:moveTo>
                <a:lnTo>
                  <a:pt x="185743" y="453738"/>
                </a:lnTo>
                <a:lnTo>
                  <a:pt x="185743" y="454478"/>
                </a:lnTo>
                <a:lnTo>
                  <a:pt x="176997" y="454478"/>
                </a:lnTo>
                <a:close/>
                <a:moveTo>
                  <a:pt x="397" y="453738"/>
                </a:moveTo>
                <a:lnTo>
                  <a:pt x="44130" y="453738"/>
                </a:lnTo>
                <a:lnTo>
                  <a:pt x="44130" y="454478"/>
                </a:lnTo>
                <a:lnTo>
                  <a:pt x="397" y="454478"/>
                </a:lnTo>
                <a:close/>
                <a:moveTo>
                  <a:pt x="142010" y="452998"/>
                </a:moveTo>
                <a:lnTo>
                  <a:pt x="162835" y="452998"/>
                </a:lnTo>
                <a:lnTo>
                  <a:pt x="162835" y="454478"/>
                </a:lnTo>
                <a:lnTo>
                  <a:pt x="142010" y="454478"/>
                </a:lnTo>
                <a:close/>
                <a:moveTo>
                  <a:pt x="142010" y="454478"/>
                </a:moveTo>
                <a:lnTo>
                  <a:pt x="163252" y="454478"/>
                </a:lnTo>
                <a:lnTo>
                  <a:pt x="163252" y="455218"/>
                </a:lnTo>
                <a:lnTo>
                  <a:pt x="142010" y="455218"/>
                </a:lnTo>
                <a:close/>
                <a:moveTo>
                  <a:pt x="78700" y="454478"/>
                </a:moveTo>
                <a:lnTo>
                  <a:pt x="85365" y="454478"/>
                </a:lnTo>
                <a:lnTo>
                  <a:pt x="85365" y="455218"/>
                </a:lnTo>
                <a:lnTo>
                  <a:pt x="78700" y="455218"/>
                </a:lnTo>
                <a:close/>
                <a:moveTo>
                  <a:pt x="199488" y="454478"/>
                </a:moveTo>
                <a:lnTo>
                  <a:pt x="688887" y="454478"/>
                </a:lnTo>
                <a:lnTo>
                  <a:pt x="688887" y="455218"/>
                </a:lnTo>
                <a:lnTo>
                  <a:pt x="199488" y="455218"/>
                </a:lnTo>
                <a:close/>
                <a:moveTo>
                  <a:pt x="177413" y="454478"/>
                </a:moveTo>
                <a:lnTo>
                  <a:pt x="185327" y="454478"/>
                </a:lnTo>
                <a:lnTo>
                  <a:pt x="185327" y="455959"/>
                </a:lnTo>
                <a:lnTo>
                  <a:pt x="177413" y="455959"/>
                </a:lnTo>
                <a:close/>
                <a:moveTo>
                  <a:pt x="397" y="454478"/>
                </a:moveTo>
                <a:lnTo>
                  <a:pt x="43714" y="454478"/>
                </a:lnTo>
                <a:lnTo>
                  <a:pt x="43714" y="455959"/>
                </a:lnTo>
                <a:lnTo>
                  <a:pt x="397" y="455959"/>
                </a:lnTo>
                <a:close/>
                <a:moveTo>
                  <a:pt x="102025" y="454478"/>
                </a:moveTo>
                <a:lnTo>
                  <a:pt x="112438" y="454478"/>
                </a:lnTo>
                <a:lnTo>
                  <a:pt x="112438" y="455959"/>
                </a:lnTo>
                <a:lnTo>
                  <a:pt x="102025" y="455959"/>
                </a:lnTo>
                <a:close/>
                <a:moveTo>
                  <a:pt x="142010" y="455218"/>
                </a:moveTo>
                <a:lnTo>
                  <a:pt x="163668" y="455218"/>
                </a:lnTo>
                <a:lnTo>
                  <a:pt x="163668" y="456699"/>
                </a:lnTo>
                <a:lnTo>
                  <a:pt x="142010" y="456699"/>
                </a:lnTo>
                <a:close/>
                <a:moveTo>
                  <a:pt x="102441" y="455959"/>
                </a:moveTo>
                <a:lnTo>
                  <a:pt x="112438" y="455959"/>
                </a:lnTo>
                <a:lnTo>
                  <a:pt x="112438" y="456699"/>
                </a:lnTo>
                <a:lnTo>
                  <a:pt x="102441" y="456699"/>
                </a:lnTo>
                <a:close/>
                <a:moveTo>
                  <a:pt x="397" y="455959"/>
                </a:moveTo>
                <a:lnTo>
                  <a:pt x="43297" y="455959"/>
                </a:lnTo>
                <a:lnTo>
                  <a:pt x="43297" y="456699"/>
                </a:lnTo>
                <a:lnTo>
                  <a:pt x="397" y="456699"/>
                </a:lnTo>
                <a:close/>
                <a:moveTo>
                  <a:pt x="177830" y="455959"/>
                </a:moveTo>
                <a:lnTo>
                  <a:pt x="184910" y="455959"/>
                </a:lnTo>
                <a:lnTo>
                  <a:pt x="184910" y="456699"/>
                </a:lnTo>
                <a:lnTo>
                  <a:pt x="177830" y="456699"/>
                </a:lnTo>
                <a:close/>
                <a:moveTo>
                  <a:pt x="199072" y="455218"/>
                </a:moveTo>
                <a:lnTo>
                  <a:pt x="688887" y="455218"/>
                </a:lnTo>
                <a:lnTo>
                  <a:pt x="688887" y="456699"/>
                </a:lnTo>
                <a:lnTo>
                  <a:pt x="199072" y="456699"/>
                </a:lnTo>
                <a:close/>
                <a:moveTo>
                  <a:pt x="79117" y="455218"/>
                </a:moveTo>
                <a:lnTo>
                  <a:pt x="85365" y="455218"/>
                </a:lnTo>
                <a:lnTo>
                  <a:pt x="85365" y="456699"/>
                </a:lnTo>
                <a:lnTo>
                  <a:pt x="79117" y="456699"/>
                </a:lnTo>
                <a:close/>
                <a:moveTo>
                  <a:pt x="178246" y="456699"/>
                </a:moveTo>
                <a:lnTo>
                  <a:pt x="184910" y="456699"/>
                </a:lnTo>
                <a:lnTo>
                  <a:pt x="184910" y="457439"/>
                </a:lnTo>
                <a:lnTo>
                  <a:pt x="178246" y="457439"/>
                </a:lnTo>
                <a:close/>
                <a:moveTo>
                  <a:pt x="198655" y="456699"/>
                </a:moveTo>
                <a:lnTo>
                  <a:pt x="688887" y="456699"/>
                </a:lnTo>
                <a:lnTo>
                  <a:pt x="688887" y="457439"/>
                </a:lnTo>
                <a:lnTo>
                  <a:pt x="198655" y="457439"/>
                </a:lnTo>
                <a:close/>
                <a:moveTo>
                  <a:pt x="142010" y="456699"/>
                </a:moveTo>
                <a:lnTo>
                  <a:pt x="164085" y="456699"/>
                </a:lnTo>
                <a:lnTo>
                  <a:pt x="164085" y="457439"/>
                </a:lnTo>
                <a:lnTo>
                  <a:pt x="142010" y="457439"/>
                </a:lnTo>
                <a:close/>
                <a:moveTo>
                  <a:pt x="79533" y="456699"/>
                </a:moveTo>
                <a:lnTo>
                  <a:pt x="85365" y="456699"/>
                </a:lnTo>
                <a:lnTo>
                  <a:pt x="85365" y="457439"/>
                </a:lnTo>
                <a:lnTo>
                  <a:pt x="79533" y="457439"/>
                </a:lnTo>
                <a:close/>
                <a:moveTo>
                  <a:pt x="102858" y="456699"/>
                </a:moveTo>
                <a:lnTo>
                  <a:pt x="112438" y="456699"/>
                </a:lnTo>
                <a:lnTo>
                  <a:pt x="112438" y="458179"/>
                </a:lnTo>
                <a:lnTo>
                  <a:pt x="102858" y="458179"/>
                </a:lnTo>
                <a:close/>
                <a:moveTo>
                  <a:pt x="178246" y="457439"/>
                </a:moveTo>
                <a:lnTo>
                  <a:pt x="184494" y="457439"/>
                </a:lnTo>
                <a:lnTo>
                  <a:pt x="184494" y="458179"/>
                </a:lnTo>
                <a:lnTo>
                  <a:pt x="178246" y="458179"/>
                </a:lnTo>
                <a:close/>
                <a:moveTo>
                  <a:pt x="397" y="456699"/>
                </a:moveTo>
                <a:lnTo>
                  <a:pt x="42881" y="456699"/>
                </a:lnTo>
                <a:lnTo>
                  <a:pt x="42881" y="458179"/>
                </a:lnTo>
                <a:lnTo>
                  <a:pt x="397" y="458179"/>
                </a:lnTo>
                <a:close/>
                <a:moveTo>
                  <a:pt x="810508" y="421170"/>
                </a:moveTo>
                <a:lnTo>
                  <a:pt x="894227" y="421170"/>
                </a:lnTo>
                <a:lnTo>
                  <a:pt x="894227" y="458179"/>
                </a:lnTo>
                <a:lnTo>
                  <a:pt x="810508" y="458179"/>
                </a:lnTo>
                <a:close/>
                <a:moveTo>
                  <a:pt x="103274" y="458179"/>
                </a:moveTo>
                <a:lnTo>
                  <a:pt x="112438" y="458179"/>
                </a:lnTo>
                <a:lnTo>
                  <a:pt x="112438" y="458919"/>
                </a:lnTo>
                <a:lnTo>
                  <a:pt x="103274" y="458919"/>
                </a:lnTo>
                <a:close/>
                <a:moveTo>
                  <a:pt x="142010" y="457439"/>
                </a:moveTo>
                <a:lnTo>
                  <a:pt x="164501" y="457439"/>
                </a:lnTo>
                <a:lnTo>
                  <a:pt x="164501" y="458919"/>
                </a:lnTo>
                <a:lnTo>
                  <a:pt x="142010" y="458919"/>
                </a:lnTo>
                <a:close/>
                <a:moveTo>
                  <a:pt x="79950" y="457439"/>
                </a:moveTo>
                <a:lnTo>
                  <a:pt x="85365" y="457439"/>
                </a:lnTo>
                <a:lnTo>
                  <a:pt x="85365" y="458919"/>
                </a:lnTo>
                <a:lnTo>
                  <a:pt x="79950" y="458919"/>
                </a:lnTo>
                <a:close/>
                <a:moveTo>
                  <a:pt x="198239" y="457439"/>
                </a:moveTo>
                <a:lnTo>
                  <a:pt x="688887" y="457439"/>
                </a:lnTo>
                <a:lnTo>
                  <a:pt x="688887" y="458919"/>
                </a:lnTo>
                <a:lnTo>
                  <a:pt x="198239" y="458919"/>
                </a:lnTo>
                <a:close/>
                <a:moveTo>
                  <a:pt x="397" y="458179"/>
                </a:moveTo>
                <a:lnTo>
                  <a:pt x="42464" y="458179"/>
                </a:lnTo>
                <a:lnTo>
                  <a:pt x="42464" y="459660"/>
                </a:lnTo>
                <a:lnTo>
                  <a:pt x="397" y="459660"/>
                </a:lnTo>
                <a:close/>
                <a:moveTo>
                  <a:pt x="142010" y="458919"/>
                </a:moveTo>
                <a:lnTo>
                  <a:pt x="164918" y="458919"/>
                </a:lnTo>
                <a:lnTo>
                  <a:pt x="164918" y="459660"/>
                </a:lnTo>
                <a:lnTo>
                  <a:pt x="142010" y="459660"/>
                </a:lnTo>
                <a:close/>
                <a:moveTo>
                  <a:pt x="103691" y="458919"/>
                </a:moveTo>
                <a:lnTo>
                  <a:pt x="112438" y="458919"/>
                </a:lnTo>
                <a:lnTo>
                  <a:pt x="112438" y="459660"/>
                </a:lnTo>
                <a:lnTo>
                  <a:pt x="103691" y="459660"/>
                </a:lnTo>
                <a:close/>
                <a:moveTo>
                  <a:pt x="197822" y="458919"/>
                </a:moveTo>
                <a:lnTo>
                  <a:pt x="688887" y="458919"/>
                </a:lnTo>
                <a:lnTo>
                  <a:pt x="688887" y="459660"/>
                </a:lnTo>
                <a:lnTo>
                  <a:pt x="197822" y="459660"/>
                </a:lnTo>
                <a:close/>
                <a:moveTo>
                  <a:pt x="178663" y="458179"/>
                </a:moveTo>
                <a:lnTo>
                  <a:pt x="184077" y="458179"/>
                </a:lnTo>
                <a:lnTo>
                  <a:pt x="184077" y="459660"/>
                </a:lnTo>
                <a:lnTo>
                  <a:pt x="178663" y="459660"/>
                </a:lnTo>
                <a:close/>
                <a:moveTo>
                  <a:pt x="80366" y="458919"/>
                </a:moveTo>
                <a:lnTo>
                  <a:pt x="85365" y="458919"/>
                </a:lnTo>
                <a:lnTo>
                  <a:pt x="85365" y="460400"/>
                </a:lnTo>
                <a:lnTo>
                  <a:pt x="80366" y="460400"/>
                </a:lnTo>
                <a:close/>
                <a:moveTo>
                  <a:pt x="179079" y="459660"/>
                </a:moveTo>
                <a:lnTo>
                  <a:pt x="183661" y="459660"/>
                </a:lnTo>
                <a:lnTo>
                  <a:pt x="183661" y="460400"/>
                </a:lnTo>
                <a:lnTo>
                  <a:pt x="179079" y="460400"/>
                </a:lnTo>
                <a:close/>
                <a:moveTo>
                  <a:pt x="104107" y="459660"/>
                </a:moveTo>
                <a:lnTo>
                  <a:pt x="112438" y="459660"/>
                </a:lnTo>
                <a:lnTo>
                  <a:pt x="112438" y="461140"/>
                </a:lnTo>
                <a:lnTo>
                  <a:pt x="104107" y="461140"/>
                </a:lnTo>
                <a:close/>
                <a:moveTo>
                  <a:pt x="179496" y="460400"/>
                </a:moveTo>
                <a:lnTo>
                  <a:pt x="183661" y="460400"/>
                </a:lnTo>
                <a:lnTo>
                  <a:pt x="183661" y="461140"/>
                </a:lnTo>
                <a:lnTo>
                  <a:pt x="179496" y="461140"/>
                </a:lnTo>
                <a:close/>
                <a:moveTo>
                  <a:pt x="397" y="459660"/>
                </a:moveTo>
                <a:lnTo>
                  <a:pt x="42047" y="459660"/>
                </a:lnTo>
                <a:lnTo>
                  <a:pt x="42047" y="461140"/>
                </a:lnTo>
                <a:lnTo>
                  <a:pt x="397" y="461140"/>
                </a:lnTo>
                <a:close/>
                <a:moveTo>
                  <a:pt x="142010" y="459660"/>
                </a:moveTo>
                <a:lnTo>
                  <a:pt x="165334" y="459660"/>
                </a:lnTo>
                <a:lnTo>
                  <a:pt x="165334" y="461140"/>
                </a:lnTo>
                <a:lnTo>
                  <a:pt x="142010" y="461140"/>
                </a:lnTo>
                <a:close/>
                <a:moveTo>
                  <a:pt x="197406" y="459660"/>
                </a:moveTo>
                <a:lnTo>
                  <a:pt x="688887" y="459660"/>
                </a:lnTo>
                <a:lnTo>
                  <a:pt x="688887" y="461140"/>
                </a:lnTo>
                <a:lnTo>
                  <a:pt x="197406" y="461140"/>
                </a:lnTo>
                <a:close/>
                <a:moveTo>
                  <a:pt x="104524" y="461140"/>
                </a:moveTo>
                <a:lnTo>
                  <a:pt x="112438" y="461140"/>
                </a:lnTo>
                <a:lnTo>
                  <a:pt x="112438" y="461880"/>
                </a:lnTo>
                <a:lnTo>
                  <a:pt x="104524" y="461880"/>
                </a:lnTo>
                <a:close/>
                <a:moveTo>
                  <a:pt x="142010" y="461140"/>
                </a:moveTo>
                <a:lnTo>
                  <a:pt x="165751" y="461140"/>
                </a:lnTo>
                <a:lnTo>
                  <a:pt x="165751" y="461880"/>
                </a:lnTo>
                <a:lnTo>
                  <a:pt x="142010" y="461880"/>
                </a:lnTo>
                <a:close/>
                <a:moveTo>
                  <a:pt x="80783" y="460400"/>
                </a:moveTo>
                <a:lnTo>
                  <a:pt x="85365" y="460400"/>
                </a:lnTo>
                <a:lnTo>
                  <a:pt x="85365" y="461880"/>
                </a:lnTo>
                <a:lnTo>
                  <a:pt x="80783" y="461880"/>
                </a:lnTo>
                <a:close/>
                <a:moveTo>
                  <a:pt x="179496" y="461140"/>
                </a:moveTo>
                <a:lnTo>
                  <a:pt x="183244" y="461140"/>
                </a:lnTo>
                <a:lnTo>
                  <a:pt x="183244" y="461880"/>
                </a:lnTo>
                <a:lnTo>
                  <a:pt x="179496" y="461880"/>
                </a:lnTo>
                <a:close/>
                <a:moveTo>
                  <a:pt x="196989" y="461140"/>
                </a:moveTo>
                <a:lnTo>
                  <a:pt x="688887" y="461140"/>
                </a:lnTo>
                <a:lnTo>
                  <a:pt x="688887" y="461880"/>
                </a:lnTo>
                <a:lnTo>
                  <a:pt x="196989" y="461880"/>
                </a:lnTo>
                <a:close/>
                <a:moveTo>
                  <a:pt x="397" y="461140"/>
                </a:moveTo>
                <a:lnTo>
                  <a:pt x="41631" y="461140"/>
                </a:lnTo>
                <a:lnTo>
                  <a:pt x="41631" y="462620"/>
                </a:lnTo>
                <a:lnTo>
                  <a:pt x="397" y="462620"/>
                </a:lnTo>
                <a:close/>
                <a:moveTo>
                  <a:pt x="142010" y="461880"/>
                </a:moveTo>
                <a:lnTo>
                  <a:pt x="166167" y="461880"/>
                </a:lnTo>
                <a:lnTo>
                  <a:pt x="166167" y="463360"/>
                </a:lnTo>
                <a:lnTo>
                  <a:pt x="142010" y="463360"/>
                </a:lnTo>
                <a:close/>
                <a:moveTo>
                  <a:pt x="104940" y="461880"/>
                </a:moveTo>
                <a:lnTo>
                  <a:pt x="112438" y="461880"/>
                </a:lnTo>
                <a:lnTo>
                  <a:pt x="112438" y="463360"/>
                </a:lnTo>
                <a:lnTo>
                  <a:pt x="104940" y="463360"/>
                </a:lnTo>
                <a:close/>
                <a:moveTo>
                  <a:pt x="196573" y="461880"/>
                </a:moveTo>
                <a:lnTo>
                  <a:pt x="688887" y="461880"/>
                </a:lnTo>
                <a:lnTo>
                  <a:pt x="688887" y="463360"/>
                </a:lnTo>
                <a:lnTo>
                  <a:pt x="196573" y="463360"/>
                </a:lnTo>
                <a:close/>
                <a:moveTo>
                  <a:pt x="179912" y="461880"/>
                </a:moveTo>
                <a:lnTo>
                  <a:pt x="182828" y="461880"/>
                </a:lnTo>
                <a:lnTo>
                  <a:pt x="182828" y="463360"/>
                </a:lnTo>
                <a:lnTo>
                  <a:pt x="179912" y="463360"/>
                </a:lnTo>
                <a:close/>
                <a:moveTo>
                  <a:pt x="105357" y="463360"/>
                </a:moveTo>
                <a:lnTo>
                  <a:pt x="112438" y="463360"/>
                </a:lnTo>
                <a:lnTo>
                  <a:pt x="112438" y="464101"/>
                </a:lnTo>
                <a:lnTo>
                  <a:pt x="105357" y="464101"/>
                </a:lnTo>
                <a:close/>
                <a:moveTo>
                  <a:pt x="196156" y="463360"/>
                </a:moveTo>
                <a:lnTo>
                  <a:pt x="688887" y="463360"/>
                </a:lnTo>
                <a:lnTo>
                  <a:pt x="688887" y="464101"/>
                </a:lnTo>
                <a:lnTo>
                  <a:pt x="196156" y="464101"/>
                </a:lnTo>
                <a:close/>
                <a:moveTo>
                  <a:pt x="81199" y="461880"/>
                </a:moveTo>
                <a:lnTo>
                  <a:pt x="85365" y="461880"/>
                </a:lnTo>
                <a:lnTo>
                  <a:pt x="85365" y="464101"/>
                </a:lnTo>
                <a:lnTo>
                  <a:pt x="81199" y="464101"/>
                </a:lnTo>
                <a:close/>
                <a:moveTo>
                  <a:pt x="142010" y="463360"/>
                </a:moveTo>
                <a:lnTo>
                  <a:pt x="166584" y="463360"/>
                </a:lnTo>
                <a:lnTo>
                  <a:pt x="166584" y="464101"/>
                </a:lnTo>
                <a:lnTo>
                  <a:pt x="142010" y="464101"/>
                </a:lnTo>
                <a:close/>
                <a:moveTo>
                  <a:pt x="180329" y="463360"/>
                </a:moveTo>
                <a:lnTo>
                  <a:pt x="182411" y="463360"/>
                </a:lnTo>
                <a:lnTo>
                  <a:pt x="182411" y="464841"/>
                </a:lnTo>
                <a:lnTo>
                  <a:pt x="180329" y="464841"/>
                </a:lnTo>
                <a:close/>
                <a:moveTo>
                  <a:pt x="397" y="462620"/>
                </a:moveTo>
                <a:lnTo>
                  <a:pt x="41214" y="462620"/>
                </a:lnTo>
                <a:lnTo>
                  <a:pt x="41214" y="464841"/>
                </a:lnTo>
                <a:lnTo>
                  <a:pt x="397" y="464841"/>
                </a:lnTo>
                <a:close/>
                <a:moveTo>
                  <a:pt x="105773" y="464101"/>
                </a:moveTo>
                <a:lnTo>
                  <a:pt x="112438" y="464101"/>
                </a:lnTo>
                <a:lnTo>
                  <a:pt x="112438" y="465581"/>
                </a:lnTo>
                <a:lnTo>
                  <a:pt x="105773" y="465581"/>
                </a:lnTo>
                <a:close/>
                <a:moveTo>
                  <a:pt x="180745" y="464841"/>
                </a:moveTo>
                <a:lnTo>
                  <a:pt x="181995" y="464841"/>
                </a:lnTo>
                <a:lnTo>
                  <a:pt x="181995" y="465581"/>
                </a:lnTo>
                <a:lnTo>
                  <a:pt x="180745" y="465581"/>
                </a:lnTo>
                <a:close/>
                <a:moveTo>
                  <a:pt x="142010" y="464101"/>
                </a:moveTo>
                <a:lnTo>
                  <a:pt x="167000" y="464101"/>
                </a:lnTo>
                <a:lnTo>
                  <a:pt x="167000" y="465581"/>
                </a:lnTo>
                <a:lnTo>
                  <a:pt x="142010" y="465581"/>
                </a:lnTo>
                <a:close/>
                <a:moveTo>
                  <a:pt x="195740" y="464101"/>
                </a:moveTo>
                <a:lnTo>
                  <a:pt x="688887" y="464101"/>
                </a:lnTo>
                <a:lnTo>
                  <a:pt x="688887" y="465581"/>
                </a:lnTo>
                <a:lnTo>
                  <a:pt x="195740" y="465581"/>
                </a:lnTo>
                <a:close/>
                <a:moveTo>
                  <a:pt x="142010" y="465581"/>
                </a:moveTo>
                <a:lnTo>
                  <a:pt x="167417" y="465581"/>
                </a:lnTo>
                <a:lnTo>
                  <a:pt x="167417" y="466321"/>
                </a:lnTo>
                <a:lnTo>
                  <a:pt x="142010" y="466321"/>
                </a:lnTo>
                <a:close/>
                <a:moveTo>
                  <a:pt x="195323" y="465581"/>
                </a:moveTo>
                <a:lnTo>
                  <a:pt x="688887" y="465581"/>
                </a:lnTo>
                <a:lnTo>
                  <a:pt x="688887" y="466321"/>
                </a:lnTo>
                <a:lnTo>
                  <a:pt x="195323" y="466321"/>
                </a:lnTo>
                <a:close/>
                <a:moveTo>
                  <a:pt x="106190" y="465581"/>
                </a:moveTo>
                <a:lnTo>
                  <a:pt x="112438" y="465581"/>
                </a:lnTo>
                <a:lnTo>
                  <a:pt x="112438" y="466321"/>
                </a:lnTo>
                <a:lnTo>
                  <a:pt x="106190" y="466321"/>
                </a:lnTo>
                <a:close/>
                <a:moveTo>
                  <a:pt x="181162" y="465581"/>
                </a:moveTo>
                <a:lnTo>
                  <a:pt x="181578" y="465581"/>
                </a:lnTo>
                <a:lnTo>
                  <a:pt x="181578" y="467061"/>
                </a:lnTo>
                <a:lnTo>
                  <a:pt x="181162" y="467061"/>
                </a:lnTo>
                <a:close/>
                <a:moveTo>
                  <a:pt x="81616" y="464101"/>
                </a:moveTo>
                <a:lnTo>
                  <a:pt x="85365" y="464101"/>
                </a:lnTo>
                <a:lnTo>
                  <a:pt x="85365" y="467061"/>
                </a:lnTo>
                <a:lnTo>
                  <a:pt x="81616" y="467061"/>
                </a:lnTo>
                <a:close/>
                <a:moveTo>
                  <a:pt x="142010" y="466321"/>
                </a:moveTo>
                <a:lnTo>
                  <a:pt x="167833" y="466321"/>
                </a:lnTo>
                <a:lnTo>
                  <a:pt x="167833" y="467802"/>
                </a:lnTo>
                <a:lnTo>
                  <a:pt x="142010" y="467802"/>
                </a:lnTo>
                <a:close/>
                <a:moveTo>
                  <a:pt x="397" y="464841"/>
                </a:moveTo>
                <a:lnTo>
                  <a:pt x="40798" y="464841"/>
                </a:lnTo>
                <a:lnTo>
                  <a:pt x="40798" y="467802"/>
                </a:lnTo>
                <a:lnTo>
                  <a:pt x="397" y="467802"/>
                </a:lnTo>
                <a:close/>
                <a:moveTo>
                  <a:pt x="194907" y="466321"/>
                </a:moveTo>
                <a:lnTo>
                  <a:pt x="688887" y="466321"/>
                </a:lnTo>
                <a:lnTo>
                  <a:pt x="688887" y="467802"/>
                </a:lnTo>
                <a:lnTo>
                  <a:pt x="194907" y="467802"/>
                </a:lnTo>
                <a:close/>
                <a:moveTo>
                  <a:pt x="106607" y="466321"/>
                </a:moveTo>
                <a:lnTo>
                  <a:pt x="112438" y="466321"/>
                </a:lnTo>
                <a:lnTo>
                  <a:pt x="112438" y="467802"/>
                </a:lnTo>
                <a:lnTo>
                  <a:pt x="106607" y="467802"/>
                </a:lnTo>
                <a:close/>
                <a:moveTo>
                  <a:pt x="142010" y="467802"/>
                </a:moveTo>
                <a:lnTo>
                  <a:pt x="168250" y="467802"/>
                </a:lnTo>
                <a:lnTo>
                  <a:pt x="168250" y="468542"/>
                </a:lnTo>
                <a:lnTo>
                  <a:pt x="142010" y="468542"/>
                </a:lnTo>
                <a:close/>
                <a:moveTo>
                  <a:pt x="107023" y="467802"/>
                </a:moveTo>
                <a:lnTo>
                  <a:pt x="112438" y="467802"/>
                </a:lnTo>
                <a:lnTo>
                  <a:pt x="112438" y="468542"/>
                </a:lnTo>
                <a:lnTo>
                  <a:pt x="107023" y="468542"/>
                </a:lnTo>
                <a:close/>
                <a:moveTo>
                  <a:pt x="194490" y="467802"/>
                </a:moveTo>
                <a:lnTo>
                  <a:pt x="688887" y="467802"/>
                </a:lnTo>
                <a:lnTo>
                  <a:pt x="688887" y="468542"/>
                </a:lnTo>
                <a:lnTo>
                  <a:pt x="194490" y="468542"/>
                </a:lnTo>
                <a:close/>
                <a:moveTo>
                  <a:pt x="107440" y="468542"/>
                </a:moveTo>
                <a:lnTo>
                  <a:pt x="112438" y="468542"/>
                </a:lnTo>
                <a:lnTo>
                  <a:pt x="112438" y="470022"/>
                </a:lnTo>
                <a:lnTo>
                  <a:pt x="107440" y="470022"/>
                </a:lnTo>
                <a:close/>
                <a:moveTo>
                  <a:pt x="142010" y="468542"/>
                </a:moveTo>
                <a:lnTo>
                  <a:pt x="168666" y="468542"/>
                </a:lnTo>
                <a:lnTo>
                  <a:pt x="168666" y="470022"/>
                </a:lnTo>
                <a:lnTo>
                  <a:pt x="142010" y="470022"/>
                </a:lnTo>
                <a:close/>
                <a:moveTo>
                  <a:pt x="194074" y="468542"/>
                </a:moveTo>
                <a:lnTo>
                  <a:pt x="688887" y="468542"/>
                </a:lnTo>
                <a:lnTo>
                  <a:pt x="688887" y="470022"/>
                </a:lnTo>
                <a:lnTo>
                  <a:pt x="194074" y="470022"/>
                </a:lnTo>
                <a:close/>
                <a:moveTo>
                  <a:pt x="193657" y="470022"/>
                </a:moveTo>
                <a:lnTo>
                  <a:pt x="688887" y="470022"/>
                </a:lnTo>
                <a:lnTo>
                  <a:pt x="688887" y="470762"/>
                </a:lnTo>
                <a:lnTo>
                  <a:pt x="193657" y="470762"/>
                </a:lnTo>
                <a:close/>
                <a:moveTo>
                  <a:pt x="142010" y="470022"/>
                </a:moveTo>
                <a:lnTo>
                  <a:pt x="169083" y="470022"/>
                </a:lnTo>
                <a:lnTo>
                  <a:pt x="169083" y="470762"/>
                </a:lnTo>
                <a:lnTo>
                  <a:pt x="142010" y="470762"/>
                </a:lnTo>
                <a:close/>
                <a:moveTo>
                  <a:pt x="107856" y="470022"/>
                </a:moveTo>
                <a:lnTo>
                  <a:pt x="112438" y="470022"/>
                </a:lnTo>
                <a:lnTo>
                  <a:pt x="112438" y="470762"/>
                </a:lnTo>
                <a:lnTo>
                  <a:pt x="107856" y="470762"/>
                </a:lnTo>
                <a:close/>
                <a:moveTo>
                  <a:pt x="82032" y="467061"/>
                </a:moveTo>
                <a:lnTo>
                  <a:pt x="85365" y="467061"/>
                </a:lnTo>
                <a:lnTo>
                  <a:pt x="85365" y="470762"/>
                </a:lnTo>
                <a:lnTo>
                  <a:pt x="82032" y="470762"/>
                </a:lnTo>
                <a:close/>
                <a:moveTo>
                  <a:pt x="397" y="467802"/>
                </a:moveTo>
                <a:lnTo>
                  <a:pt x="40381" y="467802"/>
                </a:lnTo>
                <a:lnTo>
                  <a:pt x="40381" y="471503"/>
                </a:lnTo>
                <a:lnTo>
                  <a:pt x="397" y="471503"/>
                </a:lnTo>
                <a:close/>
                <a:moveTo>
                  <a:pt x="108273" y="470762"/>
                </a:moveTo>
                <a:lnTo>
                  <a:pt x="112438" y="470762"/>
                </a:lnTo>
                <a:lnTo>
                  <a:pt x="112438" y="472243"/>
                </a:lnTo>
                <a:lnTo>
                  <a:pt x="108273" y="472243"/>
                </a:lnTo>
                <a:close/>
                <a:moveTo>
                  <a:pt x="193241" y="470762"/>
                </a:moveTo>
                <a:lnTo>
                  <a:pt x="688887" y="470762"/>
                </a:lnTo>
                <a:lnTo>
                  <a:pt x="688887" y="472243"/>
                </a:lnTo>
                <a:lnTo>
                  <a:pt x="193241" y="472243"/>
                </a:lnTo>
                <a:close/>
                <a:moveTo>
                  <a:pt x="142010" y="470762"/>
                </a:moveTo>
                <a:lnTo>
                  <a:pt x="169499" y="470762"/>
                </a:lnTo>
                <a:lnTo>
                  <a:pt x="169499" y="472243"/>
                </a:lnTo>
                <a:lnTo>
                  <a:pt x="142010" y="472243"/>
                </a:lnTo>
                <a:close/>
                <a:moveTo>
                  <a:pt x="142010" y="472243"/>
                </a:moveTo>
                <a:lnTo>
                  <a:pt x="169916" y="472243"/>
                </a:lnTo>
                <a:lnTo>
                  <a:pt x="169916" y="472983"/>
                </a:lnTo>
                <a:lnTo>
                  <a:pt x="142010" y="472983"/>
                </a:lnTo>
                <a:close/>
                <a:moveTo>
                  <a:pt x="108689" y="472243"/>
                </a:moveTo>
                <a:lnTo>
                  <a:pt x="112438" y="472243"/>
                </a:lnTo>
                <a:lnTo>
                  <a:pt x="112438" y="472983"/>
                </a:lnTo>
                <a:lnTo>
                  <a:pt x="108689" y="472983"/>
                </a:lnTo>
                <a:close/>
                <a:moveTo>
                  <a:pt x="192824" y="472243"/>
                </a:moveTo>
                <a:lnTo>
                  <a:pt x="688887" y="472243"/>
                </a:lnTo>
                <a:lnTo>
                  <a:pt x="688887" y="472983"/>
                </a:lnTo>
                <a:lnTo>
                  <a:pt x="192824" y="472983"/>
                </a:lnTo>
                <a:close/>
                <a:moveTo>
                  <a:pt x="142010" y="472983"/>
                </a:moveTo>
                <a:lnTo>
                  <a:pt x="170333" y="472983"/>
                </a:lnTo>
                <a:lnTo>
                  <a:pt x="170333" y="474463"/>
                </a:lnTo>
                <a:lnTo>
                  <a:pt x="142010" y="474463"/>
                </a:lnTo>
                <a:close/>
                <a:moveTo>
                  <a:pt x="109106" y="472983"/>
                </a:moveTo>
                <a:lnTo>
                  <a:pt x="112438" y="472983"/>
                </a:lnTo>
                <a:lnTo>
                  <a:pt x="112438" y="474463"/>
                </a:lnTo>
                <a:lnTo>
                  <a:pt x="109106" y="474463"/>
                </a:lnTo>
                <a:close/>
                <a:moveTo>
                  <a:pt x="192408" y="472983"/>
                </a:moveTo>
                <a:lnTo>
                  <a:pt x="688887" y="472983"/>
                </a:lnTo>
                <a:lnTo>
                  <a:pt x="688887" y="474463"/>
                </a:lnTo>
                <a:lnTo>
                  <a:pt x="192408" y="474463"/>
                </a:lnTo>
                <a:close/>
                <a:moveTo>
                  <a:pt x="109522" y="474463"/>
                </a:moveTo>
                <a:lnTo>
                  <a:pt x="112438" y="474463"/>
                </a:lnTo>
                <a:lnTo>
                  <a:pt x="112438" y="475204"/>
                </a:lnTo>
                <a:lnTo>
                  <a:pt x="109522" y="475204"/>
                </a:lnTo>
                <a:close/>
                <a:moveTo>
                  <a:pt x="191991" y="474463"/>
                </a:moveTo>
                <a:lnTo>
                  <a:pt x="688887" y="474463"/>
                </a:lnTo>
                <a:lnTo>
                  <a:pt x="688887" y="475204"/>
                </a:lnTo>
                <a:lnTo>
                  <a:pt x="191991" y="475204"/>
                </a:lnTo>
                <a:close/>
                <a:moveTo>
                  <a:pt x="142010" y="474463"/>
                </a:moveTo>
                <a:lnTo>
                  <a:pt x="170749" y="474463"/>
                </a:lnTo>
                <a:lnTo>
                  <a:pt x="170749" y="475204"/>
                </a:lnTo>
                <a:lnTo>
                  <a:pt x="142010" y="475204"/>
                </a:lnTo>
                <a:close/>
                <a:moveTo>
                  <a:pt x="109939" y="475204"/>
                </a:moveTo>
                <a:lnTo>
                  <a:pt x="112438" y="475204"/>
                </a:lnTo>
                <a:lnTo>
                  <a:pt x="112438" y="475944"/>
                </a:lnTo>
                <a:lnTo>
                  <a:pt x="109939" y="475944"/>
                </a:lnTo>
                <a:close/>
                <a:moveTo>
                  <a:pt x="142010" y="475204"/>
                </a:moveTo>
                <a:lnTo>
                  <a:pt x="171166" y="475204"/>
                </a:lnTo>
                <a:lnTo>
                  <a:pt x="171166" y="476684"/>
                </a:lnTo>
                <a:lnTo>
                  <a:pt x="142010" y="476684"/>
                </a:lnTo>
                <a:close/>
                <a:moveTo>
                  <a:pt x="191575" y="475204"/>
                </a:moveTo>
                <a:lnTo>
                  <a:pt x="688887" y="475204"/>
                </a:lnTo>
                <a:lnTo>
                  <a:pt x="688887" y="476684"/>
                </a:lnTo>
                <a:lnTo>
                  <a:pt x="191575" y="476684"/>
                </a:lnTo>
                <a:close/>
                <a:moveTo>
                  <a:pt x="142010" y="476684"/>
                </a:moveTo>
                <a:lnTo>
                  <a:pt x="171582" y="476684"/>
                </a:lnTo>
                <a:lnTo>
                  <a:pt x="171582" y="477424"/>
                </a:lnTo>
                <a:lnTo>
                  <a:pt x="142010" y="477424"/>
                </a:lnTo>
                <a:close/>
                <a:moveTo>
                  <a:pt x="110355" y="475944"/>
                </a:moveTo>
                <a:lnTo>
                  <a:pt x="112438" y="475944"/>
                </a:lnTo>
                <a:lnTo>
                  <a:pt x="112438" y="477424"/>
                </a:lnTo>
                <a:lnTo>
                  <a:pt x="110355" y="477424"/>
                </a:lnTo>
                <a:close/>
                <a:moveTo>
                  <a:pt x="191158" y="476684"/>
                </a:moveTo>
                <a:lnTo>
                  <a:pt x="688887" y="476684"/>
                </a:lnTo>
                <a:lnTo>
                  <a:pt x="688887" y="477424"/>
                </a:lnTo>
                <a:lnTo>
                  <a:pt x="191158" y="477424"/>
                </a:lnTo>
                <a:close/>
                <a:moveTo>
                  <a:pt x="110772" y="477424"/>
                </a:moveTo>
                <a:lnTo>
                  <a:pt x="112438" y="477424"/>
                </a:lnTo>
                <a:lnTo>
                  <a:pt x="112438" y="478164"/>
                </a:lnTo>
                <a:lnTo>
                  <a:pt x="110772" y="478164"/>
                </a:lnTo>
                <a:close/>
                <a:moveTo>
                  <a:pt x="142010" y="477424"/>
                </a:moveTo>
                <a:lnTo>
                  <a:pt x="171999" y="477424"/>
                </a:lnTo>
                <a:lnTo>
                  <a:pt x="171999" y="478905"/>
                </a:lnTo>
                <a:lnTo>
                  <a:pt x="142010" y="478905"/>
                </a:lnTo>
                <a:close/>
                <a:moveTo>
                  <a:pt x="190741" y="477424"/>
                </a:moveTo>
                <a:lnTo>
                  <a:pt x="688887" y="477424"/>
                </a:lnTo>
                <a:lnTo>
                  <a:pt x="688887" y="478905"/>
                </a:lnTo>
                <a:lnTo>
                  <a:pt x="190741" y="478905"/>
                </a:lnTo>
                <a:close/>
                <a:moveTo>
                  <a:pt x="97443" y="477424"/>
                </a:moveTo>
                <a:lnTo>
                  <a:pt x="97860" y="477424"/>
                </a:lnTo>
                <a:lnTo>
                  <a:pt x="97860" y="478905"/>
                </a:lnTo>
                <a:lnTo>
                  <a:pt x="97443" y="478905"/>
                </a:lnTo>
                <a:close/>
                <a:moveTo>
                  <a:pt x="111188" y="478164"/>
                </a:moveTo>
                <a:lnTo>
                  <a:pt x="112438" y="478164"/>
                </a:lnTo>
                <a:lnTo>
                  <a:pt x="112438" y="479645"/>
                </a:lnTo>
                <a:lnTo>
                  <a:pt x="111188" y="479645"/>
                </a:lnTo>
                <a:close/>
                <a:moveTo>
                  <a:pt x="142010" y="478905"/>
                </a:moveTo>
                <a:lnTo>
                  <a:pt x="172415" y="478905"/>
                </a:lnTo>
                <a:lnTo>
                  <a:pt x="172415" y="479645"/>
                </a:lnTo>
                <a:lnTo>
                  <a:pt x="142010" y="479645"/>
                </a:lnTo>
                <a:close/>
                <a:moveTo>
                  <a:pt x="97443" y="478905"/>
                </a:moveTo>
                <a:lnTo>
                  <a:pt x="98276" y="478905"/>
                </a:lnTo>
                <a:lnTo>
                  <a:pt x="98276" y="479645"/>
                </a:lnTo>
                <a:lnTo>
                  <a:pt x="97443" y="479645"/>
                </a:lnTo>
                <a:close/>
                <a:moveTo>
                  <a:pt x="190325" y="478905"/>
                </a:moveTo>
                <a:lnTo>
                  <a:pt x="688887" y="478905"/>
                </a:lnTo>
                <a:lnTo>
                  <a:pt x="688887" y="479645"/>
                </a:lnTo>
                <a:lnTo>
                  <a:pt x="190325" y="479645"/>
                </a:lnTo>
                <a:close/>
                <a:moveTo>
                  <a:pt x="111605" y="479645"/>
                </a:moveTo>
                <a:lnTo>
                  <a:pt x="112438" y="479645"/>
                </a:lnTo>
                <a:lnTo>
                  <a:pt x="112438" y="480385"/>
                </a:lnTo>
                <a:lnTo>
                  <a:pt x="111605" y="480385"/>
                </a:lnTo>
                <a:close/>
                <a:moveTo>
                  <a:pt x="189908" y="479645"/>
                </a:moveTo>
                <a:lnTo>
                  <a:pt x="688887" y="479645"/>
                </a:lnTo>
                <a:lnTo>
                  <a:pt x="688887" y="481125"/>
                </a:lnTo>
                <a:lnTo>
                  <a:pt x="189908" y="481125"/>
                </a:lnTo>
                <a:close/>
                <a:moveTo>
                  <a:pt x="142010" y="479645"/>
                </a:moveTo>
                <a:lnTo>
                  <a:pt x="172832" y="479645"/>
                </a:lnTo>
                <a:lnTo>
                  <a:pt x="172832" y="481125"/>
                </a:lnTo>
                <a:lnTo>
                  <a:pt x="142010" y="481125"/>
                </a:lnTo>
                <a:close/>
                <a:moveTo>
                  <a:pt x="97443" y="479645"/>
                </a:moveTo>
                <a:lnTo>
                  <a:pt x="98693" y="479645"/>
                </a:lnTo>
                <a:lnTo>
                  <a:pt x="98693" y="481125"/>
                </a:lnTo>
                <a:lnTo>
                  <a:pt x="97443" y="481125"/>
                </a:lnTo>
                <a:close/>
                <a:moveTo>
                  <a:pt x="97443" y="481125"/>
                </a:moveTo>
                <a:lnTo>
                  <a:pt x="99109" y="481125"/>
                </a:lnTo>
                <a:lnTo>
                  <a:pt x="99109" y="481865"/>
                </a:lnTo>
                <a:lnTo>
                  <a:pt x="97443" y="481865"/>
                </a:lnTo>
                <a:close/>
                <a:moveTo>
                  <a:pt x="112021" y="480385"/>
                </a:moveTo>
                <a:lnTo>
                  <a:pt x="112438" y="480385"/>
                </a:lnTo>
                <a:lnTo>
                  <a:pt x="112438" y="481865"/>
                </a:lnTo>
                <a:lnTo>
                  <a:pt x="112021" y="481865"/>
                </a:lnTo>
                <a:close/>
                <a:moveTo>
                  <a:pt x="189492" y="481125"/>
                </a:moveTo>
                <a:lnTo>
                  <a:pt x="688887" y="481125"/>
                </a:lnTo>
                <a:lnTo>
                  <a:pt x="688887" y="481865"/>
                </a:lnTo>
                <a:lnTo>
                  <a:pt x="189492" y="481865"/>
                </a:lnTo>
                <a:close/>
                <a:moveTo>
                  <a:pt x="142010" y="481125"/>
                </a:moveTo>
                <a:lnTo>
                  <a:pt x="173248" y="481125"/>
                </a:lnTo>
                <a:lnTo>
                  <a:pt x="173248" y="481865"/>
                </a:lnTo>
                <a:lnTo>
                  <a:pt x="142010" y="481865"/>
                </a:lnTo>
                <a:close/>
                <a:moveTo>
                  <a:pt x="189075" y="481865"/>
                </a:moveTo>
                <a:lnTo>
                  <a:pt x="688887" y="481865"/>
                </a:lnTo>
                <a:lnTo>
                  <a:pt x="688887" y="483346"/>
                </a:lnTo>
                <a:lnTo>
                  <a:pt x="189075" y="483346"/>
                </a:lnTo>
                <a:close/>
                <a:moveTo>
                  <a:pt x="142010" y="481865"/>
                </a:moveTo>
                <a:lnTo>
                  <a:pt x="173665" y="481865"/>
                </a:lnTo>
                <a:lnTo>
                  <a:pt x="173665" y="483346"/>
                </a:lnTo>
                <a:lnTo>
                  <a:pt x="142010" y="483346"/>
                </a:lnTo>
                <a:close/>
                <a:moveTo>
                  <a:pt x="97443" y="481865"/>
                </a:moveTo>
                <a:lnTo>
                  <a:pt x="99526" y="481865"/>
                </a:lnTo>
                <a:lnTo>
                  <a:pt x="99526" y="483346"/>
                </a:lnTo>
                <a:lnTo>
                  <a:pt x="97443" y="483346"/>
                </a:lnTo>
                <a:close/>
                <a:moveTo>
                  <a:pt x="142010" y="483346"/>
                </a:moveTo>
                <a:lnTo>
                  <a:pt x="174081" y="483346"/>
                </a:lnTo>
                <a:lnTo>
                  <a:pt x="174081" y="484086"/>
                </a:lnTo>
                <a:lnTo>
                  <a:pt x="142010" y="484086"/>
                </a:lnTo>
                <a:close/>
                <a:moveTo>
                  <a:pt x="97443" y="483346"/>
                </a:moveTo>
                <a:lnTo>
                  <a:pt x="99942" y="483346"/>
                </a:lnTo>
                <a:lnTo>
                  <a:pt x="99942" y="484086"/>
                </a:lnTo>
                <a:lnTo>
                  <a:pt x="97443" y="484086"/>
                </a:lnTo>
                <a:close/>
                <a:moveTo>
                  <a:pt x="188659" y="483346"/>
                </a:moveTo>
                <a:lnTo>
                  <a:pt x="688887" y="483346"/>
                </a:lnTo>
                <a:lnTo>
                  <a:pt x="688887" y="484086"/>
                </a:lnTo>
                <a:lnTo>
                  <a:pt x="188659" y="484086"/>
                </a:lnTo>
                <a:close/>
                <a:moveTo>
                  <a:pt x="97443" y="484086"/>
                </a:moveTo>
                <a:lnTo>
                  <a:pt x="100359" y="484086"/>
                </a:lnTo>
                <a:lnTo>
                  <a:pt x="100359" y="485566"/>
                </a:lnTo>
                <a:lnTo>
                  <a:pt x="97443" y="485566"/>
                </a:lnTo>
                <a:close/>
                <a:moveTo>
                  <a:pt x="188242" y="484086"/>
                </a:moveTo>
                <a:lnTo>
                  <a:pt x="688887" y="484086"/>
                </a:lnTo>
                <a:lnTo>
                  <a:pt x="688887" y="485566"/>
                </a:lnTo>
                <a:lnTo>
                  <a:pt x="188242" y="485566"/>
                </a:lnTo>
                <a:close/>
                <a:moveTo>
                  <a:pt x="142010" y="484086"/>
                </a:moveTo>
                <a:lnTo>
                  <a:pt x="174498" y="484086"/>
                </a:lnTo>
                <a:lnTo>
                  <a:pt x="174498" y="485566"/>
                </a:lnTo>
                <a:lnTo>
                  <a:pt x="142010" y="485566"/>
                </a:lnTo>
                <a:close/>
                <a:moveTo>
                  <a:pt x="97443" y="485566"/>
                </a:moveTo>
                <a:lnTo>
                  <a:pt x="100775" y="485566"/>
                </a:lnTo>
                <a:lnTo>
                  <a:pt x="100775" y="486306"/>
                </a:lnTo>
                <a:lnTo>
                  <a:pt x="97443" y="486306"/>
                </a:lnTo>
                <a:close/>
                <a:moveTo>
                  <a:pt x="97443" y="486306"/>
                </a:moveTo>
                <a:lnTo>
                  <a:pt x="101192" y="486306"/>
                </a:lnTo>
                <a:lnTo>
                  <a:pt x="101192" y="487787"/>
                </a:lnTo>
                <a:lnTo>
                  <a:pt x="97443" y="487787"/>
                </a:lnTo>
                <a:close/>
                <a:moveTo>
                  <a:pt x="97443" y="487787"/>
                </a:moveTo>
                <a:lnTo>
                  <a:pt x="101608" y="487787"/>
                </a:lnTo>
                <a:lnTo>
                  <a:pt x="101608" y="488527"/>
                </a:lnTo>
                <a:lnTo>
                  <a:pt x="97443" y="488527"/>
                </a:lnTo>
                <a:close/>
                <a:moveTo>
                  <a:pt x="82449" y="470762"/>
                </a:moveTo>
                <a:lnTo>
                  <a:pt x="85365" y="470762"/>
                </a:lnTo>
                <a:lnTo>
                  <a:pt x="85365" y="488527"/>
                </a:lnTo>
                <a:lnTo>
                  <a:pt x="82449" y="488527"/>
                </a:lnTo>
                <a:close/>
                <a:moveTo>
                  <a:pt x="397" y="471503"/>
                </a:moveTo>
                <a:lnTo>
                  <a:pt x="39965" y="471503"/>
                </a:lnTo>
                <a:lnTo>
                  <a:pt x="39965" y="488527"/>
                </a:lnTo>
                <a:lnTo>
                  <a:pt x="397" y="488527"/>
                </a:lnTo>
                <a:close/>
                <a:moveTo>
                  <a:pt x="97443" y="488527"/>
                </a:moveTo>
                <a:lnTo>
                  <a:pt x="102025" y="488527"/>
                </a:lnTo>
                <a:lnTo>
                  <a:pt x="102025" y="489267"/>
                </a:lnTo>
                <a:lnTo>
                  <a:pt x="97443" y="489267"/>
                </a:lnTo>
                <a:close/>
                <a:moveTo>
                  <a:pt x="97443" y="489267"/>
                </a:moveTo>
                <a:lnTo>
                  <a:pt x="102441" y="489267"/>
                </a:lnTo>
                <a:lnTo>
                  <a:pt x="102441" y="490748"/>
                </a:lnTo>
                <a:lnTo>
                  <a:pt x="97443" y="490748"/>
                </a:lnTo>
                <a:close/>
                <a:moveTo>
                  <a:pt x="97443" y="490748"/>
                </a:moveTo>
                <a:lnTo>
                  <a:pt x="102858" y="490748"/>
                </a:lnTo>
                <a:lnTo>
                  <a:pt x="102858" y="491488"/>
                </a:lnTo>
                <a:lnTo>
                  <a:pt x="97443" y="491488"/>
                </a:lnTo>
                <a:close/>
                <a:moveTo>
                  <a:pt x="397" y="488527"/>
                </a:moveTo>
                <a:lnTo>
                  <a:pt x="40381" y="488527"/>
                </a:lnTo>
                <a:lnTo>
                  <a:pt x="40381" y="492228"/>
                </a:lnTo>
                <a:lnTo>
                  <a:pt x="397" y="492228"/>
                </a:lnTo>
                <a:close/>
                <a:moveTo>
                  <a:pt x="82032" y="488527"/>
                </a:moveTo>
                <a:lnTo>
                  <a:pt x="85365" y="488527"/>
                </a:lnTo>
                <a:lnTo>
                  <a:pt x="85365" y="492228"/>
                </a:lnTo>
                <a:lnTo>
                  <a:pt x="82032" y="492228"/>
                </a:lnTo>
                <a:close/>
                <a:moveTo>
                  <a:pt x="97443" y="491488"/>
                </a:moveTo>
                <a:lnTo>
                  <a:pt x="103274" y="491488"/>
                </a:lnTo>
                <a:lnTo>
                  <a:pt x="103274" y="492968"/>
                </a:lnTo>
                <a:lnTo>
                  <a:pt x="97443" y="492968"/>
                </a:lnTo>
                <a:close/>
                <a:moveTo>
                  <a:pt x="97443" y="492968"/>
                </a:moveTo>
                <a:lnTo>
                  <a:pt x="103691" y="492968"/>
                </a:lnTo>
                <a:lnTo>
                  <a:pt x="103691" y="493708"/>
                </a:lnTo>
                <a:lnTo>
                  <a:pt x="97443" y="493708"/>
                </a:lnTo>
                <a:close/>
                <a:moveTo>
                  <a:pt x="397" y="492228"/>
                </a:moveTo>
                <a:lnTo>
                  <a:pt x="40798" y="492228"/>
                </a:lnTo>
                <a:lnTo>
                  <a:pt x="40798" y="494449"/>
                </a:lnTo>
                <a:lnTo>
                  <a:pt x="397" y="494449"/>
                </a:lnTo>
                <a:close/>
                <a:moveTo>
                  <a:pt x="97443" y="493708"/>
                </a:moveTo>
                <a:lnTo>
                  <a:pt x="104107" y="493708"/>
                </a:lnTo>
                <a:lnTo>
                  <a:pt x="104107" y="495189"/>
                </a:lnTo>
                <a:lnTo>
                  <a:pt x="97443" y="495189"/>
                </a:lnTo>
                <a:close/>
                <a:moveTo>
                  <a:pt x="81616" y="492228"/>
                </a:moveTo>
                <a:lnTo>
                  <a:pt x="85365" y="492228"/>
                </a:lnTo>
                <a:lnTo>
                  <a:pt x="85365" y="495189"/>
                </a:lnTo>
                <a:lnTo>
                  <a:pt x="81616" y="495189"/>
                </a:lnTo>
                <a:close/>
                <a:moveTo>
                  <a:pt x="97443" y="495189"/>
                </a:moveTo>
                <a:lnTo>
                  <a:pt x="104524" y="495189"/>
                </a:lnTo>
                <a:lnTo>
                  <a:pt x="104524" y="495929"/>
                </a:lnTo>
                <a:lnTo>
                  <a:pt x="97443" y="495929"/>
                </a:lnTo>
                <a:close/>
                <a:moveTo>
                  <a:pt x="397" y="494449"/>
                </a:moveTo>
                <a:lnTo>
                  <a:pt x="41214" y="494449"/>
                </a:lnTo>
                <a:lnTo>
                  <a:pt x="41214" y="496669"/>
                </a:lnTo>
                <a:lnTo>
                  <a:pt x="397" y="496669"/>
                </a:lnTo>
                <a:close/>
                <a:moveTo>
                  <a:pt x="97443" y="495929"/>
                </a:moveTo>
                <a:lnTo>
                  <a:pt x="104940" y="495929"/>
                </a:lnTo>
                <a:lnTo>
                  <a:pt x="104940" y="497409"/>
                </a:lnTo>
                <a:lnTo>
                  <a:pt x="97443" y="497409"/>
                </a:lnTo>
                <a:close/>
                <a:moveTo>
                  <a:pt x="81199" y="495189"/>
                </a:moveTo>
                <a:lnTo>
                  <a:pt x="85365" y="495189"/>
                </a:lnTo>
                <a:lnTo>
                  <a:pt x="85365" y="497409"/>
                </a:lnTo>
                <a:lnTo>
                  <a:pt x="81199" y="497409"/>
                </a:lnTo>
                <a:close/>
                <a:moveTo>
                  <a:pt x="97443" y="497409"/>
                </a:moveTo>
                <a:lnTo>
                  <a:pt x="105357" y="497409"/>
                </a:lnTo>
                <a:lnTo>
                  <a:pt x="105357" y="498150"/>
                </a:lnTo>
                <a:lnTo>
                  <a:pt x="97443" y="498150"/>
                </a:lnTo>
                <a:close/>
                <a:moveTo>
                  <a:pt x="397" y="496669"/>
                </a:moveTo>
                <a:lnTo>
                  <a:pt x="41631" y="496669"/>
                </a:lnTo>
                <a:lnTo>
                  <a:pt x="41631" y="498150"/>
                </a:lnTo>
                <a:lnTo>
                  <a:pt x="397" y="498150"/>
                </a:lnTo>
                <a:close/>
                <a:moveTo>
                  <a:pt x="142010" y="485566"/>
                </a:moveTo>
                <a:lnTo>
                  <a:pt x="174914" y="485566"/>
                </a:lnTo>
                <a:lnTo>
                  <a:pt x="174914" y="498150"/>
                </a:lnTo>
                <a:lnTo>
                  <a:pt x="142010" y="498150"/>
                </a:lnTo>
                <a:close/>
                <a:moveTo>
                  <a:pt x="80783" y="497409"/>
                </a:moveTo>
                <a:lnTo>
                  <a:pt x="85365" y="497409"/>
                </a:lnTo>
                <a:lnTo>
                  <a:pt x="85365" y="498890"/>
                </a:lnTo>
                <a:lnTo>
                  <a:pt x="80783" y="498890"/>
                </a:lnTo>
                <a:close/>
                <a:moveTo>
                  <a:pt x="97443" y="498150"/>
                </a:moveTo>
                <a:lnTo>
                  <a:pt x="105773" y="498150"/>
                </a:lnTo>
                <a:lnTo>
                  <a:pt x="105773" y="499630"/>
                </a:lnTo>
                <a:lnTo>
                  <a:pt x="97443" y="499630"/>
                </a:lnTo>
                <a:close/>
                <a:moveTo>
                  <a:pt x="397" y="498150"/>
                </a:moveTo>
                <a:lnTo>
                  <a:pt x="42047" y="498150"/>
                </a:lnTo>
                <a:lnTo>
                  <a:pt x="42047" y="499630"/>
                </a:lnTo>
                <a:lnTo>
                  <a:pt x="397" y="499630"/>
                </a:lnTo>
                <a:close/>
                <a:moveTo>
                  <a:pt x="80366" y="498890"/>
                </a:moveTo>
                <a:lnTo>
                  <a:pt x="85365" y="498890"/>
                </a:lnTo>
                <a:lnTo>
                  <a:pt x="85365" y="500370"/>
                </a:lnTo>
                <a:lnTo>
                  <a:pt x="80366" y="500370"/>
                </a:lnTo>
                <a:close/>
                <a:moveTo>
                  <a:pt x="863405" y="458179"/>
                </a:moveTo>
                <a:lnTo>
                  <a:pt x="894227" y="458179"/>
                </a:lnTo>
                <a:lnTo>
                  <a:pt x="894227" y="500370"/>
                </a:lnTo>
                <a:lnTo>
                  <a:pt x="863405" y="500370"/>
                </a:lnTo>
                <a:close/>
                <a:moveTo>
                  <a:pt x="720125" y="430792"/>
                </a:moveTo>
                <a:lnTo>
                  <a:pt x="779686" y="430792"/>
                </a:lnTo>
                <a:lnTo>
                  <a:pt x="779686" y="500370"/>
                </a:lnTo>
                <a:lnTo>
                  <a:pt x="720125" y="500370"/>
                </a:lnTo>
                <a:close/>
                <a:moveTo>
                  <a:pt x="187826" y="485566"/>
                </a:moveTo>
                <a:lnTo>
                  <a:pt x="688887" y="485566"/>
                </a:lnTo>
                <a:lnTo>
                  <a:pt x="688887" y="500370"/>
                </a:lnTo>
                <a:lnTo>
                  <a:pt x="187826" y="500370"/>
                </a:lnTo>
                <a:close/>
                <a:moveTo>
                  <a:pt x="97443" y="499630"/>
                </a:moveTo>
                <a:lnTo>
                  <a:pt x="106190" y="499630"/>
                </a:lnTo>
                <a:lnTo>
                  <a:pt x="106190" y="500370"/>
                </a:lnTo>
                <a:lnTo>
                  <a:pt x="97443" y="500370"/>
                </a:lnTo>
                <a:close/>
                <a:moveTo>
                  <a:pt x="925048" y="358993"/>
                </a:moveTo>
                <a:lnTo>
                  <a:pt x="1000000" y="358993"/>
                </a:lnTo>
                <a:lnTo>
                  <a:pt x="1000000" y="500370"/>
                </a:lnTo>
                <a:lnTo>
                  <a:pt x="925048" y="500370"/>
                </a:lnTo>
                <a:close/>
                <a:moveTo>
                  <a:pt x="397" y="499630"/>
                </a:moveTo>
                <a:lnTo>
                  <a:pt x="42464" y="499630"/>
                </a:lnTo>
                <a:lnTo>
                  <a:pt x="42464" y="501110"/>
                </a:lnTo>
                <a:lnTo>
                  <a:pt x="397" y="501110"/>
                </a:lnTo>
                <a:close/>
                <a:moveTo>
                  <a:pt x="79950" y="500370"/>
                </a:moveTo>
                <a:lnTo>
                  <a:pt x="85365" y="500370"/>
                </a:lnTo>
                <a:lnTo>
                  <a:pt x="85365" y="501850"/>
                </a:lnTo>
                <a:lnTo>
                  <a:pt x="79950" y="501850"/>
                </a:lnTo>
                <a:close/>
                <a:moveTo>
                  <a:pt x="97443" y="500370"/>
                </a:moveTo>
                <a:lnTo>
                  <a:pt x="106607" y="500370"/>
                </a:lnTo>
                <a:lnTo>
                  <a:pt x="106607" y="501850"/>
                </a:lnTo>
                <a:lnTo>
                  <a:pt x="97443" y="501850"/>
                </a:lnTo>
                <a:close/>
                <a:moveTo>
                  <a:pt x="397" y="501110"/>
                </a:moveTo>
                <a:lnTo>
                  <a:pt x="42881" y="501110"/>
                </a:lnTo>
                <a:lnTo>
                  <a:pt x="42881" y="502591"/>
                </a:lnTo>
                <a:lnTo>
                  <a:pt x="397" y="502591"/>
                </a:lnTo>
                <a:close/>
                <a:moveTo>
                  <a:pt x="97443" y="501850"/>
                </a:moveTo>
                <a:lnTo>
                  <a:pt x="107023" y="501850"/>
                </a:lnTo>
                <a:lnTo>
                  <a:pt x="107023" y="502591"/>
                </a:lnTo>
                <a:lnTo>
                  <a:pt x="97443" y="502591"/>
                </a:lnTo>
                <a:close/>
                <a:moveTo>
                  <a:pt x="79533" y="501850"/>
                </a:moveTo>
                <a:lnTo>
                  <a:pt x="85365" y="501850"/>
                </a:lnTo>
                <a:lnTo>
                  <a:pt x="85365" y="502591"/>
                </a:lnTo>
                <a:lnTo>
                  <a:pt x="79533" y="502591"/>
                </a:lnTo>
                <a:close/>
                <a:moveTo>
                  <a:pt x="397" y="502591"/>
                </a:moveTo>
                <a:lnTo>
                  <a:pt x="43297" y="502591"/>
                </a:lnTo>
                <a:lnTo>
                  <a:pt x="43297" y="503331"/>
                </a:lnTo>
                <a:lnTo>
                  <a:pt x="397" y="503331"/>
                </a:lnTo>
                <a:close/>
                <a:moveTo>
                  <a:pt x="79117" y="502591"/>
                </a:moveTo>
                <a:lnTo>
                  <a:pt x="85365" y="502591"/>
                </a:lnTo>
                <a:lnTo>
                  <a:pt x="85365" y="504071"/>
                </a:lnTo>
                <a:lnTo>
                  <a:pt x="79117" y="504071"/>
                </a:lnTo>
                <a:close/>
                <a:moveTo>
                  <a:pt x="97443" y="502591"/>
                </a:moveTo>
                <a:lnTo>
                  <a:pt x="107440" y="502591"/>
                </a:lnTo>
                <a:lnTo>
                  <a:pt x="107440" y="504071"/>
                </a:lnTo>
                <a:lnTo>
                  <a:pt x="97443" y="504071"/>
                </a:lnTo>
                <a:close/>
                <a:moveTo>
                  <a:pt x="97443" y="504071"/>
                </a:moveTo>
                <a:lnTo>
                  <a:pt x="107856" y="504071"/>
                </a:lnTo>
                <a:lnTo>
                  <a:pt x="107856" y="504811"/>
                </a:lnTo>
                <a:lnTo>
                  <a:pt x="97443" y="504811"/>
                </a:lnTo>
                <a:close/>
                <a:moveTo>
                  <a:pt x="397" y="503331"/>
                </a:moveTo>
                <a:lnTo>
                  <a:pt x="43714" y="503331"/>
                </a:lnTo>
                <a:lnTo>
                  <a:pt x="43714" y="504811"/>
                </a:lnTo>
                <a:lnTo>
                  <a:pt x="397" y="504811"/>
                </a:lnTo>
                <a:close/>
                <a:moveTo>
                  <a:pt x="78700" y="504071"/>
                </a:moveTo>
                <a:lnTo>
                  <a:pt x="85365" y="504071"/>
                </a:lnTo>
                <a:lnTo>
                  <a:pt x="85365" y="504811"/>
                </a:lnTo>
                <a:lnTo>
                  <a:pt x="78700" y="504811"/>
                </a:lnTo>
                <a:close/>
                <a:moveTo>
                  <a:pt x="78284" y="504811"/>
                </a:moveTo>
                <a:lnTo>
                  <a:pt x="85365" y="504811"/>
                </a:lnTo>
                <a:lnTo>
                  <a:pt x="85365" y="505551"/>
                </a:lnTo>
                <a:lnTo>
                  <a:pt x="78284" y="505551"/>
                </a:lnTo>
                <a:close/>
                <a:moveTo>
                  <a:pt x="397" y="504811"/>
                </a:moveTo>
                <a:lnTo>
                  <a:pt x="44130" y="504811"/>
                </a:lnTo>
                <a:lnTo>
                  <a:pt x="44130" y="505551"/>
                </a:lnTo>
                <a:lnTo>
                  <a:pt x="397" y="505551"/>
                </a:lnTo>
                <a:close/>
                <a:moveTo>
                  <a:pt x="97443" y="504811"/>
                </a:moveTo>
                <a:lnTo>
                  <a:pt x="108273" y="504811"/>
                </a:lnTo>
                <a:lnTo>
                  <a:pt x="108273" y="505551"/>
                </a:lnTo>
                <a:lnTo>
                  <a:pt x="97443" y="505551"/>
                </a:lnTo>
                <a:close/>
                <a:moveTo>
                  <a:pt x="397" y="505551"/>
                </a:moveTo>
                <a:lnTo>
                  <a:pt x="44547" y="505551"/>
                </a:lnTo>
                <a:lnTo>
                  <a:pt x="44547" y="506292"/>
                </a:lnTo>
                <a:lnTo>
                  <a:pt x="397" y="506292"/>
                </a:lnTo>
                <a:close/>
                <a:moveTo>
                  <a:pt x="77867" y="505551"/>
                </a:moveTo>
                <a:lnTo>
                  <a:pt x="85365" y="505551"/>
                </a:lnTo>
                <a:lnTo>
                  <a:pt x="85365" y="507032"/>
                </a:lnTo>
                <a:lnTo>
                  <a:pt x="77867" y="507032"/>
                </a:lnTo>
                <a:close/>
                <a:moveTo>
                  <a:pt x="397" y="506292"/>
                </a:moveTo>
                <a:lnTo>
                  <a:pt x="44963" y="506292"/>
                </a:lnTo>
                <a:lnTo>
                  <a:pt x="44963" y="507032"/>
                </a:lnTo>
                <a:lnTo>
                  <a:pt x="397" y="507032"/>
                </a:lnTo>
                <a:close/>
                <a:moveTo>
                  <a:pt x="97443" y="505551"/>
                </a:moveTo>
                <a:lnTo>
                  <a:pt x="108689" y="505551"/>
                </a:lnTo>
                <a:lnTo>
                  <a:pt x="108689" y="507032"/>
                </a:lnTo>
                <a:lnTo>
                  <a:pt x="97443" y="507032"/>
                </a:lnTo>
                <a:close/>
                <a:moveTo>
                  <a:pt x="97443" y="507032"/>
                </a:moveTo>
                <a:lnTo>
                  <a:pt x="109106" y="507032"/>
                </a:lnTo>
                <a:lnTo>
                  <a:pt x="109106" y="507772"/>
                </a:lnTo>
                <a:lnTo>
                  <a:pt x="97443" y="507772"/>
                </a:lnTo>
                <a:close/>
                <a:moveTo>
                  <a:pt x="397" y="507032"/>
                </a:moveTo>
                <a:lnTo>
                  <a:pt x="45380" y="507032"/>
                </a:lnTo>
                <a:lnTo>
                  <a:pt x="45380" y="507772"/>
                </a:lnTo>
                <a:lnTo>
                  <a:pt x="397" y="507772"/>
                </a:lnTo>
                <a:close/>
                <a:moveTo>
                  <a:pt x="77451" y="507032"/>
                </a:moveTo>
                <a:lnTo>
                  <a:pt x="85365" y="507032"/>
                </a:lnTo>
                <a:lnTo>
                  <a:pt x="85365" y="507772"/>
                </a:lnTo>
                <a:lnTo>
                  <a:pt x="77451" y="507772"/>
                </a:lnTo>
                <a:close/>
                <a:moveTo>
                  <a:pt x="77034" y="507772"/>
                </a:moveTo>
                <a:lnTo>
                  <a:pt x="85365" y="507772"/>
                </a:lnTo>
                <a:lnTo>
                  <a:pt x="85365" y="508512"/>
                </a:lnTo>
                <a:lnTo>
                  <a:pt x="77034" y="508512"/>
                </a:lnTo>
                <a:close/>
                <a:moveTo>
                  <a:pt x="397" y="507772"/>
                </a:moveTo>
                <a:lnTo>
                  <a:pt x="45796" y="507772"/>
                </a:lnTo>
                <a:lnTo>
                  <a:pt x="45796" y="508512"/>
                </a:lnTo>
                <a:lnTo>
                  <a:pt x="397" y="508512"/>
                </a:lnTo>
                <a:close/>
                <a:moveTo>
                  <a:pt x="397" y="508512"/>
                </a:moveTo>
                <a:lnTo>
                  <a:pt x="46213" y="508512"/>
                </a:lnTo>
                <a:lnTo>
                  <a:pt x="46213" y="509252"/>
                </a:lnTo>
                <a:lnTo>
                  <a:pt x="397" y="509252"/>
                </a:lnTo>
                <a:close/>
                <a:moveTo>
                  <a:pt x="97443" y="507772"/>
                </a:moveTo>
                <a:lnTo>
                  <a:pt x="109522" y="507772"/>
                </a:lnTo>
                <a:lnTo>
                  <a:pt x="109522" y="509252"/>
                </a:lnTo>
                <a:lnTo>
                  <a:pt x="97443" y="509252"/>
                </a:lnTo>
                <a:close/>
                <a:moveTo>
                  <a:pt x="76618" y="508512"/>
                </a:moveTo>
                <a:lnTo>
                  <a:pt x="85365" y="508512"/>
                </a:lnTo>
                <a:lnTo>
                  <a:pt x="85365" y="509252"/>
                </a:lnTo>
                <a:lnTo>
                  <a:pt x="76618" y="509252"/>
                </a:lnTo>
                <a:close/>
                <a:moveTo>
                  <a:pt x="97443" y="509252"/>
                </a:moveTo>
                <a:lnTo>
                  <a:pt x="109939" y="509252"/>
                </a:lnTo>
                <a:lnTo>
                  <a:pt x="109939" y="509993"/>
                </a:lnTo>
                <a:lnTo>
                  <a:pt x="97443" y="509993"/>
                </a:lnTo>
                <a:close/>
                <a:moveTo>
                  <a:pt x="76201" y="509252"/>
                </a:moveTo>
                <a:lnTo>
                  <a:pt x="85365" y="509252"/>
                </a:lnTo>
                <a:lnTo>
                  <a:pt x="85365" y="509993"/>
                </a:lnTo>
                <a:lnTo>
                  <a:pt x="76201" y="509993"/>
                </a:lnTo>
                <a:close/>
                <a:moveTo>
                  <a:pt x="397" y="509252"/>
                </a:moveTo>
                <a:lnTo>
                  <a:pt x="46629" y="509252"/>
                </a:lnTo>
                <a:lnTo>
                  <a:pt x="46629" y="509993"/>
                </a:lnTo>
                <a:lnTo>
                  <a:pt x="397" y="509993"/>
                </a:lnTo>
                <a:close/>
                <a:moveTo>
                  <a:pt x="397" y="509993"/>
                </a:moveTo>
                <a:lnTo>
                  <a:pt x="47046" y="509993"/>
                </a:lnTo>
                <a:lnTo>
                  <a:pt x="47046" y="510733"/>
                </a:lnTo>
                <a:lnTo>
                  <a:pt x="397" y="510733"/>
                </a:lnTo>
                <a:close/>
                <a:moveTo>
                  <a:pt x="75368" y="509993"/>
                </a:moveTo>
                <a:lnTo>
                  <a:pt x="85365" y="509993"/>
                </a:lnTo>
                <a:lnTo>
                  <a:pt x="85365" y="510733"/>
                </a:lnTo>
                <a:lnTo>
                  <a:pt x="75368" y="510733"/>
                </a:lnTo>
                <a:close/>
                <a:moveTo>
                  <a:pt x="97443" y="509993"/>
                </a:moveTo>
                <a:lnTo>
                  <a:pt x="110355" y="509993"/>
                </a:lnTo>
                <a:lnTo>
                  <a:pt x="110355" y="511473"/>
                </a:lnTo>
                <a:lnTo>
                  <a:pt x="97443" y="511473"/>
                </a:lnTo>
                <a:close/>
                <a:moveTo>
                  <a:pt x="397" y="510733"/>
                </a:moveTo>
                <a:lnTo>
                  <a:pt x="47462" y="510733"/>
                </a:lnTo>
                <a:lnTo>
                  <a:pt x="47462" y="511473"/>
                </a:lnTo>
                <a:lnTo>
                  <a:pt x="397" y="511473"/>
                </a:lnTo>
                <a:close/>
                <a:moveTo>
                  <a:pt x="74952" y="510733"/>
                </a:moveTo>
                <a:lnTo>
                  <a:pt x="85365" y="510733"/>
                </a:lnTo>
                <a:lnTo>
                  <a:pt x="85365" y="511473"/>
                </a:lnTo>
                <a:lnTo>
                  <a:pt x="74952" y="511473"/>
                </a:lnTo>
                <a:close/>
                <a:moveTo>
                  <a:pt x="397" y="511473"/>
                </a:moveTo>
                <a:lnTo>
                  <a:pt x="48295" y="511473"/>
                </a:lnTo>
                <a:lnTo>
                  <a:pt x="48295" y="512213"/>
                </a:lnTo>
                <a:lnTo>
                  <a:pt x="397" y="512213"/>
                </a:lnTo>
                <a:close/>
                <a:moveTo>
                  <a:pt x="74535" y="511473"/>
                </a:moveTo>
                <a:lnTo>
                  <a:pt x="85365" y="511473"/>
                </a:lnTo>
                <a:lnTo>
                  <a:pt x="85365" y="512213"/>
                </a:lnTo>
                <a:lnTo>
                  <a:pt x="74535" y="512213"/>
                </a:lnTo>
                <a:close/>
                <a:moveTo>
                  <a:pt x="97443" y="511473"/>
                </a:moveTo>
                <a:lnTo>
                  <a:pt x="110772" y="511473"/>
                </a:lnTo>
                <a:lnTo>
                  <a:pt x="110772" y="512213"/>
                </a:lnTo>
                <a:lnTo>
                  <a:pt x="97443" y="512213"/>
                </a:lnTo>
                <a:close/>
                <a:moveTo>
                  <a:pt x="73702" y="512213"/>
                </a:moveTo>
                <a:lnTo>
                  <a:pt x="85365" y="512213"/>
                </a:lnTo>
                <a:lnTo>
                  <a:pt x="85365" y="512953"/>
                </a:lnTo>
                <a:lnTo>
                  <a:pt x="73702" y="512953"/>
                </a:lnTo>
                <a:close/>
                <a:moveTo>
                  <a:pt x="397" y="512213"/>
                </a:moveTo>
                <a:lnTo>
                  <a:pt x="48712" y="512213"/>
                </a:lnTo>
                <a:lnTo>
                  <a:pt x="48712" y="512953"/>
                </a:lnTo>
                <a:lnTo>
                  <a:pt x="397" y="512953"/>
                </a:lnTo>
                <a:close/>
                <a:moveTo>
                  <a:pt x="97443" y="512213"/>
                </a:moveTo>
                <a:lnTo>
                  <a:pt x="111188" y="512213"/>
                </a:lnTo>
                <a:lnTo>
                  <a:pt x="111188" y="513694"/>
                </a:lnTo>
                <a:lnTo>
                  <a:pt x="97443" y="513694"/>
                </a:lnTo>
                <a:close/>
                <a:moveTo>
                  <a:pt x="397" y="512953"/>
                </a:moveTo>
                <a:lnTo>
                  <a:pt x="49545" y="512953"/>
                </a:lnTo>
                <a:lnTo>
                  <a:pt x="49545" y="513694"/>
                </a:lnTo>
                <a:lnTo>
                  <a:pt x="397" y="513694"/>
                </a:lnTo>
                <a:close/>
                <a:moveTo>
                  <a:pt x="72869" y="512953"/>
                </a:moveTo>
                <a:lnTo>
                  <a:pt x="85365" y="512953"/>
                </a:lnTo>
                <a:lnTo>
                  <a:pt x="85365" y="513694"/>
                </a:lnTo>
                <a:lnTo>
                  <a:pt x="72869" y="513694"/>
                </a:lnTo>
                <a:close/>
                <a:moveTo>
                  <a:pt x="397" y="513694"/>
                </a:moveTo>
                <a:lnTo>
                  <a:pt x="50378" y="513694"/>
                </a:lnTo>
                <a:lnTo>
                  <a:pt x="50378" y="514434"/>
                </a:lnTo>
                <a:lnTo>
                  <a:pt x="397" y="514434"/>
                </a:lnTo>
                <a:close/>
                <a:moveTo>
                  <a:pt x="97443" y="513694"/>
                </a:moveTo>
                <a:lnTo>
                  <a:pt x="111605" y="513694"/>
                </a:lnTo>
                <a:lnTo>
                  <a:pt x="111605" y="514434"/>
                </a:lnTo>
                <a:lnTo>
                  <a:pt x="97443" y="514434"/>
                </a:lnTo>
                <a:close/>
                <a:moveTo>
                  <a:pt x="72036" y="513694"/>
                </a:moveTo>
                <a:lnTo>
                  <a:pt x="85365" y="513694"/>
                </a:lnTo>
                <a:lnTo>
                  <a:pt x="85365" y="514434"/>
                </a:lnTo>
                <a:lnTo>
                  <a:pt x="72036" y="514434"/>
                </a:lnTo>
                <a:close/>
                <a:moveTo>
                  <a:pt x="71203" y="514434"/>
                </a:moveTo>
                <a:lnTo>
                  <a:pt x="85365" y="514434"/>
                </a:lnTo>
                <a:lnTo>
                  <a:pt x="85365" y="515174"/>
                </a:lnTo>
                <a:lnTo>
                  <a:pt x="71203" y="515174"/>
                </a:lnTo>
                <a:close/>
                <a:moveTo>
                  <a:pt x="397" y="514434"/>
                </a:moveTo>
                <a:lnTo>
                  <a:pt x="51211" y="514434"/>
                </a:lnTo>
                <a:lnTo>
                  <a:pt x="51211" y="515174"/>
                </a:lnTo>
                <a:lnTo>
                  <a:pt x="397" y="515174"/>
                </a:lnTo>
                <a:close/>
                <a:moveTo>
                  <a:pt x="397" y="515174"/>
                </a:moveTo>
                <a:lnTo>
                  <a:pt x="52460" y="515174"/>
                </a:lnTo>
                <a:lnTo>
                  <a:pt x="52460" y="515914"/>
                </a:lnTo>
                <a:lnTo>
                  <a:pt x="397" y="515914"/>
                </a:lnTo>
                <a:close/>
                <a:moveTo>
                  <a:pt x="124933" y="443375"/>
                </a:moveTo>
                <a:lnTo>
                  <a:pt x="129098" y="443375"/>
                </a:lnTo>
                <a:lnTo>
                  <a:pt x="129098" y="515914"/>
                </a:lnTo>
                <a:lnTo>
                  <a:pt x="124933" y="515914"/>
                </a:lnTo>
                <a:close/>
                <a:moveTo>
                  <a:pt x="161586" y="498150"/>
                </a:moveTo>
                <a:lnTo>
                  <a:pt x="174914" y="498150"/>
                </a:lnTo>
                <a:lnTo>
                  <a:pt x="174914" y="515914"/>
                </a:lnTo>
                <a:lnTo>
                  <a:pt x="161586" y="515914"/>
                </a:lnTo>
                <a:close/>
                <a:moveTo>
                  <a:pt x="69954" y="515174"/>
                </a:moveTo>
                <a:lnTo>
                  <a:pt x="85365" y="515174"/>
                </a:lnTo>
                <a:lnTo>
                  <a:pt x="85365" y="515914"/>
                </a:lnTo>
                <a:lnTo>
                  <a:pt x="69954" y="515914"/>
                </a:lnTo>
                <a:close/>
                <a:moveTo>
                  <a:pt x="187826" y="500370"/>
                </a:moveTo>
                <a:lnTo>
                  <a:pt x="1000000" y="500370"/>
                </a:lnTo>
                <a:lnTo>
                  <a:pt x="1000000" y="515914"/>
                </a:lnTo>
                <a:lnTo>
                  <a:pt x="187826" y="515914"/>
                </a:lnTo>
                <a:close/>
                <a:moveTo>
                  <a:pt x="97443" y="514434"/>
                </a:moveTo>
                <a:lnTo>
                  <a:pt x="112021" y="514434"/>
                </a:lnTo>
                <a:lnTo>
                  <a:pt x="112021" y="515914"/>
                </a:lnTo>
                <a:lnTo>
                  <a:pt x="97443" y="515914"/>
                </a:lnTo>
                <a:close/>
                <a:moveTo>
                  <a:pt x="397" y="515914"/>
                </a:moveTo>
                <a:lnTo>
                  <a:pt x="54126" y="515914"/>
                </a:lnTo>
                <a:lnTo>
                  <a:pt x="54126" y="516654"/>
                </a:lnTo>
                <a:lnTo>
                  <a:pt x="397" y="516654"/>
                </a:lnTo>
                <a:close/>
                <a:moveTo>
                  <a:pt x="68704" y="515914"/>
                </a:moveTo>
                <a:lnTo>
                  <a:pt x="1000000" y="515914"/>
                </a:lnTo>
                <a:lnTo>
                  <a:pt x="1000000" y="516654"/>
                </a:lnTo>
                <a:lnTo>
                  <a:pt x="68704" y="516654"/>
                </a:lnTo>
                <a:close/>
                <a:moveTo>
                  <a:pt x="397" y="516654"/>
                </a:moveTo>
                <a:lnTo>
                  <a:pt x="55792" y="516654"/>
                </a:lnTo>
                <a:lnTo>
                  <a:pt x="55792" y="517395"/>
                </a:lnTo>
                <a:lnTo>
                  <a:pt x="397" y="517395"/>
                </a:lnTo>
                <a:close/>
                <a:moveTo>
                  <a:pt x="67038" y="516654"/>
                </a:moveTo>
                <a:lnTo>
                  <a:pt x="1000000" y="516654"/>
                </a:lnTo>
                <a:lnTo>
                  <a:pt x="1000000" y="517395"/>
                </a:lnTo>
                <a:lnTo>
                  <a:pt x="67038" y="517395"/>
                </a:lnTo>
                <a:close/>
                <a:moveTo>
                  <a:pt x="397" y="517395"/>
                </a:moveTo>
                <a:lnTo>
                  <a:pt x="1000000" y="517395"/>
                </a:lnTo>
                <a:lnTo>
                  <a:pt x="1000000" y="523316"/>
                </a:lnTo>
                <a:lnTo>
                  <a:pt x="397" y="523316"/>
                </a:lnTo>
                <a:close/>
                <a:moveTo>
                  <a:pt x="722208" y="523316"/>
                </a:moveTo>
                <a:lnTo>
                  <a:pt x="1000000" y="523316"/>
                </a:lnTo>
                <a:lnTo>
                  <a:pt x="1000000" y="524056"/>
                </a:lnTo>
                <a:lnTo>
                  <a:pt x="722208" y="524056"/>
                </a:lnTo>
                <a:close/>
                <a:moveTo>
                  <a:pt x="397" y="523316"/>
                </a:moveTo>
                <a:lnTo>
                  <a:pt x="516452" y="523316"/>
                </a:lnTo>
                <a:lnTo>
                  <a:pt x="516452" y="524056"/>
                </a:lnTo>
                <a:lnTo>
                  <a:pt x="397" y="524056"/>
                </a:lnTo>
                <a:close/>
                <a:moveTo>
                  <a:pt x="534362" y="523316"/>
                </a:moveTo>
                <a:lnTo>
                  <a:pt x="705964" y="523316"/>
                </a:lnTo>
                <a:lnTo>
                  <a:pt x="705964" y="524056"/>
                </a:lnTo>
                <a:lnTo>
                  <a:pt x="534362" y="524056"/>
                </a:lnTo>
                <a:close/>
                <a:moveTo>
                  <a:pt x="397" y="524056"/>
                </a:moveTo>
                <a:lnTo>
                  <a:pt x="513120" y="524056"/>
                </a:lnTo>
                <a:lnTo>
                  <a:pt x="513120" y="524796"/>
                </a:lnTo>
                <a:lnTo>
                  <a:pt x="397" y="524796"/>
                </a:lnTo>
                <a:close/>
                <a:moveTo>
                  <a:pt x="537694" y="524056"/>
                </a:moveTo>
                <a:lnTo>
                  <a:pt x="702632" y="524056"/>
                </a:lnTo>
                <a:lnTo>
                  <a:pt x="702632" y="524796"/>
                </a:lnTo>
                <a:lnTo>
                  <a:pt x="537694" y="524796"/>
                </a:lnTo>
                <a:close/>
                <a:moveTo>
                  <a:pt x="725124" y="524056"/>
                </a:moveTo>
                <a:lnTo>
                  <a:pt x="1000000" y="524056"/>
                </a:lnTo>
                <a:lnTo>
                  <a:pt x="1000000" y="524796"/>
                </a:lnTo>
                <a:lnTo>
                  <a:pt x="725124" y="524796"/>
                </a:lnTo>
                <a:close/>
                <a:moveTo>
                  <a:pt x="397" y="524796"/>
                </a:moveTo>
                <a:lnTo>
                  <a:pt x="510621" y="524796"/>
                </a:lnTo>
                <a:lnTo>
                  <a:pt x="510621" y="525537"/>
                </a:lnTo>
                <a:lnTo>
                  <a:pt x="397" y="525537"/>
                </a:lnTo>
                <a:close/>
                <a:moveTo>
                  <a:pt x="539777" y="524796"/>
                </a:moveTo>
                <a:lnTo>
                  <a:pt x="700549" y="524796"/>
                </a:lnTo>
                <a:lnTo>
                  <a:pt x="700549" y="525537"/>
                </a:lnTo>
                <a:lnTo>
                  <a:pt x="539777" y="525537"/>
                </a:lnTo>
                <a:close/>
                <a:moveTo>
                  <a:pt x="727623" y="524796"/>
                </a:moveTo>
                <a:lnTo>
                  <a:pt x="1000000" y="524796"/>
                </a:lnTo>
                <a:lnTo>
                  <a:pt x="1000000" y="525537"/>
                </a:lnTo>
                <a:lnTo>
                  <a:pt x="727623" y="525537"/>
                </a:lnTo>
                <a:close/>
                <a:moveTo>
                  <a:pt x="729705" y="525537"/>
                </a:moveTo>
                <a:lnTo>
                  <a:pt x="1000000" y="525537"/>
                </a:lnTo>
                <a:lnTo>
                  <a:pt x="1000000" y="526277"/>
                </a:lnTo>
                <a:lnTo>
                  <a:pt x="729705" y="526277"/>
                </a:lnTo>
                <a:close/>
                <a:moveTo>
                  <a:pt x="397" y="525537"/>
                </a:moveTo>
                <a:lnTo>
                  <a:pt x="508538" y="525537"/>
                </a:lnTo>
                <a:lnTo>
                  <a:pt x="508538" y="526277"/>
                </a:lnTo>
                <a:lnTo>
                  <a:pt x="397" y="526277"/>
                </a:lnTo>
                <a:close/>
                <a:moveTo>
                  <a:pt x="541859" y="525537"/>
                </a:moveTo>
                <a:lnTo>
                  <a:pt x="698467" y="525537"/>
                </a:lnTo>
                <a:lnTo>
                  <a:pt x="698467" y="526277"/>
                </a:lnTo>
                <a:lnTo>
                  <a:pt x="541859" y="526277"/>
                </a:lnTo>
                <a:close/>
                <a:moveTo>
                  <a:pt x="543525" y="526277"/>
                </a:moveTo>
                <a:lnTo>
                  <a:pt x="568516" y="526277"/>
                </a:lnTo>
                <a:lnTo>
                  <a:pt x="568516" y="527017"/>
                </a:lnTo>
                <a:lnTo>
                  <a:pt x="543525" y="527017"/>
                </a:lnTo>
                <a:close/>
                <a:moveTo>
                  <a:pt x="731371" y="526277"/>
                </a:moveTo>
                <a:lnTo>
                  <a:pt x="772189" y="526277"/>
                </a:lnTo>
                <a:lnTo>
                  <a:pt x="772189" y="527017"/>
                </a:lnTo>
                <a:lnTo>
                  <a:pt x="731371" y="527017"/>
                </a:lnTo>
                <a:close/>
                <a:moveTo>
                  <a:pt x="397" y="526277"/>
                </a:moveTo>
                <a:lnTo>
                  <a:pt x="506872" y="526277"/>
                </a:lnTo>
                <a:lnTo>
                  <a:pt x="506872" y="527017"/>
                </a:lnTo>
                <a:lnTo>
                  <a:pt x="397" y="527017"/>
                </a:lnTo>
                <a:close/>
                <a:moveTo>
                  <a:pt x="661814" y="526277"/>
                </a:moveTo>
                <a:lnTo>
                  <a:pt x="696801" y="526277"/>
                </a:lnTo>
                <a:lnTo>
                  <a:pt x="696801" y="527017"/>
                </a:lnTo>
                <a:lnTo>
                  <a:pt x="661814" y="527017"/>
                </a:lnTo>
                <a:close/>
                <a:moveTo>
                  <a:pt x="833833" y="526277"/>
                </a:moveTo>
                <a:lnTo>
                  <a:pt x="870069" y="526277"/>
                </a:lnTo>
                <a:lnTo>
                  <a:pt x="870069" y="527017"/>
                </a:lnTo>
                <a:lnTo>
                  <a:pt x="833833" y="527017"/>
                </a:lnTo>
                <a:close/>
                <a:moveTo>
                  <a:pt x="661814" y="527017"/>
                </a:moveTo>
                <a:lnTo>
                  <a:pt x="695551" y="527017"/>
                </a:lnTo>
                <a:lnTo>
                  <a:pt x="695551" y="527757"/>
                </a:lnTo>
                <a:lnTo>
                  <a:pt x="661814" y="527757"/>
                </a:lnTo>
                <a:close/>
                <a:moveTo>
                  <a:pt x="837165" y="527017"/>
                </a:moveTo>
                <a:lnTo>
                  <a:pt x="870069" y="527017"/>
                </a:lnTo>
                <a:lnTo>
                  <a:pt x="870069" y="527757"/>
                </a:lnTo>
                <a:lnTo>
                  <a:pt x="837165" y="527757"/>
                </a:lnTo>
                <a:close/>
                <a:moveTo>
                  <a:pt x="544775" y="527017"/>
                </a:moveTo>
                <a:lnTo>
                  <a:pt x="568516" y="527017"/>
                </a:lnTo>
                <a:lnTo>
                  <a:pt x="568516" y="527757"/>
                </a:lnTo>
                <a:lnTo>
                  <a:pt x="544775" y="527757"/>
                </a:lnTo>
                <a:close/>
                <a:moveTo>
                  <a:pt x="732621" y="527017"/>
                </a:moveTo>
                <a:lnTo>
                  <a:pt x="772189" y="527017"/>
                </a:lnTo>
                <a:lnTo>
                  <a:pt x="772189" y="527757"/>
                </a:lnTo>
                <a:lnTo>
                  <a:pt x="732621" y="527757"/>
                </a:lnTo>
                <a:close/>
                <a:moveTo>
                  <a:pt x="397" y="527017"/>
                </a:moveTo>
                <a:lnTo>
                  <a:pt x="505623" y="527017"/>
                </a:lnTo>
                <a:lnTo>
                  <a:pt x="505623" y="527757"/>
                </a:lnTo>
                <a:lnTo>
                  <a:pt x="397" y="527757"/>
                </a:lnTo>
                <a:close/>
                <a:moveTo>
                  <a:pt x="397" y="527757"/>
                </a:moveTo>
                <a:lnTo>
                  <a:pt x="504373" y="527757"/>
                </a:lnTo>
                <a:lnTo>
                  <a:pt x="504373" y="528497"/>
                </a:lnTo>
                <a:lnTo>
                  <a:pt x="397" y="528497"/>
                </a:lnTo>
                <a:close/>
                <a:moveTo>
                  <a:pt x="546024" y="527757"/>
                </a:moveTo>
                <a:lnTo>
                  <a:pt x="568516" y="527757"/>
                </a:lnTo>
                <a:lnTo>
                  <a:pt x="568516" y="528497"/>
                </a:lnTo>
                <a:lnTo>
                  <a:pt x="546024" y="528497"/>
                </a:lnTo>
                <a:close/>
                <a:moveTo>
                  <a:pt x="733870" y="527757"/>
                </a:moveTo>
                <a:lnTo>
                  <a:pt x="772189" y="527757"/>
                </a:lnTo>
                <a:lnTo>
                  <a:pt x="772189" y="528497"/>
                </a:lnTo>
                <a:lnTo>
                  <a:pt x="733870" y="528497"/>
                </a:lnTo>
                <a:close/>
                <a:moveTo>
                  <a:pt x="661814" y="527757"/>
                </a:moveTo>
                <a:lnTo>
                  <a:pt x="694302" y="527757"/>
                </a:lnTo>
                <a:lnTo>
                  <a:pt x="694302" y="528497"/>
                </a:lnTo>
                <a:lnTo>
                  <a:pt x="661814" y="528497"/>
                </a:lnTo>
                <a:close/>
                <a:moveTo>
                  <a:pt x="840080" y="527757"/>
                </a:moveTo>
                <a:lnTo>
                  <a:pt x="870069" y="527757"/>
                </a:lnTo>
                <a:lnTo>
                  <a:pt x="870069" y="528497"/>
                </a:lnTo>
                <a:lnTo>
                  <a:pt x="840080" y="528497"/>
                </a:lnTo>
                <a:close/>
                <a:moveTo>
                  <a:pt x="841746" y="528497"/>
                </a:moveTo>
                <a:lnTo>
                  <a:pt x="870069" y="528497"/>
                </a:lnTo>
                <a:lnTo>
                  <a:pt x="870069" y="529238"/>
                </a:lnTo>
                <a:lnTo>
                  <a:pt x="841746" y="529238"/>
                </a:lnTo>
                <a:close/>
                <a:moveTo>
                  <a:pt x="547274" y="528497"/>
                </a:moveTo>
                <a:lnTo>
                  <a:pt x="568516" y="528497"/>
                </a:lnTo>
                <a:lnTo>
                  <a:pt x="568516" y="529238"/>
                </a:lnTo>
                <a:lnTo>
                  <a:pt x="547274" y="529238"/>
                </a:lnTo>
                <a:close/>
                <a:moveTo>
                  <a:pt x="735120" y="528497"/>
                </a:moveTo>
                <a:lnTo>
                  <a:pt x="772189" y="528497"/>
                </a:lnTo>
                <a:lnTo>
                  <a:pt x="772189" y="529238"/>
                </a:lnTo>
                <a:lnTo>
                  <a:pt x="735120" y="529238"/>
                </a:lnTo>
                <a:close/>
                <a:moveTo>
                  <a:pt x="397" y="528497"/>
                </a:moveTo>
                <a:lnTo>
                  <a:pt x="503124" y="528497"/>
                </a:lnTo>
                <a:lnTo>
                  <a:pt x="503124" y="529238"/>
                </a:lnTo>
                <a:lnTo>
                  <a:pt x="397" y="529238"/>
                </a:lnTo>
                <a:close/>
                <a:moveTo>
                  <a:pt x="661814" y="528497"/>
                </a:moveTo>
                <a:lnTo>
                  <a:pt x="693052" y="528497"/>
                </a:lnTo>
                <a:lnTo>
                  <a:pt x="693052" y="529238"/>
                </a:lnTo>
                <a:lnTo>
                  <a:pt x="661814" y="529238"/>
                </a:lnTo>
                <a:close/>
                <a:moveTo>
                  <a:pt x="843412" y="529238"/>
                </a:moveTo>
                <a:lnTo>
                  <a:pt x="870069" y="529238"/>
                </a:lnTo>
                <a:lnTo>
                  <a:pt x="870069" y="529978"/>
                </a:lnTo>
                <a:lnTo>
                  <a:pt x="843412" y="529978"/>
                </a:lnTo>
                <a:close/>
                <a:moveTo>
                  <a:pt x="548107" y="529238"/>
                </a:moveTo>
                <a:lnTo>
                  <a:pt x="568516" y="529238"/>
                </a:lnTo>
                <a:lnTo>
                  <a:pt x="568516" y="529978"/>
                </a:lnTo>
                <a:lnTo>
                  <a:pt x="548107" y="529978"/>
                </a:lnTo>
                <a:close/>
                <a:moveTo>
                  <a:pt x="397" y="529238"/>
                </a:moveTo>
                <a:lnTo>
                  <a:pt x="502291" y="529238"/>
                </a:lnTo>
                <a:lnTo>
                  <a:pt x="502291" y="529978"/>
                </a:lnTo>
                <a:lnTo>
                  <a:pt x="397" y="529978"/>
                </a:lnTo>
                <a:close/>
                <a:moveTo>
                  <a:pt x="736369" y="529238"/>
                </a:moveTo>
                <a:lnTo>
                  <a:pt x="772189" y="529238"/>
                </a:lnTo>
                <a:lnTo>
                  <a:pt x="772189" y="529978"/>
                </a:lnTo>
                <a:lnTo>
                  <a:pt x="736369" y="529978"/>
                </a:lnTo>
                <a:close/>
                <a:moveTo>
                  <a:pt x="661814" y="529238"/>
                </a:moveTo>
                <a:lnTo>
                  <a:pt x="691803" y="529238"/>
                </a:lnTo>
                <a:lnTo>
                  <a:pt x="691803" y="529978"/>
                </a:lnTo>
                <a:lnTo>
                  <a:pt x="661814" y="529978"/>
                </a:lnTo>
                <a:close/>
                <a:moveTo>
                  <a:pt x="661814" y="529978"/>
                </a:moveTo>
                <a:lnTo>
                  <a:pt x="690970" y="529978"/>
                </a:lnTo>
                <a:lnTo>
                  <a:pt x="690970" y="530718"/>
                </a:lnTo>
                <a:lnTo>
                  <a:pt x="661814" y="530718"/>
                </a:lnTo>
                <a:close/>
                <a:moveTo>
                  <a:pt x="548940" y="529978"/>
                </a:moveTo>
                <a:lnTo>
                  <a:pt x="568516" y="529978"/>
                </a:lnTo>
                <a:lnTo>
                  <a:pt x="568516" y="530718"/>
                </a:lnTo>
                <a:lnTo>
                  <a:pt x="548940" y="530718"/>
                </a:lnTo>
                <a:close/>
                <a:moveTo>
                  <a:pt x="844662" y="529978"/>
                </a:moveTo>
                <a:lnTo>
                  <a:pt x="870069" y="529978"/>
                </a:lnTo>
                <a:lnTo>
                  <a:pt x="870069" y="530718"/>
                </a:lnTo>
                <a:lnTo>
                  <a:pt x="844662" y="530718"/>
                </a:lnTo>
                <a:close/>
                <a:moveTo>
                  <a:pt x="737202" y="529978"/>
                </a:moveTo>
                <a:lnTo>
                  <a:pt x="772189" y="529978"/>
                </a:lnTo>
                <a:lnTo>
                  <a:pt x="772189" y="530718"/>
                </a:lnTo>
                <a:lnTo>
                  <a:pt x="737202" y="530718"/>
                </a:lnTo>
                <a:close/>
                <a:moveTo>
                  <a:pt x="397" y="529978"/>
                </a:moveTo>
                <a:lnTo>
                  <a:pt x="501041" y="529978"/>
                </a:lnTo>
                <a:lnTo>
                  <a:pt x="501041" y="530718"/>
                </a:lnTo>
                <a:lnTo>
                  <a:pt x="397" y="530718"/>
                </a:lnTo>
                <a:close/>
                <a:moveTo>
                  <a:pt x="550189" y="530718"/>
                </a:moveTo>
                <a:lnTo>
                  <a:pt x="568516" y="530718"/>
                </a:lnTo>
                <a:lnTo>
                  <a:pt x="568516" y="531458"/>
                </a:lnTo>
                <a:lnTo>
                  <a:pt x="550189" y="531458"/>
                </a:lnTo>
                <a:close/>
                <a:moveTo>
                  <a:pt x="845911" y="530718"/>
                </a:moveTo>
                <a:lnTo>
                  <a:pt x="870069" y="530718"/>
                </a:lnTo>
                <a:lnTo>
                  <a:pt x="870069" y="531458"/>
                </a:lnTo>
                <a:lnTo>
                  <a:pt x="845911" y="531458"/>
                </a:lnTo>
                <a:close/>
                <a:moveTo>
                  <a:pt x="738452" y="530718"/>
                </a:moveTo>
                <a:lnTo>
                  <a:pt x="772189" y="530718"/>
                </a:lnTo>
                <a:lnTo>
                  <a:pt x="772189" y="531458"/>
                </a:lnTo>
                <a:lnTo>
                  <a:pt x="738452" y="531458"/>
                </a:lnTo>
                <a:close/>
                <a:moveTo>
                  <a:pt x="397" y="530718"/>
                </a:moveTo>
                <a:lnTo>
                  <a:pt x="500208" y="530718"/>
                </a:lnTo>
                <a:lnTo>
                  <a:pt x="500208" y="531458"/>
                </a:lnTo>
                <a:lnTo>
                  <a:pt x="397" y="531458"/>
                </a:lnTo>
                <a:close/>
                <a:moveTo>
                  <a:pt x="661814" y="530718"/>
                </a:moveTo>
                <a:lnTo>
                  <a:pt x="689720" y="530718"/>
                </a:lnTo>
                <a:lnTo>
                  <a:pt x="689720" y="531458"/>
                </a:lnTo>
                <a:lnTo>
                  <a:pt x="661814" y="531458"/>
                </a:lnTo>
                <a:close/>
                <a:moveTo>
                  <a:pt x="661814" y="531458"/>
                </a:moveTo>
                <a:lnTo>
                  <a:pt x="688887" y="531458"/>
                </a:lnTo>
                <a:lnTo>
                  <a:pt x="688887" y="532198"/>
                </a:lnTo>
                <a:lnTo>
                  <a:pt x="661814" y="532198"/>
                </a:lnTo>
                <a:close/>
                <a:moveTo>
                  <a:pt x="551022" y="531458"/>
                </a:moveTo>
                <a:lnTo>
                  <a:pt x="568516" y="531458"/>
                </a:lnTo>
                <a:lnTo>
                  <a:pt x="568516" y="532198"/>
                </a:lnTo>
                <a:lnTo>
                  <a:pt x="551022" y="532198"/>
                </a:lnTo>
                <a:close/>
                <a:moveTo>
                  <a:pt x="397" y="531458"/>
                </a:moveTo>
                <a:lnTo>
                  <a:pt x="499375" y="531458"/>
                </a:lnTo>
                <a:lnTo>
                  <a:pt x="499375" y="532198"/>
                </a:lnTo>
                <a:lnTo>
                  <a:pt x="397" y="532198"/>
                </a:lnTo>
                <a:close/>
                <a:moveTo>
                  <a:pt x="739285" y="531458"/>
                </a:moveTo>
                <a:lnTo>
                  <a:pt x="772189" y="531458"/>
                </a:lnTo>
                <a:lnTo>
                  <a:pt x="772189" y="532198"/>
                </a:lnTo>
                <a:lnTo>
                  <a:pt x="739285" y="532198"/>
                </a:lnTo>
                <a:close/>
                <a:moveTo>
                  <a:pt x="847161" y="531458"/>
                </a:moveTo>
                <a:lnTo>
                  <a:pt x="870069" y="531458"/>
                </a:lnTo>
                <a:lnTo>
                  <a:pt x="870069" y="532198"/>
                </a:lnTo>
                <a:lnTo>
                  <a:pt x="847161" y="532198"/>
                </a:lnTo>
                <a:close/>
                <a:moveTo>
                  <a:pt x="397" y="532198"/>
                </a:moveTo>
                <a:lnTo>
                  <a:pt x="498959" y="532198"/>
                </a:lnTo>
                <a:lnTo>
                  <a:pt x="498959" y="532939"/>
                </a:lnTo>
                <a:lnTo>
                  <a:pt x="397" y="532939"/>
                </a:lnTo>
                <a:close/>
                <a:moveTo>
                  <a:pt x="847994" y="532198"/>
                </a:moveTo>
                <a:lnTo>
                  <a:pt x="870069" y="532198"/>
                </a:lnTo>
                <a:lnTo>
                  <a:pt x="870069" y="532939"/>
                </a:lnTo>
                <a:lnTo>
                  <a:pt x="847994" y="532939"/>
                </a:lnTo>
                <a:close/>
                <a:moveTo>
                  <a:pt x="661814" y="532198"/>
                </a:moveTo>
                <a:lnTo>
                  <a:pt x="688054" y="532198"/>
                </a:lnTo>
                <a:lnTo>
                  <a:pt x="688054" y="532939"/>
                </a:lnTo>
                <a:lnTo>
                  <a:pt x="661814" y="532939"/>
                </a:lnTo>
                <a:close/>
                <a:moveTo>
                  <a:pt x="551439" y="532198"/>
                </a:moveTo>
                <a:lnTo>
                  <a:pt x="568516" y="532198"/>
                </a:lnTo>
                <a:lnTo>
                  <a:pt x="568516" y="532939"/>
                </a:lnTo>
                <a:lnTo>
                  <a:pt x="551439" y="532939"/>
                </a:lnTo>
                <a:close/>
                <a:moveTo>
                  <a:pt x="740118" y="532198"/>
                </a:moveTo>
                <a:lnTo>
                  <a:pt x="772189" y="532198"/>
                </a:lnTo>
                <a:lnTo>
                  <a:pt x="772189" y="532939"/>
                </a:lnTo>
                <a:lnTo>
                  <a:pt x="740118" y="532939"/>
                </a:lnTo>
                <a:close/>
                <a:moveTo>
                  <a:pt x="740951" y="532939"/>
                </a:moveTo>
                <a:lnTo>
                  <a:pt x="772189" y="532939"/>
                </a:lnTo>
                <a:lnTo>
                  <a:pt x="772189" y="533679"/>
                </a:lnTo>
                <a:lnTo>
                  <a:pt x="740951" y="533679"/>
                </a:lnTo>
                <a:close/>
                <a:moveTo>
                  <a:pt x="848827" y="532939"/>
                </a:moveTo>
                <a:lnTo>
                  <a:pt x="870069" y="532939"/>
                </a:lnTo>
                <a:lnTo>
                  <a:pt x="870069" y="533679"/>
                </a:lnTo>
                <a:lnTo>
                  <a:pt x="848827" y="533679"/>
                </a:lnTo>
                <a:close/>
                <a:moveTo>
                  <a:pt x="397" y="532939"/>
                </a:moveTo>
                <a:lnTo>
                  <a:pt x="498126" y="532939"/>
                </a:lnTo>
                <a:lnTo>
                  <a:pt x="498126" y="533679"/>
                </a:lnTo>
                <a:lnTo>
                  <a:pt x="397" y="533679"/>
                </a:lnTo>
                <a:close/>
                <a:moveTo>
                  <a:pt x="661814" y="532939"/>
                </a:moveTo>
                <a:lnTo>
                  <a:pt x="687221" y="532939"/>
                </a:lnTo>
                <a:lnTo>
                  <a:pt x="687221" y="533679"/>
                </a:lnTo>
                <a:lnTo>
                  <a:pt x="661814" y="533679"/>
                </a:lnTo>
                <a:close/>
                <a:moveTo>
                  <a:pt x="552272" y="532939"/>
                </a:moveTo>
                <a:lnTo>
                  <a:pt x="568516" y="532939"/>
                </a:lnTo>
                <a:lnTo>
                  <a:pt x="568516" y="533679"/>
                </a:lnTo>
                <a:lnTo>
                  <a:pt x="552272" y="533679"/>
                </a:lnTo>
                <a:close/>
                <a:moveTo>
                  <a:pt x="661814" y="533679"/>
                </a:moveTo>
                <a:lnTo>
                  <a:pt x="686388" y="533679"/>
                </a:lnTo>
                <a:lnTo>
                  <a:pt x="686388" y="534419"/>
                </a:lnTo>
                <a:lnTo>
                  <a:pt x="661814" y="534419"/>
                </a:lnTo>
                <a:close/>
                <a:moveTo>
                  <a:pt x="553105" y="533679"/>
                </a:moveTo>
                <a:lnTo>
                  <a:pt x="568516" y="533679"/>
                </a:lnTo>
                <a:lnTo>
                  <a:pt x="568516" y="534419"/>
                </a:lnTo>
                <a:lnTo>
                  <a:pt x="553105" y="534419"/>
                </a:lnTo>
                <a:close/>
                <a:moveTo>
                  <a:pt x="849243" y="533679"/>
                </a:moveTo>
                <a:lnTo>
                  <a:pt x="870069" y="533679"/>
                </a:lnTo>
                <a:lnTo>
                  <a:pt x="870069" y="534419"/>
                </a:lnTo>
                <a:lnTo>
                  <a:pt x="849243" y="534419"/>
                </a:lnTo>
                <a:close/>
                <a:moveTo>
                  <a:pt x="397" y="533679"/>
                </a:moveTo>
                <a:lnTo>
                  <a:pt x="497293" y="533679"/>
                </a:lnTo>
                <a:lnTo>
                  <a:pt x="497293" y="534419"/>
                </a:lnTo>
                <a:lnTo>
                  <a:pt x="397" y="534419"/>
                </a:lnTo>
                <a:close/>
                <a:moveTo>
                  <a:pt x="741784" y="533679"/>
                </a:moveTo>
                <a:lnTo>
                  <a:pt x="772189" y="533679"/>
                </a:lnTo>
                <a:lnTo>
                  <a:pt x="772189" y="534419"/>
                </a:lnTo>
                <a:lnTo>
                  <a:pt x="741784" y="534419"/>
                </a:lnTo>
                <a:close/>
                <a:moveTo>
                  <a:pt x="850076" y="534419"/>
                </a:moveTo>
                <a:lnTo>
                  <a:pt x="870069" y="534419"/>
                </a:lnTo>
                <a:lnTo>
                  <a:pt x="870069" y="535159"/>
                </a:lnTo>
                <a:lnTo>
                  <a:pt x="850076" y="535159"/>
                </a:lnTo>
                <a:close/>
                <a:moveTo>
                  <a:pt x="397" y="534419"/>
                </a:moveTo>
                <a:lnTo>
                  <a:pt x="496876" y="534419"/>
                </a:lnTo>
                <a:lnTo>
                  <a:pt x="496876" y="535159"/>
                </a:lnTo>
                <a:lnTo>
                  <a:pt x="397" y="535159"/>
                </a:lnTo>
                <a:close/>
                <a:moveTo>
                  <a:pt x="742617" y="534419"/>
                </a:moveTo>
                <a:lnTo>
                  <a:pt x="772189" y="534419"/>
                </a:lnTo>
                <a:lnTo>
                  <a:pt x="772189" y="535159"/>
                </a:lnTo>
                <a:lnTo>
                  <a:pt x="742617" y="535159"/>
                </a:lnTo>
                <a:close/>
                <a:moveTo>
                  <a:pt x="661814" y="534419"/>
                </a:moveTo>
                <a:lnTo>
                  <a:pt x="685555" y="534419"/>
                </a:lnTo>
                <a:lnTo>
                  <a:pt x="685555" y="535159"/>
                </a:lnTo>
                <a:lnTo>
                  <a:pt x="661814" y="535159"/>
                </a:lnTo>
                <a:close/>
                <a:moveTo>
                  <a:pt x="553522" y="534419"/>
                </a:moveTo>
                <a:lnTo>
                  <a:pt x="568516" y="534419"/>
                </a:lnTo>
                <a:lnTo>
                  <a:pt x="568516" y="535159"/>
                </a:lnTo>
                <a:lnTo>
                  <a:pt x="553522" y="535159"/>
                </a:lnTo>
                <a:close/>
                <a:moveTo>
                  <a:pt x="850493" y="535159"/>
                </a:moveTo>
                <a:lnTo>
                  <a:pt x="870069" y="535159"/>
                </a:lnTo>
                <a:lnTo>
                  <a:pt x="870069" y="535899"/>
                </a:lnTo>
                <a:lnTo>
                  <a:pt x="850493" y="535899"/>
                </a:lnTo>
                <a:close/>
                <a:moveTo>
                  <a:pt x="743033" y="535159"/>
                </a:moveTo>
                <a:lnTo>
                  <a:pt x="772189" y="535159"/>
                </a:lnTo>
                <a:lnTo>
                  <a:pt x="772189" y="535899"/>
                </a:lnTo>
                <a:lnTo>
                  <a:pt x="743033" y="535899"/>
                </a:lnTo>
                <a:close/>
                <a:moveTo>
                  <a:pt x="397" y="535159"/>
                </a:moveTo>
                <a:lnTo>
                  <a:pt x="496043" y="535159"/>
                </a:lnTo>
                <a:lnTo>
                  <a:pt x="496043" y="535899"/>
                </a:lnTo>
                <a:lnTo>
                  <a:pt x="397" y="535899"/>
                </a:lnTo>
                <a:close/>
                <a:moveTo>
                  <a:pt x="661814" y="535159"/>
                </a:moveTo>
                <a:lnTo>
                  <a:pt x="685139" y="535159"/>
                </a:lnTo>
                <a:lnTo>
                  <a:pt x="685139" y="535899"/>
                </a:lnTo>
                <a:lnTo>
                  <a:pt x="661814" y="535899"/>
                </a:lnTo>
                <a:close/>
                <a:moveTo>
                  <a:pt x="554355" y="535159"/>
                </a:moveTo>
                <a:lnTo>
                  <a:pt x="568516" y="535159"/>
                </a:lnTo>
                <a:lnTo>
                  <a:pt x="568516" y="535899"/>
                </a:lnTo>
                <a:lnTo>
                  <a:pt x="554355" y="535899"/>
                </a:lnTo>
                <a:close/>
                <a:moveTo>
                  <a:pt x="661814" y="535899"/>
                </a:moveTo>
                <a:lnTo>
                  <a:pt x="684306" y="535899"/>
                </a:lnTo>
                <a:lnTo>
                  <a:pt x="684306" y="536640"/>
                </a:lnTo>
                <a:lnTo>
                  <a:pt x="661814" y="536640"/>
                </a:lnTo>
                <a:close/>
                <a:moveTo>
                  <a:pt x="554771" y="535899"/>
                </a:moveTo>
                <a:lnTo>
                  <a:pt x="568516" y="535899"/>
                </a:lnTo>
                <a:lnTo>
                  <a:pt x="568516" y="536640"/>
                </a:lnTo>
                <a:lnTo>
                  <a:pt x="554771" y="536640"/>
                </a:lnTo>
                <a:close/>
                <a:moveTo>
                  <a:pt x="851326" y="535899"/>
                </a:moveTo>
                <a:lnTo>
                  <a:pt x="870069" y="535899"/>
                </a:lnTo>
                <a:lnTo>
                  <a:pt x="870069" y="536640"/>
                </a:lnTo>
                <a:lnTo>
                  <a:pt x="851326" y="536640"/>
                </a:lnTo>
                <a:close/>
                <a:moveTo>
                  <a:pt x="743866" y="535899"/>
                </a:moveTo>
                <a:lnTo>
                  <a:pt x="772189" y="535899"/>
                </a:lnTo>
                <a:lnTo>
                  <a:pt x="772189" y="536640"/>
                </a:lnTo>
                <a:lnTo>
                  <a:pt x="743866" y="536640"/>
                </a:lnTo>
                <a:close/>
                <a:moveTo>
                  <a:pt x="397" y="535899"/>
                </a:moveTo>
                <a:lnTo>
                  <a:pt x="495627" y="535899"/>
                </a:lnTo>
                <a:lnTo>
                  <a:pt x="495627" y="536640"/>
                </a:lnTo>
                <a:lnTo>
                  <a:pt x="397" y="536640"/>
                </a:lnTo>
                <a:close/>
                <a:moveTo>
                  <a:pt x="397" y="536640"/>
                </a:moveTo>
                <a:lnTo>
                  <a:pt x="494794" y="536640"/>
                </a:lnTo>
                <a:lnTo>
                  <a:pt x="494794" y="537380"/>
                </a:lnTo>
                <a:lnTo>
                  <a:pt x="397" y="537380"/>
                </a:lnTo>
                <a:close/>
                <a:moveTo>
                  <a:pt x="555188" y="536640"/>
                </a:moveTo>
                <a:lnTo>
                  <a:pt x="568516" y="536640"/>
                </a:lnTo>
                <a:lnTo>
                  <a:pt x="568516" y="537380"/>
                </a:lnTo>
                <a:lnTo>
                  <a:pt x="555188" y="537380"/>
                </a:lnTo>
                <a:close/>
                <a:moveTo>
                  <a:pt x="661814" y="536640"/>
                </a:moveTo>
                <a:lnTo>
                  <a:pt x="683889" y="536640"/>
                </a:lnTo>
                <a:lnTo>
                  <a:pt x="683889" y="537380"/>
                </a:lnTo>
                <a:lnTo>
                  <a:pt x="661814" y="537380"/>
                </a:lnTo>
                <a:close/>
                <a:moveTo>
                  <a:pt x="851743" y="536640"/>
                </a:moveTo>
                <a:lnTo>
                  <a:pt x="870069" y="536640"/>
                </a:lnTo>
                <a:lnTo>
                  <a:pt x="870069" y="537380"/>
                </a:lnTo>
                <a:lnTo>
                  <a:pt x="851743" y="537380"/>
                </a:lnTo>
                <a:close/>
                <a:moveTo>
                  <a:pt x="744700" y="536640"/>
                </a:moveTo>
                <a:lnTo>
                  <a:pt x="772189" y="536640"/>
                </a:lnTo>
                <a:lnTo>
                  <a:pt x="772189" y="537380"/>
                </a:lnTo>
                <a:lnTo>
                  <a:pt x="744700" y="537380"/>
                </a:lnTo>
                <a:close/>
                <a:moveTo>
                  <a:pt x="397" y="537380"/>
                </a:moveTo>
                <a:lnTo>
                  <a:pt x="494377" y="537380"/>
                </a:lnTo>
                <a:lnTo>
                  <a:pt x="494377" y="538120"/>
                </a:lnTo>
                <a:lnTo>
                  <a:pt x="397" y="538120"/>
                </a:lnTo>
                <a:close/>
                <a:moveTo>
                  <a:pt x="745116" y="537380"/>
                </a:moveTo>
                <a:lnTo>
                  <a:pt x="772189" y="537380"/>
                </a:lnTo>
                <a:lnTo>
                  <a:pt x="772189" y="538120"/>
                </a:lnTo>
                <a:lnTo>
                  <a:pt x="745116" y="538120"/>
                </a:lnTo>
                <a:close/>
                <a:moveTo>
                  <a:pt x="556021" y="537380"/>
                </a:moveTo>
                <a:lnTo>
                  <a:pt x="568516" y="537380"/>
                </a:lnTo>
                <a:lnTo>
                  <a:pt x="568516" y="538120"/>
                </a:lnTo>
                <a:lnTo>
                  <a:pt x="556021" y="538120"/>
                </a:lnTo>
                <a:close/>
                <a:moveTo>
                  <a:pt x="661814" y="537380"/>
                </a:moveTo>
                <a:lnTo>
                  <a:pt x="683056" y="537380"/>
                </a:lnTo>
                <a:lnTo>
                  <a:pt x="683056" y="538120"/>
                </a:lnTo>
                <a:lnTo>
                  <a:pt x="661814" y="538120"/>
                </a:lnTo>
                <a:close/>
                <a:moveTo>
                  <a:pt x="852159" y="537380"/>
                </a:moveTo>
                <a:lnTo>
                  <a:pt x="870069" y="537380"/>
                </a:lnTo>
                <a:lnTo>
                  <a:pt x="870069" y="538120"/>
                </a:lnTo>
                <a:lnTo>
                  <a:pt x="852159" y="538120"/>
                </a:lnTo>
                <a:close/>
                <a:moveTo>
                  <a:pt x="852992" y="538120"/>
                </a:moveTo>
                <a:lnTo>
                  <a:pt x="870069" y="538120"/>
                </a:lnTo>
                <a:lnTo>
                  <a:pt x="870069" y="538860"/>
                </a:lnTo>
                <a:lnTo>
                  <a:pt x="852992" y="538860"/>
                </a:lnTo>
                <a:close/>
                <a:moveTo>
                  <a:pt x="397" y="538120"/>
                </a:moveTo>
                <a:lnTo>
                  <a:pt x="493961" y="538120"/>
                </a:lnTo>
                <a:lnTo>
                  <a:pt x="493961" y="538860"/>
                </a:lnTo>
                <a:lnTo>
                  <a:pt x="397" y="538860"/>
                </a:lnTo>
                <a:close/>
                <a:moveTo>
                  <a:pt x="745949" y="538120"/>
                </a:moveTo>
                <a:lnTo>
                  <a:pt x="772189" y="538120"/>
                </a:lnTo>
                <a:lnTo>
                  <a:pt x="772189" y="538860"/>
                </a:lnTo>
                <a:lnTo>
                  <a:pt x="745949" y="538860"/>
                </a:lnTo>
                <a:close/>
                <a:moveTo>
                  <a:pt x="661814" y="538120"/>
                </a:moveTo>
                <a:lnTo>
                  <a:pt x="682640" y="538120"/>
                </a:lnTo>
                <a:lnTo>
                  <a:pt x="682640" y="538860"/>
                </a:lnTo>
                <a:lnTo>
                  <a:pt x="661814" y="538860"/>
                </a:lnTo>
                <a:close/>
                <a:moveTo>
                  <a:pt x="556437" y="538120"/>
                </a:moveTo>
                <a:lnTo>
                  <a:pt x="568516" y="538120"/>
                </a:lnTo>
                <a:lnTo>
                  <a:pt x="568516" y="538860"/>
                </a:lnTo>
                <a:lnTo>
                  <a:pt x="556437" y="538860"/>
                </a:lnTo>
                <a:close/>
                <a:moveTo>
                  <a:pt x="397" y="538860"/>
                </a:moveTo>
                <a:lnTo>
                  <a:pt x="493544" y="538860"/>
                </a:lnTo>
                <a:lnTo>
                  <a:pt x="493544" y="539600"/>
                </a:lnTo>
                <a:lnTo>
                  <a:pt x="397" y="539600"/>
                </a:lnTo>
                <a:close/>
                <a:moveTo>
                  <a:pt x="853409" y="538860"/>
                </a:moveTo>
                <a:lnTo>
                  <a:pt x="870069" y="538860"/>
                </a:lnTo>
                <a:lnTo>
                  <a:pt x="870069" y="539600"/>
                </a:lnTo>
                <a:lnTo>
                  <a:pt x="853409" y="539600"/>
                </a:lnTo>
                <a:close/>
                <a:moveTo>
                  <a:pt x="661814" y="538860"/>
                </a:moveTo>
                <a:lnTo>
                  <a:pt x="681807" y="538860"/>
                </a:lnTo>
                <a:lnTo>
                  <a:pt x="681807" y="539600"/>
                </a:lnTo>
                <a:lnTo>
                  <a:pt x="661814" y="539600"/>
                </a:lnTo>
                <a:close/>
                <a:moveTo>
                  <a:pt x="746366" y="538860"/>
                </a:moveTo>
                <a:lnTo>
                  <a:pt x="772189" y="538860"/>
                </a:lnTo>
                <a:lnTo>
                  <a:pt x="772189" y="539600"/>
                </a:lnTo>
                <a:lnTo>
                  <a:pt x="746366" y="539600"/>
                </a:lnTo>
                <a:close/>
                <a:moveTo>
                  <a:pt x="556854" y="538860"/>
                </a:moveTo>
                <a:lnTo>
                  <a:pt x="568516" y="538860"/>
                </a:lnTo>
                <a:lnTo>
                  <a:pt x="568516" y="539600"/>
                </a:lnTo>
                <a:lnTo>
                  <a:pt x="556854" y="539600"/>
                </a:lnTo>
                <a:close/>
                <a:moveTo>
                  <a:pt x="557270" y="539600"/>
                </a:moveTo>
                <a:lnTo>
                  <a:pt x="568516" y="539600"/>
                </a:lnTo>
                <a:lnTo>
                  <a:pt x="568516" y="540340"/>
                </a:lnTo>
                <a:lnTo>
                  <a:pt x="557270" y="540340"/>
                </a:lnTo>
                <a:close/>
                <a:moveTo>
                  <a:pt x="397" y="539600"/>
                </a:moveTo>
                <a:lnTo>
                  <a:pt x="492711" y="539600"/>
                </a:lnTo>
                <a:lnTo>
                  <a:pt x="492711" y="540340"/>
                </a:lnTo>
                <a:lnTo>
                  <a:pt x="397" y="540340"/>
                </a:lnTo>
                <a:close/>
                <a:moveTo>
                  <a:pt x="661814" y="539600"/>
                </a:moveTo>
                <a:lnTo>
                  <a:pt x="681390" y="539600"/>
                </a:lnTo>
                <a:lnTo>
                  <a:pt x="681390" y="540340"/>
                </a:lnTo>
                <a:lnTo>
                  <a:pt x="661814" y="540340"/>
                </a:lnTo>
                <a:close/>
                <a:moveTo>
                  <a:pt x="853825" y="539600"/>
                </a:moveTo>
                <a:lnTo>
                  <a:pt x="870069" y="539600"/>
                </a:lnTo>
                <a:lnTo>
                  <a:pt x="870069" y="540340"/>
                </a:lnTo>
                <a:lnTo>
                  <a:pt x="853825" y="540340"/>
                </a:lnTo>
                <a:close/>
                <a:moveTo>
                  <a:pt x="746782" y="539600"/>
                </a:moveTo>
                <a:lnTo>
                  <a:pt x="772189" y="539600"/>
                </a:lnTo>
                <a:lnTo>
                  <a:pt x="772189" y="540340"/>
                </a:lnTo>
                <a:lnTo>
                  <a:pt x="746782" y="540340"/>
                </a:lnTo>
                <a:close/>
                <a:moveTo>
                  <a:pt x="397" y="540340"/>
                </a:moveTo>
                <a:lnTo>
                  <a:pt x="492295" y="540340"/>
                </a:lnTo>
                <a:lnTo>
                  <a:pt x="492295" y="541081"/>
                </a:lnTo>
                <a:lnTo>
                  <a:pt x="397" y="541081"/>
                </a:lnTo>
                <a:close/>
                <a:moveTo>
                  <a:pt x="747615" y="540340"/>
                </a:moveTo>
                <a:lnTo>
                  <a:pt x="772189" y="540340"/>
                </a:lnTo>
                <a:lnTo>
                  <a:pt x="772189" y="541081"/>
                </a:lnTo>
                <a:lnTo>
                  <a:pt x="747615" y="541081"/>
                </a:lnTo>
                <a:close/>
                <a:moveTo>
                  <a:pt x="557687" y="540340"/>
                </a:moveTo>
                <a:lnTo>
                  <a:pt x="568516" y="540340"/>
                </a:lnTo>
                <a:lnTo>
                  <a:pt x="568516" y="541081"/>
                </a:lnTo>
                <a:lnTo>
                  <a:pt x="557687" y="541081"/>
                </a:lnTo>
                <a:close/>
                <a:moveTo>
                  <a:pt x="661814" y="540340"/>
                </a:moveTo>
                <a:lnTo>
                  <a:pt x="680974" y="540340"/>
                </a:lnTo>
                <a:lnTo>
                  <a:pt x="680974" y="541081"/>
                </a:lnTo>
                <a:lnTo>
                  <a:pt x="661814" y="541081"/>
                </a:lnTo>
                <a:close/>
                <a:moveTo>
                  <a:pt x="854242" y="540340"/>
                </a:moveTo>
                <a:lnTo>
                  <a:pt x="870069" y="540340"/>
                </a:lnTo>
                <a:lnTo>
                  <a:pt x="870069" y="541081"/>
                </a:lnTo>
                <a:lnTo>
                  <a:pt x="854242" y="541081"/>
                </a:lnTo>
                <a:close/>
                <a:moveTo>
                  <a:pt x="748032" y="541081"/>
                </a:moveTo>
                <a:lnTo>
                  <a:pt x="772189" y="541081"/>
                </a:lnTo>
                <a:lnTo>
                  <a:pt x="772189" y="541821"/>
                </a:lnTo>
                <a:lnTo>
                  <a:pt x="748032" y="541821"/>
                </a:lnTo>
                <a:close/>
                <a:moveTo>
                  <a:pt x="661814" y="541081"/>
                </a:moveTo>
                <a:lnTo>
                  <a:pt x="680140" y="541081"/>
                </a:lnTo>
                <a:lnTo>
                  <a:pt x="680140" y="541821"/>
                </a:lnTo>
                <a:lnTo>
                  <a:pt x="661814" y="541821"/>
                </a:lnTo>
                <a:close/>
                <a:moveTo>
                  <a:pt x="397" y="541081"/>
                </a:moveTo>
                <a:lnTo>
                  <a:pt x="491878" y="541081"/>
                </a:lnTo>
                <a:lnTo>
                  <a:pt x="491878" y="541821"/>
                </a:lnTo>
                <a:lnTo>
                  <a:pt x="397" y="541821"/>
                </a:lnTo>
                <a:close/>
                <a:moveTo>
                  <a:pt x="558103" y="541081"/>
                </a:moveTo>
                <a:lnTo>
                  <a:pt x="568516" y="541081"/>
                </a:lnTo>
                <a:lnTo>
                  <a:pt x="568516" y="541821"/>
                </a:lnTo>
                <a:lnTo>
                  <a:pt x="558103" y="541821"/>
                </a:lnTo>
                <a:close/>
                <a:moveTo>
                  <a:pt x="854658" y="541081"/>
                </a:moveTo>
                <a:lnTo>
                  <a:pt x="870069" y="541081"/>
                </a:lnTo>
                <a:lnTo>
                  <a:pt x="870069" y="541821"/>
                </a:lnTo>
                <a:lnTo>
                  <a:pt x="854658" y="541821"/>
                </a:lnTo>
                <a:close/>
                <a:moveTo>
                  <a:pt x="397" y="541821"/>
                </a:moveTo>
                <a:lnTo>
                  <a:pt x="491462" y="541821"/>
                </a:lnTo>
                <a:lnTo>
                  <a:pt x="491462" y="542561"/>
                </a:lnTo>
                <a:lnTo>
                  <a:pt x="397" y="542561"/>
                </a:lnTo>
                <a:close/>
                <a:moveTo>
                  <a:pt x="661814" y="541821"/>
                </a:moveTo>
                <a:lnTo>
                  <a:pt x="679724" y="541821"/>
                </a:lnTo>
                <a:lnTo>
                  <a:pt x="679724" y="542561"/>
                </a:lnTo>
                <a:lnTo>
                  <a:pt x="661814" y="542561"/>
                </a:lnTo>
                <a:close/>
                <a:moveTo>
                  <a:pt x="558520" y="541821"/>
                </a:moveTo>
                <a:lnTo>
                  <a:pt x="568516" y="541821"/>
                </a:lnTo>
                <a:lnTo>
                  <a:pt x="568516" y="542561"/>
                </a:lnTo>
                <a:lnTo>
                  <a:pt x="558520" y="542561"/>
                </a:lnTo>
                <a:close/>
                <a:moveTo>
                  <a:pt x="748448" y="541821"/>
                </a:moveTo>
                <a:lnTo>
                  <a:pt x="772189" y="541821"/>
                </a:lnTo>
                <a:lnTo>
                  <a:pt x="772189" y="542561"/>
                </a:lnTo>
                <a:lnTo>
                  <a:pt x="748448" y="542561"/>
                </a:lnTo>
                <a:close/>
                <a:moveTo>
                  <a:pt x="855075" y="541821"/>
                </a:moveTo>
                <a:lnTo>
                  <a:pt x="870069" y="541821"/>
                </a:lnTo>
                <a:lnTo>
                  <a:pt x="870069" y="543301"/>
                </a:lnTo>
                <a:lnTo>
                  <a:pt x="855075" y="543301"/>
                </a:lnTo>
                <a:close/>
                <a:moveTo>
                  <a:pt x="661814" y="542561"/>
                </a:moveTo>
                <a:lnTo>
                  <a:pt x="679307" y="542561"/>
                </a:lnTo>
                <a:lnTo>
                  <a:pt x="679307" y="543301"/>
                </a:lnTo>
                <a:lnTo>
                  <a:pt x="661814" y="543301"/>
                </a:lnTo>
                <a:close/>
                <a:moveTo>
                  <a:pt x="397" y="542561"/>
                </a:moveTo>
                <a:lnTo>
                  <a:pt x="491045" y="542561"/>
                </a:lnTo>
                <a:lnTo>
                  <a:pt x="491045" y="543301"/>
                </a:lnTo>
                <a:lnTo>
                  <a:pt x="397" y="543301"/>
                </a:lnTo>
                <a:close/>
                <a:moveTo>
                  <a:pt x="748865" y="542561"/>
                </a:moveTo>
                <a:lnTo>
                  <a:pt x="772189" y="542561"/>
                </a:lnTo>
                <a:lnTo>
                  <a:pt x="772189" y="543301"/>
                </a:lnTo>
                <a:lnTo>
                  <a:pt x="748865" y="543301"/>
                </a:lnTo>
                <a:close/>
                <a:moveTo>
                  <a:pt x="558936" y="542561"/>
                </a:moveTo>
                <a:lnTo>
                  <a:pt x="568516" y="542561"/>
                </a:lnTo>
                <a:lnTo>
                  <a:pt x="568516" y="543301"/>
                </a:lnTo>
                <a:lnTo>
                  <a:pt x="558936" y="543301"/>
                </a:lnTo>
                <a:close/>
                <a:moveTo>
                  <a:pt x="749281" y="543301"/>
                </a:moveTo>
                <a:lnTo>
                  <a:pt x="772189" y="543301"/>
                </a:lnTo>
                <a:lnTo>
                  <a:pt x="772189" y="544041"/>
                </a:lnTo>
                <a:lnTo>
                  <a:pt x="749281" y="544041"/>
                </a:lnTo>
                <a:close/>
                <a:moveTo>
                  <a:pt x="855491" y="543301"/>
                </a:moveTo>
                <a:lnTo>
                  <a:pt x="870069" y="543301"/>
                </a:lnTo>
                <a:lnTo>
                  <a:pt x="870069" y="544041"/>
                </a:lnTo>
                <a:lnTo>
                  <a:pt x="855491" y="544041"/>
                </a:lnTo>
                <a:close/>
                <a:moveTo>
                  <a:pt x="661814" y="543301"/>
                </a:moveTo>
                <a:lnTo>
                  <a:pt x="678891" y="543301"/>
                </a:lnTo>
                <a:lnTo>
                  <a:pt x="678891" y="544041"/>
                </a:lnTo>
                <a:lnTo>
                  <a:pt x="661814" y="544041"/>
                </a:lnTo>
                <a:close/>
                <a:moveTo>
                  <a:pt x="559353" y="543301"/>
                </a:moveTo>
                <a:lnTo>
                  <a:pt x="568516" y="543301"/>
                </a:lnTo>
                <a:lnTo>
                  <a:pt x="568516" y="544782"/>
                </a:lnTo>
                <a:lnTo>
                  <a:pt x="559353" y="544782"/>
                </a:lnTo>
                <a:close/>
                <a:moveTo>
                  <a:pt x="750114" y="544041"/>
                </a:moveTo>
                <a:lnTo>
                  <a:pt x="772189" y="544041"/>
                </a:lnTo>
                <a:lnTo>
                  <a:pt x="772189" y="544782"/>
                </a:lnTo>
                <a:lnTo>
                  <a:pt x="750114" y="544782"/>
                </a:lnTo>
                <a:close/>
                <a:moveTo>
                  <a:pt x="855908" y="544041"/>
                </a:moveTo>
                <a:lnTo>
                  <a:pt x="870069" y="544041"/>
                </a:lnTo>
                <a:lnTo>
                  <a:pt x="870069" y="544782"/>
                </a:lnTo>
                <a:lnTo>
                  <a:pt x="855908" y="544782"/>
                </a:lnTo>
                <a:close/>
                <a:moveTo>
                  <a:pt x="397" y="543301"/>
                </a:moveTo>
                <a:lnTo>
                  <a:pt x="490629" y="543301"/>
                </a:lnTo>
                <a:lnTo>
                  <a:pt x="490629" y="544782"/>
                </a:lnTo>
                <a:lnTo>
                  <a:pt x="397" y="544782"/>
                </a:lnTo>
                <a:close/>
                <a:moveTo>
                  <a:pt x="661814" y="544041"/>
                </a:moveTo>
                <a:lnTo>
                  <a:pt x="678474" y="544041"/>
                </a:lnTo>
                <a:lnTo>
                  <a:pt x="678474" y="544782"/>
                </a:lnTo>
                <a:lnTo>
                  <a:pt x="661814" y="544782"/>
                </a:lnTo>
                <a:close/>
                <a:moveTo>
                  <a:pt x="397" y="544782"/>
                </a:moveTo>
                <a:lnTo>
                  <a:pt x="490212" y="544782"/>
                </a:lnTo>
                <a:lnTo>
                  <a:pt x="490212" y="545522"/>
                </a:lnTo>
                <a:lnTo>
                  <a:pt x="397" y="545522"/>
                </a:lnTo>
                <a:close/>
                <a:moveTo>
                  <a:pt x="661814" y="544782"/>
                </a:moveTo>
                <a:lnTo>
                  <a:pt x="678058" y="544782"/>
                </a:lnTo>
                <a:lnTo>
                  <a:pt x="678058" y="545522"/>
                </a:lnTo>
                <a:lnTo>
                  <a:pt x="661814" y="545522"/>
                </a:lnTo>
                <a:close/>
                <a:moveTo>
                  <a:pt x="559769" y="544782"/>
                </a:moveTo>
                <a:lnTo>
                  <a:pt x="568516" y="544782"/>
                </a:lnTo>
                <a:lnTo>
                  <a:pt x="568516" y="545522"/>
                </a:lnTo>
                <a:lnTo>
                  <a:pt x="559769" y="545522"/>
                </a:lnTo>
                <a:close/>
                <a:moveTo>
                  <a:pt x="750531" y="544782"/>
                </a:moveTo>
                <a:lnTo>
                  <a:pt x="772189" y="544782"/>
                </a:lnTo>
                <a:lnTo>
                  <a:pt x="772189" y="545522"/>
                </a:lnTo>
                <a:lnTo>
                  <a:pt x="750531" y="545522"/>
                </a:lnTo>
                <a:close/>
                <a:moveTo>
                  <a:pt x="856324" y="544782"/>
                </a:moveTo>
                <a:lnTo>
                  <a:pt x="870069" y="544782"/>
                </a:lnTo>
                <a:lnTo>
                  <a:pt x="870069" y="545522"/>
                </a:lnTo>
                <a:lnTo>
                  <a:pt x="856324" y="545522"/>
                </a:lnTo>
                <a:close/>
                <a:moveTo>
                  <a:pt x="661814" y="545522"/>
                </a:moveTo>
                <a:lnTo>
                  <a:pt x="677641" y="545522"/>
                </a:lnTo>
                <a:lnTo>
                  <a:pt x="677641" y="546262"/>
                </a:lnTo>
                <a:lnTo>
                  <a:pt x="661814" y="546262"/>
                </a:lnTo>
                <a:close/>
                <a:moveTo>
                  <a:pt x="560186" y="545522"/>
                </a:moveTo>
                <a:lnTo>
                  <a:pt x="568516" y="545522"/>
                </a:lnTo>
                <a:lnTo>
                  <a:pt x="568516" y="546262"/>
                </a:lnTo>
                <a:lnTo>
                  <a:pt x="560186" y="546262"/>
                </a:lnTo>
                <a:close/>
                <a:moveTo>
                  <a:pt x="397" y="545522"/>
                </a:moveTo>
                <a:lnTo>
                  <a:pt x="489796" y="545522"/>
                </a:lnTo>
                <a:lnTo>
                  <a:pt x="489796" y="546262"/>
                </a:lnTo>
                <a:lnTo>
                  <a:pt x="397" y="546262"/>
                </a:lnTo>
                <a:close/>
                <a:moveTo>
                  <a:pt x="750947" y="545522"/>
                </a:moveTo>
                <a:lnTo>
                  <a:pt x="772189" y="545522"/>
                </a:lnTo>
                <a:lnTo>
                  <a:pt x="772189" y="546262"/>
                </a:lnTo>
                <a:lnTo>
                  <a:pt x="750947" y="546262"/>
                </a:lnTo>
                <a:close/>
                <a:moveTo>
                  <a:pt x="751364" y="546262"/>
                </a:moveTo>
                <a:lnTo>
                  <a:pt x="772189" y="546262"/>
                </a:lnTo>
                <a:lnTo>
                  <a:pt x="772189" y="547002"/>
                </a:lnTo>
                <a:lnTo>
                  <a:pt x="751364" y="547002"/>
                </a:lnTo>
                <a:close/>
                <a:moveTo>
                  <a:pt x="397" y="546262"/>
                </a:moveTo>
                <a:lnTo>
                  <a:pt x="489379" y="546262"/>
                </a:lnTo>
                <a:lnTo>
                  <a:pt x="489379" y="547002"/>
                </a:lnTo>
                <a:lnTo>
                  <a:pt x="397" y="547002"/>
                </a:lnTo>
                <a:close/>
                <a:moveTo>
                  <a:pt x="661814" y="546262"/>
                </a:moveTo>
                <a:lnTo>
                  <a:pt x="677225" y="546262"/>
                </a:lnTo>
                <a:lnTo>
                  <a:pt x="677225" y="547002"/>
                </a:lnTo>
                <a:lnTo>
                  <a:pt x="661814" y="547002"/>
                </a:lnTo>
                <a:close/>
                <a:moveTo>
                  <a:pt x="856741" y="545522"/>
                </a:moveTo>
                <a:lnTo>
                  <a:pt x="870069" y="545522"/>
                </a:lnTo>
                <a:lnTo>
                  <a:pt x="870069" y="547002"/>
                </a:lnTo>
                <a:lnTo>
                  <a:pt x="856741" y="547002"/>
                </a:lnTo>
                <a:close/>
                <a:moveTo>
                  <a:pt x="661814" y="547002"/>
                </a:moveTo>
                <a:lnTo>
                  <a:pt x="676808" y="547002"/>
                </a:lnTo>
                <a:lnTo>
                  <a:pt x="676808" y="547742"/>
                </a:lnTo>
                <a:lnTo>
                  <a:pt x="661814" y="547742"/>
                </a:lnTo>
                <a:close/>
                <a:moveTo>
                  <a:pt x="751780" y="547002"/>
                </a:moveTo>
                <a:lnTo>
                  <a:pt x="772189" y="547002"/>
                </a:lnTo>
                <a:lnTo>
                  <a:pt x="772189" y="547742"/>
                </a:lnTo>
                <a:lnTo>
                  <a:pt x="751780" y="547742"/>
                </a:lnTo>
                <a:close/>
                <a:moveTo>
                  <a:pt x="857157" y="547002"/>
                </a:moveTo>
                <a:lnTo>
                  <a:pt x="870069" y="547002"/>
                </a:lnTo>
                <a:lnTo>
                  <a:pt x="870069" y="547742"/>
                </a:lnTo>
                <a:lnTo>
                  <a:pt x="857157" y="547742"/>
                </a:lnTo>
                <a:close/>
                <a:moveTo>
                  <a:pt x="560602" y="546262"/>
                </a:moveTo>
                <a:lnTo>
                  <a:pt x="568516" y="546262"/>
                </a:lnTo>
                <a:lnTo>
                  <a:pt x="568516" y="547742"/>
                </a:lnTo>
                <a:lnTo>
                  <a:pt x="560602" y="547742"/>
                </a:lnTo>
                <a:close/>
                <a:moveTo>
                  <a:pt x="397" y="547002"/>
                </a:moveTo>
                <a:lnTo>
                  <a:pt x="488962" y="547002"/>
                </a:lnTo>
                <a:lnTo>
                  <a:pt x="488962" y="547742"/>
                </a:lnTo>
                <a:lnTo>
                  <a:pt x="397" y="547742"/>
                </a:lnTo>
                <a:close/>
                <a:moveTo>
                  <a:pt x="397" y="547742"/>
                </a:moveTo>
                <a:lnTo>
                  <a:pt x="89946" y="547742"/>
                </a:lnTo>
                <a:lnTo>
                  <a:pt x="89946" y="548483"/>
                </a:lnTo>
                <a:lnTo>
                  <a:pt x="397" y="548483"/>
                </a:lnTo>
                <a:close/>
                <a:moveTo>
                  <a:pt x="752197" y="547742"/>
                </a:moveTo>
                <a:lnTo>
                  <a:pt x="772189" y="547742"/>
                </a:lnTo>
                <a:lnTo>
                  <a:pt x="772189" y="548483"/>
                </a:lnTo>
                <a:lnTo>
                  <a:pt x="752197" y="548483"/>
                </a:lnTo>
                <a:close/>
                <a:moveTo>
                  <a:pt x="100775" y="547742"/>
                </a:moveTo>
                <a:lnTo>
                  <a:pt x="488962" y="547742"/>
                </a:lnTo>
                <a:lnTo>
                  <a:pt x="488962" y="548483"/>
                </a:lnTo>
                <a:lnTo>
                  <a:pt x="100775" y="548483"/>
                </a:lnTo>
                <a:close/>
                <a:moveTo>
                  <a:pt x="561019" y="547742"/>
                </a:moveTo>
                <a:lnTo>
                  <a:pt x="568516" y="547742"/>
                </a:lnTo>
                <a:lnTo>
                  <a:pt x="568516" y="548483"/>
                </a:lnTo>
                <a:lnTo>
                  <a:pt x="561019" y="548483"/>
                </a:lnTo>
                <a:close/>
                <a:moveTo>
                  <a:pt x="661814" y="547742"/>
                </a:moveTo>
                <a:lnTo>
                  <a:pt x="676392" y="547742"/>
                </a:lnTo>
                <a:lnTo>
                  <a:pt x="676392" y="548483"/>
                </a:lnTo>
                <a:lnTo>
                  <a:pt x="661814" y="548483"/>
                </a:lnTo>
                <a:close/>
                <a:moveTo>
                  <a:pt x="661814" y="548483"/>
                </a:moveTo>
                <a:lnTo>
                  <a:pt x="675975" y="548483"/>
                </a:lnTo>
                <a:lnTo>
                  <a:pt x="675975" y="549223"/>
                </a:lnTo>
                <a:lnTo>
                  <a:pt x="661814" y="549223"/>
                </a:lnTo>
                <a:close/>
                <a:moveTo>
                  <a:pt x="857574" y="547742"/>
                </a:moveTo>
                <a:lnTo>
                  <a:pt x="870069" y="547742"/>
                </a:lnTo>
                <a:lnTo>
                  <a:pt x="870069" y="549223"/>
                </a:lnTo>
                <a:lnTo>
                  <a:pt x="857574" y="549223"/>
                </a:lnTo>
                <a:close/>
                <a:moveTo>
                  <a:pt x="102441" y="548483"/>
                </a:moveTo>
                <a:lnTo>
                  <a:pt x="488546" y="548483"/>
                </a:lnTo>
                <a:lnTo>
                  <a:pt x="488546" y="549223"/>
                </a:lnTo>
                <a:lnTo>
                  <a:pt x="102441" y="549223"/>
                </a:lnTo>
                <a:close/>
                <a:moveTo>
                  <a:pt x="397" y="548483"/>
                </a:moveTo>
                <a:lnTo>
                  <a:pt x="88280" y="548483"/>
                </a:lnTo>
                <a:lnTo>
                  <a:pt x="88280" y="549223"/>
                </a:lnTo>
                <a:lnTo>
                  <a:pt x="397" y="549223"/>
                </a:lnTo>
                <a:close/>
                <a:moveTo>
                  <a:pt x="752613" y="548483"/>
                </a:moveTo>
                <a:lnTo>
                  <a:pt x="772189" y="548483"/>
                </a:lnTo>
                <a:lnTo>
                  <a:pt x="772189" y="549963"/>
                </a:lnTo>
                <a:lnTo>
                  <a:pt x="752613" y="549963"/>
                </a:lnTo>
                <a:close/>
                <a:moveTo>
                  <a:pt x="561435" y="548483"/>
                </a:moveTo>
                <a:lnTo>
                  <a:pt x="568516" y="548483"/>
                </a:lnTo>
                <a:lnTo>
                  <a:pt x="568516" y="549963"/>
                </a:lnTo>
                <a:lnTo>
                  <a:pt x="561435" y="549963"/>
                </a:lnTo>
                <a:close/>
                <a:moveTo>
                  <a:pt x="661814" y="549223"/>
                </a:moveTo>
                <a:lnTo>
                  <a:pt x="675559" y="549223"/>
                </a:lnTo>
                <a:lnTo>
                  <a:pt x="675559" y="549963"/>
                </a:lnTo>
                <a:lnTo>
                  <a:pt x="661814" y="549963"/>
                </a:lnTo>
                <a:close/>
                <a:moveTo>
                  <a:pt x="321942" y="549223"/>
                </a:moveTo>
                <a:lnTo>
                  <a:pt x="334021" y="549223"/>
                </a:lnTo>
                <a:lnTo>
                  <a:pt x="334021" y="549963"/>
                </a:lnTo>
                <a:lnTo>
                  <a:pt x="321942" y="549963"/>
                </a:lnTo>
                <a:close/>
                <a:moveTo>
                  <a:pt x="104107" y="549223"/>
                </a:moveTo>
                <a:lnTo>
                  <a:pt x="115353" y="549223"/>
                </a:lnTo>
                <a:lnTo>
                  <a:pt x="115353" y="549963"/>
                </a:lnTo>
                <a:lnTo>
                  <a:pt x="104107" y="549963"/>
                </a:lnTo>
                <a:close/>
                <a:moveTo>
                  <a:pt x="54543" y="549223"/>
                </a:moveTo>
                <a:lnTo>
                  <a:pt x="86614" y="549223"/>
                </a:lnTo>
                <a:lnTo>
                  <a:pt x="86614" y="549963"/>
                </a:lnTo>
                <a:lnTo>
                  <a:pt x="54543" y="549963"/>
                </a:lnTo>
                <a:close/>
                <a:moveTo>
                  <a:pt x="105357" y="549963"/>
                </a:moveTo>
                <a:lnTo>
                  <a:pt x="115353" y="549963"/>
                </a:lnTo>
                <a:lnTo>
                  <a:pt x="115353" y="550703"/>
                </a:lnTo>
                <a:lnTo>
                  <a:pt x="105357" y="550703"/>
                </a:lnTo>
                <a:close/>
                <a:moveTo>
                  <a:pt x="857990" y="549223"/>
                </a:moveTo>
                <a:lnTo>
                  <a:pt x="870069" y="549223"/>
                </a:lnTo>
                <a:lnTo>
                  <a:pt x="870069" y="550703"/>
                </a:lnTo>
                <a:lnTo>
                  <a:pt x="857990" y="550703"/>
                </a:lnTo>
                <a:close/>
                <a:moveTo>
                  <a:pt x="368591" y="549223"/>
                </a:moveTo>
                <a:lnTo>
                  <a:pt x="488129" y="549223"/>
                </a:lnTo>
                <a:lnTo>
                  <a:pt x="488129" y="550703"/>
                </a:lnTo>
                <a:lnTo>
                  <a:pt x="368591" y="550703"/>
                </a:lnTo>
                <a:close/>
                <a:moveTo>
                  <a:pt x="753030" y="549963"/>
                </a:moveTo>
                <a:lnTo>
                  <a:pt x="772189" y="549963"/>
                </a:lnTo>
                <a:lnTo>
                  <a:pt x="772189" y="550703"/>
                </a:lnTo>
                <a:lnTo>
                  <a:pt x="753030" y="550703"/>
                </a:lnTo>
                <a:close/>
                <a:moveTo>
                  <a:pt x="54543" y="549963"/>
                </a:moveTo>
                <a:lnTo>
                  <a:pt x="85781" y="549963"/>
                </a:lnTo>
                <a:lnTo>
                  <a:pt x="85781" y="550703"/>
                </a:lnTo>
                <a:lnTo>
                  <a:pt x="54543" y="550703"/>
                </a:lnTo>
                <a:close/>
                <a:moveTo>
                  <a:pt x="323608" y="549963"/>
                </a:moveTo>
                <a:lnTo>
                  <a:pt x="334021" y="549963"/>
                </a:lnTo>
                <a:lnTo>
                  <a:pt x="334021" y="550703"/>
                </a:lnTo>
                <a:lnTo>
                  <a:pt x="323608" y="550703"/>
                </a:lnTo>
                <a:close/>
                <a:moveTo>
                  <a:pt x="661814" y="549963"/>
                </a:moveTo>
                <a:lnTo>
                  <a:pt x="675142" y="549963"/>
                </a:lnTo>
                <a:lnTo>
                  <a:pt x="675142" y="550703"/>
                </a:lnTo>
                <a:lnTo>
                  <a:pt x="661814" y="550703"/>
                </a:lnTo>
                <a:close/>
                <a:moveTo>
                  <a:pt x="561852" y="549963"/>
                </a:moveTo>
                <a:lnTo>
                  <a:pt x="568516" y="549963"/>
                </a:lnTo>
                <a:lnTo>
                  <a:pt x="568516" y="551443"/>
                </a:lnTo>
                <a:lnTo>
                  <a:pt x="561852" y="551443"/>
                </a:lnTo>
                <a:close/>
                <a:moveTo>
                  <a:pt x="753446" y="550703"/>
                </a:moveTo>
                <a:lnTo>
                  <a:pt x="772189" y="550703"/>
                </a:lnTo>
                <a:lnTo>
                  <a:pt x="772189" y="551443"/>
                </a:lnTo>
                <a:lnTo>
                  <a:pt x="753446" y="551443"/>
                </a:lnTo>
                <a:close/>
                <a:moveTo>
                  <a:pt x="54543" y="550703"/>
                </a:moveTo>
                <a:lnTo>
                  <a:pt x="84531" y="550703"/>
                </a:lnTo>
                <a:lnTo>
                  <a:pt x="84531" y="551443"/>
                </a:lnTo>
                <a:lnTo>
                  <a:pt x="54543" y="551443"/>
                </a:lnTo>
                <a:close/>
                <a:moveTo>
                  <a:pt x="661814" y="550703"/>
                </a:moveTo>
                <a:lnTo>
                  <a:pt x="674726" y="550703"/>
                </a:lnTo>
                <a:lnTo>
                  <a:pt x="674726" y="551443"/>
                </a:lnTo>
                <a:lnTo>
                  <a:pt x="661814" y="551443"/>
                </a:lnTo>
                <a:close/>
                <a:moveTo>
                  <a:pt x="106190" y="550703"/>
                </a:moveTo>
                <a:lnTo>
                  <a:pt x="115770" y="550703"/>
                </a:lnTo>
                <a:lnTo>
                  <a:pt x="115770" y="551443"/>
                </a:lnTo>
                <a:lnTo>
                  <a:pt x="106190" y="551443"/>
                </a:lnTo>
                <a:close/>
                <a:moveTo>
                  <a:pt x="368591" y="550703"/>
                </a:moveTo>
                <a:lnTo>
                  <a:pt x="487713" y="550703"/>
                </a:lnTo>
                <a:lnTo>
                  <a:pt x="487713" y="551443"/>
                </a:lnTo>
                <a:lnTo>
                  <a:pt x="368591" y="551443"/>
                </a:lnTo>
                <a:close/>
                <a:moveTo>
                  <a:pt x="129098" y="549223"/>
                </a:moveTo>
                <a:lnTo>
                  <a:pt x="146591" y="549223"/>
                </a:lnTo>
                <a:lnTo>
                  <a:pt x="146591" y="551443"/>
                </a:lnTo>
                <a:lnTo>
                  <a:pt x="129098" y="551443"/>
                </a:lnTo>
                <a:close/>
                <a:moveTo>
                  <a:pt x="324858" y="550703"/>
                </a:moveTo>
                <a:lnTo>
                  <a:pt x="334021" y="550703"/>
                </a:lnTo>
                <a:lnTo>
                  <a:pt x="334021" y="551443"/>
                </a:lnTo>
                <a:lnTo>
                  <a:pt x="324858" y="551443"/>
                </a:lnTo>
                <a:close/>
                <a:moveTo>
                  <a:pt x="858407" y="550703"/>
                </a:moveTo>
                <a:lnTo>
                  <a:pt x="870069" y="550703"/>
                </a:lnTo>
                <a:lnTo>
                  <a:pt x="870069" y="552184"/>
                </a:lnTo>
                <a:lnTo>
                  <a:pt x="858407" y="552184"/>
                </a:lnTo>
                <a:close/>
                <a:moveTo>
                  <a:pt x="661814" y="551443"/>
                </a:moveTo>
                <a:lnTo>
                  <a:pt x="674309" y="551443"/>
                </a:lnTo>
                <a:lnTo>
                  <a:pt x="674309" y="552184"/>
                </a:lnTo>
                <a:lnTo>
                  <a:pt x="661814" y="552184"/>
                </a:lnTo>
                <a:close/>
                <a:moveTo>
                  <a:pt x="753863" y="551443"/>
                </a:moveTo>
                <a:lnTo>
                  <a:pt x="772189" y="551443"/>
                </a:lnTo>
                <a:lnTo>
                  <a:pt x="772189" y="552184"/>
                </a:lnTo>
                <a:lnTo>
                  <a:pt x="753863" y="552184"/>
                </a:lnTo>
                <a:close/>
                <a:moveTo>
                  <a:pt x="326107" y="551443"/>
                </a:moveTo>
                <a:lnTo>
                  <a:pt x="334021" y="551443"/>
                </a:lnTo>
                <a:lnTo>
                  <a:pt x="334021" y="552184"/>
                </a:lnTo>
                <a:lnTo>
                  <a:pt x="326107" y="552184"/>
                </a:lnTo>
                <a:close/>
                <a:moveTo>
                  <a:pt x="54543" y="551443"/>
                </a:moveTo>
                <a:lnTo>
                  <a:pt x="83698" y="551443"/>
                </a:lnTo>
                <a:lnTo>
                  <a:pt x="83698" y="552184"/>
                </a:lnTo>
                <a:lnTo>
                  <a:pt x="54543" y="552184"/>
                </a:lnTo>
                <a:close/>
                <a:moveTo>
                  <a:pt x="107023" y="551443"/>
                </a:moveTo>
                <a:lnTo>
                  <a:pt x="115770" y="551443"/>
                </a:lnTo>
                <a:lnTo>
                  <a:pt x="115770" y="552184"/>
                </a:lnTo>
                <a:lnTo>
                  <a:pt x="107023" y="552184"/>
                </a:lnTo>
                <a:close/>
                <a:moveTo>
                  <a:pt x="562268" y="551443"/>
                </a:moveTo>
                <a:lnTo>
                  <a:pt x="568516" y="551443"/>
                </a:lnTo>
                <a:lnTo>
                  <a:pt x="568516" y="552184"/>
                </a:lnTo>
                <a:lnTo>
                  <a:pt x="562268" y="552184"/>
                </a:lnTo>
                <a:close/>
                <a:moveTo>
                  <a:pt x="54543" y="552184"/>
                </a:moveTo>
                <a:lnTo>
                  <a:pt x="83282" y="552184"/>
                </a:lnTo>
                <a:lnTo>
                  <a:pt x="83282" y="552924"/>
                </a:lnTo>
                <a:lnTo>
                  <a:pt x="54543" y="552924"/>
                </a:lnTo>
                <a:close/>
                <a:moveTo>
                  <a:pt x="326524" y="552184"/>
                </a:moveTo>
                <a:lnTo>
                  <a:pt x="334021" y="552184"/>
                </a:lnTo>
                <a:lnTo>
                  <a:pt x="334021" y="552924"/>
                </a:lnTo>
                <a:lnTo>
                  <a:pt x="326524" y="552924"/>
                </a:lnTo>
                <a:close/>
                <a:moveTo>
                  <a:pt x="368591" y="551443"/>
                </a:moveTo>
                <a:lnTo>
                  <a:pt x="487296" y="551443"/>
                </a:lnTo>
                <a:lnTo>
                  <a:pt x="487296" y="552924"/>
                </a:lnTo>
                <a:lnTo>
                  <a:pt x="368591" y="552924"/>
                </a:lnTo>
                <a:close/>
                <a:moveTo>
                  <a:pt x="754279" y="552184"/>
                </a:moveTo>
                <a:lnTo>
                  <a:pt x="772189" y="552184"/>
                </a:lnTo>
                <a:lnTo>
                  <a:pt x="772189" y="552924"/>
                </a:lnTo>
                <a:lnTo>
                  <a:pt x="754279" y="552924"/>
                </a:lnTo>
                <a:close/>
                <a:moveTo>
                  <a:pt x="159503" y="550703"/>
                </a:moveTo>
                <a:lnTo>
                  <a:pt x="159920" y="550703"/>
                </a:lnTo>
                <a:lnTo>
                  <a:pt x="159920" y="552924"/>
                </a:lnTo>
                <a:lnTo>
                  <a:pt x="159503" y="552924"/>
                </a:lnTo>
                <a:close/>
                <a:moveTo>
                  <a:pt x="107856" y="552184"/>
                </a:moveTo>
                <a:lnTo>
                  <a:pt x="115770" y="552184"/>
                </a:lnTo>
                <a:lnTo>
                  <a:pt x="115770" y="552924"/>
                </a:lnTo>
                <a:lnTo>
                  <a:pt x="107856" y="552924"/>
                </a:lnTo>
                <a:close/>
                <a:moveTo>
                  <a:pt x="108273" y="552924"/>
                </a:moveTo>
                <a:lnTo>
                  <a:pt x="116186" y="552924"/>
                </a:lnTo>
                <a:lnTo>
                  <a:pt x="116186" y="553664"/>
                </a:lnTo>
                <a:lnTo>
                  <a:pt x="108273" y="553664"/>
                </a:lnTo>
                <a:close/>
                <a:moveTo>
                  <a:pt x="327357" y="552924"/>
                </a:moveTo>
                <a:lnTo>
                  <a:pt x="334021" y="552924"/>
                </a:lnTo>
                <a:lnTo>
                  <a:pt x="334021" y="553664"/>
                </a:lnTo>
                <a:lnTo>
                  <a:pt x="327357" y="553664"/>
                </a:lnTo>
                <a:close/>
                <a:moveTo>
                  <a:pt x="858823" y="552184"/>
                </a:moveTo>
                <a:lnTo>
                  <a:pt x="870069" y="552184"/>
                </a:lnTo>
                <a:lnTo>
                  <a:pt x="870069" y="553664"/>
                </a:lnTo>
                <a:lnTo>
                  <a:pt x="858823" y="553664"/>
                </a:lnTo>
                <a:close/>
                <a:moveTo>
                  <a:pt x="54543" y="552924"/>
                </a:moveTo>
                <a:lnTo>
                  <a:pt x="82449" y="552924"/>
                </a:lnTo>
                <a:lnTo>
                  <a:pt x="82449" y="553664"/>
                </a:lnTo>
                <a:lnTo>
                  <a:pt x="54543" y="553664"/>
                </a:lnTo>
                <a:close/>
                <a:moveTo>
                  <a:pt x="754696" y="552924"/>
                </a:moveTo>
                <a:lnTo>
                  <a:pt x="772189" y="552924"/>
                </a:lnTo>
                <a:lnTo>
                  <a:pt x="772189" y="553664"/>
                </a:lnTo>
                <a:lnTo>
                  <a:pt x="754696" y="553664"/>
                </a:lnTo>
                <a:close/>
                <a:moveTo>
                  <a:pt x="129515" y="551443"/>
                </a:moveTo>
                <a:lnTo>
                  <a:pt x="146175" y="551443"/>
                </a:lnTo>
                <a:lnTo>
                  <a:pt x="146175" y="553664"/>
                </a:lnTo>
                <a:lnTo>
                  <a:pt x="129515" y="553664"/>
                </a:lnTo>
                <a:close/>
                <a:moveTo>
                  <a:pt x="661814" y="552184"/>
                </a:moveTo>
                <a:lnTo>
                  <a:pt x="673893" y="552184"/>
                </a:lnTo>
                <a:lnTo>
                  <a:pt x="673893" y="553664"/>
                </a:lnTo>
                <a:lnTo>
                  <a:pt x="661814" y="553664"/>
                </a:lnTo>
                <a:close/>
                <a:moveTo>
                  <a:pt x="562685" y="552184"/>
                </a:moveTo>
                <a:lnTo>
                  <a:pt x="568516" y="552184"/>
                </a:lnTo>
                <a:lnTo>
                  <a:pt x="568516" y="553664"/>
                </a:lnTo>
                <a:lnTo>
                  <a:pt x="562685" y="553664"/>
                </a:lnTo>
                <a:close/>
                <a:moveTo>
                  <a:pt x="54543" y="553664"/>
                </a:moveTo>
                <a:lnTo>
                  <a:pt x="82032" y="553664"/>
                </a:lnTo>
                <a:lnTo>
                  <a:pt x="82032" y="554404"/>
                </a:lnTo>
                <a:lnTo>
                  <a:pt x="54543" y="554404"/>
                </a:lnTo>
                <a:close/>
                <a:moveTo>
                  <a:pt x="368591" y="552924"/>
                </a:moveTo>
                <a:lnTo>
                  <a:pt x="486880" y="552924"/>
                </a:lnTo>
                <a:lnTo>
                  <a:pt x="486880" y="554404"/>
                </a:lnTo>
                <a:lnTo>
                  <a:pt x="368591" y="554404"/>
                </a:lnTo>
                <a:close/>
                <a:moveTo>
                  <a:pt x="327773" y="553664"/>
                </a:moveTo>
                <a:lnTo>
                  <a:pt x="334021" y="553664"/>
                </a:lnTo>
                <a:lnTo>
                  <a:pt x="334021" y="554404"/>
                </a:lnTo>
                <a:lnTo>
                  <a:pt x="327773" y="554404"/>
                </a:lnTo>
                <a:close/>
                <a:moveTo>
                  <a:pt x="661814" y="553664"/>
                </a:moveTo>
                <a:lnTo>
                  <a:pt x="673476" y="553664"/>
                </a:lnTo>
                <a:lnTo>
                  <a:pt x="673476" y="554404"/>
                </a:lnTo>
                <a:lnTo>
                  <a:pt x="661814" y="554404"/>
                </a:lnTo>
                <a:close/>
                <a:moveTo>
                  <a:pt x="159087" y="552924"/>
                </a:moveTo>
                <a:lnTo>
                  <a:pt x="159920" y="552924"/>
                </a:lnTo>
                <a:lnTo>
                  <a:pt x="159920" y="554404"/>
                </a:lnTo>
                <a:lnTo>
                  <a:pt x="159087" y="554404"/>
                </a:lnTo>
                <a:close/>
                <a:moveTo>
                  <a:pt x="109106" y="553664"/>
                </a:moveTo>
                <a:lnTo>
                  <a:pt x="116186" y="553664"/>
                </a:lnTo>
                <a:lnTo>
                  <a:pt x="116186" y="554404"/>
                </a:lnTo>
                <a:lnTo>
                  <a:pt x="109106" y="554404"/>
                </a:lnTo>
                <a:close/>
                <a:moveTo>
                  <a:pt x="109522" y="554404"/>
                </a:moveTo>
                <a:lnTo>
                  <a:pt x="116603" y="554404"/>
                </a:lnTo>
                <a:lnTo>
                  <a:pt x="116603" y="555144"/>
                </a:lnTo>
                <a:lnTo>
                  <a:pt x="109522" y="555144"/>
                </a:lnTo>
                <a:close/>
                <a:moveTo>
                  <a:pt x="661814" y="554404"/>
                </a:moveTo>
                <a:lnTo>
                  <a:pt x="673060" y="554404"/>
                </a:lnTo>
                <a:lnTo>
                  <a:pt x="673060" y="555144"/>
                </a:lnTo>
                <a:lnTo>
                  <a:pt x="661814" y="555144"/>
                </a:lnTo>
                <a:close/>
                <a:moveTo>
                  <a:pt x="563101" y="553664"/>
                </a:moveTo>
                <a:lnTo>
                  <a:pt x="568516" y="553664"/>
                </a:lnTo>
                <a:lnTo>
                  <a:pt x="568516" y="555144"/>
                </a:lnTo>
                <a:lnTo>
                  <a:pt x="563101" y="555144"/>
                </a:lnTo>
                <a:close/>
                <a:moveTo>
                  <a:pt x="54543" y="554404"/>
                </a:moveTo>
                <a:lnTo>
                  <a:pt x="81199" y="554404"/>
                </a:lnTo>
                <a:lnTo>
                  <a:pt x="81199" y="555144"/>
                </a:lnTo>
                <a:lnTo>
                  <a:pt x="54543" y="555144"/>
                </a:lnTo>
                <a:close/>
                <a:moveTo>
                  <a:pt x="859240" y="553664"/>
                </a:moveTo>
                <a:lnTo>
                  <a:pt x="870069" y="553664"/>
                </a:lnTo>
                <a:lnTo>
                  <a:pt x="870069" y="555144"/>
                </a:lnTo>
                <a:lnTo>
                  <a:pt x="859240" y="555144"/>
                </a:lnTo>
                <a:close/>
                <a:moveTo>
                  <a:pt x="755112" y="553664"/>
                </a:moveTo>
                <a:lnTo>
                  <a:pt x="772189" y="553664"/>
                </a:lnTo>
                <a:lnTo>
                  <a:pt x="772189" y="555144"/>
                </a:lnTo>
                <a:lnTo>
                  <a:pt x="755112" y="555144"/>
                </a:lnTo>
                <a:close/>
                <a:moveTo>
                  <a:pt x="328190" y="554404"/>
                </a:moveTo>
                <a:lnTo>
                  <a:pt x="334021" y="554404"/>
                </a:lnTo>
                <a:lnTo>
                  <a:pt x="334021" y="555144"/>
                </a:lnTo>
                <a:lnTo>
                  <a:pt x="328190" y="555144"/>
                </a:lnTo>
                <a:close/>
                <a:moveTo>
                  <a:pt x="54543" y="555144"/>
                </a:moveTo>
                <a:lnTo>
                  <a:pt x="80783" y="555144"/>
                </a:lnTo>
                <a:lnTo>
                  <a:pt x="80783" y="555885"/>
                </a:lnTo>
                <a:lnTo>
                  <a:pt x="54543" y="555885"/>
                </a:lnTo>
                <a:close/>
                <a:moveTo>
                  <a:pt x="129931" y="553664"/>
                </a:moveTo>
                <a:lnTo>
                  <a:pt x="145758" y="553664"/>
                </a:lnTo>
                <a:lnTo>
                  <a:pt x="145758" y="555885"/>
                </a:lnTo>
                <a:lnTo>
                  <a:pt x="129931" y="555885"/>
                </a:lnTo>
                <a:close/>
                <a:moveTo>
                  <a:pt x="755529" y="555144"/>
                </a:moveTo>
                <a:lnTo>
                  <a:pt x="772189" y="555144"/>
                </a:lnTo>
                <a:lnTo>
                  <a:pt x="772189" y="555885"/>
                </a:lnTo>
                <a:lnTo>
                  <a:pt x="755529" y="555885"/>
                </a:lnTo>
                <a:close/>
                <a:moveTo>
                  <a:pt x="109939" y="555144"/>
                </a:moveTo>
                <a:lnTo>
                  <a:pt x="116603" y="555144"/>
                </a:lnTo>
                <a:lnTo>
                  <a:pt x="116603" y="555885"/>
                </a:lnTo>
                <a:lnTo>
                  <a:pt x="109939" y="555885"/>
                </a:lnTo>
                <a:close/>
                <a:moveTo>
                  <a:pt x="368591" y="554404"/>
                </a:moveTo>
                <a:lnTo>
                  <a:pt x="486463" y="554404"/>
                </a:lnTo>
                <a:lnTo>
                  <a:pt x="486463" y="555885"/>
                </a:lnTo>
                <a:lnTo>
                  <a:pt x="368591" y="555885"/>
                </a:lnTo>
                <a:close/>
                <a:moveTo>
                  <a:pt x="328606" y="555144"/>
                </a:moveTo>
                <a:lnTo>
                  <a:pt x="334021" y="555144"/>
                </a:lnTo>
                <a:lnTo>
                  <a:pt x="334021" y="555885"/>
                </a:lnTo>
                <a:lnTo>
                  <a:pt x="328606" y="555885"/>
                </a:lnTo>
                <a:close/>
                <a:moveTo>
                  <a:pt x="661814" y="555144"/>
                </a:moveTo>
                <a:lnTo>
                  <a:pt x="672643" y="555144"/>
                </a:lnTo>
                <a:lnTo>
                  <a:pt x="672643" y="555885"/>
                </a:lnTo>
                <a:lnTo>
                  <a:pt x="661814" y="555885"/>
                </a:lnTo>
                <a:close/>
                <a:moveTo>
                  <a:pt x="110772" y="555885"/>
                </a:moveTo>
                <a:lnTo>
                  <a:pt x="116603" y="555885"/>
                </a:lnTo>
                <a:lnTo>
                  <a:pt x="116603" y="556625"/>
                </a:lnTo>
                <a:lnTo>
                  <a:pt x="110772" y="556625"/>
                </a:lnTo>
                <a:close/>
                <a:moveTo>
                  <a:pt x="859656" y="555144"/>
                </a:moveTo>
                <a:lnTo>
                  <a:pt x="870069" y="555144"/>
                </a:lnTo>
                <a:lnTo>
                  <a:pt x="870069" y="556625"/>
                </a:lnTo>
                <a:lnTo>
                  <a:pt x="859656" y="556625"/>
                </a:lnTo>
                <a:close/>
                <a:moveTo>
                  <a:pt x="158670" y="554404"/>
                </a:moveTo>
                <a:lnTo>
                  <a:pt x="159920" y="554404"/>
                </a:lnTo>
                <a:lnTo>
                  <a:pt x="159920" y="556625"/>
                </a:lnTo>
                <a:lnTo>
                  <a:pt x="158670" y="556625"/>
                </a:lnTo>
                <a:close/>
                <a:moveTo>
                  <a:pt x="329023" y="555885"/>
                </a:moveTo>
                <a:lnTo>
                  <a:pt x="334021" y="555885"/>
                </a:lnTo>
                <a:lnTo>
                  <a:pt x="334021" y="556625"/>
                </a:lnTo>
                <a:lnTo>
                  <a:pt x="329023" y="556625"/>
                </a:lnTo>
                <a:close/>
                <a:moveTo>
                  <a:pt x="54543" y="555885"/>
                </a:moveTo>
                <a:lnTo>
                  <a:pt x="80366" y="555885"/>
                </a:lnTo>
                <a:lnTo>
                  <a:pt x="80366" y="556625"/>
                </a:lnTo>
                <a:lnTo>
                  <a:pt x="54543" y="556625"/>
                </a:lnTo>
                <a:close/>
                <a:moveTo>
                  <a:pt x="563518" y="555144"/>
                </a:moveTo>
                <a:lnTo>
                  <a:pt x="568516" y="555144"/>
                </a:lnTo>
                <a:lnTo>
                  <a:pt x="568516" y="557365"/>
                </a:lnTo>
                <a:lnTo>
                  <a:pt x="563518" y="557365"/>
                </a:lnTo>
                <a:close/>
                <a:moveTo>
                  <a:pt x="54543" y="556625"/>
                </a:moveTo>
                <a:lnTo>
                  <a:pt x="79950" y="556625"/>
                </a:lnTo>
                <a:lnTo>
                  <a:pt x="79950" y="557365"/>
                </a:lnTo>
                <a:lnTo>
                  <a:pt x="54543" y="557365"/>
                </a:lnTo>
                <a:close/>
                <a:moveTo>
                  <a:pt x="368591" y="555885"/>
                </a:moveTo>
                <a:lnTo>
                  <a:pt x="486047" y="555885"/>
                </a:lnTo>
                <a:lnTo>
                  <a:pt x="486047" y="557365"/>
                </a:lnTo>
                <a:lnTo>
                  <a:pt x="368591" y="557365"/>
                </a:lnTo>
                <a:close/>
                <a:moveTo>
                  <a:pt x="661814" y="555885"/>
                </a:moveTo>
                <a:lnTo>
                  <a:pt x="672227" y="555885"/>
                </a:lnTo>
                <a:lnTo>
                  <a:pt x="672227" y="557365"/>
                </a:lnTo>
                <a:lnTo>
                  <a:pt x="661814" y="557365"/>
                </a:lnTo>
                <a:close/>
                <a:moveTo>
                  <a:pt x="755945" y="555885"/>
                </a:moveTo>
                <a:lnTo>
                  <a:pt x="772189" y="555885"/>
                </a:lnTo>
                <a:lnTo>
                  <a:pt x="772189" y="557365"/>
                </a:lnTo>
                <a:lnTo>
                  <a:pt x="755945" y="557365"/>
                </a:lnTo>
                <a:close/>
                <a:moveTo>
                  <a:pt x="111188" y="556625"/>
                </a:moveTo>
                <a:lnTo>
                  <a:pt x="117019" y="556625"/>
                </a:lnTo>
                <a:lnTo>
                  <a:pt x="117019" y="557365"/>
                </a:lnTo>
                <a:lnTo>
                  <a:pt x="111188" y="557365"/>
                </a:lnTo>
                <a:close/>
                <a:moveTo>
                  <a:pt x="756362" y="557365"/>
                </a:moveTo>
                <a:lnTo>
                  <a:pt x="772189" y="557365"/>
                </a:lnTo>
                <a:lnTo>
                  <a:pt x="772189" y="558105"/>
                </a:lnTo>
                <a:lnTo>
                  <a:pt x="756362" y="558105"/>
                </a:lnTo>
                <a:close/>
                <a:moveTo>
                  <a:pt x="54543" y="557365"/>
                </a:moveTo>
                <a:lnTo>
                  <a:pt x="79533" y="557365"/>
                </a:lnTo>
                <a:lnTo>
                  <a:pt x="79533" y="558105"/>
                </a:lnTo>
                <a:lnTo>
                  <a:pt x="54543" y="558105"/>
                </a:lnTo>
                <a:close/>
                <a:moveTo>
                  <a:pt x="661814" y="557365"/>
                </a:moveTo>
                <a:lnTo>
                  <a:pt x="671810" y="557365"/>
                </a:lnTo>
                <a:lnTo>
                  <a:pt x="671810" y="558105"/>
                </a:lnTo>
                <a:lnTo>
                  <a:pt x="661814" y="558105"/>
                </a:lnTo>
                <a:close/>
                <a:moveTo>
                  <a:pt x="130348" y="555885"/>
                </a:moveTo>
                <a:lnTo>
                  <a:pt x="145342" y="555885"/>
                </a:lnTo>
                <a:lnTo>
                  <a:pt x="145342" y="558105"/>
                </a:lnTo>
                <a:lnTo>
                  <a:pt x="130348" y="558105"/>
                </a:lnTo>
                <a:close/>
                <a:moveTo>
                  <a:pt x="111605" y="557365"/>
                </a:moveTo>
                <a:lnTo>
                  <a:pt x="117019" y="557365"/>
                </a:lnTo>
                <a:lnTo>
                  <a:pt x="117019" y="558105"/>
                </a:lnTo>
                <a:lnTo>
                  <a:pt x="111605" y="558105"/>
                </a:lnTo>
                <a:close/>
                <a:moveTo>
                  <a:pt x="329439" y="556625"/>
                </a:moveTo>
                <a:lnTo>
                  <a:pt x="334021" y="556625"/>
                </a:lnTo>
                <a:lnTo>
                  <a:pt x="334021" y="558105"/>
                </a:lnTo>
                <a:lnTo>
                  <a:pt x="329439" y="558105"/>
                </a:lnTo>
                <a:close/>
                <a:moveTo>
                  <a:pt x="563934" y="557365"/>
                </a:moveTo>
                <a:lnTo>
                  <a:pt x="568516" y="557365"/>
                </a:lnTo>
                <a:lnTo>
                  <a:pt x="568516" y="558845"/>
                </a:lnTo>
                <a:lnTo>
                  <a:pt x="563934" y="558845"/>
                </a:lnTo>
                <a:close/>
                <a:moveTo>
                  <a:pt x="158254" y="556625"/>
                </a:moveTo>
                <a:lnTo>
                  <a:pt x="159920" y="556625"/>
                </a:lnTo>
                <a:lnTo>
                  <a:pt x="159920" y="558845"/>
                </a:lnTo>
                <a:lnTo>
                  <a:pt x="158254" y="558845"/>
                </a:lnTo>
                <a:close/>
                <a:moveTo>
                  <a:pt x="860073" y="556625"/>
                </a:moveTo>
                <a:lnTo>
                  <a:pt x="870069" y="556625"/>
                </a:lnTo>
                <a:lnTo>
                  <a:pt x="870069" y="558845"/>
                </a:lnTo>
                <a:lnTo>
                  <a:pt x="860073" y="558845"/>
                </a:lnTo>
                <a:close/>
                <a:moveTo>
                  <a:pt x="54543" y="558105"/>
                </a:moveTo>
                <a:lnTo>
                  <a:pt x="79117" y="558105"/>
                </a:lnTo>
                <a:lnTo>
                  <a:pt x="79117" y="558845"/>
                </a:lnTo>
                <a:lnTo>
                  <a:pt x="54543" y="558845"/>
                </a:lnTo>
                <a:close/>
                <a:moveTo>
                  <a:pt x="112021" y="558105"/>
                </a:moveTo>
                <a:lnTo>
                  <a:pt x="117019" y="558105"/>
                </a:lnTo>
                <a:lnTo>
                  <a:pt x="117019" y="558845"/>
                </a:lnTo>
                <a:lnTo>
                  <a:pt x="112021" y="558845"/>
                </a:lnTo>
                <a:close/>
                <a:moveTo>
                  <a:pt x="329856" y="558105"/>
                </a:moveTo>
                <a:lnTo>
                  <a:pt x="334021" y="558105"/>
                </a:lnTo>
                <a:lnTo>
                  <a:pt x="334021" y="559585"/>
                </a:lnTo>
                <a:lnTo>
                  <a:pt x="329856" y="559585"/>
                </a:lnTo>
                <a:close/>
                <a:moveTo>
                  <a:pt x="756778" y="558105"/>
                </a:moveTo>
                <a:lnTo>
                  <a:pt x="772189" y="558105"/>
                </a:lnTo>
                <a:lnTo>
                  <a:pt x="772189" y="559585"/>
                </a:lnTo>
                <a:lnTo>
                  <a:pt x="756778" y="559585"/>
                </a:lnTo>
                <a:close/>
                <a:moveTo>
                  <a:pt x="368591" y="557365"/>
                </a:moveTo>
                <a:lnTo>
                  <a:pt x="485630" y="557365"/>
                </a:lnTo>
                <a:lnTo>
                  <a:pt x="485630" y="559585"/>
                </a:lnTo>
                <a:lnTo>
                  <a:pt x="368591" y="559585"/>
                </a:lnTo>
                <a:close/>
                <a:moveTo>
                  <a:pt x="112021" y="558845"/>
                </a:moveTo>
                <a:lnTo>
                  <a:pt x="117436" y="558845"/>
                </a:lnTo>
                <a:lnTo>
                  <a:pt x="117436" y="559585"/>
                </a:lnTo>
                <a:lnTo>
                  <a:pt x="112021" y="559585"/>
                </a:lnTo>
                <a:close/>
                <a:moveTo>
                  <a:pt x="54543" y="558845"/>
                </a:moveTo>
                <a:lnTo>
                  <a:pt x="78700" y="558845"/>
                </a:lnTo>
                <a:lnTo>
                  <a:pt x="78700" y="559585"/>
                </a:lnTo>
                <a:lnTo>
                  <a:pt x="54543" y="559585"/>
                </a:lnTo>
                <a:close/>
                <a:moveTo>
                  <a:pt x="661814" y="558105"/>
                </a:moveTo>
                <a:lnTo>
                  <a:pt x="671394" y="558105"/>
                </a:lnTo>
                <a:lnTo>
                  <a:pt x="671394" y="559585"/>
                </a:lnTo>
                <a:lnTo>
                  <a:pt x="661814" y="559585"/>
                </a:lnTo>
                <a:close/>
                <a:moveTo>
                  <a:pt x="518951" y="558845"/>
                </a:moveTo>
                <a:lnTo>
                  <a:pt x="526865" y="558845"/>
                </a:lnTo>
                <a:lnTo>
                  <a:pt x="526865" y="559585"/>
                </a:lnTo>
                <a:lnTo>
                  <a:pt x="518951" y="559585"/>
                </a:lnTo>
                <a:close/>
                <a:moveTo>
                  <a:pt x="54543" y="559585"/>
                </a:moveTo>
                <a:lnTo>
                  <a:pt x="78284" y="559585"/>
                </a:lnTo>
                <a:lnTo>
                  <a:pt x="78284" y="560326"/>
                </a:lnTo>
                <a:lnTo>
                  <a:pt x="54543" y="560326"/>
                </a:lnTo>
                <a:close/>
                <a:moveTo>
                  <a:pt x="757195" y="559585"/>
                </a:moveTo>
                <a:lnTo>
                  <a:pt x="772189" y="559585"/>
                </a:lnTo>
                <a:lnTo>
                  <a:pt x="772189" y="560326"/>
                </a:lnTo>
                <a:lnTo>
                  <a:pt x="757195" y="560326"/>
                </a:lnTo>
                <a:close/>
                <a:moveTo>
                  <a:pt x="112438" y="559585"/>
                </a:moveTo>
                <a:lnTo>
                  <a:pt x="117436" y="559585"/>
                </a:lnTo>
                <a:lnTo>
                  <a:pt x="117436" y="560326"/>
                </a:lnTo>
                <a:lnTo>
                  <a:pt x="112438" y="560326"/>
                </a:lnTo>
                <a:close/>
                <a:moveTo>
                  <a:pt x="661814" y="559585"/>
                </a:moveTo>
                <a:lnTo>
                  <a:pt x="670977" y="559585"/>
                </a:lnTo>
                <a:lnTo>
                  <a:pt x="670977" y="560326"/>
                </a:lnTo>
                <a:lnTo>
                  <a:pt x="661814" y="560326"/>
                </a:lnTo>
                <a:close/>
                <a:moveTo>
                  <a:pt x="157837" y="558845"/>
                </a:moveTo>
                <a:lnTo>
                  <a:pt x="159920" y="558845"/>
                </a:lnTo>
                <a:lnTo>
                  <a:pt x="159920" y="560326"/>
                </a:lnTo>
                <a:lnTo>
                  <a:pt x="157837" y="560326"/>
                </a:lnTo>
                <a:close/>
                <a:moveTo>
                  <a:pt x="517285" y="559585"/>
                </a:moveTo>
                <a:lnTo>
                  <a:pt x="528531" y="559585"/>
                </a:lnTo>
                <a:lnTo>
                  <a:pt x="528531" y="560326"/>
                </a:lnTo>
                <a:lnTo>
                  <a:pt x="517285" y="560326"/>
                </a:lnTo>
                <a:close/>
                <a:moveTo>
                  <a:pt x="130764" y="558105"/>
                </a:moveTo>
                <a:lnTo>
                  <a:pt x="144925" y="558105"/>
                </a:lnTo>
                <a:lnTo>
                  <a:pt x="144925" y="561066"/>
                </a:lnTo>
                <a:lnTo>
                  <a:pt x="130764" y="561066"/>
                </a:lnTo>
                <a:close/>
                <a:moveTo>
                  <a:pt x="330272" y="559585"/>
                </a:moveTo>
                <a:lnTo>
                  <a:pt x="334021" y="559585"/>
                </a:lnTo>
                <a:lnTo>
                  <a:pt x="334021" y="561066"/>
                </a:lnTo>
                <a:lnTo>
                  <a:pt x="330272" y="561066"/>
                </a:lnTo>
                <a:close/>
                <a:moveTo>
                  <a:pt x="564351" y="558845"/>
                </a:moveTo>
                <a:lnTo>
                  <a:pt x="568516" y="558845"/>
                </a:lnTo>
                <a:lnTo>
                  <a:pt x="568516" y="561066"/>
                </a:lnTo>
                <a:lnTo>
                  <a:pt x="564351" y="561066"/>
                </a:lnTo>
                <a:close/>
                <a:moveTo>
                  <a:pt x="112854" y="560326"/>
                </a:moveTo>
                <a:lnTo>
                  <a:pt x="117852" y="560326"/>
                </a:lnTo>
                <a:lnTo>
                  <a:pt x="117852" y="561066"/>
                </a:lnTo>
                <a:lnTo>
                  <a:pt x="112854" y="561066"/>
                </a:lnTo>
                <a:close/>
                <a:moveTo>
                  <a:pt x="516452" y="560326"/>
                </a:moveTo>
                <a:lnTo>
                  <a:pt x="529780" y="560326"/>
                </a:lnTo>
                <a:lnTo>
                  <a:pt x="529780" y="561066"/>
                </a:lnTo>
                <a:lnTo>
                  <a:pt x="516452" y="561066"/>
                </a:lnTo>
                <a:close/>
                <a:moveTo>
                  <a:pt x="661814" y="560326"/>
                </a:moveTo>
                <a:lnTo>
                  <a:pt x="670561" y="560326"/>
                </a:lnTo>
                <a:lnTo>
                  <a:pt x="670561" y="561806"/>
                </a:lnTo>
                <a:lnTo>
                  <a:pt x="661814" y="561806"/>
                </a:lnTo>
                <a:close/>
                <a:moveTo>
                  <a:pt x="757611" y="560326"/>
                </a:moveTo>
                <a:lnTo>
                  <a:pt x="772189" y="560326"/>
                </a:lnTo>
                <a:lnTo>
                  <a:pt x="772189" y="561806"/>
                </a:lnTo>
                <a:lnTo>
                  <a:pt x="757611" y="561806"/>
                </a:lnTo>
                <a:close/>
                <a:moveTo>
                  <a:pt x="515619" y="561066"/>
                </a:moveTo>
                <a:lnTo>
                  <a:pt x="530613" y="561066"/>
                </a:lnTo>
                <a:lnTo>
                  <a:pt x="530613" y="561806"/>
                </a:lnTo>
                <a:lnTo>
                  <a:pt x="515619" y="561806"/>
                </a:lnTo>
                <a:close/>
                <a:moveTo>
                  <a:pt x="860489" y="558845"/>
                </a:moveTo>
                <a:lnTo>
                  <a:pt x="870069" y="558845"/>
                </a:lnTo>
                <a:lnTo>
                  <a:pt x="870069" y="561806"/>
                </a:lnTo>
                <a:lnTo>
                  <a:pt x="860489" y="561806"/>
                </a:lnTo>
                <a:close/>
                <a:moveTo>
                  <a:pt x="368591" y="559585"/>
                </a:moveTo>
                <a:lnTo>
                  <a:pt x="485214" y="559585"/>
                </a:lnTo>
                <a:lnTo>
                  <a:pt x="485214" y="561806"/>
                </a:lnTo>
                <a:lnTo>
                  <a:pt x="368591" y="561806"/>
                </a:lnTo>
                <a:close/>
                <a:moveTo>
                  <a:pt x="54543" y="560326"/>
                </a:moveTo>
                <a:lnTo>
                  <a:pt x="77867" y="560326"/>
                </a:lnTo>
                <a:lnTo>
                  <a:pt x="77867" y="561806"/>
                </a:lnTo>
                <a:lnTo>
                  <a:pt x="54543" y="561806"/>
                </a:lnTo>
                <a:close/>
                <a:moveTo>
                  <a:pt x="113271" y="561066"/>
                </a:moveTo>
                <a:lnTo>
                  <a:pt x="117852" y="561066"/>
                </a:lnTo>
                <a:lnTo>
                  <a:pt x="117852" y="562546"/>
                </a:lnTo>
                <a:lnTo>
                  <a:pt x="113271" y="562546"/>
                </a:lnTo>
                <a:close/>
                <a:moveTo>
                  <a:pt x="758028" y="561806"/>
                </a:moveTo>
                <a:lnTo>
                  <a:pt x="772189" y="561806"/>
                </a:lnTo>
                <a:lnTo>
                  <a:pt x="772189" y="562546"/>
                </a:lnTo>
                <a:lnTo>
                  <a:pt x="758028" y="562546"/>
                </a:lnTo>
                <a:close/>
                <a:moveTo>
                  <a:pt x="515203" y="561806"/>
                </a:moveTo>
                <a:lnTo>
                  <a:pt x="531030" y="561806"/>
                </a:lnTo>
                <a:lnTo>
                  <a:pt x="531030" y="562546"/>
                </a:lnTo>
                <a:lnTo>
                  <a:pt x="515203" y="562546"/>
                </a:lnTo>
                <a:close/>
                <a:moveTo>
                  <a:pt x="54543" y="561806"/>
                </a:moveTo>
                <a:lnTo>
                  <a:pt x="77451" y="561806"/>
                </a:lnTo>
                <a:lnTo>
                  <a:pt x="77451" y="562546"/>
                </a:lnTo>
                <a:lnTo>
                  <a:pt x="54543" y="562546"/>
                </a:lnTo>
                <a:close/>
                <a:moveTo>
                  <a:pt x="157421" y="560326"/>
                </a:moveTo>
                <a:lnTo>
                  <a:pt x="159920" y="560326"/>
                </a:lnTo>
                <a:lnTo>
                  <a:pt x="159920" y="562546"/>
                </a:lnTo>
                <a:lnTo>
                  <a:pt x="157421" y="562546"/>
                </a:lnTo>
                <a:close/>
                <a:moveTo>
                  <a:pt x="113687" y="562546"/>
                </a:moveTo>
                <a:lnTo>
                  <a:pt x="118269" y="562546"/>
                </a:lnTo>
                <a:lnTo>
                  <a:pt x="118269" y="563286"/>
                </a:lnTo>
                <a:lnTo>
                  <a:pt x="113687" y="563286"/>
                </a:lnTo>
                <a:close/>
                <a:moveTo>
                  <a:pt x="564767" y="561066"/>
                </a:moveTo>
                <a:lnTo>
                  <a:pt x="568516" y="561066"/>
                </a:lnTo>
                <a:lnTo>
                  <a:pt x="568516" y="563286"/>
                </a:lnTo>
                <a:lnTo>
                  <a:pt x="564767" y="563286"/>
                </a:lnTo>
                <a:close/>
                <a:moveTo>
                  <a:pt x="330689" y="561066"/>
                </a:moveTo>
                <a:lnTo>
                  <a:pt x="334021" y="561066"/>
                </a:lnTo>
                <a:lnTo>
                  <a:pt x="334021" y="563286"/>
                </a:lnTo>
                <a:lnTo>
                  <a:pt x="330689" y="563286"/>
                </a:lnTo>
                <a:close/>
                <a:moveTo>
                  <a:pt x="514786" y="562546"/>
                </a:moveTo>
                <a:lnTo>
                  <a:pt x="531863" y="562546"/>
                </a:lnTo>
                <a:lnTo>
                  <a:pt x="531863" y="563286"/>
                </a:lnTo>
                <a:lnTo>
                  <a:pt x="514786" y="563286"/>
                </a:lnTo>
                <a:close/>
                <a:moveTo>
                  <a:pt x="131181" y="561066"/>
                </a:moveTo>
                <a:lnTo>
                  <a:pt x="144509" y="561066"/>
                </a:lnTo>
                <a:lnTo>
                  <a:pt x="144509" y="563286"/>
                </a:lnTo>
                <a:lnTo>
                  <a:pt x="131181" y="563286"/>
                </a:lnTo>
                <a:close/>
                <a:moveTo>
                  <a:pt x="661814" y="561806"/>
                </a:moveTo>
                <a:lnTo>
                  <a:pt x="670144" y="561806"/>
                </a:lnTo>
                <a:lnTo>
                  <a:pt x="670144" y="563286"/>
                </a:lnTo>
                <a:lnTo>
                  <a:pt x="661814" y="563286"/>
                </a:lnTo>
                <a:close/>
                <a:moveTo>
                  <a:pt x="514370" y="563286"/>
                </a:moveTo>
                <a:lnTo>
                  <a:pt x="532280" y="563286"/>
                </a:lnTo>
                <a:lnTo>
                  <a:pt x="532280" y="564027"/>
                </a:lnTo>
                <a:lnTo>
                  <a:pt x="514370" y="564027"/>
                </a:lnTo>
                <a:close/>
                <a:moveTo>
                  <a:pt x="368591" y="561806"/>
                </a:moveTo>
                <a:lnTo>
                  <a:pt x="484797" y="561806"/>
                </a:lnTo>
                <a:lnTo>
                  <a:pt x="484797" y="564027"/>
                </a:lnTo>
                <a:lnTo>
                  <a:pt x="368591" y="564027"/>
                </a:lnTo>
                <a:close/>
                <a:moveTo>
                  <a:pt x="661814" y="563286"/>
                </a:moveTo>
                <a:lnTo>
                  <a:pt x="669728" y="563286"/>
                </a:lnTo>
                <a:lnTo>
                  <a:pt x="669728" y="564027"/>
                </a:lnTo>
                <a:lnTo>
                  <a:pt x="661814" y="564027"/>
                </a:lnTo>
                <a:close/>
                <a:moveTo>
                  <a:pt x="758444" y="562546"/>
                </a:moveTo>
                <a:lnTo>
                  <a:pt x="772189" y="562546"/>
                </a:lnTo>
                <a:lnTo>
                  <a:pt x="772189" y="564027"/>
                </a:lnTo>
                <a:lnTo>
                  <a:pt x="758444" y="564027"/>
                </a:lnTo>
                <a:close/>
                <a:moveTo>
                  <a:pt x="54543" y="562546"/>
                </a:moveTo>
                <a:lnTo>
                  <a:pt x="77034" y="562546"/>
                </a:lnTo>
                <a:lnTo>
                  <a:pt x="77034" y="564027"/>
                </a:lnTo>
                <a:lnTo>
                  <a:pt x="54543" y="564027"/>
                </a:lnTo>
                <a:close/>
                <a:moveTo>
                  <a:pt x="368591" y="564027"/>
                </a:moveTo>
                <a:lnTo>
                  <a:pt x="484381" y="564027"/>
                </a:lnTo>
                <a:lnTo>
                  <a:pt x="484381" y="564767"/>
                </a:lnTo>
                <a:lnTo>
                  <a:pt x="368591" y="564767"/>
                </a:lnTo>
                <a:close/>
                <a:moveTo>
                  <a:pt x="157004" y="562546"/>
                </a:moveTo>
                <a:lnTo>
                  <a:pt x="159920" y="562546"/>
                </a:lnTo>
                <a:lnTo>
                  <a:pt x="159920" y="564767"/>
                </a:lnTo>
                <a:lnTo>
                  <a:pt x="157004" y="564767"/>
                </a:lnTo>
                <a:close/>
                <a:moveTo>
                  <a:pt x="194490" y="549223"/>
                </a:moveTo>
                <a:lnTo>
                  <a:pt x="212817" y="549223"/>
                </a:lnTo>
                <a:lnTo>
                  <a:pt x="212817" y="564767"/>
                </a:lnTo>
                <a:lnTo>
                  <a:pt x="194490" y="564767"/>
                </a:lnTo>
                <a:close/>
                <a:moveTo>
                  <a:pt x="114104" y="563286"/>
                </a:moveTo>
                <a:lnTo>
                  <a:pt x="118269" y="563286"/>
                </a:lnTo>
                <a:lnTo>
                  <a:pt x="118269" y="564767"/>
                </a:lnTo>
                <a:lnTo>
                  <a:pt x="114104" y="564767"/>
                </a:lnTo>
                <a:close/>
                <a:moveTo>
                  <a:pt x="290704" y="549223"/>
                </a:moveTo>
                <a:lnTo>
                  <a:pt x="294036" y="549223"/>
                </a:lnTo>
                <a:lnTo>
                  <a:pt x="294036" y="564767"/>
                </a:lnTo>
                <a:lnTo>
                  <a:pt x="290704" y="564767"/>
                </a:lnTo>
                <a:close/>
                <a:moveTo>
                  <a:pt x="513953" y="564027"/>
                </a:moveTo>
                <a:lnTo>
                  <a:pt x="532696" y="564027"/>
                </a:lnTo>
                <a:lnTo>
                  <a:pt x="532696" y="564767"/>
                </a:lnTo>
                <a:lnTo>
                  <a:pt x="513953" y="564767"/>
                </a:lnTo>
                <a:close/>
                <a:moveTo>
                  <a:pt x="860906" y="561806"/>
                </a:moveTo>
                <a:lnTo>
                  <a:pt x="870069" y="561806"/>
                </a:lnTo>
                <a:lnTo>
                  <a:pt x="870069" y="564767"/>
                </a:lnTo>
                <a:lnTo>
                  <a:pt x="860906" y="564767"/>
                </a:lnTo>
                <a:close/>
                <a:moveTo>
                  <a:pt x="661814" y="564027"/>
                </a:moveTo>
                <a:lnTo>
                  <a:pt x="669311" y="564027"/>
                </a:lnTo>
                <a:lnTo>
                  <a:pt x="669311" y="565507"/>
                </a:lnTo>
                <a:lnTo>
                  <a:pt x="661814" y="565507"/>
                </a:lnTo>
                <a:close/>
                <a:moveTo>
                  <a:pt x="758861" y="564027"/>
                </a:moveTo>
                <a:lnTo>
                  <a:pt x="772189" y="564027"/>
                </a:lnTo>
                <a:lnTo>
                  <a:pt x="772189" y="565507"/>
                </a:lnTo>
                <a:lnTo>
                  <a:pt x="758861" y="565507"/>
                </a:lnTo>
                <a:close/>
                <a:moveTo>
                  <a:pt x="131597" y="563286"/>
                </a:moveTo>
                <a:lnTo>
                  <a:pt x="144092" y="563286"/>
                </a:lnTo>
                <a:lnTo>
                  <a:pt x="144092" y="565507"/>
                </a:lnTo>
                <a:lnTo>
                  <a:pt x="131597" y="565507"/>
                </a:lnTo>
                <a:close/>
                <a:moveTo>
                  <a:pt x="54543" y="564027"/>
                </a:moveTo>
                <a:lnTo>
                  <a:pt x="76618" y="564027"/>
                </a:lnTo>
                <a:lnTo>
                  <a:pt x="76618" y="565507"/>
                </a:lnTo>
                <a:lnTo>
                  <a:pt x="54543" y="565507"/>
                </a:lnTo>
                <a:close/>
                <a:moveTo>
                  <a:pt x="513537" y="564767"/>
                </a:moveTo>
                <a:lnTo>
                  <a:pt x="533113" y="564767"/>
                </a:lnTo>
                <a:lnTo>
                  <a:pt x="533113" y="565507"/>
                </a:lnTo>
                <a:lnTo>
                  <a:pt x="513537" y="565507"/>
                </a:lnTo>
                <a:close/>
                <a:moveTo>
                  <a:pt x="952121" y="526277"/>
                </a:moveTo>
                <a:lnTo>
                  <a:pt x="1000000" y="526277"/>
                </a:lnTo>
                <a:lnTo>
                  <a:pt x="1000000" y="566247"/>
                </a:lnTo>
                <a:lnTo>
                  <a:pt x="952121" y="566247"/>
                </a:lnTo>
                <a:close/>
                <a:moveTo>
                  <a:pt x="513120" y="565507"/>
                </a:moveTo>
                <a:lnTo>
                  <a:pt x="533529" y="565507"/>
                </a:lnTo>
                <a:lnTo>
                  <a:pt x="533529" y="566247"/>
                </a:lnTo>
                <a:lnTo>
                  <a:pt x="513120" y="566247"/>
                </a:lnTo>
                <a:close/>
                <a:moveTo>
                  <a:pt x="156588" y="564767"/>
                </a:moveTo>
                <a:lnTo>
                  <a:pt x="159920" y="564767"/>
                </a:lnTo>
                <a:lnTo>
                  <a:pt x="159920" y="566247"/>
                </a:lnTo>
                <a:lnTo>
                  <a:pt x="156588" y="566247"/>
                </a:lnTo>
                <a:close/>
                <a:moveTo>
                  <a:pt x="565184" y="563286"/>
                </a:moveTo>
                <a:lnTo>
                  <a:pt x="568516" y="563286"/>
                </a:lnTo>
                <a:lnTo>
                  <a:pt x="568516" y="566247"/>
                </a:lnTo>
                <a:lnTo>
                  <a:pt x="565184" y="566247"/>
                </a:lnTo>
                <a:close/>
                <a:moveTo>
                  <a:pt x="114520" y="564767"/>
                </a:moveTo>
                <a:lnTo>
                  <a:pt x="118685" y="564767"/>
                </a:lnTo>
                <a:lnTo>
                  <a:pt x="118685" y="566247"/>
                </a:lnTo>
                <a:lnTo>
                  <a:pt x="114520" y="566247"/>
                </a:lnTo>
                <a:close/>
                <a:moveTo>
                  <a:pt x="347349" y="564767"/>
                </a:moveTo>
                <a:lnTo>
                  <a:pt x="484381" y="564767"/>
                </a:lnTo>
                <a:lnTo>
                  <a:pt x="484381" y="566987"/>
                </a:lnTo>
                <a:lnTo>
                  <a:pt x="347349" y="566987"/>
                </a:lnTo>
                <a:close/>
                <a:moveTo>
                  <a:pt x="54543" y="565507"/>
                </a:moveTo>
                <a:lnTo>
                  <a:pt x="76201" y="565507"/>
                </a:lnTo>
                <a:lnTo>
                  <a:pt x="76201" y="566987"/>
                </a:lnTo>
                <a:lnTo>
                  <a:pt x="54543" y="566987"/>
                </a:lnTo>
                <a:close/>
                <a:moveTo>
                  <a:pt x="759277" y="565507"/>
                </a:moveTo>
                <a:lnTo>
                  <a:pt x="772189" y="565507"/>
                </a:lnTo>
                <a:lnTo>
                  <a:pt x="772189" y="566987"/>
                </a:lnTo>
                <a:lnTo>
                  <a:pt x="759277" y="566987"/>
                </a:lnTo>
                <a:close/>
                <a:moveTo>
                  <a:pt x="513120" y="566247"/>
                </a:moveTo>
                <a:lnTo>
                  <a:pt x="533946" y="566247"/>
                </a:lnTo>
                <a:lnTo>
                  <a:pt x="533946" y="566987"/>
                </a:lnTo>
                <a:lnTo>
                  <a:pt x="513120" y="566987"/>
                </a:lnTo>
                <a:close/>
                <a:moveTo>
                  <a:pt x="661814" y="565507"/>
                </a:moveTo>
                <a:lnTo>
                  <a:pt x="668895" y="565507"/>
                </a:lnTo>
                <a:lnTo>
                  <a:pt x="668895" y="566987"/>
                </a:lnTo>
                <a:lnTo>
                  <a:pt x="661814" y="566987"/>
                </a:lnTo>
                <a:close/>
                <a:moveTo>
                  <a:pt x="114937" y="566247"/>
                </a:moveTo>
                <a:lnTo>
                  <a:pt x="119102" y="566247"/>
                </a:lnTo>
                <a:lnTo>
                  <a:pt x="119102" y="567728"/>
                </a:lnTo>
                <a:lnTo>
                  <a:pt x="114937" y="567728"/>
                </a:lnTo>
                <a:close/>
                <a:moveTo>
                  <a:pt x="132014" y="565507"/>
                </a:moveTo>
                <a:lnTo>
                  <a:pt x="143676" y="565507"/>
                </a:lnTo>
                <a:lnTo>
                  <a:pt x="143676" y="567728"/>
                </a:lnTo>
                <a:lnTo>
                  <a:pt x="132014" y="567728"/>
                </a:lnTo>
                <a:close/>
                <a:moveTo>
                  <a:pt x="512704" y="566987"/>
                </a:moveTo>
                <a:lnTo>
                  <a:pt x="534362" y="566987"/>
                </a:lnTo>
                <a:lnTo>
                  <a:pt x="534362" y="567728"/>
                </a:lnTo>
                <a:lnTo>
                  <a:pt x="512704" y="567728"/>
                </a:lnTo>
                <a:close/>
                <a:moveTo>
                  <a:pt x="156171" y="566247"/>
                </a:moveTo>
                <a:lnTo>
                  <a:pt x="159920" y="566247"/>
                </a:lnTo>
                <a:lnTo>
                  <a:pt x="159920" y="568468"/>
                </a:lnTo>
                <a:lnTo>
                  <a:pt x="156171" y="568468"/>
                </a:lnTo>
                <a:close/>
                <a:moveTo>
                  <a:pt x="54543" y="566987"/>
                </a:moveTo>
                <a:lnTo>
                  <a:pt x="75785" y="566987"/>
                </a:lnTo>
                <a:lnTo>
                  <a:pt x="75785" y="568468"/>
                </a:lnTo>
                <a:lnTo>
                  <a:pt x="54543" y="568468"/>
                </a:lnTo>
                <a:close/>
                <a:moveTo>
                  <a:pt x="115353" y="567728"/>
                </a:moveTo>
                <a:lnTo>
                  <a:pt x="119102" y="567728"/>
                </a:lnTo>
                <a:lnTo>
                  <a:pt x="119102" y="568468"/>
                </a:lnTo>
                <a:lnTo>
                  <a:pt x="115353" y="568468"/>
                </a:lnTo>
                <a:close/>
                <a:moveTo>
                  <a:pt x="661814" y="566987"/>
                </a:moveTo>
                <a:lnTo>
                  <a:pt x="668478" y="566987"/>
                </a:lnTo>
                <a:lnTo>
                  <a:pt x="668478" y="568468"/>
                </a:lnTo>
                <a:lnTo>
                  <a:pt x="661814" y="568468"/>
                </a:lnTo>
                <a:close/>
                <a:moveTo>
                  <a:pt x="759694" y="566987"/>
                </a:moveTo>
                <a:lnTo>
                  <a:pt x="772189" y="566987"/>
                </a:lnTo>
                <a:lnTo>
                  <a:pt x="772189" y="568468"/>
                </a:lnTo>
                <a:lnTo>
                  <a:pt x="759694" y="568468"/>
                </a:lnTo>
                <a:close/>
                <a:moveTo>
                  <a:pt x="512704" y="567728"/>
                </a:moveTo>
                <a:lnTo>
                  <a:pt x="534779" y="567728"/>
                </a:lnTo>
                <a:lnTo>
                  <a:pt x="534779" y="569208"/>
                </a:lnTo>
                <a:lnTo>
                  <a:pt x="512704" y="569208"/>
                </a:lnTo>
                <a:close/>
                <a:moveTo>
                  <a:pt x="565600" y="566247"/>
                </a:moveTo>
                <a:lnTo>
                  <a:pt x="568516" y="566247"/>
                </a:lnTo>
                <a:lnTo>
                  <a:pt x="568516" y="569208"/>
                </a:lnTo>
                <a:lnTo>
                  <a:pt x="565600" y="569208"/>
                </a:lnTo>
                <a:close/>
                <a:moveTo>
                  <a:pt x="861322" y="564767"/>
                </a:moveTo>
                <a:lnTo>
                  <a:pt x="870069" y="564767"/>
                </a:lnTo>
                <a:lnTo>
                  <a:pt x="870069" y="569208"/>
                </a:lnTo>
                <a:lnTo>
                  <a:pt x="861322" y="569208"/>
                </a:lnTo>
                <a:close/>
                <a:moveTo>
                  <a:pt x="661814" y="568468"/>
                </a:moveTo>
                <a:lnTo>
                  <a:pt x="668062" y="568468"/>
                </a:lnTo>
                <a:lnTo>
                  <a:pt x="668062" y="569948"/>
                </a:lnTo>
                <a:lnTo>
                  <a:pt x="661814" y="569948"/>
                </a:lnTo>
                <a:close/>
                <a:moveTo>
                  <a:pt x="132430" y="567728"/>
                </a:moveTo>
                <a:lnTo>
                  <a:pt x="143259" y="567728"/>
                </a:lnTo>
                <a:lnTo>
                  <a:pt x="143259" y="569948"/>
                </a:lnTo>
                <a:lnTo>
                  <a:pt x="132430" y="569948"/>
                </a:lnTo>
                <a:close/>
                <a:moveTo>
                  <a:pt x="115353" y="568468"/>
                </a:moveTo>
                <a:lnTo>
                  <a:pt x="119518" y="568468"/>
                </a:lnTo>
                <a:lnTo>
                  <a:pt x="119518" y="569948"/>
                </a:lnTo>
                <a:lnTo>
                  <a:pt x="115353" y="569948"/>
                </a:lnTo>
                <a:close/>
                <a:moveTo>
                  <a:pt x="760110" y="568468"/>
                </a:moveTo>
                <a:lnTo>
                  <a:pt x="772189" y="568468"/>
                </a:lnTo>
                <a:lnTo>
                  <a:pt x="772189" y="569948"/>
                </a:lnTo>
                <a:lnTo>
                  <a:pt x="760110" y="569948"/>
                </a:lnTo>
                <a:close/>
                <a:moveTo>
                  <a:pt x="512287" y="569208"/>
                </a:moveTo>
                <a:lnTo>
                  <a:pt x="535195" y="569208"/>
                </a:lnTo>
                <a:lnTo>
                  <a:pt x="535195" y="570688"/>
                </a:lnTo>
                <a:lnTo>
                  <a:pt x="512287" y="570688"/>
                </a:lnTo>
                <a:close/>
                <a:moveTo>
                  <a:pt x="54543" y="568468"/>
                </a:moveTo>
                <a:lnTo>
                  <a:pt x="75368" y="568468"/>
                </a:lnTo>
                <a:lnTo>
                  <a:pt x="75368" y="570688"/>
                </a:lnTo>
                <a:lnTo>
                  <a:pt x="54543" y="570688"/>
                </a:lnTo>
                <a:close/>
                <a:moveTo>
                  <a:pt x="347349" y="566987"/>
                </a:moveTo>
                <a:lnTo>
                  <a:pt x="483964" y="566987"/>
                </a:lnTo>
                <a:lnTo>
                  <a:pt x="483964" y="570688"/>
                </a:lnTo>
                <a:lnTo>
                  <a:pt x="347349" y="570688"/>
                </a:lnTo>
                <a:close/>
                <a:moveTo>
                  <a:pt x="155755" y="568468"/>
                </a:moveTo>
                <a:lnTo>
                  <a:pt x="159920" y="568468"/>
                </a:lnTo>
                <a:lnTo>
                  <a:pt x="159920" y="570688"/>
                </a:lnTo>
                <a:lnTo>
                  <a:pt x="155755" y="570688"/>
                </a:lnTo>
                <a:close/>
                <a:moveTo>
                  <a:pt x="512287" y="570688"/>
                </a:moveTo>
                <a:lnTo>
                  <a:pt x="535612" y="570688"/>
                </a:lnTo>
                <a:lnTo>
                  <a:pt x="535612" y="572169"/>
                </a:lnTo>
                <a:lnTo>
                  <a:pt x="512287" y="572169"/>
                </a:lnTo>
                <a:close/>
                <a:moveTo>
                  <a:pt x="760527" y="569948"/>
                </a:moveTo>
                <a:lnTo>
                  <a:pt x="772189" y="569948"/>
                </a:lnTo>
                <a:lnTo>
                  <a:pt x="772189" y="572169"/>
                </a:lnTo>
                <a:lnTo>
                  <a:pt x="760527" y="572169"/>
                </a:lnTo>
                <a:close/>
                <a:moveTo>
                  <a:pt x="566017" y="569208"/>
                </a:moveTo>
                <a:lnTo>
                  <a:pt x="568516" y="569208"/>
                </a:lnTo>
                <a:lnTo>
                  <a:pt x="568516" y="572169"/>
                </a:lnTo>
                <a:lnTo>
                  <a:pt x="566017" y="572169"/>
                </a:lnTo>
                <a:close/>
                <a:moveTo>
                  <a:pt x="661814" y="569948"/>
                </a:moveTo>
                <a:lnTo>
                  <a:pt x="667645" y="569948"/>
                </a:lnTo>
                <a:lnTo>
                  <a:pt x="667645" y="572169"/>
                </a:lnTo>
                <a:lnTo>
                  <a:pt x="661814" y="572169"/>
                </a:lnTo>
                <a:close/>
                <a:moveTo>
                  <a:pt x="115770" y="569948"/>
                </a:moveTo>
                <a:lnTo>
                  <a:pt x="119935" y="569948"/>
                </a:lnTo>
                <a:lnTo>
                  <a:pt x="119935" y="572169"/>
                </a:lnTo>
                <a:lnTo>
                  <a:pt x="115770" y="572169"/>
                </a:lnTo>
                <a:close/>
                <a:moveTo>
                  <a:pt x="115770" y="572169"/>
                </a:moveTo>
                <a:lnTo>
                  <a:pt x="120351" y="572169"/>
                </a:lnTo>
                <a:lnTo>
                  <a:pt x="120351" y="572909"/>
                </a:lnTo>
                <a:lnTo>
                  <a:pt x="115770" y="572909"/>
                </a:lnTo>
                <a:close/>
                <a:moveTo>
                  <a:pt x="155338" y="570688"/>
                </a:moveTo>
                <a:lnTo>
                  <a:pt x="159920" y="570688"/>
                </a:lnTo>
                <a:lnTo>
                  <a:pt x="159920" y="572909"/>
                </a:lnTo>
                <a:lnTo>
                  <a:pt x="155338" y="572909"/>
                </a:lnTo>
                <a:close/>
                <a:moveTo>
                  <a:pt x="132847" y="569948"/>
                </a:moveTo>
                <a:lnTo>
                  <a:pt x="142843" y="569948"/>
                </a:lnTo>
                <a:lnTo>
                  <a:pt x="142843" y="572909"/>
                </a:lnTo>
                <a:lnTo>
                  <a:pt x="132847" y="572909"/>
                </a:lnTo>
                <a:close/>
                <a:moveTo>
                  <a:pt x="54543" y="570688"/>
                </a:moveTo>
                <a:lnTo>
                  <a:pt x="74952" y="570688"/>
                </a:lnTo>
                <a:lnTo>
                  <a:pt x="74952" y="573649"/>
                </a:lnTo>
                <a:lnTo>
                  <a:pt x="54543" y="573649"/>
                </a:lnTo>
                <a:close/>
                <a:moveTo>
                  <a:pt x="630576" y="572169"/>
                </a:moveTo>
                <a:lnTo>
                  <a:pt x="667229" y="572169"/>
                </a:lnTo>
                <a:lnTo>
                  <a:pt x="667229" y="573649"/>
                </a:lnTo>
                <a:lnTo>
                  <a:pt x="630576" y="573649"/>
                </a:lnTo>
                <a:close/>
                <a:moveTo>
                  <a:pt x="760943" y="572169"/>
                </a:moveTo>
                <a:lnTo>
                  <a:pt x="772189" y="572169"/>
                </a:lnTo>
                <a:lnTo>
                  <a:pt x="772189" y="573649"/>
                </a:lnTo>
                <a:lnTo>
                  <a:pt x="760943" y="573649"/>
                </a:lnTo>
                <a:close/>
                <a:moveTo>
                  <a:pt x="512287" y="572169"/>
                </a:moveTo>
                <a:lnTo>
                  <a:pt x="536028" y="572169"/>
                </a:lnTo>
                <a:lnTo>
                  <a:pt x="536028" y="573649"/>
                </a:lnTo>
                <a:lnTo>
                  <a:pt x="512287" y="573649"/>
                </a:lnTo>
                <a:close/>
                <a:moveTo>
                  <a:pt x="116186" y="572909"/>
                </a:moveTo>
                <a:lnTo>
                  <a:pt x="120351" y="572909"/>
                </a:lnTo>
                <a:lnTo>
                  <a:pt x="120351" y="574389"/>
                </a:lnTo>
                <a:lnTo>
                  <a:pt x="116186" y="574389"/>
                </a:lnTo>
                <a:close/>
                <a:moveTo>
                  <a:pt x="225728" y="549223"/>
                </a:moveTo>
                <a:lnTo>
                  <a:pt x="239057" y="549223"/>
                </a:lnTo>
                <a:lnTo>
                  <a:pt x="239057" y="574389"/>
                </a:lnTo>
                <a:lnTo>
                  <a:pt x="225728" y="574389"/>
                </a:lnTo>
                <a:close/>
                <a:moveTo>
                  <a:pt x="154922" y="572909"/>
                </a:moveTo>
                <a:lnTo>
                  <a:pt x="159920" y="572909"/>
                </a:lnTo>
                <a:lnTo>
                  <a:pt x="159920" y="574389"/>
                </a:lnTo>
                <a:lnTo>
                  <a:pt x="154922" y="574389"/>
                </a:lnTo>
                <a:close/>
                <a:moveTo>
                  <a:pt x="630576" y="573649"/>
                </a:moveTo>
                <a:lnTo>
                  <a:pt x="666812" y="573649"/>
                </a:lnTo>
                <a:lnTo>
                  <a:pt x="666812" y="575130"/>
                </a:lnTo>
                <a:lnTo>
                  <a:pt x="630576" y="575130"/>
                </a:lnTo>
                <a:close/>
                <a:moveTo>
                  <a:pt x="331105" y="563286"/>
                </a:moveTo>
                <a:lnTo>
                  <a:pt x="334021" y="563286"/>
                </a:lnTo>
                <a:lnTo>
                  <a:pt x="334021" y="575130"/>
                </a:lnTo>
                <a:lnTo>
                  <a:pt x="331105" y="575130"/>
                </a:lnTo>
                <a:close/>
                <a:moveTo>
                  <a:pt x="133263" y="572909"/>
                </a:moveTo>
                <a:lnTo>
                  <a:pt x="142426" y="572909"/>
                </a:lnTo>
                <a:lnTo>
                  <a:pt x="142426" y="575130"/>
                </a:lnTo>
                <a:lnTo>
                  <a:pt x="133263" y="575130"/>
                </a:lnTo>
                <a:close/>
                <a:moveTo>
                  <a:pt x="116186" y="574389"/>
                </a:moveTo>
                <a:lnTo>
                  <a:pt x="120768" y="574389"/>
                </a:lnTo>
                <a:lnTo>
                  <a:pt x="120768" y="575870"/>
                </a:lnTo>
                <a:lnTo>
                  <a:pt x="116186" y="575870"/>
                </a:lnTo>
                <a:close/>
                <a:moveTo>
                  <a:pt x="761360" y="573649"/>
                </a:moveTo>
                <a:lnTo>
                  <a:pt x="772189" y="573649"/>
                </a:lnTo>
                <a:lnTo>
                  <a:pt x="772189" y="575870"/>
                </a:lnTo>
                <a:lnTo>
                  <a:pt x="761360" y="575870"/>
                </a:lnTo>
                <a:close/>
                <a:moveTo>
                  <a:pt x="512287" y="573649"/>
                </a:moveTo>
                <a:lnTo>
                  <a:pt x="536445" y="573649"/>
                </a:lnTo>
                <a:lnTo>
                  <a:pt x="536445" y="575870"/>
                </a:lnTo>
                <a:lnTo>
                  <a:pt x="512287" y="575870"/>
                </a:lnTo>
                <a:close/>
                <a:moveTo>
                  <a:pt x="347349" y="570688"/>
                </a:moveTo>
                <a:lnTo>
                  <a:pt x="483548" y="570688"/>
                </a:lnTo>
                <a:lnTo>
                  <a:pt x="483548" y="575870"/>
                </a:lnTo>
                <a:lnTo>
                  <a:pt x="347349" y="575870"/>
                </a:lnTo>
                <a:close/>
                <a:moveTo>
                  <a:pt x="173248" y="564767"/>
                </a:moveTo>
                <a:lnTo>
                  <a:pt x="212817" y="564767"/>
                </a:lnTo>
                <a:lnTo>
                  <a:pt x="212817" y="575870"/>
                </a:lnTo>
                <a:lnTo>
                  <a:pt x="173248" y="575870"/>
                </a:lnTo>
                <a:close/>
                <a:moveTo>
                  <a:pt x="269462" y="564767"/>
                </a:moveTo>
                <a:lnTo>
                  <a:pt x="294036" y="564767"/>
                </a:lnTo>
                <a:lnTo>
                  <a:pt x="294036" y="575870"/>
                </a:lnTo>
                <a:lnTo>
                  <a:pt x="269462" y="575870"/>
                </a:lnTo>
                <a:close/>
                <a:moveTo>
                  <a:pt x="116186" y="575870"/>
                </a:moveTo>
                <a:lnTo>
                  <a:pt x="121184" y="575870"/>
                </a:lnTo>
                <a:lnTo>
                  <a:pt x="121184" y="576610"/>
                </a:lnTo>
                <a:lnTo>
                  <a:pt x="116186" y="576610"/>
                </a:lnTo>
                <a:close/>
                <a:moveTo>
                  <a:pt x="154505" y="574389"/>
                </a:moveTo>
                <a:lnTo>
                  <a:pt x="159920" y="574389"/>
                </a:lnTo>
                <a:lnTo>
                  <a:pt x="159920" y="576610"/>
                </a:lnTo>
                <a:lnTo>
                  <a:pt x="154505" y="576610"/>
                </a:lnTo>
                <a:close/>
                <a:moveTo>
                  <a:pt x="512704" y="575870"/>
                </a:moveTo>
                <a:lnTo>
                  <a:pt x="536861" y="575870"/>
                </a:lnTo>
                <a:lnTo>
                  <a:pt x="536861" y="577350"/>
                </a:lnTo>
                <a:lnTo>
                  <a:pt x="512704" y="577350"/>
                </a:lnTo>
                <a:close/>
                <a:moveTo>
                  <a:pt x="761776" y="575870"/>
                </a:moveTo>
                <a:lnTo>
                  <a:pt x="772189" y="575870"/>
                </a:lnTo>
                <a:lnTo>
                  <a:pt x="772189" y="577350"/>
                </a:lnTo>
                <a:lnTo>
                  <a:pt x="761776" y="577350"/>
                </a:lnTo>
                <a:close/>
                <a:moveTo>
                  <a:pt x="133680" y="575130"/>
                </a:moveTo>
                <a:lnTo>
                  <a:pt x="142010" y="575130"/>
                </a:lnTo>
                <a:lnTo>
                  <a:pt x="142010" y="577350"/>
                </a:lnTo>
                <a:lnTo>
                  <a:pt x="133680" y="577350"/>
                </a:lnTo>
                <a:close/>
                <a:moveTo>
                  <a:pt x="330689" y="575130"/>
                </a:moveTo>
                <a:lnTo>
                  <a:pt x="334021" y="575130"/>
                </a:lnTo>
                <a:lnTo>
                  <a:pt x="334021" y="577350"/>
                </a:lnTo>
                <a:lnTo>
                  <a:pt x="330689" y="577350"/>
                </a:lnTo>
                <a:close/>
                <a:moveTo>
                  <a:pt x="54543" y="573649"/>
                </a:moveTo>
                <a:lnTo>
                  <a:pt x="74535" y="573649"/>
                </a:lnTo>
                <a:lnTo>
                  <a:pt x="74535" y="577350"/>
                </a:lnTo>
                <a:lnTo>
                  <a:pt x="54543" y="577350"/>
                </a:lnTo>
                <a:close/>
                <a:moveTo>
                  <a:pt x="566433" y="572169"/>
                </a:moveTo>
                <a:lnTo>
                  <a:pt x="599754" y="572169"/>
                </a:lnTo>
                <a:lnTo>
                  <a:pt x="599754" y="577350"/>
                </a:lnTo>
                <a:lnTo>
                  <a:pt x="566433" y="577350"/>
                </a:lnTo>
                <a:close/>
                <a:moveTo>
                  <a:pt x="630576" y="575130"/>
                </a:moveTo>
                <a:lnTo>
                  <a:pt x="666396" y="575130"/>
                </a:lnTo>
                <a:lnTo>
                  <a:pt x="666396" y="577350"/>
                </a:lnTo>
                <a:lnTo>
                  <a:pt x="630576" y="577350"/>
                </a:lnTo>
                <a:close/>
                <a:moveTo>
                  <a:pt x="513120" y="577350"/>
                </a:moveTo>
                <a:lnTo>
                  <a:pt x="536861" y="577350"/>
                </a:lnTo>
                <a:lnTo>
                  <a:pt x="536861" y="578090"/>
                </a:lnTo>
                <a:lnTo>
                  <a:pt x="513120" y="578090"/>
                </a:lnTo>
                <a:close/>
                <a:moveTo>
                  <a:pt x="116603" y="576610"/>
                </a:moveTo>
                <a:lnTo>
                  <a:pt x="121184" y="576610"/>
                </a:lnTo>
                <a:lnTo>
                  <a:pt x="121184" y="578090"/>
                </a:lnTo>
                <a:lnTo>
                  <a:pt x="116603" y="578090"/>
                </a:lnTo>
                <a:close/>
                <a:moveTo>
                  <a:pt x="513537" y="578090"/>
                </a:moveTo>
                <a:lnTo>
                  <a:pt x="536861" y="578090"/>
                </a:lnTo>
                <a:lnTo>
                  <a:pt x="536861" y="578830"/>
                </a:lnTo>
                <a:lnTo>
                  <a:pt x="513537" y="578830"/>
                </a:lnTo>
                <a:close/>
                <a:moveTo>
                  <a:pt x="330272" y="577350"/>
                </a:moveTo>
                <a:lnTo>
                  <a:pt x="334021" y="577350"/>
                </a:lnTo>
                <a:lnTo>
                  <a:pt x="334021" y="578830"/>
                </a:lnTo>
                <a:lnTo>
                  <a:pt x="330272" y="578830"/>
                </a:lnTo>
                <a:close/>
                <a:moveTo>
                  <a:pt x="154089" y="576610"/>
                </a:moveTo>
                <a:lnTo>
                  <a:pt x="159920" y="576610"/>
                </a:lnTo>
                <a:lnTo>
                  <a:pt x="159920" y="578830"/>
                </a:lnTo>
                <a:lnTo>
                  <a:pt x="154089" y="578830"/>
                </a:lnTo>
                <a:close/>
                <a:moveTo>
                  <a:pt x="566850" y="577350"/>
                </a:moveTo>
                <a:lnTo>
                  <a:pt x="599754" y="577350"/>
                </a:lnTo>
                <a:lnTo>
                  <a:pt x="599754" y="579571"/>
                </a:lnTo>
                <a:lnTo>
                  <a:pt x="566850" y="579571"/>
                </a:lnTo>
                <a:close/>
                <a:moveTo>
                  <a:pt x="762193" y="577350"/>
                </a:moveTo>
                <a:lnTo>
                  <a:pt x="772189" y="577350"/>
                </a:lnTo>
                <a:lnTo>
                  <a:pt x="772189" y="579571"/>
                </a:lnTo>
                <a:lnTo>
                  <a:pt x="762193" y="579571"/>
                </a:lnTo>
                <a:close/>
                <a:moveTo>
                  <a:pt x="134096" y="577350"/>
                </a:moveTo>
                <a:lnTo>
                  <a:pt x="141593" y="577350"/>
                </a:lnTo>
                <a:lnTo>
                  <a:pt x="141593" y="579571"/>
                </a:lnTo>
                <a:lnTo>
                  <a:pt x="134096" y="579571"/>
                </a:lnTo>
                <a:close/>
                <a:moveTo>
                  <a:pt x="513537" y="578830"/>
                </a:moveTo>
                <a:lnTo>
                  <a:pt x="537278" y="578830"/>
                </a:lnTo>
                <a:lnTo>
                  <a:pt x="537278" y="579571"/>
                </a:lnTo>
                <a:lnTo>
                  <a:pt x="513537" y="579571"/>
                </a:lnTo>
                <a:close/>
                <a:moveTo>
                  <a:pt x="630576" y="577350"/>
                </a:moveTo>
                <a:lnTo>
                  <a:pt x="665979" y="577350"/>
                </a:lnTo>
                <a:lnTo>
                  <a:pt x="665979" y="579571"/>
                </a:lnTo>
                <a:lnTo>
                  <a:pt x="630576" y="579571"/>
                </a:lnTo>
                <a:close/>
                <a:moveTo>
                  <a:pt x="329856" y="578830"/>
                </a:moveTo>
                <a:lnTo>
                  <a:pt x="334021" y="578830"/>
                </a:lnTo>
                <a:lnTo>
                  <a:pt x="334021" y="580311"/>
                </a:lnTo>
                <a:lnTo>
                  <a:pt x="329856" y="580311"/>
                </a:lnTo>
                <a:close/>
                <a:moveTo>
                  <a:pt x="564351" y="579571"/>
                </a:moveTo>
                <a:lnTo>
                  <a:pt x="599754" y="579571"/>
                </a:lnTo>
                <a:lnTo>
                  <a:pt x="599754" y="580311"/>
                </a:lnTo>
                <a:lnTo>
                  <a:pt x="564351" y="580311"/>
                </a:lnTo>
                <a:close/>
                <a:moveTo>
                  <a:pt x="513953" y="579571"/>
                </a:moveTo>
                <a:lnTo>
                  <a:pt x="537278" y="579571"/>
                </a:lnTo>
                <a:lnTo>
                  <a:pt x="537278" y="580311"/>
                </a:lnTo>
                <a:lnTo>
                  <a:pt x="513953" y="580311"/>
                </a:lnTo>
                <a:close/>
                <a:moveTo>
                  <a:pt x="153672" y="578830"/>
                </a:moveTo>
                <a:lnTo>
                  <a:pt x="159920" y="578830"/>
                </a:lnTo>
                <a:lnTo>
                  <a:pt x="159920" y="580311"/>
                </a:lnTo>
                <a:lnTo>
                  <a:pt x="153672" y="580311"/>
                </a:lnTo>
                <a:close/>
                <a:moveTo>
                  <a:pt x="116603" y="578090"/>
                </a:moveTo>
                <a:lnTo>
                  <a:pt x="121601" y="578090"/>
                </a:lnTo>
                <a:lnTo>
                  <a:pt x="121601" y="580311"/>
                </a:lnTo>
                <a:lnTo>
                  <a:pt x="116603" y="580311"/>
                </a:lnTo>
                <a:close/>
                <a:moveTo>
                  <a:pt x="514370" y="580311"/>
                </a:moveTo>
                <a:lnTo>
                  <a:pt x="537278" y="580311"/>
                </a:lnTo>
                <a:lnTo>
                  <a:pt x="537278" y="581051"/>
                </a:lnTo>
                <a:lnTo>
                  <a:pt x="514370" y="581051"/>
                </a:lnTo>
                <a:close/>
                <a:moveTo>
                  <a:pt x="557687" y="580311"/>
                </a:moveTo>
                <a:lnTo>
                  <a:pt x="599754" y="580311"/>
                </a:lnTo>
                <a:lnTo>
                  <a:pt x="599754" y="581051"/>
                </a:lnTo>
                <a:lnTo>
                  <a:pt x="557687" y="581051"/>
                </a:lnTo>
                <a:close/>
                <a:moveTo>
                  <a:pt x="116603" y="580311"/>
                </a:moveTo>
                <a:lnTo>
                  <a:pt x="122017" y="580311"/>
                </a:lnTo>
                <a:lnTo>
                  <a:pt x="122017" y="581791"/>
                </a:lnTo>
                <a:lnTo>
                  <a:pt x="116603" y="581791"/>
                </a:lnTo>
                <a:close/>
                <a:moveTo>
                  <a:pt x="630576" y="579571"/>
                </a:moveTo>
                <a:lnTo>
                  <a:pt x="665563" y="579571"/>
                </a:lnTo>
                <a:lnTo>
                  <a:pt x="665563" y="581791"/>
                </a:lnTo>
                <a:lnTo>
                  <a:pt x="630576" y="581791"/>
                </a:lnTo>
                <a:close/>
                <a:moveTo>
                  <a:pt x="551022" y="581051"/>
                </a:moveTo>
                <a:lnTo>
                  <a:pt x="599754" y="581051"/>
                </a:lnTo>
                <a:lnTo>
                  <a:pt x="599754" y="581791"/>
                </a:lnTo>
                <a:lnTo>
                  <a:pt x="551022" y="581791"/>
                </a:lnTo>
                <a:close/>
                <a:moveTo>
                  <a:pt x="515203" y="581051"/>
                </a:moveTo>
                <a:lnTo>
                  <a:pt x="537278" y="581051"/>
                </a:lnTo>
                <a:lnTo>
                  <a:pt x="537278" y="581791"/>
                </a:lnTo>
                <a:lnTo>
                  <a:pt x="515203" y="581791"/>
                </a:lnTo>
                <a:close/>
                <a:moveTo>
                  <a:pt x="134513" y="579571"/>
                </a:moveTo>
                <a:lnTo>
                  <a:pt x="141177" y="579571"/>
                </a:lnTo>
                <a:lnTo>
                  <a:pt x="141177" y="581791"/>
                </a:lnTo>
                <a:lnTo>
                  <a:pt x="134513" y="581791"/>
                </a:lnTo>
                <a:close/>
                <a:moveTo>
                  <a:pt x="329439" y="580311"/>
                </a:moveTo>
                <a:lnTo>
                  <a:pt x="334021" y="580311"/>
                </a:lnTo>
                <a:lnTo>
                  <a:pt x="334021" y="581791"/>
                </a:lnTo>
                <a:lnTo>
                  <a:pt x="329439" y="581791"/>
                </a:lnTo>
                <a:close/>
                <a:moveTo>
                  <a:pt x="544358" y="581791"/>
                </a:moveTo>
                <a:lnTo>
                  <a:pt x="599754" y="581791"/>
                </a:lnTo>
                <a:lnTo>
                  <a:pt x="599754" y="582531"/>
                </a:lnTo>
                <a:lnTo>
                  <a:pt x="544358" y="582531"/>
                </a:lnTo>
                <a:close/>
                <a:moveTo>
                  <a:pt x="762609" y="579571"/>
                </a:moveTo>
                <a:lnTo>
                  <a:pt x="772189" y="579571"/>
                </a:lnTo>
                <a:lnTo>
                  <a:pt x="772189" y="582531"/>
                </a:lnTo>
                <a:lnTo>
                  <a:pt x="762609" y="582531"/>
                </a:lnTo>
                <a:close/>
                <a:moveTo>
                  <a:pt x="153256" y="580311"/>
                </a:moveTo>
                <a:lnTo>
                  <a:pt x="159920" y="580311"/>
                </a:lnTo>
                <a:lnTo>
                  <a:pt x="159920" y="582531"/>
                </a:lnTo>
                <a:lnTo>
                  <a:pt x="153256" y="582531"/>
                </a:lnTo>
                <a:close/>
                <a:moveTo>
                  <a:pt x="329023" y="581791"/>
                </a:moveTo>
                <a:lnTo>
                  <a:pt x="334021" y="581791"/>
                </a:lnTo>
                <a:lnTo>
                  <a:pt x="334021" y="582531"/>
                </a:lnTo>
                <a:lnTo>
                  <a:pt x="329023" y="582531"/>
                </a:lnTo>
                <a:close/>
                <a:moveTo>
                  <a:pt x="515619" y="581791"/>
                </a:moveTo>
                <a:lnTo>
                  <a:pt x="537278" y="581791"/>
                </a:lnTo>
                <a:lnTo>
                  <a:pt x="537278" y="582531"/>
                </a:lnTo>
                <a:lnTo>
                  <a:pt x="515619" y="582531"/>
                </a:lnTo>
                <a:close/>
                <a:moveTo>
                  <a:pt x="134929" y="581791"/>
                </a:moveTo>
                <a:lnTo>
                  <a:pt x="141177" y="581791"/>
                </a:lnTo>
                <a:lnTo>
                  <a:pt x="141177" y="582531"/>
                </a:lnTo>
                <a:lnTo>
                  <a:pt x="134929" y="582531"/>
                </a:lnTo>
                <a:close/>
                <a:moveTo>
                  <a:pt x="328606" y="582531"/>
                </a:moveTo>
                <a:lnTo>
                  <a:pt x="334021" y="582531"/>
                </a:lnTo>
                <a:lnTo>
                  <a:pt x="334021" y="583272"/>
                </a:lnTo>
                <a:lnTo>
                  <a:pt x="328606" y="583272"/>
                </a:lnTo>
                <a:close/>
                <a:moveTo>
                  <a:pt x="516452" y="582531"/>
                </a:moveTo>
                <a:lnTo>
                  <a:pt x="599754" y="582531"/>
                </a:lnTo>
                <a:lnTo>
                  <a:pt x="599754" y="583272"/>
                </a:lnTo>
                <a:lnTo>
                  <a:pt x="516452" y="583272"/>
                </a:lnTo>
                <a:close/>
                <a:moveTo>
                  <a:pt x="517702" y="583272"/>
                </a:moveTo>
                <a:lnTo>
                  <a:pt x="599754" y="583272"/>
                </a:lnTo>
                <a:lnTo>
                  <a:pt x="599754" y="584012"/>
                </a:lnTo>
                <a:lnTo>
                  <a:pt x="517702" y="584012"/>
                </a:lnTo>
                <a:close/>
                <a:moveTo>
                  <a:pt x="328190" y="583272"/>
                </a:moveTo>
                <a:lnTo>
                  <a:pt x="334021" y="583272"/>
                </a:lnTo>
                <a:lnTo>
                  <a:pt x="334021" y="584012"/>
                </a:lnTo>
                <a:lnTo>
                  <a:pt x="328190" y="584012"/>
                </a:lnTo>
                <a:close/>
                <a:moveTo>
                  <a:pt x="116603" y="581791"/>
                </a:moveTo>
                <a:lnTo>
                  <a:pt x="122434" y="581791"/>
                </a:lnTo>
                <a:lnTo>
                  <a:pt x="122434" y="584012"/>
                </a:lnTo>
                <a:lnTo>
                  <a:pt x="116603" y="584012"/>
                </a:lnTo>
                <a:close/>
                <a:moveTo>
                  <a:pt x="327773" y="584012"/>
                </a:moveTo>
                <a:lnTo>
                  <a:pt x="334021" y="584012"/>
                </a:lnTo>
                <a:lnTo>
                  <a:pt x="334021" y="584752"/>
                </a:lnTo>
                <a:lnTo>
                  <a:pt x="327773" y="584752"/>
                </a:lnTo>
                <a:close/>
                <a:moveTo>
                  <a:pt x="134929" y="582531"/>
                </a:moveTo>
                <a:lnTo>
                  <a:pt x="140760" y="582531"/>
                </a:lnTo>
                <a:lnTo>
                  <a:pt x="140760" y="584752"/>
                </a:lnTo>
                <a:lnTo>
                  <a:pt x="134929" y="584752"/>
                </a:lnTo>
                <a:close/>
                <a:moveTo>
                  <a:pt x="630576" y="581791"/>
                </a:moveTo>
                <a:lnTo>
                  <a:pt x="665146" y="581791"/>
                </a:lnTo>
                <a:lnTo>
                  <a:pt x="665146" y="584752"/>
                </a:lnTo>
                <a:lnTo>
                  <a:pt x="630576" y="584752"/>
                </a:lnTo>
                <a:close/>
                <a:moveTo>
                  <a:pt x="763026" y="582531"/>
                </a:moveTo>
                <a:lnTo>
                  <a:pt x="772189" y="582531"/>
                </a:lnTo>
                <a:lnTo>
                  <a:pt x="772189" y="584752"/>
                </a:lnTo>
                <a:lnTo>
                  <a:pt x="763026" y="584752"/>
                </a:lnTo>
                <a:close/>
                <a:moveTo>
                  <a:pt x="152839" y="582531"/>
                </a:moveTo>
                <a:lnTo>
                  <a:pt x="159920" y="582531"/>
                </a:lnTo>
                <a:lnTo>
                  <a:pt x="159920" y="584752"/>
                </a:lnTo>
                <a:lnTo>
                  <a:pt x="152839" y="584752"/>
                </a:lnTo>
                <a:close/>
                <a:moveTo>
                  <a:pt x="518535" y="584012"/>
                </a:moveTo>
                <a:lnTo>
                  <a:pt x="599754" y="584012"/>
                </a:lnTo>
                <a:lnTo>
                  <a:pt x="599754" y="584752"/>
                </a:lnTo>
                <a:lnTo>
                  <a:pt x="518535" y="584752"/>
                </a:lnTo>
                <a:close/>
                <a:moveTo>
                  <a:pt x="519784" y="584752"/>
                </a:moveTo>
                <a:lnTo>
                  <a:pt x="599754" y="584752"/>
                </a:lnTo>
                <a:lnTo>
                  <a:pt x="599754" y="585492"/>
                </a:lnTo>
                <a:lnTo>
                  <a:pt x="519784" y="585492"/>
                </a:lnTo>
                <a:close/>
                <a:moveTo>
                  <a:pt x="366925" y="575870"/>
                </a:moveTo>
                <a:lnTo>
                  <a:pt x="483548" y="575870"/>
                </a:lnTo>
                <a:lnTo>
                  <a:pt x="483548" y="585492"/>
                </a:lnTo>
                <a:lnTo>
                  <a:pt x="366925" y="585492"/>
                </a:lnTo>
                <a:close/>
                <a:moveTo>
                  <a:pt x="327357" y="584752"/>
                </a:moveTo>
                <a:lnTo>
                  <a:pt x="334021" y="584752"/>
                </a:lnTo>
                <a:lnTo>
                  <a:pt x="334021" y="585492"/>
                </a:lnTo>
                <a:lnTo>
                  <a:pt x="327357" y="585492"/>
                </a:lnTo>
                <a:close/>
                <a:moveTo>
                  <a:pt x="521450" y="585492"/>
                </a:moveTo>
                <a:lnTo>
                  <a:pt x="599754" y="585492"/>
                </a:lnTo>
                <a:lnTo>
                  <a:pt x="599754" y="586232"/>
                </a:lnTo>
                <a:lnTo>
                  <a:pt x="521450" y="586232"/>
                </a:lnTo>
                <a:close/>
                <a:moveTo>
                  <a:pt x="152423" y="584752"/>
                </a:moveTo>
                <a:lnTo>
                  <a:pt x="159920" y="584752"/>
                </a:lnTo>
                <a:lnTo>
                  <a:pt x="159920" y="586232"/>
                </a:lnTo>
                <a:lnTo>
                  <a:pt x="152423" y="586232"/>
                </a:lnTo>
                <a:close/>
                <a:moveTo>
                  <a:pt x="116603" y="584012"/>
                </a:moveTo>
                <a:lnTo>
                  <a:pt x="122850" y="584012"/>
                </a:lnTo>
                <a:lnTo>
                  <a:pt x="122850" y="586232"/>
                </a:lnTo>
                <a:lnTo>
                  <a:pt x="116603" y="586232"/>
                </a:lnTo>
                <a:close/>
                <a:moveTo>
                  <a:pt x="326940" y="585492"/>
                </a:moveTo>
                <a:lnTo>
                  <a:pt x="334021" y="585492"/>
                </a:lnTo>
                <a:lnTo>
                  <a:pt x="334021" y="586232"/>
                </a:lnTo>
                <a:lnTo>
                  <a:pt x="326940" y="586232"/>
                </a:lnTo>
                <a:close/>
                <a:moveTo>
                  <a:pt x="523116" y="586232"/>
                </a:moveTo>
                <a:lnTo>
                  <a:pt x="599754" y="586232"/>
                </a:lnTo>
                <a:lnTo>
                  <a:pt x="599754" y="586973"/>
                </a:lnTo>
                <a:lnTo>
                  <a:pt x="523116" y="586973"/>
                </a:lnTo>
                <a:close/>
                <a:moveTo>
                  <a:pt x="861739" y="569208"/>
                </a:moveTo>
                <a:lnTo>
                  <a:pt x="870069" y="569208"/>
                </a:lnTo>
                <a:lnTo>
                  <a:pt x="870069" y="586973"/>
                </a:lnTo>
                <a:lnTo>
                  <a:pt x="861739" y="586973"/>
                </a:lnTo>
                <a:close/>
                <a:moveTo>
                  <a:pt x="135346" y="584752"/>
                </a:moveTo>
                <a:lnTo>
                  <a:pt x="140344" y="584752"/>
                </a:lnTo>
                <a:lnTo>
                  <a:pt x="140344" y="586973"/>
                </a:lnTo>
                <a:lnTo>
                  <a:pt x="135346" y="586973"/>
                </a:lnTo>
                <a:close/>
                <a:moveTo>
                  <a:pt x="326107" y="586232"/>
                </a:moveTo>
                <a:lnTo>
                  <a:pt x="334021" y="586232"/>
                </a:lnTo>
                <a:lnTo>
                  <a:pt x="334021" y="586973"/>
                </a:lnTo>
                <a:lnTo>
                  <a:pt x="326107" y="586973"/>
                </a:lnTo>
                <a:close/>
                <a:moveTo>
                  <a:pt x="630576" y="584752"/>
                </a:moveTo>
                <a:lnTo>
                  <a:pt x="664730" y="584752"/>
                </a:lnTo>
                <a:lnTo>
                  <a:pt x="664730" y="586973"/>
                </a:lnTo>
                <a:lnTo>
                  <a:pt x="630576" y="586973"/>
                </a:lnTo>
                <a:close/>
                <a:moveTo>
                  <a:pt x="116603" y="586232"/>
                </a:moveTo>
                <a:lnTo>
                  <a:pt x="123267" y="586232"/>
                </a:lnTo>
                <a:lnTo>
                  <a:pt x="123267" y="587713"/>
                </a:lnTo>
                <a:lnTo>
                  <a:pt x="116603" y="587713"/>
                </a:lnTo>
                <a:close/>
                <a:moveTo>
                  <a:pt x="763442" y="584752"/>
                </a:moveTo>
                <a:lnTo>
                  <a:pt x="772189" y="584752"/>
                </a:lnTo>
                <a:lnTo>
                  <a:pt x="772189" y="587713"/>
                </a:lnTo>
                <a:lnTo>
                  <a:pt x="763442" y="587713"/>
                </a:lnTo>
                <a:close/>
                <a:moveTo>
                  <a:pt x="524782" y="586973"/>
                </a:moveTo>
                <a:lnTo>
                  <a:pt x="599754" y="586973"/>
                </a:lnTo>
                <a:lnTo>
                  <a:pt x="599754" y="587713"/>
                </a:lnTo>
                <a:lnTo>
                  <a:pt x="524782" y="587713"/>
                </a:lnTo>
                <a:close/>
                <a:moveTo>
                  <a:pt x="325274" y="586973"/>
                </a:moveTo>
                <a:lnTo>
                  <a:pt x="334021" y="586973"/>
                </a:lnTo>
                <a:lnTo>
                  <a:pt x="334021" y="587713"/>
                </a:lnTo>
                <a:lnTo>
                  <a:pt x="325274" y="587713"/>
                </a:lnTo>
                <a:close/>
                <a:moveTo>
                  <a:pt x="152006" y="586232"/>
                </a:moveTo>
                <a:lnTo>
                  <a:pt x="159920" y="586232"/>
                </a:lnTo>
                <a:lnTo>
                  <a:pt x="159920" y="588453"/>
                </a:lnTo>
                <a:lnTo>
                  <a:pt x="152006" y="588453"/>
                </a:lnTo>
                <a:close/>
                <a:moveTo>
                  <a:pt x="526865" y="587713"/>
                </a:moveTo>
                <a:lnTo>
                  <a:pt x="599754" y="587713"/>
                </a:lnTo>
                <a:lnTo>
                  <a:pt x="599754" y="588453"/>
                </a:lnTo>
                <a:lnTo>
                  <a:pt x="526865" y="588453"/>
                </a:lnTo>
                <a:close/>
                <a:moveTo>
                  <a:pt x="324441" y="587713"/>
                </a:moveTo>
                <a:lnTo>
                  <a:pt x="334021" y="587713"/>
                </a:lnTo>
                <a:lnTo>
                  <a:pt x="334021" y="588453"/>
                </a:lnTo>
                <a:lnTo>
                  <a:pt x="324441" y="588453"/>
                </a:lnTo>
                <a:close/>
                <a:moveTo>
                  <a:pt x="528531" y="588453"/>
                </a:moveTo>
                <a:lnTo>
                  <a:pt x="599754" y="588453"/>
                </a:lnTo>
                <a:lnTo>
                  <a:pt x="599754" y="589193"/>
                </a:lnTo>
                <a:lnTo>
                  <a:pt x="528531" y="589193"/>
                </a:lnTo>
                <a:close/>
                <a:moveTo>
                  <a:pt x="323608" y="588453"/>
                </a:moveTo>
                <a:lnTo>
                  <a:pt x="334021" y="588453"/>
                </a:lnTo>
                <a:lnTo>
                  <a:pt x="334021" y="589193"/>
                </a:lnTo>
                <a:lnTo>
                  <a:pt x="323608" y="589193"/>
                </a:lnTo>
                <a:close/>
                <a:moveTo>
                  <a:pt x="135762" y="586973"/>
                </a:moveTo>
                <a:lnTo>
                  <a:pt x="139927" y="586973"/>
                </a:lnTo>
                <a:lnTo>
                  <a:pt x="139927" y="589193"/>
                </a:lnTo>
                <a:lnTo>
                  <a:pt x="135762" y="589193"/>
                </a:lnTo>
                <a:close/>
                <a:moveTo>
                  <a:pt x="530197" y="589193"/>
                </a:moveTo>
                <a:lnTo>
                  <a:pt x="599754" y="589193"/>
                </a:lnTo>
                <a:lnTo>
                  <a:pt x="599754" y="589933"/>
                </a:lnTo>
                <a:lnTo>
                  <a:pt x="530197" y="589933"/>
                </a:lnTo>
                <a:close/>
                <a:moveTo>
                  <a:pt x="366925" y="585492"/>
                </a:moveTo>
                <a:lnTo>
                  <a:pt x="483964" y="585492"/>
                </a:lnTo>
                <a:lnTo>
                  <a:pt x="483964" y="589933"/>
                </a:lnTo>
                <a:lnTo>
                  <a:pt x="366925" y="589933"/>
                </a:lnTo>
                <a:close/>
                <a:moveTo>
                  <a:pt x="321942" y="589193"/>
                </a:moveTo>
                <a:lnTo>
                  <a:pt x="334021" y="589193"/>
                </a:lnTo>
                <a:lnTo>
                  <a:pt x="334021" y="589933"/>
                </a:lnTo>
                <a:lnTo>
                  <a:pt x="321942" y="589933"/>
                </a:lnTo>
                <a:close/>
                <a:moveTo>
                  <a:pt x="116603" y="587713"/>
                </a:moveTo>
                <a:lnTo>
                  <a:pt x="123683" y="587713"/>
                </a:lnTo>
                <a:lnTo>
                  <a:pt x="123683" y="589933"/>
                </a:lnTo>
                <a:lnTo>
                  <a:pt x="116603" y="589933"/>
                </a:lnTo>
                <a:close/>
                <a:moveTo>
                  <a:pt x="151590" y="588453"/>
                </a:moveTo>
                <a:lnTo>
                  <a:pt x="159920" y="588453"/>
                </a:lnTo>
                <a:lnTo>
                  <a:pt x="159920" y="590674"/>
                </a:lnTo>
                <a:lnTo>
                  <a:pt x="151590" y="590674"/>
                </a:lnTo>
                <a:close/>
                <a:moveTo>
                  <a:pt x="630576" y="586973"/>
                </a:moveTo>
                <a:lnTo>
                  <a:pt x="664313" y="586973"/>
                </a:lnTo>
                <a:lnTo>
                  <a:pt x="664313" y="590674"/>
                </a:lnTo>
                <a:lnTo>
                  <a:pt x="630576" y="590674"/>
                </a:lnTo>
                <a:close/>
                <a:moveTo>
                  <a:pt x="366925" y="589933"/>
                </a:moveTo>
                <a:lnTo>
                  <a:pt x="484381" y="589933"/>
                </a:lnTo>
                <a:lnTo>
                  <a:pt x="484381" y="590674"/>
                </a:lnTo>
                <a:lnTo>
                  <a:pt x="366925" y="590674"/>
                </a:lnTo>
                <a:close/>
                <a:moveTo>
                  <a:pt x="531863" y="589933"/>
                </a:moveTo>
                <a:lnTo>
                  <a:pt x="599754" y="589933"/>
                </a:lnTo>
                <a:lnTo>
                  <a:pt x="599754" y="590674"/>
                </a:lnTo>
                <a:lnTo>
                  <a:pt x="531863" y="590674"/>
                </a:lnTo>
                <a:close/>
                <a:moveTo>
                  <a:pt x="192824" y="575870"/>
                </a:moveTo>
                <a:lnTo>
                  <a:pt x="212817" y="575870"/>
                </a:lnTo>
                <a:lnTo>
                  <a:pt x="212817" y="590674"/>
                </a:lnTo>
                <a:lnTo>
                  <a:pt x="192824" y="590674"/>
                </a:lnTo>
                <a:close/>
                <a:moveTo>
                  <a:pt x="323192" y="589933"/>
                </a:moveTo>
                <a:lnTo>
                  <a:pt x="334021" y="589933"/>
                </a:lnTo>
                <a:lnTo>
                  <a:pt x="334021" y="590674"/>
                </a:lnTo>
                <a:lnTo>
                  <a:pt x="323192" y="590674"/>
                </a:lnTo>
                <a:close/>
                <a:moveTo>
                  <a:pt x="289038" y="575870"/>
                </a:moveTo>
                <a:lnTo>
                  <a:pt x="294036" y="575870"/>
                </a:lnTo>
                <a:lnTo>
                  <a:pt x="294036" y="590674"/>
                </a:lnTo>
                <a:lnTo>
                  <a:pt x="289038" y="590674"/>
                </a:lnTo>
                <a:close/>
                <a:moveTo>
                  <a:pt x="533529" y="590674"/>
                </a:moveTo>
                <a:lnTo>
                  <a:pt x="599754" y="590674"/>
                </a:lnTo>
                <a:lnTo>
                  <a:pt x="599754" y="591414"/>
                </a:lnTo>
                <a:lnTo>
                  <a:pt x="533529" y="591414"/>
                </a:lnTo>
                <a:close/>
                <a:moveTo>
                  <a:pt x="136179" y="589193"/>
                </a:moveTo>
                <a:lnTo>
                  <a:pt x="139511" y="589193"/>
                </a:lnTo>
                <a:lnTo>
                  <a:pt x="139511" y="591414"/>
                </a:lnTo>
                <a:lnTo>
                  <a:pt x="136179" y="591414"/>
                </a:lnTo>
                <a:close/>
                <a:moveTo>
                  <a:pt x="324025" y="590674"/>
                </a:moveTo>
                <a:lnTo>
                  <a:pt x="334021" y="590674"/>
                </a:lnTo>
                <a:lnTo>
                  <a:pt x="334021" y="591414"/>
                </a:lnTo>
                <a:lnTo>
                  <a:pt x="324025" y="591414"/>
                </a:lnTo>
                <a:close/>
                <a:moveTo>
                  <a:pt x="861322" y="586973"/>
                </a:moveTo>
                <a:lnTo>
                  <a:pt x="870069" y="586973"/>
                </a:lnTo>
                <a:lnTo>
                  <a:pt x="870069" y="591414"/>
                </a:lnTo>
                <a:lnTo>
                  <a:pt x="861322" y="591414"/>
                </a:lnTo>
                <a:close/>
                <a:moveTo>
                  <a:pt x="763859" y="587713"/>
                </a:moveTo>
                <a:lnTo>
                  <a:pt x="772189" y="587713"/>
                </a:lnTo>
                <a:lnTo>
                  <a:pt x="772189" y="591414"/>
                </a:lnTo>
                <a:lnTo>
                  <a:pt x="763859" y="591414"/>
                </a:lnTo>
                <a:close/>
                <a:moveTo>
                  <a:pt x="136595" y="591414"/>
                </a:moveTo>
                <a:lnTo>
                  <a:pt x="139511" y="591414"/>
                </a:lnTo>
                <a:lnTo>
                  <a:pt x="139511" y="592154"/>
                </a:lnTo>
                <a:lnTo>
                  <a:pt x="136595" y="592154"/>
                </a:lnTo>
                <a:close/>
                <a:moveTo>
                  <a:pt x="534779" y="591414"/>
                </a:moveTo>
                <a:lnTo>
                  <a:pt x="599754" y="591414"/>
                </a:lnTo>
                <a:lnTo>
                  <a:pt x="599754" y="592154"/>
                </a:lnTo>
                <a:lnTo>
                  <a:pt x="534779" y="592154"/>
                </a:lnTo>
                <a:close/>
                <a:moveTo>
                  <a:pt x="116603" y="589933"/>
                </a:moveTo>
                <a:lnTo>
                  <a:pt x="124100" y="589933"/>
                </a:lnTo>
                <a:lnTo>
                  <a:pt x="124100" y="592154"/>
                </a:lnTo>
                <a:lnTo>
                  <a:pt x="116603" y="592154"/>
                </a:lnTo>
                <a:close/>
                <a:moveTo>
                  <a:pt x="324441" y="591414"/>
                </a:moveTo>
                <a:lnTo>
                  <a:pt x="334021" y="591414"/>
                </a:lnTo>
                <a:lnTo>
                  <a:pt x="334021" y="592154"/>
                </a:lnTo>
                <a:lnTo>
                  <a:pt x="324441" y="592154"/>
                </a:lnTo>
                <a:close/>
                <a:moveTo>
                  <a:pt x="151173" y="590674"/>
                </a:moveTo>
                <a:lnTo>
                  <a:pt x="159920" y="590674"/>
                </a:lnTo>
                <a:lnTo>
                  <a:pt x="159920" y="592154"/>
                </a:lnTo>
                <a:lnTo>
                  <a:pt x="151173" y="592154"/>
                </a:lnTo>
                <a:close/>
                <a:moveTo>
                  <a:pt x="536445" y="592154"/>
                </a:moveTo>
                <a:lnTo>
                  <a:pt x="599754" y="592154"/>
                </a:lnTo>
                <a:lnTo>
                  <a:pt x="599754" y="592894"/>
                </a:lnTo>
                <a:lnTo>
                  <a:pt x="536445" y="592894"/>
                </a:lnTo>
                <a:close/>
                <a:moveTo>
                  <a:pt x="306948" y="592154"/>
                </a:moveTo>
                <a:lnTo>
                  <a:pt x="307781" y="592154"/>
                </a:lnTo>
                <a:lnTo>
                  <a:pt x="307781" y="592894"/>
                </a:lnTo>
                <a:lnTo>
                  <a:pt x="306948" y="592894"/>
                </a:lnTo>
                <a:close/>
                <a:moveTo>
                  <a:pt x="347349" y="590674"/>
                </a:moveTo>
                <a:lnTo>
                  <a:pt x="484381" y="590674"/>
                </a:lnTo>
                <a:lnTo>
                  <a:pt x="484381" y="592894"/>
                </a:lnTo>
                <a:lnTo>
                  <a:pt x="347349" y="592894"/>
                </a:lnTo>
                <a:close/>
                <a:moveTo>
                  <a:pt x="324858" y="592154"/>
                </a:moveTo>
                <a:lnTo>
                  <a:pt x="334021" y="592154"/>
                </a:lnTo>
                <a:lnTo>
                  <a:pt x="334021" y="592894"/>
                </a:lnTo>
                <a:lnTo>
                  <a:pt x="324858" y="592894"/>
                </a:lnTo>
                <a:close/>
                <a:moveTo>
                  <a:pt x="116603" y="592154"/>
                </a:moveTo>
                <a:lnTo>
                  <a:pt x="124516" y="592154"/>
                </a:lnTo>
                <a:lnTo>
                  <a:pt x="124516" y="593634"/>
                </a:lnTo>
                <a:lnTo>
                  <a:pt x="116603" y="593634"/>
                </a:lnTo>
                <a:close/>
                <a:moveTo>
                  <a:pt x="325274" y="592894"/>
                </a:moveTo>
                <a:lnTo>
                  <a:pt x="334021" y="592894"/>
                </a:lnTo>
                <a:lnTo>
                  <a:pt x="334021" y="593634"/>
                </a:lnTo>
                <a:lnTo>
                  <a:pt x="325274" y="593634"/>
                </a:lnTo>
                <a:close/>
                <a:moveTo>
                  <a:pt x="136595" y="592154"/>
                </a:moveTo>
                <a:lnTo>
                  <a:pt x="139094" y="592154"/>
                </a:lnTo>
                <a:lnTo>
                  <a:pt x="139094" y="593634"/>
                </a:lnTo>
                <a:lnTo>
                  <a:pt x="136595" y="593634"/>
                </a:lnTo>
                <a:close/>
                <a:moveTo>
                  <a:pt x="537694" y="592894"/>
                </a:moveTo>
                <a:lnTo>
                  <a:pt x="599754" y="592894"/>
                </a:lnTo>
                <a:lnTo>
                  <a:pt x="599754" y="593634"/>
                </a:lnTo>
                <a:lnTo>
                  <a:pt x="537694" y="593634"/>
                </a:lnTo>
                <a:close/>
                <a:moveTo>
                  <a:pt x="306948" y="592894"/>
                </a:moveTo>
                <a:lnTo>
                  <a:pt x="309863" y="592894"/>
                </a:lnTo>
                <a:lnTo>
                  <a:pt x="309863" y="593634"/>
                </a:lnTo>
                <a:lnTo>
                  <a:pt x="306948" y="593634"/>
                </a:lnTo>
                <a:close/>
                <a:moveTo>
                  <a:pt x="325691" y="593634"/>
                </a:moveTo>
                <a:lnTo>
                  <a:pt x="334021" y="593634"/>
                </a:lnTo>
                <a:lnTo>
                  <a:pt x="334021" y="594375"/>
                </a:lnTo>
                <a:lnTo>
                  <a:pt x="325691" y="594375"/>
                </a:lnTo>
                <a:close/>
                <a:moveTo>
                  <a:pt x="116603" y="593634"/>
                </a:moveTo>
                <a:lnTo>
                  <a:pt x="124933" y="593634"/>
                </a:lnTo>
                <a:lnTo>
                  <a:pt x="124933" y="594375"/>
                </a:lnTo>
                <a:lnTo>
                  <a:pt x="116603" y="594375"/>
                </a:lnTo>
                <a:close/>
                <a:moveTo>
                  <a:pt x="54543" y="577350"/>
                </a:moveTo>
                <a:lnTo>
                  <a:pt x="74119" y="577350"/>
                </a:lnTo>
                <a:lnTo>
                  <a:pt x="74119" y="594375"/>
                </a:lnTo>
                <a:lnTo>
                  <a:pt x="54543" y="594375"/>
                </a:lnTo>
                <a:close/>
                <a:moveTo>
                  <a:pt x="306948" y="593634"/>
                </a:moveTo>
                <a:lnTo>
                  <a:pt x="310696" y="593634"/>
                </a:lnTo>
                <a:lnTo>
                  <a:pt x="310696" y="594375"/>
                </a:lnTo>
                <a:lnTo>
                  <a:pt x="306948" y="594375"/>
                </a:lnTo>
                <a:close/>
                <a:moveTo>
                  <a:pt x="137012" y="593634"/>
                </a:moveTo>
                <a:lnTo>
                  <a:pt x="139094" y="593634"/>
                </a:lnTo>
                <a:lnTo>
                  <a:pt x="139094" y="594375"/>
                </a:lnTo>
                <a:lnTo>
                  <a:pt x="137012" y="594375"/>
                </a:lnTo>
                <a:close/>
                <a:moveTo>
                  <a:pt x="630576" y="590674"/>
                </a:moveTo>
                <a:lnTo>
                  <a:pt x="663897" y="590674"/>
                </a:lnTo>
                <a:lnTo>
                  <a:pt x="663897" y="594375"/>
                </a:lnTo>
                <a:lnTo>
                  <a:pt x="630576" y="594375"/>
                </a:lnTo>
                <a:close/>
                <a:moveTo>
                  <a:pt x="150757" y="592154"/>
                </a:moveTo>
                <a:lnTo>
                  <a:pt x="159920" y="592154"/>
                </a:lnTo>
                <a:lnTo>
                  <a:pt x="159920" y="594375"/>
                </a:lnTo>
                <a:lnTo>
                  <a:pt x="150757" y="594375"/>
                </a:lnTo>
                <a:close/>
                <a:moveTo>
                  <a:pt x="860906" y="591414"/>
                </a:moveTo>
                <a:lnTo>
                  <a:pt x="870069" y="591414"/>
                </a:lnTo>
                <a:lnTo>
                  <a:pt x="870069" y="594375"/>
                </a:lnTo>
                <a:lnTo>
                  <a:pt x="860906" y="594375"/>
                </a:lnTo>
                <a:close/>
                <a:moveTo>
                  <a:pt x="539360" y="593634"/>
                </a:moveTo>
                <a:lnTo>
                  <a:pt x="599754" y="593634"/>
                </a:lnTo>
                <a:lnTo>
                  <a:pt x="599754" y="594375"/>
                </a:lnTo>
                <a:lnTo>
                  <a:pt x="539360" y="594375"/>
                </a:lnTo>
                <a:close/>
                <a:moveTo>
                  <a:pt x="540610" y="594375"/>
                </a:moveTo>
                <a:lnTo>
                  <a:pt x="599754" y="594375"/>
                </a:lnTo>
                <a:lnTo>
                  <a:pt x="599754" y="595115"/>
                </a:lnTo>
                <a:lnTo>
                  <a:pt x="540610" y="595115"/>
                </a:lnTo>
                <a:close/>
                <a:moveTo>
                  <a:pt x="326107" y="594375"/>
                </a:moveTo>
                <a:lnTo>
                  <a:pt x="334021" y="594375"/>
                </a:lnTo>
                <a:lnTo>
                  <a:pt x="334021" y="595115"/>
                </a:lnTo>
                <a:lnTo>
                  <a:pt x="326107" y="595115"/>
                </a:lnTo>
                <a:close/>
                <a:moveTo>
                  <a:pt x="347349" y="592894"/>
                </a:moveTo>
                <a:lnTo>
                  <a:pt x="484797" y="592894"/>
                </a:lnTo>
                <a:lnTo>
                  <a:pt x="484797" y="595115"/>
                </a:lnTo>
                <a:lnTo>
                  <a:pt x="347349" y="595115"/>
                </a:lnTo>
                <a:close/>
                <a:moveTo>
                  <a:pt x="900891" y="566247"/>
                </a:moveTo>
                <a:lnTo>
                  <a:pt x="1000000" y="566247"/>
                </a:lnTo>
                <a:lnTo>
                  <a:pt x="1000000" y="595855"/>
                </a:lnTo>
                <a:lnTo>
                  <a:pt x="900891" y="595855"/>
                </a:lnTo>
                <a:close/>
                <a:moveTo>
                  <a:pt x="541859" y="595115"/>
                </a:moveTo>
                <a:lnTo>
                  <a:pt x="599754" y="595115"/>
                </a:lnTo>
                <a:lnTo>
                  <a:pt x="599754" y="595855"/>
                </a:lnTo>
                <a:lnTo>
                  <a:pt x="541859" y="595855"/>
                </a:lnTo>
                <a:close/>
                <a:moveTo>
                  <a:pt x="326524" y="595115"/>
                </a:moveTo>
                <a:lnTo>
                  <a:pt x="334021" y="595115"/>
                </a:lnTo>
                <a:lnTo>
                  <a:pt x="334021" y="595855"/>
                </a:lnTo>
                <a:lnTo>
                  <a:pt x="326524" y="595855"/>
                </a:lnTo>
                <a:close/>
                <a:moveTo>
                  <a:pt x="306948" y="594375"/>
                </a:moveTo>
                <a:lnTo>
                  <a:pt x="311529" y="594375"/>
                </a:lnTo>
                <a:lnTo>
                  <a:pt x="311529" y="595855"/>
                </a:lnTo>
                <a:lnTo>
                  <a:pt x="306948" y="595855"/>
                </a:lnTo>
                <a:close/>
                <a:moveTo>
                  <a:pt x="116186" y="594375"/>
                </a:moveTo>
                <a:lnTo>
                  <a:pt x="124933" y="594375"/>
                </a:lnTo>
                <a:lnTo>
                  <a:pt x="124933" y="595855"/>
                </a:lnTo>
                <a:lnTo>
                  <a:pt x="116186" y="595855"/>
                </a:lnTo>
                <a:close/>
                <a:moveTo>
                  <a:pt x="764275" y="591414"/>
                </a:moveTo>
                <a:lnTo>
                  <a:pt x="772189" y="591414"/>
                </a:lnTo>
                <a:lnTo>
                  <a:pt x="772189" y="595855"/>
                </a:lnTo>
                <a:lnTo>
                  <a:pt x="764275" y="595855"/>
                </a:lnTo>
                <a:close/>
                <a:moveTo>
                  <a:pt x="137012" y="594375"/>
                </a:moveTo>
                <a:lnTo>
                  <a:pt x="138678" y="594375"/>
                </a:lnTo>
                <a:lnTo>
                  <a:pt x="138678" y="596595"/>
                </a:lnTo>
                <a:lnTo>
                  <a:pt x="137012" y="596595"/>
                </a:lnTo>
                <a:close/>
                <a:moveTo>
                  <a:pt x="326940" y="595855"/>
                </a:moveTo>
                <a:lnTo>
                  <a:pt x="334021" y="595855"/>
                </a:lnTo>
                <a:lnTo>
                  <a:pt x="334021" y="596595"/>
                </a:lnTo>
                <a:lnTo>
                  <a:pt x="326940" y="596595"/>
                </a:lnTo>
                <a:close/>
                <a:moveTo>
                  <a:pt x="150340" y="594375"/>
                </a:moveTo>
                <a:lnTo>
                  <a:pt x="159920" y="594375"/>
                </a:lnTo>
                <a:lnTo>
                  <a:pt x="159920" y="596595"/>
                </a:lnTo>
                <a:lnTo>
                  <a:pt x="150340" y="596595"/>
                </a:lnTo>
                <a:close/>
                <a:moveTo>
                  <a:pt x="543109" y="595855"/>
                </a:moveTo>
                <a:lnTo>
                  <a:pt x="599754" y="595855"/>
                </a:lnTo>
                <a:lnTo>
                  <a:pt x="599754" y="596595"/>
                </a:lnTo>
                <a:lnTo>
                  <a:pt x="543109" y="596595"/>
                </a:lnTo>
                <a:close/>
                <a:moveTo>
                  <a:pt x="306948" y="595855"/>
                </a:moveTo>
                <a:lnTo>
                  <a:pt x="311946" y="595855"/>
                </a:lnTo>
                <a:lnTo>
                  <a:pt x="311946" y="596595"/>
                </a:lnTo>
                <a:lnTo>
                  <a:pt x="306948" y="596595"/>
                </a:lnTo>
                <a:close/>
                <a:moveTo>
                  <a:pt x="347349" y="595115"/>
                </a:moveTo>
                <a:lnTo>
                  <a:pt x="485214" y="595115"/>
                </a:lnTo>
                <a:lnTo>
                  <a:pt x="485214" y="596595"/>
                </a:lnTo>
                <a:lnTo>
                  <a:pt x="347349" y="596595"/>
                </a:lnTo>
                <a:close/>
                <a:moveTo>
                  <a:pt x="544358" y="596595"/>
                </a:moveTo>
                <a:lnTo>
                  <a:pt x="599754" y="596595"/>
                </a:lnTo>
                <a:lnTo>
                  <a:pt x="599754" y="597335"/>
                </a:lnTo>
                <a:lnTo>
                  <a:pt x="544358" y="597335"/>
                </a:lnTo>
                <a:close/>
                <a:moveTo>
                  <a:pt x="860489" y="594375"/>
                </a:moveTo>
                <a:lnTo>
                  <a:pt x="870069" y="594375"/>
                </a:lnTo>
                <a:lnTo>
                  <a:pt x="870069" y="597335"/>
                </a:lnTo>
                <a:lnTo>
                  <a:pt x="860489" y="597335"/>
                </a:lnTo>
                <a:close/>
                <a:moveTo>
                  <a:pt x="116186" y="595855"/>
                </a:moveTo>
                <a:lnTo>
                  <a:pt x="125349" y="595855"/>
                </a:lnTo>
                <a:lnTo>
                  <a:pt x="125349" y="597335"/>
                </a:lnTo>
                <a:lnTo>
                  <a:pt x="116186" y="597335"/>
                </a:lnTo>
                <a:close/>
                <a:moveTo>
                  <a:pt x="306948" y="596595"/>
                </a:moveTo>
                <a:lnTo>
                  <a:pt x="312362" y="596595"/>
                </a:lnTo>
                <a:lnTo>
                  <a:pt x="312362" y="598075"/>
                </a:lnTo>
                <a:lnTo>
                  <a:pt x="306948" y="598075"/>
                </a:lnTo>
                <a:close/>
                <a:moveTo>
                  <a:pt x="116186" y="597335"/>
                </a:moveTo>
                <a:lnTo>
                  <a:pt x="125766" y="597335"/>
                </a:lnTo>
                <a:lnTo>
                  <a:pt x="125766" y="598075"/>
                </a:lnTo>
                <a:lnTo>
                  <a:pt x="116186" y="598075"/>
                </a:lnTo>
                <a:close/>
                <a:moveTo>
                  <a:pt x="545608" y="597335"/>
                </a:moveTo>
                <a:lnTo>
                  <a:pt x="599754" y="597335"/>
                </a:lnTo>
                <a:lnTo>
                  <a:pt x="599754" y="598075"/>
                </a:lnTo>
                <a:lnTo>
                  <a:pt x="545608" y="598075"/>
                </a:lnTo>
                <a:close/>
                <a:moveTo>
                  <a:pt x="327357" y="596595"/>
                </a:moveTo>
                <a:lnTo>
                  <a:pt x="334021" y="596595"/>
                </a:lnTo>
                <a:lnTo>
                  <a:pt x="334021" y="598075"/>
                </a:lnTo>
                <a:lnTo>
                  <a:pt x="327357" y="598075"/>
                </a:lnTo>
                <a:close/>
                <a:moveTo>
                  <a:pt x="54543" y="594375"/>
                </a:moveTo>
                <a:lnTo>
                  <a:pt x="74535" y="594375"/>
                </a:lnTo>
                <a:lnTo>
                  <a:pt x="74535" y="598075"/>
                </a:lnTo>
                <a:lnTo>
                  <a:pt x="54543" y="598075"/>
                </a:lnTo>
                <a:close/>
                <a:moveTo>
                  <a:pt x="137428" y="596595"/>
                </a:moveTo>
                <a:lnTo>
                  <a:pt x="138261" y="596595"/>
                </a:lnTo>
                <a:lnTo>
                  <a:pt x="138261" y="598816"/>
                </a:lnTo>
                <a:lnTo>
                  <a:pt x="137428" y="598816"/>
                </a:lnTo>
                <a:close/>
                <a:moveTo>
                  <a:pt x="546857" y="598075"/>
                </a:moveTo>
                <a:lnTo>
                  <a:pt x="599754" y="598075"/>
                </a:lnTo>
                <a:lnTo>
                  <a:pt x="599754" y="598816"/>
                </a:lnTo>
                <a:lnTo>
                  <a:pt x="546857" y="598816"/>
                </a:lnTo>
                <a:close/>
                <a:moveTo>
                  <a:pt x="347349" y="596595"/>
                </a:moveTo>
                <a:lnTo>
                  <a:pt x="485630" y="596595"/>
                </a:lnTo>
                <a:lnTo>
                  <a:pt x="485630" y="598816"/>
                </a:lnTo>
                <a:lnTo>
                  <a:pt x="347349" y="598816"/>
                </a:lnTo>
                <a:close/>
                <a:moveTo>
                  <a:pt x="630576" y="594375"/>
                </a:moveTo>
                <a:lnTo>
                  <a:pt x="663480" y="594375"/>
                </a:lnTo>
                <a:lnTo>
                  <a:pt x="663480" y="598816"/>
                </a:lnTo>
                <a:lnTo>
                  <a:pt x="630576" y="598816"/>
                </a:lnTo>
                <a:close/>
                <a:moveTo>
                  <a:pt x="306948" y="598075"/>
                </a:moveTo>
                <a:lnTo>
                  <a:pt x="312779" y="598075"/>
                </a:lnTo>
                <a:lnTo>
                  <a:pt x="312779" y="598816"/>
                </a:lnTo>
                <a:lnTo>
                  <a:pt x="306948" y="598816"/>
                </a:lnTo>
                <a:close/>
                <a:moveTo>
                  <a:pt x="327773" y="598075"/>
                </a:moveTo>
                <a:lnTo>
                  <a:pt x="334021" y="598075"/>
                </a:lnTo>
                <a:lnTo>
                  <a:pt x="334021" y="598816"/>
                </a:lnTo>
                <a:lnTo>
                  <a:pt x="327773" y="598816"/>
                </a:lnTo>
                <a:close/>
                <a:moveTo>
                  <a:pt x="149924" y="596595"/>
                </a:moveTo>
                <a:lnTo>
                  <a:pt x="159920" y="596595"/>
                </a:lnTo>
                <a:lnTo>
                  <a:pt x="159920" y="598816"/>
                </a:lnTo>
                <a:lnTo>
                  <a:pt x="149924" y="598816"/>
                </a:lnTo>
                <a:close/>
                <a:moveTo>
                  <a:pt x="860073" y="597335"/>
                </a:moveTo>
                <a:lnTo>
                  <a:pt x="870069" y="597335"/>
                </a:lnTo>
                <a:lnTo>
                  <a:pt x="870069" y="599556"/>
                </a:lnTo>
                <a:lnTo>
                  <a:pt x="860073" y="599556"/>
                </a:lnTo>
                <a:close/>
                <a:moveTo>
                  <a:pt x="547690" y="598816"/>
                </a:moveTo>
                <a:lnTo>
                  <a:pt x="599754" y="598816"/>
                </a:lnTo>
                <a:lnTo>
                  <a:pt x="599754" y="599556"/>
                </a:lnTo>
                <a:lnTo>
                  <a:pt x="547690" y="599556"/>
                </a:lnTo>
                <a:close/>
                <a:moveTo>
                  <a:pt x="115770" y="598075"/>
                </a:moveTo>
                <a:lnTo>
                  <a:pt x="125766" y="598075"/>
                </a:lnTo>
                <a:lnTo>
                  <a:pt x="125766" y="599556"/>
                </a:lnTo>
                <a:lnTo>
                  <a:pt x="115770" y="599556"/>
                </a:lnTo>
                <a:close/>
                <a:moveTo>
                  <a:pt x="54543" y="598075"/>
                </a:moveTo>
                <a:lnTo>
                  <a:pt x="74952" y="598075"/>
                </a:lnTo>
                <a:lnTo>
                  <a:pt x="74952" y="600296"/>
                </a:lnTo>
                <a:lnTo>
                  <a:pt x="54543" y="600296"/>
                </a:lnTo>
                <a:close/>
                <a:moveTo>
                  <a:pt x="347349" y="598816"/>
                </a:moveTo>
                <a:lnTo>
                  <a:pt x="486047" y="598816"/>
                </a:lnTo>
                <a:lnTo>
                  <a:pt x="486047" y="600296"/>
                </a:lnTo>
                <a:lnTo>
                  <a:pt x="347349" y="600296"/>
                </a:lnTo>
                <a:close/>
                <a:moveTo>
                  <a:pt x="548940" y="599556"/>
                </a:moveTo>
                <a:lnTo>
                  <a:pt x="599754" y="599556"/>
                </a:lnTo>
                <a:lnTo>
                  <a:pt x="599754" y="600296"/>
                </a:lnTo>
                <a:lnTo>
                  <a:pt x="548940" y="600296"/>
                </a:lnTo>
                <a:close/>
                <a:moveTo>
                  <a:pt x="306948" y="598816"/>
                </a:moveTo>
                <a:lnTo>
                  <a:pt x="313195" y="598816"/>
                </a:lnTo>
                <a:lnTo>
                  <a:pt x="313195" y="600296"/>
                </a:lnTo>
                <a:lnTo>
                  <a:pt x="306948" y="600296"/>
                </a:lnTo>
                <a:close/>
                <a:moveTo>
                  <a:pt x="149507" y="598816"/>
                </a:moveTo>
                <a:lnTo>
                  <a:pt x="159920" y="598816"/>
                </a:lnTo>
                <a:lnTo>
                  <a:pt x="159920" y="600296"/>
                </a:lnTo>
                <a:lnTo>
                  <a:pt x="149507" y="600296"/>
                </a:lnTo>
                <a:close/>
                <a:moveTo>
                  <a:pt x="328190" y="598816"/>
                </a:moveTo>
                <a:lnTo>
                  <a:pt x="334021" y="598816"/>
                </a:lnTo>
                <a:lnTo>
                  <a:pt x="334021" y="600296"/>
                </a:lnTo>
                <a:lnTo>
                  <a:pt x="328190" y="600296"/>
                </a:lnTo>
                <a:close/>
                <a:moveTo>
                  <a:pt x="115770" y="599556"/>
                </a:moveTo>
                <a:lnTo>
                  <a:pt x="126182" y="599556"/>
                </a:lnTo>
                <a:lnTo>
                  <a:pt x="126182" y="601036"/>
                </a:lnTo>
                <a:lnTo>
                  <a:pt x="115770" y="601036"/>
                </a:lnTo>
                <a:close/>
                <a:moveTo>
                  <a:pt x="549773" y="600296"/>
                </a:moveTo>
                <a:lnTo>
                  <a:pt x="599754" y="600296"/>
                </a:lnTo>
                <a:lnTo>
                  <a:pt x="599754" y="601036"/>
                </a:lnTo>
                <a:lnTo>
                  <a:pt x="549773" y="601036"/>
                </a:lnTo>
                <a:close/>
                <a:moveTo>
                  <a:pt x="859656" y="599556"/>
                </a:moveTo>
                <a:lnTo>
                  <a:pt x="870069" y="599556"/>
                </a:lnTo>
                <a:lnTo>
                  <a:pt x="870069" y="601036"/>
                </a:lnTo>
                <a:lnTo>
                  <a:pt x="859656" y="601036"/>
                </a:lnTo>
                <a:close/>
                <a:moveTo>
                  <a:pt x="764692" y="595855"/>
                </a:moveTo>
                <a:lnTo>
                  <a:pt x="772189" y="595855"/>
                </a:lnTo>
                <a:lnTo>
                  <a:pt x="772189" y="601036"/>
                </a:lnTo>
                <a:lnTo>
                  <a:pt x="764692" y="601036"/>
                </a:lnTo>
                <a:close/>
                <a:moveTo>
                  <a:pt x="115353" y="601036"/>
                </a:moveTo>
                <a:lnTo>
                  <a:pt x="126182" y="601036"/>
                </a:lnTo>
                <a:lnTo>
                  <a:pt x="126182" y="601776"/>
                </a:lnTo>
                <a:lnTo>
                  <a:pt x="115353" y="601776"/>
                </a:lnTo>
                <a:close/>
                <a:moveTo>
                  <a:pt x="550606" y="601036"/>
                </a:moveTo>
                <a:lnTo>
                  <a:pt x="599754" y="601036"/>
                </a:lnTo>
                <a:lnTo>
                  <a:pt x="599754" y="601776"/>
                </a:lnTo>
                <a:lnTo>
                  <a:pt x="550606" y="601776"/>
                </a:lnTo>
                <a:close/>
                <a:moveTo>
                  <a:pt x="306948" y="600296"/>
                </a:moveTo>
                <a:lnTo>
                  <a:pt x="313612" y="600296"/>
                </a:lnTo>
                <a:lnTo>
                  <a:pt x="313612" y="601776"/>
                </a:lnTo>
                <a:lnTo>
                  <a:pt x="306948" y="601776"/>
                </a:lnTo>
                <a:close/>
                <a:moveTo>
                  <a:pt x="328606" y="600296"/>
                </a:moveTo>
                <a:lnTo>
                  <a:pt x="334021" y="600296"/>
                </a:lnTo>
                <a:lnTo>
                  <a:pt x="334021" y="601776"/>
                </a:lnTo>
                <a:lnTo>
                  <a:pt x="328606" y="601776"/>
                </a:lnTo>
                <a:close/>
                <a:moveTo>
                  <a:pt x="347349" y="600296"/>
                </a:moveTo>
                <a:lnTo>
                  <a:pt x="486463" y="600296"/>
                </a:lnTo>
                <a:lnTo>
                  <a:pt x="486463" y="601776"/>
                </a:lnTo>
                <a:lnTo>
                  <a:pt x="347349" y="601776"/>
                </a:lnTo>
                <a:close/>
                <a:moveTo>
                  <a:pt x="859240" y="601036"/>
                </a:moveTo>
                <a:lnTo>
                  <a:pt x="870069" y="601036"/>
                </a:lnTo>
                <a:lnTo>
                  <a:pt x="870069" y="602517"/>
                </a:lnTo>
                <a:lnTo>
                  <a:pt x="859240" y="602517"/>
                </a:lnTo>
                <a:close/>
                <a:moveTo>
                  <a:pt x="149091" y="600296"/>
                </a:moveTo>
                <a:lnTo>
                  <a:pt x="159920" y="600296"/>
                </a:lnTo>
                <a:lnTo>
                  <a:pt x="159920" y="602517"/>
                </a:lnTo>
                <a:lnTo>
                  <a:pt x="149091" y="602517"/>
                </a:lnTo>
                <a:close/>
                <a:moveTo>
                  <a:pt x="551439" y="601776"/>
                </a:moveTo>
                <a:lnTo>
                  <a:pt x="599754" y="601776"/>
                </a:lnTo>
                <a:lnTo>
                  <a:pt x="599754" y="602517"/>
                </a:lnTo>
                <a:lnTo>
                  <a:pt x="551439" y="602517"/>
                </a:lnTo>
                <a:close/>
                <a:moveTo>
                  <a:pt x="54543" y="600296"/>
                </a:moveTo>
                <a:lnTo>
                  <a:pt x="75368" y="600296"/>
                </a:lnTo>
                <a:lnTo>
                  <a:pt x="75368" y="602517"/>
                </a:lnTo>
                <a:lnTo>
                  <a:pt x="54543" y="602517"/>
                </a:lnTo>
                <a:close/>
                <a:moveTo>
                  <a:pt x="347349" y="601776"/>
                </a:moveTo>
                <a:lnTo>
                  <a:pt x="486880" y="601776"/>
                </a:lnTo>
                <a:lnTo>
                  <a:pt x="486880" y="603257"/>
                </a:lnTo>
                <a:lnTo>
                  <a:pt x="347349" y="603257"/>
                </a:lnTo>
                <a:close/>
                <a:moveTo>
                  <a:pt x="306948" y="601776"/>
                </a:moveTo>
                <a:lnTo>
                  <a:pt x="314028" y="601776"/>
                </a:lnTo>
                <a:lnTo>
                  <a:pt x="314028" y="603257"/>
                </a:lnTo>
                <a:lnTo>
                  <a:pt x="306948" y="603257"/>
                </a:lnTo>
                <a:close/>
                <a:moveTo>
                  <a:pt x="115353" y="601776"/>
                </a:moveTo>
                <a:lnTo>
                  <a:pt x="126599" y="601776"/>
                </a:lnTo>
                <a:lnTo>
                  <a:pt x="126599" y="603257"/>
                </a:lnTo>
                <a:lnTo>
                  <a:pt x="115353" y="603257"/>
                </a:lnTo>
                <a:close/>
                <a:moveTo>
                  <a:pt x="329023" y="601776"/>
                </a:moveTo>
                <a:lnTo>
                  <a:pt x="334021" y="601776"/>
                </a:lnTo>
                <a:lnTo>
                  <a:pt x="334021" y="603257"/>
                </a:lnTo>
                <a:lnTo>
                  <a:pt x="329023" y="603257"/>
                </a:lnTo>
                <a:close/>
                <a:moveTo>
                  <a:pt x="552272" y="602517"/>
                </a:moveTo>
                <a:lnTo>
                  <a:pt x="599754" y="602517"/>
                </a:lnTo>
                <a:lnTo>
                  <a:pt x="599754" y="603257"/>
                </a:lnTo>
                <a:lnTo>
                  <a:pt x="552272" y="603257"/>
                </a:lnTo>
                <a:close/>
                <a:moveTo>
                  <a:pt x="553105" y="603257"/>
                </a:moveTo>
                <a:lnTo>
                  <a:pt x="599754" y="603257"/>
                </a:lnTo>
                <a:lnTo>
                  <a:pt x="599754" y="603997"/>
                </a:lnTo>
                <a:lnTo>
                  <a:pt x="553105" y="603997"/>
                </a:lnTo>
                <a:close/>
                <a:moveTo>
                  <a:pt x="54543" y="602517"/>
                </a:moveTo>
                <a:lnTo>
                  <a:pt x="75785" y="602517"/>
                </a:lnTo>
                <a:lnTo>
                  <a:pt x="75785" y="603997"/>
                </a:lnTo>
                <a:lnTo>
                  <a:pt x="54543" y="603997"/>
                </a:lnTo>
                <a:close/>
                <a:moveTo>
                  <a:pt x="858823" y="602517"/>
                </a:moveTo>
                <a:lnTo>
                  <a:pt x="870069" y="602517"/>
                </a:lnTo>
                <a:lnTo>
                  <a:pt x="870069" y="603997"/>
                </a:lnTo>
                <a:lnTo>
                  <a:pt x="858823" y="603997"/>
                </a:lnTo>
                <a:close/>
                <a:moveTo>
                  <a:pt x="347349" y="603257"/>
                </a:moveTo>
                <a:lnTo>
                  <a:pt x="487296" y="603257"/>
                </a:lnTo>
                <a:lnTo>
                  <a:pt x="487296" y="603997"/>
                </a:lnTo>
                <a:lnTo>
                  <a:pt x="347349" y="603997"/>
                </a:lnTo>
                <a:close/>
                <a:moveTo>
                  <a:pt x="347349" y="603997"/>
                </a:moveTo>
                <a:lnTo>
                  <a:pt x="487713" y="603997"/>
                </a:lnTo>
                <a:lnTo>
                  <a:pt x="487713" y="604737"/>
                </a:lnTo>
                <a:lnTo>
                  <a:pt x="347349" y="604737"/>
                </a:lnTo>
                <a:close/>
                <a:moveTo>
                  <a:pt x="630576" y="598816"/>
                </a:moveTo>
                <a:lnTo>
                  <a:pt x="663064" y="598816"/>
                </a:lnTo>
                <a:lnTo>
                  <a:pt x="663064" y="604737"/>
                </a:lnTo>
                <a:lnTo>
                  <a:pt x="630576" y="604737"/>
                </a:lnTo>
                <a:close/>
                <a:moveTo>
                  <a:pt x="148674" y="602517"/>
                </a:moveTo>
                <a:lnTo>
                  <a:pt x="159920" y="602517"/>
                </a:lnTo>
                <a:lnTo>
                  <a:pt x="159920" y="604737"/>
                </a:lnTo>
                <a:lnTo>
                  <a:pt x="148674" y="604737"/>
                </a:lnTo>
                <a:close/>
                <a:moveTo>
                  <a:pt x="173248" y="590674"/>
                </a:moveTo>
                <a:lnTo>
                  <a:pt x="212817" y="590674"/>
                </a:lnTo>
                <a:lnTo>
                  <a:pt x="212817" y="604737"/>
                </a:lnTo>
                <a:lnTo>
                  <a:pt x="173248" y="604737"/>
                </a:lnTo>
                <a:close/>
                <a:moveTo>
                  <a:pt x="553938" y="603997"/>
                </a:moveTo>
                <a:lnTo>
                  <a:pt x="599754" y="603997"/>
                </a:lnTo>
                <a:lnTo>
                  <a:pt x="599754" y="604737"/>
                </a:lnTo>
                <a:lnTo>
                  <a:pt x="553938" y="604737"/>
                </a:lnTo>
                <a:close/>
                <a:moveTo>
                  <a:pt x="114937" y="603257"/>
                </a:moveTo>
                <a:lnTo>
                  <a:pt x="127015" y="603257"/>
                </a:lnTo>
                <a:lnTo>
                  <a:pt x="127015" y="604737"/>
                </a:lnTo>
                <a:lnTo>
                  <a:pt x="114937" y="604737"/>
                </a:lnTo>
                <a:close/>
                <a:moveTo>
                  <a:pt x="306948" y="603257"/>
                </a:moveTo>
                <a:lnTo>
                  <a:pt x="314445" y="603257"/>
                </a:lnTo>
                <a:lnTo>
                  <a:pt x="314445" y="604737"/>
                </a:lnTo>
                <a:lnTo>
                  <a:pt x="306948" y="604737"/>
                </a:lnTo>
                <a:close/>
                <a:moveTo>
                  <a:pt x="269462" y="590674"/>
                </a:moveTo>
                <a:lnTo>
                  <a:pt x="294036" y="590674"/>
                </a:lnTo>
                <a:lnTo>
                  <a:pt x="294036" y="604737"/>
                </a:lnTo>
                <a:lnTo>
                  <a:pt x="269462" y="604737"/>
                </a:lnTo>
                <a:close/>
                <a:moveTo>
                  <a:pt x="329439" y="603257"/>
                </a:moveTo>
                <a:lnTo>
                  <a:pt x="334021" y="603257"/>
                </a:lnTo>
                <a:lnTo>
                  <a:pt x="334021" y="604737"/>
                </a:lnTo>
                <a:lnTo>
                  <a:pt x="329439" y="604737"/>
                </a:lnTo>
                <a:close/>
                <a:moveTo>
                  <a:pt x="554771" y="604737"/>
                </a:moveTo>
                <a:lnTo>
                  <a:pt x="599754" y="604737"/>
                </a:lnTo>
                <a:lnTo>
                  <a:pt x="599754" y="605477"/>
                </a:lnTo>
                <a:lnTo>
                  <a:pt x="554771" y="605477"/>
                </a:lnTo>
                <a:close/>
                <a:moveTo>
                  <a:pt x="858407" y="603997"/>
                </a:moveTo>
                <a:lnTo>
                  <a:pt x="870069" y="603997"/>
                </a:lnTo>
                <a:lnTo>
                  <a:pt x="870069" y="605477"/>
                </a:lnTo>
                <a:lnTo>
                  <a:pt x="858407" y="605477"/>
                </a:lnTo>
                <a:close/>
                <a:moveTo>
                  <a:pt x="369008" y="604737"/>
                </a:moveTo>
                <a:lnTo>
                  <a:pt x="487713" y="604737"/>
                </a:lnTo>
                <a:lnTo>
                  <a:pt x="487713" y="605477"/>
                </a:lnTo>
                <a:lnTo>
                  <a:pt x="369008" y="605477"/>
                </a:lnTo>
                <a:close/>
                <a:moveTo>
                  <a:pt x="114520" y="604737"/>
                </a:moveTo>
                <a:lnTo>
                  <a:pt x="127015" y="604737"/>
                </a:lnTo>
                <a:lnTo>
                  <a:pt x="127015" y="605477"/>
                </a:lnTo>
                <a:lnTo>
                  <a:pt x="114520" y="605477"/>
                </a:lnTo>
                <a:close/>
                <a:moveTo>
                  <a:pt x="74119" y="603997"/>
                </a:moveTo>
                <a:lnTo>
                  <a:pt x="76201" y="603997"/>
                </a:lnTo>
                <a:lnTo>
                  <a:pt x="76201" y="605477"/>
                </a:lnTo>
                <a:lnTo>
                  <a:pt x="74119" y="605477"/>
                </a:lnTo>
                <a:close/>
                <a:moveTo>
                  <a:pt x="329856" y="604737"/>
                </a:moveTo>
                <a:lnTo>
                  <a:pt x="334021" y="604737"/>
                </a:lnTo>
                <a:lnTo>
                  <a:pt x="334021" y="606218"/>
                </a:lnTo>
                <a:lnTo>
                  <a:pt x="329856" y="606218"/>
                </a:lnTo>
                <a:close/>
                <a:moveTo>
                  <a:pt x="114520" y="605477"/>
                </a:moveTo>
                <a:lnTo>
                  <a:pt x="127432" y="605477"/>
                </a:lnTo>
                <a:lnTo>
                  <a:pt x="127432" y="606218"/>
                </a:lnTo>
                <a:lnTo>
                  <a:pt x="114520" y="606218"/>
                </a:lnTo>
                <a:close/>
                <a:moveTo>
                  <a:pt x="306948" y="604737"/>
                </a:moveTo>
                <a:lnTo>
                  <a:pt x="314861" y="604737"/>
                </a:lnTo>
                <a:lnTo>
                  <a:pt x="314861" y="606218"/>
                </a:lnTo>
                <a:lnTo>
                  <a:pt x="306948" y="606218"/>
                </a:lnTo>
                <a:close/>
                <a:moveTo>
                  <a:pt x="148257" y="604737"/>
                </a:moveTo>
                <a:lnTo>
                  <a:pt x="159920" y="604737"/>
                </a:lnTo>
                <a:lnTo>
                  <a:pt x="159920" y="606218"/>
                </a:lnTo>
                <a:lnTo>
                  <a:pt x="148257" y="606218"/>
                </a:lnTo>
                <a:close/>
                <a:moveTo>
                  <a:pt x="555604" y="605477"/>
                </a:moveTo>
                <a:lnTo>
                  <a:pt x="599754" y="605477"/>
                </a:lnTo>
                <a:lnTo>
                  <a:pt x="599754" y="606218"/>
                </a:lnTo>
                <a:lnTo>
                  <a:pt x="555604" y="606218"/>
                </a:lnTo>
                <a:close/>
                <a:moveTo>
                  <a:pt x="369008" y="605477"/>
                </a:moveTo>
                <a:lnTo>
                  <a:pt x="488129" y="605477"/>
                </a:lnTo>
                <a:lnTo>
                  <a:pt x="488129" y="606218"/>
                </a:lnTo>
                <a:lnTo>
                  <a:pt x="369008" y="606218"/>
                </a:lnTo>
                <a:close/>
                <a:moveTo>
                  <a:pt x="857990" y="605477"/>
                </a:moveTo>
                <a:lnTo>
                  <a:pt x="870069" y="605477"/>
                </a:lnTo>
                <a:lnTo>
                  <a:pt x="870069" y="606958"/>
                </a:lnTo>
                <a:lnTo>
                  <a:pt x="857990" y="606958"/>
                </a:lnTo>
                <a:close/>
                <a:moveTo>
                  <a:pt x="74119" y="605477"/>
                </a:moveTo>
                <a:lnTo>
                  <a:pt x="76618" y="605477"/>
                </a:lnTo>
                <a:lnTo>
                  <a:pt x="76618" y="606958"/>
                </a:lnTo>
                <a:lnTo>
                  <a:pt x="74119" y="606958"/>
                </a:lnTo>
                <a:close/>
                <a:moveTo>
                  <a:pt x="306948" y="606218"/>
                </a:moveTo>
                <a:lnTo>
                  <a:pt x="315278" y="606218"/>
                </a:lnTo>
                <a:lnTo>
                  <a:pt x="315278" y="606958"/>
                </a:lnTo>
                <a:lnTo>
                  <a:pt x="306948" y="606958"/>
                </a:lnTo>
                <a:close/>
                <a:moveTo>
                  <a:pt x="556021" y="606218"/>
                </a:moveTo>
                <a:lnTo>
                  <a:pt x="599754" y="606218"/>
                </a:lnTo>
                <a:lnTo>
                  <a:pt x="599754" y="606958"/>
                </a:lnTo>
                <a:lnTo>
                  <a:pt x="556021" y="606958"/>
                </a:lnTo>
                <a:close/>
                <a:moveTo>
                  <a:pt x="114104" y="606218"/>
                </a:moveTo>
                <a:lnTo>
                  <a:pt x="127432" y="606218"/>
                </a:lnTo>
                <a:lnTo>
                  <a:pt x="127432" y="607698"/>
                </a:lnTo>
                <a:lnTo>
                  <a:pt x="114104" y="607698"/>
                </a:lnTo>
                <a:close/>
                <a:moveTo>
                  <a:pt x="857574" y="606958"/>
                </a:moveTo>
                <a:lnTo>
                  <a:pt x="870069" y="606958"/>
                </a:lnTo>
                <a:lnTo>
                  <a:pt x="870069" y="607698"/>
                </a:lnTo>
                <a:lnTo>
                  <a:pt x="857574" y="607698"/>
                </a:lnTo>
                <a:close/>
                <a:moveTo>
                  <a:pt x="556854" y="606958"/>
                </a:moveTo>
                <a:lnTo>
                  <a:pt x="599754" y="606958"/>
                </a:lnTo>
                <a:lnTo>
                  <a:pt x="599754" y="607698"/>
                </a:lnTo>
                <a:lnTo>
                  <a:pt x="556854" y="607698"/>
                </a:lnTo>
                <a:close/>
                <a:moveTo>
                  <a:pt x="330272" y="606218"/>
                </a:moveTo>
                <a:lnTo>
                  <a:pt x="334021" y="606218"/>
                </a:lnTo>
                <a:lnTo>
                  <a:pt x="334021" y="607698"/>
                </a:lnTo>
                <a:lnTo>
                  <a:pt x="330272" y="607698"/>
                </a:lnTo>
                <a:close/>
                <a:moveTo>
                  <a:pt x="369008" y="606218"/>
                </a:moveTo>
                <a:lnTo>
                  <a:pt x="488546" y="606218"/>
                </a:lnTo>
                <a:lnTo>
                  <a:pt x="488546" y="607698"/>
                </a:lnTo>
                <a:lnTo>
                  <a:pt x="369008" y="607698"/>
                </a:lnTo>
                <a:close/>
                <a:moveTo>
                  <a:pt x="147841" y="606218"/>
                </a:moveTo>
                <a:lnTo>
                  <a:pt x="159920" y="606218"/>
                </a:lnTo>
                <a:lnTo>
                  <a:pt x="159920" y="608438"/>
                </a:lnTo>
                <a:lnTo>
                  <a:pt x="147841" y="608438"/>
                </a:lnTo>
                <a:close/>
                <a:moveTo>
                  <a:pt x="74119" y="606958"/>
                </a:moveTo>
                <a:lnTo>
                  <a:pt x="77034" y="606958"/>
                </a:lnTo>
                <a:lnTo>
                  <a:pt x="77034" y="608438"/>
                </a:lnTo>
                <a:lnTo>
                  <a:pt x="74119" y="608438"/>
                </a:lnTo>
                <a:close/>
                <a:moveTo>
                  <a:pt x="557270" y="607698"/>
                </a:moveTo>
                <a:lnTo>
                  <a:pt x="599754" y="607698"/>
                </a:lnTo>
                <a:lnTo>
                  <a:pt x="599754" y="608438"/>
                </a:lnTo>
                <a:lnTo>
                  <a:pt x="557270" y="608438"/>
                </a:lnTo>
                <a:close/>
                <a:moveTo>
                  <a:pt x="369008" y="607698"/>
                </a:moveTo>
                <a:lnTo>
                  <a:pt x="488962" y="607698"/>
                </a:lnTo>
                <a:lnTo>
                  <a:pt x="488962" y="608438"/>
                </a:lnTo>
                <a:lnTo>
                  <a:pt x="369008" y="608438"/>
                </a:lnTo>
                <a:close/>
                <a:moveTo>
                  <a:pt x="306948" y="606958"/>
                </a:moveTo>
                <a:lnTo>
                  <a:pt x="315694" y="606958"/>
                </a:lnTo>
                <a:lnTo>
                  <a:pt x="315694" y="608438"/>
                </a:lnTo>
                <a:lnTo>
                  <a:pt x="306948" y="608438"/>
                </a:lnTo>
                <a:close/>
                <a:moveTo>
                  <a:pt x="113687" y="607698"/>
                </a:moveTo>
                <a:lnTo>
                  <a:pt x="127849" y="607698"/>
                </a:lnTo>
                <a:lnTo>
                  <a:pt x="127849" y="608438"/>
                </a:lnTo>
                <a:lnTo>
                  <a:pt x="113687" y="608438"/>
                </a:lnTo>
                <a:close/>
                <a:moveTo>
                  <a:pt x="857157" y="607698"/>
                </a:moveTo>
                <a:lnTo>
                  <a:pt x="870069" y="607698"/>
                </a:lnTo>
                <a:lnTo>
                  <a:pt x="870069" y="609178"/>
                </a:lnTo>
                <a:lnTo>
                  <a:pt x="857157" y="609178"/>
                </a:lnTo>
                <a:close/>
                <a:moveTo>
                  <a:pt x="558103" y="608438"/>
                </a:moveTo>
                <a:lnTo>
                  <a:pt x="599754" y="608438"/>
                </a:lnTo>
                <a:lnTo>
                  <a:pt x="599754" y="609178"/>
                </a:lnTo>
                <a:lnTo>
                  <a:pt x="558103" y="609178"/>
                </a:lnTo>
                <a:close/>
                <a:moveTo>
                  <a:pt x="113271" y="608438"/>
                </a:moveTo>
                <a:lnTo>
                  <a:pt x="127849" y="608438"/>
                </a:lnTo>
                <a:lnTo>
                  <a:pt x="127849" y="609178"/>
                </a:lnTo>
                <a:lnTo>
                  <a:pt x="113271" y="609178"/>
                </a:lnTo>
                <a:close/>
                <a:moveTo>
                  <a:pt x="330689" y="607698"/>
                </a:moveTo>
                <a:lnTo>
                  <a:pt x="334021" y="607698"/>
                </a:lnTo>
                <a:lnTo>
                  <a:pt x="334021" y="609178"/>
                </a:lnTo>
                <a:lnTo>
                  <a:pt x="330689" y="609178"/>
                </a:lnTo>
                <a:close/>
                <a:moveTo>
                  <a:pt x="74119" y="608438"/>
                </a:moveTo>
                <a:lnTo>
                  <a:pt x="77451" y="608438"/>
                </a:lnTo>
                <a:lnTo>
                  <a:pt x="77451" y="609178"/>
                </a:lnTo>
                <a:lnTo>
                  <a:pt x="74119" y="609178"/>
                </a:lnTo>
                <a:close/>
                <a:moveTo>
                  <a:pt x="369008" y="608438"/>
                </a:moveTo>
                <a:lnTo>
                  <a:pt x="489379" y="608438"/>
                </a:lnTo>
                <a:lnTo>
                  <a:pt x="489379" y="609178"/>
                </a:lnTo>
                <a:lnTo>
                  <a:pt x="369008" y="609178"/>
                </a:lnTo>
                <a:close/>
                <a:moveTo>
                  <a:pt x="765108" y="601036"/>
                </a:moveTo>
                <a:lnTo>
                  <a:pt x="772189" y="601036"/>
                </a:lnTo>
                <a:lnTo>
                  <a:pt x="772189" y="609919"/>
                </a:lnTo>
                <a:lnTo>
                  <a:pt x="765108" y="609919"/>
                </a:lnTo>
                <a:close/>
                <a:moveTo>
                  <a:pt x="558520" y="609178"/>
                </a:moveTo>
                <a:lnTo>
                  <a:pt x="599754" y="609178"/>
                </a:lnTo>
                <a:lnTo>
                  <a:pt x="599754" y="609919"/>
                </a:lnTo>
                <a:lnTo>
                  <a:pt x="558520" y="609919"/>
                </a:lnTo>
                <a:close/>
                <a:moveTo>
                  <a:pt x="306948" y="608438"/>
                </a:moveTo>
                <a:lnTo>
                  <a:pt x="316111" y="608438"/>
                </a:lnTo>
                <a:lnTo>
                  <a:pt x="316111" y="609919"/>
                </a:lnTo>
                <a:lnTo>
                  <a:pt x="306948" y="609919"/>
                </a:lnTo>
                <a:close/>
                <a:moveTo>
                  <a:pt x="369008" y="609178"/>
                </a:moveTo>
                <a:lnTo>
                  <a:pt x="489796" y="609178"/>
                </a:lnTo>
                <a:lnTo>
                  <a:pt x="489796" y="609919"/>
                </a:lnTo>
                <a:lnTo>
                  <a:pt x="369008" y="609919"/>
                </a:lnTo>
                <a:close/>
                <a:moveTo>
                  <a:pt x="331105" y="609178"/>
                </a:moveTo>
                <a:lnTo>
                  <a:pt x="334021" y="609178"/>
                </a:lnTo>
                <a:lnTo>
                  <a:pt x="334021" y="609919"/>
                </a:lnTo>
                <a:lnTo>
                  <a:pt x="331105" y="609919"/>
                </a:lnTo>
                <a:close/>
                <a:moveTo>
                  <a:pt x="113271" y="609178"/>
                </a:moveTo>
                <a:lnTo>
                  <a:pt x="128265" y="609178"/>
                </a:lnTo>
                <a:lnTo>
                  <a:pt x="128265" y="609919"/>
                </a:lnTo>
                <a:lnTo>
                  <a:pt x="113271" y="609919"/>
                </a:lnTo>
                <a:close/>
                <a:moveTo>
                  <a:pt x="856741" y="609178"/>
                </a:moveTo>
                <a:lnTo>
                  <a:pt x="870069" y="609178"/>
                </a:lnTo>
                <a:lnTo>
                  <a:pt x="870069" y="609919"/>
                </a:lnTo>
                <a:lnTo>
                  <a:pt x="856741" y="609919"/>
                </a:lnTo>
                <a:close/>
                <a:moveTo>
                  <a:pt x="558936" y="609919"/>
                </a:moveTo>
                <a:lnTo>
                  <a:pt x="599754" y="609919"/>
                </a:lnTo>
                <a:lnTo>
                  <a:pt x="599754" y="610659"/>
                </a:lnTo>
                <a:lnTo>
                  <a:pt x="558936" y="610659"/>
                </a:lnTo>
                <a:close/>
                <a:moveTo>
                  <a:pt x="147424" y="608438"/>
                </a:moveTo>
                <a:lnTo>
                  <a:pt x="159920" y="608438"/>
                </a:lnTo>
                <a:lnTo>
                  <a:pt x="159920" y="610659"/>
                </a:lnTo>
                <a:lnTo>
                  <a:pt x="147424" y="610659"/>
                </a:lnTo>
                <a:close/>
                <a:moveTo>
                  <a:pt x="74119" y="609178"/>
                </a:moveTo>
                <a:lnTo>
                  <a:pt x="77867" y="609178"/>
                </a:lnTo>
                <a:lnTo>
                  <a:pt x="77867" y="610659"/>
                </a:lnTo>
                <a:lnTo>
                  <a:pt x="74119" y="610659"/>
                </a:lnTo>
                <a:close/>
                <a:moveTo>
                  <a:pt x="112854" y="609919"/>
                </a:moveTo>
                <a:lnTo>
                  <a:pt x="128265" y="609919"/>
                </a:lnTo>
                <a:lnTo>
                  <a:pt x="128265" y="610659"/>
                </a:lnTo>
                <a:lnTo>
                  <a:pt x="112854" y="610659"/>
                </a:lnTo>
                <a:close/>
                <a:moveTo>
                  <a:pt x="369008" y="609919"/>
                </a:moveTo>
                <a:lnTo>
                  <a:pt x="490212" y="609919"/>
                </a:lnTo>
                <a:lnTo>
                  <a:pt x="490212" y="610659"/>
                </a:lnTo>
                <a:lnTo>
                  <a:pt x="369008" y="610659"/>
                </a:lnTo>
                <a:close/>
                <a:moveTo>
                  <a:pt x="559353" y="610659"/>
                </a:moveTo>
                <a:lnTo>
                  <a:pt x="599754" y="610659"/>
                </a:lnTo>
                <a:lnTo>
                  <a:pt x="599754" y="611399"/>
                </a:lnTo>
                <a:lnTo>
                  <a:pt x="559353" y="611399"/>
                </a:lnTo>
                <a:close/>
                <a:moveTo>
                  <a:pt x="112438" y="610659"/>
                </a:moveTo>
                <a:lnTo>
                  <a:pt x="128265" y="610659"/>
                </a:lnTo>
                <a:lnTo>
                  <a:pt x="128265" y="611399"/>
                </a:lnTo>
                <a:lnTo>
                  <a:pt x="112438" y="611399"/>
                </a:lnTo>
                <a:close/>
                <a:moveTo>
                  <a:pt x="331522" y="609919"/>
                </a:moveTo>
                <a:lnTo>
                  <a:pt x="334021" y="609919"/>
                </a:lnTo>
                <a:lnTo>
                  <a:pt x="334021" y="611399"/>
                </a:lnTo>
                <a:lnTo>
                  <a:pt x="331522" y="611399"/>
                </a:lnTo>
                <a:close/>
                <a:moveTo>
                  <a:pt x="74119" y="610659"/>
                </a:moveTo>
                <a:lnTo>
                  <a:pt x="78284" y="610659"/>
                </a:lnTo>
                <a:lnTo>
                  <a:pt x="78284" y="611399"/>
                </a:lnTo>
                <a:lnTo>
                  <a:pt x="74119" y="611399"/>
                </a:lnTo>
                <a:close/>
                <a:moveTo>
                  <a:pt x="306948" y="609919"/>
                </a:moveTo>
                <a:lnTo>
                  <a:pt x="316527" y="609919"/>
                </a:lnTo>
                <a:lnTo>
                  <a:pt x="316527" y="611399"/>
                </a:lnTo>
                <a:lnTo>
                  <a:pt x="306948" y="611399"/>
                </a:lnTo>
                <a:close/>
                <a:moveTo>
                  <a:pt x="856324" y="609919"/>
                </a:moveTo>
                <a:lnTo>
                  <a:pt x="870069" y="609919"/>
                </a:lnTo>
                <a:lnTo>
                  <a:pt x="870069" y="611399"/>
                </a:lnTo>
                <a:lnTo>
                  <a:pt x="856324" y="611399"/>
                </a:lnTo>
                <a:close/>
                <a:moveTo>
                  <a:pt x="147008" y="610659"/>
                </a:moveTo>
                <a:lnTo>
                  <a:pt x="159920" y="610659"/>
                </a:lnTo>
                <a:lnTo>
                  <a:pt x="159920" y="612139"/>
                </a:lnTo>
                <a:lnTo>
                  <a:pt x="147008" y="612139"/>
                </a:lnTo>
                <a:close/>
                <a:moveTo>
                  <a:pt x="369008" y="610659"/>
                </a:moveTo>
                <a:lnTo>
                  <a:pt x="490629" y="610659"/>
                </a:lnTo>
                <a:lnTo>
                  <a:pt x="490629" y="612139"/>
                </a:lnTo>
                <a:lnTo>
                  <a:pt x="369008" y="612139"/>
                </a:lnTo>
                <a:close/>
                <a:moveTo>
                  <a:pt x="560186" y="611399"/>
                </a:moveTo>
                <a:lnTo>
                  <a:pt x="599754" y="611399"/>
                </a:lnTo>
                <a:lnTo>
                  <a:pt x="599754" y="612139"/>
                </a:lnTo>
                <a:lnTo>
                  <a:pt x="560186" y="612139"/>
                </a:lnTo>
                <a:close/>
                <a:moveTo>
                  <a:pt x="74119" y="611399"/>
                </a:moveTo>
                <a:lnTo>
                  <a:pt x="78700" y="611399"/>
                </a:lnTo>
                <a:lnTo>
                  <a:pt x="78700" y="612139"/>
                </a:lnTo>
                <a:lnTo>
                  <a:pt x="74119" y="612139"/>
                </a:lnTo>
                <a:close/>
                <a:moveTo>
                  <a:pt x="855908" y="611399"/>
                </a:moveTo>
                <a:lnTo>
                  <a:pt x="870069" y="611399"/>
                </a:lnTo>
                <a:lnTo>
                  <a:pt x="870069" y="612139"/>
                </a:lnTo>
                <a:lnTo>
                  <a:pt x="855908" y="612139"/>
                </a:lnTo>
                <a:close/>
                <a:moveTo>
                  <a:pt x="74119" y="612139"/>
                </a:moveTo>
                <a:lnTo>
                  <a:pt x="79117" y="612139"/>
                </a:lnTo>
                <a:lnTo>
                  <a:pt x="79117" y="612879"/>
                </a:lnTo>
                <a:lnTo>
                  <a:pt x="74119" y="612879"/>
                </a:lnTo>
                <a:close/>
                <a:moveTo>
                  <a:pt x="560602" y="612139"/>
                </a:moveTo>
                <a:lnTo>
                  <a:pt x="599754" y="612139"/>
                </a:lnTo>
                <a:lnTo>
                  <a:pt x="599754" y="612879"/>
                </a:lnTo>
                <a:lnTo>
                  <a:pt x="560602" y="612879"/>
                </a:lnTo>
                <a:close/>
                <a:moveTo>
                  <a:pt x="369008" y="612139"/>
                </a:moveTo>
                <a:lnTo>
                  <a:pt x="491045" y="612139"/>
                </a:lnTo>
                <a:lnTo>
                  <a:pt x="491045" y="612879"/>
                </a:lnTo>
                <a:lnTo>
                  <a:pt x="369008" y="612879"/>
                </a:lnTo>
                <a:close/>
                <a:moveTo>
                  <a:pt x="331938" y="611399"/>
                </a:moveTo>
                <a:lnTo>
                  <a:pt x="334021" y="611399"/>
                </a:lnTo>
                <a:lnTo>
                  <a:pt x="334021" y="612879"/>
                </a:lnTo>
                <a:lnTo>
                  <a:pt x="331938" y="612879"/>
                </a:lnTo>
                <a:close/>
                <a:moveTo>
                  <a:pt x="112021" y="611399"/>
                </a:moveTo>
                <a:lnTo>
                  <a:pt x="128682" y="611399"/>
                </a:lnTo>
                <a:lnTo>
                  <a:pt x="128682" y="612879"/>
                </a:lnTo>
                <a:lnTo>
                  <a:pt x="112021" y="612879"/>
                </a:lnTo>
                <a:close/>
                <a:moveTo>
                  <a:pt x="855491" y="612139"/>
                </a:moveTo>
                <a:lnTo>
                  <a:pt x="870069" y="612139"/>
                </a:lnTo>
                <a:lnTo>
                  <a:pt x="870069" y="612879"/>
                </a:lnTo>
                <a:lnTo>
                  <a:pt x="855491" y="612879"/>
                </a:lnTo>
                <a:close/>
                <a:moveTo>
                  <a:pt x="306948" y="611399"/>
                </a:moveTo>
                <a:lnTo>
                  <a:pt x="316944" y="611399"/>
                </a:lnTo>
                <a:lnTo>
                  <a:pt x="316944" y="612879"/>
                </a:lnTo>
                <a:lnTo>
                  <a:pt x="306948" y="612879"/>
                </a:lnTo>
                <a:close/>
                <a:moveTo>
                  <a:pt x="111605" y="612879"/>
                </a:moveTo>
                <a:lnTo>
                  <a:pt x="128682" y="612879"/>
                </a:lnTo>
                <a:lnTo>
                  <a:pt x="128682" y="613620"/>
                </a:lnTo>
                <a:lnTo>
                  <a:pt x="111605" y="613620"/>
                </a:lnTo>
                <a:close/>
                <a:moveTo>
                  <a:pt x="74119" y="612879"/>
                </a:moveTo>
                <a:lnTo>
                  <a:pt x="79533" y="612879"/>
                </a:lnTo>
                <a:lnTo>
                  <a:pt x="79533" y="613620"/>
                </a:lnTo>
                <a:lnTo>
                  <a:pt x="74119" y="613620"/>
                </a:lnTo>
                <a:close/>
                <a:moveTo>
                  <a:pt x="561019" y="612879"/>
                </a:moveTo>
                <a:lnTo>
                  <a:pt x="599754" y="612879"/>
                </a:lnTo>
                <a:lnTo>
                  <a:pt x="599754" y="613620"/>
                </a:lnTo>
                <a:lnTo>
                  <a:pt x="561019" y="613620"/>
                </a:lnTo>
                <a:close/>
                <a:moveTo>
                  <a:pt x="855075" y="612879"/>
                </a:moveTo>
                <a:lnTo>
                  <a:pt x="870069" y="612879"/>
                </a:lnTo>
                <a:lnTo>
                  <a:pt x="870069" y="613620"/>
                </a:lnTo>
                <a:lnTo>
                  <a:pt x="855075" y="613620"/>
                </a:lnTo>
                <a:close/>
                <a:moveTo>
                  <a:pt x="369008" y="612879"/>
                </a:moveTo>
                <a:lnTo>
                  <a:pt x="491462" y="612879"/>
                </a:lnTo>
                <a:lnTo>
                  <a:pt x="491462" y="613620"/>
                </a:lnTo>
                <a:lnTo>
                  <a:pt x="369008" y="613620"/>
                </a:lnTo>
                <a:close/>
                <a:moveTo>
                  <a:pt x="369008" y="613620"/>
                </a:moveTo>
                <a:lnTo>
                  <a:pt x="491878" y="613620"/>
                </a:lnTo>
                <a:lnTo>
                  <a:pt x="491878" y="614360"/>
                </a:lnTo>
                <a:lnTo>
                  <a:pt x="369008" y="614360"/>
                </a:lnTo>
                <a:close/>
                <a:moveTo>
                  <a:pt x="306948" y="612879"/>
                </a:moveTo>
                <a:lnTo>
                  <a:pt x="317360" y="612879"/>
                </a:lnTo>
                <a:lnTo>
                  <a:pt x="317360" y="614360"/>
                </a:lnTo>
                <a:lnTo>
                  <a:pt x="306948" y="614360"/>
                </a:lnTo>
                <a:close/>
                <a:moveTo>
                  <a:pt x="561435" y="613620"/>
                </a:moveTo>
                <a:lnTo>
                  <a:pt x="599754" y="613620"/>
                </a:lnTo>
                <a:lnTo>
                  <a:pt x="599754" y="614360"/>
                </a:lnTo>
                <a:lnTo>
                  <a:pt x="561435" y="614360"/>
                </a:lnTo>
                <a:close/>
                <a:moveTo>
                  <a:pt x="111188" y="613620"/>
                </a:moveTo>
                <a:lnTo>
                  <a:pt x="129098" y="613620"/>
                </a:lnTo>
                <a:lnTo>
                  <a:pt x="129098" y="614360"/>
                </a:lnTo>
                <a:lnTo>
                  <a:pt x="111188" y="614360"/>
                </a:lnTo>
                <a:close/>
                <a:moveTo>
                  <a:pt x="74119" y="613620"/>
                </a:moveTo>
                <a:lnTo>
                  <a:pt x="79950" y="613620"/>
                </a:lnTo>
                <a:lnTo>
                  <a:pt x="79950" y="614360"/>
                </a:lnTo>
                <a:lnTo>
                  <a:pt x="74119" y="614360"/>
                </a:lnTo>
                <a:close/>
                <a:moveTo>
                  <a:pt x="332355" y="612879"/>
                </a:moveTo>
                <a:lnTo>
                  <a:pt x="334021" y="612879"/>
                </a:lnTo>
                <a:lnTo>
                  <a:pt x="334021" y="614360"/>
                </a:lnTo>
                <a:lnTo>
                  <a:pt x="332355" y="614360"/>
                </a:lnTo>
                <a:close/>
                <a:moveTo>
                  <a:pt x="146591" y="612139"/>
                </a:moveTo>
                <a:lnTo>
                  <a:pt x="159920" y="612139"/>
                </a:lnTo>
                <a:lnTo>
                  <a:pt x="159920" y="614360"/>
                </a:lnTo>
                <a:lnTo>
                  <a:pt x="146591" y="614360"/>
                </a:lnTo>
                <a:close/>
                <a:moveTo>
                  <a:pt x="74119" y="614360"/>
                </a:moveTo>
                <a:lnTo>
                  <a:pt x="80366" y="614360"/>
                </a:lnTo>
                <a:lnTo>
                  <a:pt x="80366" y="615100"/>
                </a:lnTo>
                <a:lnTo>
                  <a:pt x="74119" y="615100"/>
                </a:lnTo>
                <a:close/>
                <a:moveTo>
                  <a:pt x="854658" y="613620"/>
                </a:moveTo>
                <a:lnTo>
                  <a:pt x="870069" y="613620"/>
                </a:lnTo>
                <a:lnTo>
                  <a:pt x="870069" y="615100"/>
                </a:lnTo>
                <a:lnTo>
                  <a:pt x="854658" y="615100"/>
                </a:lnTo>
                <a:close/>
                <a:moveTo>
                  <a:pt x="110772" y="614360"/>
                </a:moveTo>
                <a:lnTo>
                  <a:pt x="129098" y="614360"/>
                </a:lnTo>
                <a:lnTo>
                  <a:pt x="129098" y="615100"/>
                </a:lnTo>
                <a:lnTo>
                  <a:pt x="110772" y="615100"/>
                </a:lnTo>
                <a:close/>
                <a:moveTo>
                  <a:pt x="369008" y="614360"/>
                </a:moveTo>
                <a:lnTo>
                  <a:pt x="492711" y="614360"/>
                </a:lnTo>
                <a:lnTo>
                  <a:pt x="492711" y="615100"/>
                </a:lnTo>
                <a:lnTo>
                  <a:pt x="369008" y="615100"/>
                </a:lnTo>
                <a:close/>
                <a:moveTo>
                  <a:pt x="561852" y="614360"/>
                </a:moveTo>
                <a:lnTo>
                  <a:pt x="599754" y="614360"/>
                </a:lnTo>
                <a:lnTo>
                  <a:pt x="599754" y="615100"/>
                </a:lnTo>
                <a:lnTo>
                  <a:pt x="561852" y="615100"/>
                </a:lnTo>
                <a:close/>
                <a:moveTo>
                  <a:pt x="369008" y="615100"/>
                </a:moveTo>
                <a:lnTo>
                  <a:pt x="493128" y="615100"/>
                </a:lnTo>
                <a:lnTo>
                  <a:pt x="493128" y="615840"/>
                </a:lnTo>
                <a:lnTo>
                  <a:pt x="369008" y="615840"/>
                </a:lnTo>
                <a:close/>
                <a:moveTo>
                  <a:pt x="854242" y="615100"/>
                </a:moveTo>
                <a:lnTo>
                  <a:pt x="870069" y="615100"/>
                </a:lnTo>
                <a:lnTo>
                  <a:pt x="870069" y="615840"/>
                </a:lnTo>
                <a:lnTo>
                  <a:pt x="854242" y="615840"/>
                </a:lnTo>
                <a:close/>
                <a:moveTo>
                  <a:pt x="306948" y="614360"/>
                </a:moveTo>
                <a:lnTo>
                  <a:pt x="317777" y="614360"/>
                </a:lnTo>
                <a:lnTo>
                  <a:pt x="317777" y="615840"/>
                </a:lnTo>
                <a:lnTo>
                  <a:pt x="306948" y="615840"/>
                </a:lnTo>
                <a:close/>
                <a:moveTo>
                  <a:pt x="332771" y="614360"/>
                </a:moveTo>
                <a:lnTo>
                  <a:pt x="334021" y="614360"/>
                </a:lnTo>
                <a:lnTo>
                  <a:pt x="334021" y="615840"/>
                </a:lnTo>
                <a:lnTo>
                  <a:pt x="332771" y="615840"/>
                </a:lnTo>
                <a:close/>
                <a:moveTo>
                  <a:pt x="74119" y="615100"/>
                </a:moveTo>
                <a:lnTo>
                  <a:pt x="80783" y="615100"/>
                </a:lnTo>
                <a:lnTo>
                  <a:pt x="80783" y="615840"/>
                </a:lnTo>
                <a:lnTo>
                  <a:pt x="74119" y="615840"/>
                </a:lnTo>
                <a:close/>
                <a:moveTo>
                  <a:pt x="562268" y="615100"/>
                </a:moveTo>
                <a:lnTo>
                  <a:pt x="599754" y="615100"/>
                </a:lnTo>
                <a:lnTo>
                  <a:pt x="599754" y="615840"/>
                </a:lnTo>
                <a:lnTo>
                  <a:pt x="562268" y="615840"/>
                </a:lnTo>
                <a:close/>
                <a:moveTo>
                  <a:pt x="110355" y="615100"/>
                </a:moveTo>
                <a:lnTo>
                  <a:pt x="129515" y="615100"/>
                </a:lnTo>
                <a:lnTo>
                  <a:pt x="129515" y="615840"/>
                </a:lnTo>
                <a:lnTo>
                  <a:pt x="110355" y="615840"/>
                </a:lnTo>
                <a:close/>
                <a:moveTo>
                  <a:pt x="853825" y="615840"/>
                </a:moveTo>
                <a:lnTo>
                  <a:pt x="870069" y="615840"/>
                </a:lnTo>
                <a:lnTo>
                  <a:pt x="870069" y="616580"/>
                </a:lnTo>
                <a:lnTo>
                  <a:pt x="853825" y="616580"/>
                </a:lnTo>
                <a:close/>
                <a:moveTo>
                  <a:pt x="369008" y="615840"/>
                </a:moveTo>
                <a:lnTo>
                  <a:pt x="493544" y="615840"/>
                </a:lnTo>
                <a:lnTo>
                  <a:pt x="493544" y="616580"/>
                </a:lnTo>
                <a:lnTo>
                  <a:pt x="369008" y="616580"/>
                </a:lnTo>
                <a:close/>
                <a:moveTo>
                  <a:pt x="306948" y="615840"/>
                </a:moveTo>
                <a:lnTo>
                  <a:pt x="318193" y="615840"/>
                </a:lnTo>
                <a:lnTo>
                  <a:pt x="318193" y="616580"/>
                </a:lnTo>
                <a:lnTo>
                  <a:pt x="306948" y="616580"/>
                </a:lnTo>
                <a:close/>
                <a:moveTo>
                  <a:pt x="562685" y="615840"/>
                </a:moveTo>
                <a:lnTo>
                  <a:pt x="599754" y="615840"/>
                </a:lnTo>
                <a:lnTo>
                  <a:pt x="599754" y="616580"/>
                </a:lnTo>
                <a:lnTo>
                  <a:pt x="562685" y="616580"/>
                </a:lnTo>
                <a:close/>
                <a:moveTo>
                  <a:pt x="109522" y="615840"/>
                </a:moveTo>
                <a:lnTo>
                  <a:pt x="129515" y="615840"/>
                </a:lnTo>
                <a:lnTo>
                  <a:pt x="129515" y="616580"/>
                </a:lnTo>
                <a:lnTo>
                  <a:pt x="109522" y="616580"/>
                </a:lnTo>
                <a:close/>
                <a:moveTo>
                  <a:pt x="74119" y="615840"/>
                </a:moveTo>
                <a:lnTo>
                  <a:pt x="81199" y="615840"/>
                </a:lnTo>
                <a:lnTo>
                  <a:pt x="81199" y="616580"/>
                </a:lnTo>
                <a:lnTo>
                  <a:pt x="74119" y="616580"/>
                </a:lnTo>
                <a:close/>
                <a:moveTo>
                  <a:pt x="146175" y="614360"/>
                </a:moveTo>
                <a:lnTo>
                  <a:pt x="159920" y="614360"/>
                </a:lnTo>
                <a:lnTo>
                  <a:pt x="159920" y="616580"/>
                </a:lnTo>
                <a:lnTo>
                  <a:pt x="146175" y="616580"/>
                </a:lnTo>
                <a:close/>
                <a:moveTo>
                  <a:pt x="853409" y="616580"/>
                </a:moveTo>
                <a:lnTo>
                  <a:pt x="870069" y="616580"/>
                </a:lnTo>
                <a:lnTo>
                  <a:pt x="870069" y="617321"/>
                </a:lnTo>
                <a:lnTo>
                  <a:pt x="853409" y="617321"/>
                </a:lnTo>
                <a:close/>
                <a:moveTo>
                  <a:pt x="74119" y="616580"/>
                </a:moveTo>
                <a:lnTo>
                  <a:pt x="81616" y="616580"/>
                </a:lnTo>
                <a:lnTo>
                  <a:pt x="81616" y="617321"/>
                </a:lnTo>
                <a:lnTo>
                  <a:pt x="74119" y="617321"/>
                </a:lnTo>
                <a:close/>
                <a:moveTo>
                  <a:pt x="333188" y="615840"/>
                </a:moveTo>
                <a:lnTo>
                  <a:pt x="334021" y="615840"/>
                </a:lnTo>
                <a:lnTo>
                  <a:pt x="334021" y="617321"/>
                </a:lnTo>
                <a:lnTo>
                  <a:pt x="333188" y="617321"/>
                </a:lnTo>
                <a:close/>
                <a:moveTo>
                  <a:pt x="109106" y="616580"/>
                </a:moveTo>
                <a:lnTo>
                  <a:pt x="129515" y="616580"/>
                </a:lnTo>
                <a:lnTo>
                  <a:pt x="129515" y="617321"/>
                </a:lnTo>
                <a:lnTo>
                  <a:pt x="109106" y="617321"/>
                </a:lnTo>
                <a:close/>
                <a:moveTo>
                  <a:pt x="369008" y="616580"/>
                </a:moveTo>
                <a:lnTo>
                  <a:pt x="493961" y="616580"/>
                </a:lnTo>
                <a:lnTo>
                  <a:pt x="493961" y="617321"/>
                </a:lnTo>
                <a:lnTo>
                  <a:pt x="369008" y="617321"/>
                </a:lnTo>
                <a:close/>
                <a:moveTo>
                  <a:pt x="563101" y="616580"/>
                </a:moveTo>
                <a:lnTo>
                  <a:pt x="599754" y="616580"/>
                </a:lnTo>
                <a:lnTo>
                  <a:pt x="599754" y="617321"/>
                </a:lnTo>
                <a:lnTo>
                  <a:pt x="563101" y="617321"/>
                </a:lnTo>
                <a:close/>
                <a:moveTo>
                  <a:pt x="852992" y="617321"/>
                </a:moveTo>
                <a:lnTo>
                  <a:pt x="870069" y="617321"/>
                </a:lnTo>
                <a:lnTo>
                  <a:pt x="870069" y="618061"/>
                </a:lnTo>
                <a:lnTo>
                  <a:pt x="852992" y="618061"/>
                </a:lnTo>
                <a:close/>
                <a:moveTo>
                  <a:pt x="369008" y="617321"/>
                </a:moveTo>
                <a:lnTo>
                  <a:pt x="494377" y="617321"/>
                </a:lnTo>
                <a:lnTo>
                  <a:pt x="494377" y="618061"/>
                </a:lnTo>
                <a:lnTo>
                  <a:pt x="369008" y="618061"/>
                </a:lnTo>
                <a:close/>
                <a:moveTo>
                  <a:pt x="306948" y="616580"/>
                </a:moveTo>
                <a:lnTo>
                  <a:pt x="318610" y="616580"/>
                </a:lnTo>
                <a:lnTo>
                  <a:pt x="318610" y="618061"/>
                </a:lnTo>
                <a:lnTo>
                  <a:pt x="306948" y="618061"/>
                </a:lnTo>
                <a:close/>
                <a:moveTo>
                  <a:pt x="108689" y="617321"/>
                </a:moveTo>
                <a:lnTo>
                  <a:pt x="129931" y="617321"/>
                </a:lnTo>
                <a:lnTo>
                  <a:pt x="129931" y="618061"/>
                </a:lnTo>
                <a:lnTo>
                  <a:pt x="108689" y="618061"/>
                </a:lnTo>
                <a:close/>
                <a:moveTo>
                  <a:pt x="145758" y="616580"/>
                </a:moveTo>
                <a:lnTo>
                  <a:pt x="159920" y="616580"/>
                </a:lnTo>
                <a:lnTo>
                  <a:pt x="159920" y="618061"/>
                </a:lnTo>
                <a:lnTo>
                  <a:pt x="145758" y="618061"/>
                </a:lnTo>
                <a:close/>
                <a:moveTo>
                  <a:pt x="74119" y="617321"/>
                </a:moveTo>
                <a:lnTo>
                  <a:pt x="82449" y="617321"/>
                </a:lnTo>
                <a:lnTo>
                  <a:pt x="82449" y="618061"/>
                </a:lnTo>
                <a:lnTo>
                  <a:pt x="74119" y="618061"/>
                </a:lnTo>
                <a:close/>
                <a:moveTo>
                  <a:pt x="563518" y="617321"/>
                </a:moveTo>
                <a:lnTo>
                  <a:pt x="599754" y="617321"/>
                </a:lnTo>
                <a:lnTo>
                  <a:pt x="599754" y="618801"/>
                </a:lnTo>
                <a:lnTo>
                  <a:pt x="563518" y="618801"/>
                </a:lnTo>
                <a:close/>
                <a:moveTo>
                  <a:pt x="74119" y="618061"/>
                </a:moveTo>
                <a:lnTo>
                  <a:pt x="82865" y="618061"/>
                </a:lnTo>
                <a:lnTo>
                  <a:pt x="82865" y="618801"/>
                </a:lnTo>
                <a:lnTo>
                  <a:pt x="74119" y="618801"/>
                </a:lnTo>
                <a:close/>
                <a:moveTo>
                  <a:pt x="107856" y="618061"/>
                </a:moveTo>
                <a:lnTo>
                  <a:pt x="129931" y="618061"/>
                </a:lnTo>
                <a:lnTo>
                  <a:pt x="129931" y="618801"/>
                </a:lnTo>
                <a:lnTo>
                  <a:pt x="107856" y="618801"/>
                </a:lnTo>
                <a:close/>
                <a:moveTo>
                  <a:pt x="852576" y="618061"/>
                </a:moveTo>
                <a:lnTo>
                  <a:pt x="870069" y="618061"/>
                </a:lnTo>
                <a:lnTo>
                  <a:pt x="870069" y="618801"/>
                </a:lnTo>
                <a:lnTo>
                  <a:pt x="852576" y="618801"/>
                </a:lnTo>
                <a:close/>
                <a:moveTo>
                  <a:pt x="369008" y="618061"/>
                </a:moveTo>
                <a:lnTo>
                  <a:pt x="495210" y="618061"/>
                </a:lnTo>
                <a:lnTo>
                  <a:pt x="495210" y="618801"/>
                </a:lnTo>
                <a:lnTo>
                  <a:pt x="369008" y="618801"/>
                </a:lnTo>
                <a:close/>
                <a:moveTo>
                  <a:pt x="333604" y="617321"/>
                </a:moveTo>
                <a:lnTo>
                  <a:pt x="334021" y="617321"/>
                </a:lnTo>
                <a:lnTo>
                  <a:pt x="334021" y="618801"/>
                </a:lnTo>
                <a:lnTo>
                  <a:pt x="333604" y="618801"/>
                </a:lnTo>
                <a:close/>
                <a:moveTo>
                  <a:pt x="74119" y="618801"/>
                </a:moveTo>
                <a:lnTo>
                  <a:pt x="83698" y="618801"/>
                </a:lnTo>
                <a:lnTo>
                  <a:pt x="83698" y="619541"/>
                </a:lnTo>
                <a:lnTo>
                  <a:pt x="74119" y="619541"/>
                </a:lnTo>
                <a:close/>
                <a:moveTo>
                  <a:pt x="306948" y="618061"/>
                </a:moveTo>
                <a:lnTo>
                  <a:pt x="319026" y="618061"/>
                </a:lnTo>
                <a:lnTo>
                  <a:pt x="319026" y="619541"/>
                </a:lnTo>
                <a:lnTo>
                  <a:pt x="306948" y="619541"/>
                </a:lnTo>
                <a:close/>
                <a:moveTo>
                  <a:pt x="563934" y="618801"/>
                </a:moveTo>
                <a:lnTo>
                  <a:pt x="599754" y="618801"/>
                </a:lnTo>
                <a:lnTo>
                  <a:pt x="599754" y="619541"/>
                </a:lnTo>
                <a:lnTo>
                  <a:pt x="563934" y="619541"/>
                </a:lnTo>
                <a:close/>
                <a:moveTo>
                  <a:pt x="369008" y="618801"/>
                </a:moveTo>
                <a:lnTo>
                  <a:pt x="495627" y="618801"/>
                </a:lnTo>
                <a:lnTo>
                  <a:pt x="495627" y="619541"/>
                </a:lnTo>
                <a:lnTo>
                  <a:pt x="369008" y="619541"/>
                </a:lnTo>
                <a:close/>
                <a:moveTo>
                  <a:pt x="851743" y="618801"/>
                </a:moveTo>
                <a:lnTo>
                  <a:pt x="870069" y="618801"/>
                </a:lnTo>
                <a:lnTo>
                  <a:pt x="870069" y="619541"/>
                </a:lnTo>
                <a:lnTo>
                  <a:pt x="851743" y="619541"/>
                </a:lnTo>
                <a:close/>
                <a:moveTo>
                  <a:pt x="107023" y="618801"/>
                </a:moveTo>
                <a:lnTo>
                  <a:pt x="129931" y="618801"/>
                </a:lnTo>
                <a:lnTo>
                  <a:pt x="129931" y="619541"/>
                </a:lnTo>
                <a:lnTo>
                  <a:pt x="107023" y="619541"/>
                </a:lnTo>
                <a:close/>
                <a:moveTo>
                  <a:pt x="145342" y="618061"/>
                </a:moveTo>
                <a:lnTo>
                  <a:pt x="159920" y="618061"/>
                </a:lnTo>
                <a:lnTo>
                  <a:pt x="159920" y="620281"/>
                </a:lnTo>
                <a:lnTo>
                  <a:pt x="145342" y="620281"/>
                </a:lnTo>
                <a:close/>
                <a:moveTo>
                  <a:pt x="564351" y="619541"/>
                </a:moveTo>
                <a:lnTo>
                  <a:pt x="599754" y="619541"/>
                </a:lnTo>
                <a:lnTo>
                  <a:pt x="599754" y="620281"/>
                </a:lnTo>
                <a:lnTo>
                  <a:pt x="564351" y="620281"/>
                </a:lnTo>
                <a:close/>
                <a:moveTo>
                  <a:pt x="851326" y="619541"/>
                </a:moveTo>
                <a:lnTo>
                  <a:pt x="870069" y="619541"/>
                </a:lnTo>
                <a:lnTo>
                  <a:pt x="870069" y="620281"/>
                </a:lnTo>
                <a:lnTo>
                  <a:pt x="851326" y="620281"/>
                </a:lnTo>
                <a:close/>
                <a:moveTo>
                  <a:pt x="74119" y="619541"/>
                </a:moveTo>
                <a:lnTo>
                  <a:pt x="84531" y="619541"/>
                </a:lnTo>
                <a:lnTo>
                  <a:pt x="84531" y="620281"/>
                </a:lnTo>
                <a:lnTo>
                  <a:pt x="74119" y="620281"/>
                </a:lnTo>
                <a:close/>
                <a:moveTo>
                  <a:pt x="106190" y="619541"/>
                </a:moveTo>
                <a:lnTo>
                  <a:pt x="130348" y="619541"/>
                </a:lnTo>
                <a:lnTo>
                  <a:pt x="130348" y="620281"/>
                </a:lnTo>
                <a:lnTo>
                  <a:pt x="106190" y="620281"/>
                </a:lnTo>
                <a:close/>
                <a:moveTo>
                  <a:pt x="369008" y="619541"/>
                </a:moveTo>
                <a:lnTo>
                  <a:pt x="496460" y="619541"/>
                </a:lnTo>
                <a:lnTo>
                  <a:pt x="496460" y="620281"/>
                </a:lnTo>
                <a:lnTo>
                  <a:pt x="369008" y="620281"/>
                </a:lnTo>
                <a:close/>
                <a:moveTo>
                  <a:pt x="850909" y="620281"/>
                </a:moveTo>
                <a:lnTo>
                  <a:pt x="870069" y="620281"/>
                </a:lnTo>
                <a:lnTo>
                  <a:pt x="870069" y="621021"/>
                </a:lnTo>
                <a:lnTo>
                  <a:pt x="850909" y="621021"/>
                </a:lnTo>
                <a:close/>
                <a:moveTo>
                  <a:pt x="369008" y="620281"/>
                </a:moveTo>
                <a:lnTo>
                  <a:pt x="496876" y="620281"/>
                </a:lnTo>
                <a:lnTo>
                  <a:pt x="496876" y="621021"/>
                </a:lnTo>
                <a:lnTo>
                  <a:pt x="369008" y="621021"/>
                </a:lnTo>
                <a:close/>
                <a:moveTo>
                  <a:pt x="74119" y="620281"/>
                </a:moveTo>
                <a:lnTo>
                  <a:pt x="85365" y="620281"/>
                </a:lnTo>
                <a:lnTo>
                  <a:pt x="85365" y="621021"/>
                </a:lnTo>
                <a:lnTo>
                  <a:pt x="74119" y="621021"/>
                </a:lnTo>
                <a:close/>
                <a:moveTo>
                  <a:pt x="306948" y="619541"/>
                </a:moveTo>
                <a:lnTo>
                  <a:pt x="319443" y="619541"/>
                </a:lnTo>
                <a:lnTo>
                  <a:pt x="319443" y="621021"/>
                </a:lnTo>
                <a:lnTo>
                  <a:pt x="306948" y="621021"/>
                </a:lnTo>
                <a:close/>
                <a:moveTo>
                  <a:pt x="105357" y="620281"/>
                </a:moveTo>
                <a:lnTo>
                  <a:pt x="130348" y="620281"/>
                </a:lnTo>
                <a:lnTo>
                  <a:pt x="130348" y="621021"/>
                </a:lnTo>
                <a:lnTo>
                  <a:pt x="105357" y="621021"/>
                </a:lnTo>
                <a:close/>
                <a:moveTo>
                  <a:pt x="251968" y="549223"/>
                </a:moveTo>
                <a:lnTo>
                  <a:pt x="256134" y="549223"/>
                </a:lnTo>
                <a:lnTo>
                  <a:pt x="256134" y="621762"/>
                </a:lnTo>
                <a:lnTo>
                  <a:pt x="251968" y="621762"/>
                </a:lnTo>
                <a:close/>
                <a:moveTo>
                  <a:pt x="144925" y="620281"/>
                </a:moveTo>
                <a:lnTo>
                  <a:pt x="159920" y="620281"/>
                </a:lnTo>
                <a:lnTo>
                  <a:pt x="159920" y="621762"/>
                </a:lnTo>
                <a:lnTo>
                  <a:pt x="144925" y="621762"/>
                </a:lnTo>
                <a:close/>
                <a:moveTo>
                  <a:pt x="194907" y="604737"/>
                </a:moveTo>
                <a:lnTo>
                  <a:pt x="212817" y="604737"/>
                </a:lnTo>
                <a:lnTo>
                  <a:pt x="212817" y="621762"/>
                </a:lnTo>
                <a:lnTo>
                  <a:pt x="194907" y="621762"/>
                </a:lnTo>
                <a:close/>
                <a:moveTo>
                  <a:pt x="850493" y="621021"/>
                </a:moveTo>
                <a:lnTo>
                  <a:pt x="870069" y="621021"/>
                </a:lnTo>
                <a:lnTo>
                  <a:pt x="870069" y="621762"/>
                </a:lnTo>
                <a:lnTo>
                  <a:pt x="850493" y="621762"/>
                </a:lnTo>
                <a:close/>
                <a:moveTo>
                  <a:pt x="564767" y="620281"/>
                </a:moveTo>
                <a:lnTo>
                  <a:pt x="599754" y="620281"/>
                </a:lnTo>
                <a:lnTo>
                  <a:pt x="599754" y="621762"/>
                </a:lnTo>
                <a:lnTo>
                  <a:pt x="564767" y="621762"/>
                </a:lnTo>
                <a:close/>
                <a:moveTo>
                  <a:pt x="104107" y="621021"/>
                </a:moveTo>
                <a:lnTo>
                  <a:pt x="130764" y="621021"/>
                </a:lnTo>
                <a:lnTo>
                  <a:pt x="130764" y="621762"/>
                </a:lnTo>
                <a:lnTo>
                  <a:pt x="104107" y="621762"/>
                </a:lnTo>
                <a:close/>
                <a:moveTo>
                  <a:pt x="306948" y="621021"/>
                </a:moveTo>
                <a:lnTo>
                  <a:pt x="319860" y="621021"/>
                </a:lnTo>
                <a:lnTo>
                  <a:pt x="319860" y="621762"/>
                </a:lnTo>
                <a:lnTo>
                  <a:pt x="306948" y="621762"/>
                </a:lnTo>
                <a:close/>
                <a:moveTo>
                  <a:pt x="225728" y="592154"/>
                </a:moveTo>
                <a:lnTo>
                  <a:pt x="239057" y="592154"/>
                </a:lnTo>
                <a:lnTo>
                  <a:pt x="239057" y="621762"/>
                </a:lnTo>
                <a:lnTo>
                  <a:pt x="225728" y="621762"/>
                </a:lnTo>
                <a:close/>
                <a:moveTo>
                  <a:pt x="369008" y="621021"/>
                </a:moveTo>
                <a:lnTo>
                  <a:pt x="497709" y="621021"/>
                </a:lnTo>
                <a:lnTo>
                  <a:pt x="497709" y="621762"/>
                </a:lnTo>
                <a:lnTo>
                  <a:pt x="369008" y="621762"/>
                </a:lnTo>
                <a:close/>
                <a:moveTo>
                  <a:pt x="397" y="549223"/>
                </a:moveTo>
                <a:lnTo>
                  <a:pt x="41631" y="549223"/>
                </a:lnTo>
                <a:lnTo>
                  <a:pt x="41631" y="621762"/>
                </a:lnTo>
                <a:lnTo>
                  <a:pt x="397" y="621762"/>
                </a:lnTo>
                <a:close/>
                <a:moveTo>
                  <a:pt x="291120" y="604737"/>
                </a:moveTo>
                <a:lnTo>
                  <a:pt x="294036" y="604737"/>
                </a:lnTo>
                <a:lnTo>
                  <a:pt x="294036" y="621762"/>
                </a:lnTo>
                <a:lnTo>
                  <a:pt x="291120" y="621762"/>
                </a:lnTo>
                <a:close/>
                <a:moveTo>
                  <a:pt x="74119" y="621021"/>
                </a:moveTo>
                <a:lnTo>
                  <a:pt x="86614" y="621021"/>
                </a:lnTo>
                <a:lnTo>
                  <a:pt x="86614" y="621762"/>
                </a:lnTo>
                <a:lnTo>
                  <a:pt x="74119" y="621762"/>
                </a:lnTo>
                <a:close/>
                <a:moveTo>
                  <a:pt x="102858" y="621762"/>
                </a:moveTo>
                <a:lnTo>
                  <a:pt x="319860" y="621762"/>
                </a:lnTo>
                <a:lnTo>
                  <a:pt x="319860" y="622502"/>
                </a:lnTo>
                <a:lnTo>
                  <a:pt x="102858" y="622502"/>
                </a:lnTo>
                <a:close/>
                <a:moveTo>
                  <a:pt x="849660" y="621762"/>
                </a:moveTo>
                <a:lnTo>
                  <a:pt x="870069" y="621762"/>
                </a:lnTo>
                <a:lnTo>
                  <a:pt x="870069" y="622502"/>
                </a:lnTo>
                <a:lnTo>
                  <a:pt x="849660" y="622502"/>
                </a:lnTo>
                <a:close/>
                <a:moveTo>
                  <a:pt x="397" y="621762"/>
                </a:moveTo>
                <a:lnTo>
                  <a:pt x="88280" y="621762"/>
                </a:lnTo>
                <a:lnTo>
                  <a:pt x="88280" y="622502"/>
                </a:lnTo>
                <a:lnTo>
                  <a:pt x="397" y="622502"/>
                </a:lnTo>
                <a:close/>
                <a:moveTo>
                  <a:pt x="565184" y="621762"/>
                </a:moveTo>
                <a:lnTo>
                  <a:pt x="599754" y="621762"/>
                </a:lnTo>
                <a:lnTo>
                  <a:pt x="599754" y="622502"/>
                </a:lnTo>
                <a:lnTo>
                  <a:pt x="565184" y="622502"/>
                </a:lnTo>
                <a:close/>
                <a:moveTo>
                  <a:pt x="369008" y="621762"/>
                </a:moveTo>
                <a:lnTo>
                  <a:pt x="498542" y="621762"/>
                </a:lnTo>
                <a:lnTo>
                  <a:pt x="498542" y="622502"/>
                </a:lnTo>
                <a:lnTo>
                  <a:pt x="369008" y="622502"/>
                </a:lnTo>
                <a:close/>
                <a:moveTo>
                  <a:pt x="101192" y="622502"/>
                </a:moveTo>
                <a:lnTo>
                  <a:pt x="498959" y="622502"/>
                </a:lnTo>
                <a:lnTo>
                  <a:pt x="498959" y="623242"/>
                </a:lnTo>
                <a:lnTo>
                  <a:pt x="101192" y="623242"/>
                </a:lnTo>
                <a:close/>
                <a:moveTo>
                  <a:pt x="397" y="622502"/>
                </a:moveTo>
                <a:lnTo>
                  <a:pt x="89946" y="622502"/>
                </a:lnTo>
                <a:lnTo>
                  <a:pt x="89946" y="623242"/>
                </a:lnTo>
                <a:lnTo>
                  <a:pt x="397" y="623242"/>
                </a:lnTo>
                <a:close/>
                <a:moveTo>
                  <a:pt x="849243" y="622502"/>
                </a:moveTo>
                <a:lnTo>
                  <a:pt x="870069" y="622502"/>
                </a:lnTo>
                <a:lnTo>
                  <a:pt x="870069" y="623242"/>
                </a:lnTo>
                <a:lnTo>
                  <a:pt x="849243" y="623242"/>
                </a:lnTo>
                <a:close/>
                <a:moveTo>
                  <a:pt x="848410" y="623242"/>
                </a:moveTo>
                <a:lnTo>
                  <a:pt x="870069" y="623242"/>
                </a:lnTo>
                <a:lnTo>
                  <a:pt x="870069" y="623982"/>
                </a:lnTo>
                <a:lnTo>
                  <a:pt x="848410" y="623982"/>
                </a:lnTo>
                <a:close/>
                <a:moveTo>
                  <a:pt x="397" y="623242"/>
                </a:moveTo>
                <a:lnTo>
                  <a:pt x="499792" y="623242"/>
                </a:lnTo>
                <a:lnTo>
                  <a:pt x="499792" y="623982"/>
                </a:lnTo>
                <a:lnTo>
                  <a:pt x="397" y="623982"/>
                </a:lnTo>
                <a:close/>
                <a:moveTo>
                  <a:pt x="565600" y="622502"/>
                </a:moveTo>
                <a:lnTo>
                  <a:pt x="599754" y="622502"/>
                </a:lnTo>
                <a:lnTo>
                  <a:pt x="599754" y="623982"/>
                </a:lnTo>
                <a:lnTo>
                  <a:pt x="565600" y="623982"/>
                </a:lnTo>
                <a:close/>
                <a:moveTo>
                  <a:pt x="847994" y="623982"/>
                </a:moveTo>
                <a:lnTo>
                  <a:pt x="870069" y="623982"/>
                </a:lnTo>
                <a:lnTo>
                  <a:pt x="870069" y="624722"/>
                </a:lnTo>
                <a:lnTo>
                  <a:pt x="847994" y="624722"/>
                </a:lnTo>
                <a:close/>
                <a:moveTo>
                  <a:pt x="397" y="623982"/>
                </a:moveTo>
                <a:lnTo>
                  <a:pt x="500625" y="623982"/>
                </a:lnTo>
                <a:lnTo>
                  <a:pt x="500625" y="624722"/>
                </a:lnTo>
                <a:lnTo>
                  <a:pt x="397" y="624722"/>
                </a:lnTo>
                <a:close/>
                <a:moveTo>
                  <a:pt x="566017" y="623982"/>
                </a:moveTo>
                <a:lnTo>
                  <a:pt x="599754" y="623982"/>
                </a:lnTo>
                <a:lnTo>
                  <a:pt x="599754" y="625463"/>
                </a:lnTo>
                <a:lnTo>
                  <a:pt x="566017" y="625463"/>
                </a:lnTo>
                <a:close/>
                <a:moveTo>
                  <a:pt x="397" y="624722"/>
                </a:moveTo>
                <a:lnTo>
                  <a:pt x="501458" y="624722"/>
                </a:lnTo>
                <a:lnTo>
                  <a:pt x="501458" y="625463"/>
                </a:lnTo>
                <a:lnTo>
                  <a:pt x="397" y="625463"/>
                </a:lnTo>
                <a:close/>
                <a:moveTo>
                  <a:pt x="847161" y="624722"/>
                </a:moveTo>
                <a:lnTo>
                  <a:pt x="870069" y="624722"/>
                </a:lnTo>
                <a:lnTo>
                  <a:pt x="870069" y="625463"/>
                </a:lnTo>
                <a:lnTo>
                  <a:pt x="847161" y="625463"/>
                </a:lnTo>
                <a:close/>
                <a:moveTo>
                  <a:pt x="397" y="625463"/>
                </a:moveTo>
                <a:lnTo>
                  <a:pt x="502291" y="625463"/>
                </a:lnTo>
                <a:lnTo>
                  <a:pt x="502291" y="626203"/>
                </a:lnTo>
                <a:lnTo>
                  <a:pt x="397" y="626203"/>
                </a:lnTo>
                <a:close/>
                <a:moveTo>
                  <a:pt x="846328" y="625463"/>
                </a:moveTo>
                <a:lnTo>
                  <a:pt x="870069" y="625463"/>
                </a:lnTo>
                <a:lnTo>
                  <a:pt x="870069" y="626203"/>
                </a:lnTo>
                <a:lnTo>
                  <a:pt x="846328" y="626203"/>
                </a:lnTo>
                <a:close/>
                <a:moveTo>
                  <a:pt x="566433" y="625463"/>
                </a:moveTo>
                <a:lnTo>
                  <a:pt x="599754" y="625463"/>
                </a:lnTo>
                <a:lnTo>
                  <a:pt x="599754" y="626203"/>
                </a:lnTo>
                <a:lnTo>
                  <a:pt x="566433" y="626203"/>
                </a:lnTo>
                <a:close/>
                <a:moveTo>
                  <a:pt x="845495" y="626203"/>
                </a:moveTo>
                <a:lnTo>
                  <a:pt x="870069" y="626203"/>
                </a:lnTo>
                <a:lnTo>
                  <a:pt x="870069" y="626943"/>
                </a:lnTo>
                <a:lnTo>
                  <a:pt x="845495" y="626943"/>
                </a:lnTo>
                <a:close/>
                <a:moveTo>
                  <a:pt x="397" y="626203"/>
                </a:moveTo>
                <a:lnTo>
                  <a:pt x="503124" y="626203"/>
                </a:lnTo>
                <a:lnTo>
                  <a:pt x="503124" y="626943"/>
                </a:lnTo>
                <a:lnTo>
                  <a:pt x="397" y="626943"/>
                </a:lnTo>
                <a:close/>
                <a:moveTo>
                  <a:pt x="566850" y="626203"/>
                </a:moveTo>
                <a:lnTo>
                  <a:pt x="599754" y="626203"/>
                </a:lnTo>
                <a:lnTo>
                  <a:pt x="599754" y="627683"/>
                </a:lnTo>
                <a:lnTo>
                  <a:pt x="566850" y="627683"/>
                </a:lnTo>
                <a:close/>
                <a:moveTo>
                  <a:pt x="844662" y="626943"/>
                </a:moveTo>
                <a:lnTo>
                  <a:pt x="870069" y="626943"/>
                </a:lnTo>
                <a:lnTo>
                  <a:pt x="870069" y="627683"/>
                </a:lnTo>
                <a:lnTo>
                  <a:pt x="844662" y="627683"/>
                </a:lnTo>
                <a:close/>
                <a:moveTo>
                  <a:pt x="397" y="626943"/>
                </a:moveTo>
                <a:lnTo>
                  <a:pt x="503957" y="626943"/>
                </a:lnTo>
                <a:lnTo>
                  <a:pt x="503957" y="627683"/>
                </a:lnTo>
                <a:lnTo>
                  <a:pt x="397" y="627683"/>
                </a:lnTo>
                <a:close/>
                <a:moveTo>
                  <a:pt x="843412" y="627683"/>
                </a:moveTo>
                <a:lnTo>
                  <a:pt x="870069" y="627683"/>
                </a:lnTo>
                <a:lnTo>
                  <a:pt x="870069" y="628423"/>
                </a:lnTo>
                <a:lnTo>
                  <a:pt x="843412" y="628423"/>
                </a:lnTo>
                <a:close/>
                <a:moveTo>
                  <a:pt x="765525" y="609919"/>
                </a:moveTo>
                <a:lnTo>
                  <a:pt x="772189" y="609919"/>
                </a:lnTo>
                <a:lnTo>
                  <a:pt x="772189" y="628423"/>
                </a:lnTo>
                <a:lnTo>
                  <a:pt x="765525" y="628423"/>
                </a:lnTo>
                <a:close/>
                <a:moveTo>
                  <a:pt x="397" y="627683"/>
                </a:moveTo>
                <a:lnTo>
                  <a:pt x="505206" y="627683"/>
                </a:lnTo>
                <a:lnTo>
                  <a:pt x="505206" y="628423"/>
                </a:lnTo>
                <a:lnTo>
                  <a:pt x="397" y="628423"/>
                </a:lnTo>
                <a:close/>
                <a:moveTo>
                  <a:pt x="842163" y="628423"/>
                </a:moveTo>
                <a:lnTo>
                  <a:pt x="870069" y="628423"/>
                </a:lnTo>
                <a:lnTo>
                  <a:pt x="870069" y="629164"/>
                </a:lnTo>
                <a:lnTo>
                  <a:pt x="842163" y="629164"/>
                </a:lnTo>
                <a:close/>
                <a:moveTo>
                  <a:pt x="397" y="628423"/>
                </a:moveTo>
                <a:lnTo>
                  <a:pt x="506039" y="628423"/>
                </a:lnTo>
                <a:lnTo>
                  <a:pt x="506039" y="629164"/>
                </a:lnTo>
                <a:lnTo>
                  <a:pt x="397" y="629164"/>
                </a:lnTo>
                <a:close/>
                <a:moveTo>
                  <a:pt x="397" y="629164"/>
                </a:moveTo>
                <a:lnTo>
                  <a:pt x="507289" y="629164"/>
                </a:lnTo>
                <a:lnTo>
                  <a:pt x="507289" y="629904"/>
                </a:lnTo>
                <a:lnTo>
                  <a:pt x="397" y="629904"/>
                </a:lnTo>
                <a:close/>
                <a:moveTo>
                  <a:pt x="567266" y="627683"/>
                </a:moveTo>
                <a:lnTo>
                  <a:pt x="599754" y="627683"/>
                </a:lnTo>
                <a:lnTo>
                  <a:pt x="599754" y="629904"/>
                </a:lnTo>
                <a:lnTo>
                  <a:pt x="567266" y="629904"/>
                </a:lnTo>
                <a:close/>
                <a:moveTo>
                  <a:pt x="840913" y="629164"/>
                </a:moveTo>
                <a:lnTo>
                  <a:pt x="870069" y="629164"/>
                </a:lnTo>
                <a:lnTo>
                  <a:pt x="870069" y="629904"/>
                </a:lnTo>
                <a:lnTo>
                  <a:pt x="840913" y="629904"/>
                </a:lnTo>
                <a:close/>
                <a:moveTo>
                  <a:pt x="839247" y="629904"/>
                </a:moveTo>
                <a:lnTo>
                  <a:pt x="870069" y="629904"/>
                </a:lnTo>
                <a:lnTo>
                  <a:pt x="870069" y="630644"/>
                </a:lnTo>
                <a:lnTo>
                  <a:pt x="839247" y="630644"/>
                </a:lnTo>
                <a:close/>
                <a:moveTo>
                  <a:pt x="397" y="629904"/>
                </a:moveTo>
                <a:lnTo>
                  <a:pt x="508122" y="629904"/>
                </a:lnTo>
                <a:lnTo>
                  <a:pt x="508122" y="630644"/>
                </a:lnTo>
                <a:lnTo>
                  <a:pt x="397" y="630644"/>
                </a:lnTo>
                <a:close/>
                <a:moveTo>
                  <a:pt x="397" y="630644"/>
                </a:moveTo>
                <a:lnTo>
                  <a:pt x="509371" y="630644"/>
                </a:lnTo>
                <a:lnTo>
                  <a:pt x="509371" y="631384"/>
                </a:lnTo>
                <a:lnTo>
                  <a:pt x="397" y="631384"/>
                </a:lnTo>
                <a:close/>
                <a:moveTo>
                  <a:pt x="567683" y="629904"/>
                </a:moveTo>
                <a:lnTo>
                  <a:pt x="599754" y="629904"/>
                </a:lnTo>
                <a:lnTo>
                  <a:pt x="599754" y="631384"/>
                </a:lnTo>
                <a:lnTo>
                  <a:pt x="567683" y="631384"/>
                </a:lnTo>
                <a:close/>
                <a:moveTo>
                  <a:pt x="838831" y="630644"/>
                </a:moveTo>
                <a:lnTo>
                  <a:pt x="870069" y="630644"/>
                </a:lnTo>
                <a:lnTo>
                  <a:pt x="870069" y="631384"/>
                </a:lnTo>
                <a:lnTo>
                  <a:pt x="838831" y="631384"/>
                </a:lnTo>
                <a:close/>
                <a:moveTo>
                  <a:pt x="397" y="631384"/>
                </a:moveTo>
                <a:lnTo>
                  <a:pt x="510621" y="631384"/>
                </a:lnTo>
                <a:lnTo>
                  <a:pt x="510621" y="632124"/>
                </a:lnTo>
                <a:lnTo>
                  <a:pt x="397" y="632124"/>
                </a:lnTo>
                <a:close/>
                <a:moveTo>
                  <a:pt x="840080" y="631384"/>
                </a:moveTo>
                <a:lnTo>
                  <a:pt x="870069" y="631384"/>
                </a:lnTo>
                <a:lnTo>
                  <a:pt x="870069" y="632124"/>
                </a:lnTo>
                <a:lnTo>
                  <a:pt x="840080" y="632124"/>
                </a:lnTo>
                <a:close/>
                <a:moveTo>
                  <a:pt x="397" y="632124"/>
                </a:moveTo>
                <a:lnTo>
                  <a:pt x="511871" y="632124"/>
                </a:lnTo>
                <a:lnTo>
                  <a:pt x="511871" y="632865"/>
                </a:lnTo>
                <a:lnTo>
                  <a:pt x="397" y="632865"/>
                </a:lnTo>
                <a:close/>
                <a:moveTo>
                  <a:pt x="840913" y="632124"/>
                </a:moveTo>
                <a:lnTo>
                  <a:pt x="870069" y="632124"/>
                </a:lnTo>
                <a:lnTo>
                  <a:pt x="870069" y="632865"/>
                </a:lnTo>
                <a:lnTo>
                  <a:pt x="840913" y="632865"/>
                </a:lnTo>
                <a:close/>
                <a:moveTo>
                  <a:pt x="397" y="632865"/>
                </a:moveTo>
                <a:lnTo>
                  <a:pt x="513120" y="632865"/>
                </a:lnTo>
                <a:lnTo>
                  <a:pt x="513120" y="633605"/>
                </a:lnTo>
                <a:lnTo>
                  <a:pt x="397" y="633605"/>
                </a:lnTo>
                <a:close/>
                <a:moveTo>
                  <a:pt x="568099" y="631384"/>
                </a:moveTo>
                <a:lnTo>
                  <a:pt x="599754" y="631384"/>
                </a:lnTo>
                <a:lnTo>
                  <a:pt x="599754" y="633605"/>
                </a:lnTo>
                <a:lnTo>
                  <a:pt x="568099" y="633605"/>
                </a:lnTo>
                <a:close/>
                <a:moveTo>
                  <a:pt x="842163" y="632865"/>
                </a:moveTo>
                <a:lnTo>
                  <a:pt x="870069" y="632865"/>
                </a:lnTo>
                <a:lnTo>
                  <a:pt x="870069" y="633605"/>
                </a:lnTo>
                <a:lnTo>
                  <a:pt x="842163" y="633605"/>
                </a:lnTo>
                <a:close/>
                <a:moveTo>
                  <a:pt x="397" y="633605"/>
                </a:moveTo>
                <a:lnTo>
                  <a:pt x="514786" y="633605"/>
                </a:lnTo>
                <a:lnTo>
                  <a:pt x="514786" y="634345"/>
                </a:lnTo>
                <a:lnTo>
                  <a:pt x="397" y="634345"/>
                </a:lnTo>
                <a:close/>
                <a:moveTo>
                  <a:pt x="842996" y="633605"/>
                </a:moveTo>
                <a:lnTo>
                  <a:pt x="870069" y="633605"/>
                </a:lnTo>
                <a:lnTo>
                  <a:pt x="870069" y="634345"/>
                </a:lnTo>
                <a:lnTo>
                  <a:pt x="842996" y="634345"/>
                </a:lnTo>
                <a:close/>
                <a:moveTo>
                  <a:pt x="948789" y="595855"/>
                </a:moveTo>
                <a:lnTo>
                  <a:pt x="1000000" y="595855"/>
                </a:lnTo>
                <a:lnTo>
                  <a:pt x="1000000" y="634345"/>
                </a:lnTo>
                <a:lnTo>
                  <a:pt x="948789" y="634345"/>
                </a:lnTo>
                <a:close/>
                <a:moveTo>
                  <a:pt x="843412" y="634345"/>
                </a:moveTo>
                <a:lnTo>
                  <a:pt x="870069" y="634345"/>
                </a:lnTo>
                <a:lnTo>
                  <a:pt x="870069" y="635085"/>
                </a:lnTo>
                <a:lnTo>
                  <a:pt x="843412" y="635085"/>
                </a:lnTo>
                <a:close/>
                <a:moveTo>
                  <a:pt x="630576" y="604737"/>
                </a:moveTo>
                <a:lnTo>
                  <a:pt x="662647" y="604737"/>
                </a:lnTo>
                <a:lnTo>
                  <a:pt x="662647" y="635085"/>
                </a:lnTo>
                <a:lnTo>
                  <a:pt x="630576" y="635085"/>
                </a:lnTo>
                <a:close/>
                <a:moveTo>
                  <a:pt x="397" y="634345"/>
                </a:moveTo>
                <a:lnTo>
                  <a:pt x="516036" y="634345"/>
                </a:lnTo>
                <a:lnTo>
                  <a:pt x="516036" y="635085"/>
                </a:lnTo>
                <a:lnTo>
                  <a:pt x="397" y="635085"/>
                </a:lnTo>
                <a:close/>
                <a:moveTo>
                  <a:pt x="397" y="635085"/>
                </a:moveTo>
                <a:lnTo>
                  <a:pt x="517702" y="635085"/>
                </a:lnTo>
                <a:lnTo>
                  <a:pt x="517702" y="635825"/>
                </a:lnTo>
                <a:lnTo>
                  <a:pt x="397" y="635825"/>
                </a:lnTo>
                <a:close/>
                <a:moveTo>
                  <a:pt x="568516" y="633605"/>
                </a:moveTo>
                <a:lnTo>
                  <a:pt x="599754" y="633605"/>
                </a:lnTo>
                <a:lnTo>
                  <a:pt x="599754" y="635825"/>
                </a:lnTo>
                <a:lnTo>
                  <a:pt x="568516" y="635825"/>
                </a:lnTo>
                <a:close/>
                <a:moveTo>
                  <a:pt x="844245" y="635085"/>
                </a:moveTo>
                <a:lnTo>
                  <a:pt x="870069" y="635085"/>
                </a:lnTo>
                <a:lnTo>
                  <a:pt x="870069" y="635825"/>
                </a:lnTo>
                <a:lnTo>
                  <a:pt x="844245" y="635825"/>
                </a:lnTo>
                <a:close/>
                <a:moveTo>
                  <a:pt x="397" y="635825"/>
                </a:moveTo>
                <a:lnTo>
                  <a:pt x="519368" y="635825"/>
                </a:lnTo>
                <a:lnTo>
                  <a:pt x="519368" y="636566"/>
                </a:lnTo>
                <a:lnTo>
                  <a:pt x="397" y="636566"/>
                </a:lnTo>
                <a:close/>
                <a:moveTo>
                  <a:pt x="845078" y="635825"/>
                </a:moveTo>
                <a:lnTo>
                  <a:pt x="870069" y="635825"/>
                </a:lnTo>
                <a:lnTo>
                  <a:pt x="870069" y="636566"/>
                </a:lnTo>
                <a:lnTo>
                  <a:pt x="845078" y="636566"/>
                </a:lnTo>
                <a:close/>
                <a:moveTo>
                  <a:pt x="765108" y="628423"/>
                </a:moveTo>
                <a:lnTo>
                  <a:pt x="772189" y="628423"/>
                </a:lnTo>
                <a:lnTo>
                  <a:pt x="772189" y="637306"/>
                </a:lnTo>
                <a:lnTo>
                  <a:pt x="765108" y="637306"/>
                </a:lnTo>
                <a:close/>
                <a:moveTo>
                  <a:pt x="845495" y="636566"/>
                </a:moveTo>
                <a:lnTo>
                  <a:pt x="870069" y="636566"/>
                </a:lnTo>
                <a:lnTo>
                  <a:pt x="870069" y="637306"/>
                </a:lnTo>
                <a:lnTo>
                  <a:pt x="845495" y="637306"/>
                </a:lnTo>
                <a:close/>
                <a:moveTo>
                  <a:pt x="397" y="636566"/>
                </a:moveTo>
                <a:lnTo>
                  <a:pt x="521034" y="636566"/>
                </a:lnTo>
                <a:lnTo>
                  <a:pt x="521034" y="637306"/>
                </a:lnTo>
                <a:lnTo>
                  <a:pt x="397" y="637306"/>
                </a:lnTo>
                <a:close/>
                <a:moveTo>
                  <a:pt x="803427" y="637306"/>
                </a:moveTo>
                <a:lnTo>
                  <a:pt x="805510" y="637306"/>
                </a:lnTo>
                <a:lnTo>
                  <a:pt x="805510" y="638046"/>
                </a:lnTo>
                <a:lnTo>
                  <a:pt x="803427" y="638046"/>
                </a:lnTo>
                <a:close/>
                <a:moveTo>
                  <a:pt x="845911" y="637306"/>
                </a:moveTo>
                <a:lnTo>
                  <a:pt x="870069" y="637306"/>
                </a:lnTo>
                <a:lnTo>
                  <a:pt x="870069" y="638046"/>
                </a:lnTo>
                <a:lnTo>
                  <a:pt x="845911" y="638046"/>
                </a:lnTo>
                <a:close/>
                <a:moveTo>
                  <a:pt x="397" y="637306"/>
                </a:moveTo>
                <a:lnTo>
                  <a:pt x="522700" y="637306"/>
                </a:lnTo>
                <a:lnTo>
                  <a:pt x="522700" y="638046"/>
                </a:lnTo>
                <a:lnTo>
                  <a:pt x="397" y="638046"/>
                </a:lnTo>
                <a:close/>
                <a:moveTo>
                  <a:pt x="568932" y="635825"/>
                </a:moveTo>
                <a:lnTo>
                  <a:pt x="599754" y="635825"/>
                </a:lnTo>
                <a:lnTo>
                  <a:pt x="599754" y="638786"/>
                </a:lnTo>
                <a:lnTo>
                  <a:pt x="568932" y="638786"/>
                </a:lnTo>
                <a:close/>
                <a:moveTo>
                  <a:pt x="846744" y="638046"/>
                </a:moveTo>
                <a:lnTo>
                  <a:pt x="870069" y="638046"/>
                </a:lnTo>
                <a:lnTo>
                  <a:pt x="870069" y="638786"/>
                </a:lnTo>
                <a:lnTo>
                  <a:pt x="846744" y="638786"/>
                </a:lnTo>
                <a:close/>
                <a:moveTo>
                  <a:pt x="803427" y="638046"/>
                </a:moveTo>
                <a:lnTo>
                  <a:pt x="808842" y="638046"/>
                </a:lnTo>
                <a:lnTo>
                  <a:pt x="808842" y="638786"/>
                </a:lnTo>
                <a:lnTo>
                  <a:pt x="803427" y="638786"/>
                </a:lnTo>
                <a:close/>
                <a:moveTo>
                  <a:pt x="397" y="638046"/>
                </a:moveTo>
                <a:lnTo>
                  <a:pt x="524366" y="638046"/>
                </a:lnTo>
                <a:lnTo>
                  <a:pt x="524366" y="638786"/>
                </a:lnTo>
                <a:lnTo>
                  <a:pt x="397" y="638786"/>
                </a:lnTo>
                <a:close/>
                <a:moveTo>
                  <a:pt x="803427" y="638786"/>
                </a:moveTo>
                <a:lnTo>
                  <a:pt x="810092" y="638786"/>
                </a:lnTo>
                <a:lnTo>
                  <a:pt x="810092" y="639526"/>
                </a:lnTo>
                <a:lnTo>
                  <a:pt x="803427" y="639526"/>
                </a:lnTo>
                <a:close/>
                <a:moveTo>
                  <a:pt x="847161" y="638786"/>
                </a:moveTo>
                <a:lnTo>
                  <a:pt x="870069" y="638786"/>
                </a:lnTo>
                <a:lnTo>
                  <a:pt x="870069" y="639526"/>
                </a:lnTo>
                <a:lnTo>
                  <a:pt x="847161" y="639526"/>
                </a:lnTo>
                <a:close/>
                <a:moveTo>
                  <a:pt x="397" y="638786"/>
                </a:moveTo>
                <a:lnTo>
                  <a:pt x="526032" y="638786"/>
                </a:lnTo>
                <a:lnTo>
                  <a:pt x="526032" y="639526"/>
                </a:lnTo>
                <a:lnTo>
                  <a:pt x="397" y="639526"/>
                </a:lnTo>
                <a:close/>
                <a:moveTo>
                  <a:pt x="803427" y="639526"/>
                </a:moveTo>
                <a:lnTo>
                  <a:pt x="811341" y="639526"/>
                </a:lnTo>
                <a:lnTo>
                  <a:pt x="811341" y="640266"/>
                </a:lnTo>
                <a:lnTo>
                  <a:pt x="803427" y="640266"/>
                </a:lnTo>
                <a:close/>
                <a:moveTo>
                  <a:pt x="397" y="639526"/>
                </a:moveTo>
                <a:lnTo>
                  <a:pt x="527281" y="639526"/>
                </a:lnTo>
                <a:lnTo>
                  <a:pt x="527281" y="640266"/>
                </a:lnTo>
                <a:lnTo>
                  <a:pt x="397" y="640266"/>
                </a:lnTo>
                <a:close/>
                <a:moveTo>
                  <a:pt x="803427" y="640266"/>
                </a:moveTo>
                <a:lnTo>
                  <a:pt x="811758" y="640266"/>
                </a:lnTo>
                <a:lnTo>
                  <a:pt x="811758" y="641007"/>
                </a:lnTo>
                <a:lnTo>
                  <a:pt x="803427" y="641007"/>
                </a:lnTo>
                <a:close/>
                <a:moveTo>
                  <a:pt x="397" y="640266"/>
                </a:moveTo>
                <a:lnTo>
                  <a:pt x="528531" y="640266"/>
                </a:lnTo>
                <a:lnTo>
                  <a:pt x="528531" y="641007"/>
                </a:lnTo>
                <a:lnTo>
                  <a:pt x="397" y="641007"/>
                </a:lnTo>
                <a:close/>
                <a:moveTo>
                  <a:pt x="847577" y="639526"/>
                </a:moveTo>
                <a:lnTo>
                  <a:pt x="870069" y="639526"/>
                </a:lnTo>
                <a:lnTo>
                  <a:pt x="870069" y="641007"/>
                </a:lnTo>
                <a:lnTo>
                  <a:pt x="847577" y="641007"/>
                </a:lnTo>
                <a:close/>
                <a:moveTo>
                  <a:pt x="397" y="641007"/>
                </a:moveTo>
                <a:lnTo>
                  <a:pt x="529780" y="641007"/>
                </a:lnTo>
                <a:lnTo>
                  <a:pt x="529780" y="641747"/>
                </a:lnTo>
                <a:lnTo>
                  <a:pt x="397" y="641747"/>
                </a:lnTo>
                <a:close/>
                <a:moveTo>
                  <a:pt x="847994" y="641007"/>
                </a:moveTo>
                <a:lnTo>
                  <a:pt x="870069" y="641007"/>
                </a:lnTo>
                <a:lnTo>
                  <a:pt x="870069" y="641747"/>
                </a:lnTo>
                <a:lnTo>
                  <a:pt x="847994" y="641747"/>
                </a:lnTo>
                <a:close/>
                <a:moveTo>
                  <a:pt x="630576" y="635085"/>
                </a:moveTo>
                <a:lnTo>
                  <a:pt x="663064" y="635085"/>
                </a:lnTo>
                <a:lnTo>
                  <a:pt x="663064" y="641747"/>
                </a:lnTo>
                <a:lnTo>
                  <a:pt x="630576" y="641747"/>
                </a:lnTo>
                <a:close/>
                <a:moveTo>
                  <a:pt x="803427" y="641007"/>
                </a:moveTo>
                <a:lnTo>
                  <a:pt x="812591" y="641007"/>
                </a:lnTo>
                <a:lnTo>
                  <a:pt x="812591" y="641747"/>
                </a:lnTo>
                <a:lnTo>
                  <a:pt x="803427" y="641747"/>
                </a:lnTo>
                <a:close/>
                <a:moveTo>
                  <a:pt x="848410" y="641747"/>
                </a:moveTo>
                <a:lnTo>
                  <a:pt x="870069" y="641747"/>
                </a:lnTo>
                <a:lnTo>
                  <a:pt x="870069" y="642487"/>
                </a:lnTo>
                <a:lnTo>
                  <a:pt x="848410" y="642487"/>
                </a:lnTo>
                <a:close/>
                <a:moveTo>
                  <a:pt x="397" y="641747"/>
                </a:moveTo>
                <a:lnTo>
                  <a:pt x="531030" y="641747"/>
                </a:lnTo>
                <a:lnTo>
                  <a:pt x="531030" y="642487"/>
                </a:lnTo>
                <a:lnTo>
                  <a:pt x="397" y="642487"/>
                </a:lnTo>
                <a:close/>
                <a:moveTo>
                  <a:pt x="569349" y="638786"/>
                </a:moveTo>
                <a:lnTo>
                  <a:pt x="599754" y="638786"/>
                </a:lnTo>
                <a:lnTo>
                  <a:pt x="599754" y="642487"/>
                </a:lnTo>
                <a:lnTo>
                  <a:pt x="569349" y="642487"/>
                </a:lnTo>
                <a:close/>
                <a:moveTo>
                  <a:pt x="803427" y="641747"/>
                </a:moveTo>
                <a:lnTo>
                  <a:pt x="813007" y="641747"/>
                </a:lnTo>
                <a:lnTo>
                  <a:pt x="813007" y="642487"/>
                </a:lnTo>
                <a:lnTo>
                  <a:pt x="803427" y="642487"/>
                </a:lnTo>
                <a:close/>
                <a:moveTo>
                  <a:pt x="397" y="642487"/>
                </a:moveTo>
                <a:lnTo>
                  <a:pt x="531863" y="642487"/>
                </a:lnTo>
                <a:lnTo>
                  <a:pt x="531863" y="643227"/>
                </a:lnTo>
                <a:lnTo>
                  <a:pt x="397" y="643227"/>
                </a:lnTo>
                <a:close/>
                <a:moveTo>
                  <a:pt x="803427" y="642487"/>
                </a:moveTo>
                <a:lnTo>
                  <a:pt x="813840" y="642487"/>
                </a:lnTo>
                <a:lnTo>
                  <a:pt x="813840" y="643227"/>
                </a:lnTo>
                <a:lnTo>
                  <a:pt x="803427" y="643227"/>
                </a:lnTo>
                <a:close/>
                <a:moveTo>
                  <a:pt x="848827" y="642487"/>
                </a:moveTo>
                <a:lnTo>
                  <a:pt x="870069" y="642487"/>
                </a:lnTo>
                <a:lnTo>
                  <a:pt x="870069" y="643227"/>
                </a:lnTo>
                <a:lnTo>
                  <a:pt x="848827" y="643227"/>
                </a:lnTo>
                <a:close/>
                <a:moveTo>
                  <a:pt x="764692" y="637306"/>
                </a:moveTo>
                <a:lnTo>
                  <a:pt x="772189" y="637306"/>
                </a:lnTo>
                <a:lnTo>
                  <a:pt x="772189" y="643227"/>
                </a:lnTo>
                <a:lnTo>
                  <a:pt x="764692" y="643227"/>
                </a:lnTo>
                <a:close/>
                <a:moveTo>
                  <a:pt x="849243" y="643227"/>
                </a:moveTo>
                <a:lnTo>
                  <a:pt x="870069" y="643227"/>
                </a:lnTo>
                <a:lnTo>
                  <a:pt x="870069" y="643967"/>
                </a:lnTo>
                <a:lnTo>
                  <a:pt x="849243" y="643967"/>
                </a:lnTo>
                <a:close/>
                <a:moveTo>
                  <a:pt x="397" y="643227"/>
                </a:moveTo>
                <a:lnTo>
                  <a:pt x="533113" y="643227"/>
                </a:lnTo>
                <a:lnTo>
                  <a:pt x="533113" y="643967"/>
                </a:lnTo>
                <a:lnTo>
                  <a:pt x="397" y="643967"/>
                </a:lnTo>
                <a:close/>
                <a:moveTo>
                  <a:pt x="397" y="643967"/>
                </a:moveTo>
                <a:lnTo>
                  <a:pt x="533946" y="643967"/>
                </a:lnTo>
                <a:lnTo>
                  <a:pt x="533946" y="644708"/>
                </a:lnTo>
                <a:lnTo>
                  <a:pt x="397" y="644708"/>
                </a:lnTo>
                <a:close/>
                <a:moveTo>
                  <a:pt x="803427" y="643227"/>
                </a:moveTo>
                <a:lnTo>
                  <a:pt x="814257" y="643227"/>
                </a:lnTo>
                <a:lnTo>
                  <a:pt x="814257" y="644708"/>
                </a:lnTo>
                <a:lnTo>
                  <a:pt x="803427" y="644708"/>
                </a:lnTo>
                <a:close/>
                <a:moveTo>
                  <a:pt x="397" y="644708"/>
                </a:moveTo>
                <a:lnTo>
                  <a:pt x="534362" y="644708"/>
                </a:lnTo>
                <a:lnTo>
                  <a:pt x="534362" y="645448"/>
                </a:lnTo>
                <a:lnTo>
                  <a:pt x="397" y="645448"/>
                </a:lnTo>
                <a:close/>
                <a:moveTo>
                  <a:pt x="803427" y="644708"/>
                </a:moveTo>
                <a:lnTo>
                  <a:pt x="814673" y="644708"/>
                </a:lnTo>
                <a:lnTo>
                  <a:pt x="814673" y="645448"/>
                </a:lnTo>
                <a:lnTo>
                  <a:pt x="803427" y="645448"/>
                </a:lnTo>
                <a:close/>
                <a:moveTo>
                  <a:pt x="849660" y="643967"/>
                </a:moveTo>
                <a:lnTo>
                  <a:pt x="870069" y="643967"/>
                </a:lnTo>
                <a:lnTo>
                  <a:pt x="870069" y="645448"/>
                </a:lnTo>
                <a:lnTo>
                  <a:pt x="849660" y="645448"/>
                </a:lnTo>
                <a:close/>
                <a:moveTo>
                  <a:pt x="850076" y="645448"/>
                </a:moveTo>
                <a:lnTo>
                  <a:pt x="870069" y="645448"/>
                </a:lnTo>
                <a:lnTo>
                  <a:pt x="870069" y="646188"/>
                </a:lnTo>
                <a:lnTo>
                  <a:pt x="850076" y="646188"/>
                </a:lnTo>
                <a:close/>
                <a:moveTo>
                  <a:pt x="397" y="645448"/>
                </a:moveTo>
                <a:lnTo>
                  <a:pt x="535195" y="645448"/>
                </a:lnTo>
                <a:lnTo>
                  <a:pt x="535195" y="646188"/>
                </a:lnTo>
                <a:lnTo>
                  <a:pt x="397" y="646188"/>
                </a:lnTo>
                <a:close/>
                <a:moveTo>
                  <a:pt x="630576" y="641747"/>
                </a:moveTo>
                <a:lnTo>
                  <a:pt x="663480" y="641747"/>
                </a:lnTo>
                <a:lnTo>
                  <a:pt x="663480" y="646188"/>
                </a:lnTo>
                <a:lnTo>
                  <a:pt x="630576" y="646188"/>
                </a:lnTo>
                <a:close/>
                <a:moveTo>
                  <a:pt x="803427" y="645448"/>
                </a:moveTo>
                <a:lnTo>
                  <a:pt x="815090" y="645448"/>
                </a:lnTo>
                <a:lnTo>
                  <a:pt x="815090" y="646188"/>
                </a:lnTo>
                <a:lnTo>
                  <a:pt x="803427" y="646188"/>
                </a:lnTo>
                <a:close/>
                <a:moveTo>
                  <a:pt x="850493" y="646188"/>
                </a:moveTo>
                <a:lnTo>
                  <a:pt x="870069" y="646188"/>
                </a:lnTo>
                <a:lnTo>
                  <a:pt x="870069" y="646928"/>
                </a:lnTo>
                <a:lnTo>
                  <a:pt x="850493" y="646928"/>
                </a:lnTo>
                <a:close/>
                <a:moveTo>
                  <a:pt x="397" y="646188"/>
                </a:moveTo>
                <a:lnTo>
                  <a:pt x="536028" y="646188"/>
                </a:lnTo>
                <a:lnTo>
                  <a:pt x="536028" y="646928"/>
                </a:lnTo>
                <a:lnTo>
                  <a:pt x="397" y="646928"/>
                </a:lnTo>
                <a:close/>
                <a:moveTo>
                  <a:pt x="397" y="646928"/>
                </a:moveTo>
                <a:lnTo>
                  <a:pt x="536445" y="646928"/>
                </a:lnTo>
                <a:lnTo>
                  <a:pt x="536445" y="647668"/>
                </a:lnTo>
                <a:lnTo>
                  <a:pt x="397" y="647668"/>
                </a:lnTo>
                <a:close/>
                <a:moveTo>
                  <a:pt x="803427" y="646188"/>
                </a:moveTo>
                <a:lnTo>
                  <a:pt x="815506" y="646188"/>
                </a:lnTo>
                <a:lnTo>
                  <a:pt x="815506" y="647668"/>
                </a:lnTo>
                <a:lnTo>
                  <a:pt x="803427" y="647668"/>
                </a:lnTo>
                <a:close/>
                <a:moveTo>
                  <a:pt x="764275" y="643227"/>
                </a:moveTo>
                <a:lnTo>
                  <a:pt x="772189" y="643227"/>
                </a:lnTo>
                <a:lnTo>
                  <a:pt x="772189" y="647668"/>
                </a:lnTo>
                <a:lnTo>
                  <a:pt x="764275" y="647668"/>
                </a:lnTo>
                <a:close/>
                <a:moveTo>
                  <a:pt x="397" y="647668"/>
                </a:moveTo>
                <a:lnTo>
                  <a:pt x="502707" y="647668"/>
                </a:lnTo>
                <a:lnTo>
                  <a:pt x="502707" y="648409"/>
                </a:lnTo>
                <a:lnTo>
                  <a:pt x="397" y="648409"/>
                </a:lnTo>
                <a:close/>
                <a:moveTo>
                  <a:pt x="850909" y="646928"/>
                </a:moveTo>
                <a:lnTo>
                  <a:pt x="870069" y="646928"/>
                </a:lnTo>
                <a:lnTo>
                  <a:pt x="870069" y="648409"/>
                </a:lnTo>
                <a:lnTo>
                  <a:pt x="850909" y="648409"/>
                </a:lnTo>
                <a:close/>
                <a:moveTo>
                  <a:pt x="509371" y="647668"/>
                </a:moveTo>
                <a:lnTo>
                  <a:pt x="536861" y="647668"/>
                </a:lnTo>
                <a:lnTo>
                  <a:pt x="536861" y="648409"/>
                </a:lnTo>
                <a:lnTo>
                  <a:pt x="509371" y="648409"/>
                </a:lnTo>
                <a:close/>
                <a:moveTo>
                  <a:pt x="803427" y="647668"/>
                </a:moveTo>
                <a:lnTo>
                  <a:pt x="815923" y="647668"/>
                </a:lnTo>
                <a:lnTo>
                  <a:pt x="815923" y="648409"/>
                </a:lnTo>
                <a:lnTo>
                  <a:pt x="803427" y="648409"/>
                </a:lnTo>
                <a:close/>
                <a:moveTo>
                  <a:pt x="851326" y="648409"/>
                </a:moveTo>
                <a:lnTo>
                  <a:pt x="870069" y="648409"/>
                </a:lnTo>
                <a:lnTo>
                  <a:pt x="870069" y="649149"/>
                </a:lnTo>
                <a:lnTo>
                  <a:pt x="851326" y="649149"/>
                </a:lnTo>
                <a:close/>
                <a:moveTo>
                  <a:pt x="509371" y="648409"/>
                </a:moveTo>
                <a:lnTo>
                  <a:pt x="537278" y="648409"/>
                </a:lnTo>
                <a:lnTo>
                  <a:pt x="537278" y="649149"/>
                </a:lnTo>
                <a:lnTo>
                  <a:pt x="509371" y="649149"/>
                </a:lnTo>
                <a:close/>
                <a:moveTo>
                  <a:pt x="569765" y="642487"/>
                </a:moveTo>
                <a:lnTo>
                  <a:pt x="599754" y="642487"/>
                </a:lnTo>
                <a:lnTo>
                  <a:pt x="599754" y="649149"/>
                </a:lnTo>
                <a:lnTo>
                  <a:pt x="569765" y="649149"/>
                </a:lnTo>
                <a:close/>
                <a:moveTo>
                  <a:pt x="397" y="648409"/>
                </a:moveTo>
                <a:lnTo>
                  <a:pt x="496460" y="648409"/>
                </a:lnTo>
                <a:lnTo>
                  <a:pt x="496460" y="649149"/>
                </a:lnTo>
                <a:lnTo>
                  <a:pt x="397" y="649149"/>
                </a:lnTo>
                <a:close/>
                <a:moveTo>
                  <a:pt x="851743" y="649149"/>
                </a:moveTo>
                <a:lnTo>
                  <a:pt x="870069" y="649149"/>
                </a:lnTo>
                <a:lnTo>
                  <a:pt x="870069" y="649889"/>
                </a:lnTo>
                <a:lnTo>
                  <a:pt x="851743" y="649889"/>
                </a:lnTo>
                <a:close/>
                <a:moveTo>
                  <a:pt x="630576" y="646188"/>
                </a:moveTo>
                <a:lnTo>
                  <a:pt x="663897" y="646188"/>
                </a:lnTo>
                <a:lnTo>
                  <a:pt x="663897" y="649889"/>
                </a:lnTo>
                <a:lnTo>
                  <a:pt x="630576" y="649889"/>
                </a:lnTo>
                <a:close/>
                <a:moveTo>
                  <a:pt x="803427" y="648409"/>
                </a:moveTo>
                <a:lnTo>
                  <a:pt x="816339" y="648409"/>
                </a:lnTo>
                <a:lnTo>
                  <a:pt x="816339" y="649889"/>
                </a:lnTo>
                <a:lnTo>
                  <a:pt x="803427" y="649889"/>
                </a:lnTo>
                <a:close/>
                <a:moveTo>
                  <a:pt x="397" y="649149"/>
                </a:moveTo>
                <a:lnTo>
                  <a:pt x="490212" y="649149"/>
                </a:lnTo>
                <a:lnTo>
                  <a:pt x="490212" y="649889"/>
                </a:lnTo>
                <a:lnTo>
                  <a:pt x="397" y="649889"/>
                </a:lnTo>
                <a:close/>
                <a:moveTo>
                  <a:pt x="803427" y="649889"/>
                </a:moveTo>
                <a:lnTo>
                  <a:pt x="816756" y="649889"/>
                </a:lnTo>
                <a:lnTo>
                  <a:pt x="816756" y="650629"/>
                </a:lnTo>
                <a:lnTo>
                  <a:pt x="803427" y="650629"/>
                </a:lnTo>
                <a:close/>
                <a:moveTo>
                  <a:pt x="397" y="649889"/>
                </a:moveTo>
                <a:lnTo>
                  <a:pt x="483964" y="649889"/>
                </a:lnTo>
                <a:lnTo>
                  <a:pt x="483964" y="650629"/>
                </a:lnTo>
                <a:lnTo>
                  <a:pt x="397" y="650629"/>
                </a:lnTo>
                <a:close/>
                <a:moveTo>
                  <a:pt x="509371" y="649149"/>
                </a:moveTo>
                <a:lnTo>
                  <a:pt x="537694" y="649149"/>
                </a:lnTo>
                <a:lnTo>
                  <a:pt x="537694" y="650629"/>
                </a:lnTo>
                <a:lnTo>
                  <a:pt x="509371" y="650629"/>
                </a:lnTo>
                <a:close/>
                <a:moveTo>
                  <a:pt x="763859" y="647668"/>
                </a:moveTo>
                <a:lnTo>
                  <a:pt x="772189" y="647668"/>
                </a:lnTo>
                <a:lnTo>
                  <a:pt x="772189" y="651369"/>
                </a:lnTo>
                <a:lnTo>
                  <a:pt x="763859" y="651369"/>
                </a:lnTo>
                <a:close/>
                <a:moveTo>
                  <a:pt x="509788" y="650629"/>
                </a:moveTo>
                <a:lnTo>
                  <a:pt x="538111" y="650629"/>
                </a:lnTo>
                <a:lnTo>
                  <a:pt x="538111" y="651369"/>
                </a:lnTo>
                <a:lnTo>
                  <a:pt x="509788" y="651369"/>
                </a:lnTo>
                <a:close/>
                <a:moveTo>
                  <a:pt x="852159" y="649889"/>
                </a:moveTo>
                <a:lnTo>
                  <a:pt x="870069" y="649889"/>
                </a:lnTo>
                <a:lnTo>
                  <a:pt x="870069" y="651369"/>
                </a:lnTo>
                <a:lnTo>
                  <a:pt x="852159" y="651369"/>
                </a:lnTo>
                <a:close/>
                <a:moveTo>
                  <a:pt x="852576" y="651369"/>
                </a:moveTo>
                <a:lnTo>
                  <a:pt x="870069" y="651369"/>
                </a:lnTo>
                <a:lnTo>
                  <a:pt x="870069" y="652110"/>
                </a:lnTo>
                <a:lnTo>
                  <a:pt x="852576" y="652110"/>
                </a:lnTo>
                <a:close/>
                <a:moveTo>
                  <a:pt x="803427" y="650629"/>
                </a:moveTo>
                <a:lnTo>
                  <a:pt x="817172" y="650629"/>
                </a:lnTo>
                <a:lnTo>
                  <a:pt x="817172" y="652110"/>
                </a:lnTo>
                <a:lnTo>
                  <a:pt x="803427" y="652110"/>
                </a:lnTo>
                <a:close/>
                <a:moveTo>
                  <a:pt x="630576" y="649889"/>
                </a:moveTo>
                <a:lnTo>
                  <a:pt x="664313" y="649889"/>
                </a:lnTo>
                <a:lnTo>
                  <a:pt x="664313" y="652850"/>
                </a:lnTo>
                <a:lnTo>
                  <a:pt x="630576" y="652850"/>
                </a:lnTo>
                <a:close/>
                <a:moveTo>
                  <a:pt x="509788" y="651369"/>
                </a:moveTo>
                <a:lnTo>
                  <a:pt x="538527" y="651369"/>
                </a:lnTo>
                <a:lnTo>
                  <a:pt x="538527" y="652850"/>
                </a:lnTo>
                <a:lnTo>
                  <a:pt x="509788" y="652850"/>
                </a:lnTo>
                <a:close/>
                <a:moveTo>
                  <a:pt x="852992" y="652110"/>
                </a:moveTo>
                <a:lnTo>
                  <a:pt x="870069" y="652110"/>
                </a:lnTo>
                <a:lnTo>
                  <a:pt x="870069" y="653590"/>
                </a:lnTo>
                <a:lnTo>
                  <a:pt x="852992" y="653590"/>
                </a:lnTo>
                <a:close/>
                <a:moveTo>
                  <a:pt x="803427" y="652110"/>
                </a:moveTo>
                <a:lnTo>
                  <a:pt x="817589" y="652110"/>
                </a:lnTo>
                <a:lnTo>
                  <a:pt x="817589" y="653590"/>
                </a:lnTo>
                <a:lnTo>
                  <a:pt x="803427" y="653590"/>
                </a:lnTo>
                <a:close/>
                <a:moveTo>
                  <a:pt x="763442" y="651369"/>
                </a:moveTo>
                <a:lnTo>
                  <a:pt x="772189" y="651369"/>
                </a:lnTo>
                <a:lnTo>
                  <a:pt x="772189" y="654330"/>
                </a:lnTo>
                <a:lnTo>
                  <a:pt x="763442" y="654330"/>
                </a:lnTo>
                <a:close/>
                <a:moveTo>
                  <a:pt x="853409" y="653590"/>
                </a:moveTo>
                <a:lnTo>
                  <a:pt x="870069" y="653590"/>
                </a:lnTo>
                <a:lnTo>
                  <a:pt x="870069" y="654330"/>
                </a:lnTo>
                <a:lnTo>
                  <a:pt x="853409" y="654330"/>
                </a:lnTo>
                <a:close/>
                <a:moveTo>
                  <a:pt x="509788" y="652850"/>
                </a:moveTo>
                <a:lnTo>
                  <a:pt x="538944" y="652850"/>
                </a:lnTo>
                <a:lnTo>
                  <a:pt x="538944" y="654330"/>
                </a:lnTo>
                <a:lnTo>
                  <a:pt x="509788" y="654330"/>
                </a:lnTo>
                <a:close/>
                <a:moveTo>
                  <a:pt x="803427" y="653590"/>
                </a:moveTo>
                <a:lnTo>
                  <a:pt x="818005" y="653590"/>
                </a:lnTo>
                <a:lnTo>
                  <a:pt x="818005" y="655070"/>
                </a:lnTo>
                <a:lnTo>
                  <a:pt x="803427" y="655070"/>
                </a:lnTo>
                <a:close/>
                <a:moveTo>
                  <a:pt x="397" y="650629"/>
                </a:moveTo>
                <a:lnTo>
                  <a:pt x="479799" y="650629"/>
                </a:lnTo>
                <a:lnTo>
                  <a:pt x="479799" y="655070"/>
                </a:lnTo>
                <a:lnTo>
                  <a:pt x="397" y="655070"/>
                </a:lnTo>
                <a:close/>
                <a:moveTo>
                  <a:pt x="570182" y="649149"/>
                </a:moveTo>
                <a:lnTo>
                  <a:pt x="599754" y="649149"/>
                </a:lnTo>
                <a:lnTo>
                  <a:pt x="599754" y="655811"/>
                </a:lnTo>
                <a:lnTo>
                  <a:pt x="570182" y="655811"/>
                </a:lnTo>
                <a:close/>
                <a:moveTo>
                  <a:pt x="853825" y="654330"/>
                </a:moveTo>
                <a:lnTo>
                  <a:pt x="870069" y="654330"/>
                </a:lnTo>
                <a:lnTo>
                  <a:pt x="870069" y="655811"/>
                </a:lnTo>
                <a:lnTo>
                  <a:pt x="853825" y="655811"/>
                </a:lnTo>
                <a:close/>
                <a:moveTo>
                  <a:pt x="510204" y="654330"/>
                </a:moveTo>
                <a:lnTo>
                  <a:pt x="539360" y="654330"/>
                </a:lnTo>
                <a:lnTo>
                  <a:pt x="539360" y="655811"/>
                </a:lnTo>
                <a:lnTo>
                  <a:pt x="510204" y="655811"/>
                </a:lnTo>
                <a:close/>
                <a:moveTo>
                  <a:pt x="630576" y="652850"/>
                </a:moveTo>
                <a:lnTo>
                  <a:pt x="664730" y="652850"/>
                </a:lnTo>
                <a:lnTo>
                  <a:pt x="664730" y="655811"/>
                </a:lnTo>
                <a:lnTo>
                  <a:pt x="630576" y="655811"/>
                </a:lnTo>
                <a:close/>
                <a:moveTo>
                  <a:pt x="803427" y="655070"/>
                </a:moveTo>
                <a:lnTo>
                  <a:pt x="818422" y="655070"/>
                </a:lnTo>
                <a:lnTo>
                  <a:pt x="818422" y="656551"/>
                </a:lnTo>
                <a:lnTo>
                  <a:pt x="803427" y="656551"/>
                </a:lnTo>
                <a:close/>
                <a:moveTo>
                  <a:pt x="854242" y="655811"/>
                </a:moveTo>
                <a:lnTo>
                  <a:pt x="870069" y="655811"/>
                </a:lnTo>
                <a:lnTo>
                  <a:pt x="870069" y="656551"/>
                </a:lnTo>
                <a:lnTo>
                  <a:pt x="854242" y="656551"/>
                </a:lnTo>
                <a:close/>
                <a:moveTo>
                  <a:pt x="510204" y="655811"/>
                </a:moveTo>
                <a:lnTo>
                  <a:pt x="539777" y="655811"/>
                </a:lnTo>
                <a:lnTo>
                  <a:pt x="539777" y="657291"/>
                </a:lnTo>
                <a:lnTo>
                  <a:pt x="510204" y="657291"/>
                </a:lnTo>
                <a:close/>
                <a:moveTo>
                  <a:pt x="763026" y="654330"/>
                </a:moveTo>
                <a:lnTo>
                  <a:pt x="772189" y="654330"/>
                </a:lnTo>
                <a:lnTo>
                  <a:pt x="772189" y="657291"/>
                </a:lnTo>
                <a:lnTo>
                  <a:pt x="763026" y="657291"/>
                </a:lnTo>
                <a:close/>
                <a:moveTo>
                  <a:pt x="630576" y="655811"/>
                </a:moveTo>
                <a:lnTo>
                  <a:pt x="665146" y="655811"/>
                </a:lnTo>
                <a:lnTo>
                  <a:pt x="665146" y="658031"/>
                </a:lnTo>
                <a:lnTo>
                  <a:pt x="630576" y="658031"/>
                </a:lnTo>
                <a:close/>
                <a:moveTo>
                  <a:pt x="803427" y="656551"/>
                </a:moveTo>
                <a:lnTo>
                  <a:pt x="818838" y="656551"/>
                </a:lnTo>
                <a:lnTo>
                  <a:pt x="818838" y="658031"/>
                </a:lnTo>
                <a:lnTo>
                  <a:pt x="803427" y="658031"/>
                </a:lnTo>
                <a:close/>
                <a:moveTo>
                  <a:pt x="854658" y="656551"/>
                </a:moveTo>
                <a:lnTo>
                  <a:pt x="870069" y="656551"/>
                </a:lnTo>
                <a:lnTo>
                  <a:pt x="870069" y="658031"/>
                </a:lnTo>
                <a:lnTo>
                  <a:pt x="854658" y="658031"/>
                </a:lnTo>
                <a:close/>
                <a:moveTo>
                  <a:pt x="855075" y="658031"/>
                </a:moveTo>
                <a:lnTo>
                  <a:pt x="870069" y="658031"/>
                </a:lnTo>
                <a:lnTo>
                  <a:pt x="870069" y="659511"/>
                </a:lnTo>
                <a:lnTo>
                  <a:pt x="855075" y="659511"/>
                </a:lnTo>
                <a:close/>
                <a:moveTo>
                  <a:pt x="803427" y="658031"/>
                </a:moveTo>
                <a:lnTo>
                  <a:pt x="819255" y="658031"/>
                </a:lnTo>
                <a:lnTo>
                  <a:pt x="819255" y="659511"/>
                </a:lnTo>
                <a:lnTo>
                  <a:pt x="803427" y="659511"/>
                </a:lnTo>
                <a:close/>
                <a:moveTo>
                  <a:pt x="762609" y="657291"/>
                </a:moveTo>
                <a:lnTo>
                  <a:pt x="772189" y="657291"/>
                </a:lnTo>
                <a:lnTo>
                  <a:pt x="772189" y="659511"/>
                </a:lnTo>
                <a:lnTo>
                  <a:pt x="762609" y="659511"/>
                </a:lnTo>
                <a:close/>
                <a:moveTo>
                  <a:pt x="510621" y="657291"/>
                </a:moveTo>
                <a:lnTo>
                  <a:pt x="539777" y="657291"/>
                </a:lnTo>
                <a:lnTo>
                  <a:pt x="539777" y="659511"/>
                </a:lnTo>
                <a:lnTo>
                  <a:pt x="510621" y="659511"/>
                </a:lnTo>
                <a:close/>
                <a:moveTo>
                  <a:pt x="397" y="655070"/>
                </a:moveTo>
                <a:lnTo>
                  <a:pt x="480216" y="655070"/>
                </a:lnTo>
                <a:lnTo>
                  <a:pt x="480216" y="660252"/>
                </a:lnTo>
                <a:lnTo>
                  <a:pt x="397" y="660252"/>
                </a:lnTo>
                <a:close/>
                <a:moveTo>
                  <a:pt x="630576" y="658031"/>
                </a:moveTo>
                <a:lnTo>
                  <a:pt x="665563" y="658031"/>
                </a:lnTo>
                <a:lnTo>
                  <a:pt x="665563" y="660252"/>
                </a:lnTo>
                <a:lnTo>
                  <a:pt x="630576" y="660252"/>
                </a:lnTo>
                <a:close/>
                <a:moveTo>
                  <a:pt x="855491" y="659511"/>
                </a:moveTo>
                <a:lnTo>
                  <a:pt x="870069" y="659511"/>
                </a:lnTo>
                <a:lnTo>
                  <a:pt x="870069" y="660992"/>
                </a:lnTo>
                <a:lnTo>
                  <a:pt x="855491" y="660992"/>
                </a:lnTo>
                <a:close/>
                <a:moveTo>
                  <a:pt x="397" y="660252"/>
                </a:moveTo>
                <a:lnTo>
                  <a:pt x="480632" y="660252"/>
                </a:lnTo>
                <a:lnTo>
                  <a:pt x="480632" y="660992"/>
                </a:lnTo>
                <a:lnTo>
                  <a:pt x="397" y="660992"/>
                </a:lnTo>
                <a:close/>
                <a:moveTo>
                  <a:pt x="803427" y="659511"/>
                </a:moveTo>
                <a:lnTo>
                  <a:pt x="819671" y="659511"/>
                </a:lnTo>
                <a:lnTo>
                  <a:pt x="819671" y="660992"/>
                </a:lnTo>
                <a:lnTo>
                  <a:pt x="803427" y="660992"/>
                </a:lnTo>
                <a:close/>
                <a:moveTo>
                  <a:pt x="511038" y="659511"/>
                </a:moveTo>
                <a:lnTo>
                  <a:pt x="539777" y="659511"/>
                </a:lnTo>
                <a:lnTo>
                  <a:pt x="539777" y="661732"/>
                </a:lnTo>
                <a:lnTo>
                  <a:pt x="511038" y="661732"/>
                </a:lnTo>
                <a:close/>
                <a:moveTo>
                  <a:pt x="397" y="660992"/>
                </a:moveTo>
                <a:lnTo>
                  <a:pt x="50794" y="660992"/>
                </a:lnTo>
                <a:lnTo>
                  <a:pt x="50794" y="661732"/>
                </a:lnTo>
                <a:lnTo>
                  <a:pt x="397" y="661732"/>
                </a:lnTo>
                <a:close/>
                <a:moveTo>
                  <a:pt x="363593" y="660992"/>
                </a:moveTo>
                <a:lnTo>
                  <a:pt x="480632" y="660992"/>
                </a:lnTo>
                <a:lnTo>
                  <a:pt x="480632" y="661732"/>
                </a:lnTo>
                <a:lnTo>
                  <a:pt x="363593" y="661732"/>
                </a:lnTo>
                <a:close/>
                <a:moveTo>
                  <a:pt x="762193" y="659511"/>
                </a:moveTo>
                <a:lnTo>
                  <a:pt x="772189" y="659511"/>
                </a:lnTo>
                <a:lnTo>
                  <a:pt x="772189" y="662472"/>
                </a:lnTo>
                <a:lnTo>
                  <a:pt x="762193" y="662472"/>
                </a:lnTo>
                <a:close/>
                <a:moveTo>
                  <a:pt x="366092" y="661732"/>
                </a:moveTo>
                <a:lnTo>
                  <a:pt x="480632" y="661732"/>
                </a:lnTo>
                <a:lnTo>
                  <a:pt x="480632" y="662472"/>
                </a:lnTo>
                <a:lnTo>
                  <a:pt x="366092" y="662472"/>
                </a:lnTo>
                <a:close/>
                <a:moveTo>
                  <a:pt x="803427" y="660992"/>
                </a:moveTo>
                <a:lnTo>
                  <a:pt x="820088" y="660992"/>
                </a:lnTo>
                <a:lnTo>
                  <a:pt x="820088" y="662472"/>
                </a:lnTo>
                <a:lnTo>
                  <a:pt x="803427" y="662472"/>
                </a:lnTo>
                <a:close/>
                <a:moveTo>
                  <a:pt x="397" y="661732"/>
                </a:moveTo>
                <a:lnTo>
                  <a:pt x="48295" y="661732"/>
                </a:lnTo>
                <a:lnTo>
                  <a:pt x="48295" y="662472"/>
                </a:lnTo>
                <a:lnTo>
                  <a:pt x="397" y="662472"/>
                </a:lnTo>
                <a:close/>
                <a:moveTo>
                  <a:pt x="855908" y="660992"/>
                </a:moveTo>
                <a:lnTo>
                  <a:pt x="870069" y="660992"/>
                </a:lnTo>
                <a:lnTo>
                  <a:pt x="870069" y="662472"/>
                </a:lnTo>
                <a:lnTo>
                  <a:pt x="855908" y="662472"/>
                </a:lnTo>
                <a:close/>
                <a:moveTo>
                  <a:pt x="630576" y="660252"/>
                </a:moveTo>
                <a:lnTo>
                  <a:pt x="665979" y="660252"/>
                </a:lnTo>
                <a:lnTo>
                  <a:pt x="665979" y="662472"/>
                </a:lnTo>
                <a:lnTo>
                  <a:pt x="630576" y="662472"/>
                </a:lnTo>
                <a:close/>
                <a:moveTo>
                  <a:pt x="511454" y="661732"/>
                </a:moveTo>
                <a:lnTo>
                  <a:pt x="539777" y="661732"/>
                </a:lnTo>
                <a:lnTo>
                  <a:pt x="539777" y="663212"/>
                </a:lnTo>
                <a:lnTo>
                  <a:pt x="511454" y="663212"/>
                </a:lnTo>
                <a:close/>
                <a:moveTo>
                  <a:pt x="397" y="662472"/>
                </a:moveTo>
                <a:lnTo>
                  <a:pt x="47046" y="662472"/>
                </a:lnTo>
                <a:lnTo>
                  <a:pt x="47046" y="663212"/>
                </a:lnTo>
                <a:lnTo>
                  <a:pt x="397" y="663212"/>
                </a:lnTo>
                <a:close/>
                <a:moveTo>
                  <a:pt x="367342" y="662472"/>
                </a:moveTo>
                <a:lnTo>
                  <a:pt x="480632" y="662472"/>
                </a:lnTo>
                <a:lnTo>
                  <a:pt x="480632" y="663212"/>
                </a:lnTo>
                <a:lnTo>
                  <a:pt x="367342" y="663212"/>
                </a:lnTo>
                <a:close/>
                <a:moveTo>
                  <a:pt x="569765" y="655811"/>
                </a:moveTo>
                <a:lnTo>
                  <a:pt x="599754" y="655811"/>
                </a:lnTo>
                <a:lnTo>
                  <a:pt x="599754" y="663212"/>
                </a:lnTo>
                <a:lnTo>
                  <a:pt x="569765" y="663212"/>
                </a:lnTo>
                <a:close/>
                <a:moveTo>
                  <a:pt x="761776" y="662472"/>
                </a:moveTo>
                <a:lnTo>
                  <a:pt x="772189" y="662472"/>
                </a:lnTo>
                <a:lnTo>
                  <a:pt x="772189" y="663953"/>
                </a:lnTo>
                <a:lnTo>
                  <a:pt x="761776" y="663953"/>
                </a:lnTo>
                <a:close/>
                <a:moveTo>
                  <a:pt x="803427" y="662472"/>
                </a:moveTo>
                <a:lnTo>
                  <a:pt x="820504" y="662472"/>
                </a:lnTo>
                <a:lnTo>
                  <a:pt x="820504" y="663953"/>
                </a:lnTo>
                <a:lnTo>
                  <a:pt x="803427" y="663953"/>
                </a:lnTo>
                <a:close/>
                <a:moveTo>
                  <a:pt x="397" y="663212"/>
                </a:moveTo>
                <a:lnTo>
                  <a:pt x="45796" y="663212"/>
                </a:lnTo>
                <a:lnTo>
                  <a:pt x="45796" y="663953"/>
                </a:lnTo>
                <a:lnTo>
                  <a:pt x="397" y="663953"/>
                </a:lnTo>
                <a:close/>
                <a:moveTo>
                  <a:pt x="466887" y="663212"/>
                </a:moveTo>
                <a:lnTo>
                  <a:pt x="480632" y="663212"/>
                </a:lnTo>
                <a:lnTo>
                  <a:pt x="480632" y="663953"/>
                </a:lnTo>
                <a:lnTo>
                  <a:pt x="466887" y="663953"/>
                </a:lnTo>
                <a:close/>
                <a:moveTo>
                  <a:pt x="368175" y="663212"/>
                </a:moveTo>
                <a:lnTo>
                  <a:pt x="460223" y="663212"/>
                </a:lnTo>
                <a:lnTo>
                  <a:pt x="460223" y="663953"/>
                </a:lnTo>
                <a:lnTo>
                  <a:pt x="368175" y="663953"/>
                </a:lnTo>
                <a:close/>
                <a:moveTo>
                  <a:pt x="511871" y="663212"/>
                </a:moveTo>
                <a:lnTo>
                  <a:pt x="539777" y="663212"/>
                </a:lnTo>
                <a:lnTo>
                  <a:pt x="539777" y="664693"/>
                </a:lnTo>
                <a:lnTo>
                  <a:pt x="511871" y="664693"/>
                </a:lnTo>
                <a:close/>
                <a:moveTo>
                  <a:pt x="856324" y="662472"/>
                </a:moveTo>
                <a:lnTo>
                  <a:pt x="870069" y="662472"/>
                </a:lnTo>
                <a:lnTo>
                  <a:pt x="870069" y="664693"/>
                </a:lnTo>
                <a:lnTo>
                  <a:pt x="856324" y="664693"/>
                </a:lnTo>
                <a:close/>
                <a:moveTo>
                  <a:pt x="630576" y="662472"/>
                </a:moveTo>
                <a:lnTo>
                  <a:pt x="666396" y="662472"/>
                </a:lnTo>
                <a:lnTo>
                  <a:pt x="666396" y="664693"/>
                </a:lnTo>
                <a:lnTo>
                  <a:pt x="630576" y="664693"/>
                </a:lnTo>
                <a:close/>
                <a:moveTo>
                  <a:pt x="471053" y="663953"/>
                </a:moveTo>
                <a:lnTo>
                  <a:pt x="481049" y="663953"/>
                </a:lnTo>
                <a:lnTo>
                  <a:pt x="481049" y="664693"/>
                </a:lnTo>
                <a:lnTo>
                  <a:pt x="471053" y="664693"/>
                </a:lnTo>
                <a:close/>
                <a:moveTo>
                  <a:pt x="397" y="663953"/>
                </a:moveTo>
                <a:lnTo>
                  <a:pt x="45380" y="663953"/>
                </a:lnTo>
                <a:lnTo>
                  <a:pt x="45380" y="664693"/>
                </a:lnTo>
                <a:lnTo>
                  <a:pt x="397" y="664693"/>
                </a:lnTo>
                <a:close/>
                <a:moveTo>
                  <a:pt x="369008" y="663953"/>
                </a:moveTo>
                <a:lnTo>
                  <a:pt x="456058" y="663953"/>
                </a:lnTo>
                <a:lnTo>
                  <a:pt x="456058" y="664693"/>
                </a:lnTo>
                <a:lnTo>
                  <a:pt x="369008" y="664693"/>
                </a:lnTo>
                <a:close/>
                <a:moveTo>
                  <a:pt x="473968" y="664693"/>
                </a:moveTo>
                <a:lnTo>
                  <a:pt x="481049" y="664693"/>
                </a:lnTo>
                <a:lnTo>
                  <a:pt x="481049" y="665433"/>
                </a:lnTo>
                <a:lnTo>
                  <a:pt x="473968" y="665433"/>
                </a:lnTo>
                <a:close/>
                <a:moveTo>
                  <a:pt x="369841" y="664693"/>
                </a:moveTo>
                <a:lnTo>
                  <a:pt x="453559" y="664693"/>
                </a:lnTo>
                <a:lnTo>
                  <a:pt x="453559" y="665433"/>
                </a:lnTo>
                <a:lnTo>
                  <a:pt x="369841" y="665433"/>
                </a:lnTo>
                <a:close/>
                <a:moveTo>
                  <a:pt x="397" y="664693"/>
                </a:moveTo>
                <a:lnTo>
                  <a:pt x="44547" y="664693"/>
                </a:lnTo>
                <a:lnTo>
                  <a:pt x="44547" y="665433"/>
                </a:lnTo>
                <a:lnTo>
                  <a:pt x="397" y="665433"/>
                </a:lnTo>
                <a:close/>
                <a:moveTo>
                  <a:pt x="803427" y="663953"/>
                </a:moveTo>
                <a:lnTo>
                  <a:pt x="820921" y="663953"/>
                </a:lnTo>
                <a:lnTo>
                  <a:pt x="820921" y="665433"/>
                </a:lnTo>
                <a:lnTo>
                  <a:pt x="803427" y="665433"/>
                </a:lnTo>
                <a:close/>
                <a:moveTo>
                  <a:pt x="370257" y="665433"/>
                </a:moveTo>
                <a:lnTo>
                  <a:pt x="451477" y="665433"/>
                </a:lnTo>
                <a:lnTo>
                  <a:pt x="451477" y="666173"/>
                </a:lnTo>
                <a:lnTo>
                  <a:pt x="370257" y="666173"/>
                </a:lnTo>
                <a:close/>
                <a:moveTo>
                  <a:pt x="761360" y="663953"/>
                </a:moveTo>
                <a:lnTo>
                  <a:pt x="772189" y="663953"/>
                </a:lnTo>
                <a:lnTo>
                  <a:pt x="772189" y="666173"/>
                </a:lnTo>
                <a:lnTo>
                  <a:pt x="761360" y="666173"/>
                </a:lnTo>
                <a:close/>
                <a:moveTo>
                  <a:pt x="630576" y="664693"/>
                </a:moveTo>
                <a:lnTo>
                  <a:pt x="666812" y="664693"/>
                </a:lnTo>
                <a:lnTo>
                  <a:pt x="666812" y="666173"/>
                </a:lnTo>
                <a:lnTo>
                  <a:pt x="630576" y="666173"/>
                </a:lnTo>
                <a:close/>
                <a:moveTo>
                  <a:pt x="856741" y="664693"/>
                </a:moveTo>
                <a:lnTo>
                  <a:pt x="870069" y="664693"/>
                </a:lnTo>
                <a:lnTo>
                  <a:pt x="870069" y="666173"/>
                </a:lnTo>
                <a:lnTo>
                  <a:pt x="856741" y="666173"/>
                </a:lnTo>
                <a:close/>
                <a:moveTo>
                  <a:pt x="512287" y="664693"/>
                </a:moveTo>
                <a:lnTo>
                  <a:pt x="539360" y="664693"/>
                </a:lnTo>
                <a:lnTo>
                  <a:pt x="539360" y="666173"/>
                </a:lnTo>
                <a:lnTo>
                  <a:pt x="512287" y="666173"/>
                </a:lnTo>
                <a:close/>
                <a:moveTo>
                  <a:pt x="397" y="665433"/>
                </a:moveTo>
                <a:lnTo>
                  <a:pt x="44130" y="665433"/>
                </a:lnTo>
                <a:lnTo>
                  <a:pt x="44130" y="666173"/>
                </a:lnTo>
                <a:lnTo>
                  <a:pt x="397" y="666173"/>
                </a:lnTo>
                <a:close/>
                <a:moveTo>
                  <a:pt x="476051" y="665433"/>
                </a:moveTo>
                <a:lnTo>
                  <a:pt x="481049" y="665433"/>
                </a:lnTo>
                <a:lnTo>
                  <a:pt x="481049" y="666173"/>
                </a:lnTo>
                <a:lnTo>
                  <a:pt x="476051" y="666173"/>
                </a:lnTo>
                <a:close/>
                <a:moveTo>
                  <a:pt x="512704" y="666173"/>
                </a:moveTo>
                <a:lnTo>
                  <a:pt x="539360" y="666173"/>
                </a:lnTo>
                <a:lnTo>
                  <a:pt x="539360" y="666913"/>
                </a:lnTo>
                <a:lnTo>
                  <a:pt x="512704" y="666913"/>
                </a:lnTo>
                <a:close/>
                <a:moveTo>
                  <a:pt x="397" y="666173"/>
                </a:moveTo>
                <a:lnTo>
                  <a:pt x="43714" y="666173"/>
                </a:lnTo>
                <a:lnTo>
                  <a:pt x="43714" y="666913"/>
                </a:lnTo>
                <a:lnTo>
                  <a:pt x="397" y="666913"/>
                </a:lnTo>
                <a:close/>
                <a:moveTo>
                  <a:pt x="569349" y="663212"/>
                </a:moveTo>
                <a:lnTo>
                  <a:pt x="599754" y="663212"/>
                </a:lnTo>
                <a:lnTo>
                  <a:pt x="599754" y="666913"/>
                </a:lnTo>
                <a:lnTo>
                  <a:pt x="569349" y="666913"/>
                </a:lnTo>
                <a:close/>
                <a:moveTo>
                  <a:pt x="370674" y="666173"/>
                </a:moveTo>
                <a:lnTo>
                  <a:pt x="450227" y="666173"/>
                </a:lnTo>
                <a:lnTo>
                  <a:pt x="450227" y="666913"/>
                </a:lnTo>
                <a:lnTo>
                  <a:pt x="370674" y="666913"/>
                </a:lnTo>
                <a:close/>
                <a:moveTo>
                  <a:pt x="803427" y="665433"/>
                </a:moveTo>
                <a:lnTo>
                  <a:pt x="821337" y="665433"/>
                </a:lnTo>
                <a:lnTo>
                  <a:pt x="821337" y="666913"/>
                </a:lnTo>
                <a:lnTo>
                  <a:pt x="803427" y="666913"/>
                </a:lnTo>
                <a:close/>
                <a:moveTo>
                  <a:pt x="477717" y="666173"/>
                </a:moveTo>
                <a:lnTo>
                  <a:pt x="481049" y="666173"/>
                </a:lnTo>
                <a:lnTo>
                  <a:pt x="481049" y="666913"/>
                </a:lnTo>
                <a:lnTo>
                  <a:pt x="477717" y="666913"/>
                </a:lnTo>
                <a:close/>
                <a:moveTo>
                  <a:pt x="857157" y="666173"/>
                </a:moveTo>
                <a:lnTo>
                  <a:pt x="870069" y="666173"/>
                </a:lnTo>
                <a:lnTo>
                  <a:pt x="870069" y="667654"/>
                </a:lnTo>
                <a:lnTo>
                  <a:pt x="857157" y="667654"/>
                </a:lnTo>
                <a:close/>
                <a:moveTo>
                  <a:pt x="371090" y="666913"/>
                </a:moveTo>
                <a:lnTo>
                  <a:pt x="448561" y="666913"/>
                </a:lnTo>
                <a:lnTo>
                  <a:pt x="448561" y="667654"/>
                </a:lnTo>
                <a:lnTo>
                  <a:pt x="371090" y="667654"/>
                </a:lnTo>
                <a:close/>
                <a:moveTo>
                  <a:pt x="479383" y="666913"/>
                </a:moveTo>
                <a:lnTo>
                  <a:pt x="481465" y="666913"/>
                </a:lnTo>
                <a:lnTo>
                  <a:pt x="481465" y="667654"/>
                </a:lnTo>
                <a:lnTo>
                  <a:pt x="479383" y="667654"/>
                </a:lnTo>
                <a:close/>
                <a:moveTo>
                  <a:pt x="397" y="666913"/>
                </a:moveTo>
                <a:lnTo>
                  <a:pt x="42881" y="666913"/>
                </a:lnTo>
                <a:lnTo>
                  <a:pt x="42881" y="667654"/>
                </a:lnTo>
                <a:lnTo>
                  <a:pt x="397" y="667654"/>
                </a:lnTo>
                <a:close/>
                <a:moveTo>
                  <a:pt x="371507" y="667654"/>
                </a:moveTo>
                <a:lnTo>
                  <a:pt x="447312" y="667654"/>
                </a:lnTo>
                <a:lnTo>
                  <a:pt x="447312" y="668394"/>
                </a:lnTo>
                <a:lnTo>
                  <a:pt x="371507" y="668394"/>
                </a:lnTo>
                <a:close/>
                <a:moveTo>
                  <a:pt x="803427" y="666913"/>
                </a:moveTo>
                <a:lnTo>
                  <a:pt x="821754" y="666913"/>
                </a:lnTo>
                <a:lnTo>
                  <a:pt x="821754" y="668394"/>
                </a:lnTo>
                <a:lnTo>
                  <a:pt x="803427" y="668394"/>
                </a:lnTo>
                <a:close/>
                <a:moveTo>
                  <a:pt x="480632" y="667654"/>
                </a:moveTo>
                <a:lnTo>
                  <a:pt x="481465" y="667654"/>
                </a:lnTo>
                <a:lnTo>
                  <a:pt x="481465" y="668394"/>
                </a:lnTo>
                <a:lnTo>
                  <a:pt x="480632" y="668394"/>
                </a:lnTo>
                <a:close/>
                <a:moveTo>
                  <a:pt x="760943" y="666173"/>
                </a:moveTo>
                <a:lnTo>
                  <a:pt x="772189" y="666173"/>
                </a:lnTo>
                <a:lnTo>
                  <a:pt x="772189" y="668394"/>
                </a:lnTo>
                <a:lnTo>
                  <a:pt x="760943" y="668394"/>
                </a:lnTo>
                <a:close/>
                <a:moveTo>
                  <a:pt x="513120" y="666913"/>
                </a:moveTo>
                <a:lnTo>
                  <a:pt x="538944" y="666913"/>
                </a:lnTo>
                <a:lnTo>
                  <a:pt x="538944" y="668394"/>
                </a:lnTo>
                <a:lnTo>
                  <a:pt x="513120" y="668394"/>
                </a:lnTo>
                <a:close/>
                <a:moveTo>
                  <a:pt x="630576" y="666173"/>
                </a:moveTo>
                <a:lnTo>
                  <a:pt x="667229" y="666173"/>
                </a:lnTo>
                <a:lnTo>
                  <a:pt x="667229" y="668394"/>
                </a:lnTo>
                <a:lnTo>
                  <a:pt x="630576" y="668394"/>
                </a:lnTo>
                <a:close/>
                <a:moveTo>
                  <a:pt x="397" y="667654"/>
                </a:moveTo>
                <a:lnTo>
                  <a:pt x="42464" y="667654"/>
                </a:lnTo>
                <a:lnTo>
                  <a:pt x="42464" y="669134"/>
                </a:lnTo>
                <a:lnTo>
                  <a:pt x="397" y="669134"/>
                </a:lnTo>
                <a:close/>
                <a:moveTo>
                  <a:pt x="371923" y="668394"/>
                </a:moveTo>
                <a:lnTo>
                  <a:pt x="446062" y="668394"/>
                </a:lnTo>
                <a:lnTo>
                  <a:pt x="446062" y="669134"/>
                </a:lnTo>
                <a:lnTo>
                  <a:pt x="371923" y="669134"/>
                </a:lnTo>
                <a:close/>
                <a:moveTo>
                  <a:pt x="857574" y="667654"/>
                </a:moveTo>
                <a:lnTo>
                  <a:pt x="870069" y="667654"/>
                </a:lnTo>
                <a:lnTo>
                  <a:pt x="870069" y="669134"/>
                </a:lnTo>
                <a:lnTo>
                  <a:pt x="857574" y="669134"/>
                </a:lnTo>
                <a:close/>
                <a:moveTo>
                  <a:pt x="513537" y="668394"/>
                </a:moveTo>
                <a:lnTo>
                  <a:pt x="538527" y="668394"/>
                </a:lnTo>
                <a:lnTo>
                  <a:pt x="538527" y="669134"/>
                </a:lnTo>
                <a:lnTo>
                  <a:pt x="513537" y="669134"/>
                </a:lnTo>
                <a:close/>
                <a:moveTo>
                  <a:pt x="568932" y="666913"/>
                </a:moveTo>
                <a:lnTo>
                  <a:pt x="599754" y="666913"/>
                </a:lnTo>
                <a:lnTo>
                  <a:pt x="599754" y="669874"/>
                </a:lnTo>
                <a:lnTo>
                  <a:pt x="568932" y="669874"/>
                </a:lnTo>
                <a:close/>
                <a:moveTo>
                  <a:pt x="372340" y="669134"/>
                </a:moveTo>
                <a:lnTo>
                  <a:pt x="444812" y="669134"/>
                </a:lnTo>
                <a:lnTo>
                  <a:pt x="444812" y="669874"/>
                </a:lnTo>
                <a:lnTo>
                  <a:pt x="372340" y="669874"/>
                </a:lnTo>
                <a:close/>
                <a:moveTo>
                  <a:pt x="803427" y="668394"/>
                </a:moveTo>
                <a:lnTo>
                  <a:pt x="822170" y="668394"/>
                </a:lnTo>
                <a:lnTo>
                  <a:pt x="822170" y="669874"/>
                </a:lnTo>
                <a:lnTo>
                  <a:pt x="803427" y="669874"/>
                </a:lnTo>
                <a:close/>
                <a:moveTo>
                  <a:pt x="397" y="669134"/>
                </a:moveTo>
                <a:lnTo>
                  <a:pt x="42047" y="669134"/>
                </a:lnTo>
                <a:lnTo>
                  <a:pt x="42047" y="669874"/>
                </a:lnTo>
                <a:lnTo>
                  <a:pt x="397" y="669874"/>
                </a:lnTo>
                <a:close/>
                <a:moveTo>
                  <a:pt x="513953" y="669134"/>
                </a:moveTo>
                <a:lnTo>
                  <a:pt x="538111" y="669134"/>
                </a:lnTo>
                <a:lnTo>
                  <a:pt x="538111" y="669874"/>
                </a:lnTo>
                <a:lnTo>
                  <a:pt x="513953" y="669874"/>
                </a:lnTo>
                <a:close/>
                <a:moveTo>
                  <a:pt x="760527" y="668394"/>
                </a:moveTo>
                <a:lnTo>
                  <a:pt x="772189" y="668394"/>
                </a:lnTo>
                <a:lnTo>
                  <a:pt x="772189" y="669874"/>
                </a:lnTo>
                <a:lnTo>
                  <a:pt x="760527" y="669874"/>
                </a:lnTo>
                <a:close/>
                <a:moveTo>
                  <a:pt x="630576" y="668394"/>
                </a:moveTo>
                <a:lnTo>
                  <a:pt x="667645" y="668394"/>
                </a:lnTo>
                <a:lnTo>
                  <a:pt x="667645" y="669874"/>
                </a:lnTo>
                <a:lnTo>
                  <a:pt x="630576" y="669874"/>
                </a:lnTo>
                <a:close/>
                <a:moveTo>
                  <a:pt x="857990" y="669134"/>
                </a:moveTo>
                <a:lnTo>
                  <a:pt x="870069" y="669134"/>
                </a:lnTo>
                <a:lnTo>
                  <a:pt x="870069" y="670614"/>
                </a:lnTo>
                <a:lnTo>
                  <a:pt x="857990" y="670614"/>
                </a:lnTo>
                <a:close/>
                <a:moveTo>
                  <a:pt x="514370" y="669874"/>
                </a:moveTo>
                <a:lnTo>
                  <a:pt x="538111" y="669874"/>
                </a:lnTo>
                <a:lnTo>
                  <a:pt x="538111" y="670614"/>
                </a:lnTo>
                <a:lnTo>
                  <a:pt x="514370" y="670614"/>
                </a:lnTo>
                <a:close/>
                <a:moveTo>
                  <a:pt x="397" y="669874"/>
                </a:moveTo>
                <a:lnTo>
                  <a:pt x="41631" y="669874"/>
                </a:lnTo>
                <a:lnTo>
                  <a:pt x="41631" y="670614"/>
                </a:lnTo>
                <a:lnTo>
                  <a:pt x="397" y="670614"/>
                </a:lnTo>
                <a:close/>
                <a:moveTo>
                  <a:pt x="372756" y="669874"/>
                </a:moveTo>
                <a:lnTo>
                  <a:pt x="443979" y="669874"/>
                </a:lnTo>
                <a:lnTo>
                  <a:pt x="443979" y="670614"/>
                </a:lnTo>
                <a:lnTo>
                  <a:pt x="372756" y="670614"/>
                </a:lnTo>
                <a:close/>
                <a:moveTo>
                  <a:pt x="900891" y="634345"/>
                </a:moveTo>
                <a:lnTo>
                  <a:pt x="1000000" y="634345"/>
                </a:lnTo>
                <a:lnTo>
                  <a:pt x="1000000" y="671355"/>
                </a:lnTo>
                <a:lnTo>
                  <a:pt x="900891" y="671355"/>
                </a:lnTo>
                <a:close/>
                <a:moveTo>
                  <a:pt x="630576" y="669874"/>
                </a:moveTo>
                <a:lnTo>
                  <a:pt x="668062" y="669874"/>
                </a:lnTo>
                <a:lnTo>
                  <a:pt x="668062" y="671355"/>
                </a:lnTo>
                <a:lnTo>
                  <a:pt x="630576" y="671355"/>
                </a:lnTo>
                <a:close/>
                <a:moveTo>
                  <a:pt x="514786" y="670614"/>
                </a:moveTo>
                <a:lnTo>
                  <a:pt x="537694" y="670614"/>
                </a:lnTo>
                <a:lnTo>
                  <a:pt x="537694" y="671355"/>
                </a:lnTo>
                <a:lnTo>
                  <a:pt x="514786" y="671355"/>
                </a:lnTo>
                <a:close/>
                <a:moveTo>
                  <a:pt x="372756" y="670614"/>
                </a:moveTo>
                <a:lnTo>
                  <a:pt x="443146" y="670614"/>
                </a:lnTo>
                <a:lnTo>
                  <a:pt x="443146" y="671355"/>
                </a:lnTo>
                <a:lnTo>
                  <a:pt x="372756" y="671355"/>
                </a:lnTo>
                <a:close/>
                <a:moveTo>
                  <a:pt x="760110" y="669874"/>
                </a:moveTo>
                <a:lnTo>
                  <a:pt x="772189" y="669874"/>
                </a:lnTo>
                <a:lnTo>
                  <a:pt x="772189" y="671355"/>
                </a:lnTo>
                <a:lnTo>
                  <a:pt x="760110" y="671355"/>
                </a:lnTo>
                <a:close/>
                <a:moveTo>
                  <a:pt x="803427" y="669874"/>
                </a:moveTo>
                <a:lnTo>
                  <a:pt x="822587" y="669874"/>
                </a:lnTo>
                <a:lnTo>
                  <a:pt x="822587" y="671355"/>
                </a:lnTo>
                <a:lnTo>
                  <a:pt x="803427" y="671355"/>
                </a:lnTo>
                <a:close/>
                <a:moveTo>
                  <a:pt x="568516" y="669874"/>
                </a:moveTo>
                <a:lnTo>
                  <a:pt x="599754" y="669874"/>
                </a:lnTo>
                <a:lnTo>
                  <a:pt x="599754" y="672095"/>
                </a:lnTo>
                <a:lnTo>
                  <a:pt x="568516" y="672095"/>
                </a:lnTo>
                <a:close/>
                <a:moveTo>
                  <a:pt x="515203" y="671355"/>
                </a:moveTo>
                <a:lnTo>
                  <a:pt x="537278" y="671355"/>
                </a:lnTo>
                <a:lnTo>
                  <a:pt x="537278" y="672095"/>
                </a:lnTo>
                <a:lnTo>
                  <a:pt x="515203" y="672095"/>
                </a:lnTo>
                <a:close/>
                <a:moveTo>
                  <a:pt x="373173" y="671355"/>
                </a:moveTo>
                <a:lnTo>
                  <a:pt x="441897" y="671355"/>
                </a:lnTo>
                <a:lnTo>
                  <a:pt x="441897" y="672095"/>
                </a:lnTo>
                <a:lnTo>
                  <a:pt x="373173" y="672095"/>
                </a:lnTo>
                <a:close/>
                <a:moveTo>
                  <a:pt x="858407" y="670614"/>
                </a:moveTo>
                <a:lnTo>
                  <a:pt x="870069" y="670614"/>
                </a:lnTo>
                <a:lnTo>
                  <a:pt x="870069" y="672095"/>
                </a:lnTo>
                <a:lnTo>
                  <a:pt x="858407" y="672095"/>
                </a:lnTo>
                <a:close/>
                <a:moveTo>
                  <a:pt x="397" y="670614"/>
                </a:moveTo>
                <a:lnTo>
                  <a:pt x="41214" y="670614"/>
                </a:lnTo>
                <a:lnTo>
                  <a:pt x="41214" y="672095"/>
                </a:lnTo>
                <a:lnTo>
                  <a:pt x="397" y="672095"/>
                </a:lnTo>
                <a:close/>
                <a:moveTo>
                  <a:pt x="515619" y="672095"/>
                </a:moveTo>
                <a:lnTo>
                  <a:pt x="536861" y="672095"/>
                </a:lnTo>
                <a:lnTo>
                  <a:pt x="536861" y="672835"/>
                </a:lnTo>
                <a:lnTo>
                  <a:pt x="515619" y="672835"/>
                </a:lnTo>
                <a:close/>
                <a:moveTo>
                  <a:pt x="759694" y="671355"/>
                </a:moveTo>
                <a:lnTo>
                  <a:pt x="772189" y="671355"/>
                </a:lnTo>
                <a:lnTo>
                  <a:pt x="772189" y="672835"/>
                </a:lnTo>
                <a:lnTo>
                  <a:pt x="759694" y="672835"/>
                </a:lnTo>
                <a:close/>
                <a:moveTo>
                  <a:pt x="803427" y="671355"/>
                </a:moveTo>
                <a:lnTo>
                  <a:pt x="823003" y="671355"/>
                </a:lnTo>
                <a:lnTo>
                  <a:pt x="823003" y="672835"/>
                </a:lnTo>
                <a:lnTo>
                  <a:pt x="803427" y="672835"/>
                </a:lnTo>
                <a:close/>
                <a:moveTo>
                  <a:pt x="373589" y="672095"/>
                </a:moveTo>
                <a:lnTo>
                  <a:pt x="441064" y="672095"/>
                </a:lnTo>
                <a:lnTo>
                  <a:pt x="441064" y="672835"/>
                </a:lnTo>
                <a:lnTo>
                  <a:pt x="373589" y="672835"/>
                </a:lnTo>
                <a:close/>
                <a:moveTo>
                  <a:pt x="630576" y="671355"/>
                </a:moveTo>
                <a:lnTo>
                  <a:pt x="668478" y="671355"/>
                </a:lnTo>
                <a:lnTo>
                  <a:pt x="668478" y="672835"/>
                </a:lnTo>
                <a:lnTo>
                  <a:pt x="630576" y="672835"/>
                </a:lnTo>
                <a:close/>
                <a:moveTo>
                  <a:pt x="373589" y="672835"/>
                </a:moveTo>
                <a:lnTo>
                  <a:pt x="440231" y="672835"/>
                </a:lnTo>
                <a:lnTo>
                  <a:pt x="440231" y="673575"/>
                </a:lnTo>
                <a:lnTo>
                  <a:pt x="373589" y="673575"/>
                </a:lnTo>
                <a:close/>
                <a:moveTo>
                  <a:pt x="397" y="672095"/>
                </a:moveTo>
                <a:lnTo>
                  <a:pt x="40798" y="672095"/>
                </a:lnTo>
                <a:lnTo>
                  <a:pt x="40798" y="673575"/>
                </a:lnTo>
                <a:lnTo>
                  <a:pt x="397" y="673575"/>
                </a:lnTo>
                <a:close/>
                <a:moveTo>
                  <a:pt x="516036" y="672835"/>
                </a:moveTo>
                <a:lnTo>
                  <a:pt x="536445" y="672835"/>
                </a:lnTo>
                <a:lnTo>
                  <a:pt x="536445" y="673575"/>
                </a:lnTo>
                <a:lnTo>
                  <a:pt x="516036" y="673575"/>
                </a:lnTo>
                <a:close/>
                <a:moveTo>
                  <a:pt x="858823" y="672095"/>
                </a:moveTo>
                <a:lnTo>
                  <a:pt x="870069" y="672095"/>
                </a:lnTo>
                <a:lnTo>
                  <a:pt x="870069" y="673575"/>
                </a:lnTo>
                <a:lnTo>
                  <a:pt x="858823" y="673575"/>
                </a:lnTo>
                <a:close/>
                <a:moveTo>
                  <a:pt x="374006" y="673575"/>
                </a:moveTo>
                <a:lnTo>
                  <a:pt x="439398" y="673575"/>
                </a:lnTo>
                <a:lnTo>
                  <a:pt x="439398" y="674315"/>
                </a:lnTo>
                <a:lnTo>
                  <a:pt x="374006" y="674315"/>
                </a:lnTo>
                <a:close/>
                <a:moveTo>
                  <a:pt x="568099" y="672095"/>
                </a:moveTo>
                <a:lnTo>
                  <a:pt x="599754" y="672095"/>
                </a:lnTo>
                <a:lnTo>
                  <a:pt x="599754" y="674315"/>
                </a:lnTo>
                <a:lnTo>
                  <a:pt x="568099" y="674315"/>
                </a:lnTo>
                <a:close/>
                <a:moveTo>
                  <a:pt x="803427" y="672835"/>
                </a:moveTo>
                <a:lnTo>
                  <a:pt x="823420" y="672835"/>
                </a:lnTo>
                <a:lnTo>
                  <a:pt x="823420" y="674315"/>
                </a:lnTo>
                <a:lnTo>
                  <a:pt x="803427" y="674315"/>
                </a:lnTo>
                <a:close/>
                <a:moveTo>
                  <a:pt x="759277" y="672835"/>
                </a:moveTo>
                <a:lnTo>
                  <a:pt x="772189" y="672835"/>
                </a:lnTo>
                <a:lnTo>
                  <a:pt x="772189" y="674315"/>
                </a:lnTo>
                <a:lnTo>
                  <a:pt x="759277" y="674315"/>
                </a:lnTo>
                <a:close/>
                <a:moveTo>
                  <a:pt x="630576" y="672835"/>
                </a:moveTo>
                <a:lnTo>
                  <a:pt x="668895" y="672835"/>
                </a:lnTo>
                <a:lnTo>
                  <a:pt x="668895" y="674315"/>
                </a:lnTo>
                <a:lnTo>
                  <a:pt x="630576" y="674315"/>
                </a:lnTo>
                <a:close/>
                <a:moveTo>
                  <a:pt x="516452" y="673575"/>
                </a:moveTo>
                <a:lnTo>
                  <a:pt x="536028" y="673575"/>
                </a:lnTo>
                <a:lnTo>
                  <a:pt x="536028" y="674315"/>
                </a:lnTo>
                <a:lnTo>
                  <a:pt x="516452" y="674315"/>
                </a:lnTo>
                <a:close/>
                <a:moveTo>
                  <a:pt x="859240" y="673575"/>
                </a:moveTo>
                <a:lnTo>
                  <a:pt x="870069" y="673575"/>
                </a:lnTo>
                <a:lnTo>
                  <a:pt x="870069" y="675056"/>
                </a:lnTo>
                <a:lnTo>
                  <a:pt x="859240" y="675056"/>
                </a:lnTo>
                <a:close/>
                <a:moveTo>
                  <a:pt x="517285" y="674315"/>
                </a:moveTo>
                <a:lnTo>
                  <a:pt x="535612" y="674315"/>
                </a:lnTo>
                <a:lnTo>
                  <a:pt x="535612" y="675056"/>
                </a:lnTo>
                <a:lnTo>
                  <a:pt x="517285" y="675056"/>
                </a:lnTo>
                <a:close/>
                <a:moveTo>
                  <a:pt x="374006" y="674315"/>
                </a:moveTo>
                <a:lnTo>
                  <a:pt x="438565" y="674315"/>
                </a:lnTo>
                <a:lnTo>
                  <a:pt x="438565" y="675056"/>
                </a:lnTo>
                <a:lnTo>
                  <a:pt x="374006" y="675056"/>
                </a:lnTo>
                <a:close/>
                <a:moveTo>
                  <a:pt x="397" y="673575"/>
                </a:moveTo>
                <a:lnTo>
                  <a:pt x="40381" y="673575"/>
                </a:lnTo>
                <a:lnTo>
                  <a:pt x="40381" y="675056"/>
                </a:lnTo>
                <a:lnTo>
                  <a:pt x="397" y="675056"/>
                </a:lnTo>
                <a:close/>
                <a:moveTo>
                  <a:pt x="630576" y="674315"/>
                </a:moveTo>
                <a:lnTo>
                  <a:pt x="669311" y="674315"/>
                </a:lnTo>
                <a:lnTo>
                  <a:pt x="669311" y="675796"/>
                </a:lnTo>
                <a:lnTo>
                  <a:pt x="630576" y="675796"/>
                </a:lnTo>
                <a:close/>
                <a:moveTo>
                  <a:pt x="758861" y="674315"/>
                </a:moveTo>
                <a:lnTo>
                  <a:pt x="772189" y="674315"/>
                </a:lnTo>
                <a:lnTo>
                  <a:pt x="772189" y="675796"/>
                </a:lnTo>
                <a:lnTo>
                  <a:pt x="758861" y="675796"/>
                </a:lnTo>
                <a:close/>
                <a:moveTo>
                  <a:pt x="517702" y="675056"/>
                </a:moveTo>
                <a:lnTo>
                  <a:pt x="534779" y="675056"/>
                </a:lnTo>
                <a:lnTo>
                  <a:pt x="534779" y="675796"/>
                </a:lnTo>
                <a:lnTo>
                  <a:pt x="517702" y="675796"/>
                </a:lnTo>
                <a:close/>
                <a:moveTo>
                  <a:pt x="803427" y="674315"/>
                </a:moveTo>
                <a:lnTo>
                  <a:pt x="823836" y="674315"/>
                </a:lnTo>
                <a:lnTo>
                  <a:pt x="823836" y="675796"/>
                </a:lnTo>
                <a:lnTo>
                  <a:pt x="803427" y="675796"/>
                </a:lnTo>
                <a:close/>
                <a:moveTo>
                  <a:pt x="374006" y="675056"/>
                </a:moveTo>
                <a:lnTo>
                  <a:pt x="438148" y="675056"/>
                </a:lnTo>
                <a:lnTo>
                  <a:pt x="438148" y="675796"/>
                </a:lnTo>
                <a:lnTo>
                  <a:pt x="374006" y="675796"/>
                </a:lnTo>
                <a:close/>
                <a:moveTo>
                  <a:pt x="630576" y="675796"/>
                </a:moveTo>
                <a:lnTo>
                  <a:pt x="669728" y="675796"/>
                </a:lnTo>
                <a:lnTo>
                  <a:pt x="669728" y="676536"/>
                </a:lnTo>
                <a:lnTo>
                  <a:pt x="630576" y="676536"/>
                </a:lnTo>
                <a:close/>
                <a:moveTo>
                  <a:pt x="567683" y="674315"/>
                </a:moveTo>
                <a:lnTo>
                  <a:pt x="599754" y="674315"/>
                </a:lnTo>
                <a:lnTo>
                  <a:pt x="599754" y="676536"/>
                </a:lnTo>
                <a:lnTo>
                  <a:pt x="567683" y="676536"/>
                </a:lnTo>
                <a:close/>
                <a:moveTo>
                  <a:pt x="859656" y="675056"/>
                </a:moveTo>
                <a:lnTo>
                  <a:pt x="870069" y="675056"/>
                </a:lnTo>
                <a:lnTo>
                  <a:pt x="870069" y="676536"/>
                </a:lnTo>
                <a:lnTo>
                  <a:pt x="859656" y="676536"/>
                </a:lnTo>
                <a:close/>
                <a:moveTo>
                  <a:pt x="374422" y="675796"/>
                </a:moveTo>
                <a:lnTo>
                  <a:pt x="437315" y="675796"/>
                </a:lnTo>
                <a:lnTo>
                  <a:pt x="437315" y="676536"/>
                </a:lnTo>
                <a:lnTo>
                  <a:pt x="374422" y="676536"/>
                </a:lnTo>
                <a:close/>
                <a:moveTo>
                  <a:pt x="518535" y="675796"/>
                </a:moveTo>
                <a:lnTo>
                  <a:pt x="534362" y="675796"/>
                </a:lnTo>
                <a:lnTo>
                  <a:pt x="534362" y="676536"/>
                </a:lnTo>
                <a:lnTo>
                  <a:pt x="518535" y="676536"/>
                </a:lnTo>
                <a:close/>
                <a:moveTo>
                  <a:pt x="758444" y="675796"/>
                </a:moveTo>
                <a:lnTo>
                  <a:pt x="772189" y="675796"/>
                </a:lnTo>
                <a:lnTo>
                  <a:pt x="772189" y="677276"/>
                </a:lnTo>
                <a:lnTo>
                  <a:pt x="758444" y="677276"/>
                </a:lnTo>
                <a:close/>
                <a:moveTo>
                  <a:pt x="374422" y="676536"/>
                </a:moveTo>
                <a:lnTo>
                  <a:pt x="436482" y="676536"/>
                </a:lnTo>
                <a:lnTo>
                  <a:pt x="436482" y="677276"/>
                </a:lnTo>
                <a:lnTo>
                  <a:pt x="374422" y="677276"/>
                </a:lnTo>
                <a:close/>
                <a:moveTo>
                  <a:pt x="803427" y="675796"/>
                </a:moveTo>
                <a:lnTo>
                  <a:pt x="824253" y="675796"/>
                </a:lnTo>
                <a:lnTo>
                  <a:pt x="824253" y="677276"/>
                </a:lnTo>
                <a:lnTo>
                  <a:pt x="803427" y="677276"/>
                </a:lnTo>
                <a:close/>
                <a:moveTo>
                  <a:pt x="519784" y="676536"/>
                </a:moveTo>
                <a:lnTo>
                  <a:pt x="533529" y="676536"/>
                </a:lnTo>
                <a:lnTo>
                  <a:pt x="533529" y="677276"/>
                </a:lnTo>
                <a:lnTo>
                  <a:pt x="519784" y="677276"/>
                </a:lnTo>
                <a:close/>
                <a:moveTo>
                  <a:pt x="397" y="675056"/>
                </a:moveTo>
                <a:lnTo>
                  <a:pt x="39965" y="675056"/>
                </a:lnTo>
                <a:lnTo>
                  <a:pt x="39965" y="677276"/>
                </a:lnTo>
                <a:lnTo>
                  <a:pt x="397" y="677276"/>
                </a:lnTo>
                <a:close/>
                <a:moveTo>
                  <a:pt x="860073" y="676536"/>
                </a:moveTo>
                <a:lnTo>
                  <a:pt x="870069" y="676536"/>
                </a:lnTo>
                <a:lnTo>
                  <a:pt x="870069" y="678016"/>
                </a:lnTo>
                <a:lnTo>
                  <a:pt x="860073" y="678016"/>
                </a:lnTo>
                <a:close/>
                <a:moveTo>
                  <a:pt x="758028" y="677276"/>
                </a:moveTo>
                <a:lnTo>
                  <a:pt x="772189" y="677276"/>
                </a:lnTo>
                <a:lnTo>
                  <a:pt x="772189" y="678016"/>
                </a:lnTo>
                <a:lnTo>
                  <a:pt x="758028" y="678016"/>
                </a:lnTo>
                <a:close/>
                <a:moveTo>
                  <a:pt x="374422" y="677276"/>
                </a:moveTo>
                <a:lnTo>
                  <a:pt x="436066" y="677276"/>
                </a:lnTo>
                <a:lnTo>
                  <a:pt x="436066" y="678016"/>
                </a:lnTo>
                <a:lnTo>
                  <a:pt x="374422" y="678016"/>
                </a:lnTo>
                <a:close/>
                <a:moveTo>
                  <a:pt x="520617" y="677276"/>
                </a:moveTo>
                <a:lnTo>
                  <a:pt x="532280" y="677276"/>
                </a:lnTo>
                <a:lnTo>
                  <a:pt x="532280" y="678016"/>
                </a:lnTo>
                <a:lnTo>
                  <a:pt x="520617" y="678016"/>
                </a:lnTo>
                <a:close/>
                <a:moveTo>
                  <a:pt x="630576" y="676536"/>
                </a:moveTo>
                <a:lnTo>
                  <a:pt x="670144" y="676536"/>
                </a:lnTo>
                <a:lnTo>
                  <a:pt x="670144" y="678016"/>
                </a:lnTo>
                <a:lnTo>
                  <a:pt x="630576" y="678016"/>
                </a:lnTo>
                <a:close/>
                <a:moveTo>
                  <a:pt x="567266" y="676536"/>
                </a:moveTo>
                <a:lnTo>
                  <a:pt x="599754" y="676536"/>
                </a:lnTo>
                <a:lnTo>
                  <a:pt x="599754" y="678016"/>
                </a:lnTo>
                <a:lnTo>
                  <a:pt x="567266" y="678016"/>
                </a:lnTo>
                <a:close/>
                <a:moveTo>
                  <a:pt x="803427" y="677276"/>
                </a:moveTo>
                <a:lnTo>
                  <a:pt x="824669" y="677276"/>
                </a:lnTo>
                <a:lnTo>
                  <a:pt x="824669" y="678756"/>
                </a:lnTo>
                <a:lnTo>
                  <a:pt x="803427" y="678756"/>
                </a:lnTo>
                <a:close/>
                <a:moveTo>
                  <a:pt x="374422" y="678016"/>
                </a:moveTo>
                <a:lnTo>
                  <a:pt x="435233" y="678016"/>
                </a:lnTo>
                <a:lnTo>
                  <a:pt x="435233" y="678756"/>
                </a:lnTo>
                <a:lnTo>
                  <a:pt x="374422" y="678756"/>
                </a:lnTo>
                <a:close/>
                <a:moveTo>
                  <a:pt x="522283" y="678016"/>
                </a:moveTo>
                <a:lnTo>
                  <a:pt x="530613" y="678016"/>
                </a:lnTo>
                <a:lnTo>
                  <a:pt x="530613" y="678756"/>
                </a:lnTo>
                <a:lnTo>
                  <a:pt x="522283" y="678756"/>
                </a:lnTo>
                <a:close/>
                <a:moveTo>
                  <a:pt x="566850" y="678016"/>
                </a:moveTo>
                <a:lnTo>
                  <a:pt x="599754" y="678016"/>
                </a:lnTo>
                <a:lnTo>
                  <a:pt x="599754" y="679497"/>
                </a:lnTo>
                <a:lnTo>
                  <a:pt x="566850" y="679497"/>
                </a:lnTo>
                <a:close/>
                <a:moveTo>
                  <a:pt x="860489" y="678016"/>
                </a:moveTo>
                <a:lnTo>
                  <a:pt x="870069" y="678016"/>
                </a:lnTo>
                <a:lnTo>
                  <a:pt x="870069" y="679497"/>
                </a:lnTo>
                <a:lnTo>
                  <a:pt x="860489" y="679497"/>
                </a:lnTo>
                <a:close/>
                <a:moveTo>
                  <a:pt x="757611" y="678016"/>
                </a:moveTo>
                <a:lnTo>
                  <a:pt x="772189" y="678016"/>
                </a:lnTo>
                <a:lnTo>
                  <a:pt x="772189" y="679497"/>
                </a:lnTo>
                <a:lnTo>
                  <a:pt x="757611" y="679497"/>
                </a:lnTo>
                <a:close/>
                <a:moveTo>
                  <a:pt x="630576" y="678016"/>
                </a:moveTo>
                <a:lnTo>
                  <a:pt x="670561" y="678016"/>
                </a:lnTo>
                <a:lnTo>
                  <a:pt x="670561" y="679497"/>
                </a:lnTo>
                <a:lnTo>
                  <a:pt x="630576" y="679497"/>
                </a:lnTo>
                <a:close/>
                <a:moveTo>
                  <a:pt x="374839" y="678756"/>
                </a:moveTo>
                <a:lnTo>
                  <a:pt x="434816" y="678756"/>
                </a:lnTo>
                <a:lnTo>
                  <a:pt x="434816" y="679497"/>
                </a:lnTo>
                <a:lnTo>
                  <a:pt x="374839" y="679497"/>
                </a:lnTo>
                <a:close/>
                <a:moveTo>
                  <a:pt x="374839" y="679497"/>
                </a:moveTo>
                <a:lnTo>
                  <a:pt x="433983" y="679497"/>
                </a:lnTo>
                <a:lnTo>
                  <a:pt x="433983" y="680237"/>
                </a:lnTo>
                <a:lnTo>
                  <a:pt x="374839" y="680237"/>
                </a:lnTo>
                <a:close/>
                <a:moveTo>
                  <a:pt x="630576" y="679497"/>
                </a:moveTo>
                <a:lnTo>
                  <a:pt x="670977" y="679497"/>
                </a:lnTo>
                <a:lnTo>
                  <a:pt x="670977" y="680237"/>
                </a:lnTo>
                <a:lnTo>
                  <a:pt x="630576" y="680237"/>
                </a:lnTo>
                <a:close/>
                <a:moveTo>
                  <a:pt x="803427" y="678756"/>
                </a:moveTo>
                <a:lnTo>
                  <a:pt x="825086" y="678756"/>
                </a:lnTo>
                <a:lnTo>
                  <a:pt x="825086" y="680237"/>
                </a:lnTo>
                <a:lnTo>
                  <a:pt x="803427" y="680237"/>
                </a:lnTo>
                <a:close/>
                <a:moveTo>
                  <a:pt x="566433" y="679497"/>
                </a:moveTo>
                <a:lnTo>
                  <a:pt x="599754" y="679497"/>
                </a:lnTo>
                <a:lnTo>
                  <a:pt x="599754" y="680977"/>
                </a:lnTo>
                <a:lnTo>
                  <a:pt x="566433" y="680977"/>
                </a:lnTo>
                <a:close/>
                <a:moveTo>
                  <a:pt x="757195" y="679497"/>
                </a:moveTo>
                <a:lnTo>
                  <a:pt x="772189" y="679497"/>
                </a:lnTo>
                <a:lnTo>
                  <a:pt x="772189" y="680977"/>
                </a:lnTo>
                <a:lnTo>
                  <a:pt x="757195" y="680977"/>
                </a:lnTo>
                <a:close/>
                <a:moveTo>
                  <a:pt x="374839" y="680237"/>
                </a:moveTo>
                <a:lnTo>
                  <a:pt x="433567" y="680237"/>
                </a:lnTo>
                <a:lnTo>
                  <a:pt x="433567" y="680977"/>
                </a:lnTo>
                <a:lnTo>
                  <a:pt x="374839" y="680977"/>
                </a:lnTo>
                <a:close/>
                <a:moveTo>
                  <a:pt x="860906" y="679497"/>
                </a:moveTo>
                <a:lnTo>
                  <a:pt x="870069" y="679497"/>
                </a:lnTo>
                <a:lnTo>
                  <a:pt x="870069" y="680977"/>
                </a:lnTo>
                <a:lnTo>
                  <a:pt x="860906" y="680977"/>
                </a:lnTo>
                <a:close/>
                <a:moveTo>
                  <a:pt x="374839" y="680977"/>
                </a:moveTo>
                <a:lnTo>
                  <a:pt x="432734" y="680977"/>
                </a:lnTo>
                <a:lnTo>
                  <a:pt x="432734" y="681717"/>
                </a:lnTo>
                <a:lnTo>
                  <a:pt x="374839" y="681717"/>
                </a:lnTo>
                <a:close/>
                <a:moveTo>
                  <a:pt x="756778" y="680977"/>
                </a:moveTo>
                <a:lnTo>
                  <a:pt x="772189" y="680977"/>
                </a:lnTo>
                <a:lnTo>
                  <a:pt x="772189" y="681717"/>
                </a:lnTo>
                <a:lnTo>
                  <a:pt x="756778" y="681717"/>
                </a:lnTo>
                <a:close/>
                <a:moveTo>
                  <a:pt x="803427" y="680237"/>
                </a:moveTo>
                <a:lnTo>
                  <a:pt x="825502" y="680237"/>
                </a:lnTo>
                <a:lnTo>
                  <a:pt x="825502" y="681717"/>
                </a:lnTo>
                <a:lnTo>
                  <a:pt x="803427" y="681717"/>
                </a:lnTo>
                <a:close/>
                <a:moveTo>
                  <a:pt x="630576" y="680237"/>
                </a:moveTo>
                <a:lnTo>
                  <a:pt x="671394" y="680237"/>
                </a:lnTo>
                <a:lnTo>
                  <a:pt x="671394" y="681717"/>
                </a:lnTo>
                <a:lnTo>
                  <a:pt x="630576" y="681717"/>
                </a:lnTo>
                <a:close/>
                <a:moveTo>
                  <a:pt x="566017" y="680977"/>
                </a:moveTo>
                <a:lnTo>
                  <a:pt x="599754" y="680977"/>
                </a:lnTo>
                <a:lnTo>
                  <a:pt x="599754" y="682457"/>
                </a:lnTo>
                <a:lnTo>
                  <a:pt x="566017" y="682457"/>
                </a:lnTo>
                <a:close/>
                <a:moveTo>
                  <a:pt x="374839" y="681717"/>
                </a:moveTo>
                <a:lnTo>
                  <a:pt x="432317" y="681717"/>
                </a:lnTo>
                <a:lnTo>
                  <a:pt x="432317" y="682457"/>
                </a:lnTo>
                <a:lnTo>
                  <a:pt x="374839" y="682457"/>
                </a:lnTo>
                <a:close/>
                <a:moveTo>
                  <a:pt x="861322" y="680977"/>
                </a:moveTo>
                <a:lnTo>
                  <a:pt x="870069" y="680977"/>
                </a:lnTo>
                <a:lnTo>
                  <a:pt x="870069" y="682457"/>
                </a:lnTo>
                <a:lnTo>
                  <a:pt x="861322" y="682457"/>
                </a:lnTo>
                <a:close/>
                <a:moveTo>
                  <a:pt x="630576" y="681717"/>
                </a:moveTo>
                <a:lnTo>
                  <a:pt x="671810" y="681717"/>
                </a:lnTo>
                <a:lnTo>
                  <a:pt x="671810" y="682457"/>
                </a:lnTo>
                <a:lnTo>
                  <a:pt x="630576" y="682457"/>
                </a:lnTo>
                <a:close/>
                <a:moveTo>
                  <a:pt x="756362" y="681717"/>
                </a:moveTo>
                <a:lnTo>
                  <a:pt x="772189" y="681717"/>
                </a:lnTo>
                <a:lnTo>
                  <a:pt x="772189" y="683198"/>
                </a:lnTo>
                <a:lnTo>
                  <a:pt x="756362" y="683198"/>
                </a:lnTo>
                <a:close/>
                <a:moveTo>
                  <a:pt x="803427" y="681717"/>
                </a:moveTo>
                <a:lnTo>
                  <a:pt x="825919" y="681717"/>
                </a:lnTo>
                <a:lnTo>
                  <a:pt x="825919" y="683198"/>
                </a:lnTo>
                <a:lnTo>
                  <a:pt x="803427" y="683198"/>
                </a:lnTo>
                <a:close/>
                <a:moveTo>
                  <a:pt x="374839" y="682457"/>
                </a:moveTo>
                <a:lnTo>
                  <a:pt x="431901" y="682457"/>
                </a:lnTo>
                <a:lnTo>
                  <a:pt x="431901" y="683198"/>
                </a:lnTo>
                <a:lnTo>
                  <a:pt x="374839" y="683198"/>
                </a:lnTo>
                <a:close/>
                <a:moveTo>
                  <a:pt x="374839" y="683198"/>
                </a:moveTo>
                <a:lnTo>
                  <a:pt x="431484" y="683198"/>
                </a:lnTo>
                <a:lnTo>
                  <a:pt x="431484" y="683938"/>
                </a:lnTo>
                <a:lnTo>
                  <a:pt x="374839" y="683938"/>
                </a:lnTo>
                <a:close/>
                <a:moveTo>
                  <a:pt x="630576" y="682457"/>
                </a:moveTo>
                <a:lnTo>
                  <a:pt x="672227" y="682457"/>
                </a:lnTo>
                <a:lnTo>
                  <a:pt x="672227" y="683938"/>
                </a:lnTo>
                <a:lnTo>
                  <a:pt x="630576" y="683938"/>
                </a:lnTo>
                <a:close/>
                <a:moveTo>
                  <a:pt x="755945" y="683198"/>
                </a:moveTo>
                <a:lnTo>
                  <a:pt x="772189" y="683198"/>
                </a:lnTo>
                <a:lnTo>
                  <a:pt x="772189" y="683938"/>
                </a:lnTo>
                <a:lnTo>
                  <a:pt x="755945" y="683938"/>
                </a:lnTo>
                <a:close/>
                <a:moveTo>
                  <a:pt x="565600" y="682457"/>
                </a:moveTo>
                <a:lnTo>
                  <a:pt x="599754" y="682457"/>
                </a:lnTo>
                <a:lnTo>
                  <a:pt x="599754" y="683938"/>
                </a:lnTo>
                <a:lnTo>
                  <a:pt x="565600" y="683938"/>
                </a:lnTo>
                <a:close/>
                <a:moveTo>
                  <a:pt x="861739" y="682457"/>
                </a:moveTo>
                <a:lnTo>
                  <a:pt x="870069" y="682457"/>
                </a:lnTo>
                <a:lnTo>
                  <a:pt x="870069" y="683938"/>
                </a:lnTo>
                <a:lnTo>
                  <a:pt x="861739" y="683938"/>
                </a:lnTo>
                <a:close/>
                <a:moveTo>
                  <a:pt x="803427" y="683198"/>
                </a:moveTo>
                <a:lnTo>
                  <a:pt x="826335" y="683198"/>
                </a:lnTo>
                <a:lnTo>
                  <a:pt x="826335" y="684678"/>
                </a:lnTo>
                <a:lnTo>
                  <a:pt x="803427" y="684678"/>
                </a:lnTo>
                <a:close/>
                <a:moveTo>
                  <a:pt x="755529" y="683938"/>
                </a:moveTo>
                <a:lnTo>
                  <a:pt x="772189" y="683938"/>
                </a:lnTo>
                <a:lnTo>
                  <a:pt x="772189" y="684678"/>
                </a:lnTo>
                <a:lnTo>
                  <a:pt x="755529" y="684678"/>
                </a:lnTo>
                <a:close/>
                <a:moveTo>
                  <a:pt x="374839" y="683938"/>
                </a:moveTo>
                <a:lnTo>
                  <a:pt x="430651" y="683938"/>
                </a:lnTo>
                <a:lnTo>
                  <a:pt x="430651" y="684678"/>
                </a:lnTo>
                <a:lnTo>
                  <a:pt x="374839" y="684678"/>
                </a:lnTo>
                <a:close/>
                <a:moveTo>
                  <a:pt x="630576" y="683938"/>
                </a:moveTo>
                <a:lnTo>
                  <a:pt x="672643" y="683938"/>
                </a:lnTo>
                <a:lnTo>
                  <a:pt x="672643" y="684678"/>
                </a:lnTo>
                <a:lnTo>
                  <a:pt x="630576" y="684678"/>
                </a:lnTo>
                <a:close/>
                <a:moveTo>
                  <a:pt x="862155" y="683938"/>
                </a:moveTo>
                <a:lnTo>
                  <a:pt x="870069" y="683938"/>
                </a:lnTo>
                <a:lnTo>
                  <a:pt x="870069" y="685418"/>
                </a:lnTo>
                <a:lnTo>
                  <a:pt x="862155" y="685418"/>
                </a:lnTo>
                <a:close/>
                <a:moveTo>
                  <a:pt x="630576" y="684678"/>
                </a:moveTo>
                <a:lnTo>
                  <a:pt x="673060" y="684678"/>
                </a:lnTo>
                <a:lnTo>
                  <a:pt x="673060" y="685418"/>
                </a:lnTo>
                <a:lnTo>
                  <a:pt x="630576" y="685418"/>
                </a:lnTo>
                <a:close/>
                <a:moveTo>
                  <a:pt x="803427" y="684678"/>
                </a:moveTo>
                <a:lnTo>
                  <a:pt x="826752" y="684678"/>
                </a:lnTo>
                <a:lnTo>
                  <a:pt x="826752" y="685418"/>
                </a:lnTo>
                <a:lnTo>
                  <a:pt x="803427" y="685418"/>
                </a:lnTo>
                <a:close/>
                <a:moveTo>
                  <a:pt x="565184" y="683938"/>
                </a:moveTo>
                <a:lnTo>
                  <a:pt x="599754" y="683938"/>
                </a:lnTo>
                <a:lnTo>
                  <a:pt x="599754" y="685418"/>
                </a:lnTo>
                <a:lnTo>
                  <a:pt x="565184" y="685418"/>
                </a:lnTo>
                <a:close/>
                <a:moveTo>
                  <a:pt x="374839" y="684678"/>
                </a:moveTo>
                <a:lnTo>
                  <a:pt x="430235" y="684678"/>
                </a:lnTo>
                <a:lnTo>
                  <a:pt x="430235" y="685418"/>
                </a:lnTo>
                <a:lnTo>
                  <a:pt x="374839" y="685418"/>
                </a:lnTo>
                <a:close/>
                <a:moveTo>
                  <a:pt x="374839" y="685418"/>
                </a:moveTo>
                <a:lnTo>
                  <a:pt x="429818" y="685418"/>
                </a:lnTo>
                <a:lnTo>
                  <a:pt x="429818" y="686158"/>
                </a:lnTo>
                <a:lnTo>
                  <a:pt x="374839" y="686158"/>
                </a:lnTo>
                <a:close/>
                <a:moveTo>
                  <a:pt x="564767" y="685418"/>
                </a:moveTo>
                <a:lnTo>
                  <a:pt x="599754" y="685418"/>
                </a:lnTo>
                <a:lnTo>
                  <a:pt x="599754" y="686158"/>
                </a:lnTo>
                <a:lnTo>
                  <a:pt x="564767" y="686158"/>
                </a:lnTo>
                <a:close/>
                <a:moveTo>
                  <a:pt x="755112" y="684678"/>
                </a:moveTo>
                <a:lnTo>
                  <a:pt x="772189" y="684678"/>
                </a:lnTo>
                <a:lnTo>
                  <a:pt x="772189" y="686158"/>
                </a:lnTo>
                <a:lnTo>
                  <a:pt x="755112" y="686158"/>
                </a:lnTo>
                <a:close/>
                <a:moveTo>
                  <a:pt x="754696" y="686158"/>
                </a:moveTo>
                <a:lnTo>
                  <a:pt x="772189" y="686158"/>
                </a:lnTo>
                <a:lnTo>
                  <a:pt x="772189" y="686899"/>
                </a:lnTo>
                <a:lnTo>
                  <a:pt x="754696" y="686899"/>
                </a:lnTo>
                <a:close/>
                <a:moveTo>
                  <a:pt x="630576" y="685418"/>
                </a:moveTo>
                <a:lnTo>
                  <a:pt x="673476" y="685418"/>
                </a:lnTo>
                <a:lnTo>
                  <a:pt x="673476" y="686899"/>
                </a:lnTo>
                <a:lnTo>
                  <a:pt x="630576" y="686899"/>
                </a:lnTo>
                <a:close/>
                <a:moveTo>
                  <a:pt x="803427" y="685418"/>
                </a:moveTo>
                <a:lnTo>
                  <a:pt x="827168" y="685418"/>
                </a:lnTo>
                <a:lnTo>
                  <a:pt x="827168" y="686899"/>
                </a:lnTo>
                <a:lnTo>
                  <a:pt x="803427" y="686899"/>
                </a:lnTo>
                <a:close/>
                <a:moveTo>
                  <a:pt x="862572" y="685418"/>
                </a:moveTo>
                <a:lnTo>
                  <a:pt x="870069" y="685418"/>
                </a:lnTo>
                <a:lnTo>
                  <a:pt x="870069" y="686899"/>
                </a:lnTo>
                <a:lnTo>
                  <a:pt x="862572" y="686899"/>
                </a:lnTo>
                <a:close/>
                <a:moveTo>
                  <a:pt x="374839" y="686158"/>
                </a:moveTo>
                <a:lnTo>
                  <a:pt x="429402" y="686158"/>
                </a:lnTo>
                <a:lnTo>
                  <a:pt x="429402" y="686899"/>
                </a:lnTo>
                <a:lnTo>
                  <a:pt x="374839" y="686899"/>
                </a:lnTo>
                <a:close/>
                <a:moveTo>
                  <a:pt x="630576" y="686899"/>
                </a:moveTo>
                <a:lnTo>
                  <a:pt x="673893" y="686899"/>
                </a:lnTo>
                <a:lnTo>
                  <a:pt x="673893" y="687639"/>
                </a:lnTo>
                <a:lnTo>
                  <a:pt x="630576" y="687639"/>
                </a:lnTo>
                <a:close/>
                <a:moveTo>
                  <a:pt x="754279" y="686899"/>
                </a:moveTo>
                <a:lnTo>
                  <a:pt x="772189" y="686899"/>
                </a:lnTo>
                <a:lnTo>
                  <a:pt x="772189" y="687639"/>
                </a:lnTo>
                <a:lnTo>
                  <a:pt x="754279" y="687639"/>
                </a:lnTo>
                <a:close/>
                <a:moveTo>
                  <a:pt x="564351" y="686158"/>
                </a:moveTo>
                <a:lnTo>
                  <a:pt x="599754" y="686158"/>
                </a:lnTo>
                <a:lnTo>
                  <a:pt x="599754" y="687639"/>
                </a:lnTo>
                <a:lnTo>
                  <a:pt x="564351" y="687639"/>
                </a:lnTo>
                <a:close/>
                <a:moveTo>
                  <a:pt x="374839" y="686899"/>
                </a:moveTo>
                <a:lnTo>
                  <a:pt x="428985" y="686899"/>
                </a:lnTo>
                <a:lnTo>
                  <a:pt x="428985" y="687639"/>
                </a:lnTo>
                <a:lnTo>
                  <a:pt x="374839" y="687639"/>
                </a:lnTo>
                <a:close/>
                <a:moveTo>
                  <a:pt x="374839" y="687639"/>
                </a:moveTo>
                <a:lnTo>
                  <a:pt x="428569" y="687639"/>
                </a:lnTo>
                <a:lnTo>
                  <a:pt x="428569" y="688379"/>
                </a:lnTo>
                <a:lnTo>
                  <a:pt x="374839" y="688379"/>
                </a:lnTo>
                <a:close/>
                <a:moveTo>
                  <a:pt x="563934" y="687639"/>
                </a:moveTo>
                <a:lnTo>
                  <a:pt x="599754" y="687639"/>
                </a:lnTo>
                <a:lnTo>
                  <a:pt x="599754" y="688379"/>
                </a:lnTo>
                <a:lnTo>
                  <a:pt x="563934" y="688379"/>
                </a:lnTo>
                <a:close/>
                <a:moveTo>
                  <a:pt x="753863" y="687639"/>
                </a:moveTo>
                <a:lnTo>
                  <a:pt x="772189" y="687639"/>
                </a:lnTo>
                <a:lnTo>
                  <a:pt x="772189" y="688379"/>
                </a:lnTo>
                <a:lnTo>
                  <a:pt x="753863" y="688379"/>
                </a:lnTo>
                <a:close/>
                <a:moveTo>
                  <a:pt x="630576" y="687639"/>
                </a:moveTo>
                <a:lnTo>
                  <a:pt x="674309" y="687639"/>
                </a:lnTo>
                <a:lnTo>
                  <a:pt x="674309" y="688379"/>
                </a:lnTo>
                <a:lnTo>
                  <a:pt x="630576" y="688379"/>
                </a:lnTo>
                <a:close/>
                <a:moveTo>
                  <a:pt x="803427" y="686899"/>
                </a:moveTo>
                <a:lnTo>
                  <a:pt x="827585" y="686899"/>
                </a:lnTo>
                <a:lnTo>
                  <a:pt x="827585" y="688379"/>
                </a:lnTo>
                <a:lnTo>
                  <a:pt x="803427" y="688379"/>
                </a:lnTo>
                <a:close/>
                <a:moveTo>
                  <a:pt x="862988" y="686899"/>
                </a:moveTo>
                <a:lnTo>
                  <a:pt x="870069" y="686899"/>
                </a:lnTo>
                <a:lnTo>
                  <a:pt x="870069" y="689119"/>
                </a:lnTo>
                <a:lnTo>
                  <a:pt x="862988" y="689119"/>
                </a:lnTo>
                <a:close/>
                <a:moveTo>
                  <a:pt x="630576" y="688379"/>
                </a:moveTo>
                <a:lnTo>
                  <a:pt x="674726" y="688379"/>
                </a:lnTo>
                <a:lnTo>
                  <a:pt x="674726" y="689119"/>
                </a:lnTo>
                <a:lnTo>
                  <a:pt x="630576" y="689119"/>
                </a:lnTo>
                <a:close/>
                <a:moveTo>
                  <a:pt x="374839" y="688379"/>
                </a:moveTo>
                <a:lnTo>
                  <a:pt x="428152" y="688379"/>
                </a:lnTo>
                <a:lnTo>
                  <a:pt x="428152" y="689119"/>
                </a:lnTo>
                <a:lnTo>
                  <a:pt x="374839" y="689119"/>
                </a:lnTo>
                <a:close/>
                <a:moveTo>
                  <a:pt x="563518" y="688379"/>
                </a:moveTo>
                <a:lnTo>
                  <a:pt x="599754" y="688379"/>
                </a:lnTo>
                <a:lnTo>
                  <a:pt x="599754" y="689859"/>
                </a:lnTo>
                <a:lnTo>
                  <a:pt x="563518" y="689859"/>
                </a:lnTo>
                <a:close/>
                <a:moveTo>
                  <a:pt x="374839" y="689119"/>
                </a:moveTo>
                <a:lnTo>
                  <a:pt x="427319" y="689119"/>
                </a:lnTo>
                <a:lnTo>
                  <a:pt x="427319" y="689859"/>
                </a:lnTo>
                <a:lnTo>
                  <a:pt x="374839" y="689859"/>
                </a:lnTo>
                <a:close/>
                <a:moveTo>
                  <a:pt x="753446" y="688379"/>
                </a:moveTo>
                <a:lnTo>
                  <a:pt x="772189" y="688379"/>
                </a:lnTo>
                <a:lnTo>
                  <a:pt x="772189" y="689859"/>
                </a:lnTo>
                <a:lnTo>
                  <a:pt x="753446" y="689859"/>
                </a:lnTo>
                <a:close/>
                <a:moveTo>
                  <a:pt x="803427" y="688379"/>
                </a:moveTo>
                <a:lnTo>
                  <a:pt x="828001" y="688379"/>
                </a:lnTo>
                <a:lnTo>
                  <a:pt x="828001" y="689859"/>
                </a:lnTo>
                <a:lnTo>
                  <a:pt x="803427" y="689859"/>
                </a:lnTo>
                <a:close/>
                <a:moveTo>
                  <a:pt x="630576" y="689119"/>
                </a:moveTo>
                <a:lnTo>
                  <a:pt x="675142" y="689119"/>
                </a:lnTo>
                <a:lnTo>
                  <a:pt x="675142" y="689859"/>
                </a:lnTo>
                <a:lnTo>
                  <a:pt x="630576" y="689859"/>
                </a:lnTo>
                <a:close/>
                <a:moveTo>
                  <a:pt x="753030" y="689859"/>
                </a:moveTo>
                <a:lnTo>
                  <a:pt x="772189" y="689859"/>
                </a:lnTo>
                <a:lnTo>
                  <a:pt x="772189" y="690600"/>
                </a:lnTo>
                <a:lnTo>
                  <a:pt x="753030" y="690600"/>
                </a:lnTo>
                <a:close/>
                <a:moveTo>
                  <a:pt x="374839" y="689859"/>
                </a:moveTo>
                <a:lnTo>
                  <a:pt x="426903" y="689859"/>
                </a:lnTo>
                <a:lnTo>
                  <a:pt x="426903" y="690600"/>
                </a:lnTo>
                <a:lnTo>
                  <a:pt x="374839" y="690600"/>
                </a:lnTo>
                <a:close/>
                <a:moveTo>
                  <a:pt x="863405" y="689119"/>
                </a:moveTo>
                <a:lnTo>
                  <a:pt x="870069" y="689119"/>
                </a:lnTo>
                <a:lnTo>
                  <a:pt x="870069" y="690600"/>
                </a:lnTo>
                <a:lnTo>
                  <a:pt x="863405" y="690600"/>
                </a:lnTo>
                <a:close/>
                <a:moveTo>
                  <a:pt x="563101" y="689859"/>
                </a:moveTo>
                <a:lnTo>
                  <a:pt x="599754" y="689859"/>
                </a:lnTo>
                <a:lnTo>
                  <a:pt x="599754" y="690600"/>
                </a:lnTo>
                <a:lnTo>
                  <a:pt x="563101" y="690600"/>
                </a:lnTo>
                <a:close/>
                <a:moveTo>
                  <a:pt x="752613" y="690600"/>
                </a:moveTo>
                <a:lnTo>
                  <a:pt x="772189" y="690600"/>
                </a:lnTo>
                <a:lnTo>
                  <a:pt x="772189" y="691340"/>
                </a:lnTo>
                <a:lnTo>
                  <a:pt x="752613" y="691340"/>
                </a:lnTo>
                <a:close/>
                <a:moveTo>
                  <a:pt x="562685" y="690600"/>
                </a:moveTo>
                <a:lnTo>
                  <a:pt x="599754" y="690600"/>
                </a:lnTo>
                <a:lnTo>
                  <a:pt x="599754" y="691340"/>
                </a:lnTo>
                <a:lnTo>
                  <a:pt x="562685" y="691340"/>
                </a:lnTo>
                <a:close/>
                <a:moveTo>
                  <a:pt x="803427" y="689859"/>
                </a:moveTo>
                <a:lnTo>
                  <a:pt x="828418" y="689859"/>
                </a:lnTo>
                <a:lnTo>
                  <a:pt x="828418" y="691340"/>
                </a:lnTo>
                <a:lnTo>
                  <a:pt x="803427" y="691340"/>
                </a:lnTo>
                <a:close/>
                <a:moveTo>
                  <a:pt x="630576" y="689859"/>
                </a:moveTo>
                <a:lnTo>
                  <a:pt x="675559" y="689859"/>
                </a:lnTo>
                <a:lnTo>
                  <a:pt x="675559" y="691340"/>
                </a:lnTo>
                <a:lnTo>
                  <a:pt x="630576" y="691340"/>
                </a:lnTo>
                <a:close/>
                <a:moveTo>
                  <a:pt x="374839" y="690600"/>
                </a:moveTo>
                <a:lnTo>
                  <a:pt x="426486" y="690600"/>
                </a:lnTo>
                <a:lnTo>
                  <a:pt x="426486" y="691340"/>
                </a:lnTo>
                <a:lnTo>
                  <a:pt x="374839" y="691340"/>
                </a:lnTo>
                <a:close/>
                <a:moveTo>
                  <a:pt x="863821" y="690600"/>
                </a:moveTo>
                <a:lnTo>
                  <a:pt x="870069" y="690600"/>
                </a:lnTo>
                <a:lnTo>
                  <a:pt x="870069" y="692080"/>
                </a:lnTo>
                <a:lnTo>
                  <a:pt x="863821" y="692080"/>
                </a:lnTo>
                <a:close/>
                <a:moveTo>
                  <a:pt x="630576" y="691340"/>
                </a:moveTo>
                <a:lnTo>
                  <a:pt x="675975" y="691340"/>
                </a:lnTo>
                <a:lnTo>
                  <a:pt x="675975" y="692080"/>
                </a:lnTo>
                <a:lnTo>
                  <a:pt x="630576" y="692080"/>
                </a:lnTo>
                <a:close/>
                <a:moveTo>
                  <a:pt x="752197" y="691340"/>
                </a:moveTo>
                <a:lnTo>
                  <a:pt x="772189" y="691340"/>
                </a:lnTo>
                <a:lnTo>
                  <a:pt x="772189" y="692080"/>
                </a:lnTo>
                <a:lnTo>
                  <a:pt x="752197" y="692080"/>
                </a:lnTo>
                <a:close/>
                <a:moveTo>
                  <a:pt x="374839" y="691340"/>
                </a:moveTo>
                <a:lnTo>
                  <a:pt x="426070" y="691340"/>
                </a:lnTo>
                <a:lnTo>
                  <a:pt x="426070" y="692820"/>
                </a:lnTo>
                <a:lnTo>
                  <a:pt x="374839" y="692820"/>
                </a:lnTo>
                <a:close/>
                <a:moveTo>
                  <a:pt x="630576" y="692080"/>
                </a:moveTo>
                <a:lnTo>
                  <a:pt x="676392" y="692080"/>
                </a:lnTo>
                <a:lnTo>
                  <a:pt x="676392" y="692820"/>
                </a:lnTo>
                <a:lnTo>
                  <a:pt x="630576" y="692820"/>
                </a:lnTo>
                <a:close/>
                <a:moveTo>
                  <a:pt x="803427" y="691340"/>
                </a:moveTo>
                <a:lnTo>
                  <a:pt x="828834" y="691340"/>
                </a:lnTo>
                <a:lnTo>
                  <a:pt x="828834" y="692820"/>
                </a:lnTo>
                <a:lnTo>
                  <a:pt x="803427" y="692820"/>
                </a:lnTo>
                <a:close/>
                <a:moveTo>
                  <a:pt x="562268" y="691340"/>
                </a:moveTo>
                <a:lnTo>
                  <a:pt x="599754" y="691340"/>
                </a:lnTo>
                <a:lnTo>
                  <a:pt x="599754" y="692820"/>
                </a:lnTo>
                <a:lnTo>
                  <a:pt x="562268" y="692820"/>
                </a:lnTo>
                <a:close/>
                <a:moveTo>
                  <a:pt x="751780" y="692080"/>
                </a:moveTo>
                <a:lnTo>
                  <a:pt x="772189" y="692080"/>
                </a:lnTo>
                <a:lnTo>
                  <a:pt x="772189" y="692820"/>
                </a:lnTo>
                <a:lnTo>
                  <a:pt x="751780" y="692820"/>
                </a:lnTo>
                <a:close/>
                <a:moveTo>
                  <a:pt x="751364" y="692820"/>
                </a:moveTo>
                <a:lnTo>
                  <a:pt x="772189" y="692820"/>
                </a:lnTo>
                <a:lnTo>
                  <a:pt x="772189" y="693560"/>
                </a:lnTo>
                <a:lnTo>
                  <a:pt x="751364" y="693560"/>
                </a:lnTo>
                <a:close/>
                <a:moveTo>
                  <a:pt x="630576" y="692820"/>
                </a:moveTo>
                <a:lnTo>
                  <a:pt x="676808" y="692820"/>
                </a:lnTo>
                <a:lnTo>
                  <a:pt x="676808" y="693560"/>
                </a:lnTo>
                <a:lnTo>
                  <a:pt x="630576" y="693560"/>
                </a:lnTo>
                <a:close/>
                <a:moveTo>
                  <a:pt x="864238" y="692080"/>
                </a:moveTo>
                <a:lnTo>
                  <a:pt x="870069" y="692080"/>
                </a:lnTo>
                <a:lnTo>
                  <a:pt x="870069" y="693560"/>
                </a:lnTo>
                <a:lnTo>
                  <a:pt x="864238" y="693560"/>
                </a:lnTo>
                <a:close/>
                <a:moveTo>
                  <a:pt x="374839" y="692820"/>
                </a:moveTo>
                <a:lnTo>
                  <a:pt x="425653" y="692820"/>
                </a:lnTo>
                <a:lnTo>
                  <a:pt x="425653" y="693560"/>
                </a:lnTo>
                <a:lnTo>
                  <a:pt x="374839" y="693560"/>
                </a:lnTo>
                <a:close/>
                <a:moveTo>
                  <a:pt x="561852" y="692820"/>
                </a:moveTo>
                <a:lnTo>
                  <a:pt x="599754" y="692820"/>
                </a:lnTo>
                <a:lnTo>
                  <a:pt x="599754" y="693560"/>
                </a:lnTo>
                <a:lnTo>
                  <a:pt x="561852" y="693560"/>
                </a:lnTo>
                <a:close/>
                <a:moveTo>
                  <a:pt x="561435" y="693560"/>
                </a:moveTo>
                <a:lnTo>
                  <a:pt x="599754" y="693560"/>
                </a:lnTo>
                <a:lnTo>
                  <a:pt x="599754" y="694301"/>
                </a:lnTo>
                <a:lnTo>
                  <a:pt x="561435" y="694301"/>
                </a:lnTo>
                <a:close/>
                <a:moveTo>
                  <a:pt x="750947" y="693560"/>
                </a:moveTo>
                <a:lnTo>
                  <a:pt x="772189" y="693560"/>
                </a:lnTo>
                <a:lnTo>
                  <a:pt x="772189" y="694301"/>
                </a:lnTo>
                <a:lnTo>
                  <a:pt x="750947" y="694301"/>
                </a:lnTo>
                <a:close/>
                <a:moveTo>
                  <a:pt x="630576" y="693560"/>
                </a:moveTo>
                <a:lnTo>
                  <a:pt x="677225" y="693560"/>
                </a:lnTo>
                <a:lnTo>
                  <a:pt x="677225" y="694301"/>
                </a:lnTo>
                <a:lnTo>
                  <a:pt x="630576" y="694301"/>
                </a:lnTo>
                <a:close/>
                <a:moveTo>
                  <a:pt x="374839" y="693560"/>
                </a:moveTo>
                <a:lnTo>
                  <a:pt x="425236" y="693560"/>
                </a:lnTo>
                <a:lnTo>
                  <a:pt x="425236" y="694301"/>
                </a:lnTo>
                <a:lnTo>
                  <a:pt x="374839" y="694301"/>
                </a:lnTo>
                <a:close/>
                <a:moveTo>
                  <a:pt x="803427" y="692820"/>
                </a:moveTo>
                <a:lnTo>
                  <a:pt x="829251" y="692820"/>
                </a:lnTo>
                <a:lnTo>
                  <a:pt x="829251" y="694301"/>
                </a:lnTo>
                <a:lnTo>
                  <a:pt x="803427" y="694301"/>
                </a:lnTo>
                <a:close/>
                <a:moveTo>
                  <a:pt x="561019" y="694301"/>
                </a:moveTo>
                <a:lnTo>
                  <a:pt x="599754" y="694301"/>
                </a:lnTo>
                <a:lnTo>
                  <a:pt x="599754" y="695041"/>
                </a:lnTo>
                <a:lnTo>
                  <a:pt x="561019" y="695041"/>
                </a:lnTo>
                <a:close/>
                <a:moveTo>
                  <a:pt x="630576" y="694301"/>
                </a:moveTo>
                <a:lnTo>
                  <a:pt x="677641" y="694301"/>
                </a:lnTo>
                <a:lnTo>
                  <a:pt x="677641" y="695041"/>
                </a:lnTo>
                <a:lnTo>
                  <a:pt x="630576" y="695041"/>
                </a:lnTo>
                <a:close/>
                <a:moveTo>
                  <a:pt x="864654" y="693560"/>
                </a:moveTo>
                <a:lnTo>
                  <a:pt x="870069" y="693560"/>
                </a:lnTo>
                <a:lnTo>
                  <a:pt x="870069" y="695041"/>
                </a:lnTo>
                <a:lnTo>
                  <a:pt x="864654" y="695041"/>
                </a:lnTo>
                <a:close/>
                <a:moveTo>
                  <a:pt x="750531" y="694301"/>
                </a:moveTo>
                <a:lnTo>
                  <a:pt x="772189" y="694301"/>
                </a:lnTo>
                <a:lnTo>
                  <a:pt x="772189" y="695041"/>
                </a:lnTo>
                <a:lnTo>
                  <a:pt x="750531" y="695041"/>
                </a:lnTo>
                <a:close/>
                <a:moveTo>
                  <a:pt x="374839" y="694301"/>
                </a:moveTo>
                <a:lnTo>
                  <a:pt x="424820" y="694301"/>
                </a:lnTo>
                <a:lnTo>
                  <a:pt x="424820" y="695041"/>
                </a:lnTo>
                <a:lnTo>
                  <a:pt x="374839" y="695041"/>
                </a:lnTo>
                <a:close/>
                <a:moveTo>
                  <a:pt x="374839" y="695041"/>
                </a:moveTo>
                <a:lnTo>
                  <a:pt x="424403" y="695041"/>
                </a:lnTo>
                <a:lnTo>
                  <a:pt x="424403" y="695781"/>
                </a:lnTo>
                <a:lnTo>
                  <a:pt x="374839" y="695781"/>
                </a:lnTo>
                <a:close/>
                <a:moveTo>
                  <a:pt x="560602" y="695041"/>
                </a:moveTo>
                <a:lnTo>
                  <a:pt x="599754" y="695041"/>
                </a:lnTo>
                <a:lnTo>
                  <a:pt x="599754" y="695781"/>
                </a:lnTo>
                <a:lnTo>
                  <a:pt x="560602" y="695781"/>
                </a:lnTo>
                <a:close/>
                <a:moveTo>
                  <a:pt x="803427" y="694301"/>
                </a:moveTo>
                <a:lnTo>
                  <a:pt x="829667" y="694301"/>
                </a:lnTo>
                <a:lnTo>
                  <a:pt x="829667" y="695781"/>
                </a:lnTo>
                <a:lnTo>
                  <a:pt x="803427" y="695781"/>
                </a:lnTo>
                <a:close/>
                <a:moveTo>
                  <a:pt x="750114" y="695041"/>
                </a:moveTo>
                <a:lnTo>
                  <a:pt x="772189" y="695041"/>
                </a:lnTo>
                <a:lnTo>
                  <a:pt x="772189" y="695781"/>
                </a:lnTo>
                <a:lnTo>
                  <a:pt x="750114" y="695781"/>
                </a:lnTo>
                <a:close/>
                <a:moveTo>
                  <a:pt x="630576" y="695041"/>
                </a:moveTo>
                <a:lnTo>
                  <a:pt x="678058" y="695041"/>
                </a:lnTo>
                <a:lnTo>
                  <a:pt x="678058" y="695781"/>
                </a:lnTo>
                <a:lnTo>
                  <a:pt x="630576" y="695781"/>
                </a:lnTo>
                <a:close/>
                <a:moveTo>
                  <a:pt x="560186" y="695781"/>
                </a:moveTo>
                <a:lnTo>
                  <a:pt x="599754" y="695781"/>
                </a:lnTo>
                <a:lnTo>
                  <a:pt x="599754" y="696521"/>
                </a:lnTo>
                <a:lnTo>
                  <a:pt x="560186" y="696521"/>
                </a:lnTo>
                <a:close/>
                <a:moveTo>
                  <a:pt x="749698" y="695781"/>
                </a:moveTo>
                <a:lnTo>
                  <a:pt x="772189" y="695781"/>
                </a:lnTo>
                <a:lnTo>
                  <a:pt x="772189" y="696521"/>
                </a:lnTo>
                <a:lnTo>
                  <a:pt x="749698" y="696521"/>
                </a:lnTo>
                <a:close/>
                <a:moveTo>
                  <a:pt x="865071" y="695041"/>
                </a:moveTo>
                <a:lnTo>
                  <a:pt x="870069" y="695041"/>
                </a:lnTo>
                <a:lnTo>
                  <a:pt x="870069" y="696521"/>
                </a:lnTo>
                <a:lnTo>
                  <a:pt x="865071" y="696521"/>
                </a:lnTo>
                <a:close/>
                <a:moveTo>
                  <a:pt x="630576" y="695781"/>
                </a:moveTo>
                <a:lnTo>
                  <a:pt x="678474" y="695781"/>
                </a:lnTo>
                <a:lnTo>
                  <a:pt x="678474" y="696521"/>
                </a:lnTo>
                <a:lnTo>
                  <a:pt x="630576" y="696521"/>
                </a:lnTo>
                <a:close/>
                <a:moveTo>
                  <a:pt x="374839" y="695781"/>
                </a:moveTo>
                <a:lnTo>
                  <a:pt x="423987" y="695781"/>
                </a:lnTo>
                <a:lnTo>
                  <a:pt x="423987" y="696521"/>
                </a:lnTo>
                <a:lnTo>
                  <a:pt x="374839" y="696521"/>
                </a:lnTo>
                <a:close/>
                <a:moveTo>
                  <a:pt x="374839" y="696521"/>
                </a:moveTo>
                <a:lnTo>
                  <a:pt x="423570" y="696521"/>
                </a:lnTo>
                <a:lnTo>
                  <a:pt x="423570" y="697261"/>
                </a:lnTo>
                <a:lnTo>
                  <a:pt x="374839" y="697261"/>
                </a:lnTo>
                <a:close/>
                <a:moveTo>
                  <a:pt x="749281" y="696521"/>
                </a:moveTo>
                <a:lnTo>
                  <a:pt x="772189" y="696521"/>
                </a:lnTo>
                <a:lnTo>
                  <a:pt x="772189" y="697261"/>
                </a:lnTo>
                <a:lnTo>
                  <a:pt x="749281" y="697261"/>
                </a:lnTo>
                <a:close/>
                <a:moveTo>
                  <a:pt x="803427" y="695781"/>
                </a:moveTo>
                <a:lnTo>
                  <a:pt x="830084" y="695781"/>
                </a:lnTo>
                <a:lnTo>
                  <a:pt x="830084" y="697261"/>
                </a:lnTo>
                <a:lnTo>
                  <a:pt x="803427" y="697261"/>
                </a:lnTo>
                <a:close/>
                <a:moveTo>
                  <a:pt x="559769" y="696521"/>
                </a:moveTo>
                <a:lnTo>
                  <a:pt x="599754" y="696521"/>
                </a:lnTo>
                <a:lnTo>
                  <a:pt x="599754" y="697261"/>
                </a:lnTo>
                <a:lnTo>
                  <a:pt x="559769" y="697261"/>
                </a:lnTo>
                <a:close/>
                <a:moveTo>
                  <a:pt x="630576" y="696521"/>
                </a:moveTo>
                <a:lnTo>
                  <a:pt x="678891" y="696521"/>
                </a:lnTo>
                <a:lnTo>
                  <a:pt x="678891" y="697261"/>
                </a:lnTo>
                <a:lnTo>
                  <a:pt x="630576" y="697261"/>
                </a:lnTo>
                <a:close/>
                <a:moveTo>
                  <a:pt x="559353" y="697261"/>
                </a:moveTo>
                <a:lnTo>
                  <a:pt x="599754" y="697261"/>
                </a:lnTo>
                <a:lnTo>
                  <a:pt x="599754" y="698001"/>
                </a:lnTo>
                <a:lnTo>
                  <a:pt x="559353" y="698001"/>
                </a:lnTo>
                <a:close/>
                <a:moveTo>
                  <a:pt x="748448" y="697261"/>
                </a:moveTo>
                <a:lnTo>
                  <a:pt x="772189" y="697261"/>
                </a:lnTo>
                <a:lnTo>
                  <a:pt x="772189" y="698001"/>
                </a:lnTo>
                <a:lnTo>
                  <a:pt x="748448" y="698001"/>
                </a:lnTo>
                <a:close/>
                <a:moveTo>
                  <a:pt x="865487" y="696521"/>
                </a:moveTo>
                <a:lnTo>
                  <a:pt x="870069" y="696521"/>
                </a:lnTo>
                <a:lnTo>
                  <a:pt x="870069" y="698001"/>
                </a:lnTo>
                <a:lnTo>
                  <a:pt x="865487" y="698001"/>
                </a:lnTo>
                <a:close/>
                <a:moveTo>
                  <a:pt x="630576" y="697261"/>
                </a:moveTo>
                <a:lnTo>
                  <a:pt x="679724" y="697261"/>
                </a:lnTo>
                <a:lnTo>
                  <a:pt x="679724" y="698001"/>
                </a:lnTo>
                <a:lnTo>
                  <a:pt x="630576" y="698001"/>
                </a:lnTo>
                <a:close/>
                <a:moveTo>
                  <a:pt x="558936" y="698001"/>
                </a:moveTo>
                <a:lnTo>
                  <a:pt x="599754" y="698001"/>
                </a:lnTo>
                <a:lnTo>
                  <a:pt x="599754" y="698742"/>
                </a:lnTo>
                <a:lnTo>
                  <a:pt x="558936" y="698742"/>
                </a:lnTo>
                <a:close/>
                <a:moveTo>
                  <a:pt x="630576" y="698001"/>
                </a:moveTo>
                <a:lnTo>
                  <a:pt x="680140" y="698001"/>
                </a:lnTo>
                <a:lnTo>
                  <a:pt x="680140" y="698742"/>
                </a:lnTo>
                <a:lnTo>
                  <a:pt x="630576" y="698742"/>
                </a:lnTo>
                <a:close/>
                <a:moveTo>
                  <a:pt x="374839" y="697261"/>
                </a:moveTo>
                <a:lnTo>
                  <a:pt x="423154" y="697261"/>
                </a:lnTo>
                <a:lnTo>
                  <a:pt x="423154" y="698742"/>
                </a:lnTo>
                <a:lnTo>
                  <a:pt x="374839" y="698742"/>
                </a:lnTo>
                <a:close/>
                <a:moveTo>
                  <a:pt x="748032" y="698001"/>
                </a:moveTo>
                <a:lnTo>
                  <a:pt x="772189" y="698001"/>
                </a:lnTo>
                <a:lnTo>
                  <a:pt x="772189" y="698742"/>
                </a:lnTo>
                <a:lnTo>
                  <a:pt x="748032" y="698742"/>
                </a:lnTo>
                <a:close/>
                <a:moveTo>
                  <a:pt x="803427" y="697261"/>
                </a:moveTo>
                <a:lnTo>
                  <a:pt x="830501" y="697261"/>
                </a:lnTo>
                <a:lnTo>
                  <a:pt x="830501" y="698742"/>
                </a:lnTo>
                <a:lnTo>
                  <a:pt x="803427" y="698742"/>
                </a:lnTo>
                <a:close/>
                <a:moveTo>
                  <a:pt x="865904" y="698001"/>
                </a:moveTo>
                <a:lnTo>
                  <a:pt x="870069" y="698001"/>
                </a:lnTo>
                <a:lnTo>
                  <a:pt x="870069" y="699482"/>
                </a:lnTo>
                <a:lnTo>
                  <a:pt x="865904" y="699482"/>
                </a:lnTo>
                <a:close/>
                <a:moveTo>
                  <a:pt x="747615" y="698742"/>
                </a:moveTo>
                <a:lnTo>
                  <a:pt x="772189" y="698742"/>
                </a:lnTo>
                <a:lnTo>
                  <a:pt x="772189" y="699482"/>
                </a:lnTo>
                <a:lnTo>
                  <a:pt x="747615" y="699482"/>
                </a:lnTo>
                <a:close/>
                <a:moveTo>
                  <a:pt x="558520" y="698742"/>
                </a:moveTo>
                <a:lnTo>
                  <a:pt x="599754" y="698742"/>
                </a:lnTo>
                <a:lnTo>
                  <a:pt x="599754" y="699482"/>
                </a:lnTo>
                <a:lnTo>
                  <a:pt x="558520" y="699482"/>
                </a:lnTo>
                <a:close/>
                <a:moveTo>
                  <a:pt x="374839" y="698742"/>
                </a:moveTo>
                <a:lnTo>
                  <a:pt x="422737" y="698742"/>
                </a:lnTo>
                <a:lnTo>
                  <a:pt x="422737" y="699482"/>
                </a:lnTo>
                <a:lnTo>
                  <a:pt x="374839" y="699482"/>
                </a:lnTo>
                <a:close/>
                <a:moveTo>
                  <a:pt x="630576" y="698742"/>
                </a:moveTo>
                <a:lnTo>
                  <a:pt x="680557" y="698742"/>
                </a:lnTo>
                <a:lnTo>
                  <a:pt x="680557" y="699482"/>
                </a:lnTo>
                <a:lnTo>
                  <a:pt x="630576" y="699482"/>
                </a:lnTo>
                <a:close/>
                <a:moveTo>
                  <a:pt x="558103" y="699482"/>
                </a:moveTo>
                <a:lnTo>
                  <a:pt x="599754" y="699482"/>
                </a:lnTo>
                <a:lnTo>
                  <a:pt x="599754" y="700222"/>
                </a:lnTo>
                <a:lnTo>
                  <a:pt x="558103" y="700222"/>
                </a:lnTo>
                <a:close/>
                <a:moveTo>
                  <a:pt x="803427" y="698742"/>
                </a:moveTo>
                <a:lnTo>
                  <a:pt x="830917" y="698742"/>
                </a:lnTo>
                <a:lnTo>
                  <a:pt x="830917" y="700222"/>
                </a:lnTo>
                <a:lnTo>
                  <a:pt x="803427" y="700222"/>
                </a:lnTo>
                <a:close/>
                <a:moveTo>
                  <a:pt x="630576" y="699482"/>
                </a:moveTo>
                <a:lnTo>
                  <a:pt x="680974" y="699482"/>
                </a:lnTo>
                <a:lnTo>
                  <a:pt x="680974" y="700222"/>
                </a:lnTo>
                <a:lnTo>
                  <a:pt x="630576" y="700222"/>
                </a:lnTo>
                <a:close/>
                <a:moveTo>
                  <a:pt x="747199" y="699482"/>
                </a:moveTo>
                <a:lnTo>
                  <a:pt x="772189" y="699482"/>
                </a:lnTo>
                <a:lnTo>
                  <a:pt x="772189" y="700222"/>
                </a:lnTo>
                <a:lnTo>
                  <a:pt x="747199" y="700222"/>
                </a:lnTo>
                <a:close/>
                <a:moveTo>
                  <a:pt x="374839" y="699482"/>
                </a:moveTo>
                <a:lnTo>
                  <a:pt x="422321" y="699482"/>
                </a:lnTo>
                <a:lnTo>
                  <a:pt x="422321" y="700222"/>
                </a:lnTo>
                <a:lnTo>
                  <a:pt x="374839" y="700222"/>
                </a:lnTo>
                <a:close/>
                <a:moveTo>
                  <a:pt x="374839" y="700222"/>
                </a:moveTo>
                <a:lnTo>
                  <a:pt x="421904" y="700222"/>
                </a:lnTo>
                <a:lnTo>
                  <a:pt x="421904" y="700962"/>
                </a:lnTo>
                <a:lnTo>
                  <a:pt x="374839" y="700962"/>
                </a:lnTo>
                <a:close/>
                <a:moveTo>
                  <a:pt x="630576" y="700222"/>
                </a:moveTo>
                <a:lnTo>
                  <a:pt x="681807" y="700222"/>
                </a:lnTo>
                <a:lnTo>
                  <a:pt x="681807" y="700962"/>
                </a:lnTo>
                <a:lnTo>
                  <a:pt x="630576" y="700962"/>
                </a:lnTo>
                <a:close/>
                <a:moveTo>
                  <a:pt x="866320" y="699482"/>
                </a:moveTo>
                <a:lnTo>
                  <a:pt x="870069" y="699482"/>
                </a:lnTo>
                <a:lnTo>
                  <a:pt x="870069" y="700962"/>
                </a:lnTo>
                <a:lnTo>
                  <a:pt x="866320" y="700962"/>
                </a:lnTo>
                <a:close/>
                <a:moveTo>
                  <a:pt x="557687" y="700222"/>
                </a:moveTo>
                <a:lnTo>
                  <a:pt x="599754" y="700222"/>
                </a:lnTo>
                <a:lnTo>
                  <a:pt x="599754" y="700962"/>
                </a:lnTo>
                <a:lnTo>
                  <a:pt x="557687" y="700962"/>
                </a:lnTo>
                <a:close/>
                <a:moveTo>
                  <a:pt x="746366" y="700222"/>
                </a:moveTo>
                <a:lnTo>
                  <a:pt x="772189" y="700222"/>
                </a:lnTo>
                <a:lnTo>
                  <a:pt x="772189" y="700962"/>
                </a:lnTo>
                <a:lnTo>
                  <a:pt x="746366" y="700962"/>
                </a:lnTo>
                <a:close/>
                <a:moveTo>
                  <a:pt x="745949" y="700962"/>
                </a:moveTo>
                <a:lnTo>
                  <a:pt x="772189" y="700962"/>
                </a:lnTo>
                <a:lnTo>
                  <a:pt x="772189" y="701702"/>
                </a:lnTo>
                <a:lnTo>
                  <a:pt x="745949" y="701702"/>
                </a:lnTo>
                <a:close/>
                <a:moveTo>
                  <a:pt x="803427" y="700222"/>
                </a:moveTo>
                <a:lnTo>
                  <a:pt x="831334" y="700222"/>
                </a:lnTo>
                <a:lnTo>
                  <a:pt x="831334" y="701702"/>
                </a:lnTo>
                <a:lnTo>
                  <a:pt x="803427" y="701702"/>
                </a:lnTo>
                <a:close/>
                <a:moveTo>
                  <a:pt x="374839" y="700962"/>
                </a:moveTo>
                <a:lnTo>
                  <a:pt x="421488" y="700962"/>
                </a:lnTo>
                <a:lnTo>
                  <a:pt x="421488" y="701702"/>
                </a:lnTo>
                <a:lnTo>
                  <a:pt x="374839" y="701702"/>
                </a:lnTo>
                <a:close/>
                <a:moveTo>
                  <a:pt x="556854" y="700962"/>
                </a:moveTo>
                <a:lnTo>
                  <a:pt x="599754" y="700962"/>
                </a:lnTo>
                <a:lnTo>
                  <a:pt x="599754" y="701702"/>
                </a:lnTo>
                <a:lnTo>
                  <a:pt x="556854" y="701702"/>
                </a:lnTo>
                <a:close/>
                <a:moveTo>
                  <a:pt x="630576" y="700962"/>
                </a:moveTo>
                <a:lnTo>
                  <a:pt x="682223" y="700962"/>
                </a:lnTo>
                <a:lnTo>
                  <a:pt x="682223" y="701702"/>
                </a:lnTo>
                <a:lnTo>
                  <a:pt x="630576" y="701702"/>
                </a:lnTo>
                <a:close/>
                <a:moveTo>
                  <a:pt x="866737" y="700962"/>
                </a:moveTo>
                <a:lnTo>
                  <a:pt x="870069" y="700962"/>
                </a:lnTo>
                <a:lnTo>
                  <a:pt x="870069" y="702443"/>
                </a:lnTo>
                <a:lnTo>
                  <a:pt x="866737" y="702443"/>
                </a:lnTo>
                <a:close/>
                <a:moveTo>
                  <a:pt x="745533" y="701702"/>
                </a:moveTo>
                <a:lnTo>
                  <a:pt x="772189" y="701702"/>
                </a:lnTo>
                <a:lnTo>
                  <a:pt x="772189" y="702443"/>
                </a:lnTo>
                <a:lnTo>
                  <a:pt x="745533" y="702443"/>
                </a:lnTo>
                <a:close/>
                <a:moveTo>
                  <a:pt x="556437" y="701702"/>
                </a:moveTo>
                <a:lnTo>
                  <a:pt x="599754" y="701702"/>
                </a:lnTo>
                <a:lnTo>
                  <a:pt x="599754" y="702443"/>
                </a:lnTo>
                <a:lnTo>
                  <a:pt x="556437" y="702443"/>
                </a:lnTo>
                <a:close/>
                <a:moveTo>
                  <a:pt x="630576" y="701702"/>
                </a:moveTo>
                <a:lnTo>
                  <a:pt x="682640" y="701702"/>
                </a:lnTo>
                <a:lnTo>
                  <a:pt x="682640" y="702443"/>
                </a:lnTo>
                <a:lnTo>
                  <a:pt x="630576" y="702443"/>
                </a:lnTo>
                <a:close/>
                <a:moveTo>
                  <a:pt x="374839" y="701702"/>
                </a:moveTo>
                <a:lnTo>
                  <a:pt x="421071" y="701702"/>
                </a:lnTo>
                <a:lnTo>
                  <a:pt x="421071" y="702443"/>
                </a:lnTo>
                <a:lnTo>
                  <a:pt x="374839" y="702443"/>
                </a:lnTo>
                <a:close/>
                <a:moveTo>
                  <a:pt x="556021" y="702443"/>
                </a:moveTo>
                <a:lnTo>
                  <a:pt x="599754" y="702443"/>
                </a:lnTo>
                <a:lnTo>
                  <a:pt x="599754" y="703183"/>
                </a:lnTo>
                <a:lnTo>
                  <a:pt x="556021" y="703183"/>
                </a:lnTo>
                <a:close/>
                <a:moveTo>
                  <a:pt x="374839" y="702443"/>
                </a:moveTo>
                <a:lnTo>
                  <a:pt x="420655" y="702443"/>
                </a:lnTo>
                <a:lnTo>
                  <a:pt x="420655" y="703183"/>
                </a:lnTo>
                <a:lnTo>
                  <a:pt x="374839" y="703183"/>
                </a:lnTo>
                <a:close/>
                <a:moveTo>
                  <a:pt x="744700" y="702443"/>
                </a:moveTo>
                <a:lnTo>
                  <a:pt x="772189" y="702443"/>
                </a:lnTo>
                <a:lnTo>
                  <a:pt x="772189" y="703183"/>
                </a:lnTo>
                <a:lnTo>
                  <a:pt x="744700" y="703183"/>
                </a:lnTo>
                <a:close/>
                <a:moveTo>
                  <a:pt x="630576" y="702443"/>
                </a:moveTo>
                <a:lnTo>
                  <a:pt x="683473" y="702443"/>
                </a:lnTo>
                <a:lnTo>
                  <a:pt x="683473" y="703183"/>
                </a:lnTo>
                <a:lnTo>
                  <a:pt x="630576" y="703183"/>
                </a:lnTo>
                <a:close/>
                <a:moveTo>
                  <a:pt x="803427" y="701702"/>
                </a:moveTo>
                <a:lnTo>
                  <a:pt x="831750" y="701702"/>
                </a:lnTo>
                <a:lnTo>
                  <a:pt x="831750" y="703183"/>
                </a:lnTo>
                <a:lnTo>
                  <a:pt x="803427" y="703183"/>
                </a:lnTo>
                <a:close/>
                <a:moveTo>
                  <a:pt x="555188" y="703183"/>
                </a:moveTo>
                <a:lnTo>
                  <a:pt x="599754" y="703183"/>
                </a:lnTo>
                <a:lnTo>
                  <a:pt x="599754" y="703923"/>
                </a:lnTo>
                <a:lnTo>
                  <a:pt x="555188" y="703923"/>
                </a:lnTo>
                <a:close/>
                <a:moveTo>
                  <a:pt x="867153" y="702443"/>
                </a:moveTo>
                <a:lnTo>
                  <a:pt x="870069" y="702443"/>
                </a:lnTo>
                <a:lnTo>
                  <a:pt x="870069" y="703923"/>
                </a:lnTo>
                <a:lnTo>
                  <a:pt x="867153" y="703923"/>
                </a:lnTo>
                <a:close/>
                <a:moveTo>
                  <a:pt x="630576" y="703183"/>
                </a:moveTo>
                <a:lnTo>
                  <a:pt x="683889" y="703183"/>
                </a:lnTo>
                <a:lnTo>
                  <a:pt x="683889" y="703923"/>
                </a:lnTo>
                <a:lnTo>
                  <a:pt x="630576" y="703923"/>
                </a:lnTo>
                <a:close/>
                <a:moveTo>
                  <a:pt x="744283" y="703183"/>
                </a:moveTo>
                <a:lnTo>
                  <a:pt x="772189" y="703183"/>
                </a:lnTo>
                <a:lnTo>
                  <a:pt x="772189" y="703923"/>
                </a:lnTo>
                <a:lnTo>
                  <a:pt x="744283" y="703923"/>
                </a:lnTo>
                <a:close/>
                <a:moveTo>
                  <a:pt x="374839" y="703183"/>
                </a:moveTo>
                <a:lnTo>
                  <a:pt x="420238" y="703183"/>
                </a:lnTo>
                <a:lnTo>
                  <a:pt x="420238" y="703923"/>
                </a:lnTo>
                <a:lnTo>
                  <a:pt x="374839" y="703923"/>
                </a:lnTo>
                <a:close/>
                <a:moveTo>
                  <a:pt x="554771" y="703923"/>
                </a:moveTo>
                <a:lnTo>
                  <a:pt x="599754" y="703923"/>
                </a:lnTo>
                <a:lnTo>
                  <a:pt x="599754" y="704663"/>
                </a:lnTo>
                <a:lnTo>
                  <a:pt x="554771" y="704663"/>
                </a:lnTo>
                <a:close/>
                <a:moveTo>
                  <a:pt x="743450" y="703923"/>
                </a:moveTo>
                <a:lnTo>
                  <a:pt x="772189" y="703923"/>
                </a:lnTo>
                <a:lnTo>
                  <a:pt x="772189" y="704663"/>
                </a:lnTo>
                <a:lnTo>
                  <a:pt x="743450" y="704663"/>
                </a:lnTo>
                <a:close/>
                <a:moveTo>
                  <a:pt x="374839" y="703923"/>
                </a:moveTo>
                <a:lnTo>
                  <a:pt x="419822" y="703923"/>
                </a:lnTo>
                <a:lnTo>
                  <a:pt x="419822" y="704663"/>
                </a:lnTo>
                <a:lnTo>
                  <a:pt x="374839" y="704663"/>
                </a:lnTo>
                <a:close/>
                <a:moveTo>
                  <a:pt x="803427" y="703183"/>
                </a:moveTo>
                <a:lnTo>
                  <a:pt x="832167" y="703183"/>
                </a:lnTo>
                <a:lnTo>
                  <a:pt x="832167" y="704663"/>
                </a:lnTo>
                <a:lnTo>
                  <a:pt x="803427" y="704663"/>
                </a:lnTo>
                <a:close/>
                <a:moveTo>
                  <a:pt x="630576" y="703923"/>
                </a:moveTo>
                <a:lnTo>
                  <a:pt x="684722" y="703923"/>
                </a:lnTo>
                <a:lnTo>
                  <a:pt x="684722" y="704663"/>
                </a:lnTo>
                <a:lnTo>
                  <a:pt x="630576" y="704663"/>
                </a:lnTo>
                <a:close/>
                <a:moveTo>
                  <a:pt x="374839" y="704663"/>
                </a:moveTo>
                <a:lnTo>
                  <a:pt x="419405" y="704663"/>
                </a:lnTo>
                <a:lnTo>
                  <a:pt x="419405" y="705403"/>
                </a:lnTo>
                <a:lnTo>
                  <a:pt x="374839" y="705403"/>
                </a:lnTo>
                <a:close/>
                <a:moveTo>
                  <a:pt x="742617" y="704663"/>
                </a:moveTo>
                <a:lnTo>
                  <a:pt x="772189" y="704663"/>
                </a:lnTo>
                <a:lnTo>
                  <a:pt x="772189" y="705403"/>
                </a:lnTo>
                <a:lnTo>
                  <a:pt x="742617" y="705403"/>
                </a:lnTo>
                <a:close/>
                <a:moveTo>
                  <a:pt x="630576" y="704663"/>
                </a:moveTo>
                <a:lnTo>
                  <a:pt x="685555" y="704663"/>
                </a:lnTo>
                <a:lnTo>
                  <a:pt x="685555" y="705403"/>
                </a:lnTo>
                <a:lnTo>
                  <a:pt x="630576" y="705403"/>
                </a:lnTo>
                <a:close/>
                <a:moveTo>
                  <a:pt x="867570" y="703923"/>
                </a:moveTo>
                <a:lnTo>
                  <a:pt x="870069" y="703923"/>
                </a:lnTo>
                <a:lnTo>
                  <a:pt x="870069" y="705403"/>
                </a:lnTo>
                <a:lnTo>
                  <a:pt x="867570" y="705403"/>
                </a:lnTo>
                <a:close/>
                <a:moveTo>
                  <a:pt x="553938" y="704663"/>
                </a:moveTo>
                <a:lnTo>
                  <a:pt x="599754" y="704663"/>
                </a:lnTo>
                <a:lnTo>
                  <a:pt x="599754" y="705403"/>
                </a:lnTo>
                <a:lnTo>
                  <a:pt x="553938" y="705403"/>
                </a:lnTo>
                <a:close/>
                <a:moveTo>
                  <a:pt x="803427" y="704663"/>
                </a:moveTo>
                <a:lnTo>
                  <a:pt x="832583" y="704663"/>
                </a:lnTo>
                <a:lnTo>
                  <a:pt x="832583" y="706144"/>
                </a:lnTo>
                <a:lnTo>
                  <a:pt x="803427" y="706144"/>
                </a:lnTo>
                <a:close/>
                <a:moveTo>
                  <a:pt x="374839" y="705403"/>
                </a:moveTo>
                <a:lnTo>
                  <a:pt x="418989" y="705403"/>
                </a:lnTo>
                <a:lnTo>
                  <a:pt x="418989" y="706144"/>
                </a:lnTo>
                <a:lnTo>
                  <a:pt x="374839" y="706144"/>
                </a:lnTo>
                <a:close/>
                <a:moveTo>
                  <a:pt x="553522" y="705403"/>
                </a:moveTo>
                <a:lnTo>
                  <a:pt x="599754" y="705403"/>
                </a:lnTo>
                <a:lnTo>
                  <a:pt x="599754" y="706144"/>
                </a:lnTo>
                <a:lnTo>
                  <a:pt x="553522" y="706144"/>
                </a:lnTo>
                <a:close/>
                <a:moveTo>
                  <a:pt x="742200" y="705403"/>
                </a:moveTo>
                <a:lnTo>
                  <a:pt x="772189" y="705403"/>
                </a:lnTo>
                <a:lnTo>
                  <a:pt x="772189" y="706144"/>
                </a:lnTo>
                <a:lnTo>
                  <a:pt x="742200" y="706144"/>
                </a:lnTo>
                <a:close/>
                <a:moveTo>
                  <a:pt x="630576" y="705403"/>
                </a:moveTo>
                <a:lnTo>
                  <a:pt x="685972" y="705403"/>
                </a:lnTo>
                <a:lnTo>
                  <a:pt x="685972" y="706144"/>
                </a:lnTo>
                <a:lnTo>
                  <a:pt x="630576" y="706144"/>
                </a:lnTo>
                <a:close/>
                <a:moveTo>
                  <a:pt x="552688" y="706144"/>
                </a:moveTo>
                <a:lnTo>
                  <a:pt x="599754" y="706144"/>
                </a:lnTo>
                <a:lnTo>
                  <a:pt x="599754" y="706884"/>
                </a:lnTo>
                <a:lnTo>
                  <a:pt x="552688" y="706884"/>
                </a:lnTo>
                <a:close/>
                <a:moveTo>
                  <a:pt x="630576" y="706144"/>
                </a:moveTo>
                <a:lnTo>
                  <a:pt x="686805" y="706144"/>
                </a:lnTo>
                <a:lnTo>
                  <a:pt x="686805" y="706884"/>
                </a:lnTo>
                <a:lnTo>
                  <a:pt x="630576" y="706884"/>
                </a:lnTo>
                <a:close/>
                <a:moveTo>
                  <a:pt x="741367" y="706144"/>
                </a:moveTo>
                <a:lnTo>
                  <a:pt x="772189" y="706144"/>
                </a:lnTo>
                <a:lnTo>
                  <a:pt x="772189" y="706884"/>
                </a:lnTo>
                <a:lnTo>
                  <a:pt x="741367" y="706884"/>
                </a:lnTo>
                <a:close/>
                <a:moveTo>
                  <a:pt x="867986" y="705403"/>
                </a:moveTo>
                <a:lnTo>
                  <a:pt x="870069" y="705403"/>
                </a:lnTo>
                <a:lnTo>
                  <a:pt x="870069" y="706884"/>
                </a:lnTo>
                <a:lnTo>
                  <a:pt x="867986" y="706884"/>
                </a:lnTo>
                <a:close/>
                <a:moveTo>
                  <a:pt x="740534" y="706884"/>
                </a:moveTo>
                <a:lnTo>
                  <a:pt x="772189" y="706884"/>
                </a:lnTo>
                <a:lnTo>
                  <a:pt x="772189" y="707624"/>
                </a:lnTo>
                <a:lnTo>
                  <a:pt x="740534" y="707624"/>
                </a:lnTo>
                <a:close/>
                <a:moveTo>
                  <a:pt x="551855" y="706884"/>
                </a:moveTo>
                <a:lnTo>
                  <a:pt x="599754" y="706884"/>
                </a:lnTo>
                <a:lnTo>
                  <a:pt x="599754" y="707624"/>
                </a:lnTo>
                <a:lnTo>
                  <a:pt x="551855" y="707624"/>
                </a:lnTo>
                <a:close/>
                <a:moveTo>
                  <a:pt x="630576" y="706884"/>
                </a:moveTo>
                <a:lnTo>
                  <a:pt x="687638" y="706884"/>
                </a:lnTo>
                <a:lnTo>
                  <a:pt x="687638" y="707624"/>
                </a:lnTo>
                <a:lnTo>
                  <a:pt x="630576" y="707624"/>
                </a:lnTo>
                <a:close/>
                <a:moveTo>
                  <a:pt x="374839" y="706144"/>
                </a:moveTo>
                <a:lnTo>
                  <a:pt x="418572" y="706144"/>
                </a:lnTo>
                <a:lnTo>
                  <a:pt x="418572" y="707624"/>
                </a:lnTo>
                <a:lnTo>
                  <a:pt x="374839" y="707624"/>
                </a:lnTo>
                <a:close/>
                <a:moveTo>
                  <a:pt x="803427" y="706144"/>
                </a:moveTo>
                <a:lnTo>
                  <a:pt x="833000" y="706144"/>
                </a:lnTo>
                <a:lnTo>
                  <a:pt x="833000" y="707624"/>
                </a:lnTo>
                <a:lnTo>
                  <a:pt x="803427" y="707624"/>
                </a:lnTo>
                <a:close/>
                <a:moveTo>
                  <a:pt x="551022" y="707624"/>
                </a:moveTo>
                <a:lnTo>
                  <a:pt x="599754" y="707624"/>
                </a:lnTo>
                <a:lnTo>
                  <a:pt x="599754" y="708364"/>
                </a:lnTo>
                <a:lnTo>
                  <a:pt x="551022" y="708364"/>
                </a:lnTo>
                <a:close/>
                <a:moveTo>
                  <a:pt x="630576" y="707624"/>
                </a:moveTo>
                <a:lnTo>
                  <a:pt x="688471" y="707624"/>
                </a:lnTo>
                <a:lnTo>
                  <a:pt x="688471" y="708364"/>
                </a:lnTo>
                <a:lnTo>
                  <a:pt x="630576" y="708364"/>
                </a:lnTo>
                <a:close/>
                <a:moveTo>
                  <a:pt x="739701" y="707624"/>
                </a:moveTo>
                <a:lnTo>
                  <a:pt x="772189" y="707624"/>
                </a:lnTo>
                <a:lnTo>
                  <a:pt x="772189" y="708364"/>
                </a:lnTo>
                <a:lnTo>
                  <a:pt x="739701" y="708364"/>
                </a:lnTo>
                <a:close/>
                <a:moveTo>
                  <a:pt x="868403" y="706884"/>
                </a:moveTo>
                <a:lnTo>
                  <a:pt x="870069" y="706884"/>
                </a:lnTo>
                <a:lnTo>
                  <a:pt x="870069" y="708364"/>
                </a:lnTo>
                <a:lnTo>
                  <a:pt x="868403" y="708364"/>
                </a:lnTo>
                <a:close/>
                <a:moveTo>
                  <a:pt x="374839" y="707624"/>
                </a:moveTo>
                <a:lnTo>
                  <a:pt x="418156" y="707624"/>
                </a:lnTo>
                <a:lnTo>
                  <a:pt x="418156" y="708364"/>
                </a:lnTo>
                <a:lnTo>
                  <a:pt x="374839" y="708364"/>
                </a:lnTo>
                <a:close/>
                <a:moveTo>
                  <a:pt x="550189" y="708364"/>
                </a:moveTo>
                <a:lnTo>
                  <a:pt x="599754" y="708364"/>
                </a:lnTo>
                <a:lnTo>
                  <a:pt x="599754" y="709104"/>
                </a:lnTo>
                <a:lnTo>
                  <a:pt x="550189" y="709104"/>
                </a:lnTo>
                <a:close/>
                <a:moveTo>
                  <a:pt x="374839" y="708364"/>
                </a:moveTo>
                <a:lnTo>
                  <a:pt x="417739" y="708364"/>
                </a:lnTo>
                <a:lnTo>
                  <a:pt x="417739" y="709104"/>
                </a:lnTo>
                <a:lnTo>
                  <a:pt x="374839" y="709104"/>
                </a:lnTo>
                <a:close/>
                <a:moveTo>
                  <a:pt x="738868" y="708364"/>
                </a:moveTo>
                <a:lnTo>
                  <a:pt x="772189" y="708364"/>
                </a:lnTo>
                <a:lnTo>
                  <a:pt x="772189" y="709104"/>
                </a:lnTo>
                <a:lnTo>
                  <a:pt x="738868" y="709104"/>
                </a:lnTo>
                <a:close/>
                <a:moveTo>
                  <a:pt x="630576" y="708364"/>
                </a:moveTo>
                <a:lnTo>
                  <a:pt x="689304" y="708364"/>
                </a:lnTo>
                <a:lnTo>
                  <a:pt x="689304" y="709104"/>
                </a:lnTo>
                <a:lnTo>
                  <a:pt x="630576" y="709104"/>
                </a:lnTo>
                <a:close/>
                <a:moveTo>
                  <a:pt x="803427" y="707624"/>
                </a:moveTo>
                <a:lnTo>
                  <a:pt x="833416" y="707624"/>
                </a:lnTo>
                <a:lnTo>
                  <a:pt x="833416" y="709104"/>
                </a:lnTo>
                <a:lnTo>
                  <a:pt x="803427" y="709104"/>
                </a:lnTo>
                <a:close/>
                <a:moveTo>
                  <a:pt x="868819" y="708364"/>
                </a:moveTo>
                <a:lnTo>
                  <a:pt x="870069" y="708364"/>
                </a:lnTo>
                <a:lnTo>
                  <a:pt x="870069" y="709845"/>
                </a:lnTo>
                <a:lnTo>
                  <a:pt x="868819" y="709845"/>
                </a:lnTo>
                <a:close/>
                <a:moveTo>
                  <a:pt x="549356" y="709104"/>
                </a:moveTo>
                <a:lnTo>
                  <a:pt x="599754" y="709104"/>
                </a:lnTo>
                <a:lnTo>
                  <a:pt x="599754" y="709845"/>
                </a:lnTo>
                <a:lnTo>
                  <a:pt x="549356" y="709845"/>
                </a:lnTo>
                <a:close/>
                <a:moveTo>
                  <a:pt x="738035" y="709104"/>
                </a:moveTo>
                <a:lnTo>
                  <a:pt x="772189" y="709104"/>
                </a:lnTo>
                <a:lnTo>
                  <a:pt x="772189" y="709845"/>
                </a:lnTo>
                <a:lnTo>
                  <a:pt x="738035" y="709845"/>
                </a:lnTo>
                <a:close/>
                <a:moveTo>
                  <a:pt x="630576" y="709104"/>
                </a:moveTo>
                <a:lnTo>
                  <a:pt x="690553" y="709104"/>
                </a:lnTo>
                <a:lnTo>
                  <a:pt x="690553" y="709845"/>
                </a:lnTo>
                <a:lnTo>
                  <a:pt x="630576" y="709845"/>
                </a:lnTo>
                <a:close/>
                <a:moveTo>
                  <a:pt x="374839" y="709104"/>
                </a:moveTo>
                <a:lnTo>
                  <a:pt x="417323" y="709104"/>
                </a:lnTo>
                <a:lnTo>
                  <a:pt x="417323" y="709845"/>
                </a:lnTo>
                <a:lnTo>
                  <a:pt x="374839" y="709845"/>
                </a:lnTo>
                <a:close/>
                <a:moveTo>
                  <a:pt x="548523" y="709845"/>
                </a:moveTo>
                <a:lnTo>
                  <a:pt x="599754" y="709845"/>
                </a:lnTo>
                <a:lnTo>
                  <a:pt x="599754" y="710585"/>
                </a:lnTo>
                <a:lnTo>
                  <a:pt x="548523" y="710585"/>
                </a:lnTo>
                <a:close/>
                <a:moveTo>
                  <a:pt x="736786" y="709845"/>
                </a:moveTo>
                <a:lnTo>
                  <a:pt x="772189" y="709845"/>
                </a:lnTo>
                <a:lnTo>
                  <a:pt x="772189" y="710585"/>
                </a:lnTo>
                <a:lnTo>
                  <a:pt x="736786" y="710585"/>
                </a:lnTo>
                <a:close/>
                <a:moveTo>
                  <a:pt x="803427" y="709104"/>
                </a:moveTo>
                <a:lnTo>
                  <a:pt x="833833" y="709104"/>
                </a:lnTo>
                <a:lnTo>
                  <a:pt x="833833" y="710585"/>
                </a:lnTo>
                <a:lnTo>
                  <a:pt x="803427" y="710585"/>
                </a:lnTo>
                <a:close/>
                <a:moveTo>
                  <a:pt x="374839" y="709845"/>
                </a:moveTo>
                <a:lnTo>
                  <a:pt x="416906" y="709845"/>
                </a:lnTo>
                <a:lnTo>
                  <a:pt x="416906" y="710585"/>
                </a:lnTo>
                <a:lnTo>
                  <a:pt x="374839" y="710585"/>
                </a:lnTo>
                <a:close/>
                <a:moveTo>
                  <a:pt x="630576" y="709845"/>
                </a:moveTo>
                <a:lnTo>
                  <a:pt x="691386" y="709845"/>
                </a:lnTo>
                <a:lnTo>
                  <a:pt x="691386" y="710585"/>
                </a:lnTo>
                <a:lnTo>
                  <a:pt x="630576" y="710585"/>
                </a:lnTo>
                <a:close/>
                <a:moveTo>
                  <a:pt x="630576" y="710585"/>
                </a:moveTo>
                <a:lnTo>
                  <a:pt x="692636" y="710585"/>
                </a:lnTo>
                <a:lnTo>
                  <a:pt x="692636" y="711325"/>
                </a:lnTo>
                <a:lnTo>
                  <a:pt x="630576" y="711325"/>
                </a:lnTo>
                <a:close/>
                <a:moveTo>
                  <a:pt x="735953" y="710585"/>
                </a:moveTo>
                <a:lnTo>
                  <a:pt x="772189" y="710585"/>
                </a:lnTo>
                <a:lnTo>
                  <a:pt x="772189" y="711325"/>
                </a:lnTo>
                <a:lnTo>
                  <a:pt x="735953" y="711325"/>
                </a:lnTo>
                <a:close/>
                <a:moveTo>
                  <a:pt x="547274" y="710585"/>
                </a:moveTo>
                <a:lnTo>
                  <a:pt x="599754" y="710585"/>
                </a:lnTo>
                <a:lnTo>
                  <a:pt x="599754" y="711325"/>
                </a:lnTo>
                <a:lnTo>
                  <a:pt x="547274" y="711325"/>
                </a:lnTo>
                <a:close/>
                <a:moveTo>
                  <a:pt x="803427" y="710585"/>
                </a:moveTo>
                <a:lnTo>
                  <a:pt x="834249" y="710585"/>
                </a:lnTo>
                <a:lnTo>
                  <a:pt x="834249" y="712065"/>
                </a:lnTo>
                <a:lnTo>
                  <a:pt x="803427" y="712065"/>
                </a:lnTo>
                <a:close/>
                <a:moveTo>
                  <a:pt x="546024" y="711325"/>
                </a:moveTo>
                <a:lnTo>
                  <a:pt x="599754" y="711325"/>
                </a:lnTo>
                <a:lnTo>
                  <a:pt x="599754" y="712065"/>
                </a:lnTo>
                <a:lnTo>
                  <a:pt x="546024" y="712065"/>
                </a:lnTo>
                <a:close/>
                <a:moveTo>
                  <a:pt x="374839" y="710585"/>
                </a:moveTo>
                <a:lnTo>
                  <a:pt x="416490" y="710585"/>
                </a:lnTo>
                <a:lnTo>
                  <a:pt x="416490" y="712065"/>
                </a:lnTo>
                <a:lnTo>
                  <a:pt x="374839" y="712065"/>
                </a:lnTo>
                <a:close/>
                <a:moveTo>
                  <a:pt x="734703" y="711325"/>
                </a:moveTo>
                <a:lnTo>
                  <a:pt x="772189" y="711325"/>
                </a:lnTo>
                <a:lnTo>
                  <a:pt x="772189" y="712065"/>
                </a:lnTo>
                <a:lnTo>
                  <a:pt x="734703" y="712065"/>
                </a:lnTo>
                <a:close/>
                <a:moveTo>
                  <a:pt x="869236" y="709845"/>
                </a:moveTo>
                <a:lnTo>
                  <a:pt x="870069" y="709845"/>
                </a:lnTo>
                <a:lnTo>
                  <a:pt x="870069" y="712065"/>
                </a:lnTo>
                <a:lnTo>
                  <a:pt x="869236" y="712065"/>
                </a:lnTo>
                <a:close/>
                <a:moveTo>
                  <a:pt x="630576" y="711325"/>
                </a:moveTo>
                <a:lnTo>
                  <a:pt x="693885" y="711325"/>
                </a:lnTo>
                <a:lnTo>
                  <a:pt x="693885" y="712065"/>
                </a:lnTo>
                <a:lnTo>
                  <a:pt x="630576" y="712065"/>
                </a:lnTo>
                <a:close/>
                <a:moveTo>
                  <a:pt x="630576" y="712065"/>
                </a:moveTo>
                <a:lnTo>
                  <a:pt x="695135" y="712065"/>
                </a:lnTo>
                <a:lnTo>
                  <a:pt x="695135" y="712805"/>
                </a:lnTo>
                <a:lnTo>
                  <a:pt x="630576" y="712805"/>
                </a:lnTo>
                <a:close/>
                <a:moveTo>
                  <a:pt x="544775" y="712065"/>
                </a:moveTo>
                <a:lnTo>
                  <a:pt x="599754" y="712065"/>
                </a:lnTo>
                <a:lnTo>
                  <a:pt x="599754" y="712805"/>
                </a:lnTo>
                <a:lnTo>
                  <a:pt x="544775" y="712805"/>
                </a:lnTo>
                <a:close/>
                <a:moveTo>
                  <a:pt x="374839" y="712065"/>
                </a:moveTo>
                <a:lnTo>
                  <a:pt x="416073" y="712065"/>
                </a:lnTo>
                <a:lnTo>
                  <a:pt x="416073" y="712805"/>
                </a:lnTo>
                <a:lnTo>
                  <a:pt x="374839" y="712805"/>
                </a:lnTo>
                <a:close/>
                <a:moveTo>
                  <a:pt x="733454" y="712065"/>
                </a:moveTo>
                <a:lnTo>
                  <a:pt x="772189" y="712065"/>
                </a:lnTo>
                <a:lnTo>
                  <a:pt x="772189" y="712805"/>
                </a:lnTo>
                <a:lnTo>
                  <a:pt x="733454" y="712805"/>
                </a:lnTo>
                <a:close/>
                <a:moveTo>
                  <a:pt x="953787" y="671355"/>
                </a:moveTo>
                <a:lnTo>
                  <a:pt x="1000000" y="671355"/>
                </a:lnTo>
                <a:lnTo>
                  <a:pt x="1000000" y="713546"/>
                </a:lnTo>
                <a:lnTo>
                  <a:pt x="953787" y="713546"/>
                </a:lnTo>
                <a:close/>
                <a:moveTo>
                  <a:pt x="731788" y="712805"/>
                </a:moveTo>
                <a:lnTo>
                  <a:pt x="772189" y="712805"/>
                </a:lnTo>
                <a:lnTo>
                  <a:pt x="772189" y="713546"/>
                </a:lnTo>
                <a:lnTo>
                  <a:pt x="731788" y="713546"/>
                </a:lnTo>
                <a:close/>
                <a:moveTo>
                  <a:pt x="543525" y="712805"/>
                </a:moveTo>
                <a:lnTo>
                  <a:pt x="599754" y="712805"/>
                </a:lnTo>
                <a:lnTo>
                  <a:pt x="599754" y="713546"/>
                </a:lnTo>
                <a:lnTo>
                  <a:pt x="543525" y="713546"/>
                </a:lnTo>
                <a:close/>
                <a:moveTo>
                  <a:pt x="803427" y="712065"/>
                </a:moveTo>
                <a:lnTo>
                  <a:pt x="834666" y="712065"/>
                </a:lnTo>
                <a:lnTo>
                  <a:pt x="834666" y="713546"/>
                </a:lnTo>
                <a:lnTo>
                  <a:pt x="803427" y="713546"/>
                </a:lnTo>
                <a:close/>
                <a:moveTo>
                  <a:pt x="630576" y="712805"/>
                </a:moveTo>
                <a:lnTo>
                  <a:pt x="696801" y="712805"/>
                </a:lnTo>
                <a:lnTo>
                  <a:pt x="696801" y="713546"/>
                </a:lnTo>
                <a:lnTo>
                  <a:pt x="630576" y="713546"/>
                </a:lnTo>
                <a:close/>
                <a:moveTo>
                  <a:pt x="869652" y="712065"/>
                </a:moveTo>
                <a:lnTo>
                  <a:pt x="870069" y="712065"/>
                </a:lnTo>
                <a:lnTo>
                  <a:pt x="870069" y="713546"/>
                </a:lnTo>
                <a:lnTo>
                  <a:pt x="869652" y="713546"/>
                </a:lnTo>
                <a:close/>
                <a:moveTo>
                  <a:pt x="374839" y="712805"/>
                </a:moveTo>
                <a:lnTo>
                  <a:pt x="415657" y="712805"/>
                </a:lnTo>
                <a:lnTo>
                  <a:pt x="415657" y="713546"/>
                </a:lnTo>
                <a:lnTo>
                  <a:pt x="374839" y="713546"/>
                </a:lnTo>
                <a:close/>
                <a:moveTo>
                  <a:pt x="541859" y="713546"/>
                </a:moveTo>
                <a:lnTo>
                  <a:pt x="698467" y="713546"/>
                </a:lnTo>
                <a:lnTo>
                  <a:pt x="698467" y="714286"/>
                </a:lnTo>
                <a:lnTo>
                  <a:pt x="541859" y="714286"/>
                </a:lnTo>
                <a:close/>
                <a:moveTo>
                  <a:pt x="730538" y="713546"/>
                </a:moveTo>
                <a:lnTo>
                  <a:pt x="1000000" y="713546"/>
                </a:lnTo>
                <a:lnTo>
                  <a:pt x="1000000" y="714286"/>
                </a:lnTo>
                <a:lnTo>
                  <a:pt x="730538" y="714286"/>
                </a:lnTo>
                <a:close/>
                <a:moveTo>
                  <a:pt x="374839" y="713546"/>
                </a:moveTo>
                <a:lnTo>
                  <a:pt x="415240" y="713546"/>
                </a:lnTo>
                <a:lnTo>
                  <a:pt x="415240" y="715026"/>
                </a:lnTo>
                <a:lnTo>
                  <a:pt x="374839" y="715026"/>
                </a:lnTo>
                <a:close/>
                <a:moveTo>
                  <a:pt x="540193" y="714286"/>
                </a:moveTo>
                <a:lnTo>
                  <a:pt x="700549" y="714286"/>
                </a:lnTo>
                <a:lnTo>
                  <a:pt x="700549" y="715026"/>
                </a:lnTo>
                <a:lnTo>
                  <a:pt x="540193" y="715026"/>
                </a:lnTo>
                <a:close/>
                <a:moveTo>
                  <a:pt x="728456" y="714286"/>
                </a:moveTo>
                <a:lnTo>
                  <a:pt x="1000000" y="714286"/>
                </a:lnTo>
                <a:lnTo>
                  <a:pt x="1000000" y="715026"/>
                </a:lnTo>
                <a:lnTo>
                  <a:pt x="728456" y="715026"/>
                </a:lnTo>
                <a:close/>
                <a:moveTo>
                  <a:pt x="374839" y="715026"/>
                </a:moveTo>
                <a:lnTo>
                  <a:pt x="414824" y="715026"/>
                </a:lnTo>
                <a:lnTo>
                  <a:pt x="414824" y="715766"/>
                </a:lnTo>
                <a:lnTo>
                  <a:pt x="374839" y="715766"/>
                </a:lnTo>
                <a:close/>
                <a:moveTo>
                  <a:pt x="537694" y="715026"/>
                </a:moveTo>
                <a:lnTo>
                  <a:pt x="703049" y="715026"/>
                </a:lnTo>
                <a:lnTo>
                  <a:pt x="703049" y="715766"/>
                </a:lnTo>
                <a:lnTo>
                  <a:pt x="537694" y="715766"/>
                </a:lnTo>
                <a:close/>
                <a:moveTo>
                  <a:pt x="725957" y="715026"/>
                </a:moveTo>
                <a:lnTo>
                  <a:pt x="1000000" y="715026"/>
                </a:lnTo>
                <a:lnTo>
                  <a:pt x="1000000" y="715766"/>
                </a:lnTo>
                <a:lnTo>
                  <a:pt x="725957" y="715766"/>
                </a:lnTo>
                <a:close/>
                <a:moveTo>
                  <a:pt x="723041" y="715766"/>
                </a:moveTo>
                <a:lnTo>
                  <a:pt x="1000000" y="715766"/>
                </a:lnTo>
                <a:lnTo>
                  <a:pt x="1000000" y="716506"/>
                </a:lnTo>
                <a:lnTo>
                  <a:pt x="723041" y="716506"/>
                </a:lnTo>
                <a:close/>
                <a:moveTo>
                  <a:pt x="534362" y="715766"/>
                </a:moveTo>
                <a:lnTo>
                  <a:pt x="706381" y="715766"/>
                </a:lnTo>
                <a:lnTo>
                  <a:pt x="706381" y="716506"/>
                </a:lnTo>
                <a:lnTo>
                  <a:pt x="534362" y="716506"/>
                </a:lnTo>
                <a:close/>
                <a:moveTo>
                  <a:pt x="517285" y="716506"/>
                </a:moveTo>
                <a:lnTo>
                  <a:pt x="1000000" y="716506"/>
                </a:lnTo>
                <a:lnTo>
                  <a:pt x="1000000" y="717246"/>
                </a:lnTo>
                <a:lnTo>
                  <a:pt x="517285" y="717246"/>
                </a:lnTo>
                <a:close/>
                <a:moveTo>
                  <a:pt x="374839" y="715766"/>
                </a:moveTo>
                <a:lnTo>
                  <a:pt x="414407" y="715766"/>
                </a:lnTo>
                <a:lnTo>
                  <a:pt x="414407" y="717246"/>
                </a:lnTo>
                <a:lnTo>
                  <a:pt x="374839" y="717246"/>
                </a:lnTo>
                <a:close/>
                <a:moveTo>
                  <a:pt x="374839" y="717246"/>
                </a:moveTo>
                <a:lnTo>
                  <a:pt x="413991" y="717246"/>
                </a:lnTo>
                <a:lnTo>
                  <a:pt x="413991" y="717987"/>
                </a:lnTo>
                <a:lnTo>
                  <a:pt x="374839" y="717987"/>
                </a:lnTo>
                <a:close/>
                <a:moveTo>
                  <a:pt x="517702" y="717246"/>
                </a:moveTo>
                <a:lnTo>
                  <a:pt x="1000000" y="717246"/>
                </a:lnTo>
                <a:lnTo>
                  <a:pt x="1000000" y="717987"/>
                </a:lnTo>
                <a:lnTo>
                  <a:pt x="517702" y="717987"/>
                </a:lnTo>
                <a:close/>
                <a:moveTo>
                  <a:pt x="374839" y="717987"/>
                </a:moveTo>
                <a:lnTo>
                  <a:pt x="413574" y="717987"/>
                </a:lnTo>
                <a:lnTo>
                  <a:pt x="413574" y="719467"/>
                </a:lnTo>
                <a:lnTo>
                  <a:pt x="374839" y="719467"/>
                </a:lnTo>
                <a:close/>
                <a:moveTo>
                  <a:pt x="518118" y="717987"/>
                </a:moveTo>
                <a:lnTo>
                  <a:pt x="1000000" y="717987"/>
                </a:lnTo>
                <a:lnTo>
                  <a:pt x="1000000" y="719467"/>
                </a:lnTo>
                <a:lnTo>
                  <a:pt x="518118" y="719467"/>
                </a:lnTo>
                <a:close/>
                <a:moveTo>
                  <a:pt x="518535" y="719467"/>
                </a:moveTo>
                <a:lnTo>
                  <a:pt x="1000000" y="719467"/>
                </a:lnTo>
                <a:lnTo>
                  <a:pt x="1000000" y="720947"/>
                </a:lnTo>
                <a:lnTo>
                  <a:pt x="518535" y="720947"/>
                </a:lnTo>
                <a:close/>
                <a:moveTo>
                  <a:pt x="374839" y="719467"/>
                </a:moveTo>
                <a:lnTo>
                  <a:pt x="413158" y="719467"/>
                </a:lnTo>
                <a:lnTo>
                  <a:pt x="413158" y="720947"/>
                </a:lnTo>
                <a:lnTo>
                  <a:pt x="374839" y="720947"/>
                </a:lnTo>
                <a:close/>
                <a:moveTo>
                  <a:pt x="374839" y="720947"/>
                </a:moveTo>
                <a:lnTo>
                  <a:pt x="412741" y="720947"/>
                </a:lnTo>
                <a:lnTo>
                  <a:pt x="412741" y="721688"/>
                </a:lnTo>
                <a:lnTo>
                  <a:pt x="374839" y="721688"/>
                </a:lnTo>
                <a:close/>
                <a:moveTo>
                  <a:pt x="518951" y="720947"/>
                </a:moveTo>
                <a:lnTo>
                  <a:pt x="1000000" y="720947"/>
                </a:lnTo>
                <a:lnTo>
                  <a:pt x="1000000" y="721688"/>
                </a:lnTo>
                <a:lnTo>
                  <a:pt x="518951" y="721688"/>
                </a:lnTo>
                <a:close/>
                <a:moveTo>
                  <a:pt x="374839" y="721688"/>
                </a:moveTo>
                <a:lnTo>
                  <a:pt x="412325" y="721688"/>
                </a:lnTo>
                <a:lnTo>
                  <a:pt x="412325" y="723168"/>
                </a:lnTo>
                <a:lnTo>
                  <a:pt x="374839" y="723168"/>
                </a:lnTo>
                <a:close/>
                <a:moveTo>
                  <a:pt x="519368" y="721688"/>
                </a:moveTo>
                <a:lnTo>
                  <a:pt x="1000000" y="721688"/>
                </a:lnTo>
                <a:lnTo>
                  <a:pt x="1000000" y="723168"/>
                </a:lnTo>
                <a:lnTo>
                  <a:pt x="519368" y="723168"/>
                </a:lnTo>
                <a:close/>
                <a:moveTo>
                  <a:pt x="374839" y="723168"/>
                </a:moveTo>
                <a:lnTo>
                  <a:pt x="411908" y="723168"/>
                </a:lnTo>
                <a:lnTo>
                  <a:pt x="411908" y="724648"/>
                </a:lnTo>
                <a:lnTo>
                  <a:pt x="374839" y="724648"/>
                </a:lnTo>
                <a:close/>
                <a:moveTo>
                  <a:pt x="519784" y="723168"/>
                </a:moveTo>
                <a:lnTo>
                  <a:pt x="1000000" y="723168"/>
                </a:lnTo>
                <a:lnTo>
                  <a:pt x="1000000" y="724648"/>
                </a:lnTo>
                <a:lnTo>
                  <a:pt x="519784" y="724648"/>
                </a:lnTo>
                <a:close/>
                <a:moveTo>
                  <a:pt x="520201" y="724648"/>
                </a:moveTo>
                <a:lnTo>
                  <a:pt x="1000000" y="724648"/>
                </a:lnTo>
                <a:lnTo>
                  <a:pt x="1000000" y="726129"/>
                </a:lnTo>
                <a:lnTo>
                  <a:pt x="520201" y="726129"/>
                </a:lnTo>
                <a:close/>
                <a:moveTo>
                  <a:pt x="374839" y="724648"/>
                </a:moveTo>
                <a:lnTo>
                  <a:pt x="411492" y="724648"/>
                </a:lnTo>
                <a:lnTo>
                  <a:pt x="411492" y="726129"/>
                </a:lnTo>
                <a:lnTo>
                  <a:pt x="374839" y="726129"/>
                </a:lnTo>
                <a:close/>
                <a:moveTo>
                  <a:pt x="520617" y="726129"/>
                </a:moveTo>
                <a:lnTo>
                  <a:pt x="1000000" y="726129"/>
                </a:lnTo>
                <a:lnTo>
                  <a:pt x="1000000" y="727609"/>
                </a:lnTo>
                <a:lnTo>
                  <a:pt x="520617" y="727609"/>
                </a:lnTo>
                <a:close/>
                <a:moveTo>
                  <a:pt x="374839" y="726129"/>
                </a:moveTo>
                <a:lnTo>
                  <a:pt x="411075" y="726129"/>
                </a:lnTo>
                <a:lnTo>
                  <a:pt x="411075" y="727609"/>
                </a:lnTo>
                <a:lnTo>
                  <a:pt x="374839" y="727609"/>
                </a:lnTo>
                <a:close/>
                <a:moveTo>
                  <a:pt x="521034" y="727609"/>
                </a:moveTo>
                <a:lnTo>
                  <a:pt x="1000000" y="727609"/>
                </a:lnTo>
                <a:lnTo>
                  <a:pt x="1000000" y="729090"/>
                </a:lnTo>
                <a:lnTo>
                  <a:pt x="521034" y="729090"/>
                </a:lnTo>
                <a:close/>
                <a:moveTo>
                  <a:pt x="374839" y="727609"/>
                </a:moveTo>
                <a:lnTo>
                  <a:pt x="410659" y="727609"/>
                </a:lnTo>
                <a:lnTo>
                  <a:pt x="410659" y="729830"/>
                </a:lnTo>
                <a:lnTo>
                  <a:pt x="374839" y="729830"/>
                </a:lnTo>
                <a:close/>
                <a:moveTo>
                  <a:pt x="521450" y="729090"/>
                </a:moveTo>
                <a:lnTo>
                  <a:pt x="1000000" y="729090"/>
                </a:lnTo>
                <a:lnTo>
                  <a:pt x="1000000" y="730570"/>
                </a:lnTo>
                <a:lnTo>
                  <a:pt x="521450" y="730570"/>
                </a:lnTo>
                <a:close/>
                <a:moveTo>
                  <a:pt x="374839" y="729830"/>
                </a:moveTo>
                <a:lnTo>
                  <a:pt x="410242" y="729830"/>
                </a:lnTo>
                <a:lnTo>
                  <a:pt x="410242" y="731310"/>
                </a:lnTo>
                <a:lnTo>
                  <a:pt x="374839" y="731310"/>
                </a:lnTo>
                <a:close/>
                <a:moveTo>
                  <a:pt x="521867" y="730570"/>
                </a:moveTo>
                <a:lnTo>
                  <a:pt x="1000000" y="730570"/>
                </a:lnTo>
                <a:lnTo>
                  <a:pt x="1000000" y="732050"/>
                </a:lnTo>
                <a:lnTo>
                  <a:pt x="521867" y="732050"/>
                </a:lnTo>
                <a:close/>
                <a:moveTo>
                  <a:pt x="374839" y="731310"/>
                </a:moveTo>
                <a:lnTo>
                  <a:pt x="409826" y="731310"/>
                </a:lnTo>
                <a:lnTo>
                  <a:pt x="409826" y="732791"/>
                </a:lnTo>
                <a:lnTo>
                  <a:pt x="374839" y="732791"/>
                </a:lnTo>
                <a:close/>
                <a:moveTo>
                  <a:pt x="522283" y="732050"/>
                </a:moveTo>
                <a:lnTo>
                  <a:pt x="1000000" y="732050"/>
                </a:lnTo>
                <a:lnTo>
                  <a:pt x="1000000" y="734271"/>
                </a:lnTo>
                <a:lnTo>
                  <a:pt x="522283" y="734271"/>
                </a:lnTo>
                <a:close/>
                <a:moveTo>
                  <a:pt x="374839" y="732791"/>
                </a:moveTo>
                <a:lnTo>
                  <a:pt x="409409" y="732791"/>
                </a:lnTo>
                <a:lnTo>
                  <a:pt x="409409" y="735011"/>
                </a:lnTo>
                <a:lnTo>
                  <a:pt x="374839" y="735011"/>
                </a:lnTo>
                <a:close/>
                <a:moveTo>
                  <a:pt x="522700" y="734271"/>
                </a:moveTo>
                <a:lnTo>
                  <a:pt x="1000000" y="734271"/>
                </a:lnTo>
                <a:lnTo>
                  <a:pt x="1000000" y="735751"/>
                </a:lnTo>
                <a:lnTo>
                  <a:pt x="522700" y="735751"/>
                </a:lnTo>
                <a:close/>
                <a:moveTo>
                  <a:pt x="374839" y="735011"/>
                </a:moveTo>
                <a:lnTo>
                  <a:pt x="408993" y="735011"/>
                </a:lnTo>
                <a:lnTo>
                  <a:pt x="408993" y="737232"/>
                </a:lnTo>
                <a:lnTo>
                  <a:pt x="374839" y="737232"/>
                </a:lnTo>
                <a:close/>
                <a:moveTo>
                  <a:pt x="523116" y="735751"/>
                </a:moveTo>
                <a:lnTo>
                  <a:pt x="1000000" y="735751"/>
                </a:lnTo>
                <a:lnTo>
                  <a:pt x="1000000" y="737972"/>
                </a:lnTo>
                <a:lnTo>
                  <a:pt x="523116" y="737972"/>
                </a:lnTo>
                <a:close/>
                <a:moveTo>
                  <a:pt x="374839" y="737232"/>
                </a:moveTo>
                <a:lnTo>
                  <a:pt x="408576" y="737232"/>
                </a:lnTo>
                <a:lnTo>
                  <a:pt x="408576" y="740192"/>
                </a:lnTo>
                <a:lnTo>
                  <a:pt x="374839" y="740192"/>
                </a:lnTo>
                <a:close/>
                <a:moveTo>
                  <a:pt x="523533" y="737972"/>
                </a:moveTo>
                <a:lnTo>
                  <a:pt x="1000000" y="737972"/>
                </a:lnTo>
                <a:lnTo>
                  <a:pt x="1000000" y="740192"/>
                </a:lnTo>
                <a:lnTo>
                  <a:pt x="523533" y="740192"/>
                </a:lnTo>
                <a:close/>
                <a:moveTo>
                  <a:pt x="374839" y="740192"/>
                </a:moveTo>
                <a:lnTo>
                  <a:pt x="408160" y="740192"/>
                </a:lnTo>
                <a:lnTo>
                  <a:pt x="408160" y="742413"/>
                </a:lnTo>
                <a:lnTo>
                  <a:pt x="374839" y="742413"/>
                </a:lnTo>
                <a:close/>
                <a:moveTo>
                  <a:pt x="523949" y="740192"/>
                </a:moveTo>
                <a:lnTo>
                  <a:pt x="1000000" y="740192"/>
                </a:lnTo>
                <a:lnTo>
                  <a:pt x="1000000" y="742413"/>
                </a:lnTo>
                <a:lnTo>
                  <a:pt x="523949" y="742413"/>
                </a:lnTo>
                <a:close/>
                <a:moveTo>
                  <a:pt x="524366" y="742413"/>
                </a:moveTo>
                <a:lnTo>
                  <a:pt x="1000000" y="742413"/>
                </a:lnTo>
                <a:lnTo>
                  <a:pt x="1000000" y="745374"/>
                </a:lnTo>
                <a:lnTo>
                  <a:pt x="524366" y="745374"/>
                </a:lnTo>
                <a:close/>
                <a:moveTo>
                  <a:pt x="374839" y="742413"/>
                </a:moveTo>
                <a:lnTo>
                  <a:pt x="407743" y="742413"/>
                </a:lnTo>
                <a:lnTo>
                  <a:pt x="407743" y="746114"/>
                </a:lnTo>
                <a:lnTo>
                  <a:pt x="374839" y="746114"/>
                </a:lnTo>
                <a:close/>
                <a:moveTo>
                  <a:pt x="524782" y="745374"/>
                </a:moveTo>
                <a:lnTo>
                  <a:pt x="1000000" y="745374"/>
                </a:lnTo>
                <a:lnTo>
                  <a:pt x="1000000" y="748335"/>
                </a:lnTo>
                <a:lnTo>
                  <a:pt x="524782" y="748335"/>
                </a:lnTo>
                <a:close/>
                <a:moveTo>
                  <a:pt x="374839" y="746114"/>
                </a:moveTo>
                <a:lnTo>
                  <a:pt x="407327" y="746114"/>
                </a:lnTo>
                <a:lnTo>
                  <a:pt x="407327" y="751295"/>
                </a:lnTo>
                <a:lnTo>
                  <a:pt x="374839" y="751295"/>
                </a:lnTo>
                <a:close/>
                <a:moveTo>
                  <a:pt x="525199" y="748335"/>
                </a:moveTo>
                <a:lnTo>
                  <a:pt x="1000000" y="748335"/>
                </a:lnTo>
                <a:lnTo>
                  <a:pt x="1000000" y="752036"/>
                </a:lnTo>
                <a:lnTo>
                  <a:pt x="525199" y="752036"/>
                </a:lnTo>
                <a:close/>
                <a:moveTo>
                  <a:pt x="525615" y="752036"/>
                </a:moveTo>
                <a:lnTo>
                  <a:pt x="1000000" y="752036"/>
                </a:lnTo>
                <a:lnTo>
                  <a:pt x="1000000" y="757957"/>
                </a:lnTo>
                <a:lnTo>
                  <a:pt x="525615" y="757957"/>
                </a:lnTo>
                <a:close/>
                <a:moveTo>
                  <a:pt x="526032" y="757957"/>
                </a:moveTo>
                <a:lnTo>
                  <a:pt x="1000000" y="757957"/>
                </a:lnTo>
                <a:lnTo>
                  <a:pt x="1000000" y="770540"/>
                </a:lnTo>
                <a:lnTo>
                  <a:pt x="526032" y="770540"/>
                </a:lnTo>
                <a:close/>
                <a:moveTo>
                  <a:pt x="374839" y="751295"/>
                </a:moveTo>
                <a:lnTo>
                  <a:pt x="406910" y="751295"/>
                </a:lnTo>
                <a:lnTo>
                  <a:pt x="406910" y="773501"/>
                </a:lnTo>
                <a:lnTo>
                  <a:pt x="374839" y="773501"/>
                </a:lnTo>
                <a:close/>
                <a:moveTo>
                  <a:pt x="525615" y="770540"/>
                </a:moveTo>
                <a:lnTo>
                  <a:pt x="1000000" y="770540"/>
                </a:lnTo>
                <a:lnTo>
                  <a:pt x="1000000" y="775722"/>
                </a:lnTo>
                <a:lnTo>
                  <a:pt x="525615" y="775722"/>
                </a:lnTo>
                <a:close/>
                <a:moveTo>
                  <a:pt x="525199" y="775722"/>
                </a:moveTo>
                <a:lnTo>
                  <a:pt x="1000000" y="775722"/>
                </a:lnTo>
                <a:lnTo>
                  <a:pt x="1000000" y="779423"/>
                </a:lnTo>
                <a:lnTo>
                  <a:pt x="525199" y="779423"/>
                </a:lnTo>
                <a:close/>
                <a:moveTo>
                  <a:pt x="524782" y="779423"/>
                </a:moveTo>
                <a:lnTo>
                  <a:pt x="1000000" y="779423"/>
                </a:lnTo>
                <a:lnTo>
                  <a:pt x="1000000" y="782383"/>
                </a:lnTo>
                <a:lnTo>
                  <a:pt x="524782" y="782383"/>
                </a:lnTo>
                <a:close/>
                <a:moveTo>
                  <a:pt x="524366" y="782383"/>
                </a:moveTo>
                <a:lnTo>
                  <a:pt x="1000000" y="782383"/>
                </a:lnTo>
                <a:lnTo>
                  <a:pt x="1000000" y="784604"/>
                </a:lnTo>
                <a:lnTo>
                  <a:pt x="524366" y="784604"/>
                </a:lnTo>
                <a:close/>
                <a:moveTo>
                  <a:pt x="523949" y="784604"/>
                </a:moveTo>
                <a:lnTo>
                  <a:pt x="1000000" y="784604"/>
                </a:lnTo>
                <a:lnTo>
                  <a:pt x="1000000" y="786825"/>
                </a:lnTo>
                <a:lnTo>
                  <a:pt x="523949" y="786825"/>
                </a:lnTo>
                <a:close/>
                <a:moveTo>
                  <a:pt x="523533" y="786825"/>
                </a:moveTo>
                <a:lnTo>
                  <a:pt x="1000000" y="786825"/>
                </a:lnTo>
                <a:lnTo>
                  <a:pt x="1000000" y="789045"/>
                </a:lnTo>
                <a:lnTo>
                  <a:pt x="523533" y="789045"/>
                </a:lnTo>
                <a:close/>
                <a:moveTo>
                  <a:pt x="523116" y="789045"/>
                </a:moveTo>
                <a:lnTo>
                  <a:pt x="1000000" y="789045"/>
                </a:lnTo>
                <a:lnTo>
                  <a:pt x="1000000" y="791266"/>
                </a:lnTo>
                <a:lnTo>
                  <a:pt x="523116" y="791266"/>
                </a:lnTo>
                <a:close/>
                <a:moveTo>
                  <a:pt x="522700" y="791266"/>
                </a:moveTo>
                <a:lnTo>
                  <a:pt x="1000000" y="791266"/>
                </a:lnTo>
                <a:lnTo>
                  <a:pt x="1000000" y="792746"/>
                </a:lnTo>
                <a:lnTo>
                  <a:pt x="522700" y="792746"/>
                </a:lnTo>
                <a:close/>
                <a:moveTo>
                  <a:pt x="522283" y="792746"/>
                </a:moveTo>
                <a:lnTo>
                  <a:pt x="1000000" y="792746"/>
                </a:lnTo>
                <a:lnTo>
                  <a:pt x="1000000" y="794226"/>
                </a:lnTo>
                <a:lnTo>
                  <a:pt x="522283" y="794226"/>
                </a:lnTo>
                <a:close/>
                <a:moveTo>
                  <a:pt x="521867" y="794226"/>
                </a:moveTo>
                <a:lnTo>
                  <a:pt x="1000000" y="794226"/>
                </a:lnTo>
                <a:lnTo>
                  <a:pt x="1000000" y="795707"/>
                </a:lnTo>
                <a:lnTo>
                  <a:pt x="521867" y="795707"/>
                </a:lnTo>
                <a:close/>
                <a:moveTo>
                  <a:pt x="521450" y="795707"/>
                </a:moveTo>
                <a:lnTo>
                  <a:pt x="1000000" y="795707"/>
                </a:lnTo>
                <a:lnTo>
                  <a:pt x="1000000" y="797187"/>
                </a:lnTo>
                <a:lnTo>
                  <a:pt x="521450" y="797187"/>
                </a:lnTo>
                <a:close/>
                <a:moveTo>
                  <a:pt x="374839" y="773501"/>
                </a:moveTo>
                <a:lnTo>
                  <a:pt x="407327" y="773501"/>
                </a:lnTo>
                <a:lnTo>
                  <a:pt x="407327" y="797927"/>
                </a:lnTo>
                <a:lnTo>
                  <a:pt x="374839" y="797927"/>
                </a:lnTo>
                <a:close/>
                <a:moveTo>
                  <a:pt x="521034" y="797187"/>
                </a:moveTo>
                <a:lnTo>
                  <a:pt x="1000000" y="797187"/>
                </a:lnTo>
                <a:lnTo>
                  <a:pt x="1000000" y="797927"/>
                </a:lnTo>
                <a:lnTo>
                  <a:pt x="521034" y="797927"/>
                </a:lnTo>
                <a:close/>
                <a:moveTo>
                  <a:pt x="520617" y="797927"/>
                </a:moveTo>
                <a:lnTo>
                  <a:pt x="1000000" y="797927"/>
                </a:lnTo>
                <a:lnTo>
                  <a:pt x="1000000" y="799408"/>
                </a:lnTo>
                <a:lnTo>
                  <a:pt x="520617" y="799408"/>
                </a:lnTo>
                <a:close/>
                <a:moveTo>
                  <a:pt x="520201" y="799408"/>
                </a:moveTo>
                <a:lnTo>
                  <a:pt x="1000000" y="799408"/>
                </a:lnTo>
                <a:lnTo>
                  <a:pt x="1000000" y="800888"/>
                </a:lnTo>
                <a:lnTo>
                  <a:pt x="520201" y="800888"/>
                </a:lnTo>
                <a:close/>
                <a:moveTo>
                  <a:pt x="519784" y="800888"/>
                </a:moveTo>
                <a:lnTo>
                  <a:pt x="1000000" y="800888"/>
                </a:lnTo>
                <a:lnTo>
                  <a:pt x="1000000" y="801628"/>
                </a:lnTo>
                <a:lnTo>
                  <a:pt x="519784" y="801628"/>
                </a:lnTo>
                <a:close/>
                <a:moveTo>
                  <a:pt x="374839" y="797927"/>
                </a:moveTo>
                <a:lnTo>
                  <a:pt x="406910" y="797927"/>
                </a:lnTo>
                <a:lnTo>
                  <a:pt x="406910" y="802369"/>
                </a:lnTo>
                <a:lnTo>
                  <a:pt x="374839" y="802369"/>
                </a:lnTo>
                <a:close/>
                <a:moveTo>
                  <a:pt x="519368" y="801628"/>
                </a:moveTo>
                <a:lnTo>
                  <a:pt x="1000000" y="801628"/>
                </a:lnTo>
                <a:lnTo>
                  <a:pt x="1000000" y="803109"/>
                </a:lnTo>
                <a:lnTo>
                  <a:pt x="519368" y="803109"/>
                </a:lnTo>
                <a:close/>
                <a:moveTo>
                  <a:pt x="518951" y="803109"/>
                </a:moveTo>
                <a:lnTo>
                  <a:pt x="1000000" y="803109"/>
                </a:lnTo>
                <a:lnTo>
                  <a:pt x="1000000" y="803849"/>
                </a:lnTo>
                <a:lnTo>
                  <a:pt x="518951" y="803849"/>
                </a:lnTo>
                <a:close/>
                <a:moveTo>
                  <a:pt x="518535" y="803849"/>
                </a:moveTo>
                <a:lnTo>
                  <a:pt x="1000000" y="803849"/>
                </a:lnTo>
                <a:lnTo>
                  <a:pt x="1000000" y="804589"/>
                </a:lnTo>
                <a:lnTo>
                  <a:pt x="518535" y="804589"/>
                </a:lnTo>
                <a:close/>
                <a:moveTo>
                  <a:pt x="374839" y="802369"/>
                </a:moveTo>
                <a:lnTo>
                  <a:pt x="406494" y="802369"/>
                </a:lnTo>
                <a:lnTo>
                  <a:pt x="406494" y="805329"/>
                </a:lnTo>
                <a:lnTo>
                  <a:pt x="374839" y="805329"/>
                </a:lnTo>
                <a:close/>
                <a:moveTo>
                  <a:pt x="518118" y="804589"/>
                </a:moveTo>
                <a:lnTo>
                  <a:pt x="1000000" y="804589"/>
                </a:lnTo>
                <a:lnTo>
                  <a:pt x="1000000" y="805329"/>
                </a:lnTo>
                <a:lnTo>
                  <a:pt x="518118" y="805329"/>
                </a:lnTo>
                <a:close/>
                <a:moveTo>
                  <a:pt x="517702" y="805329"/>
                </a:moveTo>
                <a:lnTo>
                  <a:pt x="1000000" y="805329"/>
                </a:lnTo>
                <a:lnTo>
                  <a:pt x="1000000" y="806810"/>
                </a:lnTo>
                <a:lnTo>
                  <a:pt x="517702" y="806810"/>
                </a:lnTo>
                <a:close/>
                <a:moveTo>
                  <a:pt x="517285" y="806810"/>
                </a:moveTo>
                <a:lnTo>
                  <a:pt x="1000000" y="806810"/>
                </a:lnTo>
                <a:lnTo>
                  <a:pt x="1000000" y="807550"/>
                </a:lnTo>
                <a:lnTo>
                  <a:pt x="517285" y="807550"/>
                </a:lnTo>
                <a:close/>
                <a:moveTo>
                  <a:pt x="374839" y="805329"/>
                </a:moveTo>
                <a:lnTo>
                  <a:pt x="406077" y="805329"/>
                </a:lnTo>
                <a:lnTo>
                  <a:pt x="406077" y="807550"/>
                </a:lnTo>
                <a:lnTo>
                  <a:pt x="374839" y="807550"/>
                </a:lnTo>
                <a:close/>
                <a:moveTo>
                  <a:pt x="516869" y="807550"/>
                </a:moveTo>
                <a:lnTo>
                  <a:pt x="1000000" y="807550"/>
                </a:lnTo>
                <a:lnTo>
                  <a:pt x="1000000" y="808290"/>
                </a:lnTo>
                <a:lnTo>
                  <a:pt x="516869" y="808290"/>
                </a:lnTo>
                <a:close/>
                <a:moveTo>
                  <a:pt x="516452" y="808290"/>
                </a:moveTo>
                <a:lnTo>
                  <a:pt x="1000000" y="808290"/>
                </a:lnTo>
                <a:lnTo>
                  <a:pt x="1000000" y="809030"/>
                </a:lnTo>
                <a:lnTo>
                  <a:pt x="516452" y="809030"/>
                </a:lnTo>
                <a:close/>
                <a:moveTo>
                  <a:pt x="516036" y="809030"/>
                </a:moveTo>
                <a:lnTo>
                  <a:pt x="1000000" y="809030"/>
                </a:lnTo>
                <a:lnTo>
                  <a:pt x="1000000" y="809771"/>
                </a:lnTo>
                <a:lnTo>
                  <a:pt x="516036" y="809771"/>
                </a:lnTo>
                <a:close/>
                <a:moveTo>
                  <a:pt x="374839" y="807550"/>
                </a:moveTo>
                <a:lnTo>
                  <a:pt x="405661" y="807550"/>
                </a:lnTo>
                <a:lnTo>
                  <a:pt x="405661" y="809771"/>
                </a:lnTo>
                <a:lnTo>
                  <a:pt x="374839" y="809771"/>
                </a:lnTo>
                <a:close/>
                <a:moveTo>
                  <a:pt x="515619" y="809771"/>
                </a:moveTo>
                <a:lnTo>
                  <a:pt x="1000000" y="809771"/>
                </a:lnTo>
                <a:lnTo>
                  <a:pt x="1000000" y="810511"/>
                </a:lnTo>
                <a:lnTo>
                  <a:pt x="515619" y="810511"/>
                </a:lnTo>
                <a:close/>
                <a:moveTo>
                  <a:pt x="515203" y="810511"/>
                </a:moveTo>
                <a:lnTo>
                  <a:pt x="1000000" y="810511"/>
                </a:lnTo>
                <a:lnTo>
                  <a:pt x="1000000" y="811251"/>
                </a:lnTo>
                <a:lnTo>
                  <a:pt x="515203" y="811251"/>
                </a:lnTo>
                <a:close/>
                <a:moveTo>
                  <a:pt x="374839" y="809771"/>
                </a:moveTo>
                <a:lnTo>
                  <a:pt x="405244" y="809771"/>
                </a:lnTo>
                <a:lnTo>
                  <a:pt x="405244" y="811251"/>
                </a:lnTo>
                <a:lnTo>
                  <a:pt x="374839" y="811251"/>
                </a:lnTo>
                <a:close/>
                <a:moveTo>
                  <a:pt x="514786" y="811251"/>
                </a:moveTo>
                <a:lnTo>
                  <a:pt x="1000000" y="811251"/>
                </a:lnTo>
                <a:lnTo>
                  <a:pt x="1000000" y="811991"/>
                </a:lnTo>
                <a:lnTo>
                  <a:pt x="514786" y="811991"/>
                </a:lnTo>
                <a:close/>
                <a:moveTo>
                  <a:pt x="374839" y="811251"/>
                </a:moveTo>
                <a:lnTo>
                  <a:pt x="404828" y="811251"/>
                </a:lnTo>
                <a:lnTo>
                  <a:pt x="404828" y="812731"/>
                </a:lnTo>
                <a:lnTo>
                  <a:pt x="374839" y="812731"/>
                </a:lnTo>
                <a:close/>
                <a:moveTo>
                  <a:pt x="514370" y="811991"/>
                </a:moveTo>
                <a:lnTo>
                  <a:pt x="1000000" y="811991"/>
                </a:lnTo>
                <a:lnTo>
                  <a:pt x="1000000" y="812731"/>
                </a:lnTo>
                <a:lnTo>
                  <a:pt x="514370" y="812731"/>
                </a:lnTo>
                <a:close/>
                <a:moveTo>
                  <a:pt x="513953" y="812731"/>
                </a:moveTo>
                <a:lnTo>
                  <a:pt x="1000000" y="812731"/>
                </a:lnTo>
                <a:lnTo>
                  <a:pt x="1000000" y="813472"/>
                </a:lnTo>
                <a:lnTo>
                  <a:pt x="513953" y="813472"/>
                </a:lnTo>
                <a:close/>
                <a:moveTo>
                  <a:pt x="513537" y="813472"/>
                </a:moveTo>
                <a:lnTo>
                  <a:pt x="1000000" y="813472"/>
                </a:lnTo>
                <a:lnTo>
                  <a:pt x="1000000" y="814212"/>
                </a:lnTo>
                <a:lnTo>
                  <a:pt x="513537" y="814212"/>
                </a:lnTo>
                <a:close/>
                <a:moveTo>
                  <a:pt x="374839" y="812731"/>
                </a:moveTo>
                <a:lnTo>
                  <a:pt x="404411" y="812731"/>
                </a:lnTo>
                <a:lnTo>
                  <a:pt x="404411" y="814212"/>
                </a:lnTo>
                <a:lnTo>
                  <a:pt x="374839" y="814212"/>
                </a:lnTo>
                <a:close/>
                <a:moveTo>
                  <a:pt x="513120" y="814212"/>
                </a:moveTo>
                <a:lnTo>
                  <a:pt x="1000000" y="814212"/>
                </a:lnTo>
                <a:lnTo>
                  <a:pt x="1000000" y="815692"/>
                </a:lnTo>
                <a:lnTo>
                  <a:pt x="513120" y="815692"/>
                </a:lnTo>
                <a:close/>
                <a:moveTo>
                  <a:pt x="374839" y="814212"/>
                </a:moveTo>
                <a:lnTo>
                  <a:pt x="403994" y="814212"/>
                </a:lnTo>
                <a:lnTo>
                  <a:pt x="403994" y="815692"/>
                </a:lnTo>
                <a:lnTo>
                  <a:pt x="374839" y="815692"/>
                </a:lnTo>
                <a:close/>
                <a:moveTo>
                  <a:pt x="512704" y="815692"/>
                </a:moveTo>
                <a:lnTo>
                  <a:pt x="1000000" y="815692"/>
                </a:lnTo>
                <a:lnTo>
                  <a:pt x="1000000" y="816432"/>
                </a:lnTo>
                <a:lnTo>
                  <a:pt x="512704" y="816432"/>
                </a:lnTo>
                <a:close/>
                <a:moveTo>
                  <a:pt x="374839" y="815692"/>
                </a:moveTo>
                <a:lnTo>
                  <a:pt x="403578" y="815692"/>
                </a:lnTo>
                <a:lnTo>
                  <a:pt x="403578" y="817172"/>
                </a:lnTo>
                <a:lnTo>
                  <a:pt x="374839" y="817172"/>
                </a:lnTo>
                <a:close/>
                <a:moveTo>
                  <a:pt x="512287" y="816432"/>
                </a:moveTo>
                <a:lnTo>
                  <a:pt x="1000000" y="816432"/>
                </a:lnTo>
                <a:lnTo>
                  <a:pt x="1000000" y="817172"/>
                </a:lnTo>
                <a:lnTo>
                  <a:pt x="512287" y="817172"/>
                </a:lnTo>
                <a:close/>
                <a:moveTo>
                  <a:pt x="374839" y="817172"/>
                </a:moveTo>
                <a:lnTo>
                  <a:pt x="403161" y="817172"/>
                </a:lnTo>
                <a:lnTo>
                  <a:pt x="403161" y="817913"/>
                </a:lnTo>
                <a:lnTo>
                  <a:pt x="374839" y="817913"/>
                </a:lnTo>
                <a:close/>
                <a:moveTo>
                  <a:pt x="511871" y="817172"/>
                </a:moveTo>
                <a:lnTo>
                  <a:pt x="1000000" y="817172"/>
                </a:lnTo>
                <a:lnTo>
                  <a:pt x="1000000" y="818653"/>
                </a:lnTo>
                <a:lnTo>
                  <a:pt x="511871" y="818653"/>
                </a:lnTo>
                <a:close/>
                <a:moveTo>
                  <a:pt x="511454" y="818653"/>
                </a:moveTo>
                <a:lnTo>
                  <a:pt x="1000000" y="818653"/>
                </a:lnTo>
                <a:lnTo>
                  <a:pt x="1000000" y="819393"/>
                </a:lnTo>
                <a:lnTo>
                  <a:pt x="511454" y="819393"/>
                </a:lnTo>
                <a:close/>
                <a:moveTo>
                  <a:pt x="374839" y="817913"/>
                </a:moveTo>
                <a:lnTo>
                  <a:pt x="402745" y="817913"/>
                </a:lnTo>
                <a:lnTo>
                  <a:pt x="402745" y="819393"/>
                </a:lnTo>
                <a:lnTo>
                  <a:pt x="374839" y="819393"/>
                </a:lnTo>
                <a:close/>
                <a:moveTo>
                  <a:pt x="374839" y="819393"/>
                </a:moveTo>
                <a:lnTo>
                  <a:pt x="402328" y="819393"/>
                </a:lnTo>
                <a:lnTo>
                  <a:pt x="402328" y="820133"/>
                </a:lnTo>
                <a:lnTo>
                  <a:pt x="374839" y="820133"/>
                </a:lnTo>
                <a:close/>
                <a:moveTo>
                  <a:pt x="511038" y="819393"/>
                </a:moveTo>
                <a:lnTo>
                  <a:pt x="1000000" y="819393"/>
                </a:lnTo>
                <a:lnTo>
                  <a:pt x="1000000" y="820133"/>
                </a:lnTo>
                <a:lnTo>
                  <a:pt x="511038" y="820133"/>
                </a:lnTo>
                <a:close/>
                <a:moveTo>
                  <a:pt x="510621" y="820133"/>
                </a:moveTo>
                <a:lnTo>
                  <a:pt x="1000000" y="820133"/>
                </a:lnTo>
                <a:lnTo>
                  <a:pt x="1000000" y="820873"/>
                </a:lnTo>
                <a:lnTo>
                  <a:pt x="510621" y="820873"/>
                </a:lnTo>
                <a:close/>
                <a:moveTo>
                  <a:pt x="374839" y="820133"/>
                </a:moveTo>
                <a:lnTo>
                  <a:pt x="401912" y="820133"/>
                </a:lnTo>
                <a:lnTo>
                  <a:pt x="401912" y="820873"/>
                </a:lnTo>
                <a:lnTo>
                  <a:pt x="374839" y="820873"/>
                </a:lnTo>
                <a:close/>
                <a:moveTo>
                  <a:pt x="374839" y="820873"/>
                </a:moveTo>
                <a:lnTo>
                  <a:pt x="401079" y="820873"/>
                </a:lnTo>
                <a:lnTo>
                  <a:pt x="401079" y="821614"/>
                </a:lnTo>
                <a:lnTo>
                  <a:pt x="374839" y="821614"/>
                </a:lnTo>
                <a:close/>
                <a:moveTo>
                  <a:pt x="510204" y="820873"/>
                </a:moveTo>
                <a:lnTo>
                  <a:pt x="1000000" y="820873"/>
                </a:lnTo>
                <a:lnTo>
                  <a:pt x="1000000" y="821614"/>
                </a:lnTo>
                <a:lnTo>
                  <a:pt x="510204" y="821614"/>
                </a:lnTo>
                <a:close/>
                <a:moveTo>
                  <a:pt x="374839" y="821614"/>
                </a:moveTo>
                <a:lnTo>
                  <a:pt x="400662" y="821614"/>
                </a:lnTo>
                <a:lnTo>
                  <a:pt x="400662" y="822354"/>
                </a:lnTo>
                <a:lnTo>
                  <a:pt x="374839" y="822354"/>
                </a:lnTo>
                <a:close/>
                <a:moveTo>
                  <a:pt x="509788" y="821614"/>
                </a:moveTo>
                <a:lnTo>
                  <a:pt x="1000000" y="821614"/>
                </a:lnTo>
                <a:lnTo>
                  <a:pt x="1000000" y="822354"/>
                </a:lnTo>
                <a:lnTo>
                  <a:pt x="509788" y="822354"/>
                </a:lnTo>
                <a:close/>
                <a:moveTo>
                  <a:pt x="374839" y="822354"/>
                </a:moveTo>
                <a:lnTo>
                  <a:pt x="400246" y="822354"/>
                </a:lnTo>
                <a:lnTo>
                  <a:pt x="400246" y="823094"/>
                </a:lnTo>
                <a:lnTo>
                  <a:pt x="374839" y="823094"/>
                </a:lnTo>
                <a:close/>
                <a:moveTo>
                  <a:pt x="509371" y="822354"/>
                </a:moveTo>
                <a:lnTo>
                  <a:pt x="1000000" y="822354"/>
                </a:lnTo>
                <a:lnTo>
                  <a:pt x="1000000" y="823094"/>
                </a:lnTo>
                <a:lnTo>
                  <a:pt x="509371" y="823094"/>
                </a:lnTo>
                <a:close/>
                <a:moveTo>
                  <a:pt x="508955" y="823094"/>
                </a:moveTo>
                <a:lnTo>
                  <a:pt x="1000000" y="823094"/>
                </a:lnTo>
                <a:lnTo>
                  <a:pt x="1000000" y="823834"/>
                </a:lnTo>
                <a:lnTo>
                  <a:pt x="508955" y="823834"/>
                </a:lnTo>
                <a:close/>
                <a:moveTo>
                  <a:pt x="374839" y="823094"/>
                </a:moveTo>
                <a:lnTo>
                  <a:pt x="399829" y="823094"/>
                </a:lnTo>
                <a:lnTo>
                  <a:pt x="399829" y="823834"/>
                </a:lnTo>
                <a:lnTo>
                  <a:pt x="374839" y="823834"/>
                </a:lnTo>
                <a:close/>
                <a:moveTo>
                  <a:pt x="508538" y="823834"/>
                </a:moveTo>
                <a:lnTo>
                  <a:pt x="1000000" y="823834"/>
                </a:lnTo>
                <a:lnTo>
                  <a:pt x="1000000" y="824574"/>
                </a:lnTo>
                <a:lnTo>
                  <a:pt x="508538" y="824574"/>
                </a:lnTo>
                <a:close/>
                <a:moveTo>
                  <a:pt x="374839" y="823834"/>
                </a:moveTo>
                <a:lnTo>
                  <a:pt x="398996" y="823834"/>
                </a:lnTo>
                <a:lnTo>
                  <a:pt x="398996" y="824574"/>
                </a:lnTo>
                <a:lnTo>
                  <a:pt x="374839" y="824574"/>
                </a:lnTo>
                <a:close/>
                <a:moveTo>
                  <a:pt x="508122" y="824574"/>
                </a:moveTo>
                <a:lnTo>
                  <a:pt x="1000000" y="824574"/>
                </a:lnTo>
                <a:lnTo>
                  <a:pt x="1000000" y="825315"/>
                </a:lnTo>
                <a:lnTo>
                  <a:pt x="508122" y="825315"/>
                </a:lnTo>
                <a:close/>
                <a:moveTo>
                  <a:pt x="374839" y="824574"/>
                </a:moveTo>
                <a:lnTo>
                  <a:pt x="398580" y="824574"/>
                </a:lnTo>
                <a:lnTo>
                  <a:pt x="398580" y="825315"/>
                </a:lnTo>
                <a:lnTo>
                  <a:pt x="374839" y="825315"/>
                </a:lnTo>
                <a:close/>
                <a:moveTo>
                  <a:pt x="374839" y="825315"/>
                </a:moveTo>
                <a:lnTo>
                  <a:pt x="397747" y="825315"/>
                </a:lnTo>
                <a:lnTo>
                  <a:pt x="397747" y="826055"/>
                </a:lnTo>
                <a:lnTo>
                  <a:pt x="374839" y="826055"/>
                </a:lnTo>
                <a:close/>
                <a:moveTo>
                  <a:pt x="507289" y="825315"/>
                </a:moveTo>
                <a:lnTo>
                  <a:pt x="1000000" y="825315"/>
                </a:lnTo>
                <a:lnTo>
                  <a:pt x="1000000" y="826055"/>
                </a:lnTo>
                <a:lnTo>
                  <a:pt x="507289" y="826055"/>
                </a:lnTo>
                <a:close/>
                <a:moveTo>
                  <a:pt x="506872" y="826055"/>
                </a:moveTo>
                <a:lnTo>
                  <a:pt x="1000000" y="826055"/>
                </a:lnTo>
                <a:lnTo>
                  <a:pt x="1000000" y="826795"/>
                </a:lnTo>
                <a:lnTo>
                  <a:pt x="506872" y="826795"/>
                </a:lnTo>
                <a:close/>
                <a:moveTo>
                  <a:pt x="374839" y="826055"/>
                </a:moveTo>
                <a:lnTo>
                  <a:pt x="397330" y="826055"/>
                </a:lnTo>
                <a:lnTo>
                  <a:pt x="397330" y="826795"/>
                </a:lnTo>
                <a:lnTo>
                  <a:pt x="374839" y="826795"/>
                </a:lnTo>
                <a:close/>
                <a:moveTo>
                  <a:pt x="506456" y="826795"/>
                </a:moveTo>
                <a:lnTo>
                  <a:pt x="1000000" y="826795"/>
                </a:lnTo>
                <a:lnTo>
                  <a:pt x="1000000" y="827535"/>
                </a:lnTo>
                <a:lnTo>
                  <a:pt x="506456" y="827535"/>
                </a:lnTo>
                <a:close/>
                <a:moveTo>
                  <a:pt x="374839" y="826795"/>
                </a:moveTo>
                <a:lnTo>
                  <a:pt x="396914" y="826795"/>
                </a:lnTo>
                <a:lnTo>
                  <a:pt x="396914" y="827535"/>
                </a:lnTo>
                <a:lnTo>
                  <a:pt x="374839" y="827535"/>
                </a:lnTo>
                <a:close/>
                <a:moveTo>
                  <a:pt x="374839" y="827535"/>
                </a:moveTo>
                <a:lnTo>
                  <a:pt x="396081" y="827535"/>
                </a:lnTo>
                <a:lnTo>
                  <a:pt x="396081" y="828275"/>
                </a:lnTo>
                <a:lnTo>
                  <a:pt x="374839" y="828275"/>
                </a:lnTo>
                <a:close/>
                <a:moveTo>
                  <a:pt x="505623" y="827535"/>
                </a:moveTo>
                <a:lnTo>
                  <a:pt x="1000000" y="827535"/>
                </a:lnTo>
                <a:lnTo>
                  <a:pt x="1000000" y="828275"/>
                </a:lnTo>
                <a:lnTo>
                  <a:pt x="505623" y="828275"/>
                </a:lnTo>
                <a:close/>
                <a:moveTo>
                  <a:pt x="374839" y="828275"/>
                </a:moveTo>
                <a:lnTo>
                  <a:pt x="395248" y="828275"/>
                </a:lnTo>
                <a:lnTo>
                  <a:pt x="395248" y="829016"/>
                </a:lnTo>
                <a:lnTo>
                  <a:pt x="374839" y="829016"/>
                </a:lnTo>
                <a:close/>
                <a:moveTo>
                  <a:pt x="505206" y="828275"/>
                </a:moveTo>
                <a:lnTo>
                  <a:pt x="1000000" y="828275"/>
                </a:lnTo>
                <a:lnTo>
                  <a:pt x="1000000" y="829016"/>
                </a:lnTo>
                <a:lnTo>
                  <a:pt x="505206" y="829016"/>
                </a:lnTo>
                <a:close/>
                <a:moveTo>
                  <a:pt x="504373" y="829016"/>
                </a:moveTo>
                <a:lnTo>
                  <a:pt x="1000000" y="829016"/>
                </a:lnTo>
                <a:lnTo>
                  <a:pt x="1000000" y="829756"/>
                </a:lnTo>
                <a:lnTo>
                  <a:pt x="504373" y="829756"/>
                </a:lnTo>
                <a:close/>
                <a:moveTo>
                  <a:pt x="374839" y="829016"/>
                </a:moveTo>
                <a:lnTo>
                  <a:pt x="394831" y="829016"/>
                </a:lnTo>
                <a:lnTo>
                  <a:pt x="394831" y="829756"/>
                </a:lnTo>
                <a:lnTo>
                  <a:pt x="374839" y="829756"/>
                </a:lnTo>
                <a:close/>
                <a:moveTo>
                  <a:pt x="374839" y="829756"/>
                </a:moveTo>
                <a:lnTo>
                  <a:pt x="393998" y="829756"/>
                </a:lnTo>
                <a:lnTo>
                  <a:pt x="393998" y="830496"/>
                </a:lnTo>
                <a:lnTo>
                  <a:pt x="374839" y="830496"/>
                </a:lnTo>
                <a:close/>
                <a:moveTo>
                  <a:pt x="503540" y="829756"/>
                </a:moveTo>
                <a:lnTo>
                  <a:pt x="1000000" y="829756"/>
                </a:lnTo>
                <a:lnTo>
                  <a:pt x="1000000" y="830496"/>
                </a:lnTo>
                <a:lnTo>
                  <a:pt x="503540" y="830496"/>
                </a:lnTo>
                <a:close/>
                <a:moveTo>
                  <a:pt x="374839" y="830496"/>
                </a:moveTo>
                <a:lnTo>
                  <a:pt x="393582" y="830496"/>
                </a:lnTo>
                <a:lnTo>
                  <a:pt x="393582" y="831236"/>
                </a:lnTo>
                <a:lnTo>
                  <a:pt x="374839" y="831236"/>
                </a:lnTo>
                <a:close/>
                <a:moveTo>
                  <a:pt x="503124" y="830496"/>
                </a:moveTo>
                <a:lnTo>
                  <a:pt x="1000000" y="830496"/>
                </a:lnTo>
                <a:lnTo>
                  <a:pt x="1000000" y="831236"/>
                </a:lnTo>
                <a:lnTo>
                  <a:pt x="503124" y="831236"/>
                </a:lnTo>
                <a:close/>
                <a:moveTo>
                  <a:pt x="374839" y="831236"/>
                </a:moveTo>
                <a:lnTo>
                  <a:pt x="392749" y="831236"/>
                </a:lnTo>
                <a:lnTo>
                  <a:pt x="392749" y="831976"/>
                </a:lnTo>
                <a:lnTo>
                  <a:pt x="374839" y="831976"/>
                </a:lnTo>
                <a:close/>
                <a:moveTo>
                  <a:pt x="502291" y="831236"/>
                </a:moveTo>
                <a:lnTo>
                  <a:pt x="1000000" y="831236"/>
                </a:lnTo>
                <a:lnTo>
                  <a:pt x="1000000" y="831976"/>
                </a:lnTo>
                <a:lnTo>
                  <a:pt x="502291" y="831976"/>
                </a:lnTo>
                <a:close/>
                <a:moveTo>
                  <a:pt x="501458" y="831976"/>
                </a:moveTo>
                <a:lnTo>
                  <a:pt x="1000000" y="831976"/>
                </a:lnTo>
                <a:lnTo>
                  <a:pt x="1000000" y="832717"/>
                </a:lnTo>
                <a:lnTo>
                  <a:pt x="501458" y="832717"/>
                </a:lnTo>
                <a:close/>
                <a:moveTo>
                  <a:pt x="374839" y="831976"/>
                </a:moveTo>
                <a:lnTo>
                  <a:pt x="391916" y="831976"/>
                </a:lnTo>
                <a:lnTo>
                  <a:pt x="391916" y="832717"/>
                </a:lnTo>
                <a:lnTo>
                  <a:pt x="374839" y="832717"/>
                </a:lnTo>
                <a:close/>
                <a:moveTo>
                  <a:pt x="374839" y="832717"/>
                </a:moveTo>
                <a:lnTo>
                  <a:pt x="391083" y="832717"/>
                </a:lnTo>
                <a:lnTo>
                  <a:pt x="391083" y="833457"/>
                </a:lnTo>
                <a:lnTo>
                  <a:pt x="374839" y="833457"/>
                </a:lnTo>
                <a:close/>
                <a:moveTo>
                  <a:pt x="500625" y="832717"/>
                </a:moveTo>
                <a:lnTo>
                  <a:pt x="1000000" y="832717"/>
                </a:lnTo>
                <a:lnTo>
                  <a:pt x="1000000" y="833457"/>
                </a:lnTo>
                <a:lnTo>
                  <a:pt x="500625" y="833457"/>
                </a:lnTo>
                <a:close/>
                <a:moveTo>
                  <a:pt x="499375" y="833457"/>
                </a:moveTo>
                <a:lnTo>
                  <a:pt x="1000000" y="833457"/>
                </a:lnTo>
                <a:lnTo>
                  <a:pt x="1000000" y="834197"/>
                </a:lnTo>
                <a:lnTo>
                  <a:pt x="499375" y="834197"/>
                </a:lnTo>
                <a:close/>
                <a:moveTo>
                  <a:pt x="374839" y="833457"/>
                </a:moveTo>
                <a:lnTo>
                  <a:pt x="390250" y="833457"/>
                </a:lnTo>
                <a:lnTo>
                  <a:pt x="390250" y="834197"/>
                </a:lnTo>
                <a:lnTo>
                  <a:pt x="374839" y="834197"/>
                </a:lnTo>
                <a:close/>
                <a:moveTo>
                  <a:pt x="498542" y="834197"/>
                </a:moveTo>
                <a:lnTo>
                  <a:pt x="1000000" y="834197"/>
                </a:lnTo>
                <a:lnTo>
                  <a:pt x="1000000" y="834937"/>
                </a:lnTo>
                <a:lnTo>
                  <a:pt x="498542" y="834937"/>
                </a:lnTo>
                <a:close/>
                <a:moveTo>
                  <a:pt x="374839" y="834197"/>
                </a:moveTo>
                <a:lnTo>
                  <a:pt x="389833" y="834197"/>
                </a:lnTo>
                <a:lnTo>
                  <a:pt x="389833" y="834937"/>
                </a:lnTo>
                <a:lnTo>
                  <a:pt x="374839" y="834937"/>
                </a:lnTo>
                <a:close/>
                <a:moveTo>
                  <a:pt x="374839" y="834937"/>
                </a:moveTo>
                <a:lnTo>
                  <a:pt x="389000" y="834937"/>
                </a:lnTo>
                <a:lnTo>
                  <a:pt x="389000" y="835677"/>
                </a:lnTo>
                <a:lnTo>
                  <a:pt x="374839" y="835677"/>
                </a:lnTo>
                <a:close/>
                <a:moveTo>
                  <a:pt x="497293" y="834937"/>
                </a:moveTo>
                <a:lnTo>
                  <a:pt x="1000000" y="834937"/>
                </a:lnTo>
                <a:lnTo>
                  <a:pt x="1000000" y="835677"/>
                </a:lnTo>
                <a:lnTo>
                  <a:pt x="497293" y="835677"/>
                </a:lnTo>
                <a:close/>
                <a:moveTo>
                  <a:pt x="374839" y="835677"/>
                </a:moveTo>
                <a:lnTo>
                  <a:pt x="388167" y="835677"/>
                </a:lnTo>
                <a:lnTo>
                  <a:pt x="388167" y="836417"/>
                </a:lnTo>
                <a:lnTo>
                  <a:pt x="374839" y="836417"/>
                </a:lnTo>
                <a:close/>
                <a:moveTo>
                  <a:pt x="496043" y="835677"/>
                </a:moveTo>
                <a:lnTo>
                  <a:pt x="1000000" y="835677"/>
                </a:lnTo>
                <a:lnTo>
                  <a:pt x="1000000" y="836417"/>
                </a:lnTo>
                <a:lnTo>
                  <a:pt x="496043" y="836417"/>
                </a:lnTo>
                <a:close/>
                <a:moveTo>
                  <a:pt x="494794" y="836417"/>
                </a:moveTo>
                <a:lnTo>
                  <a:pt x="1000000" y="836417"/>
                </a:lnTo>
                <a:lnTo>
                  <a:pt x="1000000" y="837158"/>
                </a:lnTo>
                <a:lnTo>
                  <a:pt x="494794" y="837158"/>
                </a:lnTo>
                <a:close/>
                <a:moveTo>
                  <a:pt x="374839" y="836417"/>
                </a:moveTo>
                <a:lnTo>
                  <a:pt x="387334" y="836417"/>
                </a:lnTo>
                <a:lnTo>
                  <a:pt x="387334" y="837158"/>
                </a:lnTo>
                <a:lnTo>
                  <a:pt x="374839" y="837158"/>
                </a:lnTo>
                <a:close/>
                <a:moveTo>
                  <a:pt x="493544" y="837158"/>
                </a:moveTo>
                <a:lnTo>
                  <a:pt x="1000000" y="837158"/>
                </a:lnTo>
                <a:lnTo>
                  <a:pt x="1000000" y="837898"/>
                </a:lnTo>
                <a:lnTo>
                  <a:pt x="493544" y="837898"/>
                </a:lnTo>
                <a:close/>
                <a:moveTo>
                  <a:pt x="374839" y="837158"/>
                </a:moveTo>
                <a:lnTo>
                  <a:pt x="386501" y="837158"/>
                </a:lnTo>
                <a:lnTo>
                  <a:pt x="386501" y="837898"/>
                </a:lnTo>
                <a:lnTo>
                  <a:pt x="374839" y="837898"/>
                </a:lnTo>
                <a:close/>
                <a:moveTo>
                  <a:pt x="491878" y="837898"/>
                </a:moveTo>
                <a:lnTo>
                  <a:pt x="1000000" y="837898"/>
                </a:lnTo>
                <a:lnTo>
                  <a:pt x="1000000" y="838638"/>
                </a:lnTo>
                <a:lnTo>
                  <a:pt x="491878" y="838638"/>
                </a:lnTo>
                <a:close/>
                <a:moveTo>
                  <a:pt x="374839" y="837898"/>
                </a:moveTo>
                <a:lnTo>
                  <a:pt x="385668" y="837898"/>
                </a:lnTo>
                <a:lnTo>
                  <a:pt x="385668" y="838638"/>
                </a:lnTo>
                <a:lnTo>
                  <a:pt x="374839" y="838638"/>
                </a:lnTo>
                <a:close/>
                <a:moveTo>
                  <a:pt x="490212" y="838638"/>
                </a:moveTo>
                <a:lnTo>
                  <a:pt x="1000000" y="838638"/>
                </a:lnTo>
                <a:lnTo>
                  <a:pt x="1000000" y="839378"/>
                </a:lnTo>
                <a:lnTo>
                  <a:pt x="490212" y="839378"/>
                </a:lnTo>
                <a:close/>
                <a:moveTo>
                  <a:pt x="374839" y="838638"/>
                </a:moveTo>
                <a:lnTo>
                  <a:pt x="384835" y="838638"/>
                </a:lnTo>
                <a:lnTo>
                  <a:pt x="384835" y="839378"/>
                </a:lnTo>
                <a:lnTo>
                  <a:pt x="374839" y="839378"/>
                </a:lnTo>
                <a:close/>
                <a:moveTo>
                  <a:pt x="488546" y="839378"/>
                </a:moveTo>
                <a:lnTo>
                  <a:pt x="1000000" y="839378"/>
                </a:lnTo>
                <a:lnTo>
                  <a:pt x="1000000" y="840118"/>
                </a:lnTo>
                <a:lnTo>
                  <a:pt x="488546" y="840118"/>
                </a:lnTo>
                <a:close/>
                <a:moveTo>
                  <a:pt x="486880" y="840118"/>
                </a:moveTo>
                <a:lnTo>
                  <a:pt x="1000000" y="840118"/>
                </a:lnTo>
                <a:lnTo>
                  <a:pt x="1000000" y="840859"/>
                </a:lnTo>
                <a:lnTo>
                  <a:pt x="486880" y="840859"/>
                </a:lnTo>
                <a:close/>
                <a:moveTo>
                  <a:pt x="374839" y="839378"/>
                </a:moveTo>
                <a:lnTo>
                  <a:pt x="384419" y="839378"/>
                </a:lnTo>
                <a:lnTo>
                  <a:pt x="384419" y="840859"/>
                </a:lnTo>
                <a:lnTo>
                  <a:pt x="374839" y="840859"/>
                </a:lnTo>
                <a:close/>
                <a:moveTo>
                  <a:pt x="484797" y="840859"/>
                </a:moveTo>
                <a:lnTo>
                  <a:pt x="1000000" y="840859"/>
                </a:lnTo>
                <a:lnTo>
                  <a:pt x="1000000" y="841599"/>
                </a:lnTo>
                <a:lnTo>
                  <a:pt x="484797" y="841599"/>
                </a:lnTo>
                <a:close/>
                <a:moveTo>
                  <a:pt x="374839" y="840859"/>
                </a:moveTo>
                <a:lnTo>
                  <a:pt x="384002" y="840859"/>
                </a:lnTo>
                <a:lnTo>
                  <a:pt x="384002" y="842339"/>
                </a:lnTo>
                <a:lnTo>
                  <a:pt x="374839" y="842339"/>
                </a:lnTo>
                <a:close/>
                <a:moveTo>
                  <a:pt x="482715" y="841599"/>
                </a:moveTo>
                <a:lnTo>
                  <a:pt x="1000000" y="841599"/>
                </a:lnTo>
                <a:lnTo>
                  <a:pt x="1000000" y="842339"/>
                </a:lnTo>
                <a:lnTo>
                  <a:pt x="482715" y="842339"/>
                </a:lnTo>
                <a:close/>
                <a:moveTo>
                  <a:pt x="374839" y="842339"/>
                </a:moveTo>
                <a:lnTo>
                  <a:pt x="384419" y="842339"/>
                </a:lnTo>
                <a:lnTo>
                  <a:pt x="384419" y="843079"/>
                </a:lnTo>
                <a:lnTo>
                  <a:pt x="374839" y="843079"/>
                </a:lnTo>
                <a:close/>
                <a:moveTo>
                  <a:pt x="480632" y="842339"/>
                </a:moveTo>
                <a:lnTo>
                  <a:pt x="1000000" y="842339"/>
                </a:lnTo>
                <a:lnTo>
                  <a:pt x="1000000" y="843079"/>
                </a:lnTo>
                <a:lnTo>
                  <a:pt x="480632" y="843079"/>
                </a:lnTo>
                <a:close/>
                <a:moveTo>
                  <a:pt x="478550" y="843079"/>
                </a:moveTo>
                <a:lnTo>
                  <a:pt x="1000000" y="843079"/>
                </a:lnTo>
                <a:lnTo>
                  <a:pt x="1000000" y="843819"/>
                </a:lnTo>
                <a:lnTo>
                  <a:pt x="478550" y="843819"/>
                </a:lnTo>
                <a:close/>
                <a:moveTo>
                  <a:pt x="374839" y="843079"/>
                </a:moveTo>
                <a:lnTo>
                  <a:pt x="384835" y="843079"/>
                </a:lnTo>
                <a:lnTo>
                  <a:pt x="384835" y="843819"/>
                </a:lnTo>
                <a:lnTo>
                  <a:pt x="374839" y="843819"/>
                </a:lnTo>
                <a:close/>
                <a:moveTo>
                  <a:pt x="476051" y="843819"/>
                </a:moveTo>
                <a:lnTo>
                  <a:pt x="1000000" y="843819"/>
                </a:lnTo>
                <a:lnTo>
                  <a:pt x="1000000" y="844560"/>
                </a:lnTo>
                <a:lnTo>
                  <a:pt x="476051" y="844560"/>
                </a:lnTo>
                <a:close/>
                <a:moveTo>
                  <a:pt x="374839" y="843819"/>
                </a:moveTo>
                <a:lnTo>
                  <a:pt x="385668" y="843819"/>
                </a:lnTo>
                <a:lnTo>
                  <a:pt x="385668" y="844560"/>
                </a:lnTo>
                <a:lnTo>
                  <a:pt x="374839" y="844560"/>
                </a:lnTo>
                <a:close/>
                <a:moveTo>
                  <a:pt x="374839" y="844560"/>
                </a:moveTo>
                <a:lnTo>
                  <a:pt x="385252" y="844560"/>
                </a:lnTo>
                <a:lnTo>
                  <a:pt x="385252" y="845300"/>
                </a:lnTo>
                <a:lnTo>
                  <a:pt x="374839" y="845300"/>
                </a:lnTo>
                <a:close/>
                <a:moveTo>
                  <a:pt x="473968" y="844560"/>
                </a:moveTo>
                <a:lnTo>
                  <a:pt x="1000000" y="844560"/>
                </a:lnTo>
                <a:lnTo>
                  <a:pt x="1000000" y="845300"/>
                </a:lnTo>
                <a:lnTo>
                  <a:pt x="473968" y="845300"/>
                </a:lnTo>
                <a:close/>
                <a:moveTo>
                  <a:pt x="374839" y="845300"/>
                </a:moveTo>
                <a:lnTo>
                  <a:pt x="384419" y="845300"/>
                </a:lnTo>
                <a:lnTo>
                  <a:pt x="384419" y="846040"/>
                </a:lnTo>
                <a:lnTo>
                  <a:pt x="374839" y="846040"/>
                </a:lnTo>
                <a:close/>
                <a:moveTo>
                  <a:pt x="471469" y="845300"/>
                </a:moveTo>
                <a:lnTo>
                  <a:pt x="1000000" y="845300"/>
                </a:lnTo>
                <a:lnTo>
                  <a:pt x="1000000" y="846040"/>
                </a:lnTo>
                <a:lnTo>
                  <a:pt x="471469" y="846040"/>
                </a:lnTo>
                <a:close/>
                <a:moveTo>
                  <a:pt x="374839" y="846040"/>
                </a:moveTo>
                <a:lnTo>
                  <a:pt x="384002" y="846040"/>
                </a:lnTo>
                <a:lnTo>
                  <a:pt x="384002" y="846780"/>
                </a:lnTo>
                <a:lnTo>
                  <a:pt x="374839" y="846780"/>
                </a:lnTo>
                <a:close/>
                <a:moveTo>
                  <a:pt x="468970" y="846040"/>
                </a:moveTo>
                <a:lnTo>
                  <a:pt x="1000000" y="846040"/>
                </a:lnTo>
                <a:lnTo>
                  <a:pt x="1000000" y="846780"/>
                </a:lnTo>
                <a:lnTo>
                  <a:pt x="468970" y="846780"/>
                </a:lnTo>
                <a:close/>
                <a:moveTo>
                  <a:pt x="466471" y="846780"/>
                </a:moveTo>
                <a:lnTo>
                  <a:pt x="1000000" y="846780"/>
                </a:lnTo>
                <a:lnTo>
                  <a:pt x="1000000" y="847520"/>
                </a:lnTo>
                <a:lnTo>
                  <a:pt x="466471" y="847520"/>
                </a:lnTo>
                <a:close/>
                <a:moveTo>
                  <a:pt x="374839" y="846780"/>
                </a:moveTo>
                <a:lnTo>
                  <a:pt x="383169" y="846780"/>
                </a:lnTo>
                <a:lnTo>
                  <a:pt x="383169" y="847520"/>
                </a:lnTo>
                <a:lnTo>
                  <a:pt x="374839" y="847520"/>
                </a:lnTo>
                <a:close/>
                <a:moveTo>
                  <a:pt x="463972" y="847520"/>
                </a:moveTo>
                <a:lnTo>
                  <a:pt x="1000000" y="847520"/>
                </a:lnTo>
                <a:lnTo>
                  <a:pt x="1000000" y="848261"/>
                </a:lnTo>
                <a:lnTo>
                  <a:pt x="463972" y="848261"/>
                </a:lnTo>
                <a:close/>
                <a:moveTo>
                  <a:pt x="374839" y="847520"/>
                </a:moveTo>
                <a:lnTo>
                  <a:pt x="382336" y="847520"/>
                </a:lnTo>
                <a:lnTo>
                  <a:pt x="382336" y="848261"/>
                </a:lnTo>
                <a:lnTo>
                  <a:pt x="374839" y="848261"/>
                </a:lnTo>
                <a:close/>
                <a:moveTo>
                  <a:pt x="374839" y="848261"/>
                </a:moveTo>
                <a:lnTo>
                  <a:pt x="381503" y="848261"/>
                </a:lnTo>
                <a:lnTo>
                  <a:pt x="381503" y="849001"/>
                </a:lnTo>
                <a:lnTo>
                  <a:pt x="374839" y="849001"/>
                </a:lnTo>
                <a:close/>
                <a:moveTo>
                  <a:pt x="461056" y="848261"/>
                </a:moveTo>
                <a:lnTo>
                  <a:pt x="1000000" y="848261"/>
                </a:lnTo>
                <a:lnTo>
                  <a:pt x="1000000" y="849001"/>
                </a:lnTo>
                <a:lnTo>
                  <a:pt x="461056" y="849001"/>
                </a:lnTo>
                <a:close/>
                <a:moveTo>
                  <a:pt x="374839" y="849001"/>
                </a:moveTo>
                <a:lnTo>
                  <a:pt x="380670" y="849001"/>
                </a:lnTo>
                <a:lnTo>
                  <a:pt x="380670" y="849741"/>
                </a:lnTo>
                <a:lnTo>
                  <a:pt x="374839" y="849741"/>
                </a:lnTo>
                <a:close/>
                <a:moveTo>
                  <a:pt x="458141" y="849001"/>
                </a:moveTo>
                <a:lnTo>
                  <a:pt x="1000000" y="849001"/>
                </a:lnTo>
                <a:lnTo>
                  <a:pt x="1000000" y="849741"/>
                </a:lnTo>
                <a:lnTo>
                  <a:pt x="458141" y="849741"/>
                </a:lnTo>
                <a:close/>
                <a:moveTo>
                  <a:pt x="455225" y="849741"/>
                </a:moveTo>
                <a:lnTo>
                  <a:pt x="1000000" y="849741"/>
                </a:lnTo>
                <a:lnTo>
                  <a:pt x="1000000" y="850481"/>
                </a:lnTo>
                <a:lnTo>
                  <a:pt x="455225" y="850481"/>
                </a:lnTo>
                <a:close/>
                <a:moveTo>
                  <a:pt x="374839" y="849741"/>
                </a:moveTo>
                <a:lnTo>
                  <a:pt x="379837" y="849741"/>
                </a:lnTo>
                <a:lnTo>
                  <a:pt x="379837" y="850481"/>
                </a:lnTo>
                <a:lnTo>
                  <a:pt x="374839" y="850481"/>
                </a:lnTo>
                <a:close/>
                <a:moveTo>
                  <a:pt x="374839" y="850481"/>
                </a:moveTo>
                <a:lnTo>
                  <a:pt x="379004" y="850481"/>
                </a:lnTo>
                <a:lnTo>
                  <a:pt x="379004" y="851221"/>
                </a:lnTo>
                <a:lnTo>
                  <a:pt x="374839" y="851221"/>
                </a:lnTo>
                <a:close/>
                <a:moveTo>
                  <a:pt x="451893" y="850481"/>
                </a:moveTo>
                <a:lnTo>
                  <a:pt x="1000000" y="850481"/>
                </a:lnTo>
                <a:lnTo>
                  <a:pt x="1000000" y="851221"/>
                </a:lnTo>
                <a:lnTo>
                  <a:pt x="451893" y="851221"/>
                </a:lnTo>
                <a:close/>
                <a:moveTo>
                  <a:pt x="448561" y="851221"/>
                </a:moveTo>
                <a:lnTo>
                  <a:pt x="1000000" y="851221"/>
                </a:lnTo>
                <a:lnTo>
                  <a:pt x="1000000" y="851962"/>
                </a:lnTo>
                <a:lnTo>
                  <a:pt x="448561" y="851962"/>
                </a:lnTo>
                <a:close/>
                <a:moveTo>
                  <a:pt x="374839" y="851221"/>
                </a:moveTo>
                <a:lnTo>
                  <a:pt x="378587" y="851221"/>
                </a:lnTo>
                <a:lnTo>
                  <a:pt x="378587" y="851962"/>
                </a:lnTo>
                <a:lnTo>
                  <a:pt x="374839" y="851962"/>
                </a:lnTo>
                <a:close/>
                <a:moveTo>
                  <a:pt x="444812" y="851962"/>
                </a:moveTo>
                <a:lnTo>
                  <a:pt x="1000000" y="851962"/>
                </a:lnTo>
                <a:lnTo>
                  <a:pt x="1000000" y="852702"/>
                </a:lnTo>
                <a:lnTo>
                  <a:pt x="444812" y="852702"/>
                </a:lnTo>
                <a:close/>
                <a:moveTo>
                  <a:pt x="440647" y="852702"/>
                </a:moveTo>
                <a:lnTo>
                  <a:pt x="1000000" y="852702"/>
                </a:lnTo>
                <a:lnTo>
                  <a:pt x="1000000" y="853442"/>
                </a:lnTo>
                <a:lnTo>
                  <a:pt x="440647" y="853442"/>
                </a:lnTo>
                <a:close/>
                <a:moveTo>
                  <a:pt x="436482" y="853442"/>
                </a:moveTo>
                <a:lnTo>
                  <a:pt x="1000000" y="853442"/>
                </a:lnTo>
                <a:lnTo>
                  <a:pt x="1000000" y="854182"/>
                </a:lnTo>
                <a:lnTo>
                  <a:pt x="436482" y="854182"/>
                </a:lnTo>
                <a:close/>
                <a:moveTo>
                  <a:pt x="431484" y="854182"/>
                </a:moveTo>
                <a:lnTo>
                  <a:pt x="1000000" y="854182"/>
                </a:lnTo>
                <a:lnTo>
                  <a:pt x="1000000" y="854922"/>
                </a:lnTo>
                <a:lnTo>
                  <a:pt x="431484" y="854922"/>
                </a:lnTo>
                <a:close/>
                <a:moveTo>
                  <a:pt x="374839" y="851962"/>
                </a:moveTo>
                <a:lnTo>
                  <a:pt x="378171" y="851962"/>
                </a:lnTo>
                <a:lnTo>
                  <a:pt x="378171" y="854922"/>
                </a:lnTo>
                <a:lnTo>
                  <a:pt x="374839" y="854922"/>
                </a:lnTo>
                <a:close/>
                <a:moveTo>
                  <a:pt x="425653" y="854922"/>
                </a:moveTo>
                <a:lnTo>
                  <a:pt x="1000000" y="854922"/>
                </a:lnTo>
                <a:lnTo>
                  <a:pt x="1000000" y="855662"/>
                </a:lnTo>
                <a:lnTo>
                  <a:pt x="425653" y="855662"/>
                </a:lnTo>
                <a:close/>
                <a:moveTo>
                  <a:pt x="374839" y="854922"/>
                </a:moveTo>
                <a:lnTo>
                  <a:pt x="378587" y="854922"/>
                </a:lnTo>
                <a:lnTo>
                  <a:pt x="378587" y="855662"/>
                </a:lnTo>
                <a:lnTo>
                  <a:pt x="374839" y="855662"/>
                </a:lnTo>
                <a:close/>
                <a:moveTo>
                  <a:pt x="374839" y="855662"/>
                </a:moveTo>
                <a:lnTo>
                  <a:pt x="379420" y="855662"/>
                </a:lnTo>
                <a:lnTo>
                  <a:pt x="379420" y="856403"/>
                </a:lnTo>
                <a:lnTo>
                  <a:pt x="374839" y="856403"/>
                </a:lnTo>
                <a:close/>
                <a:moveTo>
                  <a:pt x="418156" y="855662"/>
                </a:moveTo>
                <a:lnTo>
                  <a:pt x="1000000" y="855662"/>
                </a:lnTo>
                <a:lnTo>
                  <a:pt x="1000000" y="856403"/>
                </a:lnTo>
                <a:lnTo>
                  <a:pt x="418156" y="856403"/>
                </a:lnTo>
                <a:close/>
                <a:moveTo>
                  <a:pt x="405244" y="856403"/>
                </a:moveTo>
                <a:lnTo>
                  <a:pt x="1000000" y="856403"/>
                </a:lnTo>
                <a:lnTo>
                  <a:pt x="1000000" y="857143"/>
                </a:lnTo>
                <a:lnTo>
                  <a:pt x="405244" y="857143"/>
                </a:lnTo>
                <a:close/>
                <a:moveTo>
                  <a:pt x="374839" y="856403"/>
                </a:moveTo>
                <a:lnTo>
                  <a:pt x="390250" y="856403"/>
                </a:lnTo>
                <a:lnTo>
                  <a:pt x="390250" y="857143"/>
                </a:lnTo>
                <a:lnTo>
                  <a:pt x="374839" y="857143"/>
                </a:lnTo>
                <a:close/>
                <a:moveTo>
                  <a:pt x="374839" y="857143"/>
                </a:moveTo>
                <a:lnTo>
                  <a:pt x="1000000" y="857143"/>
                </a:lnTo>
                <a:lnTo>
                  <a:pt x="1000000" y="862324"/>
                </a:lnTo>
                <a:lnTo>
                  <a:pt x="374839" y="862324"/>
                </a:lnTo>
                <a:close/>
                <a:moveTo>
                  <a:pt x="374839" y="862324"/>
                </a:moveTo>
                <a:lnTo>
                  <a:pt x="679724" y="862324"/>
                </a:lnTo>
                <a:lnTo>
                  <a:pt x="679724" y="863064"/>
                </a:lnTo>
                <a:lnTo>
                  <a:pt x="374839" y="863064"/>
                </a:lnTo>
                <a:close/>
                <a:moveTo>
                  <a:pt x="680557" y="862324"/>
                </a:moveTo>
                <a:lnTo>
                  <a:pt x="1000000" y="862324"/>
                </a:lnTo>
                <a:lnTo>
                  <a:pt x="1000000" y="863064"/>
                </a:lnTo>
                <a:lnTo>
                  <a:pt x="680557" y="863064"/>
                </a:lnTo>
                <a:close/>
                <a:moveTo>
                  <a:pt x="708880" y="863064"/>
                </a:moveTo>
                <a:lnTo>
                  <a:pt x="715960" y="863064"/>
                </a:lnTo>
                <a:lnTo>
                  <a:pt x="715960" y="863805"/>
                </a:lnTo>
                <a:lnTo>
                  <a:pt x="708880" y="863805"/>
                </a:lnTo>
                <a:close/>
                <a:moveTo>
                  <a:pt x="780936" y="863064"/>
                </a:moveTo>
                <a:lnTo>
                  <a:pt x="792182" y="863064"/>
                </a:lnTo>
                <a:lnTo>
                  <a:pt x="792182" y="863805"/>
                </a:lnTo>
                <a:lnTo>
                  <a:pt x="780936" y="863805"/>
                </a:lnTo>
                <a:close/>
                <a:moveTo>
                  <a:pt x="830917" y="863064"/>
                </a:moveTo>
                <a:lnTo>
                  <a:pt x="903390" y="863064"/>
                </a:lnTo>
                <a:lnTo>
                  <a:pt x="903390" y="863805"/>
                </a:lnTo>
                <a:lnTo>
                  <a:pt x="830917" y="863805"/>
                </a:lnTo>
                <a:close/>
                <a:moveTo>
                  <a:pt x="374839" y="863064"/>
                </a:moveTo>
                <a:lnTo>
                  <a:pt x="678474" y="863064"/>
                </a:lnTo>
                <a:lnTo>
                  <a:pt x="678474" y="863805"/>
                </a:lnTo>
                <a:lnTo>
                  <a:pt x="374839" y="863805"/>
                </a:lnTo>
                <a:close/>
                <a:moveTo>
                  <a:pt x="680557" y="863064"/>
                </a:moveTo>
                <a:lnTo>
                  <a:pt x="703882" y="863064"/>
                </a:lnTo>
                <a:lnTo>
                  <a:pt x="703882" y="863805"/>
                </a:lnTo>
                <a:lnTo>
                  <a:pt x="680557" y="863805"/>
                </a:lnTo>
                <a:close/>
                <a:moveTo>
                  <a:pt x="793431" y="863064"/>
                </a:moveTo>
                <a:lnTo>
                  <a:pt x="829667" y="863064"/>
                </a:lnTo>
                <a:lnTo>
                  <a:pt x="829667" y="863805"/>
                </a:lnTo>
                <a:lnTo>
                  <a:pt x="793431" y="863805"/>
                </a:lnTo>
                <a:close/>
                <a:moveTo>
                  <a:pt x="716377" y="863064"/>
                </a:moveTo>
                <a:lnTo>
                  <a:pt x="779686" y="863064"/>
                </a:lnTo>
                <a:lnTo>
                  <a:pt x="779686" y="863805"/>
                </a:lnTo>
                <a:lnTo>
                  <a:pt x="716377" y="863805"/>
                </a:lnTo>
                <a:close/>
                <a:moveTo>
                  <a:pt x="904639" y="863064"/>
                </a:moveTo>
                <a:lnTo>
                  <a:pt x="1000000" y="863064"/>
                </a:lnTo>
                <a:lnTo>
                  <a:pt x="1000000" y="863805"/>
                </a:lnTo>
                <a:lnTo>
                  <a:pt x="904639" y="863805"/>
                </a:lnTo>
                <a:close/>
                <a:moveTo>
                  <a:pt x="521450" y="863805"/>
                </a:moveTo>
                <a:lnTo>
                  <a:pt x="563518" y="863805"/>
                </a:lnTo>
                <a:lnTo>
                  <a:pt x="563518" y="864545"/>
                </a:lnTo>
                <a:lnTo>
                  <a:pt x="521450" y="864545"/>
                </a:lnTo>
                <a:close/>
                <a:moveTo>
                  <a:pt x="709296" y="863805"/>
                </a:moveTo>
                <a:lnTo>
                  <a:pt x="715960" y="863805"/>
                </a:lnTo>
                <a:lnTo>
                  <a:pt x="715960" y="864545"/>
                </a:lnTo>
                <a:lnTo>
                  <a:pt x="709296" y="864545"/>
                </a:lnTo>
                <a:close/>
                <a:moveTo>
                  <a:pt x="613915" y="863805"/>
                </a:moveTo>
                <a:lnTo>
                  <a:pt x="677225" y="863805"/>
                </a:lnTo>
                <a:lnTo>
                  <a:pt x="677225" y="864545"/>
                </a:lnTo>
                <a:lnTo>
                  <a:pt x="613915" y="864545"/>
                </a:lnTo>
                <a:close/>
                <a:moveTo>
                  <a:pt x="782185" y="863805"/>
                </a:moveTo>
                <a:lnTo>
                  <a:pt x="790932" y="863805"/>
                </a:lnTo>
                <a:lnTo>
                  <a:pt x="790932" y="864545"/>
                </a:lnTo>
                <a:lnTo>
                  <a:pt x="782185" y="864545"/>
                </a:lnTo>
                <a:close/>
                <a:moveTo>
                  <a:pt x="892144" y="863805"/>
                </a:moveTo>
                <a:lnTo>
                  <a:pt x="903390" y="863805"/>
                </a:lnTo>
                <a:lnTo>
                  <a:pt x="903390" y="864545"/>
                </a:lnTo>
                <a:lnTo>
                  <a:pt x="892144" y="864545"/>
                </a:lnTo>
                <a:close/>
                <a:moveTo>
                  <a:pt x="855491" y="863805"/>
                </a:moveTo>
                <a:lnTo>
                  <a:pt x="867153" y="863805"/>
                </a:lnTo>
                <a:lnTo>
                  <a:pt x="867153" y="864545"/>
                </a:lnTo>
                <a:lnTo>
                  <a:pt x="855491" y="864545"/>
                </a:lnTo>
                <a:close/>
                <a:moveTo>
                  <a:pt x="830917" y="863805"/>
                </a:moveTo>
                <a:lnTo>
                  <a:pt x="852159" y="863805"/>
                </a:lnTo>
                <a:lnTo>
                  <a:pt x="852159" y="864545"/>
                </a:lnTo>
                <a:lnTo>
                  <a:pt x="830917" y="864545"/>
                </a:lnTo>
                <a:close/>
                <a:moveTo>
                  <a:pt x="868819" y="863805"/>
                </a:moveTo>
                <a:lnTo>
                  <a:pt x="890478" y="863805"/>
                </a:lnTo>
                <a:lnTo>
                  <a:pt x="890478" y="864545"/>
                </a:lnTo>
                <a:lnTo>
                  <a:pt x="868819" y="864545"/>
                </a:lnTo>
                <a:close/>
                <a:moveTo>
                  <a:pt x="907138" y="863805"/>
                </a:moveTo>
                <a:lnTo>
                  <a:pt x="927547" y="863805"/>
                </a:lnTo>
                <a:lnTo>
                  <a:pt x="927547" y="864545"/>
                </a:lnTo>
                <a:lnTo>
                  <a:pt x="907138" y="864545"/>
                </a:lnTo>
                <a:close/>
                <a:moveTo>
                  <a:pt x="928797" y="863805"/>
                </a:moveTo>
                <a:lnTo>
                  <a:pt x="941292" y="863805"/>
                </a:lnTo>
                <a:lnTo>
                  <a:pt x="941292" y="864545"/>
                </a:lnTo>
                <a:lnTo>
                  <a:pt x="928797" y="864545"/>
                </a:lnTo>
                <a:close/>
                <a:moveTo>
                  <a:pt x="793431" y="863805"/>
                </a:moveTo>
                <a:lnTo>
                  <a:pt x="827585" y="863805"/>
                </a:lnTo>
                <a:lnTo>
                  <a:pt x="827585" y="864545"/>
                </a:lnTo>
                <a:lnTo>
                  <a:pt x="793431" y="864545"/>
                </a:lnTo>
                <a:close/>
                <a:moveTo>
                  <a:pt x="564767" y="863805"/>
                </a:moveTo>
                <a:lnTo>
                  <a:pt x="607668" y="863805"/>
                </a:lnTo>
                <a:lnTo>
                  <a:pt x="607668" y="864545"/>
                </a:lnTo>
                <a:lnTo>
                  <a:pt x="564767" y="864545"/>
                </a:lnTo>
                <a:close/>
                <a:moveTo>
                  <a:pt x="718876" y="863805"/>
                </a:moveTo>
                <a:lnTo>
                  <a:pt x="779686" y="863805"/>
                </a:lnTo>
                <a:lnTo>
                  <a:pt x="779686" y="864545"/>
                </a:lnTo>
                <a:lnTo>
                  <a:pt x="718876" y="864545"/>
                </a:lnTo>
                <a:close/>
                <a:moveTo>
                  <a:pt x="720958" y="864545"/>
                </a:moveTo>
                <a:lnTo>
                  <a:pt x="779270" y="864545"/>
                </a:lnTo>
                <a:lnTo>
                  <a:pt x="779270" y="865285"/>
                </a:lnTo>
                <a:lnTo>
                  <a:pt x="720958" y="865285"/>
                </a:lnTo>
                <a:close/>
                <a:moveTo>
                  <a:pt x="566017" y="864545"/>
                </a:moveTo>
                <a:lnTo>
                  <a:pt x="607668" y="864545"/>
                </a:lnTo>
                <a:lnTo>
                  <a:pt x="607668" y="865285"/>
                </a:lnTo>
                <a:lnTo>
                  <a:pt x="566017" y="865285"/>
                </a:lnTo>
                <a:close/>
                <a:moveTo>
                  <a:pt x="613915" y="864545"/>
                </a:moveTo>
                <a:lnTo>
                  <a:pt x="675975" y="864545"/>
                </a:lnTo>
                <a:lnTo>
                  <a:pt x="675975" y="865285"/>
                </a:lnTo>
                <a:lnTo>
                  <a:pt x="613915" y="865285"/>
                </a:lnTo>
                <a:close/>
                <a:moveTo>
                  <a:pt x="522700" y="864545"/>
                </a:moveTo>
                <a:lnTo>
                  <a:pt x="533529" y="864545"/>
                </a:lnTo>
                <a:lnTo>
                  <a:pt x="533529" y="865285"/>
                </a:lnTo>
                <a:lnTo>
                  <a:pt x="522700" y="865285"/>
                </a:lnTo>
                <a:close/>
                <a:moveTo>
                  <a:pt x="893393" y="864545"/>
                </a:moveTo>
                <a:lnTo>
                  <a:pt x="903390" y="864545"/>
                </a:lnTo>
                <a:lnTo>
                  <a:pt x="903390" y="865285"/>
                </a:lnTo>
                <a:lnTo>
                  <a:pt x="893393" y="865285"/>
                </a:lnTo>
                <a:close/>
                <a:moveTo>
                  <a:pt x="870485" y="864545"/>
                </a:moveTo>
                <a:lnTo>
                  <a:pt x="890478" y="864545"/>
                </a:lnTo>
                <a:lnTo>
                  <a:pt x="890478" y="865285"/>
                </a:lnTo>
                <a:lnTo>
                  <a:pt x="870485" y="865285"/>
                </a:lnTo>
                <a:close/>
                <a:moveTo>
                  <a:pt x="680974" y="863805"/>
                </a:moveTo>
                <a:lnTo>
                  <a:pt x="703882" y="863805"/>
                </a:lnTo>
                <a:lnTo>
                  <a:pt x="703882" y="865285"/>
                </a:lnTo>
                <a:lnTo>
                  <a:pt x="680974" y="865285"/>
                </a:lnTo>
                <a:close/>
                <a:moveTo>
                  <a:pt x="783435" y="864545"/>
                </a:moveTo>
                <a:lnTo>
                  <a:pt x="789266" y="864545"/>
                </a:lnTo>
                <a:lnTo>
                  <a:pt x="789266" y="865285"/>
                </a:lnTo>
                <a:lnTo>
                  <a:pt x="783435" y="865285"/>
                </a:lnTo>
                <a:close/>
                <a:moveTo>
                  <a:pt x="793848" y="864545"/>
                </a:moveTo>
                <a:lnTo>
                  <a:pt x="825086" y="864545"/>
                </a:lnTo>
                <a:lnTo>
                  <a:pt x="825086" y="865285"/>
                </a:lnTo>
                <a:lnTo>
                  <a:pt x="793848" y="865285"/>
                </a:lnTo>
                <a:close/>
                <a:moveTo>
                  <a:pt x="930046" y="864545"/>
                </a:moveTo>
                <a:lnTo>
                  <a:pt x="941292" y="864545"/>
                </a:lnTo>
                <a:lnTo>
                  <a:pt x="941292" y="865285"/>
                </a:lnTo>
                <a:lnTo>
                  <a:pt x="930046" y="865285"/>
                </a:lnTo>
                <a:close/>
                <a:moveTo>
                  <a:pt x="931296" y="865285"/>
                </a:moveTo>
                <a:lnTo>
                  <a:pt x="941292" y="865285"/>
                </a:lnTo>
                <a:lnTo>
                  <a:pt x="941292" y="866025"/>
                </a:lnTo>
                <a:lnTo>
                  <a:pt x="931296" y="866025"/>
                </a:lnTo>
                <a:close/>
                <a:moveTo>
                  <a:pt x="784684" y="865285"/>
                </a:moveTo>
                <a:lnTo>
                  <a:pt x="788017" y="865285"/>
                </a:lnTo>
                <a:lnTo>
                  <a:pt x="788017" y="866025"/>
                </a:lnTo>
                <a:lnTo>
                  <a:pt x="784684" y="866025"/>
                </a:lnTo>
                <a:close/>
                <a:moveTo>
                  <a:pt x="894643" y="865285"/>
                </a:moveTo>
                <a:lnTo>
                  <a:pt x="902973" y="865285"/>
                </a:lnTo>
                <a:lnTo>
                  <a:pt x="902973" y="866025"/>
                </a:lnTo>
                <a:lnTo>
                  <a:pt x="894643" y="866025"/>
                </a:lnTo>
                <a:close/>
                <a:moveTo>
                  <a:pt x="767191" y="865285"/>
                </a:moveTo>
                <a:lnTo>
                  <a:pt x="779270" y="865285"/>
                </a:lnTo>
                <a:lnTo>
                  <a:pt x="779270" y="866025"/>
                </a:lnTo>
                <a:lnTo>
                  <a:pt x="767191" y="866025"/>
                </a:lnTo>
                <a:close/>
                <a:moveTo>
                  <a:pt x="523949" y="865285"/>
                </a:moveTo>
                <a:lnTo>
                  <a:pt x="533529" y="865285"/>
                </a:lnTo>
                <a:lnTo>
                  <a:pt x="533529" y="866025"/>
                </a:lnTo>
                <a:lnTo>
                  <a:pt x="523949" y="866025"/>
                </a:lnTo>
                <a:close/>
                <a:moveTo>
                  <a:pt x="793848" y="865285"/>
                </a:moveTo>
                <a:lnTo>
                  <a:pt x="824669" y="865285"/>
                </a:lnTo>
                <a:lnTo>
                  <a:pt x="824669" y="866025"/>
                </a:lnTo>
                <a:lnTo>
                  <a:pt x="793848" y="866025"/>
                </a:lnTo>
                <a:close/>
                <a:moveTo>
                  <a:pt x="374839" y="863805"/>
                </a:moveTo>
                <a:lnTo>
                  <a:pt x="519784" y="863805"/>
                </a:lnTo>
                <a:lnTo>
                  <a:pt x="519784" y="866025"/>
                </a:lnTo>
                <a:lnTo>
                  <a:pt x="374839" y="866025"/>
                </a:lnTo>
                <a:close/>
                <a:moveTo>
                  <a:pt x="566850" y="865285"/>
                </a:moveTo>
                <a:lnTo>
                  <a:pt x="607668" y="865285"/>
                </a:lnTo>
                <a:lnTo>
                  <a:pt x="607668" y="866025"/>
                </a:lnTo>
                <a:lnTo>
                  <a:pt x="566850" y="866025"/>
                </a:lnTo>
                <a:close/>
                <a:moveTo>
                  <a:pt x="872151" y="865285"/>
                </a:moveTo>
                <a:lnTo>
                  <a:pt x="890061" y="865285"/>
                </a:lnTo>
                <a:lnTo>
                  <a:pt x="890061" y="866025"/>
                </a:lnTo>
                <a:lnTo>
                  <a:pt x="872151" y="866025"/>
                </a:lnTo>
                <a:close/>
                <a:moveTo>
                  <a:pt x="539360" y="864545"/>
                </a:moveTo>
                <a:lnTo>
                  <a:pt x="563101" y="864545"/>
                </a:lnTo>
                <a:lnTo>
                  <a:pt x="563101" y="866025"/>
                </a:lnTo>
                <a:lnTo>
                  <a:pt x="539360" y="866025"/>
                </a:lnTo>
                <a:close/>
                <a:moveTo>
                  <a:pt x="721375" y="865285"/>
                </a:moveTo>
                <a:lnTo>
                  <a:pt x="738035" y="865285"/>
                </a:lnTo>
                <a:lnTo>
                  <a:pt x="738035" y="866025"/>
                </a:lnTo>
                <a:lnTo>
                  <a:pt x="721375" y="866025"/>
                </a:lnTo>
                <a:close/>
                <a:moveTo>
                  <a:pt x="947540" y="863805"/>
                </a:moveTo>
                <a:lnTo>
                  <a:pt x="1000000" y="863805"/>
                </a:lnTo>
                <a:lnTo>
                  <a:pt x="1000000" y="866765"/>
                </a:lnTo>
                <a:lnTo>
                  <a:pt x="947540" y="866765"/>
                </a:lnTo>
                <a:close/>
                <a:moveTo>
                  <a:pt x="681390" y="865285"/>
                </a:moveTo>
                <a:lnTo>
                  <a:pt x="703882" y="865285"/>
                </a:lnTo>
                <a:lnTo>
                  <a:pt x="703882" y="866765"/>
                </a:lnTo>
                <a:lnTo>
                  <a:pt x="681390" y="866765"/>
                </a:lnTo>
                <a:close/>
                <a:moveTo>
                  <a:pt x="539360" y="866025"/>
                </a:moveTo>
                <a:lnTo>
                  <a:pt x="562685" y="866025"/>
                </a:lnTo>
                <a:lnTo>
                  <a:pt x="562685" y="866765"/>
                </a:lnTo>
                <a:lnTo>
                  <a:pt x="539360" y="866765"/>
                </a:lnTo>
                <a:close/>
                <a:moveTo>
                  <a:pt x="794264" y="866025"/>
                </a:moveTo>
                <a:lnTo>
                  <a:pt x="824669" y="866025"/>
                </a:lnTo>
                <a:lnTo>
                  <a:pt x="824669" y="866765"/>
                </a:lnTo>
                <a:lnTo>
                  <a:pt x="794264" y="866765"/>
                </a:lnTo>
                <a:close/>
                <a:moveTo>
                  <a:pt x="568099" y="866025"/>
                </a:moveTo>
                <a:lnTo>
                  <a:pt x="607668" y="866025"/>
                </a:lnTo>
                <a:lnTo>
                  <a:pt x="607668" y="866765"/>
                </a:lnTo>
                <a:lnTo>
                  <a:pt x="568099" y="866765"/>
                </a:lnTo>
                <a:close/>
                <a:moveTo>
                  <a:pt x="831334" y="864545"/>
                </a:moveTo>
                <a:lnTo>
                  <a:pt x="852159" y="864545"/>
                </a:lnTo>
                <a:lnTo>
                  <a:pt x="852159" y="866765"/>
                </a:lnTo>
                <a:lnTo>
                  <a:pt x="831334" y="866765"/>
                </a:lnTo>
                <a:close/>
                <a:moveTo>
                  <a:pt x="872568" y="866025"/>
                </a:moveTo>
                <a:lnTo>
                  <a:pt x="890061" y="866025"/>
                </a:lnTo>
                <a:lnTo>
                  <a:pt x="890061" y="866765"/>
                </a:lnTo>
                <a:lnTo>
                  <a:pt x="872568" y="866765"/>
                </a:lnTo>
                <a:close/>
                <a:moveTo>
                  <a:pt x="858823" y="864545"/>
                </a:moveTo>
                <a:lnTo>
                  <a:pt x="866737" y="864545"/>
                </a:lnTo>
                <a:lnTo>
                  <a:pt x="866737" y="866765"/>
                </a:lnTo>
                <a:lnTo>
                  <a:pt x="858823" y="866765"/>
                </a:lnTo>
                <a:close/>
                <a:moveTo>
                  <a:pt x="896309" y="866025"/>
                </a:moveTo>
                <a:lnTo>
                  <a:pt x="902973" y="866025"/>
                </a:lnTo>
                <a:lnTo>
                  <a:pt x="902973" y="866765"/>
                </a:lnTo>
                <a:lnTo>
                  <a:pt x="896309" y="866765"/>
                </a:lnTo>
                <a:close/>
                <a:moveTo>
                  <a:pt x="909637" y="864545"/>
                </a:moveTo>
                <a:lnTo>
                  <a:pt x="927131" y="864545"/>
                </a:lnTo>
                <a:lnTo>
                  <a:pt x="927131" y="866765"/>
                </a:lnTo>
                <a:lnTo>
                  <a:pt x="909637" y="866765"/>
                </a:lnTo>
                <a:close/>
                <a:moveTo>
                  <a:pt x="525199" y="866025"/>
                </a:moveTo>
                <a:lnTo>
                  <a:pt x="533529" y="866025"/>
                </a:lnTo>
                <a:lnTo>
                  <a:pt x="533529" y="866765"/>
                </a:lnTo>
                <a:lnTo>
                  <a:pt x="525199" y="866765"/>
                </a:lnTo>
                <a:close/>
                <a:moveTo>
                  <a:pt x="767191" y="866025"/>
                </a:moveTo>
                <a:lnTo>
                  <a:pt x="778853" y="866025"/>
                </a:lnTo>
                <a:lnTo>
                  <a:pt x="778853" y="866765"/>
                </a:lnTo>
                <a:lnTo>
                  <a:pt x="767191" y="866765"/>
                </a:lnTo>
                <a:close/>
                <a:moveTo>
                  <a:pt x="794264" y="866765"/>
                </a:moveTo>
                <a:lnTo>
                  <a:pt x="825086" y="866765"/>
                </a:lnTo>
                <a:lnTo>
                  <a:pt x="825086" y="867506"/>
                </a:lnTo>
                <a:lnTo>
                  <a:pt x="794264" y="867506"/>
                </a:lnTo>
                <a:close/>
                <a:moveTo>
                  <a:pt x="681807" y="866765"/>
                </a:moveTo>
                <a:lnTo>
                  <a:pt x="703882" y="866765"/>
                </a:lnTo>
                <a:lnTo>
                  <a:pt x="703882" y="867506"/>
                </a:lnTo>
                <a:lnTo>
                  <a:pt x="681807" y="867506"/>
                </a:lnTo>
                <a:close/>
                <a:moveTo>
                  <a:pt x="785101" y="866025"/>
                </a:moveTo>
                <a:lnTo>
                  <a:pt x="788017" y="866025"/>
                </a:lnTo>
                <a:lnTo>
                  <a:pt x="788017" y="867506"/>
                </a:lnTo>
                <a:lnTo>
                  <a:pt x="785101" y="867506"/>
                </a:lnTo>
                <a:close/>
                <a:moveTo>
                  <a:pt x="909637" y="866765"/>
                </a:moveTo>
                <a:lnTo>
                  <a:pt x="926714" y="866765"/>
                </a:lnTo>
                <a:lnTo>
                  <a:pt x="926714" y="867506"/>
                </a:lnTo>
                <a:lnTo>
                  <a:pt x="909637" y="867506"/>
                </a:lnTo>
                <a:close/>
                <a:moveTo>
                  <a:pt x="896309" y="866765"/>
                </a:moveTo>
                <a:lnTo>
                  <a:pt x="902557" y="866765"/>
                </a:lnTo>
                <a:lnTo>
                  <a:pt x="902557" y="867506"/>
                </a:lnTo>
                <a:lnTo>
                  <a:pt x="896309" y="867506"/>
                </a:lnTo>
                <a:close/>
                <a:moveTo>
                  <a:pt x="655566" y="865285"/>
                </a:moveTo>
                <a:lnTo>
                  <a:pt x="674726" y="865285"/>
                </a:lnTo>
                <a:lnTo>
                  <a:pt x="674726" y="867506"/>
                </a:lnTo>
                <a:lnTo>
                  <a:pt x="655566" y="867506"/>
                </a:lnTo>
                <a:close/>
                <a:moveTo>
                  <a:pt x="569349" y="866765"/>
                </a:moveTo>
                <a:lnTo>
                  <a:pt x="607668" y="866765"/>
                </a:lnTo>
                <a:lnTo>
                  <a:pt x="607668" y="867506"/>
                </a:lnTo>
                <a:lnTo>
                  <a:pt x="569349" y="867506"/>
                </a:lnTo>
                <a:close/>
                <a:moveTo>
                  <a:pt x="709296" y="864545"/>
                </a:moveTo>
                <a:lnTo>
                  <a:pt x="715544" y="864545"/>
                </a:lnTo>
                <a:lnTo>
                  <a:pt x="715544" y="867506"/>
                </a:lnTo>
                <a:lnTo>
                  <a:pt x="709296" y="867506"/>
                </a:lnTo>
                <a:close/>
                <a:moveTo>
                  <a:pt x="569765" y="867506"/>
                </a:moveTo>
                <a:lnTo>
                  <a:pt x="607668" y="867506"/>
                </a:lnTo>
                <a:lnTo>
                  <a:pt x="607668" y="868246"/>
                </a:lnTo>
                <a:lnTo>
                  <a:pt x="569765" y="868246"/>
                </a:lnTo>
                <a:close/>
                <a:moveTo>
                  <a:pt x="374839" y="866025"/>
                </a:moveTo>
                <a:lnTo>
                  <a:pt x="519368" y="866025"/>
                </a:lnTo>
                <a:lnTo>
                  <a:pt x="519368" y="868246"/>
                </a:lnTo>
                <a:lnTo>
                  <a:pt x="374839" y="868246"/>
                </a:lnTo>
                <a:close/>
                <a:moveTo>
                  <a:pt x="794681" y="867506"/>
                </a:moveTo>
                <a:lnTo>
                  <a:pt x="825086" y="867506"/>
                </a:lnTo>
                <a:lnTo>
                  <a:pt x="825086" y="868246"/>
                </a:lnTo>
                <a:lnTo>
                  <a:pt x="794681" y="868246"/>
                </a:lnTo>
                <a:close/>
                <a:moveTo>
                  <a:pt x="784684" y="867506"/>
                </a:moveTo>
                <a:lnTo>
                  <a:pt x="788017" y="867506"/>
                </a:lnTo>
                <a:lnTo>
                  <a:pt x="788017" y="868246"/>
                </a:lnTo>
                <a:lnTo>
                  <a:pt x="784684" y="868246"/>
                </a:lnTo>
                <a:close/>
                <a:moveTo>
                  <a:pt x="701382" y="867506"/>
                </a:moveTo>
                <a:lnTo>
                  <a:pt x="703882" y="867506"/>
                </a:lnTo>
                <a:lnTo>
                  <a:pt x="703882" y="868246"/>
                </a:lnTo>
                <a:lnTo>
                  <a:pt x="701382" y="868246"/>
                </a:lnTo>
                <a:close/>
                <a:moveTo>
                  <a:pt x="909221" y="867506"/>
                </a:moveTo>
                <a:lnTo>
                  <a:pt x="926714" y="867506"/>
                </a:lnTo>
                <a:lnTo>
                  <a:pt x="926714" y="868246"/>
                </a:lnTo>
                <a:lnTo>
                  <a:pt x="909221" y="868246"/>
                </a:lnTo>
                <a:close/>
                <a:moveTo>
                  <a:pt x="831750" y="866765"/>
                </a:moveTo>
                <a:lnTo>
                  <a:pt x="852159" y="866765"/>
                </a:lnTo>
                <a:lnTo>
                  <a:pt x="852159" y="868246"/>
                </a:lnTo>
                <a:lnTo>
                  <a:pt x="831750" y="868246"/>
                </a:lnTo>
                <a:close/>
                <a:moveTo>
                  <a:pt x="872568" y="866765"/>
                </a:moveTo>
                <a:lnTo>
                  <a:pt x="889645" y="866765"/>
                </a:lnTo>
                <a:lnTo>
                  <a:pt x="889645" y="868246"/>
                </a:lnTo>
                <a:lnTo>
                  <a:pt x="872568" y="868246"/>
                </a:lnTo>
                <a:close/>
                <a:moveTo>
                  <a:pt x="932962" y="866025"/>
                </a:moveTo>
                <a:lnTo>
                  <a:pt x="941292" y="866025"/>
                </a:lnTo>
                <a:lnTo>
                  <a:pt x="941292" y="868246"/>
                </a:lnTo>
                <a:lnTo>
                  <a:pt x="932962" y="868246"/>
                </a:lnTo>
                <a:close/>
                <a:moveTo>
                  <a:pt x="681807" y="867506"/>
                </a:moveTo>
                <a:lnTo>
                  <a:pt x="698467" y="867506"/>
                </a:lnTo>
                <a:lnTo>
                  <a:pt x="698467" y="868246"/>
                </a:lnTo>
                <a:lnTo>
                  <a:pt x="681807" y="868246"/>
                </a:lnTo>
                <a:close/>
                <a:moveTo>
                  <a:pt x="767191" y="866765"/>
                </a:moveTo>
                <a:lnTo>
                  <a:pt x="778437" y="866765"/>
                </a:lnTo>
                <a:lnTo>
                  <a:pt x="778437" y="868246"/>
                </a:lnTo>
                <a:lnTo>
                  <a:pt x="767191" y="868246"/>
                </a:lnTo>
                <a:close/>
                <a:moveTo>
                  <a:pt x="525615" y="866765"/>
                </a:moveTo>
                <a:lnTo>
                  <a:pt x="533529" y="866765"/>
                </a:lnTo>
                <a:lnTo>
                  <a:pt x="533529" y="868246"/>
                </a:lnTo>
                <a:lnTo>
                  <a:pt x="525615" y="868246"/>
                </a:lnTo>
                <a:close/>
                <a:moveTo>
                  <a:pt x="539360" y="866765"/>
                </a:moveTo>
                <a:lnTo>
                  <a:pt x="562268" y="866765"/>
                </a:lnTo>
                <a:lnTo>
                  <a:pt x="562268" y="868246"/>
                </a:lnTo>
                <a:lnTo>
                  <a:pt x="539360" y="868246"/>
                </a:lnTo>
                <a:close/>
                <a:moveTo>
                  <a:pt x="909221" y="868246"/>
                </a:moveTo>
                <a:lnTo>
                  <a:pt x="926298" y="868246"/>
                </a:lnTo>
                <a:lnTo>
                  <a:pt x="926298" y="868986"/>
                </a:lnTo>
                <a:lnTo>
                  <a:pt x="909221" y="868986"/>
                </a:lnTo>
                <a:close/>
                <a:moveTo>
                  <a:pt x="947123" y="866765"/>
                </a:moveTo>
                <a:lnTo>
                  <a:pt x="1000000" y="866765"/>
                </a:lnTo>
                <a:lnTo>
                  <a:pt x="1000000" y="868986"/>
                </a:lnTo>
                <a:lnTo>
                  <a:pt x="947123" y="868986"/>
                </a:lnTo>
                <a:close/>
                <a:moveTo>
                  <a:pt x="858407" y="866765"/>
                </a:moveTo>
                <a:lnTo>
                  <a:pt x="866320" y="866765"/>
                </a:lnTo>
                <a:lnTo>
                  <a:pt x="866320" y="868986"/>
                </a:lnTo>
                <a:lnTo>
                  <a:pt x="858407" y="868986"/>
                </a:lnTo>
                <a:close/>
                <a:moveTo>
                  <a:pt x="872151" y="868246"/>
                </a:moveTo>
                <a:lnTo>
                  <a:pt x="889645" y="868246"/>
                </a:lnTo>
                <a:lnTo>
                  <a:pt x="889645" y="868986"/>
                </a:lnTo>
                <a:lnTo>
                  <a:pt x="872151" y="868986"/>
                </a:lnTo>
                <a:close/>
                <a:moveTo>
                  <a:pt x="895893" y="867506"/>
                </a:moveTo>
                <a:lnTo>
                  <a:pt x="902557" y="867506"/>
                </a:lnTo>
                <a:lnTo>
                  <a:pt x="902557" y="868986"/>
                </a:lnTo>
                <a:lnTo>
                  <a:pt x="895893" y="868986"/>
                </a:lnTo>
                <a:close/>
                <a:moveTo>
                  <a:pt x="932545" y="868246"/>
                </a:moveTo>
                <a:lnTo>
                  <a:pt x="941292" y="868246"/>
                </a:lnTo>
                <a:lnTo>
                  <a:pt x="941292" y="868986"/>
                </a:lnTo>
                <a:lnTo>
                  <a:pt x="932545" y="868986"/>
                </a:lnTo>
                <a:close/>
                <a:moveTo>
                  <a:pt x="784684" y="868246"/>
                </a:moveTo>
                <a:lnTo>
                  <a:pt x="788433" y="868246"/>
                </a:lnTo>
                <a:lnTo>
                  <a:pt x="788433" y="868986"/>
                </a:lnTo>
                <a:lnTo>
                  <a:pt x="784684" y="868986"/>
                </a:lnTo>
                <a:close/>
                <a:moveTo>
                  <a:pt x="539360" y="868246"/>
                </a:moveTo>
                <a:lnTo>
                  <a:pt x="561852" y="868246"/>
                </a:lnTo>
                <a:lnTo>
                  <a:pt x="561852" y="868986"/>
                </a:lnTo>
                <a:lnTo>
                  <a:pt x="539360" y="868986"/>
                </a:lnTo>
                <a:close/>
                <a:moveTo>
                  <a:pt x="682223" y="868246"/>
                </a:moveTo>
                <a:lnTo>
                  <a:pt x="698467" y="868246"/>
                </a:lnTo>
                <a:lnTo>
                  <a:pt x="698467" y="868986"/>
                </a:lnTo>
                <a:lnTo>
                  <a:pt x="682223" y="868986"/>
                </a:lnTo>
                <a:close/>
                <a:moveTo>
                  <a:pt x="655566" y="867506"/>
                </a:moveTo>
                <a:lnTo>
                  <a:pt x="675142" y="867506"/>
                </a:lnTo>
                <a:lnTo>
                  <a:pt x="675142" y="868986"/>
                </a:lnTo>
                <a:lnTo>
                  <a:pt x="655566" y="868986"/>
                </a:lnTo>
                <a:close/>
                <a:moveTo>
                  <a:pt x="720958" y="866025"/>
                </a:moveTo>
                <a:lnTo>
                  <a:pt x="738035" y="866025"/>
                </a:lnTo>
                <a:lnTo>
                  <a:pt x="738035" y="868986"/>
                </a:lnTo>
                <a:lnTo>
                  <a:pt x="720958" y="868986"/>
                </a:lnTo>
                <a:close/>
                <a:moveTo>
                  <a:pt x="767191" y="868246"/>
                </a:moveTo>
                <a:lnTo>
                  <a:pt x="778020" y="868246"/>
                </a:lnTo>
                <a:lnTo>
                  <a:pt x="778020" y="869726"/>
                </a:lnTo>
                <a:lnTo>
                  <a:pt x="767191" y="869726"/>
                </a:lnTo>
                <a:close/>
                <a:moveTo>
                  <a:pt x="784268" y="868986"/>
                </a:moveTo>
                <a:lnTo>
                  <a:pt x="788433" y="868986"/>
                </a:lnTo>
                <a:lnTo>
                  <a:pt x="788433" y="869726"/>
                </a:lnTo>
                <a:lnTo>
                  <a:pt x="784268" y="869726"/>
                </a:lnTo>
                <a:close/>
                <a:moveTo>
                  <a:pt x="794681" y="868246"/>
                </a:moveTo>
                <a:lnTo>
                  <a:pt x="825502" y="868246"/>
                </a:lnTo>
                <a:lnTo>
                  <a:pt x="825502" y="869726"/>
                </a:lnTo>
                <a:lnTo>
                  <a:pt x="794681" y="869726"/>
                </a:lnTo>
                <a:close/>
                <a:moveTo>
                  <a:pt x="832167" y="868246"/>
                </a:moveTo>
                <a:lnTo>
                  <a:pt x="852159" y="868246"/>
                </a:lnTo>
                <a:lnTo>
                  <a:pt x="852159" y="869726"/>
                </a:lnTo>
                <a:lnTo>
                  <a:pt x="832167" y="869726"/>
                </a:lnTo>
                <a:close/>
                <a:moveTo>
                  <a:pt x="569349" y="868246"/>
                </a:moveTo>
                <a:lnTo>
                  <a:pt x="607668" y="868246"/>
                </a:lnTo>
                <a:lnTo>
                  <a:pt x="607668" y="869726"/>
                </a:lnTo>
                <a:lnTo>
                  <a:pt x="569349" y="869726"/>
                </a:lnTo>
                <a:close/>
                <a:moveTo>
                  <a:pt x="374839" y="868246"/>
                </a:moveTo>
                <a:lnTo>
                  <a:pt x="518951" y="868246"/>
                </a:lnTo>
                <a:lnTo>
                  <a:pt x="518951" y="869726"/>
                </a:lnTo>
                <a:lnTo>
                  <a:pt x="374839" y="869726"/>
                </a:lnTo>
                <a:close/>
                <a:moveTo>
                  <a:pt x="895476" y="868986"/>
                </a:moveTo>
                <a:lnTo>
                  <a:pt x="902140" y="868986"/>
                </a:lnTo>
                <a:lnTo>
                  <a:pt x="902140" y="869726"/>
                </a:lnTo>
                <a:lnTo>
                  <a:pt x="895476" y="869726"/>
                </a:lnTo>
                <a:close/>
                <a:moveTo>
                  <a:pt x="767191" y="869726"/>
                </a:moveTo>
                <a:lnTo>
                  <a:pt x="777604" y="869726"/>
                </a:lnTo>
                <a:lnTo>
                  <a:pt x="777604" y="870466"/>
                </a:lnTo>
                <a:lnTo>
                  <a:pt x="767191" y="870466"/>
                </a:lnTo>
                <a:close/>
                <a:moveTo>
                  <a:pt x="568932" y="869726"/>
                </a:moveTo>
                <a:lnTo>
                  <a:pt x="607668" y="869726"/>
                </a:lnTo>
                <a:lnTo>
                  <a:pt x="607668" y="870466"/>
                </a:lnTo>
                <a:lnTo>
                  <a:pt x="568932" y="870466"/>
                </a:lnTo>
                <a:close/>
                <a:moveTo>
                  <a:pt x="909637" y="868986"/>
                </a:moveTo>
                <a:lnTo>
                  <a:pt x="926298" y="868986"/>
                </a:lnTo>
                <a:lnTo>
                  <a:pt x="926298" y="870466"/>
                </a:lnTo>
                <a:lnTo>
                  <a:pt x="909637" y="870466"/>
                </a:lnTo>
                <a:close/>
                <a:moveTo>
                  <a:pt x="539360" y="868986"/>
                </a:moveTo>
                <a:lnTo>
                  <a:pt x="561435" y="868986"/>
                </a:lnTo>
                <a:lnTo>
                  <a:pt x="561435" y="870466"/>
                </a:lnTo>
                <a:lnTo>
                  <a:pt x="539360" y="870466"/>
                </a:lnTo>
                <a:close/>
                <a:moveTo>
                  <a:pt x="832167" y="869726"/>
                </a:moveTo>
                <a:lnTo>
                  <a:pt x="851743" y="869726"/>
                </a:lnTo>
                <a:lnTo>
                  <a:pt x="851743" y="870466"/>
                </a:lnTo>
                <a:lnTo>
                  <a:pt x="832167" y="870466"/>
                </a:lnTo>
                <a:close/>
                <a:moveTo>
                  <a:pt x="709296" y="867506"/>
                </a:moveTo>
                <a:lnTo>
                  <a:pt x="715127" y="867506"/>
                </a:lnTo>
                <a:lnTo>
                  <a:pt x="715127" y="870466"/>
                </a:lnTo>
                <a:lnTo>
                  <a:pt x="709296" y="870466"/>
                </a:lnTo>
                <a:close/>
                <a:moveTo>
                  <a:pt x="805510" y="869726"/>
                </a:moveTo>
                <a:lnTo>
                  <a:pt x="825502" y="869726"/>
                </a:lnTo>
                <a:lnTo>
                  <a:pt x="825502" y="870466"/>
                </a:lnTo>
                <a:lnTo>
                  <a:pt x="805510" y="870466"/>
                </a:lnTo>
                <a:close/>
                <a:moveTo>
                  <a:pt x="525199" y="868246"/>
                </a:moveTo>
                <a:lnTo>
                  <a:pt x="533529" y="868246"/>
                </a:lnTo>
                <a:lnTo>
                  <a:pt x="533529" y="870466"/>
                </a:lnTo>
                <a:lnTo>
                  <a:pt x="525199" y="870466"/>
                </a:lnTo>
                <a:close/>
                <a:moveTo>
                  <a:pt x="872151" y="868986"/>
                </a:moveTo>
                <a:lnTo>
                  <a:pt x="889228" y="868986"/>
                </a:lnTo>
                <a:lnTo>
                  <a:pt x="889228" y="870466"/>
                </a:lnTo>
                <a:lnTo>
                  <a:pt x="872151" y="870466"/>
                </a:lnTo>
                <a:close/>
                <a:moveTo>
                  <a:pt x="910054" y="870466"/>
                </a:moveTo>
                <a:lnTo>
                  <a:pt x="925881" y="870466"/>
                </a:lnTo>
                <a:lnTo>
                  <a:pt x="925881" y="871207"/>
                </a:lnTo>
                <a:lnTo>
                  <a:pt x="910054" y="871207"/>
                </a:lnTo>
                <a:close/>
                <a:moveTo>
                  <a:pt x="374839" y="869726"/>
                </a:moveTo>
                <a:lnTo>
                  <a:pt x="518535" y="869726"/>
                </a:lnTo>
                <a:lnTo>
                  <a:pt x="518535" y="871207"/>
                </a:lnTo>
                <a:lnTo>
                  <a:pt x="374839" y="871207"/>
                </a:lnTo>
                <a:close/>
                <a:moveTo>
                  <a:pt x="857990" y="868986"/>
                </a:moveTo>
                <a:lnTo>
                  <a:pt x="865904" y="868986"/>
                </a:lnTo>
                <a:lnTo>
                  <a:pt x="865904" y="871207"/>
                </a:lnTo>
                <a:lnTo>
                  <a:pt x="857990" y="871207"/>
                </a:lnTo>
                <a:close/>
                <a:moveTo>
                  <a:pt x="895476" y="869726"/>
                </a:moveTo>
                <a:lnTo>
                  <a:pt x="901724" y="869726"/>
                </a:lnTo>
                <a:lnTo>
                  <a:pt x="901724" y="871207"/>
                </a:lnTo>
                <a:lnTo>
                  <a:pt x="895476" y="871207"/>
                </a:lnTo>
                <a:close/>
                <a:moveTo>
                  <a:pt x="539360" y="870466"/>
                </a:moveTo>
                <a:lnTo>
                  <a:pt x="561019" y="870466"/>
                </a:lnTo>
                <a:lnTo>
                  <a:pt x="561019" y="871207"/>
                </a:lnTo>
                <a:lnTo>
                  <a:pt x="539360" y="871207"/>
                </a:lnTo>
                <a:close/>
                <a:moveTo>
                  <a:pt x="720542" y="868986"/>
                </a:moveTo>
                <a:lnTo>
                  <a:pt x="738035" y="868986"/>
                </a:lnTo>
                <a:lnTo>
                  <a:pt x="738035" y="871947"/>
                </a:lnTo>
                <a:lnTo>
                  <a:pt x="720542" y="871947"/>
                </a:lnTo>
                <a:close/>
                <a:moveTo>
                  <a:pt x="568516" y="870466"/>
                </a:moveTo>
                <a:lnTo>
                  <a:pt x="607668" y="870466"/>
                </a:lnTo>
                <a:lnTo>
                  <a:pt x="607668" y="871947"/>
                </a:lnTo>
                <a:lnTo>
                  <a:pt x="568516" y="871947"/>
                </a:lnTo>
                <a:close/>
                <a:moveTo>
                  <a:pt x="767191" y="870466"/>
                </a:moveTo>
                <a:lnTo>
                  <a:pt x="777187" y="870466"/>
                </a:lnTo>
                <a:lnTo>
                  <a:pt x="777187" y="871947"/>
                </a:lnTo>
                <a:lnTo>
                  <a:pt x="767191" y="871947"/>
                </a:lnTo>
                <a:close/>
                <a:moveTo>
                  <a:pt x="871735" y="870466"/>
                </a:moveTo>
                <a:lnTo>
                  <a:pt x="888812" y="870466"/>
                </a:lnTo>
                <a:lnTo>
                  <a:pt x="888812" y="871947"/>
                </a:lnTo>
                <a:lnTo>
                  <a:pt x="871735" y="871947"/>
                </a:lnTo>
                <a:close/>
                <a:moveTo>
                  <a:pt x="910470" y="871207"/>
                </a:moveTo>
                <a:lnTo>
                  <a:pt x="925881" y="871207"/>
                </a:lnTo>
                <a:lnTo>
                  <a:pt x="925881" y="871947"/>
                </a:lnTo>
                <a:lnTo>
                  <a:pt x="910470" y="871947"/>
                </a:lnTo>
                <a:close/>
                <a:moveTo>
                  <a:pt x="524782" y="870466"/>
                </a:moveTo>
                <a:lnTo>
                  <a:pt x="533529" y="870466"/>
                </a:lnTo>
                <a:lnTo>
                  <a:pt x="533529" y="871947"/>
                </a:lnTo>
                <a:lnTo>
                  <a:pt x="524782" y="871947"/>
                </a:lnTo>
                <a:close/>
                <a:moveTo>
                  <a:pt x="895060" y="871207"/>
                </a:moveTo>
                <a:lnTo>
                  <a:pt x="901307" y="871207"/>
                </a:lnTo>
                <a:lnTo>
                  <a:pt x="901307" y="872687"/>
                </a:lnTo>
                <a:lnTo>
                  <a:pt x="895060" y="872687"/>
                </a:lnTo>
                <a:close/>
                <a:moveTo>
                  <a:pt x="709296" y="870466"/>
                </a:moveTo>
                <a:lnTo>
                  <a:pt x="714711" y="870466"/>
                </a:lnTo>
                <a:lnTo>
                  <a:pt x="714711" y="872687"/>
                </a:lnTo>
                <a:lnTo>
                  <a:pt x="709296" y="872687"/>
                </a:lnTo>
                <a:close/>
                <a:moveTo>
                  <a:pt x="374839" y="871207"/>
                </a:moveTo>
                <a:lnTo>
                  <a:pt x="518118" y="871207"/>
                </a:lnTo>
                <a:lnTo>
                  <a:pt x="518118" y="872687"/>
                </a:lnTo>
                <a:lnTo>
                  <a:pt x="374839" y="872687"/>
                </a:lnTo>
                <a:close/>
                <a:moveTo>
                  <a:pt x="871735" y="871947"/>
                </a:moveTo>
                <a:lnTo>
                  <a:pt x="888395" y="871947"/>
                </a:lnTo>
                <a:lnTo>
                  <a:pt x="888395" y="872687"/>
                </a:lnTo>
                <a:lnTo>
                  <a:pt x="871735" y="872687"/>
                </a:lnTo>
                <a:close/>
                <a:moveTo>
                  <a:pt x="767191" y="871947"/>
                </a:moveTo>
                <a:lnTo>
                  <a:pt x="776771" y="871947"/>
                </a:lnTo>
                <a:lnTo>
                  <a:pt x="776771" y="872687"/>
                </a:lnTo>
                <a:lnTo>
                  <a:pt x="767191" y="872687"/>
                </a:lnTo>
                <a:close/>
                <a:moveTo>
                  <a:pt x="857574" y="871207"/>
                </a:moveTo>
                <a:lnTo>
                  <a:pt x="865487" y="871207"/>
                </a:lnTo>
                <a:lnTo>
                  <a:pt x="865487" y="872687"/>
                </a:lnTo>
                <a:lnTo>
                  <a:pt x="857574" y="872687"/>
                </a:lnTo>
                <a:close/>
                <a:moveTo>
                  <a:pt x="910470" y="871947"/>
                </a:moveTo>
                <a:lnTo>
                  <a:pt x="925465" y="871947"/>
                </a:lnTo>
                <a:lnTo>
                  <a:pt x="925465" y="872687"/>
                </a:lnTo>
                <a:lnTo>
                  <a:pt x="910470" y="872687"/>
                </a:lnTo>
                <a:close/>
                <a:moveTo>
                  <a:pt x="539360" y="871207"/>
                </a:moveTo>
                <a:lnTo>
                  <a:pt x="560602" y="871207"/>
                </a:lnTo>
                <a:lnTo>
                  <a:pt x="560602" y="872687"/>
                </a:lnTo>
                <a:lnTo>
                  <a:pt x="539360" y="872687"/>
                </a:lnTo>
                <a:close/>
                <a:moveTo>
                  <a:pt x="568099" y="871947"/>
                </a:moveTo>
                <a:lnTo>
                  <a:pt x="607668" y="871947"/>
                </a:lnTo>
                <a:lnTo>
                  <a:pt x="607668" y="872687"/>
                </a:lnTo>
                <a:lnTo>
                  <a:pt x="568099" y="872687"/>
                </a:lnTo>
                <a:close/>
                <a:moveTo>
                  <a:pt x="720125" y="871947"/>
                </a:moveTo>
                <a:lnTo>
                  <a:pt x="738035" y="871947"/>
                </a:lnTo>
                <a:lnTo>
                  <a:pt x="738035" y="872687"/>
                </a:lnTo>
                <a:lnTo>
                  <a:pt x="720125" y="872687"/>
                </a:lnTo>
                <a:close/>
                <a:moveTo>
                  <a:pt x="755529" y="872687"/>
                </a:moveTo>
                <a:lnTo>
                  <a:pt x="776354" y="872687"/>
                </a:lnTo>
                <a:lnTo>
                  <a:pt x="776354" y="873427"/>
                </a:lnTo>
                <a:lnTo>
                  <a:pt x="755529" y="873427"/>
                </a:lnTo>
                <a:close/>
                <a:moveTo>
                  <a:pt x="871318" y="872687"/>
                </a:moveTo>
                <a:lnTo>
                  <a:pt x="888395" y="872687"/>
                </a:lnTo>
                <a:lnTo>
                  <a:pt x="888395" y="873427"/>
                </a:lnTo>
                <a:lnTo>
                  <a:pt x="871318" y="873427"/>
                </a:lnTo>
                <a:close/>
                <a:moveTo>
                  <a:pt x="539360" y="872687"/>
                </a:moveTo>
                <a:lnTo>
                  <a:pt x="560186" y="872687"/>
                </a:lnTo>
                <a:lnTo>
                  <a:pt x="560186" y="873427"/>
                </a:lnTo>
                <a:lnTo>
                  <a:pt x="539360" y="873427"/>
                </a:lnTo>
                <a:close/>
                <a:moveTo>
                  <a:pt x="857157" y="872687"/>
                </a:moveTo>
                <a:lnTo>
                  <a:pt x="865487" y="872687"/>
                </a:lnTo>
                <a:lnTo>
                  <a:pt x="865487" y="873427"/>
                </a:lnTo>
                <a:lnTo>
                  <a:pt x="857157" y="873427"/>
                </a:lnTo>
                <a:close/>
                <a:moveTo>
                  <a:pt x="910887" y="872687"/>
                </a:moveTo>
                <a:lnTo>
                  <a:pt x="925465" y="872687"/>
                </a:lnTo>
                <a:lnTo>
                  <a:pt x="925465" y="873427"/>
                </a:lnTo>
                <a:lnTo>
                  <a:pt x="910887" y="873427"/>
                </a:lnTo>
                <a:close/>
                <a:moveTo>
                  <a:pt x="931712" y="871947"/>
                </a:moveTo>
                <a:lnTo>
                  <a:pt x="932129" y="871947"/>
                </a:lnTo>
                <a:lnTo>
                  <a:pt x="932129" y="873427"/>
                </a:lnTo>
                <a:lnTo>
                  <a:pt x="931712" y="873427"/>
                </a:lnTo>
                <a:close/>
                <a:moveTo>
                  <a:pt x="720125" y="872687"/>
                </a:moveTo>
                <a:lnTo>
                  <a:pt x="749698" y="872687"/>
                </a:lnTo>
                <a:lnTo>
                  <a:pt x="749698" y="873427"/>
                </a:lnTo>
                <a:lnTo>
                  <a:pt x="720125" y="873427"/>
                </a:lnTo>
                <a:close/>
                <a:moveTo>
                  <a:pt x="894643" y="872687"/>
                </a:moveTo>
                <a:lnTo>
                  <a:pt x="900891" y="872687"/>
                </a:lnTo>
                <a:lnTo>
                  <a:pt x="900891" y="873427"/>
                </a:lnTo>
                <a:lnTo>
                  <a:pt x="894643" y="873427"/>
                </a:lnTo>
                <a:close/>
                <a:moveTo>
                  <a:pt x="524366" y="871947"/>
                </a:moveTo>
                <a:lnTo>
                  <a:pt x="533529" y="871947"/>
                </a:lnTo>
                <a:lnTo>
                  <a:pt x="533529" y="873427"/>
                </a:lnTo>
                <a:lnTo>
                  <a:pt x="524366" y="873427"/>
                </a:lnTo>
                <a:close/>
                <a:moveTo>
                  <a:pt x="567683" y="872687"/>
                </a:moveTo>
                <a:lnTo>
                  <a:pt x="607668" y="872687"/>
                </a:lnTo>
                <a:lnTo>
                  <a:pt x="607668" y="874167"/>
                </a:lnTo>
                <a:lnTo>
                  <a:pt x="567683" y="874167"/>
                </a:lnTo>
                <a:close/>
                <a:moveTo>
                  <a:pt x="894643" y="873427"/>
                </a:moveTo>
                <a:lnTo>
                  <a:pt x="900474" y="873427"/>
                </a:lnTo>
                <a:lnTo>
                  <a:pt x="900474" y="874167"/>
                </a:lnTo>
                <a:lnTo>
                  <a:pt x="894643" y="874167"/>
                </a:lnTo>
                <a:close/>
                <a:moveTo>
                  <a:pt x="845078" y="870466"/>
                </a:moveTo>
                <a:lnTo>
                  <a:pt x="851743" y="870466"/>
                </a:lnTo>
                <a:lnTo>
                  <a:pt x="851743" y="874167"/>
                </a:lnTo>
                <a:lnTo>
                  <a:pt x="845078" y="874167"/>
                </a:lnTo>
                <a:close/>
                <a:moveTo>
                  <a:pt x="911303" y="873427"/>
                </a:moveTo>
                <a:lnTo>
                  <a:pt x="925048" y="873427"/>
                </a:lnTo>
                <a:lnTo>
                  <a:pt x="925048" y="874167"/>
                </a:lnTo>
                <a:lnTo>
                  <a:pt x="911303" y="874167"/>
                </a:lnTo>
                <a:close/>
                <a:moveTo>
                  <a:pt x="734287" y="873427"/>
                </a:moveTo>
                <a:lnTo>
                  <a:pt x="735536" y="873427"/>
                </a:lnTo>
                <a:lnTo>
                  <a:pt x="735536" y="874167"/>
                </a:lnTo>
                <a:lnTo>
                  <a:pt x="734287" y="874167"/>
                </a:lnTo>
                <a:close/>
                <a:moveTo>
                  <a:pt x="770523" y="873427"/>
                </a:moveTo>
                <a:lnTo>
                  <a:pt x="776354" y="873427"/>
                </a:lnTo>
                <a:lnTo>
                  <a:pt x="776354" y="874167"/>
                </a:lnTo>
                <a:lnTo>
                  <a:pt x="770523" y="874167"/>
                </a:lnTo>
                <a:close/>
                <a:moveTo>
                  <a:pt x="374839" y="872687"/>
                </a:moveTo>
                <a:lnTo>
                  <a:pt x="517702" y="872687"/>
                </a:lnTo>
                <a:lnTo>
                  <a:pt x="517702" y="874167"/>
                </a:lnTo>
                <a:lnTo>
                  <a:pt x="374839" y="874167"/>
                </a:lnTo>
                <a:close/>
                <a:moveTo>
                  <a:pt x="539360" y="873427"/>
                </a:moveTo>
                <a:lnTo>
                  <a:pt x="559769" y="873427"/>
                </a:lnTo>
                <a:lnTo>
                  <a:pt x="559769" y="874167"/>
                </a:lnTo>
                <a:lnTo>
                  <a:pt x="539360" y="874167"/>
                </a:lnTo>
                <a:close/>
                <a:moveTo>
                  <a:pt x="871318" y="873427"/>
                </a:moveTo>
                <a:lnTo>
                  <a:pt x="887979" y="873427"/>
                </a:lnTo>
                <a:lnTo>
                  <a:pt x="887979" y="874167"/>
                </a:lnTo>
                <a:lnTo>
                  <a:pt x="871318" y="874167"/>
                </a:lnTo>
                <a:close/>
                <a:moveTo>
                  <a:pt x="770523" y="874167"/>
                </a:moveTo>
                <a:lnTo>
                  <a:pt x="775938" y="874167"/>
                </a:lnTo>
                <a:lnTo>
                  <a:pt x="775938" y="874907"/>
                </a:lnTo>
                <a:lnTo>
                  <a:pt x="770523" y="874907"/>
                </a:lnTo>
                <a:close/>
                <a:moveTo>
                  <a:pt x="911720" y="874167"/>
                </a:moveTo>
                <a:lnTo>
                  <a:pt x="925048" y="874167"/>
                </a:lnTo>
                <a:lnTo>
                  <a:pt x="925048" y="874907"/>
                </a:lnTo>
                <a:lnTo>
                  <a:pt x="911720" y="874907"/>
                </a:lnTo>
                <a:close/>
                <a:moveTo>
                  <a:pt x="894227" y="874167"/>
                </a:moveTo>
                <a:lnTo>
                  <a:pt x="900474" y="874167"/>
                </a:lnTo>
                <a:lnTo>
                  <a:pt x="900474" y="874907"/>
                </a:lnTo>
                <a:lnTo>
                  <a:pt x="894227" y="874907"/>
                </a:lnTo>
                <a:close/>
                <a:moveTo>
                  <a:pt x="881731" y="874167"/>
                </a:moveTo>
                <a:lnTo>
                  <a:pt x="887979" y="874167"/>
                </a:lnTo>
                <a:lnTo>
                  <a:pt x="887979" y="874907"/>
                </a:lnTo>
                <a:lnTo>
                  <a:pt x="881731" y="874907"/>
                </a:lnTo>
                <a:close/>
                <a:moveTo>
                  <a:pt x="523949" y="873427"/>
                </a:moveTo>
                <a:lnTo>
                  <a:pt x="533529" y="873427"/>
                </a:lnTo>
                <a:lnTo>
                  <a:pt x="533529" y="874907"/>
                </a:lnTo>
                <a:lnTo>
                  <a:pt x="523949" y="874907"/>
                </a:lnTo>
                <a:close/>
                <a:moveTo>
                  <a:pt x="567266" y="874167"/>
                </a:moveTo>
                <a:lnTo>
                  <a:pt x="607668" y="874167"/>
                </a:lnTo>
                <a:lnTo>
                  <a:pt x="607668" y="874907"/>
                </a:lnTo>
                <a:lnTo>
                  <a:pt x="567266" y="874907"/>
                </a:lnTo>
                <a:close/>
                <a:moveTo>
                  <a:pt x="695968" y="868986"/>
                </a:moveTo>
                <a:lnTo>
                  <a:pt x="698467" y="868986"/>
                </a:lnTo>
                <a:lnTo>
                  <a:pt x="698467" y="874907"/>
                </a:lnTo>
                <a:lnTo>
                  <a:pt x="695968" y="874907"/>
                </a:lnTo>
                <a:close/>
                <a:moveTo>
                  <a:pt x="709296" y="872687"/>
                </a:moveTo>
                <a:lnTo>
                  <a:pt x="714294" y="872687"/>
                </a:lnTo>
                <a:lnTo>
                  <a:pt x="714294" y="874907"/>
                </a:lnTo>
                <a:lnTo>
                  <a:pt x="709296" y="874907"/>
                </a:lnTo>
                <a:close/>
                <a:moveTo>
                  <a:pt x="703465" y="868246"/>
                </a:moveTo>
                <a:lnTo>
                  <a:pt x="703882" y="868246"/>
                </a:lnTo>
                <a:lnTo>
                  <a:pt x="703882" y="874907"/>
                </a:lnTo>
                <a:lnTo>
                  <a:pt x="703465" y="874907"/>
                </a:lnTo>
                <a:close/>
                <a:moveTo>
                  <a:pt x="857157" y="873427"/>
                </a:moveTo>
                <a:lnTo>
                  <a:pt x="865071" y="873427"/>
                </a:lnTo>
                <a:lnTo>
                  <a:pt x="865071" y="874907"/>
                </a:lnTo>
                <a:lnTo>
                  <a:pt x="857157" y="874907"/>
                </a:lnTo>
                <a:close/>
                <a:moveTo>
                  <a:pt x="845078" y="874167"/>
                </a:moveTo>
                <a:lnTo>
                  <a:pt x="851326" y="874167"/>
                </a:lnTo>
                <a:lnTo>
                  <a:pt x="851326" y="874907"/>
                </a:lnTo>
                <a:lnTo>
                  <a:pt x="845078" y="874907"/>
                </a:lnTo>
                <a:close/>
                <a:moveTo>
                  <a:pt x="931296" y="873427"/>
                </a:moveTo>
                <a:lnTo>
                  <a:pt x="932129" y="873427"/>
                </a:lnTo>
                <a:lnTo>
                  <a:pt x="932129" y="875648"/>
                </a:lnTo>
                <a:lnTo>
                  <a:pt x="931296" y="875648"/>
                </a:lnTo>
                <a:close/>
                <a:moveTo>
                  <a:pt x="374839" y="874167"/>
                </a:moveTo>
                <a:lnTo>
                  <a:pt x="517285" y="874167"/>
                </a:lnTo>
                <a:lnTo>
                  <a:pt x="517285" y="875648"/>
                </a:lnTo>
                <a:lnTo>
                  <a:pt x="374839" y="875648"/>
                </a:lnTo>
                <a:close/>
                <a:moveTo>
                  <a:pt x="539360" y="874167"/>
                </a:moveTo>
                <a:lnTo>
                  <a:pt x="559353" y="874167"/>
                </a:lnTo>
                <a:lnTo>
                  <a:pt x="559353" y="875648"/>
                </a:lnTo>
                <a:lnTo>
                  <a:pt x="539360" y="875648"/>
                </a:lnTo>
                <a:close/>
                <a:moveTo>
                  <a:pt x="911720" y="874907"/>
                </a:moveTo>
                <a:lnTo>
                  <a:pt x="924632" y="874907"/>
                </a:lnTo>
                <a:lnTo>
                  <a:pt x="924632" y="875648"/>
                </a:lnTo>
                <a:lnTo>
                  <a:pt x="911720" y="875648"/>
                </a:lnTo>
                <a:close/>
                <a:moveTo>
                  <a:pt x="894227" y="874907"/>
                </a:moveTo>
                <a:lnTo>
                  <a:pt x="900058" y="874907"/>
                </a:lnTo>
                <a:lnTo>
                  <a:pt x="900058" y="875648"/>
                </a:lnTo>
                <a:lnTo>
                  <a:pt x="894227" y="875648"/>
                </a:lnTo>
                <a:close/>
                <a:moveTo>
                  <a:pt x="770523" y="874907"/>
                </a:moveTo>
                <a:lnTo>
                  <a:pt x="775521" y="874907"/>
                </a:lnTo>
                <a:lnTo>
                  <a:pt x="775521" y="875648"/>
                </a:lnTo>
                <a:lnTo>
                  <a:pt x="770523" y="875648"/>
                </a:lnTo>
                <a:close/>
                <a:moveTo>
                  <a:pt x="566850" y="874907"/>
                </a:moveTo>
                <a:lnTo>
                  <a:pt x="573097" y="874907"/>
                </a:lnTo>
                <a:lnTo>
                  <a:pt x="573097" y="875648"/>
                </a:lnTo>
                <a:lnTo>
                  <a:pt x="566850" y="875648"/>
                </a:lnTo>
                <a:close/>
                <a:moveTo>
                  <a:pt x="573930" y="874907"/>
                </a:moveTo>
                <a:lnTo>
                  <a:pt x="607668" y="874907"/>
                </a:lnTo>
                <a:lnTo>
                  <a:pt x="607668" y="875648"/>
                </a:lnTo>
                <a:lnTo>
                  <a:pt x="573930" y="875648"/>
                </a:lnTo>
                <a:close/>
                <a:moveTo>
                  <a:pt x="574764" y="875648"/>
                </a:moveTo>
                <a:lnTo>
                  <a:pt x="607668" y="875648"/>
                </a:lnTo>
                <a:lnTo>
                  <a:pt x="607668" y="876388"/>
                </a:lnTo>
                <a:lnTo>
                  <a:pt x="574764" y="876388"/>
                </a:lnTo>
                <a:close/>
                <a:moveTo>
                  <a:pt x="912136" y="875648"/>
                </a:moveTo>
                <a:lnTo>
                  <a:pt x="924632" y="875648"/>
                </a:lnTo>
                <a:lnTo>
                  <a:pt x="924632" y="876388"/>
                </a:lnTo>
                <a:lnTo>
                  <a:pt x="912136" y="876388"/>
                </a:lnTo>
                <a:close/>
                <a:moveTo>
                  <a:pt x="539360" y="875648"/>
                </a:moveTo>
                <a:lnTo>
                  <a:pt x="558936" y="875648"/>
                </a:lnTo>
                <a:lnTo>
                  <a:pt x="558936" y="876388"/>
                </a:lnTo>
                <a:lnTo>
                  <a:pt x="539360" y="876388"/>
                </a:lnTo>
                <a:close/>
                <a:moveTo>
                  <a:pt x="709296" y="874907"/>
                </a:moveTo>
                <a:lnTo>
                  <a:pt x="713878" y="874907"/>
                </a:lnTo>
                <a:lnTo>
                  <a:pt x="713878" y="876388"/>
                </a:lnTo>
                <a:lnTo>
                  <a:pt x="709296" y="876388"/>
                </a:lnTo>
                <a:close/>
                <a:moveTo>
                  <a:pt x="893810" y="875648"/>
                </a:moveTo>
                <a:lnTo>
                  <a:pt x="899641" y="875648"/>
                </a:lnTo>
                <a:lnTo>
                  <a:pt x="899641" y="876388"/>
                </a:lnTo>
                <a:lnTo>
                  <a:pt x="893810" y="876388"/>
                </a:lnTo>
                <a:close/>
                <a:moveTo>
                  <a:pt x="566433" y="875648"/>
                </a:moveTo>
                <a:lnTo>
                  <a:pt x="573097" y="875648"/>
                </a:lnTo>
                <a:lnTo>
                  <a:pt x="573097" y="876388"/>
                </a:lnTo>
                <a:lnTo>
                  <a:pt x="566433" y="876388"/>
                </a:lnTo>
                <a:close/>
                <a:moveTo>
                  <a:pt x="523533" y="874907"/>
                </a:moveTo>
                <a:lnTo>
                  <a:pt x="533529" y="874907"/>
                </a:lnTo>
                <a:lnTo>
                  <a:pt x="533529" y="876388"/>
                </a:lnTo>
                <a:lnTo>
                  <a:pt x="523533" y="876388"/>
                </a:lnTo>
                <a:close/>
                <a:moveTo>
                  <a:pt x="703049" y="874907"/>
                </a:moveTo>
                <a:lnTo>
                  <a:pt x="703882" y="874907"/>
                </a:lnTo>
                <a:lnTo>
                  <a:pt x="703882" y="876388"/>
                </a:lnTo>
                <a:lnTo>
                  <a:pt x="703049" y="876388"/>
                </a:lnTo>
                <a:close/>
                <a:moveTo>
                  <a:pt x="881731" y="874907"/>
                </a:moveTo>
                <a:lnTo>
                  <a:pt x="887562" y="874907"/>
                </a:lnTo>
                <a:lnTo>
                  <a:pt x="887562" y="876388"/>
                </a:lnTo>
                <a:lnTo>
                  <a:pt x="881731" y="876388"/>
                </a:lnTo>
                <a:close/>
                <a:moveTo>
                  <a:pt x="374839" y="875648"/>
                </a:moveTo>
                <a:lnTo>
                  <a:pt x="516869" y="875648"/>
                </a:lnTo>
                <a:lnTo>
                  <a:pt x="516869" y="877128"/>
                </a:lnTo>
                <a:lnTo>
                  <a:pt x="374839" y="877128"/>
                </a:lnTo>
                <a:close/>
                <a:moveTo>
                  <a:pt x="893810" y="876388"/>
                </a:moveTo>
                <a:lnTo>
                  <a:pt x="899225" y="876388"/>
                </a:lnTo>
                <a:lnTo>
                  <a:pt x="899225" y="877128"/>
                </a:lnTo>
                <a:lnTo>
                  <a:pt x="893810" y="877128"/>
                </a:lnTo>
                <a:close/>
                <a:moveTo>
                  <a:pt x="575597" y="876388"/>
                </a:moveTo>
                <a:lnTo>
                  <a:pt x="607668" y="876388"/>
                </a:lnTo>
                <a:lnTo>
                  <a:pt x="607668" y="877128"/>
                </a:lnTo>
                <a:lnTo>
                  <a:pt x="575597" y="877128"/>
                </a:lnTo>
                <a:close/>
                <a:moveTo>
                  <a:pt x="912553" y="876388"/>
                </a:moveTo>
                <a:lnTo>
                  <a:pt x="924215" y="876388"/>
                </a:lnTo>
                <a:lnTo>
                  <a:pt x="924215" y="877128"/>
                </a:lnTo>
                <a:lnTo>
                  <a:pt x="912553" y="877128"/>
                </a:lnTo>
                <a:close/>
                <a:moveTo>
                  <a:pt x="613915" y="865285"/>
                </a:moveTo>
                <a:lnTo>
                  <a:pt x="627660" y="865285"/>
                </a:lnTo>
                <a:lnTo>
                  <a:pt x="627660" y="877128"/>
                </a:lnTo>
                <a:lnTo>
                  <a:pt x="613915" y="877128"/>
                </a:lnTo>
                <a:close/>
                <a:moveTo>
                  <a:pt x="566433" y="876388"/>
                </a:moveTo>
                <a:lnTo>
                  <a:pt x="572681" y="876388"/>
                </a:lnTo>
                <a:lnTo>
                  <a:pt x="572681" y="877128"/>
                </a:lnTo>
                <a:lnTo>
                  <a:pt x="566433" y="877128"/>
                </a:lnTo>
                <a:close/>
                <a:moveTo>
                  <a:pt x="805510" y="870466"/>
                </a:moveTo>
                <a:lnTo>
                  <a:pt x="811758" y="870466"/>
                </a:lnTo>
                <a:lnTo>
                  <a:pt x="811758" y="877128"/>
                </a:lnTo>
                <a:lnTo>
                  <a:pt x="805510" y="877128"/>
                </a:lnTo>
                <a:close/>
                <a:moveTo>
                  <a:pt x="930879" y="875648"/>
                </a:moveTo>
                <a:lnTo>
                  <a:pt x="932129" y="875648"/>
                </a:lnTo>
                <a:lnTo>
                  <a:pt x="932129" y="877128"/>
                </a:lnTo>
                <a:lnTo>
                  <a:pt x="930879" y="877128"/>
                </a:lnTo>
                <a:close/>
                <a:moveTo>
                  <a:pt x="770523" y="875648"/>
                </a:moveTo>
                <a:lnTo>
                  <a:pt x="775105" y="875648"/>
                </a:lnTo>
                <a:lnTo>
                  <a:pt x="775105" y="877128"/>
                </a:lnTo>
                <a:lnTo>
                  <a:pt x="770523" y="877128"/>
                </a:lnTo>
                <a:close/>
                <a:moveTo>
                  <a:pt x="862572" y="874907"/>
                </a:moveTo>
                <a:lnTo>
                  <a:pt x="864654" y="874907"/>
                </a:lnTo>
                <a:lnTo>
                  <a:pt x="864654" y="877128"/>
                </a:lnTo>
                <a:lnTo>
                  <a:pt x="862572" y="877128"/>
                </a:lnTo>
                <a:close/>
                <a:moveTo>
                  <a:pt x="881731" y="876388"/>
                </a:moveTo>
                <a:lnTo>
                  <a:pt x="887146" y="876388"/>
                </a:lnTo>
                <a:lnTo>
                  <a:pt x="887146" y="877128"/>
                </a:lnTo>
                <a:lnTo>
                  <a:pt x="881731" y="877128"/>
                </a:lnTo>
                <a:close/>
                <a:moveTo>
                  <a:pt x="539360" y="876388"/>
                </a:moveTo>
                <a:lnTo>
                  <a:pt x="558520" y="876388"/>
                </a:lnTo>
                <a:lnTo>
                  <a:pt x="558520" y="877128"/>
                </a:lnTo>
                <a:lnTo>
                  <a:pt x="539360" y="877128"/>
                </a:lnTo>
                <a:close/>
                <a:moveTo>
                  <a:pt x="712212" y="876388"/>
                </a:moveTo>
                <a:lnTo>
                  <a:pt x="713878" y="876388"/>
                </a:lnTo>
                <a:lnTo>
                  <a:pt x="713878" y="877128"/>
                </a:lnTo>
                <a:lnTo>
                  <a:pt x="712212" y="877128"/>
                </a:lnTo>
                <a:close/>
                <a:moveTo>
                  <a:pt x="956286" y="868986"/>
                </a:moveTo>
                <a:lnTo>
                  <a:pt x="1000000" y="868986"/>
                </a:lnTo>
                <a:lnTo>
                  <a:pt x="1000000" y="877868"/>
                </a:lnTo>
                <a:lnTo>
                  <a:pt x="956286" y="877868"/>
                </a:lnTo>
                <a:close/>
                <a:moveTo>
                  <a:pt x="770523" y="877128"/>
                </a:moveTo>
                <a:lnTo>
                  <a:pt x="774688" y="877128"/>
                </a:lnTo>
                <a:lnTo>
                  <a:pt x="774688" y="877868"/>
                </a:lnTo>
                <a:lnTo>
                  <a:pt x="770523" y="877868"/>
                </a:lnTo>
                <a:close/>
                <a:moveTo>
                  <a:pt x="930463" y="877128"/>
                </a:moveTo>
                <a:lnTo>
                  <a:pt x="932129" y="877128"/>
                </a:lnTo>
                <a:lnTo>
                  <a:pt x="932129" y="877868"/>
                </a:lnTo>
                <a:lnTo>
                  <a:pt x="930463" y="877868"/>
                </a:lnTo>
                <a:close/>
                <a:moveTo>
                  <a:pt x="523116" y="876388"/>
                </a:moveTo>
                <a:lnTo>
                  <a:pt x="533529" y="876388"/>
                </a:lnTo>
                <a:lnTo>
                  <a:pt x="533529" y="877868"/>
                </a:lnTo>
                <a:lnTo>
                  <a:pt x="523116" y="877868"/>
                </a:lnTo>
                <a:close/>
                <a:moveTo>
                  <a:pt x="576430" y="877128"/>
                </a:moveTo>
                <a:lnTo>
                  <a:pt x="587259" y="877128"/>
                </a:lnTo>
                <a:lnTo>
                  <a:pt x="587259" y="877868"/>
                </a:lnTo>
                <a:lnTo>
                  <a:pt x="576430" y="877868"/>
                </a:lnTo>
                <a:close/>
                <a:moveTo>
                  <a:pt x="539360" y="877128"/>
                </a:moveTo>
                <a:lnTo>
                  <a:pt x="558103" y="877128"/>
                </a:lnTo>
                <a:lnTo>
                  <a:pt x="558103" y="877868"/>
                </a:lnTo>
                <a:lnTo>
                  <a:pt x="539360" y="877868"/>
                </a:lnTo>
                <a:close/>
                <a:moveTo>
                  <a:pt x="374839" y="877128"/>
                </a:moveTo>
                <a:lnTo>
                  <a:pt x="516452" y="877128"/>
                </a:lnTo>
                <a:lnTo>
                  <a:pt x="516452" y="877868"/>
                </a:lnTo>
                <a:lnTo>
                  <a:pt x="374839" y="877868"/>
                </a:lnTo>
                <a:close/>
                <a:moveTo>
                  <a:pt x="893393" y="877128"/>
                </a:moveTo>
                <a:lnTo>
                  <a:pt x="898808" y="877128"/>
                </a:lnTo>
                <a:lnTo>
                  <a:pt x="898808" y="877868"/>
                </a:lnTo>
                <a:lnTo>
                  <a:pt x="893393" y="877868"/>
                </a:lnTo>
                <a:close/>
                <a:moveTo>
                  <a:pt x="566017" y="877128"/>
                </a:moveTo>
                <a:lnTo>
                  <a:pt x="572264" y="877128"/>
                </a:lnTo>
                <a:lnTo>
                  <a:pt x="572264" y="877868"/>
                </a:lnTo>
                <a:lnTo>
                  <a:pt x="566017" y="877868"/>
                </a:lnTo>
                <a:close/>
                <a:moveTo>
                  <a:pt x="912969" y="877128"/>
                </a:moveTo>
                <a:lnTo>
                  <a:pt x="924215" y="877128"/>
                </a:lnTo>
                <a:lnTo>
                  <a:pt x="924215" y="877868"/>
                </a:lnTo>
                <a:lnTo>
                  <a:pt x="912969" y="877868"/>
                </a:lnTo>
                <a:close/>
                <a:moveTo>
                  <a:pt x="539360" y="877868"/>
                </a:moveTo>
                <a:lnTo>
                  <a:pt x="557687" y="877868"/>
                </a:lnTo>
                <a:lnTo>
                  <a:pt x="557687" y="878608"/>
                </a:lnTo>
                <a:lnTo>
                  <a:pt x="539360" y="878608"/>
                </a:lnTo>
                <a:close/>
                <a:moveTo>
                  <a:pt x="794681" y="877128"/>
                </a:moveTo>
                <a:lnTo>
                  <a:pt x="811758" y="877128"/>
                </a:lnTo>
                <a:lnTo>
                  <a:pt x="811758" y="878608"/>
                </a:lnTo>
                <a:lnTo>
                  <a:pt x="794681" y="878608"/>
                </a:lnTo>
                <a:close/>
                <a:moveTo>
                  <a:pt x="881731" y="877128"/>
                </a:moveTo>
                <a:lnTo>
                  <a:pt x="886729" y="877128"/>
                </a:lnTo>
                <a:lnTo>
                  <a:pt x="886729" y="878608"/>
                </a:lnTo>
                <a:lnTo>
                  <a:pt x="881731" y="878608"/>
                </a:lnTo>
                <a:close/>
                <a:moveTo>
                  <a:pt x="930463" y="877868"/>
                </a:moveTo>
                <a:lnTo>
                  <a:pt x="940459" y="877868"/>
                </a:lnTo>
                <a:lnTo>
                  <a:pt x="940459" y="878608"/>
                </a:lnTo>
                <a:lnTo>
                  <a:pt x="930463" y="878608"/>
                </a:lnTo>
                <a:close/>
                <a:moveTo>
                  <a:pt x="862572" y="877128"/>
                </a:moveTo>
                <a:lnTo>
                  <a:pt x="864238" y="877128"/>
                </a:lnTo>
                <a:lnTo>
                  <a:pt x="864238" y="878608"/>
                </a:lnTo>
                <a:lnTo>
                  <a:pt x="862572" y="878608"/>
                </a:lnTo>
                <a:close/>
                <a:moveTo>
                  <a:pt x="893393" y="877868"/>
                </a:moveTo>
                <a:lnTo>
                  <a:pt x="898392" y="877868"/>
                </a:lnTo>
                <a:lnTo>
                  <a:pt x="898392" y="878608"/>
                </a:lnTo>
                <a:lnTo>
                  <a:pt x="893393" y="878608"/>
                </a:lnTo>
                <a:close/>
                <a:moveTo>
                  <a:pt x="565600" y="877868"/>
                </a:moveTo>
                <a:lnTo>
                  <a:pt x="572264" y="877868"/>
                </a:lnTo>
                <a:lnTo>
                  <a:pt x="572264" y="878608"/>
                </a:lnTo>
                <a:lnTo>
                  <a:pt x="565600" y="878608"/>
                </a:lnTo>
                <a:close/>
                <a:moveTo>
                  <a:pt x="712212" y="877128"/>
                </a:moveTo>
                <a:lnTo>
                  <a:pt x="713461" y="877128"/>
                </a:lnTo>
                <a:lnTo>
                  <a:pt x="713461" y="878608"/>
                </a:lnTo>
                <a:lnTo>
                  <a:pt x="712212" y="878608"/>
                </a:lnTo>
                <a:close/>
                <a:moveTo>
                  <a:pt x="577263" y="877868"/>
                </a:moveTo>
                <a:lnTo>
                  <a:pt x="587259" y="877868"/>
                </a:lnTo>
                <a:lnTo>
                  <a:pt x="587259" y="878608"/>
                </a:lnTo>
                <a:lnTo>
                  <a:pt x="577263" y="878608"/>
                </a:lnTo>
                <a:close/>
                <a:moveTo>
                  <a:pt x="770523" y="877868"/>
                </a:moveTo>
                <a:lnTo>
                  <a:pt x="774272" y="877868"/>
                </a:lnTo>
                <a:lnTo>
                  <a:pt x="774272" y="878608"/>
                </a:lnTo>
                <a:lnTo>
                  <a:pt x="770523" y="878608"/>
                </a:lnTo>
                <a:close/>
                <a:moveTo>
                  <a:pt x="913386" y="877868"/>
                </a:moveTo>
                <a:lnTo>
                  <a:pt x="923799" y="877868"/>
                </a:lnTo>
                <a:lnTo>
                  <a:pt x="923799" y="878608"/>
                </a:lnTo>
                <a:lnTo>
                  <a:pt x="913386" y="878608"/>
                </a:lnTo>
                <a:close/>
                <a:moveTo>
                  <a:pt x="668062" y="877868"/>
                </a:moveTo>
                <a:lnTo>
                  <a:pt x="683056" y="877868"/>
                </a:lnTo>
                <a:lnTo>
                  <a:pt x="683056" y="878608"/>
                </a:lnTo>
                <a:lnTo>
                  <a:pt x="668062" y="878608"/>
                </a:lnTo>
                <a:close/>
                <a:moveTo>
                  <a:pt x="913802" y="878608"/>
                </a:moveTo>
                <a:lnTo>
                  <a:pt x="923382" y="878608"/>
                </a:lnTo>
                <a:lnTo>
                  <a:pt x="923382" y="879349"/>
                </a:lnTo>
                <a:lnTo>
                  <a:pt x="913802" y="879349"/>
                </a:lnTo>
                <a:close/>
                <a:moveTo>
                  <a:pt x="374839" y="877868"/>
                </a:moveTo>
                <a:lnTo>
                  <a:pt x="516036" y="877868"/>
                </a:lnTo>
                <a:lnTo>
                  <a:pt x="516036" y="879349"/>
                </a:lnTo>
                <a:lnTo>
                  <a:pt x="374839" y="879349"/>
                </a:lnTo>
                <a:close/>
                <a:moveTo>
                  <a:pt x="770523" y="878608"/>
                </a:moveTo>
                <a:lnTo>
                  <a:pt x="773855" y="878608"/>
                </a:lnTo>
                <a:lnTo>
                  <a:pt x="773855" y="879349"/>
                </a:lnTo>
                <a:lnTo>
                  <a:pt x="770523" y="879349"/>
                </a:lnTo>
                <a:close/>
                <a:moveTo>
                  <a:pt x="565184" y="878608"/>
                </a:moveTo>
                <a:lnTo>
                  <a:pt x="571848" y="878608"/>
                </a:lnTo>
                <a:lnTo>
                  <a:pt x="571848" y="879349"/>
                </a:lnTo>
                <a:lnTo>
                  <a:pt x="565184" y="879349"/>
                </a:lnTo>
                <a:close/>
                <a:moveTo>
                  <a:pt x="668062" y="878608"/>
                </a:moveTo>
                <a:lnTo>
                  <a:pt x="682640" y="878608"/>
                </a:lnTo>
                <a:lnTo>
                  <a:pt x="682640" y="879349"/>
                </a:lnTo>
                <a:lnTo>
                  <a:pt x="668062" y="879349"/>
                </a:lnTo>
                <a:close/>
                <a:moveTo>
                  <a:pt x="892977" y="878608"/>
                </a:moveTo>
                <a:lnTo>
                  <a:pt x="897975" y="878608"/>
                </a:lnTo>
                <a:lnTo>
                  <a:pt x="897975" y="879349"/>
                </a:lnTo>
                <a:lnTo>
                  <a:pt x="892977" y="879349"/>
                </a:lnTo>
                <a:close/>
                <a:moveTo>
                  <a:pt x="578096" y="878608"/>
                </a:moveTo>
                <a:lnTo>
                  <a:pt x="587259" y="878608"/>
                </a:lnTo>
                <a:lnTo>
                  <a:pt x="587259" y="879349"/>
                </a:lnTo>
                <a:lnTo>
                  <a:pt x="578096" y="879349"/>
                </a:lnTo>
                <a:close/>
                <a:moveTo>
                  <a:pt x="539360" y="878608"/>
                </a:moveTo>
                <a:lnTo>
                  <a:pt x="557270" y="878608"/>
                </a:lnTo>
                <a:lnTo>
                  <a:pt x="557270" y="879349"/>
                </a:lnTo>
                <a:lnTo>
                  <a:pt x="539360" y="879349"/>
                </a:lnTo>
                <a:close/>
                <a:moveTo>
                  <a:pt x="905889" y="878608"/>
                </a:moveTo>
                <a:lnTo>
                  <a:pt x="906722" y="878608"/>
                </a:lnTo>
                <a:lnTo>
                  <a:pt x="906722" y="879349"/>
                </a:lnTo>
                <a:lnTo>
                  <a:pt x="905889" y="879349"/>
                </a:lnTo>
                <a:close/>
                <a:moveTo>
                  <a:pt x="374839" y="879349"/>
                </a:moveTo>
                <a:lnTo>
                  <a:pt x="515619" y="879349"/>
                </a:lnTo>
                <a:lnTo>
                  <a:pt x="515619" y="880089"/>
                </a:lnTo>
                <a:lnTo>
                  <a:pt x="374839" y="880089"/>
                </a:lnTo>
                <a:close/>
                <a:moveTo>
                  <a:pt x="565184" y="879349"/>
                </a:moveTo>
                <a:lnTo>
                  <a:pt x="571431" y="879349"/>
                </a:lnTo>
                <a:lnTo>
                  <a:pt x="571431" y="880089"/>
                </a:lnTo>
                <a:lnTo>
                  <a:pt x="565184" y="880089"/>
                </a:lnTo>
                <a:close/>
                <a:moveTo>
                  <a:pt x="770523" y="879349"/>
                </a:moveTo>
                <a:lnTo>
                  <a:pt x="773439" y="879349"/>
                </a:lnTo>
                <a:lnTo>
                  <a:pt x="773439" y="880089"/>
                </a:lnTo>
                <a:lnTo>
                  <a:pt x="770523" y="880089"/>
                </a:lnTo>
                <a:close/>
                <a:moveTo>
                  <a:pt x="578929" y="879349"/>
                </a:moveTo>
                <a:lnTo>
                  <a:pt x="587259" y="879349"/>
                </a:lnTo>
                <a:lnTo>
                  <a:pt x="587259" y="880089"/>
                </a:lnTo>
                <a:lnTo>
                  <a:pt x="578929" y="880089"/>
                </a:lnTo>
                <a:close/>
                <a:moveTo>
                  <a:pt x="930046" y="878608"/>
                </a:moveTo>
                <a:lnTo>
                  <a:pt x="940459" y="878608"/>
                </a:lnTo>
                <a:lnTo>
                  <a:pt x="940459" y="880089"/>
                </a:lnTo>
                <a:lnTo>
                  <a:pt x="930046" y="880089"/>
                </a:lnTo>
                <a:close/>
                <a:moveTo>
                  <a:pt x="677641" y="879349"/>
                </a:moveTo>
                <a:lnTo>
                  <a:pt x="682223" y="879349"/>
                </a:lnTo>
                <a:lnTo>
                  <a:pt x="682223" y="880089"/>
                </a:lnTo>
                <a:lnTo>
                  <a:pt x="677641" y="880089"/>
                </a:lnTo>
                <a:close/>
                <a:moveTo>
                  <a:pt x="892977" y="879349"/>
                </a:moveTo>
                <a:lnTo>
                  <a:pt x="897559" y="879349"/>
                </a:lnTo>
                <a:lnTo>
                  <a:pt x="897559" y="880089"/>
                </a:lnTo>
                <a:lnTo>
                  <a:pt x="892977" y="880089"/>
                </a:lnTo>
                <a:close/>
                <a:moveTo>
                  <a:pt x="539360" y="879349"/>
                </a:moveTo>
                <a:lnTo>
                  <a:pt x="556854" y="879349"/>
                </a:lnTo>
                <a:lnTo>
                  <a:pt x="556854" y="880089"/>
                </a:lnTo>
                <a:lnTo>
                  <a:pt x="539360" y="880089"/>
                </a:lnTo>
                <a:close/>
                <a:moveTo>
                  <a:pt x="845078" y="874907"/>
                </a:moveTo>
                <a:lnTo>
                  <a:pt x="847161" y="874907"/>
                </a:lnTo>
                <a:lnTo>
                  <a:pt x="847161" y="880089"/>
                </a:lnTo>
                <a:lnTo>
                  <a:pt x="845078" y="880089"/>
                </a:lnTo>
                <a:close/>
                <a:moveTo>
                  <a:pt x="914219" y="879349"/>
                </a:moveTo>
                <a:lnTo>
                  <a:pt x="923382" y="879349"/>
                </a:lnTo>
                <a:lnTo>
                  <a:pt x="923382" y="880089"/>
                </a:lnTo>
                <a:lnTo>
                  <a:pt x="914219" y="880089"/>
                </a:lnTo>
                <a:close/>
                <a:moveTo>
                  <a:pt x="668062" y="879349"/>
                </a:moveTo>
                <a:lnTo>
                  <a:pt x="671810" y="879349"/>
                </a:lnTo>
                <a:lnTo>
                  <a:pt x="671810" y="880089"/>
                </a:lnTo>
                <a:lnTo>
                  <a:pt x="668062" y="880089"/>
                </a:lnTo>
                <a:close/>
                <a:moveTo>
                  <a:pt x="905472" y="879349"/>
                </a:moveTo>
                <a:lnTo>
                  <a:pt x="906722" y="879349"/>
                </a:lnTo>
                <a:lnTo>
                  <a:pt x="906722" y="880089"/>
                </a:lnTo>
                <a:lnTo>
                  <a:pt x="905472" y="880089"/>
                </a:lnTo>
                <a:close/>
                <a:moveTo>
                  <a:pt x="881731" y="878608"/>
                </a:moveTo>
                <a:lnTo>
                  <a:pt x="886313" y="878608"/>
                </a:lnTo>
                <a:lnTo>
                  <a:pt x="886313" y="880089"/>
                </a:lnTo>
                <a:lnTo>
                  <a:pt x="881731" y="880089"/>
                </a:lnTo>
                <a:close/>
                <a:moveTo>
                  <a:pt x="862572" y="878608"/>
                </a:moveTo>
                <a:lnTo>
                  <a:pt x="863821" y="878608"/>
                </a:lnTo>
                <a:lnTo>
                  <a:pt x="863821" y="880089"/>
                </a:lnTo>
                <a:lnTo>
                  <a:pt x="862572" y="880089"/>
                </a:lnTo>
                <a:close/>
                <a:moveTo>
                  <a:pt x="892560" y="880089"/>
                </a:moveTo>
                <a:lnTo>
                  <a:pt x="897142" y="880089"/>
                </a:lnTo>
                <a:lnTo>
                  <a:pt x="897142" y="880829"/>
                </a:lnTo>
                <a:lnTo>
                  <a:pt x="892560" y="880829"/>
                </a:lnTo>
                <a:close/>
                <a:moveTo>
                  <a:pt x="539360" y="880089"/>
                </a:moveTo>
                <a:lnTo>
                  <a:pt x="556437" y="880089"/>
                </a:lnTo>
                <a:lnTo>
                  <a:pt x="556437" y="880829"/>
                </a:lnTo>
                <a:lnTo>
                  <a:pt x="539360" y="880829"/>
                </a:lnTo>
                <a:close/>
                <a:moveTo>
                  <a:pt x="844662" y="880089"/>
                </a:moveTo>
                <a:lnTo>
                  <a:pt x="847161" y="880089"/>
                </a:lnTo>
                <a:lnTo>
                  <a:pt x="847161" y="880829"/>
                </a:lnTo>
                <a:lnTo>
                  <a:pt x="844662" y="880829"/>
                </a:lnTo>
                <a:close/>
                <a:moveTo>
                  <a:pt x="905472" y="880089"/>
                </a:moveTo>
                <a:lnTo>
                  <a:pt x="907138" y="880089"/>
                </a:lnTo>
                <a:lnTo>
                  <a:pt x="907138" y="880829"/>
                </a:lnTo>
                <a:lnTo>
                  <a:pt x="905472" y="880829"/>
                </a:lnTo>
                <a:close/>
                <a:moveTo>
                  <a:pt x="712212" y="878608"/>
                </a:moveTo>
                <a:lnTo>
                  <a:pt x="713045" y="878608"/>
                </a:lnTo>
                <a:lnTo>
                  <a:pt x="713045" y="880829"/>
                </a:lnTo>
                <a:lnTo>
                  <a:pt x="712212" y="880829"/>
                </a:lnTo>
                <a:close/>
                <a:moveTo>
                  <a:pt x="914635" y="880089"/>
                </a:moveTo>
                <a:lnTo>
                  <a:pt x="922966" y="880089"/>
                </a:lnTo>
                <a:lnTo>
                  <a:pt x="922966" y="880829"/>
                </a:lnTo>
                <a:lnTo>
                  <a:pt x="914635" y="880829"/>
                </a:lnTo>
                <a:close/>
                <a:moveTo>
                  <a:pt x="695968" y="874907"/>
                </a:moveTo>
                <a:lnTo>
                  <a:pt x="698050" y="874907"/>
                </a:lnTo>
                <a:lnTo>
                  <a:pt x="698050" y="880829"/>
                </a:lnTo>
                <a:lnTo>
                  <a:pt x="695968" y="880829"/>
                </a:lnTo>
                <a:close/>
                <a:moveTo>
                  <a:pt x="881731" y="880089"/>
                </a:moveTo>
                <a:lnTo>
                  <a:pt x="885896" y="880089"/>
                </a:lnTo>
                <a:lnTo>
                  <a:pt x="885896" y="880829"/>
                </a:lnTo>
                <a:lnTo>
                  <a:pt x="881731" y="880829"/>
                </a:lnTo>
                <a:close/>
                <a:moveTo>
                  <a:pt x="564767" y="880089"/>
                </a:moveTo>
                <a:lnTo>
                  <a:pt x="571431" y="880089"/>
                </a:lnTo>
                <a:lnTo>
                  <a:pt x="571431" y="880829"/>
                </a:lnTo>
                <a:lnTo>
                  <a:pt x="564767" y="880829"/>
                </a:lnTo>
                <a:close/>
                <a:moveTo>
                  <a:pt x="770523" y="880089"/>
                </a:moveTo>
                <a:lnTo>
                  <a:pt x="773022" y="880089"/>
                </a:lnTo>
                <a:lnTo>
                  <a:pt x="773022" y="880829"/>
                </a:lnTo>
                <a:lnTo>
                  <a:pt x="770523" y="880829"/>
                </a:lnTo>
                <a:close/>
                <a:moveTo>
                  <a:pt x="677641" y="880089"/>
                </a:moveTo>
                <a:lnTo>
                  <a:pt x="681807" y="880089"/>
                </a:lnTo>
                <a:lnTo>
                  <a:pt x="681807" y="880829"/>
                </a:lnTo>
                <a:lnTo>
                  <a:pt x="677641" y="880829"/>
                </a:lnTo>
                <a:close/>
                <a:moveTo>
                  <a:pt x="945874" y="877868"/>
                </a:moveTo>
                <a:lnTo>
                  <a:pt x="1000000" y="877868"/>
                </a:lnTo>
                <a:lnTo>
                  <a:pt x="1000000" y="881569"/>
                </a:lnTo>
                <a:lnTo>
                  <a:pt x="945874" y="881569"/>
                </a:lnTo>
                <a:close/>
                <a:moveTo>
                  <a:pt x="905056" y="880829"/>
                </a:moveTo>
                <a:lnTo>
                  <a:pt x="907555" y="880829"/>
                </a:lnTo>
                <a:lnTo>
                  <a:pt x="907555" y="881569"/>
                </a:lnTo>
                <a:lnTo>
                  <a:pt x="905056" y="881569"/>
                </a:lnTo>
                <a:close/>
                <a:moveTo>
                  <a:pt x="579345" y="880089"/>
                </a:moveTo>
                <a:lnTo>
                  <a:pt x="587259" y="880089"/>
                </a:lnTo>
                <a:lnTo>
                  <a:pt x="587259" y="881569"/>
                </a:lnTo>
                <a:lnTo>
                  <a:pt x="579345" y="881569"/>
                </a:lnTo>
                <a:close/>
                <a:moveTo>
                  <a:pt x="564351" y="880829"/>
                </a:moveTo>
                <a:lnTo>
                  <a:pt x="571015" y="880829"/>
                </a:lnTo>
                <a:lnTo>
                  <a:pt x="571015" y="881569"/>
                </a:lnTo>
                <a:lnTo>
                  <a:pt x="564351" y="881569"/>
                </a:lnTo>
                <a:close/>
                <a:moveTo>
                  <a:pt x="770523" y="880829"/>
                </a:moveTo>
                <a:lnTo>
                  <a:pt x="772606" y="880829"/>
                </a:lnTo>
                <a:lnTo>
                  <a:pt x="772606" y="881569"/>
                </a:lnTo>
                <a:lnTo>
                  <a:pt x="770523" y="881569"/>
                </a:lnTo>
                <a:close/>
                <a:moveTo>
                  <a:pt x="740534" y="880089"/>
                </a:moveTo>
                <a:lnTo>
                  <a:pt x="749698" y="880089"/>
                </a:lnTo>
                <a:lnTo>
                  <a:pt x="749698" y="881569"/>
                </a:lnTo>
                <a:lnTo>
                  <a:pt x="740534" y="881569"/>
                </a:lnTo>
                <a:close/>
                <a:moveTo>
                  <a:pt x="817589" y="880829"/>
                </a:moveTo>
                <a:lnTo>
                  <a:pt x="847161" y="880829"/>
                </a:lnTo>
                <a:lnTo>
                  <a:pt x="847161" y="881569"/>
                </a:lnTo>
                <a:lnTo>
                  <a:pt x="817589" y="881569"/>
                </a:lnTo>
                <a:close/>
                <a:moveTo>
                  <a:pt x="677641" y="880829"/>
                </a:moveTo>
                <a:lnTo>
                  <a:pt x="681390" y="880829"/>
                </a:lnTo>
                <a:lnTo>
                  <a:pt x="681390" y="881569"/>
                </a:lnTo>
                <a:lnTo>
                  <a:pt x="677641" y="881569"/>
                </a:lnTo>
                <a:close/>
                <a:moveTo>
                  <a:pt x="862572" y="880089"/>
                </a:moveTo>
                <a:lnTo>
                  <a:pt x="863405" y="880089"/>
                </a:lnTo>
                <a:lnTo>
                  <a:pt x="863405" y="881569"/>
                </a:lnTo>
                <a:lnTo>
                  <a:pt x="862572" y="881569"/>
                </a:lnTo>
                <a:close/>
                <a:moveTo>
                  <a:pt x="915052" y="880829"/>
                </a:moveTo>
                <a:lnTo>
                  <a:pt x="922966" y="880829"/>
                </a:lnTo>
                <a:lnTo>
                  <a:pt x="922966" y="881569"/>
                </a:lnTo>
                <a:lnTo>
                  <a:pt x="915052" y="881569"/>
                </a:lnTo>
                <a:close/>
                <a:moveTo>
                  <a:pt x="892560" y="880829"/>
                </a:moveTo>
                <a:lnTo>
                  <a:pt x="896726" y="880829"/>
                </a:lnTo>
                <a:lnTo>
                  <a:pt x="896726" y="881569"/>
                </a:lnTo>
                <a:lnTo>
                  <a:pt x="892560" y="881569"/>
                </a:lnTo>
                <a:close/>
                <a:moveTo>
                  <a:pt x="374839" y="880089"/>
                </a:moveTo>
                <a:lnTo>
                  <a:pt x="515203" y="880089"/>
                </a:lnTo>
                <a:lnTo>
                  <a:pt x="515203" y="881569"/>
                </a:lnTo>
                <a:lnTo>
                  <a:pt x="374839" y="881569"/>
                </a:lnTo>
                <a:close/>
                <a:moveTo>
                  <a:pt x="755529" y="880089"/>
                </a:moveTo>
                <a:lnTo>
                  <a:pt x="765108" y="880089"/>
                </a:lnTo>
                <a:lnTo>
                  <a:pt x="765108" y="881569"/>
                </a:lnTo>
                <a:lnTo>
                  <a:pt x="755529" y="881569"/>
                </a:lnTo>
                <a:close/>
                <a:moveTo>
                  <a:pt x="929630" y="880089"/>
                </a:moveTo>
                <a:lnTo>
                  <a:pt x="940459" y="880089"/>
                </a:lnTo>
                <a:lnTo>
                  <a:pt x="940459" y="881569"/>
                </a:lnTo>
                <a:lnTo>
                  <a:pt x="929630" y="881569"/>
                </a:lnTo>
                <a:close/>
                <a:moveTo>
                  <a:pt x="563934" y="881569"/>
                </a:moveTo>
                <a:lnTo>
                  <a:pt x="570598" y="881569"/>
                </a:lnTo>
                <a:lnTo>
                  <a:pt x="570598" y="882309"/>
                </a:lnTo>
                <a:lnTo>
                  <a:pt x="563934" y="882309"/>
                </a:lnTo>
                <a:close/>
                <a:moveTo>
                  <a:pt x="915885" y="881569"/>
                </a:moveTo>
                <a:lnTo>
                  <a:pt x="922549" y="881569"/>
                </a:lnTo>
                <a:lnTo>
                  <a:pt x="922549" y="882309"/>
                </a:lnTo>
                <a:lnTo>
                  <a:pt x="915885" y="882309"/>
                </a:lnTo>
                <a:close/>
                <a:moveTo>
                  <a:pt x="770523" y="881569"/>
                </a:moveTo>
                <a:lnTo>
                  <a:pt x="772189" y="881569"/>
                </a:lnTo>
                <a:lnTo>
                  <a:pt x="772189" y="882309"/>
                </a:lnTo>
                <a:lnTo>
                  <a:pt x="770523" y="882309"/>
                </a:lnTo>
                <a:close/>
                <a:moveTo>
                  <a:pt x="578929" y="881569"/>
                </a:moveTo>
                <a:lnTo>
                  <a:pt x="587259" y="881569"/>
                </a:lnTo>
                <a:lnTo>
                  <a:pt x="587259" y="882309"/>
                </a:lnTo>
                <a:lnTo>
                  <a:pt x="578929" y="882309"/>
                </a:lnTo>
                <a:close/>
                <a:moveTo>
                  <a:pt x="881731" y="880829"/>
                </a:moveTo>
                <a:lnTo>
                  <a:pt x="885480" y="880829"/>
                </a:lnTo>
                <a:lnTo>
                  <a:pt x="885480" y="882309"/>
                </a:lnTo>
                <a:lnTo>
                  <a:pt x="881731" y="882309"/>
                </a:lnTo>
                <a:close/>
                <a:moveTo>
                  <a:pt x="677641" y="881569"/>
                </a:moveTo>
                <a:lnTo>
                  <a:pt x="680974" y="881569"/>
                </a:lnTo>
                <a:lnTo>
                  <a:pt x="680974" y="882309"/>
                </a:lnTo>
                <a:lnTo>
                  <a:pt x="677641" y="882309"/>
                </a:lnTo>
                <a:close/>
                <a:moveTo>
                  <a:pt x="892560" y="881569"/>
                </a:moveTo>
                <a:lnTo>
                  <a:pt x="896309" y="881569"/>
                </a:lnTo>
                <a:lnTo>
                  <a:pt x="896309" y="882309"/>
                </a:lnTo>
                <a:lnTo>
                  <a:pt x="892560" y="882309"/>
                </a:lnTo>
                <a:close/>
                <a:moveTo>
                  <a:pt x="374839" y="881569"/>
                </a:moveTo>
                <a:lnTo>
                  <a:pt x="514786" y="881569"/>
                </a:lnTo>
                <a:lnTo>
                  <a:pt x="514786" y="882309"/>
                </a:lnTo>
                <a:lnTo>
                  <a:pt x="374839" y="882309"/>
                </a:lnTo>
                <a:close/>
                <a:moveTo>
                  <a:pt x="904639" y="881569"/>
                </a:moveTo>
                <a:lnTo>
                  <a:pt x="907555" y="881569"/>
                </a:lnTo>
                <a:lnTo>
                  <a:pt x="907555" y="882309"/>
                </a:lnTo>
                <a:lnTo>
                  <a:pt x="904639" y="882309"/>
                </a:lnTo>
                <a:close/>
                <a:moveTo>
                  <a:pt x="539360" y="880829"/>
                </a:moveTo>
                <a:lnTo>
                  <a:pt x="556021" y="880829"/>
                </a:lnTo>
                <a:lnTo>
                  <a:pt x="556021" y="882309"/>
                </a:lnTo>
                <a:lnTo>
                  <a:pt x="539360" y="882309"/>
                </a:lnTo>
                <a:close/>
                <a:moveTo>
                  <a:pt x="712212" y="880829"/>
                </a:moveTo>
                <a:lnTo>
                  <a:pt x="712628" y="880829"/>
                </a:lnTo>
                <a:lnTo>
                  <a:pt x="712628" y="882309"/>
                </a:lnTo>
                <a:lnTo>
                  <a:pt x="712212" y="882309"/>
                </a:lnTo>
                <a:close/>
                <a:moveTo>
                  <a:pt x="916302" y="882309"/>
                </a:moveTo>
                <a:lnTo>
                  <a:pt x="922133" y="882309"/>
                </a:lnTo>
                <a:lnTo>
                  <a:pt x="922133" y="883050"/>
                </a:lnTo>
                <a:lnTo>
                  <a:pt x="916302" y="883050"/>
                </a:lnTo>
                <a:close/>
                <a:moveTo>
                  <a:pt x="734287" y="874167"/>
                </a:moveTo>
                <a:lnTo>
                  <a:pt x="735120" y="874167"/>
                </a:lnTo>
                <a:lnTo>
                  <a:pt x="735120" y="883050"/>
                </a:lnTo>
                <a:lnTo>
                  <a:pt x="734287" y="883050"/>
                </a:lnTo>
                <a:close/>
                <a:moveTo>
                  <a:pt x="862572" y="881569"/>
                </a:moveTo>
                <a:lnTo>
                  <a:pt x="862988" y="881569"/>
                </a:lnTo>
                <a:lnTo>
                  <a:pt x="862988" y="883050"/>
                </a:lnTo>
                <a:lnTo>
                  <a:pt x="862572" y="883050"/>
                </a:lnTo>
                <a:close/>
                <a:moveTo>
                  <a:pt x="539360" y="882309"/>
                </a:moveTo>
                <a:lnTo>
                  <a:pt x="555604" y="882309"/>
                </a:lnTo>
                <a:lnTo>
                  <a:pt x="555604" y="883050"/>
                </a:lnTo>
                <a:lnTo>
                  <a:pt x="539360" y="883050"/>
                </a:lnTo>
                <a:close/>
                <a:moveTo>
                  <a:pt x="770523" y="882309"/>
                </a:moveTo>
                <a:lnTo>
                  <a:pt x="771773" y="882309"/>
                </a:lnTo>
                <a:lnTo>
                  <a:pt x="771773" y="883050"/>
                </a:lnTo>
                <a:lnTo>
                  <a:pt x="770523" y="883050"/>
                </a:lnTo>
                <a:close/>
                <a:moveTo>
                  <a:pt x="904223" y="882309"/>
                </a:moveTo>
                <a:lnTo>
                  <a:pt x="907971" y="882309"/>
                </a:lnTo>
                <a:lnTo>
                  <a:pt x="907971" y="883050"/>
                </a:lnTo>
                <a:lnTo>
                  <a:pt x="904223" y="883050"/>
                </a:lnTo>
                <a:close/>
                <a:moveTo>
                  <a:pt x="578512" y="882309"/>
                </a:moveTo>
                <a:lnTo>
                  <a:pt x="587259" y="882309"/>
                </a:lnTo>
                <a:lnTo>
                  <a:pt x="587259" y="883050"/>
                </a:lnTo>
                <a:lnTo>
                  <a:pt x="578512" y="883050"/>
                </a:lnTo>
                <a:close/>
                <a:moveTo>
                  <a:pt x="881731" y="882309"/>
                </a:moveTo>
                <a:lnTo>
                  <a:pt x="885063" y="882309"/>
                </a:lnTo>
                <a:lnTo>
                  <a:pt x="885063" y="883050"/>
                </a:lnTo>
                <a:lnTo>
                  <a:pt x="881731" y="883050"/>
                </a:lnTo>
                <a:close/>
                <a:moveTo>
                  <a:pt x="892560" y="882309"/>
                </a:moveTo>
                <a:lnTo>
                  <a:pt x="895893" y="882309"/>
                </a:lnTo>
                <a:lnTo>
                  <a:pt x="895893" y="883050"/>
                </a:lnTo>
                <a:lnTo>
                  <a:pt x="892560" y="883050"/>
                </a:lnTo>
                <a:close/>
                <a:moveTo>
                  <a:pt x="695968" y="880829"/>
                </a:moveTo>
                <a:lnTo>
                  <a:pt x="697634" y="880829"/>
                </a:lnTo>
                <a:lnTo>
                  <a:pt x="697634" y="883790"/>
                </a:lnTo>
                <a:lnTo>
                  <a:pt x="695968" y="883790"/>
                </a:lnTo>
                <a:close/>
                <a:moveTo>
                  <a:pt x="655566" y="868986"/>
                </a:moveTo>
                <a:lnTo>
                  <a:pt x="662231" y="868986"/>
                </a:lnTo>
                <a:lnTo>
                  <a:pt x="662231" y="883790"/>
                </a:lnTo>
                <a:lnTo>
                  <a:pt x="655566" y="883790"/>
                </a:lnTo>
                <a:close/>
                <a:moveTo>
                  <a:pt x="770523" y="883050"/>
                </a:moveTo>
                <a:lnTo>
                  <a:pt x="770940" y="883050"/>
                </a:lnTo>
                <a:lnTo>
                  <a:pt x="770940" y="883790"/>
                </a:lnTo>
                <a:lnTo>
                  <a:pt x="770523" y="883790"/>
                </a:lnTo>
                <a:close/>
                <a:moveTo>
                  <a:pt x="374839" y="882309"/>
                </a:moveTo>
                <a:lnTo>
                  <a:pt x="514370" y="882309"/>
                </a:lnTo>
                <a:lnTo>
                  <a:pt x="514370" y="883790"/>
                </a:lnTo>
                <a:lnTo>
                  <a:pt x="374839" y="883790"/>
                </a:lnTo>
                <a:close/>
                <a:moveTo>
                  <a:pt x="539360" y="883050"/>
                </a:moveTo>
                <a:lnTo>
                  <a:pt x="555188" y="883050"/>
                </a:lnTo>
                <a:lnTo>
                  <a:pt x="555188" y="883790"/>
                </a:lnTo>
                <a:lnTo>
                  <a:pt x="539360" y="883790"/>
                </a:lnTo>
                <a:close/>
                <a:moveTo>
                  <a:pt x="677641" y="882309"/>
                </a:moveTo>
                <a:lnTo>
                  <a:pt x="680557" y="882309"/>
                </a:lnTo>
                <a:lnTo>
                  <a:pt x="680557" y="883790"/>
                </a:lnTo>
                <a:lnTo>
                  <a:pt x="677641" y="883790"/>
                </a:lnTo>
                <a:close/>
                <a:moveTo>
                  <a:pt x="892560" y="883050"/>
                </a:moveTo>
                <a:lnTo>
                  <a:pt x="895060" y="883050"/>
                </a:lnTo>
                <a:lnTo>
                  <a:pt x="895060" y="883790"/>
                </a:lnTo>
                <a:lnTo>
                  <a:pt x="892560" y="883790"/>
                </a:lnTo>
                <a:close/>
                <a:moveTo>
                  <a:pt x="668062" y="880089"/>
                </a:moveTo>
                <a:lnTo>
                  <a:pt x="671394" y="880089"/>
                </a:lnTo>
                <a:lnTo>
                  <a:pt x="671394" y="883790"/>
                </a:lnTo>
                <a:lnTo>
                  <a:pt x="668062" y="883790"/>
                </a:lnTo>
                <a:close/>
                <a:moveTo>
                  <a:pt x="723874" y="883050"/>
                </a:moveTo>
                <a:lnTo>
                  <a:pt x="724707" y="883050"/>
                </a:lnTo>
                <a:lnTo>
                  <a:pt x="724707" y="883790"/>
                </a:lnTo>
                <a:lnTo>
                  <a:pt x="723874" y="883790"/>
                </a:lnTo>
                <a:close/>
                <a:moveTo>
                  <a:pt x="881731" y="883050"/>
                </a:moveTo>
                <a:lnTo>
                  <a:pt x="884647" y="883050"/>
                </a:lnTo>
                <a:lnTo>
                  <a:pt x="884647" y="883790"/>
                </a:lnTo>
                <a:lnTo>
                  <a:pt x="881731" y="883790"/>
                </a:lnTo>
                <a:close/>
                <a:moveTo>
                  <a:pt x="563518" y="882309"/>
                </a:moveTo>
                <a:lnTo>
                  <a:pt x="570182" y="882309"/>
                </a:lnTo>
                <a:lnTo>
                  <a:pt x="570182" y="883790"/>
                </a:lnTo>
                <a:lnTo>
                  <a:pt x="563518" y="883790"/>
                </a:lnTo>
                <a:close/>
                <a:moveTo>
                  <a:pt x="916718" y="883050"/>
                </a:moveTo>
                <a:lnTo>
                  <a:pt x="921716" y="883050"/>
                </a:lnTo>
                <a:lnTo>
                  <a:pt x="921716" y="883790"/>
                </a:lnTo>
                <a:lnTo>
                  <a:pt x="916718" y="883790"/>
                </a:lnTo>
                <a:close/>
                <a:moveTo>
                  <a:pt x="903806" y="883050"/>
                </a:moveTo>
                <a:lnTo>
                  <a:pt x="908388" y="883050"/>
                </a:lnTo>
                <a:lnTo>
                  <a:pt x="908388" y="883790"/>
                </a:lnTo>
                <a:lnTo>
                  <a:pt x="903806" y="883790"/>
                </a:lnTo>
                <a:close/>
                <a:moveTo>
                  <a:pt x="903390" y="883790"/>
                </a:moveTo>
                <a:lnTo>
                  <a:pt x="908804" y="883790"/>
                </a:lnTo>
                <a:lnTo>
                  <a:pt x="908804" y="884530"/>
                </a:lnTo>
                <a:lnTo>
                  <a:pt x="903390" y="884530"/>
                </a:lnTo>
                <a:close/>
                <a:moveTo>
                  <a:pt x="723874" y="883790"/>
                </a:moveTo>
                <a:lnTo>
                  <a:pt x="724291" y="883790"/>
                </a:lnTo>
                <a:lnTo>
                  <a:pt x="724291" y="884530"/>
                </a:lnTo>
                <a:lnTo>
                  <a:pt x="723874" y="884530"/>
                </a:lnTo>
                <a:close/>
                <a:moveTo>
                  <a:pt x="677641" y="883790"/>
                </a:moveTo>
                <a:lnTo>
                  <a:pt x="680974" y="883790"/>
                </a:lnTo>
                <a:lnTo>
                  <a:pt x="680974" y="884530"/>
                </a:lnTo>
                <a:lnTo>
                  <a:pt x="677641" y="884530"/>
                </a:lnTo>
                <a:close/>
                <a:moveTo>
                  <a:pt x="563101" y="883790"/>
                </a:moveTo>
                <a:lnTo>
                  <a:pt x="569765" y="883790"/>
                </a:lnTo>
                <a:lnTo>
                  <a:pt x="569765" y="884530"/>
                </a:lnTo>
                <a:lnTo>
                  <a:pt x="563101" y="884530"/>
                </a:lnTo>
                <a:close/>
                <a:moveTo>
                  <a:pt x="770523" y="883790"/>
                </a:moveTo>
                <a:lnTo>
                  <a:pt x="771356" y="883790"/>
                </a:lnTo>
                <a:lnTo>
                  <a:pt x="771356" y="884530"/>
                </a:lnTo>
                <a:lnTo>
                  <a:pt x="770523" y="884530"/>
                </a:lnTo>
                <a:close/>
                <a:moveTo>
                  <a:pt x="539360" y="883790"/>
                </a:moveTo>
                <a:lnTo>
                  <a:pt x="554355" y="883790"/>
                </a:lnTo>
                <a:lnTo>
                  <a:pt x="554355" y="884530"/>
                </a:lnTo>
                <a:lnTo>
                  <a:pt x="539360" y="884530"/>
                </a:lnTo>
                <a:close/>
                <a:moveTo>
                  <a:pt x="689720" y="883790"/>
                </a:moveTo>
                <a:lnTo>
                  <a:pt x="697634" y="883790"/>
                </a:lnTo>
                <a:lnTo>
                  <a:pt x="697634" y="884530"/>
                </a:lnTo>
                <a:lnTo>
                  <a:pt x="689720" y="884530"/>
                </a:lnTo>
                <a:close/>
                <a:moveTo>
                  <a:pt x="374839" y="883790"/>
                </a:moveTo>
                <a:lnTo>
                  <a:pt x="513953" y="883790"/>
                </a:lnTo>
                <a:lnTo>
                  <a:pt x="513953" y="884530"/>
                </a:lnTo>
                <a:lnTo>
                  <a:pt x="374839" y="884530"/>
                </a:lnTo>
                <a:close/>
                <a:moveTo>
                  <a:pt x="917551" y="883790"/>
                </a:moveTo>
                <a:lnTo>
                  <a:pt x="921716" y="883790"/>
                </a:lnTo>
                <a:lnTo>
                  <a:pt x="921716" y="884530"/>
                </a:lnTo>
                <a:lnTo>
                  <a:pt x="917551" y="884530"/>
                </a:lnTo>
                <a:close/>
                <a:moveTo>
                  <a:pt x="578096" y="883050"/>
                </a:moveTo>
                <a:lnTo>
                  <a:pt x="587259" y="883050"/>
                </a:lnTo>
                <a:lnTo>
                  <a:pt x="587259" y="884530"/>
                </a:lnTo>
                <a:lnTo>
                  <a:pt x="578096" y="884530"/>
                </a:lnTo>
                <a:close/>
                <a:moveTo>
                  <a:pt x="892560" y="883790"/>
                </a:moveTo>
                <a:lnTo>
                  <a:pt x="894643" y="883790"/>
                </a:lnTo>
                <a:lnTo>
                  <a:pt x="894643" y="884530"/>
                </a:lnTo>
                <a:lnTo>
                  <a:pt x="892560" y="884530"/>
                </a:lnTo>
                <a:close/>
                <a:moveTo>
                  <a:pt x="539360" y="884530"/>
                </a:moveTo>
                <a:lnTo>
                  <a:pt x="553938" y="884530"/>
                </a:lnTo>
                <a:lnTo>
                  <a:pt x="553938" y="885270"/>
                </a:lnTo>
                <a:lnTo>
                  <a:pt x="539360" y="885270"/>
                </a:lnTo>
                <a:close/>
                <a:moveTo>
                  <a:pt x="577679" y="884530"/>
                </a:moveTo>
                <a:lnTo>
                  <a:pt x="587259" y="884530"/>
                </a:lnTo>
                <a:lnTo>
                  <a:pt x="587259" y="885270"/>
                </a:lnTo>
                <a:lnTo>
                  <a:pt x="577679" y="885270"/>
                </a:lnTo>
                <a:close/>
                <a:moveTo>
                  <a:pt x="881731" y="883790"/>
                </a:moveTo>
                <a:lnTo>
                  <a:pt x="884230" y="883790"/>
                </a:lnTo>
                <a:lnTo>
                  <a:pt x="884230" y="885270"/>
                </a:lnTo>
                <a:lnTo>
                  <a:pt x="881731" y="885270"/>
                </a:lnTo>
                <a:close/>
                <a:moveTo>
                  <a:pt x="892560" y="884530"/>
                </a:moveTo>
                <a:lnTo>
                  <a:pt x="893810" y="884530"/>
                </a:lnTo>
                <a:lnTo>
                  <a:pt x="893810" y="885270"/>
                </a:lnTo>
                <a:lnTo>
                  <a:pt x="892560" y="885270"/>
                </a:lnTo>
                <a:close/>
                <a:moveTo>
                  <a:pt x="689304" y="884530"/>
                </a:moveTo>
                <a:lnTo>
                  <a:pt x="697217" y="884530"/>
                </a:lnTo>
                <a:lnTo>
                  <a:pt x="697217" y="885270"/>
                </a:lnTo>
                <a:lnTo>
                  <a:pt x="689304" y="885270"/>
                </a:lnTo>
                <a:close/>
                <a:moveTo>
                  <a:pt x="374839" y="884530"/>
                </a:moveTo>
                <a:lnTo>
                  <a:pt x="513537" y="884530"/>
                </a:lnTo>
                <a:lnTo>
                  <a:pt x="513537" y="885270"/>
                </a:lnTo>
                <a:lnTo>
                  <a:pt x="374839" y="885270"/>
                </a:lnTo>
                <a:close/>
                <a:moveTo>
                  <a:pt x="522700" y="877868"/>
                </a:moveTo>
                <a:lnTo>
                  <a:pt x="533529" y="877868"/>
                </a:lnTo>
                <a:lnTo>
                  <a:pt x="533529" y="885270"/>
                </a:lnTo>
                <a:lnTo>
                  <a:pt x="522700" y="885270"/>
                </a:lnTo>
                <a:close/>
                <a:moveTo>
                  <a:pt x="903390" y="884530"/>
                </a:moveTo>
                <a:lnTo>
                  <a:pt x="909221" y="884530"/>
                </a:lnTo>
                <a:lnTo>
                  <a:pt x="909221" y="885270"/>
                </a:lnTo>
                <a:lnTo>
                  <a:pt x="903390" y="885270"/>
                </a:lnTo>
                <a:close/>
                <a:moveTo>
                  <a:pt x="917968" y="884530"/>
                </a:moveTo>
                <a:lnTo>
                  <a:pt x="921300" y="884530"/>
                </a:lnTo>
                <a:lnTo>
                  <a:pt x="921300" y="885270"/>
                </a:lnTo>
                <a:lnTo>
                  <a:pt x="917968" y="885270"/>
                </a:lnTo>
                <a:close/>
                <a:moveTo>
                  <a:pt x="562685" y="884530"/>
                </a:moveTo>
                <a:lnTo>
                  <a:pt x="569349" y="884530"/>
                </a:lnTo>
                <a:lnTo>
                  <a:pt x="569349" y="885270"/>
                </a:lnTo>
                <a:lnTo>
                  <a:pt x="562685" y="885270"/>
                </a:lnTo>
                <a:close/>
                <a:moveTo>
                  <a:pt x="868819" y="883790"/>
                </a:moveTo>
                <a:lnTo>
                  <a:pt x="876317" y="883790"/>
                </a:lnTo>
                <a:lnTo>
                  <a:pt x="876317" y="885270"/>
                </a:lnTo>
                <a:lnTo>
                  <a:pt x="868819" y="885270"/>
                </a:lnTo>
                <a:close/>
                <a:moveTo>
                  <a:pt x="803427" y="878608"/>
                </a:moveTo>
                <a:lnTo>
                  <a:pt x="811758" y="878608"/>
                </a:lnTo>
                <a:lnTo>
                  <a:pt x="811758" y="885270"/>
                </a:lnTo>
                <a:lnTo>
                  <a:pt x="803427" y="885270"/>
                </a:lnTo>
                <a:close/>
                <a:moveTo>
                  <a:pt x="677641" y="884530"/>
                </a:moveTo>
                <a:lnTo>
                  <a:pt x="681807" y="884530"/>
                </a:lnTo>
                <a:lnTo>
                  <a:pt x="681807" y="885270"/>
                </a:lnTo>
                <a:lnTo>
                  <a:pt x="677641" y="885270"/>
                </a:lnTo>
                <a:close/>
                <a:moveTo>
                  <a:pt x="688887" y="885270"/>
                </a:moveTo>
                <a:lnTo>
                  <a:pt x="697217" y="885270"/>
                </a:lnTo>
                <a:lnTo>
                  <a:pt x="697217" y="886010"/>
                </a:lnTo>
                <a:lnTo>
                  <a:pt x="688887" y="886010"/>
                </a:lnTo>
                <a:close/>
                <a:moveTo>
                  <a:pt x="562268" y="885270"/>
                </a:moveTo>
                <a:lnTo>
                  <a:pt x="568932" y="885270"/>
                </a:lnTo>
                <a:lnTo>
                  <a:pt x="568932" y="886010"/>
                </a:lnTo>
                <a:lnTo>
                  <a:pt x="562268" y="886010"/>
                </a:lnTo>
                <a:close/>
                <a:moveTo>
                  <a:pt x="677641" y="885270"/>
                </a:moveTo>
                <a:lnTo>
                  <a:pt x="682223" y="885270"/>
                </a:lnTo>
                <a:lnTo>
                  <a:pt x="682223" y="886010"/>
                </a:lnTo>
                <a:lnTo>
                  <a:pt x="677641" y="886010"/>
                </a:lnTo>
                <a:close/>
                <a:moveTo>
                  <a:pt x="918801" y="885270"/>
                </a:moveTo>
                <a:lnTo>
                  <a:pt x="920883" y="885270"/>
                </a:lnTo>
                <a:lnTo>
                  <a:pt x="920883" y="886010"/>
                </a:lnTo>
                <a:lnTo>
                  <a:pt x="918801" y="886010"/>
                </a:lnTo>
                <a:close/>
                <a:moveTo>
                  <a:pt x="548523" y="885270"/>
                </a:moveTo>
                <a:lnTo>
                  <a:pt x="553522" y="885270"/>
                </a:lnTo>
                <a:lnTo>
                  <a:pt x="553522" y="886010"/>
                </a:lnTo>
                <a:lnTo>
                  <a:pt x="548523" y="886010"/>
                </a:lnTo>
                <a:close/>
                <a:moveTo>
                  <a:pt x="770523" y="884530"/>
                </a:moveTo>
                <a:lnTo>
                  <a:pt x="771773" y="884530"/>
                </a:lnTo>
                <a:lnTo>
                  <a:pt x="771773" y="886010"/>
                </a:lnTo>
                <a:lnTo>
                  <a:pt x="770523" y="886010"/>
                </a:lnTo>
                <a:close/>
                <a:moveTo>
                  <a:pt x="902973" y="885270"/>
                </a:moveTo>
                <a:lnTo>
                  <a:pt x="909637" y="885270"/>
                </a:lnTo>
                <a:lnTo>
                  <a:pt x="909637" y="886010"/>
                </a:lnTo>
                <a:lnTo>
                  <a:pt x="902973" y="886010"/>
                </a:lnTo>
                <a:close/>
                <a:moveTo>
                  <a:pt x="577263" y="885270"/>
                </a:moveTo>
                <a:lnTo>
                  <a:pt x="587259" y="885270"/>
                </a:lnTo>
                <a:lnTo>
                  <a:pt x="587259" y="886010"/>
                </a:lnTo>
                <a:lnTo>
                  <a:pt x="577263" y="886010"/>
                </a:lnTo>
                <a:close/>
                <a:moveTo>
                  <a:pt x="881731" y="885270"/>
                </a:moveTo>
                <a:lnTo>
                  <a:pt x="883814" y="885270"/>
                </a:lnTo>
                <a:lnTo>
                  <a:pt x="883814" y="886010"/>
                </a:lnTo>
                <a:lnTo>
                  <a:pt x="881731" y="886010"/>
                </a:lnTo>
                <a:close/>
                <a:moveTo>
                  <a:pt x="892560" y="885270"/>
                </a:moveTo>
                <a:lnTo>
                  <a:pt x="893393" y="885270"/>
                </a:lnTo>
                <a:lnTo>
                  <a:pt x="893393" y="886010"/>
                </a:lnTo>
                <a:lnTo>
                  <a:pt x="892560" y="886010"/>
                </a:lnTo>
                <a:close/>
                <a:moveTo>
                  <a:pt x="374839" y="885270"/>
                </a:moveTo>
                <a:lnTo>
                  <a:pt x="513120" y="885270"/>
                </a:lnTo>
                <a:lnTo>
                  <a:pt x="513120" y="886751"/>
                </a:lnTo>
                <a:lnTo>
                  <a:pt x="374839" y="886751"/>
                </a:lnTo>
                <a:close/>
                <a:moveTo>
                  <a:pt x="902557" y="886010"/>
                </a:moveTo>
                <a:lnTo>
                  <a:pt x="910054" y="886010"/>
                </a:lnTo>
                <a:lnTo>
                  <a:pt x="910054" y="886751"/>
                </a:lnTo>
                <a:lnTo>
                  <a:pt x="902557" y="886751"/>
                </a:lnTo>
                <a:close/>
                <a:moveTo>
                  <a:pt x="723458" y="884530"/>
                </a:moveTo>
                <a:lnTo>
                  <a:pt x="724291" y="884530"/>
                </a:lnTo>
                <a:lnTo>
                  <a:pt x="724291" y="886751"/>
                </a:lnTo>
                <a:lnTo>
                  <a:pt x="723458" y="886751"/>
                </a:lnTo>
                <a:close/>
                <a:moveTo>
                  <a:pt x="548523" y="886010"/>
                </a:moveTo>
                <a:lnTo>
                  <a:pt x="553105" y="886010"/>
                </a:lnTo>
                <a:lnTo>
                  <a:pt x="553105" y="886751"/>
                </a:lnTo>
                <a:lnTo>
                  <a:pt x="548523" y="886751"/>
                </a:lnTo>
                <a:close/>
                <a:moveTo>
                  <a:pt x="770523" y="886010"/>
                </a:moveTo>
                <a:lnTo>
                  <a:pt x="772189" y="886010"/>
                </a:lnTo>
                <a:lnTo>
                  <a:pt x="772189" y="886751"/>
                </a:lnTo>
                <a:lnTo>
                  <a:pt x="770523" y="886751"/>
                </a:lnTo>
                <a:close/>
                <a:moveTo>
                  <a:pt x="688471" y="886010"/>
                </a:moveTo>
                <a:lnTo>
                  <a:pt x="697217" y="886010"/>
                </a:lnTo>
                <a:lnTo>
                  <a:pt x="697217" y="886751"/>
                </a:lnTo>
                <a:lnTo>
                  <a:pt x="688471" y="886751"/>
                </a:lnTo>
                <a:close/>
                <a:moveTo>
                  <a:pt x="919634" y="886010"/>
                </a:moveTo>
                <a:lnTo>
                  <a:pt x="920467" y="886010"/>
                </a:lnTo>
                <a:lnTo>
                  <a:pt x="920467" y="886751"/>
                </a:lnTo>
                <a:lnTo>
                  <a:pt x="919634" y="886751"/>
                </a:lnTo>
                <a:close/>
                <a:moveTo>
                  <a:pt x="868403" y="885270"/>
                </a:moveTo>
                <a:lnTo>
                  <a:pt x="876317" y="885270"/>
                </a:lnTo>
                <a:lnTo>
                  <a:pt x="876317" y="886751"/>
                </a:lnTo>
                <a:lnTo>
                  <a:pt x="868403" y="886751"/>
                </a:lnTo>
                <a:close/>
                <a:moveTo>
                  <a:pt x="561852" y="886010"/>
                </a:moveTo>
                <a:lnTo>
                  <a:pt x="568932" y="886010"/>
                </a:lnTo>
                <a:lnTo>
                  <a:pt x="568932" y="886751"/>
                </a:lnTo>
                <a:lnTo>
                  <a:pt x="561852" y="886751"/>
                </a:lnTo>
                <a:close/>
                <a:moveTo>
                  <a:pt x="881731" y="886010"/>
                </a:moveTo>
                <a:lnTo>
                  <a:pt x="883397" y="886010"/>
                </a:lnTo>
                <a:lnTo>
                  <a:pt x="883397" y="886751"/>
                </a:lnTo>
                <a:lnTo>
                  <a:pt x="881731" y="886751"/>
                </a:lnTo>
                <a:close/>
                <a:moveTo>
                  <a:pt x="755529" y="881569"/>
                </a:moveTo>
                <a:lnTo>
                  <a:pt x="756362" y="881569"/>
                </a:lnTo>
                <a:lnTo>
                  <a:pt x="756362" y="886751"/>
                </a:lnTo>
                <a:lnTo>
                  <a:pt x="755529" y="886751"/>
                </a:lnTo>
                <a:close/>
                <a:moveTo>
                  <a:pt x="677225" y="886010"/>
                </a:moveTo>
                <a:lnTo>
                  <a:pt x="683056" y="886010"/>
                </a:lnTo>
                <a:lnTo>
                  <a:pt x="683056" y="886751"/>
                </a:lnTo>
                <a:lnTo>
                  <a:pt x="677225" y="886751"/>
                </a:lnTo>
                <a:close/>
                <a:moveTo>
                  <a:pt x="655566" y="883790"/>
                </a:moveTo>
                <a:lnTo>
                  <a:pt x="671394" y="883790"/>
                </a:lnTo>
                <a:lnTo>
                  <a:pt x="671394" y="886751"/>
                </a:lnTo>
                <a:lnTo>
                  <a:pt x="655566" y="886751"/>
                </a:lnTo>
                <a:close/>
                <a:moveTo>
                  <a:pt x="740534" y="881569"/>
                </a:moveTo>
                <a:lnTo>
                  <a:pt x="740951" y="881569"/>
                </a:lnTo>
                <a:lnTo>
                  <a:pt x="740951" y="886751"/>
                </a:lnTo>
                <a:lnTo>
                  <a:pt x="740534" y="886751"/>
                </a:lnTo>
                <a:close/>
                <a:moveTo>
                  <a:pt x="764275" y="881569"/>
                </a:moveTo>
                <a:lnTo>
                  <a:pt x="765108" y="881569"/>
                </a:lnTo>
                <a:lnTo>
                  <a:pt x="765108" y="886751"/>
                </a:lnTo>
                <a:lnTo>
                  <a:pt x="764275" y="886751"/>
                </a:lnTo>
                <a:close/>
                <a:moveTo>
                  <a:pt x="749281" y="881569"/>
                </a:moveTo>
                <a:lnTo>
                  <a:pt x="749698" y="881569"/>
                </a:lnTo>
                <a:lnTo>
                  <a:pt x="749698" y="886751"/>
                </a:lnTo>
                <a:lnTo>
                  <a:pt x="749281" y="886751"/>
                </a:lnTo>
                <a:close/>
                <a:moveTo>
                  <a:pt x="902140" y="886751"/>
                </a:moveTo>
                <a:lnTo>
                  <a:pt x="910470" y="886751"/>
                </a:lnTo>
                <a:lnTo>
                  <a:pt x="910470" y="887491"/>
                </a:lnTo>
                <a:lnTo>
                  <a:pt x="902140" y="887491"/>
                </a:lnTo>
                <a:close/>
                <a:moveTo>
                  <a:pt x="881731" y="886751"/>
                </a:moveTo>
                <a:lnTo>
                  <a:pt x="882981" y="886751"/>
                </a:lnTo>
                <a:lnTo>
                  <a:pt x="882981" y="887491"/>
                </a:lnTo>
                <a:lnTo>
                  <a:pt x="881731" y="887491"/>
                </a:lnTo>
                <a:close/>
                <a:moveTo>
                  <a:pt x="794681" y="885270"/>
                </a:moveTo>
                <a:lnTo>
                  <a:pt x="811758" y="885270"/>
                </a:lnTo>
                <a:lnTo>
                  <a:pt x="811758" y="887491"/>
                </a:lnTo>
                <a:lnTo>
                  <a:pt x="794681" y="887491"/>
                </a:lnTo>
                <a:close/>
                <a:moveTo>
                  <a:pt x="733870" y="883050"/>
                </a:moveTo>
                <a:lnTo>
                  <a:pt x="735120" y="883050"/>
                </a:lnTo>
                <a:lnTo>
                  <a:pt x="735120" y="887491"/>
                </a:lnTo>
                <a:lnTo>
                  <a:pt x="733870" y="887491"/>
                </a:lnTo>
                <a:close/>
                <a:moveTo>
                  <a:pt x="770523" y="886751"/>
                </a:moveTo>
                <a:lnTo>
                  <a:pt x="772606" y="886751"/>
                </a:lnTo>
                <a:lnTo>
                  <a:pt x="772606" y="887491"/>
                </a:lnTo>
                <a:lnTo>
                  <a:pt x="770523" y="887491"/>
                </a:lnTo>
                <a:close/>
                <a:moveTo>
                  <a:pt x="920050" y="886751"/>
                </a:moveTo>
                <a:lnTo>
                  <a:pt x="920467" y="886751"/>
                </a:lnTo>
                <a:lnTo>
                  <a:pt x="920467" y="887491"/>
                </a:lnTo>
                <a:lnTo>
                  <a:pt x="920050" y="887491"/>
                </a:lnTo>
                <a:close/>
                <a:moveTo>
                  <a:pt x="832583" y="881569"/>
                </a:moveTo>
                <a:lnTo>
                  <a:pt x="847161" y="881569"/>
                </a:lnTo>
                <a:lnTo>
                  <a:pt x="847161" y="887491"/>
                </a:lnTo>
                <a:lnTo>
                  <a:pt x="832583" y="887491"/>
                </a:lnTo>
                <a:close/>
                <a:moveTo>
                  <a:pt x="695968" y="886751"/>
                </a:moveTo>
                <a:lnTo>
                  <a:pt x="697217" y="886751"/>
                </a:lnTo>
                <a:lnTo>
                  <a:pt x="697217" y="887491"/>
                </a:lnTo>
                <a:lnTo>
                  <a:pt x="695968" y="887491"/>
                </a:lnTo>
                <a:close/>
                <a:moveTo>
                  <a:pt x="374839" y="886751"/>
                </a:moveTo>
                <a:lnTo>
                  <a:pt x="512704" y="886751"/>
                </a:lnTo>
                <a:lnTo>
                  <a:pt x="512704" y="887491"/>
                </a:lnTo>
                <a:lnTo>
                  <a:pt x="374839" y="887491"/>
                </a:lnTo>
                <a:close/>
                <a:moveTo>
                  <a:pt x="576846" y="886010"/>
                </a:moveTo>
                <a:lnTo>
                  <a:pt x="587259" y="886010"/>
                </a:lnTo>
                <a:lnTo>
                  <a:pt x="587259" y="887491"/>
                </a:lnTo>
                <a:lnTo>
                  <a:pt x="576846" y="887491"/>
                </a:lnTo>
                <a:close/>
                <a:moveTo>
                  <a:pt x="548523" y="886751"/>
                </a:moveTo>
                <a:lnTo>
                  <a:pt x="552688" y="886751"/>
                </a:lnTo>
                <a:lnTo>
                  <a:pt x="552688" y="887491"/>
                </a:lnTo>
                <a:lnTo>
                  <a:pt x="548523" y="887491"/>
                </a:lnTo>
                <a:close/>
                <a:moveTo>
                  <a:pt x="561435" y="886751"/>
                </a:moveTo>
                <a:lnTo>
                  <a:pt x="568516" y="886751"/>
                </a:lnTo>
                <a:lnTo>
                  <a:pt x="568516" y="887491"/>
                </a:lnTo>
                <a:lnTo>
                  <a:pt x="561435" y="887491"/>
                </a:lnTo>
                <a:close/>
                <a:moveTo>
                  <a:pt x="621829" y="877128"/>
                </a:moveTo>
                <a:lnTo>
                  <a:pt x="627660" y="877128"/>
                </a:lnTo>
                <a:lnTo>
                  <a:pt x="627660" y="887491"/>
                </a:lnTo>
                <a:lnTo>
                  <a:pt x="621829" y="887491"/>
                </a:lnTo>
                <a:close/>
                <a:moveTo>
                  <a:pt x="755529" y="886751"/>
                </a:moveTo>
                <a:lnTo>
                  <a:pt x="765108" y="886751"/>
                </a:lnTo>
                <a:lnTo>
                  <a:pt x="765108" y="887491"/>
                </a:lnTo>
                <a:lnTo>
                  <a:pt x="755529" y="887491"/>
                </a:lnTo>
                <a:close/>
                <a:moveTo>
                  <a:pt x="740534" y="886751"/>
                </a:moveTo>
                <a:lnTo>
                  <a:pt x="749698" y="886751"/>
                </a:lnTo>
                <a:lnTo>
                  <a:pt x="749698" y="887491"/>
                </a:lnTo>
                <a:lnTo>
                  <a:pt x="740534" y="887491"/>
                </a:lnTo>
                <a:close/>
                <a:moveTo>
                  <a:pt x="576430" y="887491"/>
                </a:moveTo>
                <a:lnTo>
                  <a:pt x="601420" y="887491"/>
                </a:lnTo>
                <a:lnTo>
                  <a:pt x="601420" y="888231"/>
                </a:lnTo>
                <a:lnTo>
                  <a:pt x="576430" y="888231"/>
                </a:lnTo>
                <a:close/>
                <a:moveTo>
                  <a:pt x="901724" y="887491"/>
                </a:moveTo>
                <a:lnTo>
                  <a:pt x="910470" y="887491"/>
                </a:lnTo>
                <a:lnTo>
                  <a:pt x="910470" y="888231"/>
                </a:lnTo>
                <a:lnTo>
                  <a:pt x="901724" y="888231"/>
                </a:lnTo>
                <a:close/>
                <a:moveTo>
                  <a:pt x="867986" y="886751"/>
                </a:moveTo>
                <a:lnTo>
                  <a:pt x="875900" y="886751"/>
                </a:lnTo>
                <a:lnTo>
                  <a:pt x="875900" y="888231"/>
                </a:lnTo>
                <a:lnTo>
                  <a:pt x="867986" y="888231"/>
                </a:lnTo>
                <a:close/>
                <a:moveTo>
                  <a:pt x="755529" y="887491"/>
                </a:moveTo>
                <a:lnTo>
                  <a:pt x="773022" y="887491"/>
                </a:lnTo>
                <a:lnTo>
                  <a:pt x="773022" y="888231"/>
                </a:lnTo>
                <a:lnTo>
                  <a:pt x="755529" y="888231"/>
                </a:lnTo>
                <a:close/>
                <a:moveTo>
                  <a:pt x="374839" y="887491"/>
                </a:moveTo>
                <a:lnTo>
                  <a:pt x="512287" y="887491"/>
                </a:lnTo>
                <a:lnTo>
                  <a:pt x="512287" y="888231"/>
                </a:lnTo>
                <a:lnTo>
                  <a:pt x="374839" y="888231"/>
                </a:lnTo>
                <a:close/>
                <a:moveTo>
                  <a:pt x="561019" y="887491"/>
                </a:moveTo>
                <a:lnTo>
                  <a:pt x="568099" y="887491"/>
                </a:lnTo>
                <a:lnTo>
                  <a:pt x="568099" y="888231"/>
                </a:lnTo>
                <a:lnTo>
                  <a:pt x="561019" y="888231"/>
                </a:lnTo>
                <a:close/>
                <a:moveTo>
                  <a:pt x="548523" y="887491"/>
                </a:moveTo>
                <a:lnTo>
                  <a:pt x="552272" y="887491"/>
                </a:lnTo>
                <a:lnTo>
                  <a:pt x="552272" y="888231"/>
                </a:lnTo>
                <a:lnTo>
                  <a:pt x="548523" y="888231"/>
                </a:lnTo>
                <a:close/>
                <a:moveTo>
                  <a:pt x="733870" y="887491"/>
                </a:moveTo>
                <a:lnTo>
                  <a:pt x="749698" y="887491"/>
                </a:lnTo>
                <a:lnTo>
                  <a:pt x="749698" y="888231"/>
                </a:lnTo>
                <a:lnTo>
                  <a:pt x="733870" y="888231"/>
                </a:lnTo>
                <a:close/>
                <a:moveTo>
                  <a:pt x="881731" y="887491"/>
                </a:moveTo>
                <a:lnTo>
                  <a:pt x="882564" y="887491"/>
                </a:lnTo>
                <a:lnTo>
                  <a:pt x="882564" y="888231"/>
                </a:lnTo>
                <a:lnTo>
                  <a:pt x="881731" y="888231"/>
                </a:lnTo>
                <a:close/>
                <a:moveTo>
                  <a:pt x="548523" y="888231"/>
                </a:moveTo>
                <a:lnTo>
                  <a:pt x="551855" y="888231"/>
                </a:lnTo>
                <a:lnTo>
                  <a:pt x="551855" y="888971"/>
                </a:lnTo>
                <a:lnTo>
                  <a:pt x="548523" y="888971"/>
                </a:lnTo>
                <a:close/>
                <a:moveTo>
                  <a:pt x="765108" y="888231"/>
                </a:moveTo>
                <a:lnTo>
                  <a:pt x="773439" y="888231"/>
                </a:lnTo>
                <a:lnTo>
                  <a:pt x="773439" y="888971"/>
                </a:lnTo>
                <a:lnTo>
                  <a:pt x="765108" y="888971"/>
                </a:lnTo>
                <a:close/>
                <a:moveTo>
                  <a:pt x="701799" y="886010"/>
                </a:moveTo>
                <a:lnTo>
                  <a:pt x="703882" y="886010"/>
                </a:lnTo>
                <a:lnTo>
                  <a:pt x="703882" y="888971"/>
                </a:lnTo>
                <a:lnTo>
                  <a:pt x="701799" y="888971"/>
                </a:lnTo>
                <a:close/>
                <a:moveTo>
                  <a:pt x="881731" y="888231"/>
                </a:moveTo>
                <a:lnTo>
                  <a:pt x="882148" y="888231"/>
                </a:lnTo>
                <a:lnTo>
                  <a:pt x="882148" y="888971"/>
                </a:lnTo>
                <a:lnTo>
                  <a:pt x="881731" y="888971"/>
                </a:lnTo>
                <a:close/>
                <a:moveTo>
                  <a:pt x="919217" y="888231"/>
                </a:moveTo>
                <a:lnTo>
                  <a:pt x="919634" y="888231"/>
                </a:lnTo>
                <a:lnTo>
                  <a:pt x="919634" y="888971"/>
                </a:lnTo>
                <a:lnTo>
                  <a:pt x="919217" y="888971"/>
                </a:lnTo>
                <a:close/>
                <a:moveTo>
                  <a:pt x="723041" y="886751"/>
                </a:moveTo>
                <a:lnTo>
                  <a:pt x="723874" y="886751"/>
                </a:lnTo>
                <a:lnTo>
                  <a:pt x="723874" y="888971"/>
                </a:lnTo>
                <a:lnTo>
                  <a:pt x="723041" y="888971"/>
                </a:lnTo>
                <a:close/>
                <a:moveTo>
                  <a:pt x="900891" y="888231"/>
                </a:moveTo>
                <a:lnTo>
                  <a:pt x="911303" y="888231"/>
                </a:lnTo>
                <a:lnTo>
                  <a:pt x="911303" y="888971"/>
                </a:lnTo>
                <a:lnTo>
                  <a:pt x="900891" y="888971"/>
                </a:lnTo>
                <a:close/>
                <a:moveTo>
                  <a:pt x="576013" y="888231"/>
                </a:moveTo>
                <a:lnTo>
                  <a:pt x="601004" y="888231"/>
                </a:lnTo>
                <a:lnTo>
                  <a:pt x="601004" y="888971"/>
                </a:lnTo>
                <a:lnTo>
                  <a:pt x="576013" y="888971"/>
                </a:lnTo>
                <a:close/>
                <a:moveTo>
                  <a:pt x="560602" y="888231"/>
                </a:moveTo>
                <a:lnTo>
                  <a:pt x="567683" y="888231"/>
                </a:lnTo>
                <a:lnTo>
                  <a:pt x="567683" y="888971"/>
                </a:lnTo>
                <a:lnTo>
                  <a:pt x="560602" y="888971"/>
                </a:lnTo>
                <a:close/>
                <a:moveTo>
                  <a:pt x="918801" y="888971"/>
                </a:moveTo>
                <a:lnTo>
                  <a:pt x="919634" y="888971"/>
                </a:lnTo>
                <a:lnTo>
                  <a:pt x="919634" y="889711"/>
                </a:lnTo>
                <a:lnTo>
                  <a:pt x="918801" y="889711"/>
                </a:lnTo>
                <a:close/>
                <a:moveTo>
                  <a:pt x="695968" y="887491"/>
                </a:moveTo>
                <a:lnTo>
                  <a:pt x="696801" y="887491"/>
                </a:lnTo>
                <a:lnTo>
                  <a:pt x="696801" y="889711"/>
                </a:lnTo>
                <a:lnTo>
                  <a:pt x="695968" y="889711"/>
                </a:lnTo>
                <a:close/>
                <a:moveTo>
                  <a:pt x="722624" y="888971"/>
                </a:moveTo>
                <a:lnTo>
                  <a:pt x="723874" y="888971"/>
                </a:lnTo>
                <a:lnTo>
                  <a:pt x="723874" y="889711"/>
                </a:lnTo>
                <a:lnTo>
                  <a:pt x="722624" y="889711"/>
                </a:lnTo>
                <a:close/>
                <a:moveTo>
                  <a:pt x="548523" y="888971"/>
                </a:moveTo>
                <a:lnTo>
                  <a:pt x="551022" y="888971"/>
                </a:lnTo>
                <a:lnTo>
                  <a:pt x="551022" y="889711"/>
                </a:lnTo>
                <a:lnTo>
                  <a:pt x="548523" y="889711"/>
                </a:lnTo>
                <a:close/>
                <a:moveTo>
                  <a:pt x="575597" y="888971"/>
                </a:moveTo>
                <a:lnTo>
                  <a:pt x="601004" y="888971"/>
                </a:lnTo>
                <a:lnTo>
                  <a:pt x="601004" y="889711"/>
                </a:lnTo>
                <a:lnTo>
                  <a:pt x="575597" y="889711"/>
                </a:lnTo>
                <a:close/>
                <a:moveTo>
                  <a:pt x="900474" y="888971"/>
                </a:moveTo>
                <a:lnTo>
                  <a:pt x="911720" y="888971"/>
                </a:lnTo>
                <a:lnTo>
                  <a:pt x="911720" y="889711"/>
                </a:lnTo>
                <a:lnTo>
                  <a:pt x="900474" y="889711"/>
                </a:lnTo>
                <a:close/>
                <a:moveTo>
                  <a:pt x="560186" y="888971"/>
                </a:moveTo>
                <a:lnTo>
                  <a:pt x="567683" y="888971"/>
                </a:lnTo>
                <a:lnTo>
                  <a:pt x="567683" y="889711"/>
                </a:lnTo>
                <a:lnTo>
                  <a:pt x="560186" y="889711"/>
                </a:lnTo>
                <a:close/>
                <a:moveTo>
                  <a:pt x="867570" y="888231"/>
                </a:moveTo>
                <a:lnTo>
                  <a:pt x="875900" y="888231"/>
                </a:lnTo>
                <a:lnTo>
                  <a:pt x="875900" y="889711"/>
                </a:lnTo>
                <a:lnTo>
                  <a:pt x="867570" y="889711"/>
                </a:lnTo>
                <a:close/>
                <a:moveTo>
                  <a:pt x="900058" y="889711"/>
                </a:moveTo>
                <a:lnTo>
                  <a:pt x="912136" y="889711"/>
                </a:lnTo>
                <a:lnTo>
                  <a:pt x="912136" y="890452"/>
                </a:lnTo>
                <a:lnTo>
                  <a:pt x="900058" y="890452"/>
                </a:lnTo>
                <a:close/>
                <a:moveTo>
                  <a:pt x="655566" y="886751"/>
                </a:moveTo>
                <a:lnTo>
                  <a:pt x="662231" y="886751"/>
                </a:lnTo>
                <a:lnTo>
                  <a:pt x="662231" y="890452"/>
                </a:lnTo>
                <a:lnTo>
                  <a:pt x="655566" y="890452"/>
                </a:lnTo>
                <a:close/>
                <a:moveTo>
                  <a:pt x="867153" y="889711"/>
                </a:moveTo>
                <a:lnTo>
                  <a:pt x="875900" y="889711"/>
                </a:lnTo>
                <a:lnTo>
                  <a:pt x="875900" y="890452"/>
                </a:lnTo>
                <a:lnTo>
                  <a:pt x="867153" y="890452"/>
                </a:lnTo>
                <a:close/>
                <a:moveTo>
                  <a:pt x="613915" y="887491"/>
                </a:moveTo>
                <a:lnTo>
                  <a:pt x="627660" y="887491"/>
                </a:lnTo>
                <a:lnTo>
                  <a:pt x="627660" y="890452"/>
                </a:lnTo>
                <a:lnTo>
                  <a:pt x="613915" y="890452"/>
                </a:lnTo>
                <a:close/>
                <a:moveTo>
                  <a:pt x="559769" y="889711"/>
                </a:moveTo>
                <a:lnTo>
                  <a:pt x="567266" y="889711"/>
                </a:lnTo>
                <a:lnTo>
                  <a:pt x="567266" y="890452"/>
                </a:lnTo>
                <a:lnTo>
                  <a:pt x="559769" y="890452"/>
                </a:lnTo>
                <a:close/>
                <a:moveTo>
                  <a:pt x="862572" y="889711"/>
                </a:moveTo>
                <a:lnTo>
                  <a:pt x="862988" y="889711"/>
                </a:lnTo>
                <a:lnTo>
                  <a:pt x="862988" y="890452"/>
                </a:lnTo>
                <a:lnTo>
                  <a:pt x="862572" y="890452"/>
                </a:lnTo>
                <a:close/>
                <a:moveTo>
                  <a:pt x="575597" y="889711"/>
                </a:moveTo>
                <a:lnTo>
                  <a:pt x="600587" y="889711"/>
                </a:lnTo>
                <a:lnTo>
                  <a:pt x="600587" y="890452"/>
                </a:lnTo>
                <a:lnTo>
                  <a:pt x="575597" y="890452"/>
                </a:lnTo>
                <a:close/>
                <a:moveTo>
                  <a:pt x="765108" y="888971"/>
                </a:moveTo>
                <a:lnTo>
                  <a:pt x="773855" y="888971"/>
                </a:lnTo>
                <a:lnTo>
                  <a:pt x="773855" y="890452"/>
                </a:lnTo>
                <a:lnTo>
                  <a:pt x="765108" y="890452"/>
                </a:lnTo>
                <a:close/>
                <a:moveTo>
                  <a:pt x="749281" y="888231"/>
                </a:moveTo>
                <a:lnTo>
                  <a:pt x="749698" y="888231"/>
                </a:lnTo>
                <a:lnTo>
                  <a:pt x="749698" y="890452"/>
                </a:lnTo>
                <a:lnTo>
                  <a:pt x="749281" y="890452"/>
                </a:lnTo>
                <a:close/>
                <a:moveTo>
                  <a:pt x="755529" y="888231"/>
                </a:moveTo>
                <a:lnTo>
                  <a:pt x="756362" y="888231"/>
                </a:lnTo>
                <a:lnTo>
                  <a:pt x="756362" y="890452"/>
                </a:lnTo>
                <a:lnTo>
                  <a:pt x="755529" y="890452"/>
                </a:lnTo>
                <a:close/>
                <a:moveTo>
                  <a:pt x="695968" y="889711"/>
                </a:moveTo>
                <a:lnTo>
                  <a:pt x="697217" y="889711"/>
                </a:lnTo>
                <a:lnTo>
                  <a:pt x="697217" y="890452"/>
                </a:lnTo>
                <a:lnTo>
                  <a:pt x="695968" y="890452"/>
                </a:lnTo>
                <a:close/>
                <a:moveTo>
                  <a:pt x="881731" y="888971"/>
                </a:moveTo>
                <a:lnTo>
                  <a:pt x="882564" y="888971"/>
                </a:lnTo>
                <a:lnTo>
                  <a:pt x="882564" y="890452"/>
                </a:lnTo>
                <a:lnTo>
                  <a:pt x="881731" y="890452"/>
                </a:lnTo>
                <a:close/>
                <a:moveTo>
                  <a:pt x="918384" y="889711"/>
                </a:moveTo>
                <a:lnTo>
                  <a:pt x="920050" y="889711"/>
                </a:lnTo>
                <a:lnTo>
                  <a:pt x="920050" y="890452"/>
                </a:lnTo>
                <a:lnTo>
                  <a:pt x="918384" y="890452"/>
                </a:lnTo>
                <a:close/>
                <a:moveTo>
                  <a:pt x="775938" y="889711"/>
                </a:moveTo>
                <a:lnTo>
                  <a:pt x="776354" y="889711"/>
                </a:lnTo>
                <a:lnTo>
                  <a:pt x="776354" y="890452"/>
                </a:lnTo>
                <a:lnTo>
                  <a:pt x="775938" y="890452"/>
                </a:lnTo>
                <a:close/>
                <a:moveTo>
                  <a:pt x="374839" y="888231"/>
                </a:moveTo>
                <a:lnTo>
                  <a:pt x="511871" y="888231"/>
                </a:lnTo>
                <a:lnTo>
                  <a:pt x="511871" y="890452"/>
                </a:lnTo>
                <a:lnTo>
                  <a:pt x="374839" y="890452"/>
                </a:lnTo>
                <a:close/>
                <a:moveTo>
                  <a:pt x="548523" y="889711"/>
                </a:moveTo>
                <a:lnTo>
                  <a:pt x="550606" y="889711"/>
                </a:lnTo>
                <a:lnTo>
                  <a:pt x="550606" y="890452"/>
                </a:lnTo>
                <a:lnTo>
                  <a:pt x="548523" y="890452"/>
                </a:lnTo>
                <a:close/>
                <a:moveTo>
                  <a:pt x="753863" y="890452"/>
                </a:moveTo>
                <a:lnTo>
                  <a:pt x="756362" y="890452"/>
                </a:lnTo>
                <a:lnTo>
                  <a:pt x="756362" y="891192"/>
                </a:lnTo>
                <a:lnTo>
                  <a:pt x="753863" y="891192"/>
                </a:lnTo>
                <a:close/>
                <a:moveTo>
                  <a:pt x="899641" y="890452"/>
                </a:moveTo>
                <a:lnTo>
                  <a:pt x="912553" y="890452"/>
                </a:lnTo>
                <a:lnTo>
                  <a:pt x="912553" y="891192"/>
                </a:lnTo>
                <a:lnTo>
                  <a:pt x="899641" y="891192"/>
                </a:lnTo>
                <a:close/>
                <a:moveTo>
                  <a:pt x="862572" y="890452"/>
                </a:moveTo>
                <a:lnTo>
                  <a:pt x="863821" y="890452"/>
                </a:lnTo>
                <a:lnTo>
                  <a:pt x="863821" y="891192"/>
                </a:lnTo>
                <a:lnTo>
                  <a:pt x="862572" y="891192"/>
                </a:lnTo>
                <a:close/>
                <a:moveTo>
                  <a:pt x="695968" y="890452"/>
                </a:moveTo>
                <a:lnTo>
                  <a:pt x="698050" y="890452"/>
                </a:lnTo>
                <a:lnTo>
                  <a:pt x="698050" y="891192"/>
                </a:lnTo>
                <a:lnTo>
                  <a:pt x="695968" y="891192"/>
                </a:lnTo>
                <a:close/>
                <a:moveTo>
                  <a:pt x="866737" y="890452"/>
                </a:moveTo>
                <a:lnTo>
                  <a:pt x="869236" y="890452"/>
                </a:lnTo>
                <a:lnTo>
                  <a:pt x="869236" y="891192"/>
                </a:lnTo>
                <a:lnTo>
                  <a:pt x="866737" y="891192"/>
                </a:lnTo>
                <a:close/>
                <a:moveTo>
                  <a:pt x="575180" y="890452"/>
                </a:moveTo>
                <a:lnTo>
                  <a:pt x="600171" y="890452"/>
                </a:lnTo>
                <a:lnTo>
                  <a:pt x="600171" y="891192"/>
                </a:lnTo>
                <a:lnTo>
                  <a:pt x="575180" y="891192"/>
                </a:lnTo>
                <a:close/>
                <a:moveTo>
                  <a:pt x="917968" y="890452"/>
                </a:moveTo>
                <a:lnTo>
                  <a:pt x="920050" y="890452"/>
                </a:lnTo>
                <a:lnTo>
                  <a:pt x="920050" y="891192"/>
                </a:lnTo>
                <a:lnTo>
                  <a:pt x="917968" y="891192"/>
                </a:lnTo>
                <a:close/>
                <a:moveTo>
                  <a:pt x="775521" y="890452"/>
                </a:moveTo>
                <a:lnTo>
                  <a:pt x="776354" y="890452"/>
                </a:lnTo>
                <a:lnTo>
                  <a:pt x="776354" y="891192"/>
                </a:lnTo>
                <a:lnTo>
                  <a:pt x="775521" y="891192"/>
                </a:lnTo>
                <a:close/>
                <a:moveTo>
                  <a:pt x="749281" y="890452"/>
                </a:moveTo>
                <a:lnTo>
                  <a:pt x="751780" y="890452"/>
                </a:lnTo>
                <a:lnTo>
                  <a:pt x="751780" y="891192"/>
                </a:lnTo>
                <a:lnTo>
                  <a:pt x="749281" y="891192"/>
                </a:lnTo>
                <a:close/>
                <a:moveTo>
                  <a:pt x="548523" y="890452"/>
                </a:moveTo>
                <a:lnTo>
                  <a:pt x="550189" y="890452"/>
                </a:lnTo>
                <a:lnTo>
                  <a:pt x="550189" y="891192"/>
                </a:lnTo>
                <a:lnTo>
                  <a:pt x="548523" y="891192"/>
                </a:lnTo>
                <a:close/>
                <a:moveTo>
                  <a:pt x="869652" y="890452"/>
                </a:moveTo>
                <a:lnTo>
                  <a:pt x="875900" y="890452"/>
                </a:lnTo>
                <a:lnTo>
                  <a:pt x="875900" y="891192"/>
                </a:lnTo>
                <a:lnTo>
                  <a:pt x="869652" y="891192"/>
                </a:lnTo>
                <a:close/>
                <a:moveTo>
                  <a:pt x="765108" y="890452"/>
                </a:moveTo>
                <a:lnTo>
                  <a:pt x="774272" y="890452"/>
                </a:lnTo>
                <a:lnTo>
                  <a:pt x="774272" y="891192"/>
                </a:lnTo>
                <a:lnTo>
                  <a:pt x="765108" y="891192"/>
                </a:lnTo>
                <a:close/>
                <a:moveTo>
                  <a:pt x="559353" y="890452"/>
                </a:moveTo>
                <a:lnTo>
                  <a:pt x="566850" y="890452"/>
                </a:lnTo>
                <a:lnTo>
                  <a:pt x="566850" y="891192"/>
                </a:lnTo>
                <a:lnTo>
                  <a:pt x="559353" y="891192"/>
                </a:lnTo>
                <a:close/>
                <a:moveTo>
                  <a:pt x="722624" y="889711"/>
                </a:moveTo>
                <a:lnTo>
                  <a:pt x="723458" y="889711"/>
                </a:lnTo>
                <a:lnTo>
                  <a:pt x="723458" y="891192"/>
                </a:lnTo>
                <a:lnTo>
                  <a:pt x="722624" y="891192"/>
                </a:lnTo>
                <a:close/>
                <a:moveTo>
                  <a:pt x="749281" y="891192"/>
                </a:moveTo>
                <a:lnTo>
                  <a:pt x="750947" y="891192"/>
                </a:lnTo>
                <a:lnTo>
                  <a:pt x="750947" y="891932"/>
                </a:lnTo>
                <a:lnTo>
                  <a:pt x="749281" y="891932"/>
                </a:lnTo>
                <a:close/>
                <a:moveTo>
                  <a:pt x="722208" y="891192"/>
                </a:moveTo>
                <a:lnTo>
                  <a:pt x="723458" y="891192"/>
                </a:lnTo>
                <a:lnTo>
                  <a:pt x="723458" y="891932"/>
                </a:lnTo>
                <a:lnTo>
                  <a:pt x="722208" y="891932"/>
                </a:lnTo>
                <a:close/>
                <a:moveTo>
                  <a:pt x="765108" y="891192"/>
                </a:moveTo>
                <a:lnTo>
                  <a:pt x="774688" y="891192"/>
                </a:lnTo>
                <a:lnTo>
                  <a:pt x="774688" y="891932"/>
                </a:lnTo>
                <a:lnTo>
                  <a:pt x="765108" y="891932"/>
                </a:lnTo>
                <a:close/>
                <a:moveTo>
                  <a:pt x="881731" y="890452"/>
                </a:moveTo>
                <a:lnTo>
                  <a:pt x="882981" y="890452"/>
                </a:lnTo>
                <a:lnTo>
                  <a:pt x="882981" y="891932"/>
                </a:lnTo>
                <a:lnTo>
                  <a:pt x="881731" y="891932"/>
                </a:lnTo>
                <a:close/>
                <a:moveTo>
                  <a:pt x="701382" y="888971"/>
                </a:moveTo>
                <a:lnTo>
                  <a:pt x="703882" y="888971"/>
                </a:lnTo>
                <a:lnTo>
                  <a:pt x="703882" y="891932"/>
                </a:lnTo>
                <a:lnTo>
                  <a:pt x="701382" y="891932"/>
                </a:lnTo>
                <a:close/>
                <a:moveTo>
                  <a:pt x="862572" y="891192"/>
                </a:moveTo>
                <a:lnTo>
                  <a:pt x="864238" y="891192"/>
                </a:lnTo>
                <a:lnTo>
                  <a:pt x="864238" y="891932"/>
                </a:lnTo>
                <a:lnTo>
                  <a:pt x="862572" y="891932"/>
                </a:lnTo>
                <a:close/>
                <a:moveTo>
                  <a:pt x="374839" y="890452"/>
                </a:moveTo>
                <a:lnTo>
                  <a:pt x="512287" y="890452"/>
                </a:lnTo>
                <a:lnTo>
                  <a:pt x="512287" y="891932"/>
                </a:lnTo>
                <a:lnTo>
                  <a:pt x="374839" y="891932"/>
                </a:lnTo>
                <a:close/>
                <a:moveTo>
                  <a:pt x="558936" y="891192"/>
                </a:moveTo>
                <a:lnTo>
                  <a:pt x="566433" y="891192"/>
                </a:lnTo>
                <a:lnTo>
                  <a:pt x="566433" y="891932"/>
                </a:lnTo>
                <a:lnTo>
                  <a:pt x="558936" y="891932"/>
                </a:lnTo>
                <a:close/>
                <a:moveTo>
                  <a:pt x="870069" y="891192"/>
                </a:moveTo>
                <a:lnTo>
                  <a:pt x="875900" y="891192"/>
                </a:lnTo>
                <a:lnTo>
                  <a:pt x="875900" y="891932"/>
                </a:lnTo>
                <a:lnTo>
                  <a:pt x="870069" y="891932"/>
                </a:lnTo>
                <a:close/>
                <a:moveTo>
                  <a:pt x="754696" y="891192"/>
                </a:moveTo>
                <a:lnTo>
                  <a:pt x="756362" y="891192"/>
                </a:lnTo>
                <a:lnTo>
                  <a:pt x="756362" y="891932"/>
                </a:lnTo>
                <a:lnTo>
                  <a:pt x="754696" y="891932"/>
                </a:lnTo>
                <a:close/>
                <a:moveTo>
                  <a:pt x="892560" y="891192"/>
                </a:moveTo>
                <a:lnTo>
                  <a:pt x="892977" y="891192"/>
                </a:lnTo>
                <a:lnTo>
                  <a:pt x="892977" y="891932"/>
                </a:lnTo>
                <a:lnTo>
                  <a:pt x="892560" y="891932"/>
                </a:lnTo>
                <a:close/>
                <a:moveTo>
                  <a:pt x="898808" y="891192"/>
                </a:moveTo>
                <a:lnTo>
                  <a:pt x="912969" y="891192"/>
                </a:lnTo>
                <a:lnTo>
                  <a:pt x="912969" y="891932"/>
                </a:lnTo>
                <a:lnTo>
                  <a:pt x="898808" y="891932"/>
                </a:lnTo>
                <a:close/>
                <a:moveTo>
                  <a:pt x="775105" y="891192"/>
                </a:moveTo>
                <a:lnTo>
                  <a:pt x="776354" y="891192"/>
                </a:lnTo>
                <a:lnTo>
                  <a:pt x="776354" y="891932"/>
                </a:lnTo>
                <a:lnTo>
                  <a:pt x="775105" y="891932"/>
                </a:lnTo>
                <a:close/>
                <a:moveTo>
                  <a:pt x="695968" y="891192"/>
                </a:moveTo>
                <a:lnTo>
                  <a:pt x="698467" y="891192"/>
                </a:lnTo>
                <a:lnTo>
                  <a:pt x="698467" y="891932"/>
                </a:lnTo>
                <a:lnTo>
                  <a:pt x="695968" y="891932"/>
                </a:lnTo>
                <a:close/>
                <a:moveTo>
                  <a:pt x="866737" y="891192"/>
                </a:moveTo>
                <a:lnTo>
                  <a:pt x="868403" y="891192"/>
                </a:lnTo>
                <a:lnTo>
                  <a:pt x="868403" y="891932"/>
                </a:lnTo>
                <a:lnTo>
                  <a:pt x="866737" y="891932"/>
                </a:lnTo>
                <a:close/>
                <a:moveTo>
                  <a:pt x="613915" y="890452"/>
                </a:moveTo>
                <a:lnTo>
                  <a:pt x="662231" y="890452"/>
                </a:lnTo>
                <a:lnTo>
                  <a:pt x="662231" y="891932"/>
                </a:lnTo>
                <a:lnTo>
                  <a:pt x="613915" y="891932"/>
                </a:lnTo>
                <a:close/>
                <a:moveTo>
                  <a:pt x="917968" y="891192"/>
                </a:moveTo>
                <a:lnTo>
                  <a:pt x="920467" y="891192"/>
                </a:lnTo>
                <a:lnTo>
                  <a:pt x="920467" y="891932"/>
                </a:lnTo>
                <a:lnTo>
                  <a:pt x="917968" y="891932"/>
                </a:lnTo>
                <a:close/>
                <a:moveTo>
                  <a:pt x="574764" y="891192"/>
                </a:moveTo>
                <a:lnTo>
                  <a:pt x="600171" y="891192"/>
                </a:lnTo>
                <a:lnTo>
                  <a:pt x="600171" y="891932"/>
                </a:lnTo>
                <a:lnTo>
                  <a:pt x="574764" y="891932"/>
                </a:lnTo>
                <a:close/>
                <a:moveTo>
                  <a:pt x="548523" y="891192"/>
                </a:moveTo>
                <a:lnTo>
                  <a:pt x="549356" y="891192"/>
                </a:lnTo>
                <a:lnTo>
                  <a:pt x="549356" y="892672"/>
                </a:lnTo>
                <a:lnTo>
                  <a:pt x="548523" y="892672"/>
                </a:lnTo>
                <a:close/>
                <a:moveTo>
                  <a:pt x="558520" y="891932"/>
                </a:moveTo>
                <a:lnTo>
                  <a:pt x="566017" y="891932"/>
                </a:lnTo>
                <a:lnTo>
                  <a:pt x="566017" y="892672"/>
                </a:lnTo>
                <a:lnTo>
                  <a:pt x="558520" y="892672"/>
                </a:lnTo>
                <a:close/>
                <a:moveTo>
                  <a:pt x="574347" y="891932"/>
                </a:moveTo>
                <a:lnTo>
                  <a:pt x="599754" y="891932"/>
                </a:lnTo>
                <a:lnTo>
                  <a:pt x="599754" y="892672"/>
                </a:lnTo>
                <a:lnTo>
                  <a:pt x="574347" y="892672"/>
                </a:lnTo>
                <a:close/>
                <a:moveTo>
                  <a:pt x="749281" y="891932"/>
                </a:moveTo>
                <a:lnTo>
                  <a:pt x="750114" y="891932"/>
                </a:lnTo>
                <a:lnTo>
                  <a:pt x="750114" y="892672"/>
                </a:lnTo>
                <a:lnTo>
                  <a:pt x="749281" y="892672"/>
                </a:lnTo>
                <a:close/>
                <a:moveTo>
                  <a:pt x="695968" y="891932"/>
                </a:moveTo>
                <a:lnTo>
                  <a:pt x="699300" y="891932"/>
                </a:lnTo>
                <a:lnTo>
                  <a:pt x="699300" y="892672"/>
                </a:lnTo>
                <a:lnTo>
                  <a:pt x="695968" y="892672"/>
                </a:lnTo>
                <a:close/>
                <a:moveTo>
                  <a:pt x="607251" y="891932"/>
                </a:moveTo>
                <a:lnTo>
                  <a:pt x="607668" y="891932"/>
                </a:lnTo>
                <a:lnTo>
                  <a:pt x="607668" y="892672"/>
                </a:lnTo>
                <a:lnTo>
                  <a:pt x="607251" y="892672"/>
                </a:lnTo>
                <a:close/>
                <a:moveTo>
                  <a:pt x="755112" y="891932"/>
                </a:moveTo>
                <a:lnTo>
                  <a:pt x="756362" y="891932"/>
                </a:lnTo>
                <a:lnTo>
                  <a:pt x="756362" y="892672"/>
                </a:lnTo>
                <a:lnTo>
                  <a:pt x="755112" y="892672"/>
                </a:lnTo>
                <a:close/>
                <a:moveTo>
                  <a:pt x="862572" y="891932"/>
                </a:moveTo>
                <a:lnTo>
                  <a:pt x="864654" y="891932"/>
                </a:lnTo>
                <a:lnTo>
                  <a:pt x="864654" y="892672"/>
                </a:lnTo>
                <a:lnTo>
                  <a:pt x="862572" y="892672"/>
                </a:lnTo>
                <a:close/>
                <a:moveTo>
                  <a:pt x="917551" y="891932"/>
                </a:moveTo>
                <a:lnTo>
                  <a:pt x="920467" y="891932"/>
                </a:lnTo>
                <a:lnTo>
                  <a:pt x="920467" y="892672"/>
                </a:lnTo>
                <a:lnTo>
                  <a:pt x="917551" y="892672"/>
                </a:lnTo>
                <a:close/>
                <a:moveTo>
                  <a:pt x="866320" y="891932"/>
                </a:moveTo>
                <a:lnTo>
                  <a:pt x="867570" y="891932"/>
                </a:lnTo>
                <a:lnTo>
                  <a:pt x="867570" y="892672"/>
                </a:lnTo>
                <a:lnTo>
                  <a:pt x="866320" y="892672"/>
                </a:lnTo>
                <a:close/>
                <a:moveTo>
                  <a:pt x="573930" y="892672"/>
                </a:moveTo>
                <a:lnTo>
                  <a:pt x="599338" y="892672"/>
                </a:lnTo>
                <a:lnTo>
                  <a:pt x="599338" y="893412"/>
                </a:lnTo>
                <a:lnTo>
                  <a:pt x="573930" y="893412"/>
                </a:lnTo>
                <a:close/>
                <a:moveTo>
                  <a:pt x="881315" y="891932"/>
                </a:moveTo>
                <a:lnTo>
                  <a:pt x="883397" y="891932"/>
                </a:lnTo>
                <a:lnTo>
                  <a:pt x="883397" y="893412"/>
                </a:lnTo>
                <a:lnTo>
                  <a:pt x="881315" y="893412"/>
                </a:lnTo>
                <a:close/>
                <a:moveTo>
                  <a:pt x="917135" y="892672"/>
                </a:moveTo>
                <a:lnTo>
                  <a:pt x="920883" y="892672"/>
                </a:lnTo>
                <a:lnTo>
                  <a:pt x="920883" y="893412"/>
                </a:lnTo>
                <a:lnTo>
                  <a:pt x="917135" y="893412"/>
                </a:lnTo>
                <a:close/>
                <a:moveTo>
                  <a:pt x="865904" y="892672"/>
                </a:moveTo>
                <a:lnTo>
                  <a:pt x="866737" y="892672"/>
                </a:lnTo>
                <a:lnTo>
                  <a:pt x="866737" y="893412"/>
                </a:lnTo>
                <a:lnTo>
                  <a:pt x="865904" y="893412"/>
                </a:lnTo>
                <a:close/>
                <a:moveTo>
                  <a:pt x="862572" y="892672"/>
                </a:moveTo>
                <a:lnTo>
                  <a:pt x="865487" y="892672"/>
                </a:lnTo>
                <a:lnTo>
                  <a:pt x="865487" y="893412"/>
                </a:lnTo>
                <a:lnTo>
                  <a:pt x="862572" y="893412"/>
                </a:lnTo>
                <a:close/>
                <a:moveTo>
                  <a:pt x="548523" y="892672"/>
                </a:moveTo>
                <a:lnTo>
                  <a:pt x="549773" y="892672"/>
                </a:lnTo>
                <a:lnTo>
                  <a:pt x="549773" y="893412"/>
                </a:lnTo>
                <a:lnTo>
                  <a:pt x="548523" y="893412"/>
                </a:lnTo>
                <a:close/>
                <a:moveTo>
                  <a:pt x="700966" y="891932"/>
                </a:moveTo>
                <a:lnTo>
                  <a:pt x="703882" y="891932"/>
                </a:lnTo>
                <a:lnTo>
                  <a:pt x="703882" y="893412"/>
                </a:lnTo>
                <a:lnTo>
                  <a:pt x="700966" y="893412"/>
                </a:lnTo>
                <a:close/>
                <a:moveTo>
                  <a:pt x="870485" y="891932"/>
                </a:moveTo>
                <a:lnTo>
                  <a:pt x="875900" y="891932"/>
                </a:lnTo>
                <a:lnTo>
                  <a:pt x="875900" y="893412"/>
                </a:lnTo>
                <a:lnTo>
                  <a:pt x="870485" y="893412"/>
                </a:lnTo>
                <a:close/>
                <a:moveTo>
                  <a:pt x="722208" y="891932"/>
                </a:moveTo>
                <a:lnTo>
                  <a:pt x="723041" y="891932"/>
                </a:lnTo>
                <a:lnTo>
                  <a:pt x="723041" y="893412"/>
                </a:lnTo>
                <a:lnTo>
                  <a:pt x="722208" y="893412"/>
                </a:lnTo>
                <a:close/>
                <a:moveTo>
                  <a:pt x="374839" y="891932"/>
                </a:moveTo>
                <a:lnTo>
                  <a:pt x="512704" y="891932"/>
                </a:lnTo>
                <a:lnTo>
                  <a:pt x="512704" y="893412"/>
                </a:lnTo>
                <a:lnTo>
                  <a:pt x="374839" y="893412"/>
                </a:lnTo>
                <a:close/>
                <a:moveTo>
                  <a:pt x="755945" y="892672"/>
                </a:moveTo>
                <a:lnTo>
                  <a:pt x="756362" y="892672"/>
                </a:lnTo>
                <a:lnTo>
                  <a:pt x="756362" y="893412"/>
                </a:lnTo>
                <a:lnTo>
                  <a:pt x="755945" y="893412"/>
                </a:lnTo>
                <a:close/>
                <a:moveTo>
                  <a:pt x="558103" y="892672"/>
                </a:moveTo>
                <a:lnTo>
                  <a:pt x="565600" y="892672"/>
                </a:lnTo>
                <a:lnTo>
                  <a:pt x="565600" y="893412"/>
                </a:lnTo>
                <a:lnTo>
                  <a:pt x="558103" y="893412"/>
                </a:lnTo>
                <a:close/>
                <a:moveTo>
                  <a:pt x="695968" y="892672"/>
                </a:moveTo>
                <a:lnTo>
                  <a:pt x="699716" y="892672"/>
                </a:lnTo>
                <a:lnTo>
                  <a:pt x="699716" y="893412"/>
                </a:lnTo>
                <a:lnTo>
                  <a:pt x="695968" y="893412"/>
                </a:lnTo>
                <a:close/>
                <a:moveTo>
                  <a:pt x="892560" y="891932"/>
                </a:moveTo>
                <a:lnTo>
                  <a:pt x="893393" y="891932"/>
                </a:lnTo>
                <a:lnTo>
                  <a:pt x="893393" y="893412"/>
                </a:lnTo>
                <a:lnTo>
                  <a:pt x="892560" y="893412"/>
                </a:lnTo>
                <a:close/>
                <a:moveTo>
                  <a:pt x="916718" y="893412"/>
                </a:moveTo>
                <a:lnTo>
                  <a:pt x="920883" y="893412"/>
                </a:lnTo>
                <a:lnTo>
                  <a:pt x="920883" y="894152"/>
                </a:lnTo>
                <a:lnTo>
                  <a:pt x="916718" y="894152"/>
                </a:lnTo>
                <a:close/>
                <a:moveTo>
                  <a:pt x="606835" y="892672"/>
                </a:moveTo>
                <a:lnTo>
                  <a:pt x="607668" y="892672"/>
                </a:lnTo>
                <a:lnTo>
                  <a:pt x="607668" y="894152"/>
                </a:lnTo>
                <a:lnTo>
                  <a:pt x="606835" y="894152"/>
                </a:lnTo>
                <a:close/>
                <a:moveTo>
                  <a:pt x="695968" y="893412"/>
                </a:moveTo>
                <a:lnTo>
                  <a:pt x="700133" y="893412"/>
                </a:lnTo>
                <a:lnTo>
                  <a:pt x="700133" y="894152"/>
                </a:lnTo>
                <a:lnTo>
                  <a:pt x="695968" y="894152"/>
                </a:lnTo>
                <a:close/>
                <a:moveTo>
                  <a:pt x="892560" y="893412"/>
                </a:moveTo>
                <a:lnTo>
                  <a:pt x="893810" y="893412"/>
                </a:lnTo>
                <a:lnTo>
                  <a:pt x="893810" y="894152"/>
                </a:lnTo>
                <a:lnTo>
                  <a:pt x="892560" y="894152"/>
                </a:lnTo>
                <a:close/>
                <a:moveTo>
                  <a:pt x="700549" y="893412"/>
                </a:moveTo>
                <a:lnTo>
                  <a:pt x="703882" y="893412"/>
                </a:lnTo>
                <a:lnTo>
                  <a:pt x="703882" y="894152"/>
                </a:lnTo>
                <a:lnTo>
                  <a:pt x="700549" y="894152"/>
                </a:lnTo>
                <a:close/>
                <a:moveTo>
                  <a:pt x="914219" y="893412"/>
                </a:moveTo>
                <a:lnTo>
                  <a:pt x="914635" y="893412"/>
                </a:lnTo>
                <a:lnTo>
                  <a:pt x="914635" y="894152"/>
                </a:lnTo>
                <a:lnTo>
                  <a:pt x="914219" y="894152"/>
                </a:lnTo>
                <a:close/>
                <a:moveTo>
                  <a:pt x="557687" y="893412"/>
                </a:moveTo>
                <a:lnTo>
                  <a:pt x="565600" y="893412"/>
                </a:lnTo>
                <a:lnTo>
                  <a:pt x="565600" y="894152"/>
                </a:lnTo>
                <a:lnTo>
                  <a:pt x="557687" y="894152"/>
                </a:lnTo>
                <a:close/>
                <a:moveTo>
                  <a:pt x="765108" y="891932"/>
                </a:moveTo>
                <a:lnTo>
                  <a:pt x="776354" y="891932"/>
                </a:lnTo>
                <a:lnTo>
                  <a:pt x="776354" y="894152"/>
                </a:lnTo>
                <a:lnTo>
                  <a:pt x="765108" y="894152"/>
                </a:lnTo>
                <a:close/>
                <a:moveTo>
                  <a:pt x="733870" y="888231"/>
                </a:moveTo>
                <a:lnTo>
                  <a:pt x="740118" y="888231"/>
                </a:lnTo>
                <a:lnTo>
                  <a:pt x="740118" y="894152"/>
                </a:lnTo>
                <a:lnTo>
                  <a:pt x="733870" y="894152"/>
                </a:lnTo>
                <a:close/>
                <a:moveTo>
                  <a:pt x="803427" y="887491"/>
                </a:moveTo>
                <a:lnTo>
                  <a:pt x="811758" y="887491"/>
                </a:lnTo>
                <a:lnTo>
                  <a:pt x="811758" y="894152"/>
                </a:lnTo>
                <a:lnTo>
                  <a:pt x="803427" y="894152"/>
                </a:lnTo>
                <a:close/>
                <a:moveTo>
                  <a:pt x="862572" y="893412"/>
                </a:moveTo>
                <a:lnTo>
                  <a:pt x="865904" y="893412"/>
                </a:lnTo>
                <a:lnTo>
                  <a:pt x="865904" y="894152"/>
                </a:lnTo>
                <a:lnTo>
                  <a:pt x="862572" y="894152"/>
                </a:lnTo>
                <a:close/>
                <a:moveTo>
                  <a:pt x="721791" y="893412"/>
                </a:moveTo>
                <a:lnTo>
                  <a:pt x="723041" y="893412"/>
                </a:lnTo>
                <a:lnTo>
                  <a:pt x="723041" y="894152"/>
                </a:lnTo>
                <a:lnTo>
                  <a:pt x="721791" y="894152"/>
                </a:lnTo>
                <a:close/>
                <a:moveTo>
                  <a:pt x="897142" y="893412"/>
                </a:moveTo>
                <a:lnTo>
                  <a:pt x="897975" y="893412"/>
                </a:lnTo>
                <a:lnTo>
                  <a:pt x="897975" y="894152"/>
                </a:lnTo>
                <a:lnTo>
                  <a:pt x="897142" y="894152"/>
                </a:lnTo>
                <a:close/>
                <a:moveTo>
                  <a:pt x="573930" y="893412"/>
                </a:moveTo>
                <a:lnTo>
                  <a:pt x="598921" y="893412"/>
                </a:lnTo>
                <a:lnTo>
                  <a:pt x="598921" y="894152"/>
                </a:lnTo>
                <a:lnTo>
                  <a:pt x="573930" y="894152"/>
                </a:lnTo>
                <a:close/>
                <a:moveTo>
                  <a:pt x="870902" y="893412"/>
                </a:moveTo>
                <a:lnTo>
                  <a:pt x="875900" y="893412"/>
                </a:lnTo>
                <a:lnTo>
                  <a:pt x="875900" y="894152"/>
                </a:lnTo>
                <a:lnTo>
                  <a:pt x="870902" y="894152"/>
                </a:lnTo>
                <a:close/>
                <a:moveTo>
                  <a:pt x="548523" y="893412"/>
                </a:moveTo>
                <a:lnTo>
                  <a:pt x="550606" y="893412"/>
                </a:lnTo>
                <a:lnTo>
                  <a:pt x="550606" y="894152"/>
                </a:lnTo>
                <a:lnTo>
                  <a:pt x="548523" y="894152"/>
                </a:lnTo>
                <a:close/>
                <a:moveTo>
                  <a:pt x="374839" y="893412"/>
                </a:moveTo>
                <a:lnTo>
                  <a:pt x="513120" y="893412"/>
                </a:lnTo>
                <a:lnTo>
                  <a:pt x="513120" y="894893"/>
                </a:lnTo>
                <a:lnTo>
                  <a:pt x="374839" y="894893"/>
                </a:lnTo>
                <a:close/>
                <a:moveTo>
                  <a:pt x="606418" y="894152"/>
                </a:moveTo>
                <a:lnTo>
                  <a:pt x="607668" y="894152"/>
                </a:lnTo>
                <a:lnTo>
                  <a:pt x="607668" y="894893"/>
                </a:lnTo>
                <a:lnTo>
                  <a:pt x="606418" y="894893"/>
                </a:lnTo>
                <a:close/>
                <a:moveTo>
                  <a:pt x="733870" y="894152"/>
                </a:moveTo>
                <a:lnTo>
                  <a:pt x="746782" y="894152"/>
                </a:lnTo>
                <a:lnTo>
                  <a:pt x="746782" y="894893"/>
                </a:lnTo>
                <a:lnTo>
                  <a:pt x="733870" y="894893"/>
                </a:lnTo>
                <a:close/>
                <a:moveTo>
                  <a:pt x="573514" y="894152"/>
                </a:moveTo>
                <a:lnTo>
                  <a:pt x="598505" y="894152"/>
                </a:lnTo>
                <a:lnTo>
                  <a:pt x="598505" y="894893"/>
                </a:lnTo>
                <a:lnTo>
                  <a:pt x="573514" y="894893"/>
                </a:lnTo>
                <a:close/>
                <a:moveTo>
                  <a:pt x="794681" y="894152"/>
                </a:moveTo>
                <a:lnTo>
                  <a:pt x="811758" y="894152"/>
                </a:lnTo>
                <a:lnTo>
                  <a:pt x="811758" y="894893"/>
                </a:lnTo>
                <a:lnTo>
                  <a:pt x="794681" y="894893"/>
                </a:lnTo>
                <a:close/>
                <a:moveTo>
                  <a:pt x="862572" y="894152"/>
                </a:moveTo>
                <a:lnTo>
                  <a:pt x="865487" y="894152"/>
                </a:lnTo>
                <a:lnTo>
                  <a:pt x="865487" y="894893"/>
                </a:lnTo>
                <a:lnTo>
                  <a:pt x="862572" y="894893"/>
                </a:lnTo>
                <a:close/>
                <a:moveTo>
                  <a:pt x="548523" y="894152"/>
                </a:moveTo>
                <a:lnTo>
                  <a:pt x="551022" y="894152"/>
                </a:lnTo>
                <a:lnTo>
                  <a:pt x="551022" y="894893"/>
                </a:lnTo>
                <a:lnTo>
                  <a:pt x="548523" y="894893"/>
                </a:lnTo>
                <a:close/>
                <a:moveTo>
                  <a:pt x="916718" y="894152"/>
                </a:moveTo>
                <a:lnTo>
                  <a:pt x="921300" y="894152"/>
                </a:lnTo>
                <a:lnTo>
                  <a:pt x="921300" y="894893"/>
                </a:lnTo>
                <a:lnTo>
                  <a:pt x="916718" y="894893"/>
                </a:lnTo>
                <a:close/>
                <a:moveTo>
                  <a:pt x="881315" y="893412"/>
                </a:moveTo>
                <a:lnTo>
                  <a:pt x="883814" y="893412"/>
                </a:lnTo>
                <a:lnTo>
                  <a:pt x="883814" y="894893"/>
                </a:lnTo>
                <a:lnTo>
                  <a:pt x="881315" y="894893"/>
                </a:lnTo>
                <a:close/>
                <a:moveTo>
                  <a:pt x="721791" y="894152"/>
                </a:moveTo>
                <a:lnTo>
                  <a:pt x="722624" y="894152"/>
                </a:lnTo>
                <a:lnTo>
                  <a:pt x="722624" y="894893"/>
                </a:lnTo>
                <a:lnTo>
                  <a:pt x="721791" y="894893"/>
                </a:lnTo>
                <a:close/>
                <a:moveTo>
                  <a:pt x="896726" y="894152"/>
                </a:moveTo>
                <a:lnTo>
                  <a:pt x="897975" y="894152"/>
                </a:lnTo>
                <a:lnTo>
                  <a:pt x="897975" y="894893"/>
                </a:lnTo>
                <a:lnTo>
                  <a:pt x="896726" y="894893"/>
                </a:lnTo>
                <a:close/>
                <a:moveTo>
                  <a:pt x="914219" y="894152"/>
                </a:moveTo>
                <a:lnTo>
                  <a:pt x="915052" y="894152"/>
                </a:lnTo>
                <a:lnTo>
                  <a:pt x="915052" y="894893"/>
                </a:lnTo>
                <a:lnTo>
                  <a:pt x="914219" y="894893"/>
                </a:lnTo>
                <a:close/>
                <a:moveTo>
                  <a:pt x="557270" y="894152"/>
                </a:moveTo>
                <a:lnTo>
                  <a:pt x="565184" y="894152"/>
                </a:lnTo>
                <a:lnTo>
                  <a:pt x="565184" y="894893"/>
                </a:lnTo>
                <a:lnTo>
                  <a:pt x="557270" y="894893"/>
                </a:lnTo>
                <a:close/>
                <a:moveTo>
                  <a:pt x="733870" y="894893"/>
                </a:moveTo>
                <a:lnTo>
                  <a:pt x="745533" y="894893"/>
                </a:lnTo>
                <a:lnTo>
                  <a:pt x="745533" y="895633"/>
                </a:lnTo>
                <a:lnTo>
                  <a:pt x="733870" y="895633"/>
                </a:lnTo>
                <a:close/>
                <a:moveTo>
                  <a:pt x="573097" y="894893"/>
                </a:moveTo>
                <a:lnTo>
                  <a:pt x="598505" y="894893"/>
                </a:lnTo>
                <a:lnTo>
                  <a:pt x="598505" y="895633"/>
                </a:lnTo>
                <a:lnTo>
                  <a:pt x="573097" y="895633"/>
                </a:lnTo>
                <a:close/>
                <a:moveTo>
                  <a:pt x="695968" y="894152"/>
                </a:moveTo>
                <a:lnTo>
                  <a:pt x="703882" y="894152"/>
                </a:lnTo>
                <a:lnTo>
                  <a:pt x="703882" y="895633"/>
                </a:lnTo>
                <a:lnTo>
                  <a:pt x="695968" y="895633"/>
                </a:lnTo>
                <a:close/>
                <a:moveTo>
                  <a:pt x="556854" y="894893"/>
                </a:moveTo>
                <a:lnTo>
                  <a:pt x="564767" y="894893"/>
                </a:lnTo>
                <a:lnTo>
                  <a:pt x="564767" y="895633"/>
                </a:lnTo>
                <a:lnTo>
                  <a:pt x="556854" y="895633"/>
                </a:lnTo>
                <a:close/>
                <a:moveTo>
                  <a:pt x="916302" y="894893"/>
                </a:moveTo>
                <a:lnTo>
                  <a:pt x="921300" y="894893"/>
                </a:lnTo>
                <a:lnTo>
                  <a:pt x="921300" y="895633"/>
                </a:lnTo>
                <a:lnTo>
                  <a:pt x="916302" y="895633"/>
                </a:lnTo>
                <a:close/>
                <a:moveTo>
                  <a:pt x="914219" y="894893"/>
                </a:moveTo>
                <a:lnTo>
                  <a:pt x="915885" y="894893"/>
                </a:lnTo>
                <a:lnTo>
                  <a:pt x="915885" y="895633"/>
                </a:lnTo>
                <a:lnTo>
                  <a:pt x="914219" y="895633"/>
                </a:lnTo>
                <a:close/>
                <a:moveTo>
                  <a:pt x="522700" y="885270"/>
                </a:moveTo>
                <a:lnTo>
                  <a:pt x="523949" y="885270"/>
                </a:lnTo>
                <a:lnTo>
                  <a:pt x="523949" y="895633"/>
                </a:lnTo>
                <a:lnTo>
                  <a:pt x="522700" y="895633"/>
                </a:lnTo>
                <a:close/>
                <a:moveTo>
                  <a:pt x="895893" y="894893"/>
                </a:moveTo>
                <a:lnTo>
                  <a:pt x="897975" y="894893"/>
                </a:lnTo>
                <a:lnTo>
                  <a:pt x="897975" y="895633"/>
                </a:lnTo>
                <a:lnTo>
                  <a:pt x="895893" y="895633"/>
                </a:lnTo>
                <a:close/>
                <a:moveTo>
                  <a:pt x="892560" y="894152"/>
                </a:moveTo>
                <a:lnTo>
                  <a:pt x="894227" y="894152"/>
                </a:lnTo>
                <a:lnTo>
                  <a:pt x="894227" y="895633"/>
                </a:lnTo>
                <a:lnTo>
                  <a:pt x="892560" y="895633"/>
                </a:lnTo>
                <a:close/>
                <a:moveTo>
                  <a:pt x="757195" y="894152"/>
                </a:moveTo>
                <a:lnTo>
                  <a:pt x="776354" y="894152"/>
                </a:lnTo>
                <a:lnTo>
                  <a:pt x="776354" y="895633"/>
                </a:lnTo>
                <a:lnTo>
                  <a:pt x="757195" y="895633"/>
                </a:lnTo>
                <a:close/>
                <a:moveTo>
                  <a:pt x="548523" y="894893"/>
                </a:moveTo>
                <a:lnTo>
                  <a:pt x="551439" y="894893"/>
                </a:lnTo>
                <a:lnTo>
                  <a:pt x="551439" y="895633"/>
                </a:lnTo>
                <a:lnTo>
                  <a:pt x="548523" y="895633"/>
                </a:lnTo>
                <a:close/>
                <a:moveTo>
                  <a:pt x="658898" y="891932"/>
                </a:moveTo>
                <a:lnTo>
                  <a:pt x="662231" y="891932"/>
                </a:lnTo>
                <a:lnTo>
                  <a:pt x="662231" y="895633"/>
                </a:lnTo>
                <a:lnTo>
                  <a:pt x="658898" y="895633"/>
                </a:lnTo>
                <a:close/>
                <a:moveTo>
                  <a:pt x="794681" y="894893"/>
                </a:moveTo>
                <a:lnTo>
                  <a:pt x="811341" y="894893"/>
                </a:lnTo>
                <a:lnTo>
                  <a:pt x="811341" y="895633"/>
                </a:lnTo>
                <a:lnTo>
                  <a:pt x="794681" y="895633"/>
                </a:lnTo>
                <a:close/>
                <a:moveTo>
                  <a:pt x="871318" y="894152"/>
                </a:moveTo>
                <a:lnTo>
                  <a:pt x="875900" y="894152"/>
                </a:lnTo>
                <a:lnTo>
                  <a:pt x="875900" y="895633"/>
                </a:lnTo>
                <a:lnTo>
                  <a:pt x="871318" y="895633"/>
                </a:lnTo>
                <a:close/>
                <a:moveTo>
                  <a:pt x="862572" y="894893"/>
                </a:moveTo>
                <a:lnTo>
                  <a:pt x="865071" y="894893"/>
                </a:lnTo>
                <a:lnTo>
                  <a:pt x="865071" y="895633"/>
                </a:lnTo>
                <a:lnTo>
                  <a:pt x="862572" y="895633"/>
                </a:lnTo>
                <a:close/>
                <a:moveTo>
                  <a:pt x="733870" y="895633"/>
                </a:moveTo>
                <a:lnTo>
                  <a:pt x="744283" y="895633"/>
                </a:lnTo>
                <a:lnTo>
                  <a:pt x="744283" y="896373"/>
                </a:lnTo>
                <a:lnTo>
                  <a:pt x="733870" y="896373"/>
                </a:lnTo>
                <a:close/>
                <a:moveTo>
                  <a:pt x="721375" y="894893"/>
                </a:moveTo>
                <a:lnTo>
                  <a:pt x="722624" y="894893"/>
                </a:lnTo>
                <a:lnTo>
                  <a:pt x="722624" y="896373"/>
                </a:lnTo>
                <a:lnTo>
                  <a:pt x="721375" y="896373"/>
                </a:lnTo>
                <a:close/>
                <a:moveTo>
                  <a:pt x="895060" y="895633"/>
                </a:moveTo>
                <a:lnTo>
                  <a:pt x="897975" y="895633"/>
                </a:lnTo>
                <a:lnTo>
                  <a:pt x="897975" y="896373"/>
                </a:lnTo>
                <a:lnTo>
                  <a:pt x="895060" y="896373"/>
                </a:lnTo>
                <a:close/>
                <a:moveTo>
                  <a:pt x="556437" y="895633"/>
                </a:moveTo>
                <a:lnTo>
                  <a:pt x="564351" y="895633"/>
                </a:lnTo>
                <a:lnTo>
                  <a:pt x="564351" y="896373"/>
                </a:lnTo>
                <a:lnTo>
                  <a:pt x="556437" y="896373"/>
                </a:lnTo>
                <a:close/>
                <a:moveTo>
                  <a:pt x="539360" y="895633"/>
                </a:moveTo>
                <a:lnTo>
                  <a:pt x="551855" y="895633"/>
                </a:lnTo>
                <a:lnTo>
                  <a:pt x="551855" y="896373"/>
                </a:lnTo>
                <a:lnTo>
                  <a:pt x="539360" y="896373"/>
                </a:lnTo>
                <a:close/>
                <a:moveTo>
                  <a:pt x="374839" y="894893"/>
                </a:moveTo>
                <a:lnTo>
                  <a:pt x="513537" y="894893"/>
                </a:lnTo>
                <a:lnTo>
                  <a:pt x="513537" y="896373"/>
                </a:lnTo>
                <a:lnTo>
                  <a:pt x="374839" y="896373"/>
                </a:lnTo>
                <a:close/>
                <a:moveTo>
                  <a:pt x="572681" y="895633"/>
                </a:moveTo>
                <a:lnTo>
                  <a:pt x="598088" y="895633"/>
                </a:lnTo>
                <a:lnTo>
                  <a:pt x="598088" y="896373"/>
                </a:lnTo>
                <a:lnTo>
                  <a:pt x="572681" y="896373"/>
                </a:lnTo>
                <a:close/>
                <a:moveTo>
                  <a:pt x="606002" y="894893"/>
                </a:moveTo>
                <a:lnTo>
                  <a:pt x="607668" y="894893"/>
                </a:lnTo>
                <a:lnTo>
                  <a:pt x="607668" y="896373"/>
                </a:lnTo>
                <a:lnTo>
                  <a:pt x="606002" y="896373"/>
                </a:lnTo>
                <a:close/>
                <a:moveTo>
                  <a:pt x="685139" y="895633"/>
                </a:moveTo>
                <a:lnTo>
                  <a:pt x="703882" y="895633"/>
                </a:lnTo>
                <a:lnTo>
                  <a:pt x="703882" y="896373"/>
                </a:lnTo>
                <a:lnTo>
                  <a:pt x="685139" y="896373"/>
                </a:lnTo>
                <a:close/>
                <a:moveTo>
                  <a:pt x="758861" y="895633"/>
                </a:moveTo>
                <a:lnTo>
                  <a:pt x="776354" y="895633"/>
                </a:lnTo>
                <a:lnTo>
                  <a:pt x="776354" y="896373"/>
                </a:lnTo>
                <a:lnTo>
                  <a:pt x="758861" y="896373"/>
                </a:lnTo>
                <a:close/>
                <a:moveTo>
                  <a:pt x="881315" y="894893"/>
                </a:moveTo>
                <a:lnTo>
                  <a:pt x="884230" y="894893"/>
                </a:lnTo>
                <a:lnTo>
                  <a:pt x="884230" y="896373"/>
                </a:lnTo>
                <a:lnTo>
                  <a:pt x="881315" y="896373"/>
                </a:lnTo>
                <a:close/>
                <a:moveTo>
                  <a:pt x="871735" y="895633"/>
                </a:moveTo>
                <a:lnTo>
                  <a:pt x="875900" y="895633"/>
                </a:lnTo>
                <a:lnTo>
                  <a:pt x="875900" y="896373"/>
                </a:lnTo>
                <a:lnTo>
                  <a:pt x="871735" y="896373"/>
                </a:lnTo>
                <a:close/>
                <a:moveTo>
                  <a:pt x="892560" y="895633"/>
                </a:moveTo>
                <a:lnTo>
                  <a:pt x="894643" y="895633"/>
                </a:lnTo>
                <a:lnTo>
                  <a:pt x="894643" y="896373"/>
                </a:lnTo>
                <a:lnTo>
                  <a:pt x="892560" y="896373"/>
                </a:lnTo>
                <a:close/>
                <a:moveTo>
                  <a:pt x="733870" y="896373"/>
                </a:moveTo>
                <a:lnTo>
                  <a:pt x="743033" y="896373"/>
                </a:lnTo>
                <a:lnTo>
                  <a:pt x="743033" y="897113"/>
                </a:lnTo>
                <a:lnTo>
                  <a:pt x="733870" y="897113"/>
                </a:lnTo>
                <a:close/>
                <a:moveTo>
                  <a:pt x="844245" y="887491"/>
                </a:moveTo>
                <a:lnTo>
                  <a:pt x="847161" y="887491"/>
                </a:lnTo>
                <a:lnTo>
                  <a:pt x="847161" y="897113"/>
                </a:lnTo>
                <a:lnTo>
                  <a:pt x="844245" y="897113"/>
                </a:lnTo>
                <a:close/>
                <a:moveTo>
                  <a:pt x="516452" y="895633"/>
                </a:moveTo>
                <a:lnTo>
                  <a:pt x="516869" y="895633"/>
                </a:lnTo>
                <a:lnTo>
                  <a:pt x="516869" y="897113"/>
                </a:lnTo>
                <a:lnTo>
                  <a:pt x="516452" y="897113"/>
                </a:lnTo>
                <a:close/>
                <a:moveTo>
                  <a:pt x="760527" y="896373"/>
                </a:moveTo>
                <a:lnTo>
                  <a:pt x="776354" y="896373"/>
                </a:lnTo>
                <a:lnTo>
                  <a:pt x="776354" y="897113"/>
                </a:lnTo>
                <a:lnTo>
                  <a:pt x="760527" y="897113"/>
                </a:lnTo>
                <a:close/>
                <a:moveTo>
                  <a:pt x="914219" y="895633"/>
                </a:moveTo>
                <a:lnTo>
                  <a:pt x="921716" y="895633"/>
                </a:lnTo>
                <a:lnTo>
                  <a:pt x="921716" y="897113"/>
                </a:lnTo>
                <a:lnTo>
                  <a:pt x="914219" y="897113"/>
                </a:lnTo>
                <a:close/>
                <a:moveTo>
                  <a:pt x="572264" y="896373"/>
                </a:moveTo>
                <a:lnTo>
                  <a:pt x="597672" y="896373"/>
                </a:lnTo>
                <a:lnTo>
                  <a:pt x="597672" y="897113"/>
                </a:lnTo>
                <a:lnTo>
                  <a:pt x="572264" y="897113"/>
                </a:lnTo>
                <a:close/>
                <a:moveTo>
                  <a:pt x="862572" y="895633"/>
                </a:moveTo>
                <a:lnTo>
                  <a:pt x="865487" y="895633"/>
                </a:lnTo>
                <a:lnTo>
                  <a:pt x="865487" y="897113"/>
                </a:lnTo>
                <a:lnTo>
                  <a:pt x="862572" y="897113"/>
                </a:lnTo>
                <a:close/>
                <a:moveTo>
                  <a:pt x="685139" y="896373"/>
                </a:moveTo>
                <a:lnTo>
                  <a:pt x="688887" y="896373"/>
                </a:lnTo>
                <a:lnTo>
                  <a:pt x="688887" y="897113"/>
                </a:lnTo>
                <a:lnTo>
                  <a:pt x="685139" y="897113"/>
                </a:lnTo>
                <a:close/>
                <a:moveTo>
                  <a:pt x="539360" y="896373"/>
                </a:moveTo>
                <a:lnTo>
                  <a:pt x="552272" y="896373"/>
                </a:lnTo>
                <a:lnTo>
                  <a:pt x="552272" y="897113"/>
                </a:lnTo>
                <a:lnTo>
                  <a:pt x="539360" y="897113"/>
                </a:lnTo>
                <a:close/>
                <a:moveTo>
                  <a:pt x="605585" y="896373"/>
                </a:moveTo>
                <a:lnTo>
                  <a:pt x="607668" y="896373"/>
                </a:lnTo>
                <a:lnTo>
                  <a:pt x="607668" y="897113"/>
                </a:lnTo>
                <a:lnTo>
                  <a:pt x="605585" y="897113"/>
                </a:lnTo>
                <a:close/>
                <a:moveTo>
                  <a:pt x="689304" y="896373"/>
                </a:moveTo>
                <a:lnTo>
                  <a:pt x="703882" y="896373"/>
                </a:lnTo>
                <a:lnTo>
                  <a:pt x="703882" y="897113"/>
                </a:lnTo>
                <a:lnTo>
                  <a:pt x="689304" y="897113"/>
                </a:lnTo>
                <a:close/>
                <a:moveTo>
                  <a:pt x="721375" y="896373"/>
                </a:moveTo>
                <a:lnTo>
                  <a:pt x="722208" y="896373"/>
                </a:lnTo>
                <a:lnTo>
                  <a:pt x="722208" y="897113"/>
                </a:lnTo>
                <a:lnTo>
                  <a:pt x="721375" y="897113"/>
                </a:lnTo>
                <a:close/>
                <a:moveTo>
                  <a:pt x="556021" y="896373"/>
                </a:moveTo>
                <a:lnTo>
                  <a:pt x="563934" y="896373"/>
                </a:lnTo>
                <a:lnTo>
                  <a:pt x="563934" y="897113"/>
                </a:lnTo>
                <a:lnTo>
                  <a:pt x="556021" y="897113"/>
                </a:lnTo>
                <a:close/>
                <a:moveTo>
                  <a:pt x="886313" y="897113"/>
                </a:moveTo>
                <a:lnTo>
                  <a:pt x="886729" y="897113"/>
                </a:lnTo>
                <a:lnTo>
                  <a:pt x="886729" y="897853"/>
                </a:lnTo>
                <a:lnTo>
                  <a:pt x="886313" y="897853"/>
                </a:lnTo>
                <a:close/>
                <a:moveTo>
                  <a:pt x="690137" y="897113"/>
                </a:moveTo>
                <a:lnTo>
                  <a:pt x="703882" y="897113"/>
                </a:lnTo>
                <a:lnTo>
                  <a:pt x="703882" y="897853"/>
                </a:lnTo>
                <a:lnTo>
                  <a:pt x="690137" y="897853"/>
                </a:lnTo>
                <a:close/>
                <a:moveTo>
                  <a:pt x="516036" y="897113"/>
                </a:moveTo>
                <a:lnTo>
                  <a:pt x="516869" y="897113"/>
                </a:lnTo>
                <a:lnTo>
                  <a:pt x="516869" y="897853"/>
                </a:lnTo>
                <a:lnTo>
                  <a:pt x="516036" y="897853"/>
                </a:lnTo>
                <a:close/>
                <a:moveTo>
                  <a:pt x="578096" y="897113"/>
                </a:moveTo>
                <a:lnTo>
                  <a:pt x="597255" y="897113"/>
                </a:lnTo>
                <a:lnTo>
                  <a:pt x="597255" y="897853"/>
                </a:lnTo>
                <a:lnTo>
                  <a:pt x="578096" y="897853"/>
                </a:lnTo>
                <a:close/>
                <a:moveTo>
                  <a:pt x="555188" y="897113"/>
                </a:moveTo>
                <a:lnTo>
                  <a:pt x="563518" y="897113"/>
                </a:lnTo>
                <a:lnTo>
                  <a:pt x="563518" y="897853"/>
                </a:lnTo>
                <a:lnTo>
                  <a:pt x="555188" y="897853"/>
                </a:lnTo>
                <a:close/>
                <a:moveTo>
                  <a:pt x="881315" y="896373"/>
                </a:moveTo>
                <a:lnTo>
                  <a:pt x="884647" y="896373"/>
                </a:lnTo>
                <a:lnTo>
                  <a:pt x="884647" y="897853"/>
                </a:lnTo>
                <a:lnTo>
                  <a:pt x="881315" y="897853"/>
                </a:lnTo>
                <a:close/>
                <a:moveTo>
                  <a:pt x="571848" y="897113"/>
                </a:moveTo>
                <a:lnTo>
                  <a:pt x="577263" y="897113"/>
                </a:lnTo>
                <a:lnTo>
                  <a:pt x="577263" y="897853"/>
                </a:lnTo>
                <a:lnTo>
                  <a:pt x="571848" y="897853"/>
                </a:lnTo>
                <a:close/>
                <a:moveTo>
                  <a:pt x="539360" y="897113"/>
                </a:moveTo>
                <a:lnTo>
                  <a:pt x="552688" y="897113"/>
                </a:lnTo>
                <a:lnTo>
                  <a:pt x="552688" y="897853"/>
                </a:lnTo>
                <a:lnTo>
                  <a:pt x="539360" y="897853"/>
                </a:lnTo>
                <a:close/>
                <a:moveTo>
                  <a:pt x="733870" y="897113"/>
                </a:moveTo>
                <a:lnTo>
                  <a:pt x="741367" y="897113"/>
                </a:lnTo>
                <a:lnTo>
                  <a:pt x="741367" y="897853"/>
                </a:lnTo>
                <a:lnTo>
                  <a:pt x="733870" y="897853"/>
                </a:lnTo>
                <a:close/>
                <a:moveTo>
                  <a:pt x="762609" y="897113"/>
                </a:moveTo>
                <a:lnTo>
                  <a:pt x="776354" y="897113"/>
                </a:lnTo>
                <a:lnTo>
                  <a:pt x="776354" y="897853"/>
                </a:lnTo>
                <a:lnTo>
                  <a:pt x="762609" y="897853"/>
                </a:lnTo>
                <a:close/>
                <a:moveTo>
                  <a:pt x="374839" y="896373"/>
                </a:moveTo>
                <a:lnTo>
                  <a:pt x="513953" y="896373"/>
                </a:lnTo>
                <a:lnTo>
                  <a:pt x="513953" y="897853"/>
                </a:lnTo>
                <a:lnTo>
                  <a:pt x="374839" y="897853"/>
                </a:lnTo>
                <a:close/>
                <a:moveTo>
                  <a:pt x="720958" y="897113"/>
                </a:moveTo>
                <a:lnTo>
                  <a:pt x="722208" y="897113"/>
                </a:lnTo>
                <a:lnTo>
                  <a:pt x="722208" y="897853"/>
                </a:lnTo>
                <a:lnTo>
                  <a:pt x="720958" y="897853"/>
                </a:lnTo>
                <a:close/>
                <a:moveTo>
                  <a:pt x="685139" y="897113"/>
                </a:moveTo>
                <a:lnTo>
                  <a:pt x="688471" y="897113"/>
                </a:lnTo>
                <a:lnTo>
                  <a:pt x="688471" y="897853"/>
                </a:lnTo>
                <a:lnTo>
                  <a:pt x="685139" y="897853"/>
                </a:lnTo>
                <a:close/>
                <a:moveTo>
                  <a:pt x="872151" y="896373"/>
                </a:moveTo>
                <a:lnTo>
                  <a:pt x="875900" y="896373"/>
                </a:lnTo>
                <a:lnTo>
                  <a:pt x="875900" y="897853"/>
                </a:lnTo>
                <a:lnTo>
                  <a:pt x="872151" y="897853"/>
                </a:lnTo>
                <a:close/>
                <a:moveTo>
                  <a:pt x="872568" y="897853"/>
                </a:moveTo>
                <a:lnTo>
                  <a:pt x="875900" y="897853"/>
                </a:lnTo>
                <a:lnTo>
                  <a:pt x="875900" y="898594"/>
                </a:lnTo>
                <a:lnTo>
                  <a:pt x="872568" y="898594"/>
                </a:lnTo>
                <a:close/>
                <a:moveTo>
                  <a:pt x="515619" y="897853"/>
                </a:moveTo>
                <a:lnTo>
                  <a:pt x="516869" y="897853"/>
                </a:lnTo>
                <a:lnTo>
                  <a:pt x="516869" y="898594"/>
                </a:lnTo>
                <a:lnTo>
                  <a:pt x="515619" y="898594"/>
                </a:lnTo>
                <a:close/>
                <a:moveTo>
                  <a:pt x="764692" y="897853"/>
                </a:moveTo>
                <a:lnTo>
                  <a:pt x="776354" y="897853"/>
                </a:lnTo>
                <a:lnTo>
                  <a:pt x="776354" y="898594"/>
                </a:lnTo>
                <a:lnTo>
                  <a:pt x="764692" y="898594"/>
                </a:lnTo>
                <a:close/>
                <a:moveTo>
                  <a:pt x="658898" y="895633"/>
                </a:moveTo>
                <a:lnTo>
                  <a:pt x="670144" y="895633"/>
                </a:lnTo>
                <a:lnTo>
                  <a:pt x="670144" y="898594"/>
                </a:lnTo>
                <a:lnTo>
                  <a:pt x="658898" y="898594"/>
                </a:lnTo>
                <a:close/>
                <a:moveTo>
                  <a:pt x="539360" y="897853"/>
                </a:moveTo>
                <a:lnTo>
                  <a:pt x="553105" y="897853"/>
                </a:lnTo>
                <a:lnTo>
                  <a:pt x="553105" y="898594"/>
                </a:lnTo>
                <a:lnTo>
                  <a:pt x="539360" y="898594"/>
                </a:lnTo>
                <a:close/>
                <a:moveTo>
                  <a:pt x="571431" y="897853"/>
                </a:moveTo>
                <a:lnTo>
                  <a:pt x="576430" y="897853"/>
                </a:lnTo>
                <a:lnTo>
                  <a:pt x="576430" y="898594"/>
                </a:lnTo>
                <a:lnTo>
                  <a:pt x="571431" y="898594"/>
                </a:lnTo>
                <a:close/>
                <a:moveTo>
                  <a:pt x="720958" y="897853"/>
                </a:moveTo>
                <a:lnTo>
                  <a:pt x="721791" y="897853"/>
                </a:lnTo>
                <a:lnTo>
                  <a:pt x="721791" y="898594"/>
                </a:lnTo>
                <a:lnTo>
                  <a:pt x="720958" y="898594"/>
                </a:lnTo>
                <a:close/>
                <a:moveTo>
                  <a:pt x="690970" y="897853"/>
                </a:moveTo>
                <a:lnTo>
                  <a:pt x="702216" y="897853"/>
                </a:lnTo>
                <a:lnTo>
                  <a:pt x="702216" y="898594"/>
                </a:lnTo>
                <a:lnTo>
                  <a:pt x="690970" y="898594"/>
                </a:lnTo>
                <a:close/>
                <a:moveTo>
                  <a:pt x="733870" y="897853"/>
                </a:moveTo>
                <a:lnTo>
                  <a:pt x="740118" y="897853"/>
                </a:lnTo>
                <a:lnTo>
                  <a:pt x="740118" y="898594"/>
                </a:lnTo>
                <a:lnTo>
                  <a:pt x="733870" y="898594"/>
                </a:lnTo>
                <a:close/>
                <a:moveTo>
                  <a:pt x="862572" y="897113"/>
                </a:moveTo>
                <a:lnTo>
                  <a:pt x="865904" y="897113"/>
                </a:lnTo>
                <a:lnTo>
                  <a:pt x="865904" y="898594"/>
                </a:lnTo>
                <a:lnTo>
                  <a:pt x="862572" y="898594"/>
                </a:lnTo>
                <a:close/>
                <a:moveTo>
                  <a:pt x="605169" y="897113"/>
                </a:moveTo>
                <a:lnTo>
                  <a:pt x="607668" y="897113"/>
                </a:lnTo>
                <a:lnTo>
                  <a:pt x="607668" y="898594"/>
                </a:lnTo>
                <a:lnTo>
                  <a:pt x="605169" y="898594"/>
                </a:lnTo>
                <a:close/>
                <a:moveTo>
                  <a:pt x="578096" y="897853"/>
                </a:moveTo>
                <a:lnTo>
                  <a:pt x="596839" y="897853"/>
                </a:lnTo>
                <a:lnTo>
                  <a:pt x="596839" y="898594"/>
                </a:lnTo>
                <a:lnTo>
                  <a:pt x="578096" y="898594"/>
                </a:lnTo>
                <a:close/>
                <a:moveTo>
                  <a:pt x="676392" y="895633"/>
                </a:moveTo>
                <a:lnTo>
                  <a:pt x="679307" y="895633"/>
                </a:lnTo>
                <a:lnTo>
                  <a:pt x="679307" y="898594"/>
                </a:lnTo>
                <a:lnTo>
                  <a:pt x="676392" y="898594"/>
                </a:lnTo>
                <a:close/>
                <a:moveTo>
                  <a:pt x="554771" y="897853"/>
                </a:moveTo>
                <a:lnTo>
                  <a:pt x="563101" y="897853"/>
                </a:lnTo>
                <a:lnTo>
                  <a:pt x="563101" y="898594"/>
                </a:lnTo>
                <a:lnTo>
                  <a:pt x="554771" y="898594"/>
                </a:lnTo>
                <a:close/>
                <a:moveTo>
                  <a:pt x="885896" y="897853"/>
                </a:moveTo>
                <a:lnTo>
                  <a:pt x="886729" y="897853"/>
                </a:lnTo>
                <a:lnTo>
                  <a:pt x="886729" y="898594"/>
                </a:lnTo>
                <a:lnTo>
                  <a:pt x="885896" y="898594"/>
                </a:lnTo>
                <a:close/>
                <a:moveTo>
                  <a:pt x="923382" y="897113"/>
                </a:moveTo>
                <a:lnTo>
                  <a:pt x="923799" y="897113"/>
                </a:lnTo>
                <a:lnTo>
                  <a:pt x="923799" y="898594"/>
                </a:lnTo>
                <a:lnTo>
                  <a:pt x="923382" y="898594"/>
                </a:lnTo>
                <a:close/>
                <a:moveTo>
                  <a:pt x="862572" y="898594"/>
                </a:moveTo>
                <a:lnTo>
                  <a:pt x="866320" y="898594"/>
                </a:lnTo>
                <a:lnTo>
                  <a:pt x="866320" y="899334"/>
                </a:lnTo>
                <a:lnTo>
                  <a:pt x="862572" y="899334"/>
                </a:lnTo>
                <a:close/>
                <a:moveTo>
                  <a:pt x="374839" y="897853"/>
                </a:moveTo>
                <a:lnTo>
                  <a:pt x="514370" y="897853"/>
                </a:lnTo>
                <a:lnTo>
                  <a:pt x="514370" y="899334"/>
                </a:lnTo>
                <a:lnTo>
                  <a:pt x="374839" y="899334"/>
                </a:lnTo>
                <a:close/>
                <a:moveTo>
                  <a:pt x="885480" y="898594"/>
                </a:moveTo>
                <a:lnTo>
                  <a:pt x="886729" y="898594"/>
                </a:lnTo>
                <a:lnTo>
                  <a:pt x="886729" y="899334"/>
                </a:lnTo>
                <a:lnTo>
                  <a:pt x="885480" y="899334"/>
                </a:lnTo>
                <a:close/>
                <a:moveTo>
                  <a:pt x="554355" y="898594"/>
                </a:moveTo>
                <a:lnTo>
                  <a:pt x="562685" y="898594"/>
                </a:lnTo>
                <a:lnTo>
                  <a:pt x="562685" y="899334"/>
                </a:lnTo>
                <a:lnTo>
                  <a:pt x="554355" y="899334"/>
                </a:lnTo>
                <a:close/>
                <a:moveTo>
                  <a:pt x="691803" y="898594"/>
                </a:moveTo>
                <a:lnTo>
                  <a:pt x="700549" y="898594"/>
                </a:lnTo>
                <a:lnTo>
                  <a:pt x="700549" y="899334"/>
                </a:lnTo>
                <a:lnTo>
                  <a:pt x="691803" y="899334"/>
                </a:lnTo>
                <a:close/>
                <a:moveTo>
                  <a:pt x="578512" y="898594"/>
                </a:moveTo>
                <a:lnTo>
                  <a:pt x="596422" y="898594"/>
                </a:lnTo>
                <a:lnTo>
                  <a:pt x="596422" y="899334"/>
                </a:lnTo>
                <a:lnTo>
                  <a:pt x="578512" y="899334"/>
                </a:lnTo>
                <a:close/>
                <a:moveTo>
                  <a:pt x="881315" y="897853"/>
                </a:moveTo>
                <a:lnTo>
                  <a:pt x="885063" y="897853"/>
                </a:lnTo>
                <a:lnTo>
                  <a:pt x="885063" y="899334"/>
                </a:lnTo>
                <a:lnTo>
                  <a:pt x="881315" y="899334"/>
                </a:lnTo>
                <a:close/>
                <a:moveTo>
                  <a:pt x="733454" y="898594"/>
                </a:moveTo>
                <a:lnTo>
                  <a:pt x="738035" y="898594"/>
                </a:lnTo>
                <a:lnTo>
                  <a:pt x="738035" y="899334"/>
                </a:lnTo>
                <a:lnTo>
                  <a:pt x="733454" y="899334"/>
                </a:lnTo>
                <a:close/>
                <a:moveTo>
                  <a:pt x="914219" y="897113"/>
                </a:moveTo>
                <a:lnTo>
                  <a:pt x="922133" y="897113"/>
                </a:lnTo>
                <a:lnTo>
                  <a:pt x="922133" y="899334"/>
                </a:lnTo>
                <a:lnTo>
                  <a:pt x="914219" y="899334"/>
                </a:lnTo>
                <a:close/>
                <a:moveTo>
                  <a:pt x="604752" y="898594"/>
                </a:moveTo>
                <a:lnTo>
                  <a:pt x="607668" y="898594"/>
                </a:lnTo>
                <a:lnTo>
                  <a:pt x="607668" y="899334"/>
                </a:lnTo>
                <a:lnTo>
                  <a:pt x="604752" y="899334"/>
                </a:lnTo>
                <a:close/>
                <a:moveTo>
                  <a:pt x="571015" y="898594"/>
                </a:moveTo>
                <a:lnTo>
                  <a:pt x="575597" y="898594"/>
                </a:lnTo>
                <a:lnTo>
                  <a:pt x="575597" y="899334"/>
                </a:lnTo>
                <a:lnTo>
                  <a:pt x="571015" y="899334"/>
                </a:lnTo>
                <a:close/>
                <a:moveTo>
                  <a:pt x="685139" y="897853"/>
                </a:moveTo>
                <a:lnTo>
                  <a:pt x="688054" y="897853"/>
                </a:lnTo>
                <a:lnTo>
                  <a:pt x="688054" y="899334"/>
                </a:lnTo>
                <a:lnTo>
                  <a:pt x="685139" y="899334"/>
                </a:lnTo>
                <a:close/>
                <a:moveTo>
                  <a:pt x="515203" y="898594"/>
                </a:moveTo>
                <a:lnTo>
                  <a:pt x="516869" y="898594"/>
                </a:lnTo>
                <a:lnTo>
                  <a:pt x="516869" y="899334"/>
                </a:lnTo>
                <a:lnTo>
                  <a:pt x="515203" y="899334"/>
                </a:lnTo>
                <a:close/>
                <a:moveTo>
                  <a:pt x="539360" y="898594"/>
                </a:moveTo>
                <a:lnTo>
                  <a:pt x="553522" y="898594"/>
                </a:lnTo>
                <a:lnTo>
                  <a:pt x="553522" y="899334"/>
                </a:lnTo>
                <a:lnTo>
                  <a:pt x="539360" y="899334"/>
                </a:lnTo>
                <a:close/>
                <a:moveTo>
                  <a:pt x="922966" y="898594"/>
                </a:moveTo>
                <a:lnTo>
                  <a:pt x="923799" y="898594"/>
                </a:lnTo>
                <a:lnTo>
                  <a:pt x="923799" y="899334"/>
                </a:lnTo>
                <a:lnTo>
                  <a:pt x="922966" y="899334"/>
                </a:lnTo>
                <a:close/>
                <a:moveTo>
                  <a:pt x="767191" y="898594"/>
                </a:moveTo>
                <a:lnTo>
                  <a:pt x="776354" y="898594"/>
                </a:lnTo>
                <a:lnTo>
                  <a:pt x="776354" y="899334"/>
                </a:lnTo>
                <a:lnTo>
                  <a:pt x="767191" y="899334"/>
                </a:lnTo>
                <a:close/>
                <a:moveTo>
                  <a:pt x="571015" y="899334"/>
                </a:moveTo>
                <a:lnTo>
                  <a:pt x="574764" y="899334"/>
                </a:lnTo>
                <a:lnTo>
                  <a:pt x="574764" y="900074"/>
                </a:lnTo>
                <a:lnTo>
                  <a:pt x="571015" y="900074"/>
                </a:lnTo>
                <a:close/>
                <a:moveTo>
                  <a:pt x="733454" y="899334"/>
                </a:moveTo>
                <a:lnTo>
                  <a:pt x="736369" y="899334"/>
                </a:lnTo>
                <a:lnTo>
                  <a:pt x="736369" y="900074"/>
                </a:lnTo>
                <a:lnTo>
                  <a:pt x="733454" y="900074"/>
                </a:lnTo>
                <a:close/>
                <a:moveTo>
                  <a:pt x="720542" y="898594"/>
                </a:moveTo>
                <a:lnTo>
                  <a:pt x="721791" y="898594"/>
                </a:lnTo>
                <a:lnTo>
                  <a:pt x="721791" y="900074"/>
                </a:lnTo>
                <a:lnTo>
                  <a:pt x="720542" y="900074"/>
                </a:lnTo>
                <a:close/>
                <a:moveTo>
                  <a:pt x="692636" y="899334"/>
                </a:moveTo>
                <a:lnTo>
                  <a:pt x="698883" y="899334"/>
                </a:lnTo>
                <a:lnTo>
                  <a:pt x="698883" y="900074"/>
                </a:lnTo>
                <a:lnTo>
                  <a:pt x="692636" y="900074"/>
                </a:lnTo>
                <a:close/>
                <a:moveTo>
                  <a:pt x="685139" y="899334"/>
                </a:moveTo>
                <a:lnTo>
                  <a:pt x="687638" y="899334"/>
                </a:lnTo>
                <a:lnTo>
                  <a:pt x="687638" y="900074"/>
                </a:lnTo>
                <a:lnTo>
                  <a:pt x="685139" y="900074"/>
                </a:lnTo>
                <a:close/>
                <a:moveTo>
                  <a:pt x="872985" y="898594"/>
                </a:moveTo>
                <a:lnTo>
                  <a:pt x="875900" y="898594"/>
                </a:lnTo>
                <a:lnTo>
                  <a:pt x="875900" y="900074"/>
                </a:lnTo>
                <a:lnTo>
                  <a:pt x="872985" y="900074"/>
                </a:lnTo>
                <a:close/>
                <a:moveTo>
                  <a:pt x="578929" y="899334"/>
                </a:moveTo>
                <a:lnTo>
                  <a:pt x="596006" y="899334"/>
                </a:lnTo>
                <a:lnTo>
                  <a:pt x="596006" y="900074"/>
                </a:lnTo>
                <a:lnTo>
                  <a:pt x="578929" y="900074"/>
                </a:lnTo>
                <a:close/>
                <a:moveTo>
                  <a:pt x="770107" y="899334"/>
                </a:moveTo>
                <a:lnTo>
                  <a:pt x="776354" y="899334"/>
                </a:lnTo>
                <a:lnTo>
                  <a:pt x="776354" y="900074"/>
                </a:lnTo>
                <a:lnTo>
                  <a:pt x="770107" y="900074"/>
                </a:lnTo>
                <a:close/>
                <a:moveTo>
                  <a:pt x="604336" y="899334"/>
                </a:moveTo>
                <a:lnTo>
                  <a:pt x="607668" y="899334"/>
                </a:lnTo>
                <a:lnTo>
                  <a:pt x="607668" y="900074"/>
                </a:lnTo>
                <a:lnTo>
                  <a:pt x="604336" y="900074"/>
                </a:lnTo>
                <a:close/>
                <a:moveTo>
                  <a:pt x="685139" y="900074"/>
                </a:moveTo>
                <a:lnTo>
                  <a:pt x="687221" y="900074"/>
                </a:lnTo>
                <a:lnTo>
                  <a:pt x="687221" y="900814"/>
                </a:lnTo>
                <a:lnTo>
                  <a:pt x="685139" y="900814"/>
                </a:lnTo>
                <a:close/>
                <a:moveTo>
                  <a:pt x="733454" y="900074"/>
                </a:moveTo>
                <a:lnTo>
                  <a:pt x="733870" y="900074"/>
                </a:lnTo>
                <a:lnTo>
                  <a:pt x="733870" y="900814"/>
                </a:lnTo>
                <a:lnTo>
                  <a:pt x="733454" y="900814"/>
                </a:lnTo>
                <a:close/>
                <a:moveTo>
                  <a:pt x="578929" y="900074"/>
                </a:moveTo>
                <a:lnTo>
                  <a:pt x="595589" y="900074"/>
                </a:lnTo>
                <a:lnTo>
                  <a:pt x="595589" y="900814"/>
                </a:lnTo>
                <a:lnTo>
                  <a:pt x="578929" y="900814"/>
                </a:lnTo>
                <a:close/>
                <a:moveTo>
                  <a:pt x="693469" y="900074"/>
                </a:moveTo>
                <a:lnTo>
                  <a:pt x="697217" y="900074"/>
                </a:lnTo>
                <a:lnTo>
                  <a:pt x="697217" y="900814"/>
                </a:lnTo>
                <a:lnTo>
                  <a:pt x="693469" y="900814"/>
                </a:lnTo>
                <a:close/>
                <a:moveTo>
                  <a:pt x="658898" y="898594"/>
                </a:moveTo>
                <a:lnTo>
                  <a:pt x="669728" y="898594"/>
                </a:lnTo>
                <a:lnTo>
                  <a:pt x="669728" y="900814"/>
                </a:lnTo>
                <a:lnTo>
                  <a:pt x="658898" y="900814"/>
                </a:lnTo>
                <a:close/>
                <a:moveTo>
                  <a:pt x="570598" y="900074"/>
                </a:moveTo>
                <a:lnTo>
                  <a:pt x="573930" y="900074"/>
                </a:lnTo>
                <a:lnTo>
                  <a:pt x="573930" y="900814"/>
                </a:lnTo>
                <a:lnTo>
                  <a:pt x="570598" y="900814"/>
                </a:lnTo>
                <a:close/>
                <a:moveTo>
                  <a:pt x="862572" y="899334"/>
                </a:moveTo>
                <a:lnTo>
                  <a:pt x="866737" y="899334"/>
                </a:lnTo>
                <a:lnTo>
                  <a:pt x="866737" y="900814"/>
                </a:lnTo>
                <a:lnTo>
                  <a:pt x="862572" y="900814"/>
                </a:lnTo>
                <a:close/>
                <a:moveTo>
                  <a:pt x="873401" y="900074"/>
                </a:moveTo>
                <a:lnTo>
                  <a:pt x="875900" y="900074"/>
                </a:lnTo>
                <a:lnTo>
                  <a:pt x="875900" y="900814"/>
                </a:lnTo>
                <a:lnTo>
                  <a:pt x="873401" y="900814"/>
                </a:lnTo>
                <a:close/>
                <a:moveTo>
                  <a:pt x="675975" y="898594"/>
                </a:moveTo>
                <a:lnTo>
                  <a:pt x="679307" y="898594"/>
                </a:lnTo>
                <a:lnTo>
                  <a:pt x="679307" y="900814"/>
                </a:lnTo>
                <a:lnTo>
                  <a:pt x="675975" y="900814"/>
                </a:lnTo>
                <a:close/>
                <a:moveTo>
                  <a:pt x="832583" y="897113"/>
                </a:moveTo>
                <a:lnTo>
                  <a:pt x="847161" y="897113"/>
                </a:lnTo>
                <a:lnTo>
                  <a:pt x="847161" y="900814"/>
                </a:lnTo>
                <a:lnTo>
                  <a:pt x="832583" y="900814"/>
                </a:lnTo>
                <a:close/>
                <a:moveTo>
                  <a:pt x="817589" y="881569"/>
                </a:moveTo>
                <a:lnTo>
                  <a:pt x="826752" y="881569"/>
                </a:lnTo>
                <a:lnTo>
                  <a:pt x="826752" y="900814"/>
                </a:lnTo>
                <a:lnTo>
                  <a:pt x="817589" y="900814"/>
                </a:lnTo>
                <a:close/>
                <a:moveTo>
                  <a:pt x="771773" y="900074"/>
                </a:moveTo>
                <a:lnTo>
                  <a:pt x="776354" y="900074"/>
                </a:lnTo>
                <a:lnTo>
                  <a:pt x="776354" y="900814"/>
                </a:lnTo>
                <a:lnTo>
                  <a:pt x="771773" y="900814"/>
                </a:lnTo>
                <a:close/>
                <a:moveTo>
                  <a:pt x="539360" y="899334"/>
                </a:moveTo>
                <a:lnTo>
                  <a:pt x="562268" y="899334"/>
                </a:lnTo>
                <a:lnTo>
                  <a:pt x="562268" y="900814"/>
                </a:lnTo>
                <a:lnTo>
                  <a:pt x="539360" y="900814"/>
                </a:lnTo>
                <a:close/>
                <a:moveTo>
                  <a:pt x="720125" y="900074"/>
                </a:moveTo>
                <a:lnTo>
                  <a:pt x="721375" y="900074"/>
                </a:lnTo>
                <a:lnTo>
                  <a:pt x="721375" y="901554"/>
                </a:lnTo>
                <a:lnTo>
                  <a:pt x="720125" y="901554"/>
                </a:lnTo>
                <a:close/>
                <a:moveTo>
                  <a:pt x="694302" y="900814"/>
                </a:moveTo>
                <a:lnTo>
                  <a:pt x="697217" y="900814"/>
                </a:lnTo>
                <a:lnTo>
                  <a:pt x="697217" y="901554"/>
                </a:lnTo>
                <a:lnTo>
                  <a:pt x="694302" y="901554"/>
                </a:lnTo>
                <a:close/>
                <a:moveTo>
                  <a:pt x="603919" y="900074"/>
                </a:moveTo>
                <a:lnTo>
                  <a:pt x="607668" y="900074"/>
                </a:lnTo>
                <a:lnTo>
                  <a:pt x="607668" y="901554"/>
                </a:lnTo>
                <a:lnTo>
                  <a:pt x="603919" y="901554"/>
                </a:lnTo>
                <a:close/>
                <a:moveTo>
                  <a:pt x="613915" y="891932"/>
                </a:moveTo>
                <a:lnTo>
                  <a:pt x="624328" y="891932"/>
                </a:lnTo>
                <a:lnTo>
                  <a:pt x="624328" y="901554"/>
                </a:lnTo>
                <a:lnTo>
                  <a:pt x="613915" y="901554"/>
                </a:lnTo>
                <a:close/>
                <a:moveTo>
                  <a:pt x="570182" y="900814"/>
                </a:moveTo>
                <a:lnTo>
                  <a:pt x="573097" y="900814"/>
                </a:lnTo>
                <a:lnTo>
                  <a:pt x="573097" y="901554"/>
                </a:lnTo>
                <a:lnTo>
                  <a:pt x="570182" y="901554"/>
                </a:lnTo>
                <a:close/>
                <a:moveTo>
                  <a:pt x="658898" y="900814"/>
                </a:moveTo>
                <a:lnTo>
                  <a:pt x="669311" y="900814"/>
                </a:lnTo>
                <a:lnTo>
                  <a:pt x="669311" y="901554"/>
                </a:lnTo>
                <a:lnTo>
                  <a:pt x="658898" y="901554"/>
                </a:lnTo>
                <a:close/>
                <a:moveTo>
                  <a:pt x="539360" y="900814"/>
                </a:moveTo>
                <a:lnTo>
                  <a:pt x="561852" y="900814"/>
                </a:lnTo>
                <a:lnTo>
                  <a:pt x="561852" y="901554"/>
                </a:lnTo>
                <a:lnTo>
                  <a:pt x="539360" y="901554"/>
                </a:lnTo>
                <a:close/>
                <a:moveTo>
                  <a:pt x="685139" y="900814"/>
                </a:moveTo>
                <a:lnTo>
                  <a:pt x="686805" y="900814"/>
                </a:lnTo>
                <a:lnTo>
                  <a:pt x="686805" y="901554"/>
                </a:lnTo>
                <a:lnTo>
                  <a:pt x="685139" y="901554"/>
                </a:lnTo>
                <a:close/>
                <a:moveTo>
                  <a:pt x="771356" y="900814"/>
                </a:moveTo>
                <a:lnTo>
                  <a:pt x="776354" y="900814"/>
                </a:lnTo>
                <a:lnTo>
                  <a:pt x="776354" y="901554"/>
                </a:lnTo>
                <a:lnTo>
                  <a:pt x="771356" y="901554"/>
                </a:lnTo>
                <a:close/>
                <a:moveTo>
                  <a:pt x="579345" y="900814"/>
                </a:moveTo>
                <a:lnTo>
                  <a:pt x="595172" y="900814"/>
                </a:lnTo>
                <a:lnTo>
                  <a:pt x="595172" y="901554"/>
                </a:lnTo>
                <a:lnTo>
                  <a:pt x="579345" y="901554"/>
                </a:lnTo>
                <a:close/>
                <a:moveTo>
                  <a:pt x="733454" y="901554"/>
                </a:moveTo>
                <a:lnTo>
                  <a:pt x="733870" y="901554"/>
                </a:lnTo>
                <a:lnTo>
                  <a:pt x="733870" y="902295"/>
                </a:lnTo>
                <a:lnTo>
                  <a:pt x="733454" y="902295"/>
                </a:lnTo>
                <a:close/>
                <a:moveTo>
                  <a:pt x="693885" y="901554"/>
                </a:moveTo>
                <a:lnTo>
                  <a:pt x="697217" y="901554"/>
                </a:lnTo>
                <a:lnTo>
                  <a:pt x="697217" y="902295"/>
                </a:lnTo>
                <a:lnTo>
                  <a:pt x="693885" y="902295"/>
                </a:lnTo>
                <a:close/>
                <a:moveTo>
                  <a:pt x="685139" y="901554"/>
                </a:moveTo>
                <a:lnTo>
                  <a:pt x="686388" y="901554"/>
                </a:lnTo>
                <a:lnTo>
                  <a:pt x="686388" y="902295"/>
                </a:lnTo>
                <a:lnTo>
                  <a:pt x="685139" y="902295"/>
                </a:lnTo>
                <a:close/>
                <a:moveTo>
                  <a:pt x="539360" y="901554"/>
                </a:moveTo>
                <a:lnTo>
                  <a:pt x="561435" y="901554"/>
                </a:lnTo>
                <a:lnTo>
                  <a:pt x="561435" y="902295"/>
                </a:lnTo>
                <a:lnTo>
                  <a:pt x="539360" y="902295"/>
                </a:lnTo>
                <a:close/>
                <a:moveTo>
                  <a:pt x="579762" y="901554"/>
                </a:moveTo>
                <a:lnTo>
                  <a:pt x="594756" y="901554"/>
                </a:lnTo>
                <a:lnTo>
                  <a:pt x="594756" y="902295"/>
                </a:lnTo>
                <a:lnTo>
                  <a:pt x="579762" y="902295"/>
                </a:lnTo>
                <a:close/>
                <a:moveTo>
                  <a:pt x="873818" y="900814"/>
                </a:moveTo>
                <a:lnTo>
                  <a:pt x="875900" y="900814"/>
                </a:lnTo>
                <a:lnTo>
                  <a:pt x="875900" y="902295"/>
                </a:lnTo>
                <a:lnTo>
                  <a:pt x="873818" y="902295"/>
                </a:lnTo>
                <a:close/>
                <a:moveTo>
                  <a:pt x="603503" y="901554"/>
                </a:moveTo>
                <a:lnTo>
                  <a:pt x="607668" y="901554"/>
                </a:lnTo>
                <a:lnTo>
                  <a:pt x="607668" y="902295"/>
                </a:lnTo>
                <a:lnTo>
                  <a:pt x="603503" y="902295"/>
                </a:lnTo>
                <a:close/>
                <a:moveTo>
                  <a:pt x="862572" y="900814"/>
                </a:moveTo>
                <a:lnTo>
                  <a:pt x="867153" y="900814"/>
                </a:lnTo>
                <a:lnTo>
                  <a:pt x="867153" y="902295"/>
                </a:lnTo>
                <a:lnTo>
                  <a:pt x="862572" y="902295"/>
                </a:lnTo>
                <a:close/>
                <a:moveTo>
                  <a:pt x="569765" y="901554"/>
                </a:moveTo>
                <a:lnTo>
                  <a:pt x="572264" y="901554"/>
                </a:lnTo>
                <a:lnTo>
                  <a:pt x="572264" y="902295"/>
                </a:lnTo>
                <a:lnTo>
                  <a:pt x="569765" y="902295"/>
                </a:lnTo>
                <a:close/>
                <a:moveTo>
                  <a:pt x="613915" y="901554"/>
                </a:moveTo>
                <a:lnTo>
                  <a:pt x="629743" y="901554"/>
                </a:lnTo>
                <a:lnTo>
                  <a:pt x="629743" y="902295"/>
                </a:lnTo>
                <a:lnTo>
                  <a:pt x="613915" y="902295"/>
                </a:lnTo>
                <a:close/>
                <a:moveTo>
                  <a:pt x="862572" y="902295"/>
                </a:moveTo>
                <a:lnTo>
                  <a:pt x="867570" y="902295"/>
                </a:lnTo>
                <a:lnTo>
                  <a:pt x="867570" y="903035"/>
                </a:lnTo>
                <a:lnTo>
                  <a:pt x="862572" y="903035"/>
                </a:lnTo>
                <a:close/>
                <a:moveTo>
                  <a:pt x="539360" y="902295"/>
                </a:moveTo>
                <a:lnTo>
                  <a:pt x="561019" y="902295"/>
                </a:lnTo>
                <a:lnTo>
                  <a:pt x="561019" y="903035"/>
                </a:lnTo>
                <a:lnTo>
                  <a:pt x="539360" y="903035"/>
                </a:lnTo>
                <a:close/>
                <a:moveTo>
                  <a:pt x="817589" y="900814"/>
                </a:moveTo>
                <a:lnTo>
                  <a:pt x="818838" y="900814"/>
                </a:lnTo>
                <a:lnTo>
                  <a:pt x="818838" y="903035"/>
                </a:lnTo>
                <a:lnTo>
                  <a:pt x="817589" y="903035"/>
                </a:lnTo>
                <a:close/>
                <a:moveTo>
                  <a:pt x="579762" y="902295"/>
                </a:moveTo>
                <a:lnTo>
                  <a:pt x="594339" y="902295"/>
                </a:lnTo>
                <a:lnTo>
                  <a:pt x="594339" y="903035"/>
                </a:lnTo>
                <a:lnTo>
                  <a:pt x="579762" y="903035"/>
                </a:lnTo>
                <a:close/>
                <a:moveTo>
                  <a:pt x="603086" y="902295"/>
                </a:moveTo>
                <a:lnTo>
                  <a:pt x="607668" y="902295"/>
                </a:lnTo>
                <a:lnTo>
                  <a:pt x="607668" y="903035"/>
                </a:lnTo>
                <a:lnTo>
                  <a:pt x="603086" y="903035"/>
                </a:lnTo>
                <a:close/>
                <a:moveTo>
                  <a:pt x="693469" y="902295"/>
                </a:moveTo>
                <a:lnTo>
                  <a:pt x="697217" y="902295"/>
                </a:lnTo>
                <a:lnTo>
                  <a:pt x="697217" y="903035"/>
                </a:lnTo>
                <a:lnTo>
                  <a:pt x="693469" y="903035"/>
                </a:lnTo>
                <a:close/>
                <a:moveTo>
                  <a:pt x="770940" y="901554"/>
                </a:moveTo>
                <a:lnTo>
                  <a:pt x="776354" y="901554"/>
                </a:lnTo>
                <a:lnTo>
                  <a:pt x="776354" y="903035"/>
                </a:lnTo>
                <a:lnTo>
                  <a:pt x="770940" y="903035"/>
                </a:lnTo>
                <a:close/>
                <a:moveTo>
                  <a:pt x="733454" y="902295"/>
                </a:moveTo>
                <a:lnTo>
                  <a:pt x="734287" y="902295"/>
                </a:lnTo>
                <a:lnTo>
                  <a:pt x="734287" y="903035"/>
                </a:lnTo>
                <a:lnTo>
                  <a:pt x="733454" y="903035"/>
                </a:lnTo>
                <a:close/>
                <a:moveTo>
                  <a:pt x="645154" y="901554"/>
                </a:moveTo>
                <a:lnTo>
                  <a:pt x="669311" y="901554"/>
                </a:lnTo>
                <a:lnTo>
                  <a:pt x="669311" y="903035"/>
                </a:lnTo>
                <a:lnTo>
                  <a:pt x="645154" y="903035"/>
                </a:lnTo>
                <a:close/>
                <a:moveTo>
                  <a:pt x="685139" y="902295"/>
                </a:moveTo>
                <a:lnTo>
                  <a:pt x="685555" y="902295"/>
                </a:lnTo>
                <a:lnTo>
                  <a:pt x="685555" y="903035"/>
                </a:lnTo>
                <a:lnTo>
                  <a:pt x="685139" y="903035"/>
                </a:lnTo>
                <a:close/>
                <a:moveTo>
                  <a:pt x="719709" y="901554"/>
                </a:moveTo>
                <a:lnTo>
                  <a:pt x="720958" y="901554"/>
                </a:lnTo>
                <a:lnTo>
                  <a:pt x="720958" y="903035"/>
                </a:lnTo>
                <a:lnTo>
                  <a:pt x="719709" y="903035"/>
                </a:lnTo>
                <a:close/>
                <a:moveTo>
                  <a:pt x="569349" y="902295"/>
                </a:moveTo>
                <a:lnTo>
                  <a:pt x="572681" y="902295"/>
                </a:lnTo>
                <a:lnTo>
                  <a:pt x="572681" y="903035"/>
                </a:lnTo>
                <a:lnTo>
                  <a:pt x="569349" y="903035"/>
                </a:lnTo>
                <a:close/>
                <a:moveTo>
                  <a:pt x="719292" y="903035"/>
                </a:moveTo>
                <a:lnTo>
                  <a:pt x="720542" y="903035"/>
                </a:lnTo>
                <a:lnTo>
                  <a:pt x="720542" y="903775"/>
                </a:lnTo>
                <a:lnTo>
                  <a:pt x="719292" y="903775"/>
                </a:lnTo>
                <a:close/>
                <a:moveTo>
                  <a:pt x="602670" y="903035"/>
                </a:moveTo>
                <a:lnTo>
                  <a:pt x="607668" y="903035"/>
                </a:lnTo>
                <a:lnTo>
                  <a:pt x="607668" y="903775"/>
                </a:lnTo>
                <a:lnTo>
                  <a:pt x="602670" y="903775"/>
                </a:lnTo>
                <a:close/>
                <a:moveTo>
                  <a:pt x="693052" y="903035"/>
                </a:moveTo>
                <a:lnTo>
                  <a:pt x="697217" y="903035"/>
                </a:lnTo>
                <a:lnTo>
                  <a:pt x="697217" y="903775"/>
                </a:lnTo>
                <a:lnTo>
                  <a:pt x="693052" y="903775"/>
                </a:lnTo>
                <a:close/>
                <a:moveTo>
                  <a:pt x="806343" y="895633"/>
                </a:moveTo>
                <a:lnTo>
                  <a:pt x="811341" y="895633"/>
                </a:lnTo>
                <a:lnTo>
                  <a:pt x="811341" y="903775"/>
                </a:lnTo>
                <a:lnTo>
                  <a:pt x="806343" y="903775"/>
                </a:lnTo>
                <a:close/>
                <a:moveTo>
                  <a:pt x="712212" y="903035"/>
                </a:moveTo>
                <a:lnTo>
                  <a:pt x="713045" y="903035"/>
                </a:lnTo>
                <a:lnTo>
                  <a:pt x="713045" y="903775"/>
                </a:lnTo>
                <a:lnTo>
                  <a:pt x="712212" y="903775"/>
                </a:lnTo>
                <a:close/>
                <a:moveTo>
                  <a:pt x="675559" y="900814"/>
                </a:moveTo>
                <a:lnTo>
                  <a:pt x="679307" y="900814"/>
                </a:lnTo>
                <a:lnTo>
                  <a:pt x="679307" y="903775"/>
                </a:lnTo>
                <a:lnTo>
                  <a:pt x="675559" y="903775"/>
                </a:lnTo>
                <a:close/>
                <a:moveTo>
                  <a:pt x="568932" y="903035"/>
                </a:moveTo>
                <a:lnTo>
                  <a:pt x="573097" y="903035"/>
                </a:lnTo>
                <a:lnTo>
                  <a:pt x="573097" y="903775"/>
                </a:lnTo>
                <a:lnTo>
                  <a:pt x="568932" y="903775"/>
                </a:lnTo>
                <a:close/>
                <a:moveTo>
                  <a:pt x="874234" y="902295"/>
                </a:moveTo>
                <a:lnTo>
                  <a:pt x="875900" y="902295"/>
                </a:lnTo>
                <a:lnTo>
                  <a:pt x="875900" y="903775"/>
                </a:lnTo>
                <a:lnTo>
                  <a:pt x="874234" y="903775"/>
                </a:lnTo>
                <a:close/>
                <a:moveTo>
                  <a:pt x="539360" y="903035"/>
                </a:moveTo>
                <a:lnTo>
                  <a:pt x="560602" y="903035"/>
                </a:lnTo>
                <a:lnTo>
                  <a:pt x="560602" y="903775"/>
                </a:lnTo>
                <a:lnTo>
                  <a:pt x="539360" y="903775"/>
                </a:lnTo>
                <a:close/>
                <a:moveTo>
                  <a:pt x="770523" y="903035"/>
                </a:moveTo>
                <a:lnTo>
                  <a:pt x="776354" y="903035"/>
                </a:lnTo>
                <a:lnTo>
                  <a:pt x="776354" y="903775"/>
                </a:lnTo>
                <a:lnTo>
                  <a:pt x="770523" y="903775"/>
                </a:lnTo>
                <a:close/>
                <a:moveTo>
                  <a:pt x="733454" y="903035"/>
                </a:moveTo>
                <a:lnTo>
                  <a:pt x="734703" y="903035"/>
                </a:lnTo>
                <a:lnTo>
                  <a:pt x="734703" y="903775"/>
                </a:lnTo>
                <a:lnTo>
                  <a:pt x="733454" y="903775"/>
                </a:lnTo>
                <a:close/>
                <a:moveTo>
                  <a:pt x="580178" y="903035"/>
                </a:moveTo>
                <a:lnTo>
                  <a:pt x="593923" y="903035"/>
                </a:lnTo>
                <a:lnTo>
                  <a:pt x="593923" y="903775"/>
                </a:lnTo>
                <a:lnTo>
                  <a:pt x="580178" y="903775"/>
                </a:lnTo>
                <a:close/>
                <a:moveTo>
                  <a:pt x="718876" y="903775"/>
                </a:moveTo>
                <a:lnTo>
                  <a:pt x="720542" y="903775"/>
                </a:lnTo>
                <a:lnTo>
                  <a:pt x="720542" y="904515"/>
                </a:lnTo>
                <a:lnTo>
                  <a:pt x="718876" y="904515"/>
                </a:lnTo>
                <a:close/>
                <a:moveTo>
                  <a:pt x="568516" y="903775"/>
                </a:moveTo>
                <a:lnTo>
                  <a:pt x="573097" y="903775"/>
                </a:lnTo>
                <a:lnTo>
                  <a:pt x="573097" y="904515"/>
                </a:lnTo>
                <a:lnTo>
                  <a:pt x="568516" y="904515"/>
                </a:lnTo>
                <a:close/>
                <a:moveTo>
                  <a:pt x="645154" y="903035"/>
                </a:moveTo>
                <a:lnTo>
                  <a:pt x="668895" y="903035"/>
                </a:lnTo>
                <a:lnTo>
                  <a:pt x="668895" y="904515"/>
                </a:lnTo>
                <a:lnTo>
                  <a:pt x="645154" y="904515"/>
                </a:lnTo>
                <a:close/>
                <a:moveTo>
                  <a:pt x="539360" y="903775"/>
                </a:moveTo>
                <a:lnTo>
                  <a:pt x="560186" y="903775"/>
                </a:lnTo>
                <a:lnTo>
                  <a:pt x="560186" y="904515"/>
                </a:lnTo>
                <a:lnTo>
                  <a:pt x="539360" y="904515"/>
                </a:lnTo>
                <a:close/>
                <a:moveTo>
                  <a:pt x="862572" y="903035"/>
                </a:moveTo>
                <a:lnTo>
                  <a:pt x="867986" y="903035"/>
                </a:lnTo>
                <a:lnTo>
                  <a:pt x="867986" y="904515"/>
                </a:lnTo>
                <a:lnTo>
                  <a:pt x="862572" y="904515"/>
                </a:lnTo>
                <a:close/>
                <a:moveTo>
                  <a:pt x="580178" y="903775"/>
                </a:moveTo>
                <a:lnTo>
                  <a:pt x="593506" y="903775"/>
                </a:lnTo>
                <a:lnTo>
                  <a:pt x="593506" y="904515"/>
                </a:lnTo>
                <a:lnTo>
                  <a:pt x="580178" y="904515"/>
                </a:lnTo>
                <a:close/>
                <a:moveTo>
                  <a:pt x="710546" y="903775"/>
                </a:moveTo>
                <a:lnTo>
                  <a:pt x="712628" y="903775"/>
                </a:lnTo>
                <a:lnTo>
                  <a:pt x="712628" y="904515"/>
                </a:lnTo>
                <a:lnTo>
                  <a:pt x="710546" y="904515"/>
                </a:lnTo>
                <a:close/>
                <a:moveTo>
                  <a:pt x="770107" y="903775"/>
                </a:moveTo>
                <a:lnTo>
                  <a:pt x="776354" y="903775"/>
                </a:lnTo>
                <a:lnTo>
                  <a:pt x="776354" y="904515"/>
                </a:lnTo>
                <a:lnTo>
                  <a:pt x="770107" y="904515"/>
                </a:lnTo>
                <a:close/>
                <a:moveTo>
                  <a:pt x="892560" y="896373"/>
                </a:moveTo>
                <a:lnTo>
                  <a:pt x="897975" y="896373"/>
                </a:lnTo>
                <a:lnTo>
                  <a:pt x="897975" y="904515"/>
                </a:lnTo>
                <a:lnTo>
                  <a:pt x="892560" y="904515"/>
                </a:lnTo>
                <a:close/>
                <a:moveTo>
                  <a:pt x="874651" y="903775"/>
                </a:moveTo>
                <a:lnTo>
                  <a:pt x="875900" y="903775"/>
                </a:lnTo>
                <a:lnTo>
                  <a:pt x="875900" y="904515"/>
                </a:lnTo>
                <a:lnTo>
                  <a:pt x="874651" y="904515"/>
                </a:lnTo>
                <a:close/>
                <a:moveTo>
                  <a:pt x="602253" y="903775"/>
                </a:moveTo>
                <a:lnTo>
                  <a:pt x="607668" y="903775"/>
                </a:lnTo>
                <a:lnTo>
                  <a:pt x="607668" y="904515"/>
                </a:lnTo>
                <a:lnTo>
                  <a:pt x="602253" y="904515"/>
                </a:lnTo>
                <a:close/>
                <a:moveTo>
                  <a:pt x="782185" y="903775"/>
                </a:moveTo>
                <a:lnTo>
                  <a:pt x="811341" y="903775"/>
                </a:lnTo>
                <a:lnTo>
                  <a:pt x="811341" y="904515"/>
                </a:lnTo>
                <a:lnTo>
                  <a:pt x="782185" y="904515"/>
                </a:lnTo>
                <a:close/>
                <a:moveTo>
                  <a:pt x="709296" y="904515"/>
                </a:moveTo>
                <a:lnTo>
                  <a:pt x="712212" y="904515"/>
                </a:lnTo>
                <a:lnTo>
                  <a:pt x="712212" y="905255"/>
                </a:lnTo>
                <a:lnTo>
                  <a:pt x="709296" y="905255"/>
                </a:lnTo>
                <a:close/>
                <a:moveTo>
                  <a:pt x="675142" y="903775"/>
                </a:moveTo>
                <a:lnTo>
                  <a:pt x="679307" y="903775"/>
                </a:lnTo>
                <a:lnTo>
                  <a:pt x="679307" y="905255"/>
                </a:lnTo>
                <a:lnTo>
                  <a:pt x="675142" y="905255"/>
                </a:lnTo>
                <a:close/>
                <a:moveTo>
                  <a:pt x="374839" y="899334"/>
                </a:moveTo>
                <a:lnTo>
                  <a:pt x="516869" y="899334"/>
                </a:lnTo>
                <a:lnTo>
                  <a:pt x="516869" y="905255"/>
                </a:lnTo>
                <a:lnTo>
                  <a:pt x="374839" y="905255"/>
                </a:lnTo>
                <a:close/>
                <a:moveTo>
                  <a:pt x="692636" y="903775"/>
                </a:moveTo>
                <a:lnTo>
                  <a:pt x="697634" y="903775"/>
                </a:lnTo>
                <a:lnTo>
                  <a:pt x="697634" y="905255"/>
                </a:lnTo>
                <a:lnTo>
                  <a:pt x="692636" y="905255"/>
                </a:lnTo>
                <a:close/>
                <a:moveTo>
                  <a:pt x="580595" y="904515"/>
                </a:moveTo>
                <a:lnTo>
                  <a:pt x="592673" y="904515"/>
                </a:lnTo>
                <a:lnTo>
                  <a:pt x="592673" y="905255"/>
                </a:lnTo>
                <a:lnTo>
                  <a:pt x="580595" y="905255"/>
                </a:lnTo>
                <a:close/>
                <a:moveTo>
                  <a:pt x="733454" y="903775"/>
                </a:moveTo>
                <a:lnTo>
                  <a:pt x="735120" y="903775"/>
                </a:lnTo>
                <a:lnTo>
                  <a:pt x="735120" y="905255"/>
                </a:lnTo>
                <a:lnTo>
                  <a:pt x="733454" y="905255"/>
                </a:lnTo>
                <a:close/>
                <a:moveTo>
                  <a:pt x="769690" y="904515"/>
                </a:moveTo>
                <a:lnTo>
                  <a:pt x="776354" y="904515"/>
                </a:lnTo>
                <a:lnTo>
                  <a:pt x="776354" y="905255"/>
                </a:lnTo>
                <a:lnTo>
                  <a:pt x="769690" y="905255"/>
                </a:lnTo>
                <a:close/>
                <a:moveTo>
                  <a:pt x="568099" y="904515"/>
                </a:moveTo>
                <a:lnTo>
                  <a:pt x="573514" y="904515"/>
                </a:lnTo>
                <a:lnTo>
                  <a:pt x="573514" y="905255"/>
                </a:lnTo>
                <a:lnTo>
                  <a:pt x="568099" y="905255"/>
                </a:lnTo>
                <a:close/>
                <a:moveTo>
                  <a:pt x="613915" y="902295"/>
                </a:moveTo>
                <a:lnTo>
                  <a:pt x="629326" y="902295"/>
                </a:lnTo>
                <a:lnTo>
                  <a:pt x="629326" y="905255"/>
                </a:lnTo>
                <a:lnTo>
                  <a:pt x="613915" y="905255"/>
                </a:lnTo>
                <a:close/>
                <a:moveTo>
                  <a:pt x="718876" y="904515"/>
                </a:moveTo>
                <a:lnTo>
                  <a:pt x="720125" y="904515"/>
                </a:lnTo>
                <a:lnTo>
                  <a:pt x="720125" y="905255"/>
                </a:lnTo>
                <a:lnTo>
                  <a:pt x="718876" y="905255"/>
                </a:lnTo>
                <a:close/>
                <a:moveTo>
                  <a:pt x="782185" y="904515"/>
                </a:moveTo>
                <a:lnTo>
                  <a:pt x="810925" y="904515"/>
                </a:lnTo>
                <a:lnTo>
                  <a:pt x="810925" y="905255"/>
                </a:lnTo>
                <a:lnTo>
                  <a:pt x="782185" y="905255"/>
                </a:lnTo>
                <a:close/>
                <a:moveTo>
                  <a:pt x="539360" y="904515"/>
                </a:moveTo>
                <a:lnTo>
                  <a:pt x="559769" y="904515"/>
                </a:lnTo>
                <a:lnTo>
                  <a:pt x="559769" y="905255"/>
                </a:lnTo>
                <a:lnTo>
                  <a:pt x="539360" y="905255"/>
                </a:lnTo>
                <a:close/>
                <a:moveTo>
                  <a:pt x="601837" y="904515"/>
                </a:moveTo>
                <a:lnTo>
                  <a:pt x="607668" y="904515"/>
                </a:lnTo>
                <a:lnTo>
                  <a:pt x="607668" y="905996"/>
                </a:lnTo>
                <a:lnTo>
                  <a:pt x="601837" y="905996"/>
                </a:lnTo>
                <a:close/>
                <a:moveTo>
                  <a:pt x="656399" y="904515"/>
                </a:moveTo>
                <a:lnTo>
                  <a:pt x="668478" y="904515"/>
                </a:lnTo>
                <a:lnTo>
                  <a:pt x="668478" y="905996"/>
                </a:lnTo>
                <a:lnTo>
                  <a:pt x="656399" y="905996"/>
                </a:lnTo>
                <a:close/>
                <a:moveTo>
                  <a:pt x="397" y="677276"/>
                </a:moveTo>
                <a:lnTo>
                  <a:pt x="39548" y="677276"/>
                </a:lnTo>
                <a:lnTo>
                  <a:pt x="39548" y="905996"/>
                </a:lnTo>
                <a:lnTo>
                  <a:pt x="397" y="905996"/>
                </a:lnTo>
                <a:close/>
                <a:moveTo>
                  <a:pt x="567683" y="905255"/>
                </a:moveTo>
                <a:lnTo>
                  <a:pt x="573930" y="905255"/>
                </a:lnTo>
                <a:lnTo>
                  <a:pt x="573930" y="905996"/>
                </a:lnTo>
                <a:lnTo>
                  <a:pt x="567683" y="905996"/>
                </a:lnTo>
                <a:close/>
                <a:moveTo>
                  <a:pt x="692219" y="905255"/>
                </a:moveTo>
                <a:lnTo>
                  <a:pt x="697634" y="905255"/>
                </a:lnTo>
                <a:lnTo>
                  <a:pt x="697634" y="905996"/>
                </a:lnTo>
                <a:lnTo>
                  <a:pt x="692219" y="905996"/>
                </a:lnTo>
                <a:close/>
                <a:moveTo>
                  <a:pt x="733454" y="905255"/>
                </a:moveTo>
                <a:lnTo>
                  <a:pt x="735536" y="905255"/>
                </a:lnTo>
                <a:lnTo>
                  <a:pt x="735536" y="905996"/>
                </a:lnTo>
                <a:lnTo>
                  <a:pt x="733454" y="905996"/>
                </a:lnTo>
                <a:close/>
                <a:moveTo>
                  <a:pt x="875067" y="904515"/>
                </a:moveTo>
                <a:lnTo>
                  <a:pt x="875484" y="904515"/>
                </a:lnTo>
                <a:lnTo>
                  <a:pt x="875484" y="905996"/>
                </a:lnTo>
                <a:lnTo>
                  <a:pt x="875067" y="905996"/>
                </a:lnTo>
                <a:close/>
                <a:moveTo>
                  <a:pt x="539360" y="905255"/>
                </a:moveTo>
                <a:lnTo>
                  <a:pt x="559353" y="905255"/>
                </a:lnTo>
                <a:lnTo>
                  <a:pt x="559353" y="905996"/>
                </a:lnTo>
                <a:lnTo>
                  <a:pt x="539360" y="905996"/>
                </a:lnTo>
                <a:close/>
                <a:moveTo>
                  <a:pt x="718459" y="905255"/>
                </a:moveTo>
                <a:lnTo>
                  <a:pt x="720125" y="905255"/>
                </a:lnTo>
                <a:lnTo>
                  <a:pt x="720125" y="905996"/>
                </a:lnTo>
                <a:lnTo>
                  <a:pt x="718459" y="905996"/>
                </a:lnTo>
                <a:close/>
                <a:moveTo>
                  <a:pt x="709296" y="905255"/>
                </a:moveTo>
                <a:lnTo>
                  <a:pt x="711795" y="905255"/>
                </a:lnTo>
                <a:lnTo>
                  <a:pt x="711795" y="905996"/>
                </a:lnTo>
                <a:lnTo>
                  <a:pt x="709296" y="905996"/>
                </a:lnTo>
                <a:close/>
                <a:moveTo>
                  <a:pt x="769274" y="905255"/>
                </a:moveTo>
                <a:lnTo>
                  <a:pt x="810925" y="905255"/>
                </a:lnTo>
                <a:lnTo>
                  <a:pt x="810925" y="905996"/>
                </a:lnTo>
                <a:lnTo>
                  <a:pt x="769274" y="905996"/>
                </a:lnTo>
                <a:close/>
                <a:moveTo>
                  <a:pt x="862572" y="904515"/>
                </a:moveTo>
                <a:lnTo>
                  <a:pt x="868403" y="904515"/>
                </a:lnTo>
                <a:lnTo>
                  <a:pt x="868403" y="905996"/>
                </a:lnTo>
                <a:lnTo>
                  <a:pt x="862572" y="905996"/>
                </a:lnTo>
                <a:close/>
                <a:moveTo>
                  <a:pt x="581011" y="905255"/>
                </a:moveTo>
                <a:lnTo>
                  <a:pt x="592257" y="905255"/>
                </a:lnTo>
                <a:lnTo>
                  <a:pt x="592257" y="905996"/>
                </a:lnTo>
                <a:lnTo>
                  <a:pt x="581011" y="905996"/>
                </a:lnTo>
                <a:close/>
                <a:moveTo>
                  <a:pt x="601420" y="905996"/>
                </a:moveTo>
                <a:lnTo>
                  <a:pt x="607668" y="905996"/>
                </a:lnTo>
                <a:lnTo>
                  <a:pt x="607668" y="906736"/>
                </a:lnTo>
                <a:lnTo>
                  <a:pt x="601420" y="906736"/>
                </a:lnTo>
                <a:close/>
                <a:moveTo>
                  <a:pt x="691803" y="905996"/>
                </a:moveTo>
                <a:lnTo>
                  <a:pt x="697634" y="905996"/>
                </a:lnTo>
                <a:lnTo>
                  <a:pt x="697634" y="906736"/>
                </a:lnTo>
                <a:lnTo>
                  <a:pt x="691803" y="906736"/>
                </a:lnTo>
                <a:close/>
                <a:moveTo>
                  <a:pt x="769274" y="905996"/>
                </a:moveTo>
                <a:lnTo>
                  <a:pt x="776354" y="905996"/>
                </a:lnTo>
                <a:lnTo>
                  <a:pt x="776354" y="906736"/>
                </a:lnTo>
                <a:lnTo>
                  <a:pt x="769274" y="906736"/>
                </a:lnTo>
                <a:close/>
                <a:moveTo>
                  <a:pt x="539360" y="905996"/>
                </a:moveTo>
                <a:lnTo>
                  <a:pt x="558936" y="905996"/>
                </a:lnTo>
                <a:lnTo>
                  <a:pt x="558936" y="906736"/>
                </a:lnTo>
                <a:lnTo>
                  <a:pt x="539360" y="906736"/>
                </a:lnTo>
                <a:close/>
                <a:moveTo>
                  <a:pt x="718459" y="905996"/>
                </a:moveTo>
                <a:lnTo>
                  <a:pt x="719709" y="905996"/>
                </a:lnTo>
                <a:lnTo>
                  <a:pt x="719709" y="906736"/>
                </a:lnTo>
                <a:lnTo>
                  <a:pt x="718459" y="906736"/>
                </a:lnTo>
                <a:close/>
                <a:moveTo>
                  <a:pt x="874651" y="905996"/>
                </a:moveTo>
                <a:lnTo>
                  <a:pt x="875484" y="905996"/>
                </a:lnTo>
                <a:lnTo>
                  <a:pt x="875484" y="906736"/>
                </a:lnTo>
                <a:lnTo>
                  <a:pt x="874651" y="906736"/>
                </a:lnTo>
                <a:close/>
                <a:moveTo>
                  <a:pt x="581011" y="905996"/>
                </a:moveTo>
                <a:lnTo>
                  <a:pt x="591840" y="905996"/>
                </a:lnTo>
                <a:lnTo>
                  <a:pt x="591840" y="906736"/>
                </a:lnTo>
                <a:lnTo>
                  <a:pt x="581011" y="906736"/>
                </a:lnTo>
                <a:close/>
                <a:moveTo>
                  <a:pt x="567266" y="905996"/>
                </a:moveTo>
                <a:lnTo>
                  <a:pt x="573930" y="905996"/>
                </a:lnTo>
                <a:lnTo>
                  <a:pt x="573930" y="906736"/>
                </a:lnTo>
                <a:lnTo>
                  <a:pt x="567266" y="906736"/>
                </a:lnTo>
                <a:close/>
                <a:moveTo>
                  <a:pt x="691386" y="906736"/>
                </a:moveTo>
                <a:lnTo>
                  <a:pt x="697634" y="906736"/>
                </a:lnTo>
                <a:lnTo>
                  <a:pt x="697634" y="907476"/>
                </a:lnTo>
                <a:lnTo>
                  <a:pt x="691386" y="907476"/>
                </a:lnTo>
                <a:close/>
                <a:moveTo>
                  <a:pt x="862572" y="905996"/>
                </a:moveTo>
                <a:lnTo>
                  <a:pt x="868819" y="905996"/>
                </a:lnTo>
                <a:lnTo>
                  <a:pt x="868819" y="907476"/>
                </a:lnTo>
                <a:lnTo>
                  <a:pt x="862572" y="907476"/>
                </a:lnTo>
                <a:close/>
                <a:moveTo>
                  <a:pt x="874234" y="906736"/>
                </a:moveTo>
                <a:lnTo>
                  <a:pt x="875484" y="906736"/>
                </a:lnTo>
                <a:lnTo>
                  <a:pt x="875484" y="907476"/>
                </a:lnTo>
                <a:lnTo>
                  <a:pt x="874234" y="907476"/>
                </a:lnTo>
                <a:close/>
                <a:moveTo>
                  <a:pt x="613915" y="905255"/>
                </a:moveTo>
                <a:lnTo>
                  <a:pt x="628910" y="905255"/>
                </a:lnTo>
                <a:lnTo>
                  <a:pt x="628910" y="907476"/>
                </a:lnTo>
                <a:lnTo>
                  <a:pt x="613915" y="907476"/>
                </a:lnTo>
                <a:close/>
                <a:moveTo>
                  <a:pt x="881315" y="899334"/>
                </a:moveTo>
                <a:lnTo>
                  <a:pt x="886729" y="899334"/>
                </a:lnTo>
                <a:lnTo>
                  <a:pt x="886729" y="907476"/>
                </a:lnTo>
                <a:lnTo>
                  <a:pt x="881315" y="907476"/>
                </a:lnTo>
                <a:close/>
                <a:moveTo>
                  <a:pt x="718043" y="906736"/>
                </a:moveTo>
                <a:lnTo>
                  <a:pt x="719709" y="906736"/>
                </a:lnTo>
                <a:lnTo>
                  <a:pt x="719709" y="907476"/>
                </a:lnTo>
                <a:lnTo>
                  <a:pt x="718043" y="907476"/>
                </a:lnTo>
                <a:close/>
                <a:moveTo>
                  <a:pt x="674726" y="905255"/>
                </a:moveTo>
                <a:lnTo>
                  <a:pt x="679307" y="905255"/>
                </a:lnTo>
                <a:lnTo>
                  <a:pt x="679307" y="907476"/>
                </a:lnTo>
                <a:lnTo>
                  <a:pt x="674726" y="907476"/>
                </a:lnTo>
                <a:close/>
                <a:moveTo>
                  <a:pt x="539360" y="906736"/>
                </a:moveTo>
                <a:lnTo>
                  <a:pt x="558103" y="906736"/>
                </a:lnTo>
                <a:lnTo>
                  <a:pt x="558103" y="907476"/>
                </a:lnTo>
                <a:lnTo>
                  <a:pt x="539360" y="907476"/>
                </a:lnTo>
                <a:close/>
                <a:moveTo>
                  <a:pt x="581428" y="906736"/>
                </a:moveTo>
                <a:lnTo>
                  <a:pt x="591007" y="906736"/>
                </a:lnTo>
                <a:lnTo>
                  <a:pt x="591007" y="907476"/>
                </a:lnTo>
                <a:lnTo>
                  <a:pt x="581428" y="907476"/>
                </a:lnTo>
                <a:close/>
                <a:moveTo>
                  <a:pt x="656399" y="905996"/>
                </a:moveTo>
                <a:lnTo>
                  <a:pt x="668062" y="905996"/>
                </a:lnTo>
                <a:lnTo>
                  <a:pt x="668062" y="907476"/>
                </a:lnTo>
                <a:lnTo>
                  <a:pt x="656399" y="907476"/>
                </a:lnTo>
                <a:close/>
                <a:moveTo>
                  <a:pt x="601004" y="906736"/>
                </a:moveTo>
                <a:lnTo>
                  <a:pt x="607668" y="906736"/>
                </a:lnTo>
                <a:lnTo>
                  <a:pt x="607668" y="907476"/>
                </a:lnTo>
                <a:lnTo>
                  <a:pt x="601004" y="907476"/>
                </a:lnTo>
                <a:close/>
                <a:moveTo>
                  <a:pt x="733454" y="905996"/>
                </a:moveTo>
                <a:lnTo>
                  <a:pt x="735953" y="905996"/>
                </a:lnTo>
                <a:lnTo>
                  <a:pt x="735953" y="907476"/>
                </a:lnTo>
                <a:lnTo>
                  <a:pt x="733454" y="907476"/>
                </a:lnTo>
                <a:close/>
                <a:moveTo>
                  <a:pt x="566850" y="906736"/>
                </a:moveTo>
                <a:lnTo>
                  <a:pt x="574347" y="906736"/>
                </a:lnTo>
                <a:lnTo>
                  <a:pt x="574347" y="907476"/>
                </a:lnTo>
                <a:lnTo>
                  <a:pt x="566850" y="907476"/>
                </a:lnTo>
                <a:close/>
                <a:moveTo>
                  <a:pt x="709296" y="905996"/>
                </a:moveTo>
                <a:lnTo>
                  <a:pt x="710962" y="905996"/>
                </a:lnTo>
                <a:lnTo>
                  <a:pt x="710962" y="907476"/>
                </a:lnTo>
                <a:lnTo>
                  <a:pt x="709296" y="907476"/>
                </a:lnTo>
                <a:close/>
                <a:moveTo>
                  <a:pt x="873401" y="907476"/>
                </a:moveTo>
                <a:lnTo>
                  <a:pt x="875484" y="907476"/>
                </a:lnTo>
                <a:lnTo>
                  <a:pt x="875484" y="908216"/>
                </a:lnTo>
                <a:lnTo>
                  <a:pt x="873401" y="908216"/>
                </a:lnTo>
                <a:close/>
                <a:moveTo>
                  <a:pt x="374422" y="905255"/>
                </a:moveTo>
                <a:lnTo>
                  <a:pt x="516869" y="905255"/>
                </a:lnTo>
                <a:lnTo>
                  <a:pt x="516869" y="908216"/>
                </a:lnTo>
                <a:lnTo>
                  <a:pt x="374422" y="908216"/>
                </a:lnTo>
                <a:close/>
                <a:moveTo>
                  <a:pt x="539360" y="907476"/>
                </a:moveTo>
                <a:lnTo>
                  <a:pt x="557687" y="907476"/>
                </a:lnTo>
                <a:lnTo>
                  <a:pt x="557687" y="908216"/>
                </a:lnTo>
                <a:lnTo>
                  <a:pt x="539360" y="908216"/>
                </a:lnTo>
                <a:close/>
                <a:moveTo>
                  <a:pt x="768857" y="906736"/>
                </a:moveTo>
                <a:lnTo>
                  <a:pt x="776354" y="906736"/>
                </a:lnTo>
                <a:lnTo>
                  <a:pt x="776354" y="908216"/>
                </a:lnTo>
                <a:lnTo>
                  <a:pt x="768857" y="908216"/>
                </a:lnTo>
                <a:close/>
                <a:moveTo>
                  <a:pt x="581428" y="907476"/>
                </a:moveTo>
                <a:lnTo>
                  <a:pt x="590591" y="907476"/>
                </a:lnTo>
                <a:lnTo>
                  <a:pt x="590591" y="908216"/>
                </a:lnTo>
                <a:lnTo>
                  <a:pt x="581428" y="908216"/>
                </a:lnTo>
                <a:close/>
                <a:moveTo>
                  <a:pt x="765108" y="907476"/>
                </a:moveTo>
                <a:lnTo>
                  <a:pt x="766358" y="907476"/>
                </a:lnTo>
                <a:lnTo>
                  <a:pt x="766358" y="908216"/>
                </a:lnTo>
                <a:lnTo>
                  <a:pt x="765108" y="908216"/>
                </a:lnTo>
                <a:close/>
                <a:moveTo>
                  <a:pt x="690553" y="907476"/>
                </a:moveTo>
                <a:lnTo>
                  <a:pt x="698050" y="907476"/>
                </a:lnTo>
                <a:lnTo>
                  <a:pt x="698050" y="908216"/>
                </a:lnTo>
                <a:lnTo>
                  <a:pt x="690553" y="908216"/>
                </a:lnTo>
                <a:close/>
                <a:moveTo>
                  <a:pt x="709296" y="907476"/>
                </a:moveTo>
                <a:lnTo>
                  <a:pt x="711379" y="907476"/>
                </a:lnTo>
                <a:lnTo>
                  <a:pt x="711379" y="908216"/>
                </a:lnTo>
                <a:lnTo>
                  <a:pt x="709296" y="908216"/>
                </a:lnTo>
                <a:close/>
                <a:moveTo>
                  <a:pt x="717626" y="907476"/>
                </a:moveTo>
                <a:lnTo>
                  <a:pt x="719292" y="907476"/>
                </a:lnTo>
                <a:lnTo>
                  <a:pt x="719292" y="908216"/>
                </a:lnTo>
                <a:lnTo>
                  <a:pt x="717626" y="908216"/>
                </a:lnTo>
                <a:close/>
                <a:moveTo>
                  <a:pt x="566433" y="907476"/>
                </a:moveTo>
                <a:lnTo>
                  <a:pt x="574347" y="907476"/>
                </a:lnTo>
                <a:lnTo>
                  <a:pt x="574347" y="908216"/>
                </a:lnTo>
                <a:lnTo>
                  <a:pt x="566433" y="908216"/>
                </a:lnTo>
                <a:close/>
                <a:moveTo>
                  <a:pt x="600587" y="907476"/>
                </a:moveTo>
                <a:lnTo>
                  <a:pt x="607668" y="907476"/>
                </a:lnTo>
                <a:lnTo>
                  <a:pt x="607668" y="908216"/>
                </a:lnTo>
                <a:lnTo>
                  <a:pt x="600587" y="908216"/>
                </a:lnTo>
                <a:close/>
                <a:moveTo>
                  <a:pt x="703465" y="907476"/>
                </a:moveTo>
                <a:lnTo>
                  <a:pt x="703882" y="907476"/>
                </a:lnTo>
                <a:lnTo>
                  <a:pt x="703882" y="908216"/>
                </a:lnTo>
                <a:lnTo>
                  <a:pt x="703465" y="908216"/>
                </a:lnTo>
                <a:close/>
                <a:moveTo>
                  <a:pt x="738868" y="907476"/>
                </a:moveTo>
                <a:lnTo>
                  <a:pt x="739285" y="907476"/>
                </a:lnTo>
                <a:lnTo>
                  <a:pt x="739285" y="908216"/>
                </a:lnTo>
                <a:lnTo>
                  <a:pt x="738868" y="908216"/>
                </a:lnTo>
                <a:close/>
                <a:moveTo>
                  <a:pt x="709296" y="908216"/>
                </a:moveTo>
                <a:lnTo>
                  <a:pt x="712212" y="908216"/>
                </a:lnTo>
                <a:lnTo>
                  <a:pt x="712212" y="908956"/>
                </a:lnTo>
                <a:lnTo>
                  <a:pt x="709296" y="908956"/>
                </a:lnTo>
                <a:close/>
                <a:moveTo>
                  <a:pt x="733454" y="907476"/>
                </a:moveTo>
                <a:lnTo>
                  <a:pt x="736369" y="907476"/>
                </a:lnTo>
                <a:lnTo>
                  <a:pt x="736369" y="908956"/>
                </a:lnTo>
                <a:lnTo>
                  <a:pt x="733454" y="908956"/>
                </a:lnTo>
                <a:close/>
                <a:moveTo>
                  <a:pt x="581844" y="908216"/>
                </a:moveTo>
                <a:lnTo>
                  <a:pt x="590174" y="908216"/>
                </a:lnTo>
                <a:lnTo>
                  <a:pt x="590174" y="908956"/>
                </a:lnTo>
                <a:lnTo>
                  <a:pt x="581844" y="908956"/>
                </a:lnTo>
                <a:close/>
                <a:moveTo>
                  <a:pt x="674309" y="907476"/>
                </a:moveTo>
                <a:lnTo>
                  <a:pt x="679307" y="907476"/>
                </a:lnTo>
                <a:lnTo>
                  <a:pt x="679307" y="908956"/>
                </a:lnTo>
                <a:lnTo>
                  <a:pt x="674309" y="908956"/>
                </a:lnTo>
                <a:close/>
                <a:moveTo>
                  <a:pt x="690137" y="908216"/>
                </a:moveTo>
                <a:lnTo>
                  <a:pt x="698050" y="908216"/>
                </a:lnTo>
                <a:lnTo>
                  <a:pt x="698050" y="908956"/>
                </a:lnTo>
                <a:lnTo>
                  <a:pt x="690137" y="908956"/>
                </a:lnTo>
                <a:close/>
                <a:moveTo>
                  <a:pt x="656399" y="907476"/>
                </a:moveTo>
                <a:lnTo>
                  <a:pt x="667645" y="907476"/>
                </a:lnTo>
                <a:lnTo>
                  <a:pt x="667645" y="908956"/>
                </a:lnTo>
                <a:lnTo>
                  <a:pt x="656399" y="908956"/>
                </a:lnTo>
                <a:close/>
                <a:moveTo>
                  <a:pt x="397" y="905996"/>
                </a:moveTo>
                <a:lnTo>
                  <a:pt x="39965" y="905996"/>
                </a:lnTo>
                <a:lnTo>
                  <a:pt x="39965" y="908956"/>
                </a:lnTo>
                <a:lnTo>
                  <a:pt x="397" y="908956"/>
                </a:lnTo>
                <a:close/>
                <a:moveTo>
                  <a:pt x="862572" y="907476"/>
                </a:moveTo>
                <a:lnTo>
                  <a:pt x="869236" y="907476"/>
                </a:lnTo>
                <a:lnTo>
                  <a:pt x="869236" y="908956"/>
                </a:lnTo>
                <a:lnTo>
                  <a:pt x="862572" y="908956"/>
                </a:lnTo>
                <a:close/>
                <a:moveTo>
                  <a:pt x="736786" y="908216"/>
                </a:moveTo>
                <a:lnTo>
                  <a:pt x="739285" y="908216"/>
                </a:lnTo>
                <a:lnTo>
                  <a:pt x="739285" y="908956"/>
                </a:lnTo>
                <a:lnTo>
                  <a:pt x="736786" y="908956"/>
                </a:lnTo>
                <a:close/>
                <a:moveTo>
                  <a:pt x="717210" y="908216"/>
                </a:moveTo>
                <a:lnTo>
                  <a:pt x="719292" y="908216"/>
                </a:lnTo>
                <a:lnTo>
                  <a:pt x="719292" y="908956"/>
                </a:lnTo>
                <a:lnTo>
                  <a:pt x="717210" y="908956"/>
                </a:lnTo>
                <a:close/>
                <a:moveTo>
                  <a:pt x="765525" y="908216"/>
                </a:moveTo>
                <a:lnTo>
                  <a:pt x="776354" y="908216"/>
                </a:lnTo>
                <a:lnTo>
                  <a:pt x="776354" y="908956"/>
                </a:lnTo>
                <a:lnTo>
                  <a:pt x="765525" y="908956"/>
                </a:lnTo>
                <a:close/>
                <a:moveTo>
                  <a:pt x="566017" y="908216"/>
                </a:moveTo>
                <a:lnTo>
                  <a:pt x="574764" y="908216"/>
                </a:lnTo>
                <a:lnTo>
                  <a:pt x="574764" y="908956"/>
                </a:lnTo>
                <a:lnTo>
                  <a:pt x="566017" y="908956"/>
                </a:lnTo>
                <a:close/>
                <a:moveTo>
                  <a:pt x="600171" y="908216"/>
                </a:moveTo>
                <a:lnTo>
                  <a:pt x="607668" y="908216"/>
                </a:lnTo>
                <a:lnTo>
                  <a:pt x="607668" y="908956"/>
                </a:lnTo>
                <a:lnTo>
                  <a:pt x="600171" y="908956"/>
                </a:lnTo>
                <a:close/>
                <a:moveTo>
                  <a:pt x="872568" y="908216"/>
                </a:moveTo>
                <a:lnTo>
                  <a:pt x="875484" y="908216"/>
                </a:lnTo>
                <a:lnTo>
                  <a:pt x="875484" y="908956"/>
                </a:lnTo>
                <a:lnTo>
                  <a:pt x="872568" y="908956"/>
                </a:lnTo>
                <a:close/>
                <a:moveTo>
                  <a:pt x="702216" y="908216"/>
                </a:moveTo>
                <a:lnTo>
                  <a:pt x="703882" y="908216"/>
                </a:lnTo>
                <a:lnTo>
                  <a:pt x="703882" y="908956"/>
                </a:lnTo>
                <a:lnTo>
                  <a:pt x="702216" y="908956"/>
                </a:lnTo>
                <a:close/>
                <a:moveTo>
                  <a:pt x="817172" y="903035"/>
                </a:moveTo>
                <a:lnTo>
                  <a:pt x="818838" y="903035"/>
                </a:lnTo>
                <a:lnTo>
                  <a:pt x="818838" y="908956"/>
                </a:lnTo>
                <a:lnTo>
                  <a:pt x="817172" y="908956"/>
                </a:lnTo>
                <a:close/>
                <a:moveTo>
                  <a:pt x="539360" y="908216"/>
                </a:moveTo>
                <a:lnTo>
                  <a:pt x="557270" y="908216"/>
                </a:lnTo>
                <a:lnTo>
                  <a:pt x="557270" y="908956"/>
                </a:lnTo>
                <a:lnTo>
                  <a:pt x="539360" y="908956"/>
                </a:lnTo>
                <a:close/>
                <a:moveTo>
                  <a:pt x="903806" y="891932"/>
                </a:moveTo>
                <a:lnTo>
                  <a:pt x="908388" y="891932"/>
                </a:lnTo>
                <a:lnTo>
                  <a:pt x="908388" y="908956"/>
                </a:lnTo>
                <a:lnTo>
                  <a:pt x="903806" y="908956"/>
                </a:lnTo>
                <a:close/>
                <a:moveTo>
                  <a:pt x="656399" y="908956"/>
                </a:moveTo>
                <a:lnTo>
                  <a:pt x="667229" y="908956"/>
                </a:lnTo>
                <a:lnTo>
                  <a:pt x="667229" y="909697"/>
                </a:lnTo>
                <a:lnTo>
                  <a:pt x="656399" y="909697"/>
                </a:lnTo>
                <a:close/>
                <a:moveTo>
                  <a:pt x="374006" y="908216"/>
                </a:moveTo>
                <a:lnTo>
                  <a:pt x="516869" y="908216"/>
                </a:lnTo>
                <a:lnTo>
                  <a:pt x="516869" y="909697"/>
                </a:lnTo>
                <a:lnTo>
                  <a:pt x="374006" y="909697"/>
                </a:lnTo>
                <a:close/>
                <a:moveTo>
                  <a:pt x="717210" y="908956"/>
                </a:moveTo>
                <a:lnTo>
                  <a:pt x="718876" y="908956"/>
                </a:lnTo>
                <a:lnTo>
                  <a:pt x="718876" y="909697"/>
                </a:lnTo>
                <a:lnTo>
                  <a:pt x="717210" y="909697"/>
                </a:lnTo>
                <a:close/>
                <a:moveTo>
                  <a:pt x="804260" y="905996"/>
                </a:moveTo>
                <a:lnTo>
                  <a:pt x="810925" y="905996"/>
                </a:lnTo>
                <a:lnTo>
                  <a:pt x="810925" y="909697"/>
                </a:lnTo>
                <a:lnTo>
                  <a:pt x="804260" y="909697"/>
                </a:lnTo>
                <a:close/>
                <a:moveTo>
                  <a:pt x="892560" y="904515"/>
                </a:moveTo>
                <a:lnTo>
                  <a:pt x="897559" y="904515"/>
                </a:lnTo>
                <a:lnTo>
                  <a:pt x="897559" y="909697"/>
                </a:lnTo>
                <a:lnTo>
                  <a:pt x="892560" y="909697"/>
                </a:lnTo>
                <a:close/>
                <a:moveTo>
                  <a:pt x="709296" y="908956"/>
                </a:moveTo>
                <a:lnTo>
                  <a:pt x="712628" y="908956"/>
                </a:lnTo>
                <a:lnTo>
                  <a:pt x="712628" y="909697"/>
                </a:lnTo>
                <a:lnTo>
                  <a:pt x="709296" y="909697"/>
                </a:lnTo>
                <a:close/>
                <a:moveTo>
                  <a:pt x="539360" y="908956"/>
                </a:moveTo>
                <a:lnTo>
                  <a:pt x="556854" y="908956"/>
                </a:lnTo>
                <a:lnTo>
                  <a:pt x="556854" y="909697"/>
                </a:lnTo>
                <a:lnTo>
                  <a:pt x="539360" y="909697"/>
                </a:lnTo>
                <a:close/>
                <a:moveTo>
                  <a:pt x="700966" y="908956"/>
                </a:moveTo>
                <a:lnTo>
                  <a:pt x="703882" y="908956"/>
                </a:lnTo>
                <a:lnTo>
                  <a:pt x="703882" y="909697"/>
                </a:lnTo>
                <a:lnTo>
                  <a:pt x="700966" y="909697"/>
                </a:lnTo>
                <a:close/>
                <a:moveTo>
                  <a:pt x="582261" y="908956"/>
                </a:moveTo>
                <a:lnTo>
                  <a:pt x="589341" y="908956"/>
                </a:lnTo>
                <a:lnTo>
                  <a:pt x="589341" y="909697"/>
                </a:lnTo>
                <a:lnTo>
                  <a:pt x="582261" y="909697"/>
                </a:lnTo>
                <a:close/>
                <a:moveTo>
                  <a:pt x="599754" y="908956"/>
                </a:moveTo>
                <a:lnTo>
                  <a:pt x="607668" y="908956"/>
                </a:lnTo>
                <a:lnTo>
                  <a:pt x="607668" y="909697"/>
                </a:lnTo>
                <a:lnTo>
                  <a:pt x="599754" y="909697"/>
                </a:lnTo>
                <a:close/>
                <a:moveTo>
                  <a:pt x="872151" y="908956"/>
                </a:moveTo>
                <a:lnTo>
                  <a:pt x="875484" y="908956"/>
                </a:lnTo>
                <a:lnTo>
                  <a:pt x="875484" y="909697"/>
                </a:lnTo>
                <a:lnTo>
                  <a:pt x="872151" y="909697"/>
                </a:lnTo>
                <a:close/>
                <a:moveTo>
                  <a:pt x="766358" y="908956"/>
                </a:moveTo>
                <a:lnTo>
                  <a:pt x="776354" y="908956"/>
                </a:lnTo>
                <a:lnTo>
                  <a:pt x="776354" y="909697"/>
                </a:lnTo>
                <a:lnTo>
                  <a:pt x="766358" y="909697"/>
                </a:lnTo>
                <a:close/>
                <a:moveTo>
                  <a:pt x="565600" y="908956"/>
                </a:moveTo>
                <a:lnTo>
                  <a:pt x="574764" y="908956"/>
                </a:lnTo>
                <a:lnTo>
                  <a:pt x="574764" y="909697"/>
                </a:lnTo>
                <a:lnTo>
                  <a:pt x="565600" y="909697"/>
                </a:lnTo>
                <a:close/>
                <a:moveTo>
                  <a:pt x="613915" y="907476"/>
                </a:moveTo>
                <a:lnTo>
                  <a:pt x="628493" y="907476"/>
                </a:lnTo>
                <a:lnTo>
                  <a:pt x="628493" y="909697"/>
                </a:lnTo>
                <a:lnTo>
                  <a:pt x="613915" y="909697"/>
                </a:lnTo>
                <a:close/>
                <a:moveTo>
                  <a:pt x="689720" y="908956"/>
                </a:moveTo>
                <a:lnTo>
                  <a:pt x="698050" y="908956"/>
                </a:lnTo>
                <a:lnTo>
                  <a:pt x="698050" y="909697"/>
                </a:lnTo>
                <a:lnTo>
                  <a:pt x="689720" y="909697"/>
                </a:lnTo>
                <a:close/>
                <a:moveTo>
                  <a:pt x="716793" y="909697"/>
                </a:moveTo>
                <a:lnTo>
                  <a:pt x="718459" y="909697"/>
                </a:lnTo>
                <a:lnTo>
                  <a:pt x="718459" y="910437"/>
                </a:lnTo>
                <a:lnTo>
                  <a:pt x="716793" y="910437"/>
                </a:lnTo>
                <a:close/>
                <a:moveTo>
                  <a:pt x="699300" y="909697"/>
                </a:moveTo>
                <a:lnTo>
                  <a:pt x="703882" y="909697"/>
                </a:lnTo>
                <a:lnTo>
                  <a:pt x="703882" y="910437"/>
                </a:lnTo>
                <a:lnTo>
                  <a:pt x="699300" y="910437"/>
                </a:lnTo>
                <a:close/>
                <a:moveTo>
                  <a:pt x="582261" y="909697"/>
                </a:moveTo>
                <a:lnTo>
                  <a:pt x="588925" y="909697"/>
                </a:lnTo>
                <a:lnTo>
                  <a:pt x="588925" y="910437"/>
                </a:lnTo>
                <a:lnTo>
                  <a:pt x="582261" y="910437"/>
                </a:lnTo>
                <a:close/>
                <a:moveTo>
                  <a:pt x="565184" y="909697"/>
                </a:moveTo>
                <a:lnTo>
                  <a:pt x="575180" y="909697"/>
                </a:lnTo>
                <a:lnTo>
                  <a:pt x="575180" y="910437"/>
                </a:lnTo>
                <a:lnTo>
                  <a:pt x="565184" y="910437"/>
                </a:lnTo>
                <a:close/>
                <a:moveTo>
                  <a:pt x="539360" y="909697"/>
                </a:moveTo>
                <a:lnTo>
                  <a:pt x="556437" y="909697"/>
                </a:lnTo>
                <a:lnTo>
                  <a:pt x="556437" y="910437"/>
                </a:lnTo>
                <a:lnTo>
                  <a:pt x="539360" y="910437"/>
                </a:lnTo>
                <a:close/>
                <a:moveTo>
                  <a:pt x="871318" y="909697"/>
                </a:moveTo>
                <a:lnTo>
                  <a:pt x="875484" y="909697"/>
                </a:lnTo>
                <a:lnTo>
                  <a:pt x="875484" y="910437"/>
                </a:lnTo>
                <a:lnTo>
                  <a:pt x="871318" y="910437"/>
                </a:lnTo>
                <a:close/>
                <a:moveTo>
                  <a:pt x="599338" y="909697"/>
                </a:moveTo>
                <a:lnTo>
                  <a:pt x="607668" y="909697"/>
                </a:lnTo>
                <a:lnTo>
                  <a:pt x="607668" y="910437"/>
                </a:lnTo>
                <a:lnTo>
                  <a:pt x="599338" y="910437"/>
                </a:lnTo>
                <a:close/>
                <a:moveTo>
                  <a:pt x="656399" y="909697"/>
                </a:moveTo>
                <a:lnTo>
                  <a:pt x="666812" y="909697"/>
                </a:lnTo>
                <a:lnTo>
                  <a:pt x="666812" y="910437"/>
                </a:lnTo>
                <a:lnTo>
                  <a:pt x="656399" y="910437"/>
                </a:lnTo>
                <a:close/>
                <a:moveTo>
                  <a:pt x="766775" y="909697"/>
                </a:moveTo>
                <a:lnTo>
                  <a:pt x="776354" y="909697"/>
                </a:lnTo>
                <a:lnTo>
                  <a:pt x="776354" y="910437"/>
                </a:lnTo>
                <a:lnTo>
                  <a:pt x="766775" y="910437"/>
                </a:lnTo>
                <a:close/>
                <a:moveTo>
                  <a:pt x="709296" y="909697"/>
                </a:moveTo>
                <a:lnTo>
                  <a:pt x="713045" y="909697"/>
                </a:lnTo>
                <a:lnTo>
                  <a:pt x="713045" y="910437"/>
                </a:lnTo>
                <a:lnTo>
                  <a:pt x="709296" y="910437"/>
                </a:lnTo>
                <a:close/>
                <a:moveTo>
                  <a:pt x="862572" y="908956"/>
                </a:moveTo>
                <a:lnTo>
                  <a:pt x="869652" y="908956"/>
                </a:lnTo>
                <a:lnTo>
                  <a:pt x="869652" y="910437"/>
                </a:lnTo>
                <a:lnTo>
                  <a:pt x="862572" y="910437"/>
                </a:lnTo>
                <a:close/>
                <a:moveTo>
                  <a:pt x="397" y="908956"/>
                </a:moveTo>
                <a:lnTo>
                  <a:pt x="40381" y="908956"/>
                </a:lnTo>
                <a:lnTo>
                  <a:pt x="40381" y="910437"/>
                </a:lnTo>
                <a:lnTo>
                  <a:pt x="397" y="910437"/>
                </a:lnTo>
                <a:close/>
                <a:moveTo>
                  <a:pt x="689304" y="909697"/>
                </a:moveTo>
                <a:lnTo>
                  <a:pt x="698050" y="909697"/>
                </a:lnTo>
                <a:lnTo>
                  <a:pt x="698050" y="910437"/>
                </a:lnTo>
                <a:lnTo>
                  <a:pt x="689304" y="910437"/>
                </a:lnTo>
                <a:close/>
                <a:moveTo>
                  <a:pt x="862572" y="910437"/>
                </a:moveTo>
                <a:lnTo>
                  <a:pt x="870069" y="910437"/>
                </a:lnTo>
                <a:lnTo>
                  <a:pt x="870069" y="911177"/>
                </a:lnTo>
                <a:lnTo>
                  <a:pt x="862572" y="911177"/>
                </a:lnTo>
                <a:close/>
                <a:moveTo>
                  <a:pt x="373589" y="909697"/>
                </a:moveTo>
                <a:lnTo>
                  <a:pt x="516869" y="909697"/>
                </a:lnTo>
                <a:lnTo>
                  <a:pt x="516869" y="911177"/>
                </a:lnTo>
                <a:lnTo>
                  <a:pt x="373589" y="911177"/>
                </a:lnTo>
                <a:close/>
                <a:moveTo>
                  <a:pt x="598921" y="910437"/>
                </a:moveTo>
                <a:lnTo>
                  <a:pt x="607668" y="910437"/>
                </a:lnTo>
                <a:lnTo>
                  <a:pt x="607668" y="911177"/>
                </a:lnTo>
                <a:lnTo>
                  <a:pt x="598921" y="911177"/>
                </a:lnTo>
                <a:close/>
                <a:moveTo>
                  <a:pt x="564767" y="910437"/>
                </a:moveTo>
                <a:lnTo>
                  <a:pt x="575597" y="910437"/>
                </a:lnTo>
                <a:lnTo>
                  <a:pt x="575597" y="911177"/>
                </a:lnTo>
                <a:lnTo>
                  <a:pt x="564767" y="911177"/>
                </a:lnTo>
                <a:close/>
                <a:moveTo>
                  <a:pt x="692636" y="910437"/>
                </a:moveTo>
                <a:lnTo>
                  <a:pt x="703882" y="910437"/>
                </a:lnTo>
                <a:lnTo>
                  <a:pt x="703882" y="911177"/>
                </a:lnTo>
                <a:lnTo>
                  <a:pt x="692636" y="911177"/>
                </a:lnTo>
                <a:close/>
                <a:moveTo>
                  <a:pt x="709296" y="910437"/>
                </a:moveTo>
                <a:lnTo>
                  <a:pt x="713878" y="910437"/>
                </a:lnTo>
                <a:lnTo>
                  <a:pt x="713878" y="911177"/>
                </a:lnTo>
                <a:lnTo>
                  <a:pt x="709296" y="911177"/>
                </a:lnTo>
                <a:close/>
                <a:moveTo>
                  <a:pt x="870902" y="910437"/>
                </a:moveTo>
                <a:lnTo>
                  <a:pt x="875484" y="910437"/>
                </a:lnTo>
                <a:lnTo>
                  <a:pt x="875484" y="911177"/>
                </a:lnTo>
                <a:lnTo>
                  <a:pt x="870902" y="911177"/>
                </a:lnTo>
                <a:close/>
                <a:moveTo>
                  <a:pt x="613915" y="909697"/>
                </a:moveTo>
                <a:lnTo>
                  <a:pt x="628077" y="909697"/>
                </a:lnTo>
                <a:lnTo>
                  <a:pt x="628077" y="911177"/>
                </a:lnTo>
                <a:lnTo>
                  <a:pt x="613915" y="911177"/>
                </a:lnTo>
                <a:close/>
                <a:moveTo>
                  <a:pt x="673893" y="908956"/>
                </a:moveTo>
                <a:lnTo>
                  <a:pt x="679307" y="908956"/>
                </a:lnTo>
                <a:lnTo>
                  <a:pt x="679307" y="911177"/>
                </a:lnTo>
                <a:lnTo>
                  <a:pt x="673893" y="911177"/>
                </a:lnTo>
                <a:close/>
                <a:moveTo>
                  <a:pt x="688887" y="910437"/>
                </a:moveTo>
                <a:lnTo>
                  <a:pt x="691803" y="910437"/>
                </a:lnTo>
                <a:lnTo>
                  <a:pt x="691803" y="911177"/>
                </a:lnTo>
                <a:lnTo>
                  <a:pt x="688887" y="911177"/>
                </a:lnTo>
                <a:close/>
                <a:moveTo>
                  <a:pt x="716377" y="910437"/>
                </a:moveTo>
                <a:lnTo>
                  <a:pt x="718459" y="910437"/>
                </a:lnTo>
                <a:lnTo>
                  <a:pt x="718459" y="911177"/>
                </a:lnTo>
                <a:lnTo>
                  <a:pt x="716377" y="911177"/>
                </a:lnTo>
                <a:close/>
                <a:moveTo>
                  <a:pt x="582677" y="910437"/>
                </a:moveTo>
                <a:lnTo>
                  <a:pt x="588092" y="910437"/>
                </a:lnTo>
                <a:lnTo>
                  <a:pt x="588092" y="911177"/>
                </a:lnTo>
                <a:lnTo>
                  <a:pt x="582677" y="911177"/>
                </a:lnTo>
                <a:close/>
                <a:moveTo>
                  <a:pt x="539360" y="910437"/>
                </a:moveTo>
                <a:lnTo>
                  <a:pt x="556021" y="910437"/>
                </a:lnTo>
                <a:lnTo>
                  <a:pt x="556021" y="911177"/>
                </a:lnTo>
                <a:lnTo>
                  <a:pt x="539360" y="911177"/>
                </a:lnTo>
                <a:close/>
                <a:moveTo>
                  <a:pt x="582677" y="911177"/>
                </a:moveTo>
                <a:lnTo>
                  <a:pt x="587259" y="911177"/>
                </a:lnTo>
                <a:lnTo>
                  <a:pt x="587259" y="911917"/>
                </a:lnTo>
                <a:lnTo>
                  <a:pt x="582677" y="911917"/>
                </a:lnTo>
                <a:close/>
                <a:moveTo>
                  <a:pt x="539360" y="911177"/>
                </a:moveTo>
                <a:lnTo>
                  <a:pt x="555188" y="911177"/>
                </a:lnTo>
                <a:lnTo>
                  <a:pt x="555188" y="911917"/>
                </a:lnTo>
                <a:lnTo>
                  <a:pt x="539360" y="911917"/>
                </a:lnTo>
                <a:close/>
                <a:moveTo>
                  <a:pt x="563934" y="911177"/>
                </a:moveTo>
                <a:lnTo>
                  <a:pt x="575597" y="911177"/>
                </a:lnTo>
                <a:lnTo>
                  <a:pt x="575597" y="911917"/>
                </a:lnTo>
                <a:lnTo>
                  <a:pt x="563934" y="911917"/>
                </a:lnTo>
                <a:close/>
                <a:moveTo>
                  <a:pt x="397" y="910437"/>
                </a:moveTo>
                <a:lnTo>
                  <a:pt x="40798" y="910437"/>
                </a:lnTo>
                <a:lnTo>
                  <a:pt x="40798" y="911917"/>
                </a:lnTo>
                <a:lnTo>
                  <a:pt x="397" y="911917"/>
                </a:lnTo>
                <a:close/>
                <a:moveTo>
                  <a:pt x="673476" y="911177"/>
                </a:moveTo>
                <a:lnTo>
                  <a:pt x="678474" y="911177"/>
                </a:lnTo>
                <a:lnTo>
                  <a:pt x="678474" y="911917"/>
                </a:lnTo>
                <a:lnTo>
                  <a:pt x="673476" y="911917"/>
                </a:lnTo>
                <a:close/>
                <a:moveTo>
                  <a:pt x="715960" y="911177"/>
                </a:moveTo>
                <a:lnTo>
                  <a:pt x="718043" y="911177"/>
                </a:lnTo>
                <a:lnTo>
                  <a:pt x="718043" y="911917"/>
                </a:lnTo>
                <a:lnTo>
                  <a:pt x="715960" y="911917"/>
                </a:lnTo>
                <a:close/>
                <a:moveTo>
                  <a:pt x="656399" y="910437"/>
                </a:moveTo>
                <a:lnTo>
                  <a:pt x="666396" y="910437"/>
                </a:lnTo>
                <a:lnTo>
                  <a:pt x="666396" y="911917"/>
                </a:lnTo>
                <a:lnTo>
                  <a:pt x="656399" y="911917"/>
                </a:lnTo>
                <a:close/>
                <a:moveTo>
                  <a:pt x="598505" y="911177"/>
                </a:moveTo>
                <a:lnTo>
                  <a:pt x="607668" y="911177"/>
                </a:lnTo>
                <a:lnTo>
                  <a:pt x="607668" y="911917"/>
                </a:lnTo>
                <a:lnTo>
                  <a:pt x="598505" y="911917"/>
                </a:lnTo>
                <a:close/>
                <a:moveTo>
                  <a:pt x="862572" y="911177"/>
                </a:moveTo>
                <a:lnTo>
                  <a:pt x="875484" y="911177"/>
                </a:lnTo>
                <a:lnTo>
                  <a:pt x="875484" y="911917"/>
                </a:lnTo>
                <a:lnTo>
                  <a:pt x="862572" y="911917"/>
                </a:lnTo>
                <a:close/>
                <a:moveTo>
                  <a:pt x="688471" y="911177"/>
                </a:moveTo>
                <a:lnTo>
                  <a:pt x="691803" y="911177"/>
                </a:lnTo>
                <a:lnTo>
                  <a:pt x="691803" y="911917"/>
                </a:lnTo>
                <a:lnTo>
                  <a:pt x="688471" y="911917"/>
                </a:lnTo>
                <a:close/>
                <a:moveTo>
                  <a:pt x="693052" y="911177"/>
                </a:moveTo>
                <a:lnTo>
                  <a:pt x="703882" y="911177"/>
                </a:lnTo>
                <a:lnTo>
                  <a:pt x="703882" y="911917"/>
                </a:lnTo>
                <a:lnTo>
                  <a:pt x="693052" y="911917"/>
                </a:lnTo>
                <a:close/>
                <a:moveTo>
                  <a:pt x="709296" y="911177"/>
                </a:moveTo>
                <a:lnTo>
                  <a:pt x="714294" y="911177"/>
                </a:lnTo>
                <a:lnTo>
                  <a:pt x="714294" y="911917"/>
                </a:lnTo>
                <a:lnTo>
                  <a:pt x="709296" y="911917"/>
                </a:lnTo>
                <a:close/>
                <a:moveTo>
                  <a:pt x="767191" y="910437"/>
                </a:moveTo>
                <a:lnTo>
                  <a:pt x="776354" y="910437"/>
                </a:lnTo>
                <a:lnTo>
                  <a:pt x="776354" y="911917"/>
                </a:lnTo>
                <a:lnTo>
                  <a:pt x="767191" y="911917"/>
                </a:lnTo>
                <a:close/>
                <a:moveTo>
                  <a:pt x="892560" y="909697"/>
                </a:moveTo>
                <a:lnTo>
                  <a:pt x="897142" y="909697"/>
                </a:lnTo>
                <a:lnTo>
                  <a:pt x="897142" y="912657"/>
                </a:lnTo>
                <a:lnTo>
                  <a:pt x="892560" y="912657"/>
                </a:lnTo>
                <a:close/>
                <a:moveTo>
                  <a:pt x="598088" y="911917"/>
                </a:moveTo>
                <a:lnTo>
                  <a:pt x="607668" y="911917"/>
                </a:lnTo>
                <a:lnTo>
                  <a:pt x="607668" y="912657"/>
                </a:lnTo>
                <a:lnTo>
                  <a:pt x="598088" y="912657"/>
                </a:lnTo>
                <a:close/>
                <a:moveTo>
                  <a:pt x="709296" y="911917"/>
                </a:moveTo>
                <a:lnTo>
                  <a:pt x="714711" y="911917"/>
                </a:lnTo>
                <a:lnTo>
                  <a:pt x="714711" y="912657"/>
                </a:lnTo>
                <a:lnTo>
                  <a:pt x="709296" y="912657"/>
                </a:lnTo>
                <a:close/>
                <a:moveTo>
                  <a:pt x="583094" y="911917"/>
                </a:moveTo>
                <a:lnTo>
                  <a:pt x="586426" y="911917"/>
                </a:lnTo>
                <a:lnTo>
                  <a:pt x="586426" y="912657"/>
                </a:lnTo>
                <a:lnTo>
                  <a:pt x="583094" y="912657"/>
                </a:lnTo>
                <a:close/>
                <a:moveTo>
                  <a:pt x="613915" y="911177"/>
                </a:moveTo>
                <a:lnTo>
                  <a:pt x="627660" y="911177"/>
                </a:lnTo>
                <a:lnTo>
                  <a:pt x="627660" y="912657"/>
                </a:lnTo>
                <a:lnTo>
                  <a:pt x="613915" y="912657"/>
                </a:lnTo>
                <a:close/>
                <a:moveTo>
                  <a:pt x="687638" y="911917"/>
                </a:moveTo>
                <a:lnTo>
                  <a:pt x="691803" y="911917"/>
                </a:lnTo>
                <a:lnTo>
                  <a:pt x="691803" y="912657"/>
                </a:lnTo>
                <a:lnTo>
                  <a:pt x="687638" y="912657"/>
                </a:lnTo>
                <a:close/>
                <a:moveTo>
                  <a:pt x="563518" y="911917"/>
                </a:moveTo>
                <a:lnTo>
                  <a:pt x="572264" y="911917"/>
                </a:lnTo>
                <a:lnTo>
                  <a:pt x="572264" y="912657"/>
                </a:lnTo>
                <a:lnTo>
                  <a:pt x="563518" y="912657"/>
                </a:lnTo>
                <a:close/>
                <a:moveTo>
                  <a:pt x="715544" y="911917"/>
                </a:moveTo>
                <a:lnTo>
                  <a:pt x="717626" y="911917"/>
                </a:lnTo>
                <a:lnTo>
                  <a:pt x="717626" y="912657"/>
                </a:lnTo>
                <a:lnTo>
                  <a:pt x="715544" y="912657"/>
                </a:lnTo>
                <a:close/>
                <a:moveTo>
                  <a:pt x="766775" y="911917"/>
                </a:moveTo>
                <a:lnTo>
                  <a:pt x="776354" y="911917"/>
                </a:lnTo>
                <a:lnTo>
                  <a:pt x="776354" y="912657"/>
                </a:lnTo>
                <a:lnTo>
                  <a:pt x="766775" y="912657"/>
                </a:lnTo>
                <a:close/>
                <a:moveTo>
                  <a:pt x="373173" y="911177"/>
                </a:moveTo>
                <a:lnTo>
                  <a:pt x="516869" y="911177"/>
                </a:lnTo>
                <a:lnTo>
                  <a:pt x="516869" y="912657"/>
                </a:lnTo>
                <a:lnTo>
                  <a:pt x="373173" y="912657"/>
                </a:lnTo>
                <a:close/>
                <a:moveTo>
                  <a:pt x="539360" y="911917"/>
                </a:moveTo>
                <a:lnTo>
                  <a:pt x="554771" y="911917"/>
                </a:lnTo>
                <a:lnTo>
                  <a:pt x="554771" y="912657"/>
                </a:lnTo>
                <a:lnTo>
                  <a:pt x="539360" y="912657"/>
                </a:lnTo>
                <a:close/>
                <a:moveTo>
                  <a:pt x="693885" y="911917"/>
                </a:moveTo>
                <a:lnTo>
                  <a:pt x="703882" y="911917"/>
                </a:lnTo>
                <a:lnTo>
                  <a:pt x="703882" y="912657"/>
                </a:lnTo>
                <a:lnTo>
                  <a:pt x="693885" y="912657"/>
                </a:lnTo>
                <a:close/>
                <a:moveTo>
                  <a:pt x="903390" y="908956"/>
                </a:moveTo>
                <a:lnTo>
                  <a:pt x="908388" y="908956"/>
                </a:lnTo>
                <a:lnTo>
                  <a:pt x="908388" y="912657"/>
                </a:lnTo>
                <a:lnTo>
                  <a:pt x="903390" y="912657"/>
                </a:lnTo>
                <a:close/>
                <a:moveTo>
                  <a:pt x="673060" y="911917"/>
                </a:moveTo>
                <a:lnTo>
                  <a:pt x="678058" y="911917"/>
                </a:lnTo>
                <a:lnTo>
                  <a:pt x="678058" y="912657"/>
                </a:lnTo>
                <a:lnTo>
                  <a:pt x="673060" y="912657"/>
                </a:lnTo>
                <a:close/>
                <a:moveTo>
                  <a:pt x="656399" y="911917"/>
                </a:moveTo>
                <a:lnTo>
                  <a:pt x="665979" y="911917"/>
                </a:lnTo>
                <a:lnTo>
                  <a:pt x="665979" y="912657"/>
                </a:lnTo>
                <a:lnTo>
                  <a:pt x="656399" y="912657"/>
                </a:lnTo>
                <a:close/>
                <a:moveTo>
                  <a:pt x="804260" y="909697"/>
                </a:moveTo>
                <a:lnTo>
                  <a:pt x="810508" y="909697"/>
                </a:lnTo>
                <a:lnTo>
                  <a:pt x="810508" y="912657"/>
                </a:lnTo>
                <a:lnTo>
                  <a:pt x="804260" y="912657"/>
                </a:lnTo>
                <a:close/>
                <a:moveTo>
                  <a:pt x="597672" y="912657"/>
                </a:moveTo>
                <a:lnTo>
                  <a:pt x="607668" y="912657"/>
                </a:lnTo>
                <a:lnTo>
                  <a:pt x="607668" y="913397"/>
                </a:lnTo>
                <a:lnTo>
                  <a:pt x="597672" y="913397"/>
                </a:lnTo>
                <a:close/>
                <a:moveTo>
                  <a:pt x="695135" y="912657"/>
                </a:moveTo>
                <a:lnTo>
                  <a:pt x="703882" y="912657"/>
                </a:lnTo>
                <a:lnTo>
                  <a:pt x="703882" y="913397"/>
                </a:lnTo>
                <a:lnTo>
                  <a:pt x="695135" y="913397"/>
                </a:lnTo>
                <a:close/>
                <a:moveTo>
                  <a:pt x="673060" y="912657"/>
                </a:moveTo>
                <a:lnTo>
                  <a:pt x="677225" y="912657"/>
                </a:lnTo>
                <a:lnTo>
                  <a:pt x="677225" y="913397"/>
                </a:lnTo>
                <a:lnTo>
                  <a:pt x="673060" y="913397"/>
                </a:lnTo>
                <a:close/>
                <a:moveTo>
                  <a:pt x="539360" y="912657"/>
                </a:moveTo>
                <a:lnTo>
                  <a:pt x="554355" y="912657"/>
                </a:lnTo>
                <a:lnTo>
                  <a:pt x="554355" y="913397"/>
                </a:lnTo>
                <a:lnTo>
                  <a:pt x="539360" y="913397"/>
                </a:lnTo>
                <a:close/>
                <a:moveTo>
                  <a:pt x="397" y="911917"/>
                </a:moveTo>
                <a:lnTo>
                  <a:pt x="41214" y="911917"/>
                </a:lnTo>
                <a:lnTo>
                  <a:pt x="41214" y="913397"/>
                </a:lnTo>
                <a:lnTo>
                  <a:pt x="397" y="913397"/>
                </a:lnTo>
                <a:close/>
                <a:moveTo>
                  <a:pt x="687221" y="912657"/>
                </a:moveTo>
                <a:lnTo>
                  <a:pt x="691803" y="912657"/>
                </a:lnTo>
                <a:lnTo>
                  <a:pt x="691803" y="913397"/>
                </a:lnTo>
                <a:lnTo>
                  <a:pt x="687221" y="913397"/>
                </a:lnTo>
                <a:close/>
                <a:moveTo>
                  <a:pt x="709296" y="912657"/>
                </a:moveTo>
                <a:lnTo>
                  <a:pt x="717626" y="912657"/>
                </a:lnTo>
                <a:lnTo>
                  <a:pt x="717626" y="913397"/>
                </a:lnTo>
                <a:lnTo>
                  <a:pt x="709296" y="913397"/>
                </a:lnTo>
                <a:close/>
                <a:moveTo>
                  <a:pt x="766358" y="912657"/>
                </a:moveTo>
                <a:lnTo>
                  <a:pt x="776354" y="912657"/>
                </a:lnTo>
                <a:lnTo>
                  <a:pt x="776354" y="913397"/>
                </a:lnTo>
                <a:lnTo>
                  <a:pt x="766358" y="913397"/>
                </a:lnTo>
                <a:close/>
                <a:moveTo>
                  <a:pt x="656399" y="912657"/>
                </a:moveTo>
                <a:lnTo>
                  <a:pt x="665563" y="912657"/>
                </a:lnTo>
                <a:lnTo>
                  <a:pt x="665563" y="913397"/>
                </a:lnTo>
                <a:lnTo>
                  <a:pt x="656399" y="913397"/>
                </a:lnTo>
                <a:close/>
                <a:moveTo>
                  <a:pt x="816756" y="908956"/>
                </a:moveTo>
                <a:lnTo>
                  <a:pt x="818838" y="908956"/>
                </a:lnTo>
                <a:lnTo>
                  <a:pt x="818838" y="913397"/>
                </a:lnTo>
                <a:lnTo>
                  <a:pt x="816756" y="913397"/>
                </a:lnTo>
                <a:close/>
                <a:moveTo>
                  <a:pt x="563101" y="912657"/>
                </a:moveTo>
                <a:lnTo>
                  <a:pt x="565600" y="912657"/>
                </a:lnTo>
                <a:lnTo>
                  <a:pt x="565600" y="913397"/>
                </a:lnTo>
                <a:lnTo>
                  <a:pt x="563101" y="913397"/>
                </a:lnTo>
                <a:close/>
                <a:moveTo>
                  <a:pt x="583094" y="912657"/>
                </a:moveTo>
                <a:lnTo>
                  <a:pt x="586009" y="912657"/>
                </a:lnTo>
                <a:lnTo>
                  <a:pt x="586009" y="913397"/>
                </a:lnTo>
                <a:lnTo>
                  <a:pt x="583094" y="913397"/>
                </a:lnTo>
                <a:close/>
                <a:moveTo>
                  <a:pt x="645154" y="913397"/>
                </a:moveTo>
                <a:lnTo>
                  <a:pt x="665146" y="913397"/>
                </a:lnTo>
                <a:lnTo>
                  <a:pt x="665146" y="914138"/>
                </a:lnTo>
                <a:lnTo>
                  <a:pt x="645154" y="914138"/>
                </a:lnTo>
                <a:close/>
                <a:moveTo>
                  <a:pt x="709296" y="913397"/>
                </a:moveTo>
                <a:lnTo>
                  <a:pt x="717210" y="913397"/>
                </a:lnTo>
                <a:lnTo>
                  <a:pt x="717210" y="914138"/>
                </a:lnTo>
                <a:lnTo>
                  <a:pt x="709296" y="914138"/>
                </a:lnTo>
                <a:close/>
                <a:moveTo>
                  <a:pt x="686805" y="913397"/>
                </a:moveTo>
                <a:lnTo>
                  <a:pt x="691803" y="913397"/>
                </a:lnTo>
                <a:lnTo>
                  <a:pt x="691803" y="914138"/>
                </a:lnTo>
                <a:lnTo>
                  <a:pt x="686805" y="914138"/>
                </a:lnTo>
                <a:close/>
                <a:moveTo>
                  <a:pt x="696384" y="913397"/>
                </a:moveTo>
                <a:lnTo>
                  <a:pt x="703882" y="913397"/>
                </a:lnTo>
                <a:lnTo>
                  <a:pt x="703882" y="914138"/>
                </a:lnTo>
                <a:lnTo>
                  <a:pt x="696384" y="914138"/>
                </a:lnTo>
                <a:close/>
                <a:moveTo>
                  <a:pt x="583510" y="913397"/>
                </a:moveTo>
                <a:lnTo>
                  <a:pt x="586426" y="913397"/>
                </a:lnTo>
                <a:lnTo>
                  <a:pt x="586426" y="914138"/>
                </a:lnTo>
                <a:lnTo>
                  <a:pt x="583510" y="914138"/>
                </a:lnTo>
                <a:close/>
                <a:moveTo>
                  <a:pt x="672643" y="913397"/>
                </a:moveTo>
                <a:lnTo>
                  <a:pt x="676392" y="913397"/>
                </a:lnTo>
                <a:lnTo>
                  <a:pt x="676392" y="914138"/>
                </a:lnTo>
                <a:lnTo>
                  <a:pt x="672643" y="914138"/>
                </a:lnTo>
                <a:close/>
                <a:moveTo>
                  <a:pt x="733037" y="908956"/>
                </a:moveTo>
                <a:lnTo>
                  <a:pt x="739285" y="908956"/>
                </a:lnTo>
                <a:lnTo>
                  <a:pt x="739285" y="914138"/>
                </a:lnTo>
                <a:lnTo>
                  <a:pt x="733037" y="914138"/>
                </a:lnTo>
                <a:close/>
                <a:moveTo>
                  <a:pt x="765525" y="913397"/>
                </a:moveTo>
                <a:lnTo>
                  <a:pt x="776354" y="913397"/>
                </a:lnTo>
                <a:lnTo>
                  <a:pt x="776354" y="914138"/>
                </a:lnTo>
                <a:lnTo>
                  <a:pt x="765525" y="914138"/>
                </a:lnTo>
                <a:close/>
                <a:moveTo>
                  <a:pt x="372756" y="912657"/>
                </a:moveTo>
                <a:lnTo>
                  <a:pt x="516869" y="912657"/>
                </a:lnTo>
                <a:lnTo>
                  <a:pt x="516869" y="914138"/>
                </a:lnTo>
                <a:lnTo>
                  <a:pt x="372756" y="914138"/>
                </a:lnTo>
                <a:close/>
                <a:moveTo>
                  <a:pt x="892560" y="912657"/>
                </a:moveTo>
                <a:lnTo>
                  <a:pt x="896726" y="912657"/>
                </a:lnTo>
                <a:lnTo>
                  <a:pt x="896726" y="914138"/>
                </a:lnTo>
                <a:lnTo>
                  <a:pt x="892560" y="914138"/>
                </a:lnTo>
                <a:close/>
                <a:moveTo>
                  <a:pt x="539360" y="913397"/>
                </a:moveTo>
                <a:lnTo>
                  <a:pt x="553522" y="913397"/>
                </a:lnTo>
                <a:lnTo>
                  <a:pt x="553522" y="914138"/>
                </a:lnTo>
                <a:lnTo>
                  <a:pt x="539360" y="914138"/>
                </a:lnTo>
                <a:close/>
                <a:moveTo>
                  <a:pt x="597255" y="913397"/>
                </a:moveTo>
                <a:lnTo>
                  <a:pt x="607668" y="913397"/>
                </a:lnTo>
                <a:lnTo>
                  <a:pt x="607668" y="914138"/>
                </a:lnTo>
                <a:lnTo>
                  <a:pt x="597255" y="914138"/>
                </a:lnTo>
                <a:close/>
                <a:moveTo>
                  <a:pt x="613915" y="912657"/>
                </a:moveTo>
                <a:lnTo>
                  <a:pt x="627244" y="912657"/>
                </a:lnTo>
                <a:lnTo>
                  <a:pt x="627244" y="914138"/>
                </a:lnTo>
                <a:lnTo>
                  <a:pt x="613915" y="914138"/>
                </a:lnTo>
                <a:close/>
                <a:moveTo>
                  <a:pt x="397" y="913397"/>
                </a:moveTo>
                <a:lnTo>
                  <a:pt x="41631" y="913397"/>
                </a:lnTo>
                <a:lnTo>
                  <a:pt x="41631" y="914138"/>
                </a:lnTo>
                <a:lnTo>
                  <a:pt x="397" y="914138"/>
                </a:lnTo>
                <a:close/>
                <a:moveTo>
                  <a:pt x="596839" y="914138"/>
                </a:moveTo>
                <a:lnTo>
                  <a:pt x="607668" y="914138"/>
                </a:lnTo>
                <a:lnTo>
                  <a:pt x="607668" y="914878"/>
                </a:lnTo>
                <a:lnTo>
                  <a:pt x="596839" y="914878"/>
                </a:lnTo>
                <a:close/>
                <a:moveTo>
                  <a:pt x="397" y="914138"/>
                </a:moveTo>
                <a:lnTo>
                  <a:pt x="42047" y="914138"/>
                </a:lnTo>
                <a:lnTo>
                  <a:pt x="42047" y="914878"/>
                </a:lnTo>
                <a:lnTo>
                  <a:pt x="397" y="914878"/>
                </a:lnTo>
                <a:close/>
                <a:moveTo>
                  <a:pt x="686388" y="914138"/>
                </a:moveTo>
                <a:lnTo>
                  <a:pt x="691803" y="914138"/>
                </a:lnTo>
                <a:lnTo>
                  <a:pt x="691803" y="914878"/>
                </a:lnTo>
                <a:lnTo>
                  <a:pt x="686388" y="914878"/>
                </a:lnTo>
                <a:close/>
                <a:moveTo>
                  <a:pt x="733037" y="914138"/>
                </a:moveTo>
                <a:lnTo>
                  <a:pt x="745116" y="914138"/>
                </a:lnTo>
                <a:lnTo>
                  <a:pt x="745116" y="914878"/>
                </a:lnTo>
                <a:lnTo>
                  <a:pt x="733037" y="914878"/>
                </a:lnTo>
                <a:close/>
                <a:moveTo>
                  <a:pt x="765108" y="914138"/>
                </a:moveTo>
                <a:lnTo>
                  <a:pt x="776354" y="914138"/>
                </a:lnTo>
                <a:lnTo>
                  <a:pt x="776354" y="914878"/>
                </a:lnTo>
                <a:lnTo>
                  <a:pt x="765108" y="914878"/>
                </a:lnTo>
                <a:close/>
                <a:moveTo>
                  <a:pt x="583510" y="914138"/>
                </a:moveTo>
                <a:lnTo>
                  <a:pt x="586842" y="914138"/>
                </a:lnTo>
                <a:lnTo>
                  <a:pt x="586842" y="914878"/>
                </a:lnTo>
                <a:lnTo>
                  <a:pt x="583510" y="914878"/>
                </a:lnTo>
                <a:close/>
                <a:moveTo>
                  <a:pt x="613915" y="914138"/>
                </a:moveTo>
                <a:lnTo>
                  <a:pt x="626827" y="914138"/>
                </a:lnTo>
                <a:lnTo>
                  <a:pt x="626827" y="914878"/>
                </a:lnTo>
                <a:lnTo>
                  <a:pt x="613915" y="914878"/>
                </a:lnTo>
                <a:close/>
                <a:moveTo>
                  <a:pt x="372340" y="914138"/>
                </a:moveTo>
                <a:lnTo>
                  <a:pt x="516869" y="914138"/>
                </a:lnTo>
                <a:lnTo>
                  <a:pt x="516869" y="914878"/>
                </a:lnTo>
                <a:lnTo>
                  <a:pt x="372340" y="914878"/>
                </a:lnTo>
                <a:close/>
                <a:moveTo>
                  <a:pt x="672643" y="914138"/>
                </a:moveTo>
                <a:lnTo>
                  <a:pt x="675559" y="914138"/>
                </a:lnTo>
                <a:lnTo>
                  <a:pt x="675559" y="914878"/>
                </a:lnTo>
                <a:lnTo>
                  <a:pt x="672643" y="914878"/>
                </a:lnTo>
                <a:close/>
                <a:moveTo>
                  <a:pt x="645154" y="914138"/>
                </a:moveTo>
                <a:lnTo>
                  <a:pt x="664730" y="914138"/>
                </a:lnTo>
                <a:lnTo>
                  <a:pt x="664730" y="914878"/>
                </a:lnTo>
                <a:lnTo>
                  <a:pt x="645154" y="914878"/>
                </a:lnTo>
                <a:close/>
                <a:moveTo>
                  <a:pt x="902973" y="912657"/>
                </a:moveTo>
                <a:lnTo>
                  <a:pt x="908388" y="912657"/>
                </a:lnTo>
                <a:lnTo>
                  <a:pt x="908388" y="914878"/>
                </a:lnTo>
                <a:lnTo>
                  <a:pt x="902973" y="914878"/>
                </a:lnTo>
                <a:close/>
                <a:moveTo>
                  <a:pt x="709296" y="914138"/>
                </a:moveTo>
                <a:lnTo>
                  <a:pt x="716793" y="914138"/>
                </a:lnTo>
                <a:lnTo>
                  <a:pt x="716793" y="914878"/>
                </a:lnTo>
                <a:lnTo>
                  <a:pt x="709296" y="914878"/>
                </a:lnTo>
                <a:close/>
                <a:moveTo>
                  <a:pt x="539360" y="914138"/>
                </a:moveTo>
                <a:lnTo>
                  <a:pt x="552688" y="914138"/>
                </a:lnTo>
                <a:lnTo>
                  <a:pt x="552688" y="914878"/>
                </a:lnTo>
                <a:lnTo>
                  <a:pt x="539360" y="914878"/>
                </a:lnTo>
                <a:close/>
                <a:moveTo>
                  <a:pt x="764692" y="914878"/>
                </a:moveTo>
                <a:lnTo>
                  <a:pt x="776354" y="914878"/>
                </a:lnTo>
                <a:lnTo>
                  <a:pt x="776354" y="915618"/>
                </a:lnTo>
                <a:lnTo>
                  <a:pt x="764692" y="915618"/>
                </a:lnTo>
                <a:close/>
                <a:moveTo>
                  <a:pt x="583927" y="914878"/>
                </a:moveTo>
                <a:lnTo>
                  <a:pt x="587259" y="914878"/>
                </a:lnTo>
                <a:lnTo>
                  <a:pt x="587259" y="915618"/>
                </a:lnTo>
                <a:lnTo>
                  <a:pt x="583927" y="915618"/>
                </a:lnTo>
                <a:close/>
                <a:moveTo>
                  <a:pt x="862572" y="911917"/>
                </a:moveTo>
                <a:lnTo>
                  <a:pt x="875067" y="911917"/>
                </a:lnTo>
                <a:lnTo>
                  <a:pt x="875067" y="915618"/>
                </a:lnTo>
                <a:lnTo>
                  <a:pt x="862572" y="915618"/>
                </a:lnTo>
                <a:close/>
                <a:moveTo>
                  <a:pt x="539360" y="914878"/>
                </a:moveTo>
                <a:lnTo>
                  <a:pt x="551855" y="914878"/>
                </a:lnTo>
                <a:lnTo>
                  <a:pt x="551855" y="915618"/>
                </a:lnTo>
                <a:lnTo>
                  <a:pt x="539360" y="915618"/>
                </a:lnTo>
                <a:close/>
                <a:moveTo>
                  <a:pt x="892560" y="914138"/>
                </a:moveTo>
                <a:lnTo>
                  <a:pt x="896309" y="914138"/>
                </a:lnTo>
                <a:lnTo>
                  <a:pt x="896309" y="915618"/>
                </a:lnTo>
                <a:lnTo>
                  <a:pt x="892560" y="915618"/>
                </a:lnTo>
                <a:close/>
                <a:moveTo>
                  <a:pt x="645154" y="914878"/>
                </a:moveTo>
                <a:lnTo>
                  <a:pt x="664313" y="914878"/>
                </a:lnTo>
                <a:lnTo>
                  <a:pt x="664313" y="915618"/>
                </a:lnTo>
                <a:lnTo>
                  <a:pt x="645154" y="915618"/>
                </a:lnTo>
                <a:close/>
                <a:moveTo>
                  <a:pt x="672227" y="914878"/>
                </a:moveTo>
                <a:lnTo>
                  <a:pt x="674309" y="914878"/>
                </a:lnTo>
                <a:lnTo>
                  <a:pt x="674309" y="915618"/>
                </a:lnTo>
                <a:lnTo>
                  <a:pt x="672227" y="915618"/>
                </a:lnTo>
                <a:close/>
                <a:moveTo>
                  <a:pt x="709296" y="914878"/>
                </a:moveTo>
                <a:lnTo>
                  <a:pt x="716377" y="914878"/>
                </a:lnTo>
                <a:lnTo>
                  <a:pt x="716377" y="915618"/>
                </a:lnTo>
                <a:lnTo>
                  <a:pt x="709296" y="915618"/>
                </a:lnTo>
                <a:close/>
                <a:moveTo>
                  <a:pt x="397" y="914878"/>
                </a:moveTo>
                <a:lnTo>
                  <a:pt x="42464" y="914878"/>
                </a:lnTo>
                <a:lnTo>
                  <a:pt x="42464" y="915618"/>
                </a:lnTo>
                <a:lnTo>
                  <a:pt x="397" y="915618"/>
                </a:lnTo>
                <a:close/>
                <a:moveTo>
                  <a:pt x="371923" y="914878"/>
                </a:moveTo>
                <a:lnTo>
                  <a:pt x="516869" y="914878"/>
                </a:lnTo>
                <a:lnTo>
                  <a:pt x="516869" y="915618"/>
                </a:lnTo>
                <a:lnTo>
                  <a:pt x="371923" y="915618"/>
                </a:lnTo>
                <a:close/>
                <a:moveTo>
                  <a:pt x="804260" y="912657"/>
                </a:moveTo>
                <a:lnTo>
                  <a:pt x="810092" y="912657"/>
                </a:lnTo>
                <a:lnTo>
                  <a:pt x="810092" y="915618"/>
                </a:lnTo>
                <a:lnTo>
                  <a:pt x="804260" y="915618"/>
                </a:lnTo>
                <a:close/>
                <a:moveTo>
                  <a:pt x="697217" y="914138"/>
                </a:moveTo>
                <a:lnTo>
                  <a:pt x="703882" y="914138"/>
                </a:lnTo>
                <a:lnTo>
                  <a:pt x="703882" y="915618"/>
                </a:lnTo>
                <a:lnTo>
                  <a:pt x="697217" y="915618"/>
                </a:lnTo>
                <a:close/>
                <a:moveTo>
                  <a:pt x="596006" y="914878"/>
                </a:moveTo>
                <a:lnTo>
                  <a:pt x="607668" y="914878"/>
                </a:lnTo>
                <a:lnTo>
                  <a:pt x="607668" y="915618"/>
                </a:lnTo>
                <a:lnTo>
                  <a:pt x="596006" y="915618"/>
                </a:lnTo>
                <a:close/>
                <a:moveTo>
                  <a:pt x="685555" y="914878"/>
                </a:moveTo>
                <a:lnTo>
                  <a:pt x="691386" y="914878"/>
                </a:lnTo>
                <a:lnTo>
                  <a:pt x="691386" y="915618"/>
                </a:lnTo>
                <a:lnTo>
                  <a:pt x="685555" y="915618"/>
                </a:lnTo>
                <a:close/>
                <a:moveTo>
                  <a:pt x="880898" y="907476"/>
                </a:moveTo>
                <a:lnTo>
                  <a:pt x="886729" y="907476"/>
                </a:lnTo>
                <a:lnTo>
                  <a:pt x="886729" y="915618"/>
                </a:lnTo>
                <a:lnTo>
                  <a:pt x="880898" y="915618"/>
                </a:lnTo>
                <a:close/>
                <a:moveTo>
                  <a:pt x="733037" y="914878"/>
                </a:moveTo>
                <a:lnTo>
                  <a:pt x="744700" y="914878"/>
                </a:lnTo>
                <a:lnTo>
                  <a:pt x="744700" y="915618"/>
                </a:lnTo>
                <a:lnTo>
                  <a:pt x="733037" y="915618"/>
                </a:lnTo>
                <a:close/>
                <a:moveTo>
                  <a:pt x="539360" y="915618"/>
                </a:moveTo>
                <a:lnTo>
                  <a:pt x="551439" y="915618"/>
                </a:lnTo>
                <a:lnTo>
                  <a:pt x="551439" y="916358"/>
                </a:lnTo>
                <a:lnTo>
                  <a:pt x="539360" y="916358"/>
                </a:lnTo>
                <a:close/>
                <a:moveTo>
                  <a:pt x="645154" y="915618"/>
                </a:moveTo>
                <a:lnTo>
                  <a:pt x="663897" y="915618"/>
                </a:lnTo>
                <a:lnTo>
                  <a:pt x="663897" y="916358"/>
                </a:lnTo>
                <a:lnTo>
                  <a:pt x="645154" y="916358"/>
                </a:lnTo>
                <a:close/>
                <a:moveTo>
                  <a:pt x="709296" y="915618"/>
                </a:moveTo>
                <a:lnTo>
                  <a:pt x="715960" y="915618"/>
                </a:lnTo>
                <a:lnTo>
                  <a:pt x="715960" y="916358"/>
                </a:lnTo>
                <a:lnTo>
                  <a:pt x="709296" y="916358"/>
                </a:lnTo>
                <a:close/>
                <a:moveTo>
                  <a:pt x="613915" y="914878"/>
                </a:moveTo>
                <a:lnTo>
                  <a:pt x="626411" y="914878"/>
                </a:lnTo>
                <a:lnTo>
                  <a:pt x="626411" y="916358"/>
                </a:lnTo>
                <a:lnTo>
                  <a:pt x="613915" y="916358"/>
                </a:lnTo>
                <a:close/>
                <a:moveTo>
                  <a:pt x="816339" y="913397"/>
                </a:moveTo>
                <a:lnTo>
                  <a:pt x="818838" y="913397"/>
                </a:lnTo>
                <a:lnTo>
                  <a:pt x="818838" y="916358"/>
                </a:lnTo>
                <a:lnTo>
                  <a:pt x="816339" y="916358"/>
                </a:lnTo>
                <a:close/>
                <a:moveTo>
                  <a:pt x="371507" y="915618"/>
                </a:moveTo>
                <a:lnTo>
                  <a:pt x="516869" y="915618"/>
                </a:lnTo>
                <a:lnTo>
                  <a:pt x="516869" y="916358"/>
                </a:lnTo>
                <a:lnTo>
                  <a:pt x="371507" y="916358"/>
                </a:lnTo>
                <a:close/>
                <a:moveTo>
                  <a:pt x="595589" y="915618"/>
                </a:moveTo>
                <a:lnTo>
                  <a:pt x="607668" y="915618"/>
                </a:lnTo>
                <a:lnTo>
                  <a:pt x="607668" y="916358"/>
                </a:lnTo>
                <a:lnTo>
                  <a:pt x="595589" y="916358"/>
                </a:lnTo>
                <a:close/>
                <a:moveTo>
                  <a:pt x="583927" y="915618"/>
                </a:moveTo>
                <a:lnTo>
                  <a:pt x="587675" y="915618"/>
                </a:lnTo>
                <a:lnTo>
                  <a:pt x="587675" y="916358"/>
                </a:lnTo>
                <a:lnTo>
                  <a:pt x="583927" y="916358"/>
                </a:lnTo>
                <a:close/>
                <a:moveTo>
                  <a:pt x="672227" y="915618"/>
                </a:moveTo>
                <a:lnTo>
                  <a:pt x="673476" y="915618"/>
                </a:lnTo>
                <a:lnTo>
                  <a:pt x="673476" y="916358"/>
                </a:lnTo>
                <a:lnTo>
                  <a:pt x="672227" y="916358"/>
                </a:lnTo>
                <a:close/>
                <a:moveTo>
                  <a:pt x="763859" y="915618"/>
                </a:moveTo>
                <a:lnTo>
                  <a:pt x="776354" y="915618"/>
                </a:lnTo>
                <a:lnTo>
                  <a:pt x="776354" y="916358"/>
                </a:lnTo>
                <a:lnTo>
                  <a:pt x="763859" y="916358"/>
                </a:lnTo>
                <a:close/>
                <a:moveTo>
                  <a:pt x="397" y="915618"/>
                </a:moveTo>
                <a:lnTo>
                  <a:pt x="42881" y="915618"/>
                </a:lnTo>
                <a:lnTo>
                  <a:pt x="42881" y="916358"/>
                </a:lnTo>
                <a:lnTo>
                  <a:pt x="397" y="916358"/>
                </a:lnTo>
                <a:close/>
                <a:moveTo>
                  <a:pt x="397" y="916358"/>
                </a:moveTo>
                <a:lnTo>
                  <a:pt x="43297" y="916358"/>
                </a:lnTo>
                <a:lnTo>
                  <a:pt x="43297" y="917098"/>
                </a:lnTo>
                <a:lnTo>
                  <a:pt x="397" y="917098"/>
                </a:lnTo>
                <a:close/>
                <a:moveTo>
                  <a:pt x="371090" y="916358"/>
                </a:moveTo>
                <a:lnTo>
                  <a:pt x="516869" y="916358"/>
                </a:lnTo>
                <a:lnTo>
                  <a:pt x="516869" y="917098"/>
                </a:lnTo>
                <a:lnTo>
                  <a:pt x="371090" y="917098"/>
                </a:lnTo>
                <a:close/>
                <a:moveTo>
                  <a:pt x="645154" y="916358"/>
                </a:moveTo>
                <a:lnTo>
                  <a:pt x="663064" y="916358"/>
                </a:lnTo>
                <a:lnTo>
                  <a:pt x="663064" y="917098"/>
                </a:lnTo>
                <a:lnTo>
                  <a:pt x="645154" y="917098"/>
                </a:lnTo>
                <a:close/>
                <a:moveTo>
                  <a:pt x="732621" y="915618"/>
                </a:moveTo>
                <a:lnTo>
                  <a:pt x="744283" y="915618"/>
                </a:lnTo>
                <a:lnTo>
                  <a:pt x="744283" y="917098"/>
                </a:lnTo>
                <a:lnTo>
                  <a:pt x="732621" y="917098"/>
                </a:lnTo>
                <a:close/>
                <a:moveTo>
                  <a:pt x="902557" y="914878"/>
                </a:moveTo>
                <a:lnTo>
                  <a:pt x="908388" y="914878"/>
                </a:lnTo>
                <a:lnTo>
                  <a:pt x="908388" y="917098"/>
                </a:lnTo>
                <a:lnTo>
                  <a:pt x="902557" y="917098"/>
                </a:lnTo>
                <a:close/>
                <a:moveTo>
                  <a:pt x="763026" y="916358"/>
                </a:moveTo>
                <a:lnTo>
                  <a:pt x="776354" y="916358"/>
                </a:lnTo>
                <a:lnTo>
                  <a:pt x="776354" y="917098"/>
                </a:lnTo>
                <a:lnTo>
                  <a:pt x="763026" y="917098"/>
                </a:lnTo>
                <a:close/>
                <a:moveTo>
                  <a:pt x="613915" y="916358"/>
                </a:moveTo>
                <a:lnTo>
                  <a:pt x="625994" y="916358"/>
                </a:lnTo>
                <a:lnTo>
                  <a:pt x="625994" y="917098"/>
                </a:lnTo>
                <a:lnTo>
                  <a:pt x="613915" y="917098"/>
                </a:lnTo>
                <a:close/>
                <a:moveTo>
                  <a:pt x="709296" y="916358"/>
                </a:moveTo>
                <a:lnTo>
                  <a:pt x="715544" y="916358"/>
                </a:lnTo>
                <a:lnTo>
                  <a:pt x="715544" y="917098"/>
                </a:lnTo>
                <a:lnTo>
                  <a:pt x="709296" y="917098"/>
                </a:lnTo>
                <a:close/>
                <a:moveTo>
                  <a:pt x="671810" y="916358"/>
                </a:moveTo>
                <a:lnTo>
                  <a:pt x="672643" y="916358"/>
                </a:lnTo>
                <a:lnTo>
                  <a:pt x="672643" y="917098"/>
                </a:lnTo>
                <a:lnTo>
                  <a:pt x="671810" y="917098"/>
                </a:lnTo>
                <a:close/>
                <a:moveTo>
                  <a:pt x="595172" y="916358"/>
                </a:moveTo>
                <a:lnTo>
                  <a:pt x="607251" y="916358"/>
                </a:lnTo>
                <a:lnTo>
                  <a:pt x="607251" y="917098"/>
                </a:lnTo>
                <a:lnTo>
                  <a:pt x="595172" y="917098"/>
                </a:lnTo>
                <a:close/>
                <a:moveTo>
                  <a:pt x="892560" y="915618"/>
                </a:moveTo>
                <a:lnTo>
                  <a:pt x="895893" y="915618"/>
                </a:lnTo>
                <a:lnTo>
                  <a:pt x="895893" y="917098"/>
                </a:lnTo>
                <a:lnTo>
                  <a:pt x="892560" y="917098"/>
                </a:lnTo>
                <a:close/>
                <a:moveTo>
                  <a:pt x="584343" y="916358"/>
                </a:moveTo>
                <a:lnTo>
                  <a:pt x="588092" y="916358"/>
                </a:lnTo>
                <a:lnTo>
                  <a:pt x="588092" y="917098"/>
                </a:lnTo>
                <a:lnTo>
                  <a:pt x="584343" y="917098"/>
                </a:lnTo>
                <a:close/>
                <a:moveTo>
                  <a:pt x="645154" y="917098"/>
                </a:moveTo>
                <a:lnTo>
                  <a:pt x="662647" y="917098"/>
                </a:lnTo>
                <a:lnTo>
                  <a:pt x="662647" y="917839"/>
                </a:lnTo>
                <a:lnTo>
                  <a:pt x="645154" y="917839"/>
                </a:lnTo>
                <a:close/>
                <a:moveTo>
                  <a:pt x="804260" y="915618"/>
                </a:moveTo>
                <a:lnTo>
                  <a:pt x="809675" y="915618"/>
                </a:lnTo>
                <a:lnTo>
                  <a:pt x="809675" y="917839"/>
                </a:lnTo>
                <a:lnTo>
                  <a:pt x="804260" y="917839"/>
                </a:lnTo>
                <a:close/>
                <a:moveTo>
                  <a:pt x="732621" y="917098"/>
                </a:moveTo>
                <a:lnTo>
                  <a:pt x="743866" y="917098"/>
                </a:lnTo>
                <a:lnTo>
                  <a:pt x="743866" y="917839"/>
                </a:lnTo>
                <a:lnTo>
                  <a:pt x="732621" y="917839"/>
                </a:lnTo>
                <a:close/>
                <a:moveTo>
                  <a:pt x="584343" y="917098"/>
                </a:moveTo>
                <a:lnTo>
                  <a:pt x="588508" y="917098"/>
                </a:lnTo>
                <a:lnTo>
                  <a:pt x="588508" y="917839"/>
                </a:lnTo>
                <a:lnTo>
                  <a:pt x="584343" y="917839"/>
                </a:lnTo>
                <a:close/>
                <a:moveTo>
                  <a:pt x="685139" y="915618"/>
                </a:moveTo>
                <a:lnTo>
                  <a:pt x="691386" y="915618"/>
                </a:lnTo>
                <a:lnTo>
                  <a:pt x="691386" y="917839"/>
                </a:lnTo>
                <a:lnTo>
                  <a:pt x="685139" y="917839"/>
                </a:lnTo>
                <a:close/>
                <a:moveTo>
                  <a:pt x="709296" y="917098"/>
                </a:moveTo>
                <a:lnTo>
                  <a:pt x="715127" y="917098"/>
                </a:lnTo>
                <a:lnTo>
                  <a:pt x="715127" y="917839"/>
                </a:lnTo>
                <a:lnTo>
                  <a:pt x="709296" y="917839"/>
                </a:lnTo>
                <a:close/>
                <a:moveTo>
                  <a:pt x="370674" y="917098"/>
                </a:moveTo>
                <a:lnTo>
                  <a:pt x="516869" y="917098"/>
                </a:lnTo>
                <a:lnTo>
                  <a:pt x="516869" y="917839"/>
                </a:lnTo>
                <a:lnTo>
                  <a:pt x="370674" y="917839"/>
                </a:lnTo>
                <a:close/>
                <a:moveTo>
                  <a:pt x="613915" y="917098"/>
                </a:moveTo>
                <a:lnTo>
                  <a:pt x="625578" y="917098"/>
                </a:lnTo>
                <a:lnTo>
                  <a:pt x="625578" y="917839"/>
                </a:lnTo>
                <a:lnTo>
                  <a:pt x="613915" y="917839"/>
                </a:lnTo>
                <a:close/>
                <a:moveTo>
                  <a:pt x="602670" y="917098"/>
                </a:moveTo>
                <a:lnTo>
                  <a:pt x="606835" y="917098"/>
                </a:lnTo>
                <a:lnTo>
                  <a:pt x="606835" y="917839"/>
                </a:lnTo>
                <a:lnTo>
                  <a:pt x="602670" y="917839"/>
                </a:lnTo>
                <a:close/>
                <a:moveTo>
                  <a:pt x="397" y="917098"/>
                </a:moveTo>
                <a:lnTo>
                  <a:pt x="43714" y="917098"/>
                </a:lnTo>
                <a:lnTo>
                  <a:pt x="43714" y="917839"/>
                </a:lnTo>
                <a:lnTo>
                  <a:pt x="397" y="917839"/>
                </a:lnTo>
                <a:close/>
                <a:moveTo>
                  <a:pt x="594756" y="917098"/>
                </a:moveTo>
                <a:lnTo>
                  <a:pt x="600587" y="917098"/>
                </a:lnTo>
                <a:lnTo>
                  <a:pt x="600587" y="917839"/>
                </a:lnTo>
                <a:lnTo>
                  <a:pt x="594756" y="917839"/>
                </a:lnTo>
                <a:close/>
                <a:moveTo>
                  <a:pt x="892560" y="917098"/>
                </a:moveTo>
                <a:lnTo>
                  <a:pt x="895476" y="917098"/>
                </a:lnTo>
                <a:lnTo>
                  <a:pt x="895476" y="917839"/>
                </a:lnTo>
                <a:lnTo>
                  <a:pt x="892560" y="917839"/>
                </a:lnTo>
                <a:close/>
                <a:moveTo>
                  <a:pt x="762609" y="917098"/>
                </a:moveTo>
                <a:lnTo>
                  <a:pt x="776354" y="917098"/>
                </a:lnTo>
                <a:lnTo>
                  <a:pt x="776354" y="917839"/>
                </a:lnTo>
                <a:lnTo>
                  <a:pt x="762609" y="917839"/>
                </a:lnTo>
                <a:close/>
                <a:moveTo>
                  <a:pt x="671394" y="917098"/>
                </a:moveTo>
                <a:lnTo>
                  <a:pt x="672227" y="917098"/>
                </a:lnTo>
                <a:lnTo>
                  <a:pt x="672227" y="917839"/>
                </a:lnTo>
                <a:lnTo>
                  <a:pt x="671394" y="917839"/>
                </a:lnTo>
                <a:close/>
                <a:moveTo>
                  <a:pt x="862572" y="915618"/>
                </a:moveTo>
                <a:lnTo>
                  <a:pt x="874651" y="915618"/>
                </a:lnTo>
                <a:lnTo>
                  <a:pt x="874651" y="917839"/>
                </a:lnTo>
                <a:lnTo>
                  <a:pt x="862572" y="917839"/>
                </a:lnTo>
                <a:close/>
                <a:moveTo>
                  <a:pt x="685555" y="917839"/>
                </a:moveTo>
                <a:lnTo>
                  <a:pt x="690553" y="917839"/>
                </a:lnTo>
                <a:lnTo>
                  <a:pt x="690553" y="918579"/>
                </a:lnTo>
                <a:lnTo>
                  <a:pt x="685555" y="918579"/>
                </a:lnTo>
                <a:close/>
                <a:moveTo>
                  <a:pt x="613915" y="917839"/>
                </a:moveTo>
                <a:lnTo>
                  <a:pt x="625161" y="917839"/>
                </a:lnTo>
                <a:lnTo>
                  <a:pt x="625161" y="918579"/>
                </a:lnTo>
                <a:lnTo>
                  <a:pt x="613915" y="918579"/>
                </a:lnTo>
                <a:close/>
                <a:moveTo>
                  <a:pt x="370257" y="917839"/>
                </a:moveTo>
                <a:lnTo>
                  <a:pt x="516869" y="917839"/>
                </a:lnTo>
                <a:lnTo>
                  <a:pt x="516869" y="918579"/>
                </a:lnTo>
                <a:lnTo>
                  <a:pt x="370257" y="918579"/>
                </a:lnTo>
                <a:close/>
                <a:moveTo>
                  <a:pt x="709296" y="917839"/>
                </a:moveTo>
                <a:lnTo>
                  <a:pt x="714711" y="917839"/>
                </a:lnTo>
                <a:lnTo>
                  <a:pt x="714711" y="918579"/>
                </a:lnTo>
                <a:lnTo>
                  <a:pt x="709296" y="918579"/>
                </a:lnTo>
                <a:close/>
                <a:moveTo>
                  <a:pt x="645154" y="917839"/>
                </a:moveTo>
                <a:lnTo>
                  <a:pt x="658065" y="917839"/>
                </a:lnTo>
                <a:lnTo>
                  <a:pt x="658065" y="918579"/>
                </a:lnTo>
                <a:lnTo>
                  <a:pt x="645154" y="918579"/>
                </a:lnTo>
                <a:close/>
                <a:moveTo>
                  <a:pt x="593923" y="917839"/>
                </a:moveTo>
                <a:lnTo>
                  <a:pt x="600587" y="917839"/>
                </a:lnTo>
                <a:lnTo>
                  <a:pt x="600587" y="918579"/>
                </a:lnTo>
                <a:lnTo>
                  <a:pt x="593923" y="918579"/>
                </a:lnTo>
                <a:close/>
                <a:moveTo>
                  <a:pt x="539360" y="916358"/>
                </a:moveTo>
                <a:lnTo>
                  <a:pt x="551855" y="916358"/>
                </a:lnTo>
                <a:lnTo>
                  <a:pt x="551855" y="918579"/>
                </a:lnTo>
                <a:lnTo>
                  <a:pt x="539360" y="918579"/>
                </a:lnTo>
                <a:close/>
                <a:moveTo>
                  <a:pt x="660148" y="917839"/>
                </a:moveTo>
                <a:lnTo>
                  <a:pt x="661814" y="917839"/>
                </a:lnTo>
                <a:lnTo>
                  <a:pt x="661814" y="918579"/>
                </a:lnTo>
                <a:lnTo>
                  <a:pt x="660148" y="918579"/>
                </a:lnTo>
                <a:close/>
                <a:moveTo>
                  <a:pt x="670977" y="917839"/>
                </a:moveTo>
                <a:lnTo>
                  <a:pt x="672227" y="917839"/>
                </a:lnTo>
                <a:lnTo>
                  <a:pt x="672227" y="918579"/>
                </a:lnTo>
                <a:lnTo>
                  <a:pt x="670977" y="918579"/>
                </a:lnTo>
                <a:close/>
                <a:moveTo>
                  <a:pt x="862572" y="917839"/>
                </a:moveTo>
                <a:lnTo>
                  <a:pt x="874234" y="917839"/>
                </a:lnTo>
                <a:lnTo>
                  <a:pt x="874234" y="918579"/>
                </a:lnTo>
                <a:lnTo>
                  <a:pt x="862572" y="918579"/>
                </a:lnTo>
                <a:close/>
                <a:moveTo>
                  <a:pt x="584760" y="917839"/>
                </a:moveTo>
                <a:lnTo>
                  <a:pt x="588925" y="917839"/>
                </a:lnTo>
                <a:lnTo>
                  <a:pt x="588925" y="918579"/>
                </a:lnTo>
                <a:lnTo>
                  <a:pt x="584760" y="918579"/>
                </a:lnTo>
                <a:close/>
                <a:moveTo>
                  <a:pt x="761776" y="917839"/>
                </a:moveTo>
                <a:lnTo>
                  <a:pt x="776354" y="917839"/>
                </a:lnTo>
                <a:lnTo>
                  <a:pt x="776354" y="918579"/>
                </a:lnTo>
                <a:lnTo>
                  <a:pt x="761776" y="918579"/>
                </a:lnTo>
                <a:close/>
                <a:moveTo>
                  <a:pt x="397" y="917839"/>
                </a:moveTo>
                <a:lnTo>
                  <a:pt x="44130" y="917839"/>
                </a:lnTo>
                <a:lnTo>
                  <a:pt x="44130" y="918579"/>
                </a:lnTo>
                <a:lnTo>
                  <a:pt x="397" y="918579"/>
                </a:lnTo>
                <a:close/>
                <a:moveTo>
                  <a:pt x="584760" y="918579"/>
                </a:moveTo>
                <a:lnTo>
                  <a:pt x="589341" y="918579"/>
                </a:lnTo>
                <a:lnTo>
                  <a:pt x="589341" y="919319"/>
                </a:lnTo>
                <a:lnTo>
                  <a:pt x="584760" y="919319"/>
                </a:lnTo>
                <a:close/>
                <a:moveTo>
                  <a:pt x="660148" y="918579"/>
                </a:moveTo>
                <a:lnTo>
                  <a:pt x="661398" y="918579"/>
                </a:lnTo>
                <a:lnTo>
                  <a:pt x="661398" y="919319"/>
                </a:lnTo>
                <a:lnTo>
                  <a:pt x="660148" y="919319"/>
                </a:lnTo>
                <a:close/>
                <a:moveTo>
                  <a:pt x="721791" y="918579"/>
                </a:moveTo>
                <a:lnTo>
                  <a:pt x="722208" y="918579"/>
                </a:lnTo>
                <a:lnTo>
                  <a:pt x="722208" y="919319"/>
                </a:lnTo>
                <a:lnTo>
                  <a:pt x="721791" y="919319"/>
                </a:lnTo>
                <a:close/>
                <a:moveTo>
                  <a:pt x="397" y="918579"/>
                </a:moveTo>
                <a:lnTo>
                  <a:pt x="44547" y="918579"/>
                </a:lnTo>
                <a:lnTo>
                  <a:pt x="44547" y="919319"/>
                </a:lnTo>
                <a:lnTo>
                  <a:pt x="397" y="919319"/>
                </a:lnTo>
                <a:close/>
                <a:moveTo>
                  <a:pt x="760943" y="918579"/>
                </a:moveTo>
                <a:lnTo>
                  <a:pt x="776354" y="918579"/>
                </a:lnTo>
                <a:lnTo>
                  <a:pt x="776354" y="919319"/>
                </a:lnTo>
                <a:lnTo>
                  <a:pt x="760943" y="919319"/>
                </a:lnTo>
                <a:close/>
                <a:moveTo>
                  <a:pt x="892560" y="917839"/>
                </a:moveTo>
                <a:lnTo>
                  <a:pt x="895060" y="917839"/>
                </a:lnTo>
                <a:lnTo>
                  <a:pt x="895060" y="919319"/>
                </a:lnTo>
                <a:lnTo>
                  <a:pt x="892560" y="919319"/>
                </a:lnTo>
                <a:close/>
                <a:moveTo>
                  <a:pt x="862572" y="918579"/>
                </a:moveTo>
                <a:lnTo>
                  <a:pt x="866737" y="918579"/>
                </a:lnTo>
                <a:lnTo>
                  <a:pt x="866737" y="919319"/>
                </a:lnTo>
                <a:lnTo>
                  <a:pt x="862572" y="919319"/>
                </a:lnTo>
                <a:close/>
                <a:moveTo>
                  <a:pt x="929213" y="881569"/>
                </a:moveTo>
                <a:lnTo>
                  <a:pt x="933795" y="881569"/>
                </a:lnTo>
                <a:lnTo>
                  <a:pt x="933795" y="919319"/>
                </a:lnTo>
                <a:lnTo>
                  <a:pt x="929213" y="919319"/>
                </a:lnTo>
                <a:close/>
                <a:moveTo>
                  <a:pt x="902140" y="917098"/>
                </a:moveTo>
                <a:lnTo>
                  <a:pt x="908388" y="917098"/>
                </a:lnTo>
                <a:lnTo>
                  <a:pt x="908388" y="919319"/>
                </a:lnTo>
                <a:lnTo>
                  <a:pt x="902140" y="919319"/>
                </a:lnTo>
                <a:close/>
                <a:moveTo>
                  <a:pt x="954204" y="881569"/>
                </a:moveTo>
                <a:lnTo>
                  <a:pt x="1000000" y="881569"/>
                </a:lnTo>
                <a:lnTo>
                  <a:pt x="1000000" y="919319"/>
                </a:lnTo>
                <a:lnTo>
                  <a:pt x="954204" y="919319"/>
                </a:lnTo>
                <a:close/>
                <a:moveTo>
                  <a:pt x="880482" y="915618"/>
                </a:moveTo>
                <a:lnTo>
                  <a:pt x="886729" y="915618"/>
                </a:lnTo>
                <a:lnTo>
                  <a:pt x="886729" y="919319"/>
                </a:lnTo>
                <a:lnTo>
                  <a:pt x="880482" y="919319"/>
                </a:lnTo>
                <a:close/>
                <a:moveTo>
                  <a:pt x="815923" y="916358"/>
                </a:moveTo>
                <a:lnTo>
                  <a:pt x="818838" y="916358"/>
                </a:lnTo>
                <a:lnTo>
                  <a:pt x="818838" y="919319"/>
                </a:lnTo>
                <a:lnTo>
                  <a:pt x="815923" y="919319"/>
                </a:lnTo>
                <a:close/>
                <a:moveTo>
                  <a:pt x="593506" y="918579"/>
                </a:moveTo>
                <a:lnTo>
                  <a:pt x="601004" y="918579"/>
                </a:lnTo>
                <a:lnTo>
                  <a:pt x="601004" y="919319"/>
                </a:lnTo>
                <a:lnTo>
                  <a:pt x="593506" y="919319"/>
                </a:lnTo>
                <a:close/>
                <a:moveTo>
                  <a:pt x="869652" y="918579"/>
                </a:moveTo>
                <a:lnTo>
                  <a:pt x="873401" y="918579"/>
                </a:lnTo>
                <a:lnTo>
                  <a:pt x="873401" y="919319"/>
                </a:lnTo>
                <a:lnTo>
                  <a:pt x="869652" y="919319"/>
                </a:lnTo>
                <a:close/>
                <a:moveTo>
                  <a:pt x="369424" y="918579"/>
                </a:moveTo>
                <a:lnTo>
                  <a:pt x="516869" y="918579"/>
                </a:lnTo>
                <a:lnTo>
                  <a:pt x="516869" y="919319"/>
                </a:lnTo>
                <a:lnTo>
                  <a:pt x="369424" y="919319"/>
                </a:lnTo>
                <a:close/>
                <a:moveTo>
                  <a:pt x="709296" y="918579"/>
                </a:moveTo>
                <a:lnTo>
                  <a:pt x="714294" y="918579"/>
                </a:lnTo>
                <a:lnTo>
                  <a:pt x="714294" y="919319"/>
                </a:lnTo>
                <a:lnTo>
                  <a:pt x="709296" y="919319"/>
                </a:lnTo>
                <a:close/>
                <a:moveTo>
                  <a:pt x="613915" y="918579"/>
                </a:moveTo>
                <a:lnTo>
                  <a:pt x="624745" y="918579"/>
                </a:lnTo>
                <a:lnTo>
                  <a:pt x="624745" y="919319"/>
                </a:lnTo>
                <a:lnTo>
                  <a:pt x="613915" y="919319"/>
                </a:lnTo>
                <a:close/>
                <a:moveTo>
                  <a:pt x="732621" y="917839"/>
                </a:moveTo>
                <a:lnTo>
                  <a:pt x="743450" y="917839"/>
                </a:lnTo>
                <a:lnTo>
                  <a:pt x="743450" y="919319"/>
                </a:lnTo>
                <a:lnTo>
                  <a:pt x="732621" y="919319"/>
                </a:lnTo>
                <a:close/>
                <a:moveTo>
                  <a:pt x="670977" y="918579"/>
                </a:moveTo>
                <a:lnTo>
                  <a:pt x="672643" y="918579"/>
                </a:lnTo>
                <a:lnTo>
                  <a:pt x="672643" y="919319"/>
                </a:lnTo>
                <a:lnTo>
                  <a:pt x="670977" y="919319"/>
                </a:lnTo>
                <a:close/>
                <a:moveTo>
                  <a:pt x="804260" y="917839"/>
                </a:moveTo>
                <a:lnTo>
                  <a:pt x="809259" y="917839"/>
                </a:lnTo>
                <a:lnTo>
                  <a:pt x="809259" y="919319"/>
                </a:lnTo>
                <a:lnTo>
                  <a:pt x="804260" y="919319"/>
                </a:lnTo>
                <a:close/>
                <a:moveTo>
                  <a:pt x="670561" y="919319"/>
                </a:moveTo>
                <a:lnTo>
                  <a:pt x="673060" y="919319"/>
                </a:lnTo>
                <a:lnTo>
                  <a:pt x="673060" y="920059"/>
                </a:lnTo>
                <a:lnTo>
                  <a:pt x="670561" y="920059"/>
                </a:lnTo>
                <a:close/>
                <a:moveTo>
                  <a:pt x="760527" y="919319"/>
                </a:moveTo>
                <a:lnTo>
                  <a:pt x="776354" y="919319"/>
                </a:lnTo>
                <a:lnTo>
                  <a:pt x="776354" y="920059"/>
                </a:lnTo>
                <a:lnTo>
                  <a:pt x="760527" y="920059"/>
                </a:lnTo>
                <a:close/>
                <a:moveTo>
                  <a:pt x="696801" y="915618"/>
                </a:moveTo>
                <a:lnTo>
                  <a:pt x="703882" y="915618"/>
                </a:lnTo>
                <a:lnTo>
                  <a:pt x="703882" y="920059"/>
                </a:lnTo>
                <a:lnTo>
                  <a:pt x="696801" y="920059"/>
                </a:lnTo>
                <a:close/>
                <a:moveTo>
                  <a:pt x="659732" y="919319"/>
                </a:moveTo>
                <a:lnTo>
                  <a:pt x="660565" y="919319"/>
                </a:lnTo>
                <a:lnTo>
                  <a:pt x="660565" y="920059"/>
                </a:lnTo>
                <a:lnTo>
                  <a:pt x="659732" y="920059"/>
                </a:lnTo>
                <a:close/>
                <a:moveTo>
                  <a:pt x="613915" y="919319"/>
                </a:moveTo>
                <a:lnTo>
                  <a:pt x="624328" y="919319"/>
                </a:lnTo>
                <a:lnTo>
                  <a:pt x="624328" y="920059"/>
                </a:lnTo>
                <a:lnTo>
                  <a:pt x="613915" y="920059"/>
                </a:lnTo>
                <a:close/>
                <a:moveTo>
                  <a:pt x="709296" y="919319"/>
                </a:moveTo>
                <a:lnTo>
                  <a:pt x="713878" y="919319"/>
                </a:lnTo>
                <a:lnTo>
                  <a:pt x="713878" y="920059"/>
                </a:lnTo>
                <a:lnTo>
                  <a:pt x="709296" y="920059"/>
                </a:lnTo>
                <a:close/>
                <a:moveTo>
                  <a:pt x="593090" y="919319"/>
                </a:moveTo>
                <a:lnTo>
                  <a:pt x="601004" y="919319"/>
                </a:lnTo>
                <a:lnTo>
                  <a:pt x="601004" y="920059"/>
                </a:lnTo>
                <a:lnTo>
                  <a:pt x="593090" y="920059"/>
                </a:lnTo>
                <a:close/>
                <a:moveTo>
                  <a:pt x="631825" y="919319"/>
                </a:moveTo>
                <a:lnTo>
                  <a:pt x="632242" y="919319"/>
                </a:lnTo>
                <a:lnTo>
                  <a:pt x="632242" y="920059"/>
                </a:lnTo>
                <a:lnTo>
                  <a:pt x="631825" y="920059"/>
                </a:lnTo>
                <a:close/>
                <a:moveTo>
                  <a:pt x="369008" y="919319"/>
                </a:moveTo>
                <a:lnTo>
                  <a:pt x="516869" y="919319"/>
                </a:lnTo>
                <a:lnTo>
                  <a:pt x="516869" y="920059"/>
                </a:lnTo>
                <a:lnTo>
                  <a:pt x="369008" y="920059"/>
                </a:lnTo>
                <a:close/>
                <a:moveTo>
                  <a:pt x="539360" y="918579"/>
                </a:moveTo>
                <a:lnTo>
                  <a:pt x="552272" y="918579"/>
                </a:lnTo>
                <a:lnTo>
                  <a:pt x="552272" y="920059"/>
                </a:lnTo>
                <a:lnTo>
                  <a:pt x="539360" y="920059"/>
                </a:lnTo>
                <a:close/>
                <a:moveTo>
                  <a:pt x="721375" y="919319"/>
                </a:moveTo>
                <a:lnTo>
                  <a:pt x="722208" y="919319"/>
                </a:lnTo>
                <a:lnTo>
                  <a:pt x="722208" y="920059"/>
                </a:lnTo>
                <a:lnTo>
                  <a:pt x="721375" y="920059"/>
                </a:lnTo>
                <a:close/>
                <a:moveTo>
                  <a:pt x="397" y="919319"/>
                </a:moveTo>
                <a:lnTo>
                  <a:pt x="45380" y="919319"/>
                </a:lnTo>
                <a:lnTo>
                  <a:pt x="45380" y="920059"/>
                </a:lnTo>
                <a:lnTo>
                  <a:pt x="397" y="920059"/>
                </a:lnTo>
                <a:close/>
                <a:moveTo>
                  <a:pt x="892560" y="919319"/>
                </a:moveTo>
                <a:lnTo>
                  <a:pt x="894643" y="919319"/>
                </a:lnTo>
                <a:lnTo>
                  <a:pt x="894643" y="920059"/>
                </a:lnTo>
                <a:lnTo>
                  <a:pt x="892560" y="920059"/>
                </a:lnTo>
                <a:close/>
                <a:moveTo>
                  <a:pt x="709296" y="920059"/>
                </a:moveTo>
                <a:lnTo>
                  <a:pt x="713461" y="920059"/>
                </a:lnTo>
                <a:lnTo>
                  <a:pt x="713461" y="920799"/>
                </a:lnTo>
                <a:lnTo>
                  <a:pt x="709296" y="920799"/>
                </a:lnTo>
                <a:close/>
                <a:moveTo>
                  <a:pt x="759694" y="920059"/>
                </a:moveTo>
                <a:lnTo>
                  <a:pt x="776354" y="920059"/>
                </a:lnTo>
                <a:lnTo>
                  <a:pt x="776354" y="920799"/>
                </a:lnTo>
                <a:lnTo>
                  <a:pt x="759694" y="920799"/>
                </a:lnTo>
                <a:close/>
                <a:moveTo>
                  <a:pt x="670144" y="920059"/>
                </a:moveTo>
                <a:lnTo>
                  <a:pt x="673476" y="920059"/>
                </a:lnTo>
                <a:lnTo>
                  <a:pt x="673476" y="920799"/>
                </a:lnTo>
                <a:lnTo>
                  <a:pt x="670144" y="920799"/>
                </a:lnTo>
                <a:close/>
                <a:moveTo>
                  <a:pt x="592257" y="920059"/>
                </a:moveTo>
                <a:lnTo>
                  <a:pt x="601004" y="920059"/>
                </a:lnTo>
                <a:lnTo>
                  <a:pt x="601004" y="920799"/>
                </a:lnTo>
                <a:lnTo>
                  <a:pt x="592257" y="920799"/>
                </a:lnTo>
                <a:close/>
                <a:moveTo>
                  <a:pt x="901724" y="919319"/>
                </a:moveTo>
                <a:lnTo>
                  <a:pt x="908388" y="919319"/>
                </a:lnTo>
                <a:lnTo>
                  <a:pt x="908388" y="920799"/>
                </a:lnTo>
                <a:lnTo>
                  <a:pt x="901724" y="920799"/>
                </a:lnTo>
                <a:close/>
                <a:moveTo>
                  <a:pt x="585176" y="919319"/>
                </a:moveTo>
                <a:lnTo>
                  <a:pt x="589758" y="919319"/>
                </a:lnTo>
                <a:lnTo>
                  <a:pt x="589758" y="920799"/>
                </a:lnTo>
                <a:lnTo>
                  <a:pt x="585176" y="920799"/>
                </a:lnTo>
                <a:close/>
                <a:moveTo>
                  <a:pt x="804260" y="919319"/>
                </a:moveTo>
                <a:lnTo>
                  <a:pt x="808842" y="919319"/>
                </a:lnTo>
                <a:lnTo>
                  <a:pt x="808842" y="920799"/>
                </a:lnTo>
                <a:lnTo>
                  <a:pt x="804260" y="920799"/>
                </a:lnTo>
                <a:close/>
                <a:moveTo>
                  <a:pt x="732204" y="919319"/>
                </a:moveTo>
                <a:lnTo>
                  <a:pt x="743033" y="919319"/>
                </a:lnTo>
                <a:lnTo>
                  <a:pt x="743033" y="920799"/>
                </a:lnTo>
                <a:lnTo>
                  <a:pt x="732204" y="920799"/>
                </a:lnTo>
                <a:close/>
                <a:moveTo>
                  <a:pt x="892560" y="920059"/>
                </a:moveTo>
                <a:lnTo>
                  <a:pt x="894227" y="920059"/>
                </a:lnTo>
                <a:lnTo>
                  <a:pt x="894227" y="920799"/>
                </a:lnTo>
                <a:lnTo>
                  <a:pt x="892560" y="920799"/>
                </a:lnTo>
                <a:close/>
                <a:moveTo>
                  <a:pt x="397" y="920059"/>
                </a:moveTo>
                <a:lnTo>
                  <a:pt x="46213" y="920059"/>
                </a:lnTo>
                <a:lnTo>
                  <a:pt x="46213" y="920799"/>
                </a:lnTo>
                <a:lnTo>
                  <a:pt x="397" y="920799"/>
                </a:lnTo>
                <a:close/>
                <a:moveTo>
                  <a:pt x="368175" y="920059"/>
                </a:moveTo>
                <a:lnTo>
                  <a:pt x="516869" y="920059"/>
                </a:lnTo>
                <a:lnTo>
                  <a:pt x="516869" y="920799"/>
                </a:lnTo>
                <a:lnTo>
                  <a:pt x="368175" y="920799"/>
                </a:lnTo>
                <a:close/>
                <a:moveTo>
                  <a:pt x="659732" y="920059"/>
                </a:moveTo>
                <a:lnTo>
                  <a:pt x="660981" y="920059"/>
                </a:lnTo>
                <a:lnTo>
                  <a:pt x="660981" y="920799"/>
                </a:lnTo>
                <a:lnTo>
                  <a:pt x="659732" y="920799"/>
                </a:lnTo>
                <a:close/>
                <a:moveTo>
                  <a:pt x="862572" y="919319"/>
                </a:moveTo>
                <a:lnTo>
                  <a:pt x="867153" y="919319"/>
                </a:lnTo>
                <a:lnTo>
                  <a:pt x="867153" y="920799"/>
                </a:lnTo>
                <a:lnTo>
                  <a:pt x="862572" y="920799"/>
                </a:lnTo>
                <a:close/>
                <a:moveTo>
                  <a:pt x="613915" y="920059"/>
                </a:moveTo>
                <a:lnTo>
                  <a:pt x="623495" y="920059"/>
                </a:lnTo>
                <a:lnTo>
                  <a:pt x="623495" y="920799"/>
                </a:lnTo>
                <a:lnTo>
                  <a:pt x="613915" y="920799"/>
                </a:lnTo>
                <a:close/>
                <a:moveTo>
                  <a:pt x="631825" y="920059"/>
                </a:moveTo>
                <a:lnTo>
                  <a:pt x="632658" y="920059"/>
                </a:lnTo>
                <a:lnTo>
                  <a:pt x="632658" y="920799"/>
                </a:lnTo>
                <a:lnTo>
                  <a:pt x="631825" y="920799"/>
                </a:lnTo>
                <a:close/>
                <a:moveTo>
                  <a:pt x="862572" y="920799"/>
                </a:moveTo>
                <a:lnTo>
                  <a:pt x="867570" y="920799"/>
                </a:lnTo>
                <a:lnTo>
                  <a:pt x="867570" y="921540"/>
                </a:lnTo>
                <a:lnTo>
                  <a:pt x="862572" y="921540"/>
                </a:lnTo>
                <a:close/>
                <a:moveTo>
                  <a:pt x="659732" y="920799"/>
                </a:moveTo>
                <a:lnTo>
                  <a:pt x="661398" y="920799"/>
                </a:lnTo>
                <a:lnTo>
                  <a:pt x="661398" y="921540"/>
                </a:lnTo>
                <a:lnTo>
                  <a:pt x="659732" y="921540"/>
                </a:lnTo>
                <a:close/>
                <a:moveTo>
                  <a:pt x="585593" y="920799"/>
                </a:moveTo>
                <a:lnTo>
                  <a:pt x="590174" y="920799"/>
                </a:lnTo>
                <a:lnTo>
                  <a:pt x="590174" y="921540"/>
                </a:lnTo>
                <a:lnTo>
                  <a:pt x="585593" y="921540"/>
                </a:lnTo>
                <a:close/>
                <a:moveTo>
                  <a:pt x="760527" y="920799"/>
                </a:moveTo>
                <a:lnTo>
                  <a:pt x="776354" y="920799"/>
                </a:lnTo>
                <a:lnTo>
                  <a:pt x="776354" y="921540"/>
                </a:lnTo>
                <a:lnTo>
                  <a:pt x="760527" y="921540"/>
                </a:lnTo>
                <a:close/>
                <a:moveTo>
                  <a:pt x="892560" y="920799"/>
                </a:moveTo>
                <a:lnTo>
                  <a:pt x="893810" y="920799"/>
                </a:lnTo>
                <a:lnTo>
                  <a:pt x="893810" y="921540"/>
                </a:lnTo>
                <a:lnTo>
                  <a:pt x="892560" y="921540"/>
                </a:lnTo>
                <a:close/>
                <a:moveTo>
                  <a:pt x="720958" y="920059"/>
                </a:moveTo>
                <a:lnTo>
                  <a:pt x="722624" y="920059"/>
                </a:lnTo>
                <a:lnTo>
                  <a:pt x="722624" y="921540"/>
                </a:lnTo>
                <a:lnTo>
                  <a:pt x="720958" y="921540"/>
                </a:lnTo>
                <a:close/>
                <a:moveTo>
                  <a:pt x="397" y="920799"/>
                </a:moveTo>
                <a:lnTo>
                  <a:pt x="47046" y="920799"/>
                </a:lnTo>
                <a:lnTo>
                  <a:pt x="47046" y="921540"/>
                </a:lnTo>
                <a:lnTo>
                  <a:pt x="397" y="921540"/>
                </a:lnTo>
                <a:close/>
                <a:moveTo>
                  <a:pt x="901307" y="920799"/>
                </a:moveTo>
                <a:lnTo>
                  <a:pt x="908388" y="920799"/>
                </a:lnTo>
                <a:lnTo>
                  <a:pt x="908388" y="921540"/>
                </a:lnTo>
                <a:lnTo>
                  <a:pt x="901307" y="921540"/>
                </a:lnTo>
                <a:close/>
                <a:moveTo>
                  <a:pt x="613915" y="920799"/>
                </a:moveTo>
                <a:lnTo>
                  <a:pt x="623079" y="920799"/>
                </a:lnTo>
                <a:lnTo>
                  <a:pt x="623079" y="921540"/>
                </a:lnTo>
                <a:lnTo>
                  <a:pt x="613915" y="921540"/>
                </a:lnTo>
                <a:close/>
                <a:moveTo>
                  <a:pt x="591840" y="920799"/>
                </a:moveTo>
                <a:lnTo>
                  <a:pt x="601420" y="920799"/>
                </a:lnTo>
                <a:lnTo>
                  <a:pt x="601420" y="921540"/>
                </a:lnTo>
                <a:lnTo>
                  <a:pt x="591840" y="921540"/>
                </a:lnTo>
                <a:close/>
                <a:moveTo>
                  <a:pt x="366925" y="920799"/>
                </a:moveTo>
                <a:lnTo>
                  <a:pt x="516869" y="920799"/>
                </a:lnTo>
                <a:lnTo>
                  <a:pt x="516869" y="921540"/>
                </a:lnTo>
                <a:lnTo>
                  <a:pt x="366925" y="921540"/>
                </a:lnTo>
                <a:close/>
                <a:moveTo>
                  <a:pt x="631409" y="920799"/>
                </a:moveTo>
                <a:lnTo>
                  <a:pt x="633075" y="920799"/>
                </a:lnTo>
                <a:lnTo>
                  <a:pt x="633075" y="921540"/>
                </a:lnTo>
                <a:lnTo>
                  <a:pt x="631409" y="921540"/>
                </a:lnTo>
                <a:close/>
                <a:moveTo>
                  <a:pt x="815506" y="919319"/>
                </a:moveTo>
                <a:lnTo>
                  <a:pt x="818838" y="919319"/>
                </a:lnTo>
                <a:lnTo>
                  <a:pt x="818838" y="921540"/>
                </a:lnTo>
                <a:lnTo>
                  <a:pt x="815506" y="921540"/>
                </a:lnTo>
                <a:close/>
                <a:moveTo>
                  <a:pt x="709296" y="920799"/>
                </a:moveTo>
                <a:lnTo>
                  <a:pt x="713045" y="920799"/>
                </a:lnTo>
                <a:lnTo>
                  <a:pt x="713045" y="921540"/>
                </a:lnTo>
                <a:lnTo>
                  <a:pt x="709296" y="921540"/>
                </a:lnTo>
                <a:close/>
                <a:moveTo>
                  <a:pt x="669728" y="920799"/>
                </a:moveTo>
                <a:lnTo>
                  <a:pt x="673893" y="920799"/>
                </a:lnTo>
                <a:lnTo>
                  <a:pt x="673893" y="921540"/>
                </a:lnTo>
                <a:lnTo>
                  <a:pt x="669728" y="921540"/>
                </a:lnTo>
                <a:close/>
                <a:moveTo>
                  <a:pt x="732204" y="920799"/>
                </a:moveTo>
                <a:lnTo>
                  <a:pt x="743450" y="920799"/>
                </a:lnTo>
                <a:lnTo>
                  <a:pt x="743450" y="921540"/>
                </a:lnTo>
                <a:lnTo>
                  <a:pt x="732204" y="921540"/>
                </a:lnTo>
                <a:close/>
                <a:moveTo>
                  <a:pt x="539360" y="920059"/>
                </a:moveTo>
                <a:lnTo>
                  <a:pt x="552688" y="920059"/>
                </a:lnTo>
                <a:lnTo>
                  <a:pt x="552688" y="921540"/>
                </a:lnTo>
                <a:lnTo>
                  <a:pt x="539360" y="921540"/>
                </a:lnTo>
                <a:close/>
                <a:moveTo>
                  <a:pt x="613499" y="921540"/>
                </a:moveTo>
                <a:lnTo>
                  <a:pt x="622662" y="921540"/>
                </a:lnTo>
                <a:lnTo>
                  <a:pt x="622662" y="922280"/>
                </a:lnTo>
                <a:lnTo>
                  <a:pt x="613499" y="922280"/>
                </a:lnTo>
                <a:close/>
                <a:moveTo>
                  <a:pt x="659315" y="921540"/>
                </a:moveTo>
                <a:lnTo>
                  <a:pt x="661398" y="921540"/>
                </a:lnTo>
                <a:lnTo>
                  <a:pt x="661398" y="922280"/>
                </a:lnTo>
                <a:lnTo>
                  <a:pt x="659315" y="922280"/>
                </a:lnTo>
                <a:close/>
                <a:moveTo>
                  <a:pt x="709296" y="921540"/>
                </a:moveTo>
                <a:lnTo>
                  <a:pt x="713461" y="921540"/>
                </a:lnTo>
                <a:lnTo>
                  <a:pt x="713461" y="922280"/>
                </a:lnTo>
                <a:lnTo>
                  <a:pt x="709296" y="922280"/>
                </a:lnTo>
                <a:close/>
                <a:moveTo>
                  <a:pt x="365676" y="921540"/>
                </a:moveTo>
                <a:lnTo>
                  <a:pt x="516869" y="921540"/>
                </a:lnTo>
                <a:lnTo>
                  <a:pt x="516869" y="922280"/>
                </a:lnTo>
                <a:lnTo>
                  <a:pt x="365676" y="922280"/>
                </a:lnTo>
                <a:close/>
                <a:moveTo>
                  <a:pt x="696384" y="920059"/>
                </a:moveTo>
                <a:lnTo>
                  <a:pt x="703882" y="920059"/>
                </a:lnTo>
                <a:lnTo>
                  <a:pt x="703882" y="922280"/>
                </a:lnTo>
                <a:lnTo>
                  <a:pt x="696384" y="922280"/>
                </a:lnTo>
                <a:close/>
                <a:moveTo>
                  <a:pt x="804260" y="920799"/>
                </a:moveTo>
                <a:lnTo>
                  <a:pt x="808425" y="920799"/>
                </a:lnTo>
                <a:lnTo>
                  <a:pt x="808425" y="922280"/>
                </a:lnTo>
                <a:lnTo>
                  <a:pt x="804260" y="922280"/>
                </a:lnTo>
                <a:close/>
                <a:moveTo>
                  <a:pt x="397" y="921540"/>
                </a:moveTo>
                <a:lnTo>
                  <a:pt x="48295" y="921540"/>
                </a:lnTo>
                <a:lnTo>
                  <a:pt x="48295" y="922280"/>
                </a:lnTo>
                <a:lnTo>
                  <a:pt x="397" y="922280"/>
                </a:lnTo>
                <a:close/>
                <a:moveTo>
                  <a:pt x="591007" y="921540"/>
                </a:moveTo>
                <a:lnTo>
                  <a:pt x="601420" y="921540"/>
                </a:lnTo>
                <a:lnTo>
                  <a:pt x="601420" y="922280"/>
                </a:lnTo>
                <a:lnTo>
                  <a:pt x="591007" y="922280"/>
                </a:lnTo>
                <a:close/>
                <a:moveTo>
                  <a:pt x="585593" y="921540"/>
                </a:moveTo>
                <a:lnTo>
                  <a:pt x="590591" y="921540"/>
                </a:lnTo>
                <a:lnTo>
                  <a:pt x="590591" y="922280"/>
                </a:lnTo>
                <a:lnTo>
                  <a:pt x="585593" y="922280"/>
                </a:lnTo>
                <a:close/>
                <a:moveTo>
                  <a:pt x="732204" y="921540"/>
                </a:moveTo>
                <a:lnTo>
                  <a:pt x="745533" y="921540"/>
                </a:lnTo>
                <a:lnTo>
                  <a:pt x="745533" y="922280"/>
                </a:lnTo>
                <a:lnTo>
                  <a:pt x="732204" y="922280"/>
                </a:lnTo>
                <a:close/>
                <a:moveTo>
                  <a:pt x="761776" y="921540"/>
                </a:moveTo>
                <a:lnTo>
                  <a:pt x="776354" y="921540"/>
                </a:lnTo>
                <a:lnTo>
                  <a:pt x="776354" y="922280"/>
                </a:lnTo>
                <a:lnTo>
                  <a:pt x="761776" y="922280"/>
                </a:lnTo>
                <a:close/>
                <a:moveTo>
                  <a:pt x="852576" y="921540"/>
                </a:moveTo>
                <a:lnTo>
                  <a:pt x="867570" y="921540"/>
                </a:lnTo>
                <a:lnTo>
                  <a:pt x="867570" y="922280"/>
                </a:lnTo>
                <a:lnTo>
                  <a:pt x="852576" y="922280"/>
                </a:lnTo>
                <a:close/>
                <a:moveTo>
                  <a:pt x="720542" y="921540"/>
                </a:moveTo>
                <a:lnTo>
                  <a:pt x="722624" y="921540"/>
                </a:lnTo>
                <a:lnTo>
                  <a:pt x="722624" y="922280"/>
                </a:lnTo>
                <a:lnTo>
                  <a:pt x="720542" y="922280"/>
                </a:lnTo>
                <a:close/>
                <a:moveTo>
                  <a:pt x="669311" y="921540"/>
                </a:moveTo>
                <a:lnTo>
                  <a:pt x="674309" y="921540"/>
                </a:lnTo>
                <a:lnTo>
                  <a:pt x="674309" y="922280"/>
                </a:lnTo>
                <a:lnTo>
                  <a:pt x="669311" y="922280"/>
                </a:lnTo>
                <a:close/>
                <a:moveTo>
                  <a:pt x="880065" y="919319"/>
                </a:moveTo>
                <a:lnTo>
                  <a:pt x="886729" y="919319"/>
                </a:lnTo>
                <a:lnTo>
                  <a:pt x="886729" y="922280"/>
                </a:lnTo>
                <a:lnTo>
                  <a:pt x="880065" y="922280"/>
                </a:lnTo>
                <a:close/>
                <a:moveTo>
                  <a:pt x="630992" y="921540"/>
                </a:moveTo>
                <a:lnTo>
                  <a:pt x="633491" y="921540"/>
                </a:lnTo>
                <a:lnTo>
                  <a:pt x="633491" y="922280"/>
                </a:lnTo>
                <a:lnTo>
                  <a:pt x="630992" y="922280"/>
                </a:lnTo>
                <a:close/>
                <a:moveTo>
                  <a:pt x="668895" y="922280"/>
                </a:moveTo>
                <a:lnTo>
                  <a:pt x="674726" y="922280"/>
                </a:lnTo>
                <a:lnTo>
                  <a:pt x="674726" y="923020"/>
                </a:lnTo>
                <a:lnTo>
                  <a:pt x="668895" y="923020"/>
                </a:lnTo>
                <a:close/>
                <a:moveTo>
                  <a:pt x="678891" y="922280"/>
                </a:moveTo>
                <a:lnTo>
                  <a:pt x="679724" y="922280"/>
                </a:lnTo>
                <a:lnTo>
                  <a:pt x="679724" y="923020"/>
                </a:lnTo>
                <a:lnTo>
                  <a:pt x="678891" y="923020"/>
                </a:lnTo>
                <a:close/>
                <a:moveTo>
                  <a:pt x="613499" y="922280"/>
                </a:moveTo>
                <a:lnTo>
                  <a:pt x="623079" y="922280"/>
                </a:lnTo>
                <a:lnTo>
                  <a:pt x="623079" y="923020"/>
                </a:lnTo>
                <a:lnTo>
                  <a:pt x="613499" y="923020"/>
                </a:lnTo>
                <a:close/>
                <a:moveTo>
                  <a:pt x="900891" y="921540"/>
                </a:moveTo>
                <a:lnTo>
                  <a:pt x="908388" y="921540"/>
                </a:lnTo>
                <a:lnTo>
                  <a:pt x="908388" y="923020"/>
                </a:lnTo>
                <a:lnTo>
                  <a:pt x="900891" y="923020"/>
                </a:lnTo>
                <a:close/>
                <a:moveTo>
                  <a:pt x="720125" y="922280"/>
                </a:moveTo>
                <a:lnTo>
                  <a:pt x="723041" y="922280"/>
                </a:lnTo>
                <a:lnTo>
                  <a:pt x="723041" y="923020"/>
                </a:lnTo>
                <a:lnTo>
                  <a:pt x="720125" y="923020"/>
                </a:lnTo>
                <a:close/>
                <a:moveTo>
                  <a:pt x="659315" y="922280"/>
                </a:moveTo>
                <a:lnTo>
                  <a:pt x="661814" y="922280"/>
                </a:lnTo>
                <a:lnTo>
                  <a:pt x="661814" y="923020"/>
                </a:lnTo>
                <a:lnTo>
                  <a:pt x="659315" y="923020"/>
                </a:lnTo>
                <a:close/>
                <a:moveTo>
                  <a:pt x="892560" y="921540"/>
                </a:moveTo>
                <a:lnTo>
                  <a:pt x="892977" y="921540"/>
                </a:lnTo>
                <a:lnTo>
                  <a:pt x="892977" y="923020"/>
                </a:lnTo>
                <a:lnTo>
                  <a:pt x="892560" y="923020"/>
                </a:lnTo>
                <a:close/>
                <a:moveTo>
                  <a:pt x="762609" y="922280"/>
                </a:moveTo>
                <a:lnTo>
                  <a:pt x="776354" y="922280"/>
                </a:lnTo>
                <a:lnTo>
                  <a:pt x="776354" y="923020"/>
                </a:lnTo>
                <a:lnTo>
                  <a:pt x="762609" y="923020"/>
                </a:lnTo>
                <a:close/>
                <a:moveTo>
                  <a:pt x="585593" y="922280"/>
                </a:moveTo>
                <a:lnTo>
                  <a:pt x="601837" y="922280"/>
                </a:lnTo>
                <a:lnTo>
                  <a:pt x="601837" y="923020"/>
                </a:lnTo>
                <a:lnTo>
                  <a:pt x="585593" y="923020"/>
                </a:lnTo>
                <a:close/>
                <a:moveTo>
                  <a:pt x="709296" y="922280"/>
                </a:moveTo>
                <a:lnTo>
                  <a:pt x="714294" y="922280"/>
                </a:lnTo>
                <a:lnTo>
                  <a:pt x="714294" y="923020"/>
                </a:lnTo>
                <a:lnTo>
                  <a:pt x="709296" y="923020"/>
                </a:lnTo>
                <a:close/>
                <a:moveTo>
                  <a:pt x="804260" y="922280"/>
                </a:moveTo>
                <a:lnTo>
                  <a:pt x="808009" y="922280"/>
                </a:lnTo>
                <a:lnTo>
                  <a:pt x="808009" y="923020"/>
                </a:lnTo>
                <a:lnTo>
                  <a:pt x="804260" y="923020"/>
                </a:lnTo>
                <a:close/>
                <a:moveTo>
                  <a:pt x="630576" y="922280"/>
                </a:moveTo>
                <a:lnTo>
                  <a:pt x="633908" y="922280"/>
                </a:lnTo>
                <a:lnTo>
                  <a:pt x="633908" y="923020"/>
                </a:lnTo>
                <a:lnTo>
                  <a:pt x="630576" y="923020"/>
                </a:lnTo>
                <a:close/>
                <a:moveTo>
                  <a:pt x="573514" y="922280"/>
                </a:moveTo>
                <a:lnTo>
                  <a:pt x="578929" y="922280"/>
                </a:lnTo>
                <a:lnTo>
                  <a:pt x="578929" y="923020"/>
                </a:lnTo>
                <a:lnTo>
                  <a:pt x="573514" y="923020"/>
                </a:lnTo>
                <a:close/>
                <a:moveTo>
                  <a:pt x="731788" y="922280"/>
                </a:moveTo>
                <a:lnTo>
                  <a:pt x="747199" y="922280"/>
                </a:lnTo>
                <a:lnTo>
                  <a:pt x="747199" y="923020"/>
                </a:lnTo>
                <a:lnTo>
                  <a:pt x="731788" y="923020"/>
                </a:lnTo>
                <a:close/>
                <a:moveTo>
                  <a:pt x="668478" y="923020"/>
                </a:moveTo>
                <a:lnTo>
                  <a:pt x="674726" y="923020"/>
                </a:lnTo>
                <a:lnTo>
                  <a:pt x="674726" y="923760"/>
                </a:lnTo>
                <a:lnTo>
                  <a:pt x="668478" y="923760"/>
                </a:lnTo>
                <a:close/>
                <a:moveTo>
                  <a:pt x="709296" y="923020"/>
                </a:moveTo>
                <a:lnTo>
                  <a:pt x="714711" y="923020"/>
                </a:lnTo>
                <a:lnTo>
                  <a:pt x="714711" y="923760"/>
                </a:lnTo>
                <a:lnTo>
                  <a:pt x="709296" y="923760"/>
                </a:lnTo>
                <a:close/>
                <a:moveTo>
                  <a:pt x="678058" y="923020"/>
                </a:moveTo>
                <a:lnTo>
                  <a:pt x="679724" y="923020"/>
                </a:lnTo>
                <a:lnTo>
                  <a:pt x="679724" y="923760"/>
                </a:lnTo>
                <a:lnTo>
                  <a:pt x="678058" y="923760"/>
                </a:lnTo>
                <a:close/>
                <a:moveTo>
                  <a:pt x="695968" y="922280"/>
                </a:moveTo>
                <a:lnTo>
                  <a:pt x="703882" y="922280"/>
                </a:lnTo>
                <a:lnTo>
                  <a:pt x="703882" y="923760"/>
                </a:lnTo>
                <a:lnTo>
                  <a:pt x="695968" y="923760"/>
                </a:lnTo>
                <a:close/>
                <a:moveTo>
                  <a:pt x="900474" y="923020"/>
                </a:moveTo>
                <a:lnTo>
                  <a:pt x="908388" y="923020"/>
                </a:lnTo>
                <a:lnTo>
                  <a:pt x="908388" y="923760"/>
                </a:lnTo>
                <a:lnTo>
                  <a:pt x="900474" y="923760"/>
                </a:lnTo>
                <a:close/>
                <a:moveTo>
                  <a:pt x="804260" y="923020"/>
                </a:moveTo>
                <a:lnTo>
                  <a:pt x="808425" y="923020"/>
                </a:lnTo>
                <a:lnTo>
                  <a:pt x="808425" y="923760"/>
                </a:lnTo>
                <a:lnTo>
                  <a:pt x="804260" y="923760"/>
                </a:lnTo>
                <a:close/>
                <a:moveTo>
                  <a:pt x="815090" y="921540"/>
                </a:moveTo>
                <a:lnTo>
                  <a:pt x="818838" y="921540"/>
                </a:lnTo>
                <a:lnTo>
                  <a:pt x="818838" y="923760"/>
                </a:lnTo>
                <a:lnTo>
                  <a:pt x="815090" y="923760"/>
                </a:lnTo>
                <a:close/>
                <a:moveTo>
                  <a:pt x="630576" y="923020"/>
                </a:moveTo>
                <a:lnTo>
                  <a:pt x="634324" y="923020"/>
                </a:lnTo>
                <a:lnTo>
                  <a:pt x="634324" y="923760"/>
                </a:lnTo>
                <a:lnTo>
                  <a:pt x="630576" y="923760"/>
                </a:lnTo>
                <a:close/>
                <a:moveTo>
                  <a:pt x="584760" y="923020"/>
                </a:moveTo>
                <a:lnTo>
                  <a:pt x="601837" y="923020"/>
                </a:lnTo>
                <a:lnTo>
                  <a:pt x="601837" y="923760"/>
                </a:lnTo>
                <a:lnTo>
                  <a:pt x="584760" y="923760"/>
                </a:lnTo>
                <a:close/>
                <a:moveTo>
                  <a:pt x="539360" y="921540"/>
                </a:moveTo>
                <a:lnTo>
                  <a:pt x="553105" y="921540"/>
                </a:lnTo>
                <a:lnTo>
                  <a:pt x="553105" y="923760"/>
                </a:lnTo>
                <a:lnTo>
                  <a:pt x="539360" y="923760"/>
                </a:lnTo>
                <a:close/>
                <a:moveTo>
                  <a:pt x="719709" y="923020"/>
                </a:moveTo>
                <a:lnTo>
                  <a:pt x="723041" y="923020"/>
                </a:lnTo>
                <a:lnTo>
                  <a:pt x="723041" y="923760"/>
                </a:lnTo>
                <a:lnTo>
                  <a:pt x="719709" y="923760"/>
                </a:lnTo>
                <a:close/>
                <a:moveTo>
                  <a:pt x="567683" y="923020"/>
                </a:moveTo>
                <a:lnTo>
                  <a:pt x="578929" y="923020"/>
                </a:lnTo>
                <a:lnTo>
                  <a:pt x="578929" y="923760"/>
                </a:lnTo>
                <a:lnTo>
                  <a:pt x="567683" y="923760"/>
                </a:lnTo>
                <a:close/>
                <a:moveTo>
                  <a:pt x="658898" y="923020"/>
                </a:moveTo>
                <a:lnTo>
                  <a:pt x="662231" y="923020"/>
                </a:lnTo>
                <a:lnTo>
                  <a:pt x="662231" y="923760"/>
                </a:lnTo>
                <a:lnTo>
                  <a:pt x="658898" y="923760"/>
                </a:lnTo>
                <a:close/>
                <a:moveTo>
                  <a:pt x="613499" y="923020"/>
                </a:moveTo>
                <a:lnTo>
                  <a:pt x="623495" y="923020"/>
                </a:lnTo>
                <a:lnTo>
                  <a:pt x="623495" y="923760"/>
                </a:lnTo>
                <a:lnTo>
                  <a:pt x="613499" y="923760"/>
                </a:lnTo>
                <a:close/>
                <a:moveTo>
                  <a:pt x="879649" y="922280"/>
                </a:moveTo>
                <a:lnTo>
                  <a:pt x="886729" y="922280"/>
                </a:lnTo>
                <a:lnTo>
                  <a:pt x="886729" y="923760"/>
                </a:lnTo>
                <a:lnTo>
                  <a:pt x="879649" y="923760"/>
                </a:lnTo>
                <a:close/>
                <a:moveTo>
                  <a:pt x="892560" y="923020"/>
                </a:moveTo>
                <a:lnTo>
                  <a:pt x="893393" y="923020"/>
                </a:lnTo>
                <a:lnTo>
                  <a:pt x="893393" y="923760"/>
                </a:lnTo>
                <a:lnTo>
                  <a:pt x="892560" y="923760"/>
                </a:lnTo>
                <a:close/>
                <a:moveTo>
                  <a:pt x="731788" y="923020"/>
                </a:moveTo>
                <a:lnTo>
                  <a:pt x="748448" y="923020"/>
                </a:lnTo>
                <a:lnTo>
                  <a:pt x="748448" y="923760"/>
                </a:lnTo>
                <a:lnTo>
                  <a:pt x="731788" y="923760"/>
                </a:lnTo>
                <a:close/>
                <a:moveTo>
                  <a:pt x="852576" y="922280"/>
                </a:moveTo>
                <a:lnTo>
                  <a:pt x="867986" y="922280"/>
                </a:lnTo>
                <a:lnTo>
                  <a:pt x="867986" y="924500"/>
                </a:lnTo>
                <a:lnTo>
                  <a:pt x="852576" y="924500"/>
                </a:lnTo>
                <a:close/>
                <a:moveTo>
                  <a:pt x="658898" y="923760"/>
                </a:moveTo>
                <a:lnTo>
                  <a:pt x="662647" y="923760"/>
                </a:lnTo>
                <a:lnTo>
                  <a:pt x="662647" y="924500"/>
                </a:lnTo>
                <a:lnTo>
                  <a:pt x="658898" y="924500"/>
                </a:lnTo>
                <a:close/>
                <a:moveTo>
                  <a:pt x="719292" y="923760"/>
                </a:moveTo>
                <a:lnTo>
                  <a:pt x="723041" y="923760"/>
                </a:lnTo>
                <a:lnTo>
                  <a:pt x="723041" y="924500"/>
                </a:lnTo>
                <a:lnTo>
                  <a:pt x="719292" y="924500"/>
                </a:lnTo>
                <a:close/>
                <a:moveTo>
                  <a:pt x="695551" y="923760"/>
                </a:moveTo>
                <a:lnTo>
                  <a:pt x="703882" y="923760"/>
                </a:lnTo>
                <a:lnTo>
                  <a:pt x="703882" y="924500"/>
                </a:lnTo>
                <a:lnTo>
                  <a:pt x="695551" y="924500"/>
                </a:lnTo>
                <a:close/>
                <a:moveTo>
                  <a:pt x="892560" y="923760"/>
                </a:moveTo>
                <a:lnTo>
                  <a:pt x="893810" y="923760"/>
                </a:lnTo>
                <a:lnTo>
                  <a:pt x="893810" y="924500"/>
                </a:lnTo>
                <a:lnTo>
                  <a:pt x="892560" y="924500"/>
                </a:lnTo>
                <a:close/>
                <a:moveTo>
                  <a:pt x="677225" y="923760"/>
                </a:moveTo>
                <a:lnTo>
                  <a:pt x="680140" y="923760"/>
                </a:lnTo>
                <a:lnTo>
                  <a:pt x="680140" y="924500"/>
                </a:lnTo>
                <a:lnTo>
                  <a:pt x="677225" y="924500"/>
                </a:lnTo>
                <a:close/>
                <a:moveTo>
                  <a:pt x="584343" y="923760"/>
                </a:moveTo>
                <a:lnTo>
                  <a:pt x="601837" y="923760"/>
                </a:lnTo>
                <a:lnTo>
                  <a:pt x="601837" y="924500"/>
                </a:lnTo>
                <a:lnTo>
                  <a:pt x="584343" y="924500"/>
                </a:lnTo>
                <a:close/>
                <a:moveTo>
                  <a:pt x="668062" y="923760"/>
                </a:moveTo>
                <a:lnTo>
                  <a:pt x="675142" y="923760"/>
                </a:lnTo>
                <a:lnTo>
                  <a:pt x="675142" y="924500"/>
                </a:lnTo>
                <a:lnTo>
                  <a:pt x="668062" y="924500"/>
                </a:lnTo>
                <a:close/>
                <a:moveTo>
                  <a:pt x="562268" y="923760"/>
                </a:moveTo>
                <a:lnTo>
                  <a:pt x="578929" y="923760"/>
                </a:lnTo>
                <a:lnTo>
                  <a:pt x="578929" y="924500"/>
                </a:lnTo>
                <a:lnTo>
                  <a:pt x="562268" y="924500"/>
                </a:lnTo>
                <a:close/>
                <a:moveTo>
                  <a:pt x="879232" y="923760"/>
                </a:moveTo>
                <a:lnTo>
                  <a:pt x="886729" y="923760"/>
                </a:lnTo>
                <a:lnTo>
                  <a:pt x="886729" y="924500"/>
                </a:lnTo>
                <a:lnTo>
                  <a:pt x="879232" y="924500"/>
                </a:lnTo>
                <a:close/>
                <a:moveTo>
                  <a:pt x="613082" y="923760"/>
                </a:moveTo>
                <a:lnTo>
                  <a:pt x="623912" y="923760"/>
                </a:lnTo>
                <a:lnTo>
                  <a:pt x="623912" y="924500"/>
                </a:lnTo>
                <a:lnTo>
                  <a:pt x="613082" y="924500"/>
                </a:lnTo>
                <a:close/>
                <a:moveTo>
                  <a:pt x="763026" y="923020"/>
                </a:moveTo>
                <a:lnTo>
                  <a:pt x="776354" y="923020"/>
                </a:lnTo>
                <a:lnTo>
                  <a:pt x="776354" y="924500"/>
                </a:lnTo>
                <a:lnTo>
                  <a:pt x="763026" y="924500"/>
                </a:lnTo>
                <a:close/>
                <a:moveTo>
                  <a:pt x="709296" y="923760"/>
                </a:moveTo>
                <a:lnTo>
                  <a:pt x="715544" y="923760"/>
                </a:lnTo>
                <a:lnTo>
                  <a:pt x="715544" y="924500"/>
                </a:lnTo>
                <a:lnTo>
                  <a:pt x="709296" y="924500"/>
                </a:lnTo>
                <a:close/>
                <a:moveTo>
                  <a:pt x="630159" y="923760"/>
                </a:moveTo>
                <a:lnTo>
                  <a:pt x="635157" y="923760"/>
                </a:lnTo>
                <a:lnTo>
                  <a:pt x="635157" y="924500"/>
                </a:lnTo>
                <a:lnTo>
                  <a:pt x="630159" y="924500"/>
                </a:lnTo>
                <a:close/>
                <a:moveTo>
                  <a:pt x="804260" y="923760"/>
                </a:moveTo>
                <a:lnTo>
                  <a:pt x="809259" y="923760"/>
                </a:lnTo>
                <a:lnTo>
                  <a:pt x="809259" y="924500"/>
                </a:lnTo>
                <a:lnTo>
                  <a:pt x="804260" y="924500"/>
                </a:lnTo>
                <a:close/>
                <a:moveTo>
                  <a:pt x="731371" y="923760"/>
                </a:moveTo>
                <a:lnTo>
                  <a:pt x="750114" y="923760"/>
                </a:lnTo>
                <a:lnTo>
                  <a:pt x="750114" y="924500"/>
                </a:lnTo>
                <a:lnTo>
                  <a:pt x="731371" y="924500"/>
                </a:lnTo>
                <a:close/>
                <a:moveTo>
                  <a:pt x="612666" y="924500"/>
                </a:moveTo>
                <a:lnTo>
                  <a:pt x="624328" y="924500"/>
                </a:lnTo>
                <a:lnTo>
                  <a:pt x="624328" y="925241"/>
                </a:lnTo>
                <a:lnTo>
                  <a:pt x="612666" y="925241"/>
                </a:lnTo>
                <a:close/>
                <a:moveTo>
                  <a:pt x="709296" y="924500"/>
                </a:moveTo>
                <a:lnTo>
                  <a:pt x="715960" y="924500"/>
                </a:lnTo>
                <a:lnTo>
                  <a:pt x="715960" y="925241"/>
                </a:lnTo>
                <a:lnTo>
                  <a:pt x="709296" y="925241"/>
                </a:lnTo>
                <a:close/>
                <a:moveTo>
                  <a:pt x="695135" y="924500"/>
                </a:moveTo>
                <a:lnTo>
                  <a:pt x="703882" y="924500"/>
                </a:lnTo>
                <a:lnTo>
                  <a:pt x="703882" y="925241"/>
                </a:lnTo>
                <a:lnTo>
                  <a:pt x="695135" y="925241"/>
                </a:lnTo>
                <a:close/>
                <a:moveTo>
                  <a:pt x="814673" y="923760"/>
                </a:moveTo>
                <a:lnTo>
                  <a:pt x="818838" y="923760"/>
                </a:lnTo>
                <a:lnTo>
                  <a:pt x="818838" y="925241"/>
                </a:lnTo>
                <a:lnTo>
                  <a:pt x="814673" y="925241"/>
                </a:lnTo>
                <a:close/>
                <a:moveTo>
                  <a:pt x="658898" y="924500"/>
                </a:moveTo>
                <a:lnTo>
                  <a:pt x="663064" y="924500"/>
                </a:lnTo>
                <a:lnTo>
                  <a:pt x="663064" y="925241"/>
                </a:lnTo>
                <a:lnTo>
                  <a:pt x="658898" y="925241"/>
                </a:lnTo>
                <a:close/>
                <a:moveTo>
                  <a:pt x="900058" y="923760"/>
                </a:moveTo>
                <a:lnTo>
                  <a:pt x="908388" y="923760"/>
                </a:lnTo>
                <a:lnTo>
                  <a:pt x="908388" y="925241"/>
                </a:lnTo>
                <a:lnTo>
                  <a:pt x="900058" y="925241"/>
                </a:lnTo>
                <a:close/>
                <a:moveTo>
                  <a:pt x="730955" y="924500"/>
                </a:moveTo>
                <a:lnTo>
                  <a:pt x="751780" y="924500"/>
                </a:lnTo>
                <a:lnTo>
                  <a:pt x="751780" y="925241"/>
                </a:lnTo>
                <a:lnTo>
                  <a:pt x="730955" y="925241"/>
                </a:lnTo>
                <a:close/>
                <a:moveTo>
                  <a:pt x="718876" y="924500"/>
                </a:moveTo>
                <a:lnTo>
                  <a:pt x="723458" y="924500"/>
                </a:lnTo>
                <a:lnTo>
                  <a:pt x="723458" y="925241"/>
                </a:lnTo>
                <a:lnTo>
                  <a:pt x="718876" y="925241"/>
                </a:lnTo>
                <a:close/>
                <a:moveTo>
                  <a:pt x="556854" y="924500"/>
                </a:moveTo>
                <a:lnTo>
                  <a:pt x="579345" y="924500"/>
                </a:lnTo>
                <a:lnTo>
                  <a:pt x="579345" y="925241"/>
                </a:lnTo>
                <a:lnTo>
                  <a:pt x="556854" y="925241"/>
                </a:lnTo>
                <a:close/>
                <a:moveTo>
                  <a:pt x="878816" y="924500"/>
                </a:moveTo>
                <a:lnTo>
                  <a:pt x="886729" y="924500"/>
                </a:lnTo>
                <a:lnTo>
                  <a:pt x="886729" y="925241"/>
                </a:lnTo>
                <a:lnTo>
                  <a:pt x="878816" y="925241"/>
                </a:lnTo>
                <a:close/>
                <a:moveTo>
                  <a:pt x="629743" y="924500"/>
                </a:moveTo>
                <a:lnTo>
                  <a:pt x="635990" y="924500"/>
                </a:lnTo>
                <a:lnTo>
                  <a:pt x="635990" y="925241"/>
                </a:lnTo>
                <a:lnTo>
                  <a:pt x="629743" y="925241"/>
                </a:lnTo>
                <a:close/>
                <a:moveTo>
                  <a:pt x="892560" y="924500"/>
                </a:moveTo>
                <a:lnTo>
                  <a:pt x="894227" y="924500"/>
                </a:lnTo>
                <a:lnTo>
                  <a:pt x="894227" y="925241"/>
                </a:lnTo>
                <a:lnTo>
                  <a:pt x="892560" y="925241"/>
                </a:lnTo>
                <a:close/>
                <a:moveTo>
                  <a:pt x="804260" y="924500"/>
                </a:moveTo>
                <a:lnTo>
                  <a:pt x="810092" y="924500"/>
                </a:lnTo>
                <a:lnTo>
                  <a:pt x="810092" y="925241"/>
                </a:lnTo>
                <a:lnTo>
                  <a:pt x="804260" y="925241"/>
                </a:lnTo>
                <a:close/>
                <a:moveTo>
                  <a:pt x="667645" y="924500"/>
                </a:moveTo>
                <a:lnTo>
                  <a:pt x="675559" y="924500"/>
                </a:lnTo>
                <a:lnTo>
                  <a:pt x="675559" y="925241"/>
                </a:lnTo>
                <a:lnTo>
                  <a:pt x="667645" y="925241"/>
                </a:lnTo>
                <a:close/>
                <a:moveTo>
                  <a:pt x="539360" y="923760"/>
                </a:moveTo>
                <a:lnTo>
                  <a:pt x="553522" y="923760"/>
                </a:lnTo>
                <a:lnTo>
                  <a:pt x="553522" y="925241"/>
                </a:lnTo>
                <a:lnTo>
                  <a:pt x="539360" y="925241"/>
                </a:lnTo>
                <a:close/>
                <a:moveTo>
                  <a:pt x="676392" y="924500"/>
                </a:moveTo>
                <a:lnTo>
                  <a:pt x="680557" y="924500"/>
                </a:lnTo>
                <a:lnTo>
                  <a:pt x="680557" y="925241"/>
                </a:lnTo>
                <a:lnTo>
                  <a:pt x="676392" y="925241"/>
                </a:lnTo>
                <a:close/>
                <a:moveTo>
                  <a:pt x="583510" y="924500"/>
                </a:moveTo>
                <a:lnTo>
                  <a:pt x="601837" y="924500"/>
                </a:lnTo>
                <a:lnTo>
                  <a:pt x="601837" y="925241"/>
                </a:lnTo>
                <a:lnTo>
                  <a:pt x="583510" y="925241"/>
                </a:lnTo>
                <a:close/>
                <a:moveTo>
                  <a:pt x="539360" y="925241"/>
                </a:moveTo>
                <a:lnTo>
                  <a:pt x="553938" y="925241"/>
                </a:lnTo>
                <a:lnTo>
                  <a:pt x="553938" y="925981"/>
                </a:lnTo>
                <a:lnTo>
                  <a:pt x="539360" y="925981"/>
                </a:lnTo>
                <a:close/>
                <a:moveTo>
                  <a:pt x="629326" y="925241"/>
                </a:moveTo>
                <a:lnTo>
                  <a:pt x="636823" y="925241"/>
                </a:lnTo>
                <a:lnTo>
                  <a:pt x="636823" y="925981"/>
                </a:lnTo>
                <a:lnTo>
                  <a:pt x="629326" y="925981"/>
                </a:lnTo>
                <a:close/>
                <a:moveTo>
                  <a:pt x="554355" y="925241"/>
                </a:moveTo>
                <a:lnTo>
                  <a:pt x="579345" y="925241"/>
                </a:lnTo>
                <a:lnTo>
                  <a:pt x="579345" y="925981"/>
                </a:lnTo>
                <a:lnTo>
                  <a:pt x="554355" y="925981"/>
                </a:lnTo>
                <a:close/>
                <a:moveTo>
                  <a:pt x="892560" y="925241"/>
                </a:moveTo>
                <a:lnTo>
                  <a:pt x="895060" y="925241"/>
                </a:lnTo>
                <a:lnTo>
                  <a:pt x="895060" y="925981"/>
                </a:lnTo>
                <a:lnTo>
                  <a:pt x="892560" y="925981"/>
                </a:lnTo>
                <a:close/>
                <a:moveTo>
                  <a:pt x="718459" y="925241"/>
                </a:moveTo>
                <a:lnTo>
                  <a:pt x="723458" y="925241"/>
                </a:lnTo>
                <a:lnTo>
                  <a:pt x="723458" y="925981"/>
                </a:lnTo>
                <a:lnTo>
                  <a:pt x="718459" y="925981"/>
                </a:lnTo>
                <a:close/>
                <a:moveTo>
                  <a:pt x="878399" y="925241"/>
                </a:moveTo>
                <a:lnTo>
                  <a:pt x="886729" y="925241"/>
                </a:lnTo>
                <a:lnTo>
                  <a:pt x="886729" y="925981"/>
                </a:lnTo>
                <a:lnTo>
                  <a:pt x="878399" y="925981"/>
                </a:lnTo>
                <a:close/>
                <a:moveTo>
                  <a:pt x="709296" y="925241"/>
                </a:moveTo>
                <a:lnTo>
                  <a:pt x="716377" y="925241"/>
                </a:lnTo>
                <a:lnTo>
                  <a:pt x="716377" y="925981"/>
                </a:lnTo>
                <a:lnTo>
                  <a:pt x="709296" y="925981"/>
                </a:lnTo>
                <a:close/>
                <a:moveTo>
                  <a:pt x="582677" y="925241"/>
                </a:moveTo>
                <a:lnTo>
                  <a:pt x="602253" y="925241"/>
                </a:lnTo>
                <a:lnTo>
                  <a:pt x="602253" y="925981"/>
                </a:lnTo>
                <a:lnTo>
                  <a:pt x="582677" y="925981"/>
                </a:lnTo>
                <a:close/>
                <a:moveTo>
                  <a:pt x="612249" y="925241"/>
                </a:moveTo>
                <a:lnTo>
                  <a:pt x="624745" y="925241"/>
                </a:lnTo>
                <a:lnTo>
                  <a:pt x="624745" y="925981"/>
                </a:lnTo>
                <a:lnTo>
                  <a:pt x="612249" y="925981"/>
                </a:lnTo>
                <a:close/>
                <a:moveTo>
                  <a:pt x="730538" y="925241"/>
                </a:moveTo>
                <a:lnTo>
                  <a:pt x="753030" y="925241"/>
                </a:lnTo>
                <a:lnTo>
                  <a:pt x="753030" y="925981"/>
                </a:lnTo>
                <a:lnTo>
                  <a:pt x="730538" y="925981"/>
                </a:lnTo>
                <a:close/>
                <a:moveTo>
                  <a:pt x="762609" y="924500"/>
                </a:moveTo>
                <a:lnTo>
                  <a:pt x="776354" y="924500"/>
                </a:lnTo>
                <a:lnTo>
                  <a:pt x="776354" y="925981"/>
                </a:lnTo>
                <a:lnTo>
                  <a:pt x="762609" y="925981"/>
                </a:lnTo>
                <a:close/>
                <a:moveTo>
                  <a:pt x="658898" y="925241"/>
                </a:moveTo>
                <a:lnTo>
                  <a:pt x="663480" y="925241"/>
                </a:lnTo>
                <a:lnTo>
                  <a:pt x="663480" y="925981"/>
                </a:lnTo>
                <a:lnTo>
                  <a:pt x="658898" y="925981"/>
                </a:lnTo>
                <a:close/>
                <a:moveTo>
                  <a:pt x="666812" y="925241"/>
                </a:moveTo>
                <a:lnTo>
                  <a:pt x="680974" y="925241"/>
                </a:lnTo>
                <a:lnTo>
                  <a:pt x="680974" y="925981"/>
                </a:lnTo>
                <a:lnTo>
                  <a:pt x="666812" y="925981"/>
                </a:lnTo>
                <a:close/>
                <a:moveTo>
                  <a:pt x="694718" y="925241"/>
                </a:moveTo>
                <a:lnTo>
                  <a:pt x="703882" y="925241"/>
                </a:lnTo>
                <a:lnTo>
                  <a:pt x="703882" y="925981"/>
                </a:lnTo>
                <a:lnTo>
                  <a:pt x="694718" y="925981"/>
                </a:lnTo>
                <a:close/>
                <a:moveTo>
                  <a:pt x="899641" y="925241"/>
                </a:moveTo>
                <a:lnTo>
                  <a:pt x="908388" y="925241"/>
                </a:lnTo>
                <a:lnTo>
                  <a:pt x="908388" y="925981"/>
                </a:lnTo>
                <a:lnTo>
                  <a:pt x="899641" y="925981"/>
                </a:lnTo>
                <a:close/>
                <a:moveTo>
                  <a:pt x="804260" y="925241"/>
                </a:moveTo>
                <a:lnTo>
                  <a:pt x="810508" y="925241"/>
                </a:lnTo>
                <a:lnTo>
                  <a:pt x="810508" y="925981"/>
                </a:lnTo>
                <a:lnTo>
                  <a:pt x="804260" y="925981"/>
                </a:lnTo>
                <a:close/>
                <a:moveTo>
                  <a:pt x="666396" y="925981"/>
                </a:moveTo>
                <a:lnTo>
                  <a:pt x="681390" y="925981"/>
                </a:lnTo>
                <a:lnTo>
                  <a:pt x="681390" y="926721"/>
                </a:lnTo>
                <a:lnTo>
                  <a:pt x="666396" y="926721"/>
                </a:lnTo>
                <a:close/>
                <a:moveTo>
                  <a:pt x="581844" y="925981"/>
                </a:moveTo>
                <a:lnTo>
                  <a:pt x="602253" y="925981"/>
                </a:lnTo>
                <a:lnTo>
                  <a:pt x="602253" y="926721"/>
                </a:lnTo>
                <a:lnTo>
                  <a:pt x="581844" y="926721"/>
                </a:lnTo>
                <a:close/>
                <a:moveTo>
                  <a:pt x="814257" y="925241"/>
                </a:moveTo>
                <a:lnTo>
                  <a:pt x="818838" y="925241"/>
                </a:lnTo>
                <a:lnTo>
                  <a:pt x="818838" y="926721"/>
                </a:lnTo>
                <a:lnTo>
                  <a:pt x="814257" y="926721"/>
                </a:lnTo>
                <a:close/>
                <a:moveTo>
                  <a:pt x="852576" y="924500"/>
                </a:moveTo>
                <a:lnTo>
                  <a:pt x="868403" y="924500"/>
                </a:lnTo>
                <a:lnTo>
                  <a:pt x="868403" y="926721"/>
                </a:lnTo>
                <a:lnTo>
                  <a:pt x="852576" y="926721"/>
                </a:lnTo>
                <a:close/>
                <a:moveTo>
                  <a:pt x="730122" y="925981"/>
                </a:moveTo>
                <a:lnTo>
                  <a:pt x="754279" y="925981"/>
                </a:lnTo>
                <a:lnTo>
                  <a:pt x="754279" y="926721"/>
                </a:lnTo>
                <a:lnTo>
                  <a:pt x="730122" y="926721"/>
                </a:lnTo>
                <a:close/>
                <a:moveTo>
                  <a:pt x="718043" y="925981"/>
                </a:moveTo>
                <a:lnTo>
                  <a:pt x="723458" y="925981"/>
                </a:lnTo>
                <a:lnTo>
                  <a:pt x="723458" y="926721"/>
                </a:lnTo>
                <a:lnTo>
                  <a:pt x="718043" y="926721"/>
                </a:lnTo>
                <a:close/>
                <a:moveTo>
                  <a:pt x="877983" y="925981"/>
                </a:moveTo>
                <a:lnTo>
                  <a:pt x="886729" y="925981"/>
                </a:lnTo>
                <a:lnTo>
                  <a:pt x="886729" y="926721"/>
                </a:lnTo>
                <a:lnTo>
                  <a:pt x="877983" y="926721"/>
                </a:lnTo>
                <a:close/>
                <a:moveTo>
                  <a:pt x="658482" y="925981"/>
                </a:moveTo>
                <a:lnTo>
                  <a:pt x="663480" y="925981"/>
                </a:lnTo>
                <a:lnTo>
                  <a:pt x="663480" y="926721"/>
                </a:lnTo>
                <a:lnTo>
                  <a:pt x="658482" y="926721"/>
                </a:lnTo>
                <a:close/>
                <a:moveTo>
                  <a:pt x="611416" y="925981"/>
                </a:moveTo>
                <a:lnTo>
                  <a:pt x="625161" y="925981"/>
                </a:lnTo>
                <a:lnTo>
                  <a:pt x="625161" y="926721"/>
                </a:lnTo>
                <a:lnTo>
                  <a:pt x="611416" y="926721"/>
                </a:lnTo>
                <a:close/>
                <a:moveTo>
                  <a:pt x="762193" y="925981"/>
                </a:moveTo>
                <a:lnTo>
                  <a:pt x="776354" y="925981"/>
                </a:lnTo>
                <a:lnTo>
                  <a:pt x="776354" y="926721"/>
                </a:lnTo>
                <a:lnTo>
                  <a:pt x="762193" y="926721"/>
                </a:lnTo>
                <a:close/>
                <a:moveTo>
                  <a:pt x="842163" y="900814"/>
                </a:moveTo>
                <a:lnTo>
                  <a:pt x="847161" y="900814"/>
                </a:lnTo>
                <a:lnTo>
                  <a:pt x="847161" y="926721"/>
                </a:lnTo>
                <a:lnTo>
                  <a:pt x="842163" y="926721"/>
                </a:lnTo>
                <a:close/>
                <a:moveTo>
                  <a:pt x="892560" y="925981"/>
                </a:moveTo>
                <a:lnTo>
                  <a:pt x="895476" y="925981"/>
                </a:lnTo>
                <a:lnTo>
                  <a:pt x="895476" y="926721"/>
                </a:lnTo>
                <a:lnTo>
                  <a:pt x="892560" y="926721"/>
                </a:lnTo>
                <a:close/>
                <a:moveTo>
                  <a:pt x="804260" y="925981"/>
                </a:moveTo>
                <a:lnTo>
                  <a:pt x="811341" y="925981"/>
                </a:lnTo>
                <a:lnTo>
                  <a:pt x="811341" y="926721"/>
                </a:lnTo>
                <a:lnTo>
                  <a:pt x="804260" y="926721"/>
                </a:lnTo>
                <a:close/>
                <a:moveTo>
                  <a:pt x="694302" y="925981"/>
                </a:moveTo>
                <a:lnTo>
                  <a:pt x="703882" y="925981"/>
                </a:lnTo>
                <a:lnTo>
                  <a:pt x="703882" y="926721"/>
                </a:lnTo>
                <a:lnTo>
                  <a:pt x="694302" y="926721"/>
                </a:lnTo>
                <a:close/>
                <a:moveTo>
                  <a:pt x="899225" y="925981"/>
                </a:moveTo>
                <a:lnTo>
                  <a:pt x="908388" y="925981"/>
                </a:lnTo>
                <a:lnTo>
                  <a:pt x="908388" y="926721"/>
                </a:lnTo>
                <a:lnTo>
                  <a:pt x="899225" y="926721"/>
                </a:lnTo>
                <a:close/>
                <a:moveTo>
                  <a:pt x="709296" y="925981"/>
                </a:moveTo>
                <a:lnTo>
                  <a:pt x="716793" y="925981"/>
                </a:lnTo>
                <a:lnTo>
                  <a:pt x="716793" y="926721"/>
                </a:lnTo>
                <a:lnTo>
                  <a:pt x="709296" y="926721"/>
                </a:lnTo>
                <a:close/>
                <a:moveTo>
                  <a:pt x="628910" y="925981"/>
                </a:moveTo>
                <a:lnTo>
                  <a:pt x="638073" y="925981"/>
                </a:lnTo>
                <a:lnTo>
                  <a:pt x="638073" y="926721"/>
                </a:lnTo>
                <a:lnTo>
                  <a:pt x="628910" y="926721"/>
                </a:lnTo>
                <a:close/>
                <a:moveTo>
                  <a:pt x="892560" y="926721"/>
                </a:moveTo>
                <a:lnTo>
                  <a:pt x="895893" y="926721"/>
                </a:lnTo>
                <a:lnTo>
                  <a:pt x="895893" y="927461"/>
                </a:lnTo>
                <a:lnTo>
                  <a:pt x="892560" y="927461"/>
                </a:lnTo>
                <a:close/>
                <a:moveTo>
                  <a:pt x="717626" y="926721"/>
                </a:moveTo>
                <a:lnTo>
                  <a:pt x="723458" y="926721"/>
                </a:lnTo>
                <a:lnTo>
                  <a:pt x="723458" y="927461"/>
                </a:lnTo>
                <a:lnTo>
                  <a:pt x="717626" y="927461"/>
                </a:lnTo>
                <a:close/>
                <a:moveTo>
                  <a:pt x="581011" y="926721"/>
                </a:moveTo>
                <a:lnTo>
                  <a:pt x="602253" y="926721"/>
                </a:lnTo>
                <a:lnTo>
                  <a:pt x="602253" y="927461"/>
                </a:lnTo>
                <a:lnTo>
                  <a:pt x="581011" y="927461"/>
                </a:lnTo>
                <a:close/>
                <a:moveTo>
                  <a:pt x="709296" y="926721"/>
                </a:moveTo>
                <a:lnTo>
                  <a:pt x="717210" y="926721"/>
                </a:lnTo>
                <a:lnTo>
                  <a:pt x="717210" y="927461"/>
                </a:lnTo>
                <a:lnTo>
                  <a:pt x="709296" y="927461"/>
                </a:lnTo>
                <a:close/>
                <a:moveTo>
                  <a:pt x="628493" y="926721"/>
                </a:moveTo>
                <a:lnTo>
                  <a:pt x="639739" y="926721"/>
                </a:lnTo>
                <a:lnTo>
                  <a:pt x="639739" y="927461"/>
                </a:lnTo>
                <a:lnTo>
                  <a:pt x="628493" y="927461"/>
                </a:lnTo>
                <a:close/>
                <a:moveTo>
                  <a:pt x="877566" y="926721"/>
                </a:moveTo>
                <a:lnTo>
                  <a:pt x="886729" y="926721"/>
                </a:lnTo>
                <a:lnTo>
                  <a:pt x="886729" y="927461"/>
                </a:lnTo>
                <a:lnTo>
                  <a:pt x="877566" y="927461"/>
                </a:lnTo>
                <a:close/>
                <a:moveTo>
                  <a:pt x="539360" y="925981"/>
                </a:moveTo>
                <a:lnTo>
                  <a:pt x="579762" y="925981"/>
                </a:lnTo>
                <a:lnTo>
                  <a:pt x="579762" y="927461"/>
                </a:lnTo>
                <a:lnTo>
                  <a:pt x="539360" y="927461"/>
                </a:lnTo>
                <a:close/>
                <a:moveTo>
                  <a:pt x="693469" y="926721"/>
                </a:moveTo>
                <a:lnTo>
                  <a:pt x="703882" y="926721"/>
                </a:lnTo>
                <a:lnTo>
                  <a:pt x="703882" y="927461"/>
                </a:lnTo>
                <a:lnTo>
                  <a:pt x="693469" y="927461"/>
                </a:lnTo>
                <a:close/>
                <a:moveTo>
                  <a:pt x="658482" y="926721"/>
                </a:moveTo>
                <a:lnTo>
                  <a:pt x="663897" y="926721"/>
                </a:lnTo>
                <a:lnTo>
                  <a:pt x="663897" y="927461"/>
                </a:lnTo>
                <a:lnTo>
                  <a:pt x="658482" y="927461"/>
                </a:lnTo>
                <a:close/>
                <a:moveTo>
                  <a:pt x="729705" y="926721"/>
                </a:moveTo>
                <a:lnTo>
                  <a:pt x="755945" y="926721"/>
                </a:lnTo>
                <a:lnTo>
                  <a:pt x="755945" y="927461"/>
                </a:lnTo>
                <a:lnTo>
                  <a:pt x="729705" y="927461"/>
                </a:lnTo>
                <a:close/>
                <a:moveTo>
                  <a:pt x="665979" y="926721"/>
                </a:moveTo>
                <a:lnTo>
                  <a:pt x="682223" y="926721"/>
                </a:lnTo>
                <a:lnTo>
                  <a:pt x="682223" y="927461"/>
                </a:lnTo>
                <a:lnTo>
                  <a:pt x="665979" y="927461"/>
                </a:lnTo>
                <a:close/>
                <a:moveTo>
                  <a:pt x="898808" y="926721"/>
                </a:moveTo>
                <a:lnTo>
                  <a:pt x="908388" y="926721"/>
                </a:lnTo>
                <a:lnTo>
                  <a:pt x="908388" y="927461"/>
                </a:lnTo>
                <a:lnTo>
                  <a:pt x="898808" y="927461"/>
                </a:lnTo>
                <a:close/>
                <a:moveTo>
                  <a:pt x="610583" y="926721"/>
                </a:moveTo>
                <a:lnTo>
                  <a:pt x="625578" y="926721"/>
                </a:lnTo>
                <a:lnTo>
                  <a:pt x="625578" y="927461"/>
                </a:lnTo>
                <a:lnTo>
                  <a:pt x="610583" y="927461"/>
                </a:lnTo>
                <a:close/>
                <a:moveTo>
                  <a:pt x="804260" y="926721"/>
                </a:moveTo>
                <a:lnTo>
                  <a:pt x="811758" y="926721"/>
                </a:lnTo>
                <a:lnTo>
                  <a:pt x="811758" y="927461"/>
                </a:lnTo>
                <a:lnTo>
                  <a:pt x="804260" y="927461"/>
                </a:lnTo>
                <a:close/>
                <a:moveTo>
                  <a:pt x="539360" y="927461"/>
                </a:moveTo>
                <a:lnTo>
                  <a:pt x="602253" y="927461"/>
                </a:lnTo>
                <a:lnTo>
                  <a:pt x="602253" y="928201"/>
                </a:lnTo>
                <a:lnTo>
                  <a:pt x="539360" y="928201"/>
                </a:lnTo>
                <a:close/>
                <a:moveTo>
                  <a:pt x="658482" y="927461"/>
                </a:moveTo>
                <a:lnTo>
                  <a:pt x="664313" y="927461"/>
                </a:lnTo>
                <a:lnTo>
                  <a:pt x="664313" y="928201"/>
                </a:lnTo>
                <a:lnTo>
                  <a:pt x="658482" y="928201"/>
                </a:lnTo>
                <a:close/>
                <a:moveTo>
                  <a:pt x="957119" y="919319"/>
                </a:moveTo>
                <a:lnTo>
                  <a:pt x="1000000" y="919319"/>
                </a:lnTo>
                <a:lnTo>
                  <a:pt x="1000000" y="928201"/>
                </a:lnTo>
                <a:lnTo>
                  <a:pt x="957119" y="928201"/>
                </a:lnTo>
                <a:close/>
                <a:moveTo>
                  <a:pt x="824669" y="925241"/>
                </a:moveTo>
                <a:lnTo>
                  <a:pt x="836332" y="925241"/>
                </a:lnTo>
                <a:lnTo>
                  <a:pt x="836332" y="928201"/>
                </a:lnTo>
                <a:lnTo>
                  <a:pt x="824669" y="928201"/>
                </a:lnTo>
                <a:close/>
                <a:moveTo>
                  <a:pt x="813840" y="926721"/>
                </a:moveTo>
                <a:lnTo>
                  <a:pt x="818838" y="926721"/>
                </a:lnTo>
                <a:lnTo>
                  <a:pt x="818838" y="928201"/>
                </a:lnTo>
                <a:lnTo>
                  <a:pt x="813840" y="928201"/>
                </a:lnTo>
                <a:close/>
                <a:moveTo>
                  <a:pt x="876733" y="927461"/>
                </a:moveTo>
                <a:lnTo>
                  <a:pt x="886729" y="927461"/>
                </a:lnTo>
                <a:lnTo>
                  <a:pt x="886729" y="928201"/>
                </a:lnTo>
                <a:lnTo>
                  <a:pt x="876733" y="928201"/>
                </a:lnTo>
                <a:close/>
                <a:moveTo>
                  <a:pt x="842163" y="926721"/>
                </a:moveTo>
                <a:lnTo>
                  <a:pt x="868403" y="926721"/>
                </a:lnTo>
                <a:lnTo>
                  <a:pt x="868403" y="928201"/>
                </a:lnTo>
                <a:lnTo>
                  <a:pt x="842163" y="928201"/>
                </a:lnTo>
                <a:close/>
                <a:moveTo>
                  <a:pt x="665146" y="927461"/>
                </a:moveTo>
                <a:lnTo>
                  <a:pt x="703882" y="927461"/>
                </a:lnTo>
                <a:lnTo>
                  <a:pt x="703882" y="928201"/>
                </a:lnTo>
                <a:lnTo>
                  <a:pt x="665146" y="928201"/>
                </a:lnTo>
                <a:close/>
                <a:moveTo>
                  <a:pt x="709296" y="927461"/>
                </a:moveTo>
                <a:lnTo>
                  <a:pt x="723458" y="927461"/>
                </a:lnTo>
                <a:lnTo>
                  <a:pt x="723458" y="928201"/>
                </a:lnTo>
                <a:lnTo>
                  <a:pt x="709296" y="928201"/>
                </a:lnTo>
                <a:close/>
                <a:moveTo>
                  <a:pt x="628077" y="927461"/>
                </a:moveTo>
                <a:lnTo>
                  <a:pt x="642655" y="927461"/>
                </a:lnTo>
                <a:lnTo>
                  <a:pt x="642655" y="928201"/>
                </a:lnTo>
                <a:lnTo>
                  <a:pt x="628077" y="928201"/>
                </a:lnTo>
                <a:close/>
                <a:moveTo>
                  <a:pt x="929213" y="919319"/>
                </a:moveTo>
                <a:lnTo>
                  <a:pt x="930463" y="919319"/>
                </a:lnTo>
                <a:lnTo>
                  <a:pt x="930463" y="928201"/>
                </a:lnTo>
                <a:lnTo>
                  <a:pt x="929213" y="928201"/>
                </a:lnTo>
                <a:close/>
                <a:moveTo>
                  <a:pt x="761776" y="926721"/>
                </a:moveTo>
                <a:lnTo>
                  <a:pt x="776354" y="926721"/>
                </a:lnTo>
                <a:lnTo>
                  <a:pt x="776354" y="928201"/>
                </a:lnTo>
                <a:lnTo>
                  <a:pt x="761776" y="928201"/>
                </a:lnTo>
                <a:close/>
                <a:moveTo>
                  <a:pt x="804260" y="927461"/>
                </a:moveTo>
                <a:lnTo>
                  <a:pt x="812591" y="927461"/>
                </a:lnTo>
                <a:lnTo>
                  <a:pt x="812591" y="928201"/>
                </a:lnTo>
                <a:lnTo>
                  <a:pt x="804260" y="928201"/>
                </a:lnTo>
                <a:close/>
                <a:moveTo>
                  <a:pt x="608917" y="927461"/>
                </a:moveTo>
                <a:lnTo>
                  <a:pt x="625994" y="927461"/>
                </a:lnTo>
                <a:lnTo>
                  <a:pt x="625994" y="928201"/>
                </a:lnTo>
                <a:lnTo>
                  <a:pt x="608917" y="928201"/>
                </a:lnTo>
                <a:close/>
                <a:moveTo>
                  <a:pt x="728872" y="927461"/>
                </a:moveTo>
                <a:lnTo>
                  <a:pt x="757195" y="927461"/>
                </a:lnTo>
                <a:lnTo>
                  <a:pt x="757195" y="928201"/>
                </a:lnTo>
                <a:lnTo>
                  <a:pt x="728872" y="928201"/>
                </a:lnTo>
                <a:close/>
                <a:moveTo>
                  <a:pt x="898392" y="927461"/>
                </a:moveTo>
                <a:lnTo>
                  <a:pt x="908388" y="927461"/>
                </a:lnTo>
                <a:lnTo>
                  <a:pt x="908388" y="928201"/>
                </a:lnTo>
                <a:lnTo>
                  <a:pt x="898392" y="928201"/>
                </a:lnTo>
                <a:close/>
                <a:moveTo>
                  <a:pt x="804260" y="928201"/>
                </a:moveTo>
                <a:lnTo>
                  <a:pt x="813007" y="928201"/>
                </a:lnTo>
                <a:lnTo>
                  <a:pt x="813007" y="928942"/>
                </a:lnTo>
                <a:lnTo>
                  <a:pt x="804260" y="928942"/>
                </a:lnTo>
                <a:close/>
                <a:moveTo>
                  <a:pt x="539360" y="928201"/>
                </a:moveTo>
                <a:lnTo>
                  <a:pt x="626411" y="928201"/>
                </a:lnTo>
                <a:lnTo>
                  <a:pt x="626411" y="928942"/>
                </a:lnTo>
                <a:lnTo>
                  <a:pt x="539360" y="928942"/>
                </a:lnTo>
                <a:close/>
                <a:moveTo>
                  <a:pt x="929213" y="928201"/>
                </a:moveTo>
                <a:lnTo>
                  <a:pt x="1000000" y="928201"/>
                </a:lnTo>
                <a:lnTo>
                  <a:pt x="1000000" y="928942"/>
                </a:lnTo>
                <a:lnTo>
                  <a:pt x="929213" y="928942"/>
                </a:lnTo>
                <a:close/>
                <a:moveTo>
                  <a:pt x="813424" y="928201"/>
                </a:moveTo>
                <a:lnTo>
                  <a:pt x="868403" y="928201"/>
                </a:lnTo>
                <a:lnTo>
                  <a:pt x="868403" y="928942"/>
                </a:lnTo>
                <a:lnTo>
                  <a:pt x="813424" y="928942"/>
                </a:lnTo>
                <a:close/>
                <a:moveTo>
                  <a:pt x="627244" y="928201"/>
                </a:moveTo>
                <a:lnTo>
                  <a:pt x="703882" y="928201"/>
                </a:lnTo>
                <a:lnTo>
                  <a:pt x="703882" y="928942"/>
                </a:lnTo>
                <a:lnTo>
                  <a:pt x="627244" y="928942"/>
                </a:lnTo>
                <a:close/>
                <a:moveTo>
                  <a:pt x="709296" y="928201"/>
                </a:moveTo>
                <a:lnTo>
                  <a:pt x="758444" y="928201"/>
                </a:lnTo>
                <a:lnTo>
                  <a:pt x="758444" y="928942"/>
                </a:lnTo>
                <a:lnTo>
                  <a:pt x="709296" y="928942"/>
                </a:lnTo>
                <a:close/>
                <a:moveTo>
                  <a:pt x="875067" y="928201"/>
                </a:moveTo>
                <a:lnTo>
                  <a:pt x="886729" y="928201"/>
                </a:lnTo>
                <a:lnTo>
                  <a:pt x="886729" y="928942"/>
                </a:lnTo>
                <a:lnTo>
                  <a:pt x="875067" y="928942"/>
                </a:lnTo>
                <a:close/>
                <a:moveTo>
                  <a:pt x="397" y="922280"/>
                </a:moveTo>
                <a:lnTo>
                  <a:pt x="516869" y="922280"/>
                </a:lnTo>
                <a:lnTo>
                  <a:pt x="516869" y="928942"/>
                </a:lnTo>
                <a:lnTo>
                  <a:pt x="397" y="928942"/>
                </a:lnTo>
                <a:close/>
                <a:moveTo>
                  <a:pt x="522700" y="895633"/>
                </a:moveTo>
                <a:lnTo>
                  <a:pt x="533529" y="895633"/>
                </a:lnTo>
                <a:lnTo>
                  <a:pt x="533529" y="928942"/>
                </a:lnTo>
                <a:lnTo>
                  <a:pt x="522700" y="928942"/>
                </a:lnTo>
                <a:close/>
                <a:moveTo>
                  <a:pt x="892560" y="927461"/>
                </a:moveTo>
                <a:lnTo>
                  <a:pt x="896309" y="927461"/>
                </a:lnTo>
                <a:lnTo>
                  <a:pt x="896309" y="928942"/>
                </a:lnTo>
                <a:lnTo>
                  <a:pt x="892560" y="928942"/>
                </a:lnTo>
                <a:close/>
                <a:moveTo>
                  <a:pt x="897975" y="928201"/>
                </a:moveTo>
                <a:lnTo>
                  <a:pt x="908388" y="928201"/>
                </a:lnTo>
                <a:lnTo>
                  <a:pt x="908388" y="928942"/>
                </a:lnTo>
                <a:lnTo>
                  <a:pt x="897975" y="928942"/>
                </a:lnTo>
                <a:close/>
                <a:moveTo>
                  <a:pt x="914219" y="899334"/>
                </a:moveTo>
                <a:lnTo>
                  <a:pt x="923799" y="899334"/>
                </a:lnTo>
                <a:lnTo>
                  <a:pt x="923799" y="928942"/>
                </a:lnTo>
                <a:lnTo>
                  <a:pt x="914219" y="928942"/>
                </a:lnTo>
                <a:close/>
                <a:moveTo>
                  <a:pt x="397" y="928942"/>
                </a:moveTo>
                <a:lnTo>
                  <a:pt x="759277" y="928942"/>
                </a:lnTo>
                <a:lnTo>
                  <a:pt x="759277" y="929682"/>
                </a:lnTo>
                <a:lnTo>
                  <a:pt x="397" y="929682"/>
                </a:lnTo>
                <a:close/>
                <a:moveTo>
                  <a:pt x="782185" y="926721"/>
                </a:moveTo>
                <a:lnTo>
                  <a:pt x="798429" y="926721"/>
                </a:lnTo>
                <a:lnTo>
                  <a:pt x="798429" y="929682"/>
                </a:lnTo>
                <a:lnTo>
                  <a:pt x="782185" y="929682"/>
                </a:lnTo>
                <a:close/>
                <a:moveTo>
                  <a:pt x="761360" y="928201"/>
                </a:moveTo>
                <a:lnTo>
                  <a:pt x="776354" y="928201"/>
                </a:lnTo>
                <a:lnTo>
                  <a:pt x="776354" y="929682"/>
                </a:lnTo>
                <a:lnTo>
                  <a:pt x="761360" y="929682"/>
                </a:lnTo>
                <a:close/>
                <a:moveTo>
                  <a:pt x="897559" y="928942"/>
                </a:moveTo>
                <a:lnTo>
                  <a:pt x="1000000" y="928942"/>
                </a:lnTo>
                <a:lnTo>
                  <a:pt x="1000000" y="929682"/>
                </a:lnTo>
                <a:lnTo>
                  <a:pt x="897559" y="929682"/>
                </a:lnTo>
                <a:close/>
                <a:moveTo>
                  <a:pt x="804260" y="928942"/>
                </a:moveTo>
                <a:lnTo>
                  <a:pt x="896726" y="928942"/>
                </a:lnTo>
                <a:lnTo>
                  <a:pt x="896726" y="929682"/>
                </a:lnTo>
                <a:lnTo>
                  <a:pt x="804260" y="929682"/>
                </a:lnTo>
                <a:close/>
                <a:moveTo>
                  <a:pt x="760943" y="929682"/>
                </a:moveTo>
                <a:lnTo>
                  <a:pt x="1000000" y="929682"/>
                </a:lnTo>
                <a:lnTo>
                  <a:pt x="1000000" y="930422"/>
                </a:lnTo>
                <a:lnTo>
                  <a:pt x="760943" y="930422"/>
                </a:lnTo>
                <a:close/>
                <a:moveTo>
                  <a:pt x="397" y="929682"/>
                </a:moveTo>
                <a:lnTo>
                  <a:pt x="760527" y="929682"/>
                </a:lnTo>
                <a:lnTo>
                  <a:pt x="760527" y="930422"/>
                </a:lnTo>
                <a:lnTo>
                  <a:pt x="397" y="930422"/>
                </a:lnTo>
                <a:close/>
                <a:moveTo>
                  <a:pt x="397" y="930422"/>
                </a:moveTo>
                <a:lnTo>
                  <a:pt x="1000000" y="930422"/>
                </a:lnTo>
                <a:lnTo>
                  <a:pt x="1000000" y="1000000"/>
                </a:lnTo>
                <a:lnTo>
                  <a:pt x="397" y="100000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</p:sp>
      <p:sp>
        <p:nvSpPr>
          <p:cNvPr id="8" name="Kimate circled colour correction 8"/>
          <p:cNvSpPr/>
          <p:nvPr/>
        </p:nvSpPr>
        <p:spPr>
          <a:xfrm>
            <a:off x="876300" y="1560195"/>
            <a:ext cx="7288530" cy="410210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566433" y="93264"/>
                </a:moveTo>
                <a:lnTo>
                  <a:pt x="583094" y="93264"/>
                </a:lnTo>
                <a:lnTo>
                  <a:pt x="583094" y="94004"/>
                </a:lnTo>
                <a:lnTo>
                  <a:pt x="566433" y="94004"/>
                </a:lnTo>
                <a:close/>
                <a:moveTo>
                  <a:pt x="563518" y="94004"/>
                </a:moveTo>
                <a:lnTo>
                  <a:pt x="586009" y="94004"/>
                </a:lnTo>
                <a:lnTo>
                  <a:pt x="586009" y="94745"/>
                </a:lnTo>
                <a:lnTo>
                  <a:pt x="563518" y="94745"/>
                </a:lnTo>
                <a:close/>
                <a:moveTo>
                  <a:pt x="561435" y="94745"/>
                </a:moveTo>
                <a:lnTo>
                  <a:pt x="588508" y="94745"/>
                </a:lnTo>
                <a:lnTo>
                  <a:pt x="588508" y="95485"/>
                </a:lnTo>
                <a:lnTo>
                  <a:pt x="561435" y="95485"/>
                </a:lnTo>
                <a:close/>
                <a:moveTo>
                  <a:pt x="559353" y="95485"/>
                </a:moveTo>
                <a:lnTo>
                  <a:pt x="590591" y="95485"/>
                </a:lnTo>
                <a:lnTo>
                  <a:pt x="590591" y="96225"/>
                </a:lnTo>
                <a:lnTo>
                  <a:pt x="559353" y="96225"/>
                </a:lnTo>
                <a:close/>
                <a:moveTo>
                  <a:pt x="732204" y="96225"/>
                </a:moveTo>
                <a:lnTo>
                  <a:pt x="761776" y="96225"/>
                </a:lnTo>
                <a:lnTo>
                  <a:pt x="761776" y="96965"/>
                </a:lnTo>
                <a:lnTo>
                  <a:pt x="732204" y="96965"/>
                </a:lnTo>
                <a:close/>
                <a:moveTo>
                  <a:pt x="788850" y="96225"/>
                </a:moveTo>
                <a:lnTo>
                  <a:pt x="823003" y="96225"/>
                </a:lnTo>
                <a:lnTo>
                  <a:pt x="823003" y="96965"/>
                </a:lnTo>
                <a:lnTo>
                  <a:pt x="788850" y="96965"/>
                </a:lnTo>
                <a:close/>
                <a:moveTo>
                  <a:pt x="146591" y="96225"/>
                </a:moveTo>
                <a:lnTo>
                  <a:pt x="180745" y="96225"/>
                </a:lnTo>
                <a:lnTo>
                  <a:pt x="180745" y="96965"/>
                </a:lnTo>
                <a:lnTo>
                  <a:pt x="146591" y="96965"/>
                </a:lnTo>
                <a:close/>
                <a:moveTo>
                  <a:pt x="324025" y="96225"/>
                </a:moveTo>
                <a:lnTo>
                  <a:pt x="377754" y="96225"/>
                </a:lnTo>
                <a:lnTo>
                  <a:pt x="377754" y="96965"/>
                </a:lnTo>
                <a:lnTo>
                  <a:pt x="324025" y="96965"/>
                </a:lnTo>
                <a:close/>
                <a:moveTo>
                  <a:pt x="217815" y="96225"/>
                </a:moveTo>
                <a:lnTo>
                  <a:pt x="246970" y="96225"/>
                </a:lnTo>
                <a:lnTo>
                  <a:pt x="246970" y="96965"/>
                </a:lnTo>
                <a:lnTo>
                  <a:pt x="217815" y="96965"/>
                </a:lnTo>
                <a:close/>
                <a:moveTo>
                  <a:pt x="622662" y="96225"/>
                </a:moveTo>
                <a:lnTo>
                  <a:pt x="652234" y="96225"/>
                </a:lnTo>
                <a:lnTo>
                  <a:pt x="652234" y="96965"/>
                </a:lnTo>
                <a:lnTo>
                  <a:pt x="622662" y="96965"/>
                </a:lnTo>
                <a:close/>
                <a:moveTo>
                  <a:pt x="860073" y="96225"/>
                </a:moveTo>
                <a:lnTo>
                  <a:pt x="889228" y="96225"/>
                </a:lnTo>
                <a:lnTo>
                  <a:pt x="889228" y="96965"/>
                </a:lnTo>
                <a:lnTo>
                  <a:pt x="860073" y="96965"/>
                </a:lnTo>
                <a:close/>
                <a:moveTo>
                  <a:pt x="557687" y="96225"/>
                </a:moveTo>
                <a:lnTo>
                  <a:pt x="592257" y="96225"/>
                </a:lnTo>
                <a:lnTo>
                  <a:pt x="592257" y="96965"/>
                </a:lnTo>
                <a:lnTo>
                  <a:pt x="557687" y="96965"/>
                </a:lnTo>
                <a:close/>
                <a:moveTo>
                  <a:pt x="677641" y="96225"/>
                </a:moveTo>
                <a:lnTo>
                  <a:pt x="707214" y="96225"/>
                </a:lnTo>
                <a:lnTo>
                  <a:pt x="707214" y="96965"/>
                </a:lnTo>
                <a:lnTo>
                  <a:pt x="677641" y="96965"/>
                </a:lnTo>
                <a:close/>
                <a:moveTo>
                  <a:pt x="623079" y="96965"/>
                </a:moveTo>
                <a:lnTo>
                  <a:pt x="652234" y="96965"/>
                </a:lnTo>
                <a:lnTo>
                  <a:pt x="652234" y="97705"/>
                </a:lnTo>
                <a:lnTo>
                  <a:pt x="623079" y="97705"/>
                </a:lnTo>
                <a:close/>
                <a:moveTo>
                  <a:pt x="217815" y="96965"/>
                </a:moveTo>
                <a:lnTo>
                  <a:pt x="247387" y="96965"/>
                </a:lnTo>
                <a:lnTo>
                  <a:pt x="247387" y="97705"/>
                </a:lnTo>
                <a:lnTo>
                  <a:pt x="217815" y="97705"/>
                </a:lnTo>
                <a:close/>
                <a:moveTo>
                  <a:pt x="860073" y="96965"/>
                </a:moveTo>
                <a:lnTo>
                  <a:pt x="889645" y="96965"/>
                </a:lnTo>
                <a:lnTo>
                  <a:pt x="889645" y="97705"/>
                </a:lnTo>
                <a:lnTo>
                  <a:pt x="860073" y="97705"/>
                </a:lnTo>
                <a:close/>
                <a:moveTo>
                  <a:pt x="556437" y="96965"/>
                </a:moveTo>
                <a:lnTo>
                  <a:pt x="593506" y="96965"/>
                </a:lnTo>
                <a:lnTo>
                  <a:pt x="593506" y="97705"/>
                </a:lnTo>
                <a:lnTo>
                  <a:pt x="556437" y="97705"/>
                </a:lnTo>
                <a:close/>
                <a:moveTo>
                  <a:pt x="324025" y="96965"/>
                </a:moveTo>
                <a:lnTo>
                  <a:pt x="381086" y="96965"/>
                </a:lnTo>
                <a:lnTo>
                  <a:pt x="381086" y="97705"/>
                </a:lnTo>
                <a:lnTo>
                  <a:pt x="324025" y="97705"/>
                </a:lnTo>
                <a:close/>
                <a:moveTo>
                  <a:pt x="554771" y="97705"/>
                </a:moveTo>
                <a:lnTo>
                  <a:pt x="594756" y="97705"/>
                </a:lnTo>
                <a:lnTo>
                  <a:pt x="594756" y="98446"/>
                </a:lnTo>
                <a:lnTo>
                  <a:pt x="554771" y="98446"/>
                </a:lnTo>
                <a:close/>
                <a:moveTo>
                  <a:pt x="146175" y="96965"/>
                </a:moveTo>
                <a:lnTo>
                  <a:pt x="180745" y="96965"/>
                </a:lnTo>
                <a:lnTo>
                  <a:pt x="180745" y="98446"/>
                </a:lnTo>
                <a:lnTo>
                  <a:pt x="146175" y="98446"/>
                </a:lnTo>
                <a:close/>
                <a:moveTo>
                  <a:pt x="324025" y="97705"/>
                </a:moveTo>
                <a:lnTo>
                  <a:pt x="383169" y="97705"/>
                </a:lnTo>
                <a:lnTo>
                  <a:pt x="383169" y="98446"/>
                </a:lnTo>
                <a:lnTo>
                  <a:pt x="324025" y="98446"/>
                </a:lnTo>
                <a:close/>
                <a:moveTo>
                  <a:pt x="788433" y="96965"/>
                </a:moveTo>
                <a:lnTo>
                  <a:pt x="823003" y="96965"/>
                </a:lnTo>
                <a:lnTo>
                  <a:pt x="823003" y="98446"/>
                </a:lnTo>
                <a:lnTo>
                  <a:pt x="788433" y="98446"/>
                </a:lnTo>
                <a:close/>
                <a:moveTo>
                  <a:pt x="677225" y="96965"/>
                </a:moveTo>
                <a:lnTo>
                  <a:pt x="707214" y="96965"/>
                </a:lnTo>
                <a:lnTo>
                  <a:pt x="707214" y="99186"/>
                </a:lnTo>
                <a:lnTo>
                  <a:pt x="677225" y="99186"/>
                </a:lnTo>
                <a:close/>
                <a:moveTo>
                  <a:pt x="553938" y="98446"/>
                </a:moveTo>
                <a:lnTo>
                  <a:pt x="596006" y="98446"/>
                </a:lnTo>
                <a:lnTo>
                  <a:pt x="596006" y="99186"/>
                </a:lnTo>
                <a:lnTo>
                  <a:pt x="553938" y="99186"/>
                </a:lnTo>
                <a:close/>
                <a:moveTo>
                  <a:pt x="217815" y="97705"/>
                </a:moveTo>
                <a:lnTo>
                  <a:pt x="247803" y="97705"/>
                </a:lnTo>
                <a:lnTo>
                  <a:pt x="247803" y="99186"/>
                </a:lnTo>
                <a:lnTo>
                  <a:pt x="217815" y="99186"/>
                </a:lnTo>
                <a:close/>
                <a:moveTo>
                  <a:pt x="860073" y="97705"/>
                </a:moveTo>
                <a:lnTo>
                  <a:pt x="890061" y="97705"/>
                </a:lnTo>
                <a:lnTo>
                  <a:pt x="890061" y="99186"/>
                </a:lnTo>
                <a:lnTo>
                  <a:pt x="860073" y="99186"/>
                </a:lnTo>
                <a:close/>
                <a:moveTo>
                  <a:pt x="732204" y="96965"/>
                </a:moveTo>
                <a:lnTo>
                  <a:pt x="761360" y="96965"/>
                </a:lnTo>
                <a:lnTo>
                  <a:pt x="761360" y="99186"/>
                </a:lnTo>
                <a:lnTo>
                  <a:pt x="732204" y="99186"/>
                </a:lnTo>
                <a:close/>
                <a:moveTo>
                  <a:pt x="788433" y="98446"/>
                </a:moveTo>
                <a:lnTo>
                  <a:pt x="823420" y="98446"/>
                </a:lnTo>
                <a:lnTo>
                  <a:pt x="823420" y="99186"/>
                </a:lnTo>
                <a:lnTo>
                  <a:pt x="788433" y="99186"/>
                </a:lnTo>
                <a:close/>
                <a:moveTo>
                  <a:pt x="146175" y="98446"/>
                </a:moveTo>
                <a:lnTo>
                  <a:pt x="181162" y="98446"/>
                </a:lnTo>
                <a:lnTo>
                  <a:pt x="181162" y="99186"/>
                </a:lnTo>
                <a:lnTo>
                  <a:pt x="146175" y="99186"/>
                </a:lnTo>
                <a:close/>
                <a:moveTo>
                  <a:pt x="324025" y="98446"/>
                </a:moveTo>
                <a:lnTo>
                  <a:pt x="385252" y="98446"/>
                </a:lnTo>
                <a:lnTo>
                  <a:pt x="385252" y="99186"/>
                </a:lnTo>
                <a:lnTo>
                  <a:pt x="324025" y="99186"/>
                </a:lnTo>
                <a:close/>
                <a:moveTo>
                  <a:pt x="217815" y="99186"/>
                </a:moveTo>
                <a:lnTo>
                  <a:pt x="248220" y="99186"/>
                </a:lnTo>
                <a:lnTo>
                  <a:pt x="248220" y="99926"/>
                </a:lnTo>
                <a:lnTo>
                  <a:pt x="217815" y="99926"/>
                </a:lnTo>
                <a:close/>
                <a:moveTo>
                  <a:pt x="552688" y="99186"/>
                </a:moveTo>
                <a:lnTo>
                  <a:pt x="597255" y="99186"/>
                </a:lnTo>
                <a:lnTo>
                  <a:pt x="597255" y="99926"/>
                </a:lnTo>
                <a:lnTo>
                  <a:pt x="552688" y="99926"/>
                </a:lnTo>
                <a:close/>
                <a:moveTo>
                  <a:pt x="324025" y="99186"/>
                </a:moveTo>
                <a:lnTo>
                  <a:pt x="386501" y="99186"/>
                </a:lnTo>
                <a:lnTo>
                  <a:pt x="386501" y="99926"/>
                </a:lnTo>
                <a:lnTo>
                  <a:pt x="324025" y="99926"/>
                </a:lnTo>
                <a:close/>
                <a:moveTo>
                  <a:pt x="860073" y="99186"/>
                </a:moveTo>
                <a:lnTo>
                  <a:pt x="890478" y="99186"/>
                </a:lnTo>
                <a:lnTo>
                  <a:pt x="890478" y="99926"/>
                </a:lnTo>
                <a:lnTo>
                  <a:pt x="860073" y="99926"/>
                </a:lnTo>
                <a:close/>
                <a:moveTo>
                  <a:pt x="677225" y="99186"/>
                </a:moveTo>
                <a:lnTo>
                  <a:pt x="707630" y="99186"/>
                </a:lnTo>
                <a:lnTo>
                  <a:pt x="707630" y="99926"/>
                </a:lnTo>
                <a:lnTo>
                  <a:pt x="677225" y="99926"/>
                </a:lnTo>
                <a:close/>
                <a:moveTo>
                  <a:pt x="551439" y="99926"/>
                </a:moveTo>
                <a:lnTo>
                  <a:pt x="598088" y="99926"/>
                </a:lnTo>
                <a:lnTo>
                  <a:pt x="598088" y="100666"/>
                </a:lnTo>
                <a:lnTo>
                  <a:pt x="551439" y="100666"/>
                </a:lnTo>
                <a:close/>
                <a:moveTo>
                  <a:pt x="731788" y="99186"/>
                </a:moveTo>
                <a:lnTo>
                  <a:pt x="761360" y="99186"/>
                </a:lnTo>
                <a:lnTo>
                  <a:pt x="761360" y="100666"/>
                </a:lnTo>
                <a:lnTo>
                  <a:pt x="731788" y="100666"/>
                </a:lnTo>
                <a:close/>
                <a:moveTo>
                  <a:pt x="623079" y="97705"/>
                </a:moveTo>
                <a:lnTo>
                  <a:pt x="652651" y="97705"/>
                </a:lnTo>
                <a:lnTo>
                  <a:pt x="652651" y="100666"/>
                </a:lnTo>
                <a:lnTo>
                  <a:pt x="623079" y="100666"/>
                </a:lnTo>
                <a:close/>
                <a:moveTo>
                  <a:pt x="324025" y="99926"/>
                </a:moveTo>
                <a:lnTo>
                  <a:pt x="388167" y="99926"/>
                </a:lnTo>
                <a:lnTo>
                  <a:pt x="388167" y="100666"/>
                </a:lnTo>
                <a:lnTo>
                  <a:pt x="324025" y="100666"/>
                </a:lnTo>
                <a:close/>
                <a:moveTo>
                  <a:pt x="145758" y="99186"/>
                </a:moveTo>
                <a:lnTo>
                  <a:pt x="181162" y="99186"/>
                </a:lnTo>
                <a:lnTo>
                  <a:pt x="181162" y="100666"/>
                </a:lnTo>
                <a:lnTo>
                  <a:pt x="145758" y="100666"/>
                </a:lnTo>
                <a:close/>
                <a:moveTo>
                  <a:pt x="788017" y="99186"/>
                </a:moveTo>
                <a:lnTo>
                  <a:pt x="823420" y="99186"/>
                </a:lnTo>
                <a:lnTo>
                  <a:pt x="823420" y="100666"/>
                </a:lnTo>
                <a:lnTo>
                  <a:pt x="788017" y="100666"/>
                </a:lnTo>
                <a:close/>
                <a:moveTo>
                  <a:pt x="324025" y="100666"/>
                </a:moveTo>
                <a:lnTo>
                  <a:pt x="389000" y="100666"/>
                </a:lnTo>
                <a:lnTo>
                  <a:pt x="389000" y="101406"/>
                </a:lnTo>
                <a:lnTo>
                  <a:pt x="324025" y="101406"/>
                </a:lnTo>
                <a:close/>
                <a:moveTo>
                  <a:pt x="145758" y="100666"/>
                </a:moveTo>
                <a:lnTo>
                  <a:pt x="181578" y="100666"/>
                </a:lnTo>
                <a:lnTo>
                  <a:pt x="181578" y="101406"/>
                </a:lnTo>
                <a:lnTo>
                  <a:pt x="145758" y="101406"/>
                </a:lnTo>
                <a:close/>
                <a:moveTo>
                  <a:pt x="788017" y="100666"/>
                </a:moveTo>
                <a:lnTo>
                  <a:pt x="823836" y="100666"/>
                </a:lnTo>
                <a:lnTo>
                  <a:pt x="823836" y="101406"/>
                </a:lnTo>
                <a:lnTo>
                  <a:pt x="788017" y="101406"/>
                </a:lnTo>
                <a:close/>
                <a:moveTo>
                  <a:pt x="217815" y="99926"/>
                </a:moveTo>
                <a:lnTo>
                  <a:pt x="248636" y="99926"/>
                </a:lnTo>
                <a:lnTo>
                  <a:pt x="248636" y="101406"/>
                </a:lnTo>
                <a:lnTo>
                  <a:pt x="217815" y="101406"/>
                </a:lnTo>
                <a:close/>
                <a:moveTo>
                  <a:pt x="550606" y="100666"/>
                </a:moveTo>
                <a:lnTo>
                  <a:pt x="599338" y="100666"/>
                </a:lnTo>
                <a:lnTo>
                  <a:pt x="599338" y="101406"/>
                </a:lnTo>
                <a:lnTo>
                  <a:pt x="550606" y="101406"/>
                </a:lnTo>
                <a:close/>
                <a:moveTo>
                  <a:pt x="860073" y="99926"/>
                </a:moveTo>
                <a:lnTo>
                  <a:pt x="890894" y="99926"/>
                </a:lnTo>
                <a:lnTo>
                  <a:pt x="890894" y="101406"/>
                </a:lnTo>
                <a:lnTo>
                  <a:pt x="860073" y="101406"/>
                </a:lnTo>
                <a:close/>
                <a:moveTo>
                  <a:pt x="324025" y="101406"/>
                </a:moveTo>
                <a:lnTo>
                  <a:pt x="390250" y="101406"/>
                </a:lnTo>
                <a:lnTo>
                  <a:pt x="390250" y="102147"/>
                </a:lnTo>
                <a:lnTo>
                  <a:pt x="324025" y="102147"/>
                </a:lnTo>
                <a:close/>
                <a:moveTo>
                  <a:pt x="860073" y="101406"/>
                </a:moveTo>
                <a:lnTo>
                  <a:pt x="891311" y="101406"/>
                </a:lnTo>
                <a:lnTo>
                  <a:pt x="891311" y="102147"/>
                </a:lnTo>
                <a:lnTo>
                  <a:pt x="860073" y="102147"/>
                </a:lnTo>
                <a:close/>
                <a:moveTo>
                  <a:pt x="676808" y="99926"/>
                </a:moveTo>
                <a:lnTo>
                  <a:pt x="707630" y="99926"/>
                </a:lnTo>
                <a:lnTo>
                  <a:pt x="707630" y="102147"/>
                </a:lnTo>
                <a:lnTo>
                  <a:pt x="676808" y="102147"/>
                </a:lnTo>
                <a:close/>
                <a:moveTo>
                  <a:pt x="623495" y="100666"/>
                </a:moveTo>
                <a:lnTo>
                  <a:pt x="652651" y="100666"/>
                </a:lnTo>
                <a:lnTo>
                  <a:pt x="652651" y="102147"/>
                </a:lnTo>
                <a:lnTo>
                  <a:pt x="623495" y="102147"/>
                </a:lnTo>
                <a:close/>
                <a:moveTo>
                  <a:pt x="549773" y="101406"/>
                </a:moveTo>
                <a:lnTo>
                  <a:pt x="600171" y="101406"/>
                </a:lnTo>
                <a:lnTo>
                  <a:pt x="600171" y="102147"/>
                </a:lnTo>
                <a:lnTo>
                  <a:pt x="549773" y="102147"/>
                </a:lnTo>
                <a:close/>
                <a:moveTo>
                  <a:pt x="676808" y="102147"/>
                </a:moveTo>
                <a:lnTo>
                  <a:pt x="708047" y="102147"/>
                </a:lnTo>
                <a:lnTo>
                  <a:pt x="708047" y="102887"/>
                </a:lnTo>
                <a:lnTo>
                  <a:pt x="676808" y="102887"/>
                </a:lnTo>
                <a:close/>
                <a:moveTo>
                  <a:pt x="217815" y="101406"/>
                </a:moveTo>
                <a:lnTo>
                  <a:pt x="249053" y="101406"/>
                </a:lnTo>
                <a:lnTo>
                  <a:pt x="249053" y="102887"/>
                </a:lnTo>
                <a:lnTo>
                  <a:pt x="217815" y="102887"/>
                </a:lnTo>
                <a:close/>
                <a:moveTo>
                  <a:pt x="548940" y="102147"/>
                </a:moveTo>
                <a:lnTo>
                  <a:pt x="601004" y="102147"/>
                </a:lnTo>
                <a:lnTo>
                  <a:pt x="601004" y="102887"/>
                </a:lnTo>
                <a:lnTo>
                  <a:pt x="548940" y="102887"/>
                </a:lnTo>
                <a:close/>
                <a:moveTo>
                  <a:pt x="324025" y="102147"/>
                </a:moveTo>
                <a:lnTo>
                  <a:pt x="391083" y="102147"/>
                </a:lnTo>
                <a:lnTo>
                  <a:pt x="391083" y="102887"/>
                </a:lnTo>
                <a:lnTo>
                  <a:pt x="324025" y="102887"/>
                </a:lnTo>
                <a:close/>
                <a:moveTo>
                  <a:pt x="787600" y="101406"/>
                </a:moveTo>
                <a:lnTo>
                  <a:pt x="823836" y="101406"/>
                </a:lnTo>
                <a:lnTo>
                  <a:pt x="823836" y="102887"/>
                </a:lnTo>
                <a:lnTo>
                  <a:pt x="787600" y="102887"/>
                </a:lnTo>
                <a:close/>
                <a:moveTo>
                  <a:pt x="145342" y="101406"/>
                </a:moveTo>
                <a:lnTo>
                  <a:pt x="181578" y="101406"/>
                </a:lnTo>
                <a:lnTo>
                  <a:pt x="181578" y="102887"/>
                </a:lnTo>
                <a:lnTo>
                  <a:pt x="145342" y="102887"/>
                </a:lnTo>
                <a:close/>
                <a:moveTo>
                  <a:pt x="860073" y="102147"/>
                </a:moveTo>
                <a:lnTo>
                  <a:pt x="891727" y="102147"/>
                </a:lnTo>
                <a:lnTo>
                  <a:pt x="891727" y="103627"/>
                </a:lnTo>
                <a:lnTo>
                  <a:pt x="860073" y="103627"/>
                </a:lnTo>
                <a:close/>
                <a:moveTo>
                  <a:pt x="548107" y="102887"/>
                </a:moveTo>
                <a:lnTo>
                  <a:pt x="601837" y="102887"/>
                </a:lnTo>
                <a:lnTo>
                  <a:pt x="601837" y="103627"/>
                </a:lnTo>
                <a:lnTo>
                  <a:pt x="548107" y="103627"/>
                </a:lnTo>
                <a:close/>
                <a:moveTo>
                  <a:pt x="145342" y="102887"/>
                </a:moveTo>
                <a:lnTo>
                  <a:pt x="181995" y="102887"/>
                </a:lnTo>
                <a:lnTo>
                  <a:pt x="181995" y="103627"/>
                </a:lnTo>
                <a:lnTo>
                  <a:pt x="145342" y="103627"/>
                </a:lnTo>
                <a:close/>
                <a:moveTo>
                  <a:pt x="787600" y="102887"/>
                </a:moveTo>
                <a:lnTo>
                  <a:pt x="824253" y="102887"/>
                </a:lnTo>
                <a:lnTo>
                  <a:pt x="824253" y="103627"/>
                </a:lnTo>
                <a:lnTo>
                  <a:pt x="787600" y="103627"/>
                </a:lnTo>
                <a:close/>
                <a:moveTo>
                  <a:pt x="731788" y="100666"/>
                </a:moveTo>
                <a:lnTo>
                  <a:pt x="760943" y="100666"/>
                </a:lnTo>
                <a:lnTo>
                  <a:pt x="760943" y="103627"/>
                </a:lnTo>
                <a:lnTo>
                  <a:pt x="731788" y="103627"/>
                </a:lnTo>
                <a:close/>
                <a:moveTo>
                  <a:pt x="324025" y="102887"/>
                </a:moveTo>
                <a:lnTo>
                  <a:pt x="391916" y="102887"/>
                </a:lnTo>
                <a:lnTo>
                  <a:pt x="391916" y="103627"/>
                </a:lnTo>
                <a:lnTo>
                  <a:pt x="324025" y="103627"/>
                </a:lnTo>
                <a:close/>
                <a:moveTo>
                  <a:pt x="217815" y="102887"/>
                </a:moveTo>
                <a:lnTo>
                  <a:pt x="249469" y="102887"/>
                </a:lnTo>
                <a:lnTo>
                  <a:pt x="249469" y="103627"/>
                </a:lnTo>
                <a:lnTo>
                  <a:pt x="217815" y="103627"/>
                </a:lnTo>
                <a:close/>
                <a:moveTo>
                  <a:pt x="547274" y="103627"/>
                </a:moveTo>
                <a:lnTo>
                  <a:pt x="602670" y="103627"/>
                </a:lnTo>
                <a:lnTo>
                  <a:pt x="602670" y="104367"/>
                </a:lnTo>
                <a:lnTo>
                  <a:pt x="547274" y="104367"/>
                </a:lnTo>
                <a:close/>
                <a:moveTo>
                  <a:pt x="324025" y="103627"/>
                </a:moveTo>
                <a:lnTo>
                  <a:pt x="392749" y="103627"/>
                </a:lnTo>
                <a:lnTo>
                  <a:pt x="392749" y="104367"/>
                </a:lnTo>
                <a:lnTo>
                  <a:pt x="324025" y="104367"/>
                </a:lnTo>
                <a:close/>
                <a:moveTo>
                  <a:pt x="623495" y="102147"/>
                </a:moveTo>
                <a:lnTo>
                  <a:pt x="653067" y="102147"/>
                </a:lnTo>
                <a:lnTo>
                  <a:pt x="653067" y="104367"/>
                </a:lnTo>
                <a:lnTo>
                  <a:pt x="623495" y="104367"/>
                </a:lnTo>
                <a:close/>
                <a:moveTo>
                  <a:pt x="860073" y="103627"/>
                </a:moveTo>
                <a:lnTo>
                  <a:pt x="892144" y="103627"/>
                </a:lnTo>
                <a:lnTo>
                  <a:pt x="892144" y="104367"/>
                </a:lnTo>
                <a:lnTo>
                  <a:pt x="860073" y="104367"/>
                </a:lnTo>
                <a:close/>
                <a:moveTo>
                  <a:pt x="731371" y="103627"/>
                </a:moveTo>
                <a:lnTo>
                  <a:pt x="760943" y="103627"/>
                </a:lnTo>
                <a:lnTo>
                  <a:pt x="760943" y="104367"/>
                </a:lnTo>
                <a:lnTo>
                  <a:pt x="731371" y="104367"/>
                </a:lnTo>
                <a:close/>
                <a:moveTo>
                  <a:pt x="676392" y="102887"/>
                </a:moveTo>
                <a:lnTo>
                  <a:pt x="708047" y="102887"/>
                </a:lnTo>
                <a:lnTo>
                  <a:pt x="708047" y="105107"/>
                </a:lnTo>
                <a:lnTo>
                  <a:pt x="676392" y="105107"/>
                </a:lnTo>
                <a:close/>
                <a:moveTo>
                  <a:pt x="144925" y="103627"/>
                </a:moveTo>
                <a:lnTo>
                  <a:pt x="181995" y="103627"/>
                </a:lnTo>
                <a:lnTo>
                  <a:pt x="181995" y="105107"/>
                </a:lnTo>
                <a:lnTo>
                  <a:pt x="144925" y="105107"/>
                </a:lnTo>
                <a:close/>
                <a:moveTo>
                  <a:pt x="787183" y="103627"/>
                </a:moveTo>
                <a:lnTo>
                  <a:pt x="824253" y="103627"/>
                </a:lnTo>
                <a:lnTo>
                  <a:pt x="824253" y="105107"/>
                </a:lnTo>
                <a:lnTo>
                  <a:pt x="787183" y="105107"/>
                </a:lnTo>
                <a:close/>
                <a:moveTo>
                  <a:pt x="324025" y="104367"/>
                </a:moveTo>
                <a:lnTo>
                  <a:pt x="393582" y="104367"/>
                </a:lnTo>
                <a:lnTo>
                  <a:pt x="393582" y="105107"/>
                </a:lnTo>
                <a:lnTo>
                  <a:pt x="324025" y="105107"/>
                </a:lnTo>
                <a:close/>
                <a:moveTo>
                  <a:pt x="546441" y="104367"/>
                </a:moveTo>
                <a:lnTo>
                  <a:pt x="603503" y="104367"/>
                </a:lnTo>
                <a:lnTo>
                  <a:pt x="603503" y="105107"/>
                </a:lnTo>
                <a:lnTo>
                  <a:pt x="546441" y="105107"/>
                </a:lnTo>
                <a:close/>
                <a:moveTo>
                  <a:pt x="217815" y="103627"/>
                </a:moveTo>
                <a:lnTo>
                  <a:pt x="249886" y="103627"/>
                </a:lnTo>
                <a:lnTo>
                  <a:pt x="249886" y="105107"/>
                </a:lnTo>
                <a:lnTo>
                  <a:pt x="217815" y="105107"/>
                </a:lnTo>
                <a:close/>
                <a:moveTo>
                  <a:pt x="546024" y="105107"/>
                </a:moveTo>
                <a:lnTo>
                  <a:pt x="603919" y="105107"/>
                </a:lnTo>
                <a:lnTo>
                  <a:pt x="603919" y="105848"/>
                </a:lnTo>
                <a:lnTo>
                  <a:pt x="546024" y="105848"/>
                </a:lnTo>
                <a:close/>
                <a:moveTo>
                  <a:pt x="144925" y="105107"/>
                </a:moveTo>
                <a:lnTo>
                  <a:pt x="182411" y="105107"/>
                </a:lnTo>
                <a:lnTo>
                  <a:pt x="182411" y="105848"/>
                </a:lnTo>
                <a:lnTo>
                  <a:pt x="144925" y="105848"/>
                </a:lnTo>
                <a:close/>
                <a:moveTo>
                  <a:pt x="787183" y="105107"/>
                </a:moveTo>
                <a:lnTo>
                  <a:pt x="824669" y="105107"/>
                </a:lnTo>
                <a:lnTo>
                  <a:pt x="824669" y="105848"/>
                </a:lnTo>
                <a:lnTo>
                  <a:pt x="787183" y="105848"/>
                </a:lnTo>
                <a:close/>
                <a:moveTo>
                  <a:pt x="217815" y="105107"/>
                </a:moveTo>
                <a:lnTo>
                  <a:pt x="250302" y="105107"/>
                </a:lnTo>
                <a:lnTo>
                  <a:pt x="250302" y="105848"/>
                </a:lnTo>
                <a:lnTo>
                  <a:pt x="217815" y="105848"/>
                </a:lnTo>
                <a:close/>
                <a:moveTo>
                  <a:pt x="860073" y="104367"/>
                </a:moveTo>
                <a:lnTo>
                  <a:pt x="892560" y="104367"/>
                </a:lnTo>
                <a:lnTo>
                  <a:pt x="892560" y="105848"/>
                </a:lnTo>
                <a:lnTo>
                  <a:pt x="860073" y="105848"/>
                </a:lnTo>
                <a:close/>
                <a:moveTo>
                  <a:pt x="676392" y="105107"/>
                </a:moveTo>
                <a:lnTo>
                  <a:pt x="708463" y="105107"/>
                </a:lnTo>
                <a:lnTo>
                  <a:pt x="708463" y="105848"/>
                </a:lnTo>
                <a:lnTo>
                  <a:pt x="676392" y="105848"/>
                </a:lnTo>
                <a:close/>
                <a:moveTo>
                  <a:pt x="324025" y="105107"/>
                </a:moveTo>
                <a:lnTo>
                  <a:pt x="394415" y="105107"/>
                </a:lnTo>
                <a:lnTo>
                  <a:pt x="394415" y="105848"/>
                </a:lnTo>
                <a:lnTo>
                  <a:pt x="324025" y="105848"/>
                </a:lnTo>
                <a:close/>
                <a:moveTo>
                  <a:pt x="144509" y="105848"/>
                </a:moveTo>
                <a:lnTo>
                  <a:pt x="182411" y="105848"/>
                </a:lnTo>
                <a:lnTo>
                  <a:pt x="182411" y="106588"/>
                </a:lnTo>
                <a:lnTo>
                  <a:pt x="144509" y="106588"/>
                </a:lnTo>
                <a:close/>
                <a:moveTo>
                  <a:pt x="786767" y="105848"/>
                </a:moveTo>
                <a:lnTo>
                  <a:pt x="824669" y="105848"/>
                </a:lnTo>
                <a:lnTo>
                  <a:pt x="824669" y="106588"/>
                </a:lnTo>
                <a:lnTo>
                  <a:pt x="786767" y="106588"/>
                </a:lnTo>
                <a:close/>
                <a:moveTo>
                  <a:pt x="545191" y="105848"/>
                </a:moveTo>
                <a:lnTo>
                  <a:pt x="604752" y="105848"/>
                </a:lnTo>
                <a:lnTo>
                  <a:pt x="604752" y="106588"/>
                </a:lnTo>
                <a:lnTo>
                  <a:pt x="545191" y="106588"/>
                </a:lnTo>
                <a:close/>
                <a:moveTo>
                  <a:pt x="623912" y="104367"/>
                </a:moveTo>
                <a:lnTo>
                  <a:pt x="653067" y="104367"/>
                </a:lnTo>
                <a:lnTo>
                  <a:pt x="653067" y="106588"/>
                </a:lnTo>
                <a:lnTo>
                  <a:pt x="623912" y="106588"/>
                </a:lnTo>
                <a:close/>
                <a:moveTo>
                  <a:pt x="324025" y="105848"/>
                </a:moveTo>
                <a:lnTo>
                  <a:pt x="394831" y="105848"/>
                </a:lnTo>
                <a:lnTo>
                  <a:pt x="394831" y="106588"/>
                </a:lnTo>
                <a:lnTo>
                  <a:pt x="324025" y="106588"/>
                </a:lnTo>
                <a:close/>
                <a:moveTo>
                  <a:pt x="324025" y="106588"/>
                </a:moveTo>
                <a:lnTo>
                  <a:pt x="395664" y="106588"/>
                </a:lnTo>
                <a:lnTo>
                  <a:pt x="395664" y="107328"/>
                </a:lnTo>
                <a:lnTo>
                  <a:pt x="324025" y="107328"/>
                </a:lnTo>
                <a:close/>
                <a:moveTo>
                  <a:pt x="217815" y="105848"/>
                </a:moveTo>
                <a:lnTo>
                  <a:pt x="250719" y="105848"/>
                </a:lnTo>
                <a:lnTo>
                  <a:pt x="250719" y="107328"/>
                </a:lnTo>
                <a:lnTo>
                  <a:pt x="217815" y="107328"/>
                </a:lnTo>
                <a:close/>
                <a:moveTo>
                  <a:pt x="623912" y="106588"/>
                </a:moveTo>
                <a:lnTo>
                  <a:pt x="653484" y="106588"/>
                </a:lnTo>
                <a:lnTo>
                  <a:pt x="653484" y="107328"/>
                </a:lnTo>
                <a:lnTo>
                  <a:pt x="623912" y="107328"/>
                </a:lnTo>
                <a:close/>
                <a:moveTo>
                  <a:pt x="786767" y="106588"/>
                </a:moveTo>
                <a:lnTo>
                  <a:pt x="825086" y="106588"/>
                </a:lnTo>
                <a:lnTo>
                  <a:pt x="825086" y="107328"/>
                </a:lnTo>
                <a:lnTo>
                  <a:pt x="786767" y="107328"/>
                </a:lnTo>
                <a:close/>
                <a:moveTo>
                  <a:pt x="860073" y="105848"/>
                </a:moveTo>
                <a:lnTo>
                  <a:pt x="892977" y="105848"/>
                </a:lnTo>
                <a:lnTo>
                  <a:pt x="892977" y="107328"/>
                </a:lnTo>
                <a:lnTo>
                  <a:pt x="860073" y="107328"/>
                </a:lnTo>
                <a:close/>
                <a:moveTo>
                  <a:pt x="731371" y="104367"/>
                </a:moveTo>
                <a:lnTo>
                  <a:pt x="760527" y="104367"/>
                </a:lnTo>
                <a:lnTo>
                  <a:pt x="760527" y="107328"/>
                </a:lnTo>
                <a:lnTo>
                  <a:pt x="731371" y="107328"/>
                </a:lnTo>
                <a:close/>
                <a:moveTo>
                  <a:pt x="544358" y="106588"/>
                </a:moveTo>
                <a:lnTo>
                  <a:pt x="605585" y="106588"/>
                </a:lnTo>
                <a:lnTo>
                  <a:pt x="605585" y="107328"/>
                </a:lnTo>
                <a:lnTo>
                  <a:pt x="544358" y="107328"/>
                </a:lnTo>
                <a:close/>
                <a:moveTo>
                  <a:pt x="144509" y="106588"/>
                </a:moveTo>
                <a:lnTo>
                  <a:pt x="182828" y="106588"/>
                </a:lnTo>
                <a:lnTo>
                  <a:pt x="182828" y="107328"/>
                </a:lnTo>
                <a:lnTo>
                  <a:pt x="144509" y="107328"/>
                </a:lnTo>
                <a:close/>
                <a:moveTo>
                  <a:pt x="675975" y="105848"/>
                </a:moveTo>
                <a:lnTo>
                  <a:pt x="708463" y="105848"/>
                </a:lnTo>
                <a:lnTo>
                  <a:pt x="708463" y="108068"/>
                </a:lnTo>
                <a:lnTo>
                  <a:pt x="675975" y="108068"/>
                </a:lnTo>
                <a:close/>
                <a:moveTo>
                  <a:pt x="730955" y="107328"/>
                </a:moveTo>
                <a:lnTo>
                  <a:pt x="760527" y="107328"/>
                </a:lnTo>
                <a:lnTo>
                  <a:pt x="760527" y="108068"/>
                </a:lnTo>
                <a:lnTo>
                  <a:pt x="730955" y="108068"/>
                </a:lnTo>
                <a:close/>
                <a:moveTo>
                  <a:pt x="324025" y="107328"/>
                </a:moveTo>
                <a:lnTo>
                  <a:pt x="396497" y="107328"/>
                </a:lnTo>
                <a:lnTo>
                  <a:pt x="396497" y="108068"/>
                </a:lnTo>
                <a:lnTo>
                  <a:pt x="324025" y="108068"/>
                </a:lnTo>
                <a:close/>
                <a:moveTo>
                  <a:pt x="543942" y="107328"/>
                </a:moveTo>
                <a:lnTo>
                  <a:pt x="606002" y="107328"/>
                </a:lnTo>
                <a:lnTo>
                  <a:pt x="606002" y="108068"/>
                </a:lnTo>
                <a:lnTo>
                  <a:pt x="543942" y="108068"/>
                </a:lnTo>
                <a:close/>
                <a:moveTo>
                  <a:pt x="860073" y="107328"/>
                </a:moveTo>
                <a:lnTo>
                  <a:pt x="893393" y="107328"/>
                </a:lnTo>
                <a:lnTo>
                  <a:pt x="893393" y="108068"/>
                </a:lnTo>
                <a:lnTo>
                  <a:pt x="860073" y="108068"/>
                </a:lnTo>
                <a:close/>
                <a:moveTo>
                  <a:pt x="217815" y="107328"/>
                </a:moveTo>
                <a:lnTo>
                  <a:pt x="251135" y="107328"/>
                </a:lnTo>
                <a:lnTo>
                  <a:pt x="251135" y="108068"/>
                </a:lnTo>
                <a:lnTo>
                  <a:pt x="217815" y="108068"/>
                </a:lnTo>
                <a:close/>
                <a:moveTo>
                  <a:pt x="324025" y="108068"/>
                </a:moveTo>
                <a:lnTo>
                  <a:pt x="396914" y="108068"/>
                </a:lnTo>
                <a:lnTo>
                  <a:pt x="396914" y="108808"/>
                </a:lnTo>
                <a:lnTo>
                  <a:pt x="324025" y="108808"/>
                </a:lnTo>
                <a:close/>
                <a:moveTo>
                  <a:pt x="786350" y="107328"/>
                </a:moveTo>
                <a:lnTo>
                  <a:pt x="825086" y="107328"/>
                </a:lnTo>
                <a:lnTo>
                  <a:pt x="825086" y="108808"/>
                </a:lnTo>
                <a:lnTo>
                  <a:pt x="786350" y="108808"/>
                </a:lnTo>
                <a:close/>
                <a:moveTo>
                  <a:pt x="144092" y="107328"/>
                </a:moveTo>
                <a:lnTo>
                  <a:pt x="182828" y="107328"/>
                </a:lnTo>
                <a:lnTo>
                  <a:pt x="182828" y="108808"/>
                </a:lnTo>
                <a:lnTo>
                  <a:pt x="144092" y="108808"/>
                </a:lnTo>
                <a:close/>
                <a:moveTo>
                  <a:pt x="543525" y="108068"/>
                </a:moveTo>
                <a:lnTo>
                  <a:pt x="606835" y="108068"/>
                </a:lnTo>
                <a:lnTo>
                  <a:pt x="606835" y="108808"/>
                </a:lnTo>
                <a:lnTo>
                  <a:pt x="543525" y="108808"/>
                </a:lnTo>
                <a:close/>
                <a:moveTo>
                  <a:pt x="144092" y="108808"/>
                </a:moveTo>
                <a:lnTo>
                  <a:pt x="183244" y="108808"/>
                </a:lnTo>
                <a:lnTo>
                  <a:pt x="183244" y="109548"/>
                </a:lnTo>
                <a:lnTo>
                  <a:pt x="144092" y="109548"/>
                </a:lnTo>
                <a:close/>
                <a:moveTo>
                  <a:pt x="786350" y="108808"/>
                </a:moveTo>
                <a:lnTo>
                  <a:pt x="825502" y="108808"/>
                </a:lnTo>
                <a:lnTo>
                  <a:pt x="825502" y="109548"/>
                </a:lnTo>
                <a:lnTo>
                  <a:pt x="786350" y="109548"/>
                </a:lnTo>
                <a:close/>
                <a:moveTo>
                  <a:pt x="217815" y="108068"/>
                </a:moveTo>
                <a:lnTo>
                  <a:pt x="251552" y="108068"/>
                </a:lnTo>
                <a:lnTo>
                  <a:pt x="251552" y="109548"/>
                </a:lnTo>
                <a:lnTo>
                  <a:pt x="217815" y="109548"/>
                </a:lnTo>
                <a:close/>
                <a:moveTo>
                  <a:pt x="860073" y="108068"/>
                </a:moveTo>
                <a:lnTo>
                  <a:pt x="893810" y="108068"/>
                </a:lnTo>
                <a:lnTo>
                  <a:pt x="893810" y="109548"/>
                </a:lnTo>
                <a:lnTo>
                  <a:pt x="860073" y="109548"/>
                </a:lnTo>
                <a:close/>
                <a:moveTo>
                  <a:pt x="542692" y="108808"/>
                </a:moveTo>
                <a:lnTo>
                  <a:pt x="607251" y="108808"/>
                </a:lnTo>
                <a:lnTo>
                  <a:pt x="607251" y="109548"/>
                </a:lnTo>
                <a:lnTo>
                  <a:pt x="542692" y="109548"/>
                </a:lnTo>
                <a:close/>
                <a:moveTo>
                  <a:pt x="324025" y="108808"/>
                </a:moveTo>
                <a:lnTo>
                  <a:pt x="397330" y="108808"/>
                </a:lnTo>
                <a:lnTo>
                  <a:pt x="397330" y="109548"/>
                </a:lnTo>
                <a:lnTo>
                  <a:pt x="324025" y="109548"/>
                </a:lnTo>
                <a:close/>
                <a:moveTo>
                  <a:pt x="542276" y="109548"/>
                </a:moveTo>
                <a:lnTo>
                  <a:pt x="607668" y="109548"/>
                </a:lnTo>
                <a:lnTo>
                  <a:pt x="607668" y="110289"/>
                </a:lnTo>
                <a:lnTo>
                  <a:pt x="542276" y="110289"/>
                </a:lnTo>
                <a:close/>
                <a:moveTo>
                  <a:pt x="324025" y="109548"/>
                </a:moveTo>
                <a:lnTo>
                  <a:pt x="398163" y="109548"/>
                </a:lnTo>
                <a:lnTo>
                  <a:pt x="398163" y="110289"/>
                </a:lnTo>
                <a:lnTo>
                  <a:pt x="324025" y="110289"/>
                </a:lnTo>
                <a:close/>
                <a:moveTo>
                  <a:pt x="624328" y="107328"/>
                </a:moveTo>
                <a:lnTo>
                  <a:pt x="653484" y="107328"/>
                </a:lnTo>
                <a:lnTo>
                  <a:pt x="653484" y="110289"/>
                </a:lnTo>
                <a:lnTo>
                  <a:pt x="624328" y="110289"/>
                </a:lnTo>
                <a:close/>
                <a:moveTo>
                  <a:pt x="860073" y="109548"/>
                </a:moveTo>
                <a:lnTo>
                  <a:pt x="894227" y="109548"/>
                </a:lnTo>
                <a:lnTo>
                  <a:pt x="894227" y="111029"/>
                </a:lnTo>
                <a:lnTo>
                  <a:pt x="860073" y="111029"/>
                </a:lnTo>
                <a:close/>
                <a:moveTo>
                  <a:pt x="217815" y="109548"/>
                </a:moveTo>
                <a:lnTo>
                  <a:pt x="251968" y="109548"/>
                </a:lnTo>
                <a:lnTo>
                  <a:pt x="251968" y="111029"/>
                </a:lnTo>
                <a:lnTo>
                  <a:pt x="217815" y="111029"/>
                </a:lnTo>
                <a:close/>
                <a:moveTo>
                  <a:pt x="143676" y="109548"/>
                </a:moveTo>
                <a:lnTo>
                  <a:pt x="183244" y="109548"/>
                </a:lnTo>
                <a:lnTo>
                  <a:pt x="183244" y="111029"/>
                </a:lnTo>
                <a:lnTo>
                  <a:pt x="143676" y="111029"/>
                </a:lnTo>
                <a:close/>
                <a:moveTo>
                  <a:pt x="785934" y="109548"/>
                </a:moveTo>
                <a:lnTo>
                  <a:pt x="825502" y="109548"/>
                </a:lnTo>
                <a:lnTo>
                  <a:pt x="825502" y="111029"/>
                </a:lnTo>
                <a:lnTo>
                  <a:pt x="785934" y="111029"/>
                </a:lnTo>
                <a:close/>
                <a:moveTo>
                  <a:pt x="730955" y="108068"/>
                </a:moveTo>
                <a:lnTo>
                  <a:pt x="760110" y="108068"/>
                </a:lnTo>
                <a:lnTo>
                  <a:pt x="760110" y="111029"/>
                </a:lnTo>
                <a:lnTo>
                  <a:pt x="730955" y="111029"/>
                </a:lnTo>
                <a:close/>
                <a:moveTo>
                  <a:pt x="624328" y="110289"/>
                </a:moveTo>
                <a:lnTo>
                  <a:pt x="653900" y="110289"/>
                </a:lnTo>
                <a:lnTo>
                  <a:pt x="653900" y="111029"/>
                </a:lnTo>
                <a:lnTo>
                  <a:pt x="624328" y="111029"/>
                </a:lnTo>
                <a:close/>
                <a:moveTo>
                  <a:pt x="675559" y="108068"/>
                </a:moveTo>
                <a:lnTo>
                  <a:pt x="708880" y="108068"/>
                </a:lnTo>
                <a:lnTo>
                  <a:pt x="708880" y="111029"/>
                </a:lnTo>
                <a:lnTo>
                  <a:pt x="675559" y="111029"/>
                </a:lnTo>
                <a:close/>
                <a:moveTo>
                  <a:pt x="324025" y="110289"/>
                </a:moveTo>
                <a:lnTo>
                  <a:pt x="398580" y="110289"/>
                </a:lnTo>
                <a:lnTo>
                  <a:pt x="398580" y="111029"/>
                </a:lnTo>
                <a:lnTo>
                  <a:pt x="324025" y="111029"/>
                </a:lnTo>
                <a:close/>
                <a:moveTo>
                  <a:pt x="541859" y="110289"/>
                </a:moveTo>
                <a:lnTo>
                  <a:pt x="608501" y="110289"/>
                </a:lnTo>
                <a:lnTo>
                  <a:pt x="608501" y="111029"/>
                </a:lnTo>
                <a:lnTo>
                  <a:pt x="541859" y="111029"/>
                </a:lnTo>
                <a:close/>
                <a:moveTo>
                  <a:pt x="143676" y="111029"/>
                </a:moveTo>
                <a:lnTo>
                  <a:pt x="183661" y="111029"/>
                </a:lnTo>
                <a:lnTo>
                  <a:pt x="183661" y="111769"/>
                </a:lnTo>
                <a:lnTo>
                  <a:pt x="143676" y="111769"/>
                </a:lnTo>
                <a:close/>
                <a:moveTo>
                  <a:pt x="541026" y="111029"/>
                </a:moveTo>
                <a:lnTo>
                  <a:pt x="608917" y="111029"/>
                </a:lnTo>
                <a:lnTo>
                  <a:pt x="608917" y="111769"/>
                </a:lnTo>
                <a:lnTo>
                  <a:pt x="541026" y="111769"/>
                </a:lnTo>
                <a:close/>
                <a:moveTo>
                  <a:pt x="324025" y="111029"/>
                </a:moveTo>
                <a:lnTo>
                  <a:pt x="398996" y="111029"/>
                </a:lnTo>
                <a:lnTo>
                  <a:pt x="398996" y="111769"/>
                </a:lnTo>
                <a:lnTo>
                  <a:pt x="324025" y="111769"/>
                </a:lnTo>
                <a:close/>
                <a:moveTo>
                  <a:pt x="217815" y="111029"/>
                </a:moveTo>
                <a:lnTo>
                  <a:pt x="252385" y="111029"/>
                </a:lnTo>
                <a:lnTo>
                  <a:pt x="252385" y="111769"/>
                </a:lnTo>
                <a:lnTo>
                  <a:pt x="217815" y="111769"/>
                </a:lnTo>
                <a:close/>
                <a:moveTo>
                  <a:pt x="860073" y="111029"/>
                </a:moveTo>
                <a:lnTo>
                  <a:pt x="894643" y="111029"/>
                </a:lnTo>
                <a:lnTo>
                  <a:pt x="894643" y="111769"/>
                </a:lnTo>
                <a:lnTo>
                  <a:pt x="860073" y="111769"/>
                </a:lnTo>
                <a:close/>
                <a:moveTo>
                  <a:pt x="730955" y="111029"/>
                </a:moveTo>
                <a:lnTo>
                  <a:pt x="759694" y="111029"/>
                </a:lnTo>
                <a:lnTo>
                  <a:pt x="759694" y="111769"/>
                </a:lnTo>
                <a:lnTo>
                  <a:pt x="730955" y="111769"/>
                </a:lnTo>
                <a:close/>
                <a:moveTo>
                  <a:pt x="785934" y="111029"/>
                </a:moveTo>
                <a:lnTo>
                  <a:pt x="825919" y="111029"/>
                </a:lnTo>
                <a:lnTo>
                  <a:pt x="825919" y="111769"/>
                </a:lnTo>
                <a:lnTo>
                  <a:pt x="785934" y="111769"/>
                </a:lnTo>
                <a:close/>
                <a:moveTo>
                  <a:pt x="540610" y="111769"/>
                </a:moveTo>
                <a:lnTo>
                  <a:pt x="609334" y="111769"/>
                </a:lnTo>
                <a:lnTo>
                  <a:pt x="609334" y="112509"/>
                </a:lnTo>
                <a:lnTo>
                  <a:pt x="540610" y="112509"/>
                </a:lnTo>
                <a:close/>
                <a:moveTo>
                  <a:pt x="860073" y="111769"/>
                </a:moveTo>
                <a:lnTo>
                  <a:pt x="895060" y="111769"/>
                </a:lnTo>
                <a:lnTo>
                  <a:pt x="895060" y="112509"/>
                </a:lnTo>
                <a:lnTo>
                  <a:pt x="860073" y="112509"/>
                </a:lnTo>
                <a:close/>
                <a:moveTo>
                  <a:pt x="324025" y="111769"/>
                </a:moveTo>
                <a:lnTo>
                  <a:pt x="399829" y="111769"/>
                </a:lnTo>
                <a:lnTo>
                  <a:pt x="399829" y="112509"/>
                </a:lnTo>
                <a:lnTo>
                  <a:pt x="324025" y="112509"/>
                </a:lnTo>
                <a:close/>
                <a:moveTo>
                  <a:pt x="540193" y="112509"/>
                </a:moveTo>
                <a:lnTo>
                  <a:pt x="610167" y="112509"/>
                </a:lnTo>
                <a:lnTo>
                  <a:pt x="610167" y="113249"/>
                </a:lnTo>
                <a:lnTo>
                  <a:pt x="540193" y="113249"/>
                </a:lnTo>
                <a:close/>
                <a:moveTo>
                  <a:pt x="785517" y="111769"/>
                </a:moveTo>
                <a:lnTo>
                  <a:pt x="825919" y="111769"/>
                </a:lnTo>
                <a:lnTo>
                  <a:pt x="825919" y="113249"/>
                </a:lnTo>
                <a:lnTo>
                  <a:pt x="785517" y="113249"/>
                </a:lnTo>
                <a:close/>
                <a:moveTo>
                  <a:pt x="143259" y="111769"/>
                </a:moveTo>
                <a:lnTo>
                  <a:pt x="183661" y="111769"/>
                </a:lnTo>
                <a:lnTo>
                  <a:pt x="183661" y="113249"/>
                </a:lnTo>
                <a:lnTo>
                  <a:pt x="143259" y="113249"/>
                </a:lnTo>
                <a:close/>
                <a:moveTo>
                  <a:pt x="324025" y="112509"/>
                </a:moveTo>
                <a:lnTo>
                  <a:pt x="400246" y="112509"/>
                </a:lnTo>
                <a:lnTo>
                  <a:pt x="400246" y="113249"/>
                </a:lnTo>
                <a:lnTo>
                  <a:pt x="324025" y="113249"/>
                </a:lnTo>
                <a:close/>
                <a:moveTo>
                  <a:pt x="217815" y="111769"/>
                </a:moveTo>
                <a:lnTo>
                  <a:pt x="252801" y="111769"/>
                </a:lnTo>
                <a:lnTo>
                  <a:pt x="252801" y="113249"/>
                </a:lnTo>
                <a:lnTo>
                  <a:pt x="217815" y="113249"/>
                </a:lnTo>
                <a:close/>
                <a:moveTo>
                  <a:pt x="143259" y="113249"/>
                </a:moveTo>
                <a:lnTo>
                  <a:pt x="184077" y="113249"/>
                </a:lnTo>
                <a:lnTo>
                  <a:pt x="184077" y="113990"/>
                </a:lnTo>
                <a:lnTo>
                  <a:pt x="143259" y="113990"/>
                </a:lnTo>
                <a:close/>
                <a:moveTo>
                  <a:pt x="785517" y="113249"/>
                </a:moveTo>
                <a:lnTo>
                  <a:pt x="826335" y="113249"/>
                </a:lnTo>
                <a:lnTo>
                  <a:pt x="826335" y="113990"/>
                </a:lnTo>
                <a:lnTo>
                  <a:pt x="785517" y="113990"/>
                </a:lnTo>
                <a:close/>
                <a:moveTo>
                  <a:pt x="860073" y="112509"/>
                </a:moveTo>
                <a:lnTo>
                  <a:pt x="895476" y="112509"/>
                </a:lnTo>
                <a:lnTo>
                  <a:pt x="895476" y="113990"/>
                </a:lnTo>
                <a:lnTo>
                  <a:pt x="860073" y="113990"/>
                </a:lnTo>
                <a:close/>
                <a:moveTo>
                  <a:pt x="324025" y="113249"/>
                </a:moveTo>
                <a:lnTo>
                  <a:pt x="400662" y="113249"/>
                </a:lnTo>
                <a:lnTo>
                  <a:pt x="400662" y="113990"/>
                </a:lnTo>
                <a:lnTo>
                  <a:pt x="324025" y="113990"/>
                </a:lnTo>
                <a:close/>
                <a:moveTo>
                  <a:pt x="217815" y="113249"/>
                </a:moveTo>
                <a:lnTo>
                  <a:pt x="253218" y="113249"/>
                </a:lnTo>
                <a:lnTo>
                  <a:pt x="253218" y="113990"/>
                </a:lnTo>
                <a:lnTo>
                  <a:pt x="217815" y="113990"/>
                </a:lnTo>
                <a:close/>
                <a:moveTo>
                  <a:pt x="539777" y="113249"/>
                </a:moveTo>
                <a:lnTo>
                  <a:pt x="610167" y="113249"/>
                </a:lnTo>
                <a:lnTo>
                  <a:pt x="610167" y="113990"/>
                </a:lnTo>
                <a:lnTo>
                  <a:pt x="539777" y="113990"/>
                </a:lnTo>
                <a:close/>
                <a:moveTo>
                  <a:pt x="675142" y="111029"/>
                </a:moveTo>
                <a:lnTo>
                  <a:pt x="709296" y="111029"/>
                </a:lnTo>
                <a:lnTo>
                  <a:pt x="709296" y="113990"/>
                </a:lnTo>
                <a:lnTo>
                  <a:pt x="675142" y="113990"/>
                </a:lnTo>
                <a:close/>
                <a:moveTo>
                  <a:pt x="624745" y="111029"/>
                </a:moveTo>
                <a:lnTo>
                  <a:pt x="653900" y="111029"/>
                </a:lnTo>
                <a:lnTo>
                  <a:pt x="653900" y="114730"/>
                </a:lnTo>
                <a:lnTo>
                  <a:pt x="624745" y="114730"/>
                </a:lnTo>
                <a:close/>
                <a:moveTo>
                  <a:pt x="324025" y="113990"/>
                </a:moveTo>
                <a:lnTo>
                  <a:pt x="401079" y="113990"/>
                </a:lnTo>
                <a:lnTo>
                  <a:pt x="401079" y="114730"/>
                </a:lnTo>
                <a:lnTo>
                  <a:pt x="324025" y="114730"/>
                </a:lnTo>
                <a:close/>
                <a:moveTo>
                  <a:pt x="730538" y="111769"/>
                </a:moveTo>
                <a:lnTo>
                  <a:pt x="759694" y="111769"/>
                </a:lnTo>
                <a:lnTo>
                  <a:pt x="759694" y="114730"/>
                </a:lnTo>
                <a:lnTo>
                  <a:pt x="730538" y="114730"/>
                </a:lnTo>
                <a:close/>
                <a:moveTo>
                  <a:pt x="539360" y="113990"/>
                </a:moveTo>
                <a:lnTo>
                  <a:pt x="611000" y="113990"/>
                </a:lnTo>
                <a:lnTo>
                  <a:pt x="611000" y="114730"/>
                </a:lnTo>
                <a:lnTo>
                  <a:pt x="539360" y="114730"/>
                </a:lnTo>
                <a:close/>
                <a:moveTo>
                  <a:pt x="142843" y="113990"/>
                </a:moveTo>
                <a:lnTo>
                  <a:pt x="184077" y="113990"/>
                </a:lnTo>
                <a:lnTo>
                  <a:pt x="184077" y="115470"/>
                </a:lnTo>
                <a:lnTo>
                  <a:pt x="142843" y="115470"/>
                </a:lnTo>
                <a:close/>
                <a:moveTo>
                  <a:pt x="538527" y="114730"/>
                </a:moveTo>
                <a:lnTo>
                  <a:pt x="611416" y="114730"/>
                </a:lnTo>
                <a:lnTo>
                  <a:pt x="611416" y="115470"/>
                </a:lnTo>
                <a:lnTo>
                  <a:pt x="538527" y="115470"/>
                </a:lnTo>
                <a:close/>
                <a:moveTo>
                  <a:pt x="860073" y="113990"/>
                </a:moveTo>
                <a:lnTo>
                  <a:pt x="895893" y="113990"/>
                </a:lnTo>
                <a:lnTo>
                  <a:pt x="895893" y="115470"/>
                </a:lnTo>
                <a:lnTo>
                  <a:pt x="860073" y="115470"/>
                </a:lnTo>
                <a:close/>
                <a:moveTo>
                  <a:pt x="324025" y="114730"/>
                </a:moveTo>
                <a:lnTo>
                  <a:pt x="401495" y="114730"/>
                </a:lnTo>
                <a:lnTo>
                  <a:pt x="401495" y="115470"/>
                </a:lnTo>
                <a:lnTo>
                  <a:pt x="324025" y="115470"/>
                </a:lnTo>
                <a:close/>
                <a:moveTo>
                  <a:pt x="217815" y="113990"/>
                </a:moveTo>
                <a:lnTo>
                  <a:pt x="253634" y="113990"/>
                </a:lnTo>
                <a:lnTo>
                  <a:pt x="253634" y="115470"/>
                </a:lnTo>
                <a:lnTo>
                  <a:pt x="217815" y="115470"/>
                </a:lnTo>
                <a:close/>
                <a:moveTo>
                  <a:pt x="785101" y="113990"/>
                </a:moveTo>
                <a:lnTo>
                  <a:pt x="826335" y="113990"/>
                </a:lnTo>
                <a:lnTo>
                  <a:pt x="826335" y="115470"/>
                </a:lnTo>
                <a:lnTo>
                  <a:pt x="785101" y="115470"/>
                </a:lnTo>
                <a:close/>
                <a:moveTo>
                  <a:pt x="142843" y="115470"/>
                </a:moveTo>
                <a:lnTo>
                  <a:pt x="184494" y="115470"/>
                </a:lnTo>
                <a:lnTo>
                  <a:pt x="184494" y="116210"/>
                </a:lnTo>
                <a:lnTo>
                  <a:pt x="142843" y="116210"/>
                </a:lnTo>
                <a:close/>
                <a:moveTo>
                  <a:pt x="324025" y="115470"/>
                </a:moveTo>
                <a:lnTo>
                  <a:pt x="401912" y="115470"/>
                </a:lnTo>
                <a:lnTo>
                  <a:pt x="401912" y="116210"/>
                </a:lnTo>
                <a:lnTo>
                  <a:pt x="324025" y="116210"/>
                </a:lnTo>
                <a:close/>
                <a:moveTo>
                  <a:pt x="538111" y="115470"/>
                </a:moveTo>
                <a:lnTo>
                  <a:pt x="611833" y="115470"/>
                </a:lnTo>
                <a:lnTo>
                  <a:pt x="611833" y="116210"/>
                </a:lnTo>
                <a:lnTo>
                  <a:pt x="538111" y="116210"/>
                </a:lnTo>
                <a:close/>
                <a:moveTo>
                  <a:pt x="730538" y="114730"/>
                </a:moveTo>
                <a:lnTo>
                  <a:pt x="759277" y="114730"/>
                </a:lnTo>
                <a:lnTo>
                  <a:pt x="759277" y="116210"/>
                </a:lnTo>
                <a:lnTo>
                  <a:pt x="730538" y="116210"/>
                </a:lnTo>
                <a:close/>
                <a:moveTo>
                  <a:pt x="785101" y="115470"/>
                </a:moveTo>
                <a:lnTo>
                  <a:pt x="826752" y="115470"/>
                </a:lnTo>
                <a:lnTo>
                  <a:pt x="826752" y="116210"/>
                </a:lnTo>
                <a:lnTo>
                  <a:pt x="785101" y="116210"/>
                </a:lnTo>
                <a:close/>
                <a:moveTo>
                  <a:pt x="860073" y="115470"/>
                </a:moveTo>
                <a:lnTo>
                  <a:pt x="896309" y="115470"/>
                </a:lnTo>
                <a:lnTo>
                  <a:pt x="896309" y="116210"/>
                </a:lnTo>
                <a:lnTo>
                  <a:pt x="860073" y="116210"/>
                </a:lnTo>
                <a:close/>
                <a:moveTo>
                  <a:pt x="217815" y="115470"/>
                </a:moveTo>
                <a:lnTo>
                  <a:pt x="254051" y="115470"/>
                </a:lnTo>
                <a:lnTo>
                  <a:pt x="254051" y="116210"/>
                </a:lnTo>
                <a:lnTo>
                  <a:pt x="217815" y="116210"/>
                </a:lnTo>
                <a:close/>
                <a:moveTo>
                  <a:pt x="674726" y="113990"/>
                </a:moveTo>
                <a:lnTo>
                  <a:pt x="709713" y="113990"/>
                </a:lnTo>
                <a:lnTo>
                  <a:pt x="709713" y="116210"/>
                </a:lnTo>
                <a:lnTo>
                  <a:pt x="674726" y="116210"/>
                </a:lnTo>
                <a:close/>
                <a:moveTo>
                  <a:pt x="324025" y="116210"/>
                </a:moveTo>
                <a:lnTo>
                  <a:pt x="402328" y="116210"/>
                </a:lnTo>
                <a:lnTo>
                  <a:pt x="402328" y="116950"/>
                </a:lnTo>
                <a:lnTo>
                  <a:pt x="324025" y="116950"/>
                </a:lnTo>
                <a:close/>
                <a:moveTo>
                  <a:pt x="674726" y="116210"/>
                </a:moveTo>
                <a:lnTo>
                  <a:pt x="710129" y="116210"/>
                </a:lnTo>
                <a:lnTo>
                  <a:pt x="710129" y="116950"/>
                </a:lnTo>
                <a:lnTo>
                  <a:pt x="674726" y="116950"/>
                </a:lnTo>
                <a:close/>
                <a:moveTo>
                  <a:pt x="538111" y="116210"/>
                </a:moveTo>
                <a:lnTo>
                  <a:pt x="612249" y="116210"/>
                </a:lnTo>
                <a:lnTo>
                  <a:pt x="612249" y="116950"/>
                </a:lnTo>
                <a:lnTo>
                  <a:pt x="538111" y="116950"/>
                </a:lnTo>
                <a:close/>
                <a:moveTo>
                  <a:pt x="217815" y="116210"/>
                </a:moveTo>
                <a:lnTo>
                  <a:pt x="254467" y="116210"/>
                </a:lnTo>
                <a:lnTo>
                  <a:pt x="254467" y="117691"/>
                </a:lnTo>
                <a:lnTo>
                  <a:pt x="217815" y="117691"/>
                </a:lnTo>
                <a:close/>
                <a:moveTo>
                  <a:pt x="860073" y="116210"/>
                </a:moveTo>
                <a:lnTo>
                  <a:pt x="896726" y="116210"/>
                </a:lnTo>
                <a:lnTo>
                  <a:pt x="896726" y="117691"/>
                </a:lnTo>
                <a:lnTo>
                  <a:pt x="860073" y="117691"/>
                </a:lnTo>
                <a:close/>
                <a:moveTo>
                  <a:pt x="784684" y="116210"/>
                </a:moveTo>
                <a:lnTo>
                  <a:pt x="826752" y="116210"/>
                </a:lnTo>
                <a:lnTo>
                  <a:pt x="826752" y="117691"/>
                </a:lnTo>
                <a:lnTo>
                  <a:pt x="784684" y="117691"/>
                </a:lnTo>
                <a:close/>
                <a:moveTo>
                  <a:pt x="537694" y="116950"/>
                </a:moveTo>
                <a:lnTo>
                  <a:pt x="612666" y="116950"/>
                </a:lnTo>
                <a:lnTo>
                  <a:pt x="612666" y="117691"/>
                </a:lnTo>
                <a:lnTo>
                  <a:pt x="537694" y="117691"/>
                </a:lnTo>
                <a:close/>
                <a:moveTo>
                  <a:pt x="142426" y="116210"/>
                </a:moveTo>
                <a:lnTo>
                  <a:pt x="184494" y="116210"/>
                </a:lnTo>
                <a:lnTo>
                  <a:pt x="184494" y="117691"/>
                </a:lnTo>
                <a:lnTo>
                  <a:pt x="142426" y="117691"/>
                </a:lnTo>
                <a:close/>
                <a:moveTo>
                  <a:pt x="324025" y="116950"/>
                </a:moveTo>
                <a:lnTo>
                  <a:pt x="402745" y="116950"/>
                </a:lnTo>
                <a:lnTo>
                  <a:pt x="402745" y="117691"/>
                </a:lnTo>
                <a:lnTo>
                  <a:pt x="324025" y="117691"/>
                </a:lnTo>
                <a:close/>
                <a:moveTo>
                  <a:pt x="217815" y="117691"/>
                </a:moveTo>
                <a:lnTo>
                  <a:pt x="254884" y="117691"/>
                </a:lnTo>
                <a:lnTo>
                  <a:pt x="254884" y="118431"/>
                </a:lnTo>
                <a:lnTo>
                  <a:pt x="217815" y="118431"/>
                </a:lnTo>
                <a:close/>
                <a:moveTo>
                  <a:pt x="784684" y="117691"/>
                </a:moveTo>
                <a:lnTo>
                  <a:pt x="827168" y="117691"/>
                </a:lnTo>
                <a:lnTo>
                  <a:pt x="827168" y="118431"/>
                </a:lnTo>
                <a:lnTo>
                  <a:pt x="784684" y="118431"/>
                </a:lnTo>
                <a:close/>
                <a:moveTo>
                  <a:pt x="324025" y="117691"/>
                </a:moveTo>
                <a:lnTo>
                  <a:pt x="403161" y="117691"/>
                </a:lnTo>
                <a:lnTo>
                  <a:pt x="403161" y="118431"/>
                </a:lnTo>
                <a:lnTo>
                  <a:pt x="324025" y="118431"/>
                </a:lnTo>
                <a:close/>
                <a:moveTo>
                  <a:pt x="625161" y="114730"/>
                </a:moveTo>
                <a:lnTo>
                  <a:pt x="654317" y="114730"/>
                </a:lnTo>
                <a:lnTo>
                  <a:pt x="654317" y="118431"/>
                </a:lnTo>
                <a:lnTo>
                  <a:pt x="625161" y="118431"/>
                </a:lnTo>
                <a:close/>
                <a:moveTo>
                  <a:pt x="860073" y="117691"/>
                </a:moveTo>
                <a:lnTo>
                  <a:pt x="897142" y="117691"/>
                </a:lnTo>
                <a:lnTo>
                  <a:pt x="897142" y="118431"/>
                </a:lnTo>
                <a:lnTo>
                  <a:pt x="860073" y="118431"/>
                </a:lnTo>
                <a:close/>
                <a:moveTo>
                  <a:pt x="730122" y="116210"/>
                </a:moveTo>
                <a:lnTo>
                  <a:pt x="759277" y="116210"/>
                </a:lnTo>
                <a:lnTo>
                  <a:pt x="759277" y="118431"/>
                </a:lnTo>
                <a:lnTo>
                  <a:pt x="730122" y="118431"/>
                </a:lnTo>
                <a:close/>
                <a:moveTo>
                  <a:pt x="537278" y="117691"/>
                </a:moveTo>
                <a:lnTo>
                  <a:pt x="613082" y="117691"/>
                </a:lnTo>
                <a:lnTo>
                  <a:pt x="613082" y="118431"/>
                </a:lnTo>
                <a:lnTo>
                  <a:pt x="537278" y="118431"/>
                </a:lnTo>
                <a:close/>
                <a:moveTo>
                  <a:pt x="142010" y="117691"/>
                </a:moveTo>
                <a:lnTo>
                  <a:pt x="184910" y="117691"/>
                </a:lnTo>
                <a:lnTo>
                  <a:pt x="184910" y="119171"/>
                </a:lnTo>
                <a:lnTo>
                  <a:pt x="142010" y="119171"/>
                </a:lnTo>
                <a:close/>
                <a:moveTo>
                  <a:pt x="324025" y="118431"/>
                </a:moveTo>
                <a:lnTo>
                  <a:pt x="403578" y="118431"/>
                </a:lnTo>
                <a:lnTo>
                  <a:pt x="403578" y="119171"/>
                </a:lnTo>
                <a:lnTo>
                  <a:pt x="324025" y="119171"/>
                </a:lnTo>
                <a:close/>
                <a:moveTo>
                  <a:pt x="536861" y="118431"/>
                </a:moveTo>
                <a:lnTo>
                  <a:pt x="613499" y="118431"/>
                </a:lnTo>
                <a:lnTo>
                  <a:pt x="613499" y="119171"/>
                </a:lnTo>
                <a:lnTo>
                  <a:pt x="536861" y="119171"/>
                </a:lnTo>
                <a:close/>
                <a:moveTo>
                  <a:pt x="784268" y="118431"/>
                </a:moveTo>
                <a:lnTo>
                  <a:pt x="827168" y="118431"/>
                </a:lnTo>
                <a:lnTo>
                  <a:pt x="827168" y="119171"/>
                </a:lnTo>
                <a:lnTo>
                  <a:pt x="784268" y="119171"/>
                </a:lnTo>
                <a:close/>
                <a:moveTo>
                  <a:pt x="625578" y="118431"/>
                </a:moveTo>
                <a:lnTo>
                  <a:pt x="654317" y="118431"/>
                </a:lnTo>
                <a:lnTo>
                  <a:pt x="654317" y="119171"/>
                </a:lnTo>
                <a:lnTo>
                  <a:pt x="625578" y="119171"/>
                </a:lnTo>
                <a:close/>
                <a:moveTo>
                  <a:pt x="674309" y="116950"/>
                </a:moveTo>
                <a:lnTo>
                  <a:pt x="710129" y="116950"/>
                </a:lnTo>
                <a:lnTo>
                  <a:pt x="710129" y="119171"/>
                </a:lnTo>
                <a:lnTo>
                  <a:pt x="674309" y="119171"/>
                </a:lnTo>
                <a:close/>
                <a:moveTo>
                  <a:pt x="536445" y="119171"/>
                </a:moveTo>
                <a:lnTo>
                  <a:pt x="613499" y="119171"/>
                </a:lnTo>
                <a:lnTo>
                  <a:pt x="613499" y="119911"/>
                </a:lnTo>
                <a:lnTo>
                  <a:pt x="536445" y="119911"/>
                </a:lnTo>
                <a:close/>
                <a:moveTo>
                  <a:pt x="674309" y="119171"/>
                </a:moveTo>
                <a:lnTo>
                  <a:pt x="710546" y="119171"/>
                </a:lnTo>
                <a:lnTo>
                  <a:pt x="710546" y="119911"/>
                </a:lnTo>
                <a:lnTo>
                  <a:pt x="674309" y="119911"/>
                </a:lnTo>
                <a:close/>
                <a:moveTo>
                  <a:pt x="730122" y="118431"/>
                </a:moveTo>
                <a:lnTo>
                  <a:pt x="758861" y="118431"/>
                </a:lnTo>
                <a:lnTo>
                  <a:pt x="758861" y="119911"/>
                </a:lnTo>
                <a:lnTo>
                  <a:pt x="730122" y="119911"/>
                </a:lnTo>
                <a:close/>
                <a:moveTo>
                  <a:pt x="217815" y="118431"/>
                </a:moveTo>
                <a:lnTo>
                  <a:pt x="255300" y="118431"/>
                </a:lnTo>
                <a:lnTo>
                  <a:pt x="255300" y="119911"/>
                </a:lnTo>
                <a:lnTo>
                  <a:pt x="217815" y="119911"/>
                </a:lnTo>
                <a:close/>
                <a:moveTo>
                  <a:pt x="860073" y="118431"/>
                </a:moveTo>
                <a:lnTo>
                  <a:pt x="897559" y="118431"/>
                </a:lnTo>
                <a:lnTo>
                  <a:pt x="897559" y="119911"/>
                </a:lnTo>
                <a:lnTo>
                  <a:pt x="860073" y="119911"/>
                </a:lnTo>
                <a:close/>
                <a:moveTo>
                  <a:pt x="142010" y="119171"/>
                </a:moveTo>
                <a:lnTo>
                  <a:pt x="185327" y="119171"/>
                </a:lnTo>
                <a:lnTo>
                  <a:pt x="185327" y="119911"/>
                </a:lnTo>
                <a:lnTo>
                  <a:pt x="142010" y="119911"/>
                </a:lnTo>
                <a:close/>
                <a:moveTo>
                  <a:pt x="784268" y="119171"/>
                </a:moveTo>
                <a:lnTo>
                  <a:pt x="827585" y="119171"/>
                </a:lnTo>
                <a:lnTo>
                  <a:pt x="827585" y="119911"/>
                </a:lnTo>
                <a:lnTo>
                  <a:pt x="784268" y="119911"/>
                </a:lnTo>
                <a:close/>
                <a:moveTo>
                  <a:pt x="324025" y="119171"/>
                </a:moveTo>
                <a:lnTo>
                  <a:pt x="403994" y="119171"/>
                </a:lnTo>
                <a:lnTo>
                  <a:pt x="403994" y="120651"/>
                </a:lnTo>
                <a:lnTo>
                  <a:pt x="324025" y="120651"/>
                </a:lnTo>
                <a:close/>
                <a:moveTo>
                  <a:pt x="536028" y="119911"/>
                </a:moveTo>
                <a:lnTo>
                  <a:pt x="613915" y="119911"/>
                </a:lnTo>
                <a:lnTo>
                  <a:pt x="613915" y="120651"/>
                </a:lnTo>
                <a:lnTo>
                  <a:pt x="536028" y="120651"/>
                </a:lnTo>
                <a:close/>
                <a:moveTo>
                  <a:pt x="535612" y="120651"/>
                </a:moveTo>
                <a:lnTo>
                  <a:pt x="614332" y="120651"/>
                </a:lnTo>
                <a:lnTo>
                  <a:pt x="614332" y="121392"/>
                </a:lnTo>
                <a:lnTo>
                  <a:pt x="535612" y="121392"/>
                </a:lnTo>
                <a:close/>
                <a:moveTo>
                  <a:pt x="217815" y="119911"/>
                </a:moveTo>
                <a:lnTo>
                  <a:pt x="255717" y="119911"/>
                </a:lnTo>
                <a:lnTo>
                  <a:pt x="255717" y="121392"/>
                </a:lnTo>
                <a:lnTo>
                  <a:pt x="217815" y="121392"/>
                </a:lnTo>
                <a:close/>
                <a:moveTo>
                  <a:pt x="860073" y="119911"/>
                </a:moveTo>
                <a:lnTo>
                  <a:pt x="897975" y="119911"/>
                </a:lnTo>
                <a:lnTo>
                  <a:pt x="897975" y="121392"/>
                </a:lnTo>
                <a:lnTo>
                  <a:pt x="860073" y="121392"/>
                </a:lnTo>
                <a:close/>
                <a:moveTo>
                  <a:pt x="324025" y="120651"/>
                </a:moveTo>
                <a:lnTo>
                  <a:pt x="404411" y="120651"/>
                </a:lnTo>
                <a:lnTo>
                  <a:pt x="404411" y="121392"/>
                </a:lnTo>
                <a:lnTo>
                  <a:pt x="324025" y="121392"/>
                </a:lnTo>
                <a:close/>
                <a:moveTo>
                  <a:pt x="141593" y="119911"/>
                </a:moveTo>
                <a:lnTo>
                  <a:pt x="185327" y="119911"/>
                </a:lnTo>
                <a:lnTo>
                  <a:pt x="185327" y="121392"/>
                </a:lnTo>
                <a:lnTo>
                  <a:pt x="141593" y="121392"/>
                </a:lnTo>
                <a:close/>
                <a:moveTo>
                  <a:pt x="783851" y="119911"/>
                </a:moveTo>
                <a:lnTo>
                  <a:pt x="827585" y="119911"/>
                </a:lnTo>
                <a:lnTo>
                  <a:pt x="827585" y="121392"/>
                </a:lnTo>
                <a:lnTo>
                  <a:pt x="783851" y="121392"/>
                </a:lnTo>
                <a:close/>
                <a:moveTo>
                  <a:pt x="535195" y="121392"/>
                </a:moveTo>
                <a:lnTo>
                  <a:pt x="614748" y="121392"/>
                </a:lnTo>
                <a:lnTo>
                  <a:pt x="614748" y="122132"/>
                </a:lnTo>
                <a:lnTo>
                  <a:pt x="535195" y="122132"/>
                </a:lnTo>
                <a:close/>
                <a:moveTo>
                  <a:pt x="217815" y="121392"/>
                </a:moveTo>
                <a:lnTo>
                  <a:pt x="256134" y="121392"/>
                </a:lnTo>
                <a:lnTo>
                  <a:pt x="256134" y="122132"/>
                </a:lnTo>
                <a:lnTo>
                  <a:pt x="217815" y="122132"/>
                </a:lnTo>
                <a:close/>
                <a:moveTo>
                  <a:pt x="625578" y="119171"/>
                </a:moveTo>
                <a:lnTo>
                  <a:pt x="654733" y="119171"/>
                </a:lnTo>
                <a:lnTo>
                  <a:pt x="654733" y="122132"/>
                </a:lnTo>
                <a:lnTo>
                  <a:pt x="625578" y="122132"/>
                </a:lnTo>
                <a:close/>
                <a:moveTo>
                  <a:pt x="324025" y="121392"/>
                </a:moveTo>
                <a:lnTo>
                  <a:pt x="404828" y="121392"/>
                </a:lnTo>
                <a:lnTo>
                  <a:pt x="404828" y="122132"/>
                </a:lnTo>
                <a:lnTo>
                  <a:pt x="324025" y="122132"/>
                </a:lnTo>
                <a:close/>
                <a:moveTo>
                  <a:pt x="729705" y="119911"/>
                </a:moveTo>
                <a:lnTo>
                  <a:pt x="758861" y="119911"/>
                </a:lnTo>
                <a:lnTo>
                  <a:pt x="758861" y="122132"/>
                </a:lnTo>
                <a:lnTo>
                  <a:pt x="729705" y="122132"/>
                </a:lnTo>
                <a:close/>
                <a:moveTo>
                  <a:pt x="783851" y="121392"/>
                </a:moveTo>
                <a:lnTo>
                  <a:pt x="828001" y="121392"/>
                </a:lnTo>
                <a:lnTo>
                  <a:pt x="828001" y="122132"/>
                </a:lnTo>
                <a:lnTo>
                  <a:pt x="783851" y="122132"/>
                </a:lnTo>
                <a:close/>
                <a:moveTo>
                  <a:pt x="673893" y="119911"/>
                </a:moveTo>
                <a:lnTo>
                  <a:pt x="710546" y="119911"/>
                </a:lnTo>
                <a:lnTo>
                  <a:pt x="710546" y="122132"/>
                </a:lnTo>
                <a:lnTo>
                  <a:pt x="673893" y="122132"/>
                </a:lnTo>
                <a:close/>
                <a:moveTo>
                  <a:pt x="141593" y="121392"/>
                </a:moveTo>
                <a:lnTo>
                  <a:pt x="185743" y="121392"/>
                </a:lnTo>
                <a:lnTo>
                  <a:pt x="185743" y="122132"/>
                </a:lnTo>
                <a:lnTo>
                  <a:pt x="141593" y="122132"/>
                </a:lnTo>
                <a:close/>
                <a:moveTo>
                  <a:pt x="860073" y="121392"/>
                </a:moveTo>
                <a:lnTo>
                  <a:pt x="898392" y="121392"/>
                </a:lnTo>
                <a:lnTo>
                  <a:pt x="898392" y="122132"/>
                </a:lnTo>
                <a:lnTo>
                  <a:pt x="860073" y="122132"/>
                </a:lnTo>
                <a:close/>
                <a:moveTo>
                  <a:pt x="673893" y="122132"/>
                </a:moveTo>
                <a:lnTo>
                  <a:pt x="710962" y="122132"/>
                </a:lnTo>
                <a:lnTo>
                  <a:pt x="710962" y="122872"/>
                </a:lnTo>
                <a:lnTo>
                  <a:pt x="673893" y="122872"/>
                </a:lnTo>
                <a:close/>
                <a:moveTo>
                  <a:pt x="217815" y="122132"/>
                </a:moveTo>
                <a:lnTo>
                  <a:pt x="256550" y="122132"/>
                </a:lnTo>
                <a:lnTo>
                  <a:pt x="256550" y="122872"/>
                </a:lnTo>
                <a:lnTo>
                  <a:pt x="217815" y="122872"/>
                </a:lnTo>
                <a:close/>
                <a:moveTo>
                  <a:pt x="625994" y="122132"/>
                </a:moveTo>
                <a:lnTo>
                  <a:pt x="654733" y="122132"/>
                </a:lnTo>
                <a:lnTo>
                  <a:pt x="654733" y="122872"/>
                </a:lnTo>
                <a:lnTo>
                  <a:pt x="625994" y="122872"/>
                </a:lnTo>
                <a:close/>
                <a:moveTo>
                  <a:pt x="534779" y="122132"/>
                </a:moveTo>
                <a:lnTo>
                  <a:pt x="615165" y="122132"/>
                </a:lnTo>
                <a:lnTo>
                  <a:pt x="615165" y="122872"/>
                </a:lnTo>
                <a:lnTo>
                  <a:pt x="534779" y="122872"/>
                </a:lnTo>
                <a:close/>
                <a:moveTo>
                  <a:pt x="534779" y="122872"/>
                </a:moveTo>
                <a:lnTo>
                  <a:pt x="615581" y="122872"/>
                </a:lnTo>
                <a:lnTo>
                  <a:pt x="615581" y="123612"/>
                </a:lnTo>
                <a:lnTo>
                  <a:pt x="534779" y="123612"/>
                </a:lnTo>
                <a:close/>
                <a:moveTo>
                  <a:pt x="860073" y="122132"/>
                </a:moveTo>
                <a:lnTo>
                  <a:pt x="898808" y="122132"/>
                </a:lnTo>
                <a:lnTo>
                  <a:pt x="898808" y="123612"/>
                </a:lnTo>
                <a:lnTo>
                  <a:pt x="860073" y="123612"/>
                </a:lnTo>
                <a:close/>
                <a:moveTo>
                  <a:pt x="141177" y="122132"/>
                </a:moveTo>
                <a:lnTo>
                  <a:pt x="185743" y="122132"/>
                </a:lnTo>
                <a:lnTo>
                  <a:pt x="185743" y="123612"/>
                </a:lnTo>
                <a:lnTo>
                  <a:pt x="141177" y="123612"/>
                </a:lnTo>
                <a:close/>
                <a:moveTo>
                  <a:pt x="783435" y="122132"/>
                </a:moveTo>
                <a:lnTo>
                  <a:pt x="828001" y="122132"/>
                </a:lnTo>
                <a:lnTo>
                  <a:pt x="828001" y="123612"/>
                </a:lnTo>
                <a:lnTo>
                  <a:pt x="783435" y="123612"/>
                </a:lnTo>
                <a:close/>
                <a:moveTo>
                  <a:pt x="324025" y="122132"/>
                </a:moveTo>
                <a:lnTo>
                  <a:pt x="405244" y="122132"/>
                </a:lnTo>
                <a:lnTo>
                  <a:pt x="405244" y="123612"/>
                </a:lnTo>
                <a:lnTo>
                  <a:pt x="324025" y="123612"/>
                </a:lnTo>
                <a:close/>
                <a:moveTo>
                  <a:pt x="534362" y="123612"/>
                </a:moveTo>
                <a:lnTo>
                  <a:pt x="615998" y="123612"/>
                </a:lnTo>
                <a:lnTo>
                  <a:pt x="615998" y="124352"/>
                </a:lnTo>
                <a:lnTo>
                  <a:pt x="534362" y="124352"/>
                </a:lnTo>
                <a:close/>
                <a:moveTo>
                  <a:pt x="860073" y="123612"/>
                </a:moveTo>
                <a:lnTo>
                  <a:pt x="899225" y="123612"/>
                </a:lnTo>
                <a:lnTo>
                  <a:pt x="899225" y="124352"/>
                </a:lnTo>
                <a:lnTo>
                  <a:pt x="860073" y="124352"/>
                </a:lnTo>
                <a:close/>
                <a:moveTo>
                  <a:pt x="729705" y="122132"/>
                </a:moveTo>
                <a:lnTo>
                  <a:pt x="758444" y="122132"/>
                </a:lnTo>
                <a:lnTo>
                  <a:pt x="758444" y="124352"/>
                </a:lnTo>
                <a:lnTo>
                  <a:pt x="729705" y="124352"/>
                </a:lnTo>
                <a:close/>
                <a:moveTo>
                  <a:pt x="141177" y="123612"/>
                </a:moveTo>
                <a:lnTo>
                  <a:pt x="186160" y="123612"/>
                </a:lnTo>
                <a:lnTo>
                  <a:pt x="186160" y="124352"/>
                </a:lnTo>
                <a:lnTo>
                  <a:pt x="141177" y="124352"/>
                </a:lnTo>
                <a:close/>
                <a:moveTo>
                  <a:pt x="217815" y="122872"/>
                </a:moveTo>
                <a:lnTo>
                  <a:pt x="256967" y="122872"/>
                </a:lnTo>
                <a:lnTo>
                  <a:pt x="256967" y="124352"/>
                </a:lnTo>
                <a:lnTo>
                  <a:pt x="217815" y="124352"/>
                </a:lnTo>
                <a:close/>
                <a:moveTo>
                  <a:pt x="324025" y="123612"/>
                </a:moveTo>
                <a:lnTo>
                  <a:pt x="405661" y="123612"/>
                </a:lnTo>
                <a:lnTo>
                  <a:pt x="405661" y="124352"/>
                </a:lnTo>
                <a:lnTo>
                  <a:pt x="324025" y="124352"/>
                </a:lnTo>
                <a:close/>
                <a:moveTo>
                  <a:pt x="783435" y="123612"/>
                </a:moveTo>
                <a:lnTo>
                  <a:pt x="828418" y="123612"/>
                </a:lnTo>
                <a:lnTo>
                  <a:pt x="828418" y="124352"/>
                </a:lnTo>
                <a:lnTo>
                  <a:pt x="783435" y="124352"/>
                </a:lnTo>
                <a:close/>
                <a:moveTo>
                  <a:pt x="533946" y="124352"/>
                </a:moveTo>
                <a:lnTo>
                  <a:pt x="615998" y="124352"/>
                </a:lnTo>
                <a:lnTo>
                  <a:pt x="615998" y="125093"/>
                </a:lnTo>
                <a:lnTo>
                  <a:pt x="533946" y="125093"/>
                </a:lnTo>
                <a:close/>
                <a:moveTo>
                  <a:pt x="625994" y="122872"/>
                </a:moveTo>
                <a:lnTo>
                  <a:pt x="655150" y="122872"/>
                </a:lnTo>
                <a:lnTo>
                  <a:pt x="655150" y="125093"/>
                </a:lnTo>
                <a:lnTo>
                  <a:pt x="625994" y="125093"/>
                </a:lnTo>
                <a:close/>
                <a:moveTo>
                  <a:pt x="673476" y="122872"/>
                </a:moveTo>
                <a:lnTo>
                  <a:pt x="710962" y="122872"/>
                </a:lnTo>
                <a:lnTo>
                  <a:pt x="710962" y="125093"/>
                </a:lnTo>
                <a:lnTo>
                  <a:pt x="673476" y="125093"/>
                </a:lnTo>
                <a:close/>
                <a:moveTo>
                  <a:pt x="217815" y="124352"/>
                </a:moveTo>
                <a:lnTo>
                  <a:pt x="257383" y="124352"/>
                </a:lnTo>
                <a:lnTo>
                  <a:pt x="257383" y="125833"/>
                </a:lnTo>
                <a:lnTo>
                  <a:pt x="217815" y="125833"/>
                </a:lnTo>
                <a:close/>
                <a:moveTo>
                  <a:pt x="860073" y="124352"/>
                </a:moveTo>
                <a:lnTo>
                  <a:pt x="899641" y="124352"/>
                </a:lnTo>
                <a:lnTo>
                  <a:pt x="899641" y="125833"/>
                </a:lnTo>
                <a:lnTo>
                  <a:pt x="860073" y="125833"/>
                </a:lnTo>
                <a:close/>
                <a:moveTo>
                  <a:pt x="324025" y="124352"/>
                </a:moveTo>
                <a:lnTo>
                  <a:pt x="406077" y="124352"/>
                </a:lnTo>
                <a:lnTo>
                  <a:pt x="406077" y="125833"/>
                </a:lnTo>
                <a:lnTo>
                  <a:pt x="324025" y="125833"/>
                </a:lnTo>
                <a:close/>
                <a:moveTo>
                  <a:pt x="783018" y="124352"/>
                </a:moveTo>
                <a:lnTo>
                  <a:pt x="828418" y="124352"/>
                </a:lnTo>
                <a:lnTo>
                  <a:pt x="828418" y="125833"/>
                </a:lnTo>
                <a:lnTo>
                  <a:pt x="783018" y="125833"/>
                </a:lnTo>
                <a:close/>
                <a:moveTo>
                  <a:pt x="533529" y="125093"/>
                </a:moveTo>
                <a:lnTo>
                  <a:pt x="616414" y="125093"/>
                </a:lnTo>
                <a:lnTo>
                  <a:pt x="616414" y="125833"/>
                </a:lnTo>
                <a:lnTo>
                  <a:pt x="533529" y="125833"/>
                </a:lnTo>
                <a:close/>
                <a:moveTo>
                  <a:pt x="673476" y="125093"/>
                </a:moveTo>
                <a:lnTo>
                  <a:pt x="711379" y="125093"/>
                </a:lnTo>
                <a:lnTo>
                  <a:pt x="711379" y="125833"/>
                </a:lnTo>
                <a:lnTo>
                  <a:pt x="673476" y="125833"/>
                </a:lnTo>
                <a:close/>
                <a:moveTo>
                  <a:pt x="729289" y="124352"/>
                </a:moveTo>
                <a:lnTo>
                  <a:pt x="758444" y="124352"/>
                </a:lnTo>
                <a:lnTo>
                  <a:pt x="758444" y="125833"/>
                </a:lnTo>
                <a:lnTo>
                  <a:pt x="729289" y="125833"/>
                </a:lnTo>
                <a:close/>
                <a:moveTo>
                  <a:pt x="140760" y="124352"/>
                </a:moveTo>
                <a:lnTo>
                  <a:pt x="186160" y="124352"/>
                </a:lnTo>
                <a:lnTo>
                  <a:pt x="186160" y="125833"/>
                </a:lnTo>
                <a:lnTo>
                  <a:pt x="140760" y="125833"/>
                </a:lnTo>
                <a:close/>
                <a:moveTo>
                  <a:pt x="783018" y="125833"/>
                </a:moveTo>
                <a:lnTo>
                  <a:pt x="828834" y="125833"/>
                </a:lnTo>
                <a:lnTo>
                  <a:pt x="828834" y="126573"/>
                </a:lnTo>
                <a:lnTo>
                  <a:pt x="783018" y="126573"/>
                </a:lnTo>
                <a:close/>
                <a:moveTo>
                  <a:pt x="860073" y="125833"/>
                </a:moveTo>
                <a:lnTo>
                  <a:pt x="900058" y="125833"/>
                </a:lnTo>
                <a:lnTo>
                  <a:pt x="900058" y="126573"/>
                </a:lnTo>
                <a:lnTo>
                  <a:pt x="860073" y="126573"/>
                </a:lnTo>
                <a:close/>
                <a:moveTo>
                  <a:pt x="140760" y="125833"/>
                </a:moveTo>
                <a:lnTo>
                  <a:pt x="186576" y="125833"/>
                </a:lnTo>
                <a:lnTo>
                  <a:pt x="186576" y="126573"/>
                </a:lnTo>
                <a:lnTo>
                  <a:pt x="140760" y="126573"/>
                </a:lnTo>
                <a:close/>
                <a:moveTo>
                  <a:pt x="217815" y="125833"/>
                </a:moveTo>
                <a:lnTo>
                  <a:pt x="257800" y="125833"/>
                </a:lnTo>
                <a:lnTo>
                  <a:pt x="257800" y="126573"/>
                </a:lnTo>
                <a:lnTo>
                  <a:pt x="217815" y="126573"/>
                </a:lnTo>
                <a:close/>
                <a:moveTo>
                  <a:pt x="324025" y="125833"/>
                </a:moveTo>
                <a:lnTo>
                  <a:pt x="406494" y="125833"/>
                </a:lnTo>
                <a:lnTo>
                  <a:pt x="406494" y="126573"/>
                </a:lnTo>
                <a:lnTo>
                  <a:pt x="324025" y="126573"/>
                </a:lnTo>
                <a:close/>
                <a:moveTo>
                  <a:pt x="533113" y="125833"/>
                </a:moveTo>
                <a:lnTo>
                  <a:pt x="616831" y="125833"/>
                </a:lnTo>
                <a:lnTo>
                  <a:pt x="616831" y="127313"/>
                </a:lnTo>
                <a:lnTo>
                  <a:pt x="533113" y="127313"/>
                </a:lnTo>
                <a:close/>
                <a:moveTo>
                  <a:pt x="626411" y="125093"/>
                </a:moveTo>
                <a:lnTo>
                  <a:pt x="655150" y="125093"/>
                </a:lnTo>
                <a:lnTo>
                  <a:pt x="655150" y="127313"/>
                </a:lnTo>
                <a:lnTo>
                  <a:pt x="626411" y="127313"/>
                </a:lnTo>
                <a:close/>
                <a:moveTo>
                  <a:pt x="140344" y="126573"/>
                </a:moveTo>
                <a:lnTo>
                  <a:pt x="186576" y="126573"/>
                </a:lnTo>
                <a:lnTo>
                  <a:pt x="186576" y="128053"/>
                </a:lnTo>
                <a:lnTo>
                  <a:pt x="140344" y="128053"/>
                </a:lnTo>
                <a:close/>
                <a:moveTo>
                  <a:pt x="532696" y="127313"/>
                </a:moveTo>
                <a:lnTo>
                  <a:pt x="617248" y="127313"/>
                </a:lnTo>
                <a:lnTo>
                  <a:pt x="617248" y="128053"/>
                </a:lnTo>
                <a:lnTo>
                  <a:pt x="532696" y="128053"/>
                </a:lnTo>
                <a:close/>
                <a:moveTo>
                  <a:pt x="217815" y="126573"/>
                </a:moveTo>
                <a:lnTo>
                  <a:pt x="258216" y="126573"/>
                </a:lnTo>
                <a:lnTo>
                  <a:pt x="258216" y="128053"/>
                </a:lnTo>
                <a:lnTo>
                  <a:pt x="217815" y="128053"/>
                </a:lnTo>
                <a:close/>
                <a:moveTo>
                  <a:pt x="860073" y="126573"/>
                </a:moveTo>
                <a:lnTo>
                  <a:pt x="900474" y="126573"/>
                </a:lnTo>
                <a:lnTo>
                  <a:pt x="900474" y="128053"/>
                </a:lnTo>
                <a:lnTo>
                  <a:pt x="860073" y="128053"/>
                </a:lnTo>
                <a:close/>
                <a:moveTo>
                  <a:pt x="673060" y="125833"/>
                </a:moveTo>
                <a:lnTo>
                  <a:pt x="711379" y="125833"/>
                </a:lnTo>
                <a:lnTo>
                  <a:pt x="711379" y="128053"/>
                </a:lnTo>
                <a:lnTo>
                  <a:pt x="673060" y="128053"/>
                </a:lnTo>
                <a:close/>
                <a:moveTo>
                  <a:pt x="324025" y="126573"/>
                </a:moveTo>
                <a:lnTo>
                  <a:pt x="406910" y="126573"/>
                </a:lnTo>
                <a:lnTo>
                  <a:pt x="406910" y="128053"/>
                </a:lnTo>
                <a:lnTo>
                  <a:pt x="324025" y="128053"/>
                </a:lnTo>
                <a:close/>
                <a:moveTo>
                  <a:pt x="782602" y="126573"/>
                </a:moveTo>
                <a:lnTo>
                  <a:pt x="828834" y="126573"/>
                </a:lnTo>
                <a:lnTo>
                  <a:pt x="828834" y="128053"/>
                </a:lnTo>
                <a:lnTo>
                  <a:pt x="782602" y="128053"/>
                </a:lnTo>
                <a:close/>
                <a:moveTo>
                  <a:pt x="729289" y="125833"/>
                </a:moveTo>
                <a:lnTo>
                  <a:pt x="758028" y="125833"/>
                </a:lnTo>
                <a:lnTo>
                  <a:pt x="758028" y="128793"/>
                </a:lnTo>
                <a:lnTo>
                  <a:pt x="729289" y="128793"/>
                </a:lnTo>
                <a:close/>
                <a:moveTo>
                  <a:pt x="626411" y="127313"/>
                </a:moveTo>
                <a:lnTo>
                  <a:pt x="655566" y="127313"/>
                </a:lnTo>
                <a:lnTo>
                  <a:pt x="655566" y="128793"/>
                </a:lnTo>
                <a:lnTo>
                  <a:pt x="626411" y="128793"/>
                </a:lnTo>
                <a:close/>
                <a:moveTo>
                  <a:pt x="860073" y="128053"/>
                </a:moveTo>
                <a:lnTo>
                  <a:pt x="900891" y="128053"/>
                </a:lnTo>
                <a:lnTo>
                  <a:pt x="900891" y="128793"/>
                </a:lnTo>
                <a:lnTo>
                  <a:pt x="860073" y="128793"/>
                </a:lnTo>
                <a:close/>
                <a:moveTo>
                  <a:pt x="324025" y="128053"/>
                </a:moveTo>
                <a:lnTo>
                  <a:pt x="407327" y="128053"/>
                </a:lnTo>
                <a:lnTo>
                  <a:pt x="407327" y="128793"/>
                </a:lnTo>
                <a:lnTo>
                  <a:pt x="324025" y="128793"/>
                </a:lnTo>
                <a:close/>
                <a:moveTo>
                  <a:pt x="673060" y="128053"/>
                </a:moveTo>
                <a:lnTo>
                  <a:pt x="711795" y="128053"/>
                </a:lnTo>
                <a:lnTo>
                  <a:pt x="711795" y="128793"/>
                </a:lnTo>
                <a:lnTo>
                  <a:pt x="673060" y="128793"/>
                </a:lnTo>
                <a:close/>
                <a:moveTo>
                  <a:pt x="532280" y="128053"/>
                </a:moveTo>
                <a:lnTo>
                  <a:pt x="617664" y="128053"/>
                </a:lnTo>
                <a:lnTo>
                  <a:pt x="617664" y="129534"/>
                </a:lnTo>
                <a:lnTo>
                  <a:pt x="532280" y="129534"/>
                </a:lnTo>
                <a:close/>
                <a:moveTo>
                  <a:pt x="217815" y="128053"/>
                </a:moveTo>
                <a:lnTo>
                  <a:pt x="258633" y="128053"/>
                </a:lnTo>
                <a:lnTo>
                  <a:pt x="258633" y="129534"/>
                </a:lnTo>
                <a:lnTo>
                  <a:pt x="217815" y="129534"/>
                </a:lnTo>
                <a:close/>
                <a:moveTo>
                  <a:pt x="728872" y="128793"/>
                </a:moveTo>
                <a:lnTo>
                  <a:pt x="758028" y="128793"/>
                </a:lnTo>
                <a:lnTo>
                  <a:pt x="758028" y="129534"/>
                </a:lnTo>
                <a:lnTo>
                  <a:pt x="728872" y="129534"/>
                </a:lnTo>
                <a:close/>
                <a:moveTo>
                  <a:pt x="324025" y="128793"/>
                </a:moveTo>
                <a:lnTo>
                  <a:pt x="407743" y="128793"/>
                </a:lnTo>
                <a:lnTo>
                  <a:pt x="407743" y="130274"/>
                </a:lnTo>
                <a:lnTo>
                  <a:pt x="324025" y="130274"/>
                </a:lnTo>
                <a:close/>
                <a:moveTo>
                  <a:pt x="531863" y="129534"/>
                </a:moveTo>
                <a:lnTo>
                  <a:pt x="618081" y="129534"/>
                </a:lnTo>
                <a:lnTo>
                  <a:pt x="618081" y="130274"/>
                </a:lnTo>
                <a:lnTo>
                  <a:pt x="531863" y="130274"/>
                </a:lnTo>
                <a:close/>
                <a:moveTo>
                  <a:pt x="139927" y="128053"/>
                </a:moveTo>
                <a:lnTo>
                  <a:pt x="186993" y="128053"/>
                </a:lnTo>
                <a:lnTo>
                  <a:pt x="186993" y="130274"/>
                </a:lnTo>
                <a:lnTo>
                  <a:pt x="139927" y="130274"/>
                </a:lnTo>
                <a:close/>
                <a:moveTo>
                  <a:pt x="782185" y="128053"/>
                </a:moveTo>
                <a:lnTo>
                  <a:pt x="829251" y="128053"/>
                </a:lnTo>
                <a:lnTo>
                  <a:pt x="829251" y="130274"/>
                </a:lnTo>
                <a:lnTo>
                  <a:pt x="782185" y="130274"/>
                </a:lnTo>
                <a:close/>
                <a:moveTo>
                  <a:pt x="860073" y="128793"/>
                </a:moveTo>
                <a:lnTo>
                  <a:pt x="901307" y="128793"/>
                </a:lnTo>
                <a:lnTo>
                  <a:pt x="901307" y="130274"/>
                </a:lnTo>
                <a:lnTo>
                  <a:pt x="860073" y="130274"/>
                </a:lnTo>
                <a:close/>
                <a:moveTo>
                  <a:pt x="217815" y="129534"/>
                </a:moveTo>
                <a:lnTo>
                  <a:pt x="259049" y="129534"/>
                </a:lnTo>
                <a:lnTo>
                  <a:pt x="259049" y="130274"/>
                </a:lnTo>
                <a:lnTo>
                  <a:pt x="217815" y="130274"/>
                </a:lnTo>
                <a:close/>
                <a:moveTo>
                  <a:pt x="626827" y="128793"/>
                </a:moveTo>
                <a:lnTo>
                  <a:pt x="655566" y="128793"/>
                </a:lnTo>
                <a:lnTo>
                  <a:pt x="655566" y="131014"/>
                </a:lnTo>
                <a:lnTo>
                  <a:pt x="626827" y="131014"/>
                </a:lnTo>
                <a:close/>
                <a:moveTo>
                  <a:pt x="672643" y="128793"/>
                </a:moveTo>
                <a:lnTo>
                  <a:pt x="711795" y="128793"/>
                </a:lnTo>
                <a:lnTo>
                  <a:pt x="711795" y="131014"/>
                </a:lnTo>
                <a:lnTo>
                  <a:pt x="672643" y="131014"/>
                </a:lnTo>
                <a:close/>
                <a:moveTo>
                  <a:pt x="782185" y="130274"/>
                </a:moveTo>
                <a:lnTo>
                  <a:pt x="829667" y="130274"/>
                </a:lnTo>
                <a:lnTo>
                  <a:pt x="829667" y="131014"/>
                </a:lnTo>
                <a:lnTo>
                  <a:pt x="782185" y="131014"/>
                </a:lnTo>
                <a:close/>
                <a:moveTo>
                  <a:pt x="531446" y="130274"/>
                </a:moveTo>
                <a:lnTo>
                  <a:pt x="618497" y="130274"/>
                </a:lnTo>
                <a:lnTo>
                  <a:pt x="618497" y="131754"/>
                </a:lnTo>
                <a:lnTo>
                  <a:pt x="531446" y="131754"/>
                </a:lnTo>
                <a:close/>
                <a:moveTo>
                  <a:pt x="217815" y="130274"/>
                </a:moveTo>
                <a:lnTo>
                  <a:pt x="259466" y="130274"/>
                </a:lnTo>
                <a:lnTo>
                  <a:pt x="259466" y="131754"/>
                </a:lnTo>
                <a:lnTo>
                  <a:pt x="217815" y="131754"/>
                </a:lnTo>
                <a:close/>
                <a:moveTo>
                  <a:pt x="781769" y="131014"/>
                </a:moveTo>
                <a:lnTo>
                  <a:pt x="829667" y="131014"/>
                </a:lnTo>
                <a:lnTo>
                  <a:pt x="829667" y="131754"/>
                </a:lnTo>
                <a:lnTo>
                  <a:pt x="781769" y="131754"/>
                </a:lnTo>
                <a:close/>
                <a:moveTo>
                  <a:pt x="860073" y="130274"/>
                </a:moveTo>
                <a:lnTo>
                  <a:pt x="901724" y="130274"/>
                </a:lnTo>
                <a:lnTo>
                  <a:pt x="901724" y="131754"/>
                </a:lnTo>
                <a:lnTo>
                  <a:pt x="860073" y="131754"/>
                </a:lnTo>
                <a:close/>
                <a:moveTo>
                  <a:pt x="324025" y="130274"/>
                </a:moveTo>
                <a:lnTo>
                  <a:pt x="408160" y="130274"/>
                </a:lnTo>
                <a:lnTo>
                  <a:pt x="408160" y="131754"/>
                </a:lnTo>
                <a:lnTo>
                  <a:pt x="324025" y="131754"/>
                </a:lnTo>
                <a:close/>
                <a:moveTo>
                  <a:pt x="139511" y="130274"/>
                </a:moveTo>
                <a:lnTo>
                  <a:pt x="187409" y="130274"/>
                </a:lnTo>
                <a:lnTo>
                  <a:pt x="187409" y="131754"/>
                </a:lnTo>
                <a:lnTo>
                  <a:pt x="139511" y="131754"/>
                </a:lnTo>
                <a:close/>
                <a:moveTo>
                  <a:pt x="531030" y="131754"/>
                </a:moveTo>
                <a:lnTo>
                  <a:pt x="618914" y="131754"/>
                </a:lnTo>
                <a:lnTo>
                  <a:pt x="618914" y="132494"/>
                </a:lnTo>
                <a:lnTo>
                  <a:pt x="531030" y="132494"/>
                </a:lnTo>
                <a:close/>
                <a:moveTo>
                  <a:pt x="860073" y="131754"/>
                </a:moveTo>
                <a:lnTo>
                  <a:pt x="902140" y="131754"/>
                </a:lnTo>
                <a:lnTo>
                  <a:pt x="902140" y="132494"/>
                </a:lnTo>
                <a:lnTo>
                  <a:pt x="860073" y="132494"/>
                </a:lnTo>
                <a:close/>
                <a:moveTo>
                  <a:pt x="139511" y="131754"/>
                </a:moveTo>
                <a:lnTo>
                  <a:pt x="187826" y="131754"/>
                </a:lnTo>
                <a:lnTo>
                  <a:pt x="187826" y="132494"/>
                </a:lnTo>
                <a:lnTo>
                  <a:pt x="139511" y="132494"/>
                </a:lnTo>
                <a:close/>
                <a:moveTo>
                  <a:pt x="217815" y="131754"/>
                </a:moveTo>
                <a:lnTo>
                  <a:pt x="259882" y="131754"/>
                </a:lnTo>
                <a:lnTo>
                  <a:pt x="259882" y="132494"/>
                </a:lnTo>
                <a:lnTo>
                  <a:pt x="217815" y="132494"/>
                </a:lnTo>
                <a:close/>
                <a:moveTo>
                  <a:pt x="324025" y="131754"/>
                </a:moveTo>
                <a:lnTo>
                  <a:pt x="408576" y="131754"/>
                </a:lnTo>
                <a:lnTo>
                  <a:pt x="408576" y="132494"/>
                </a:lnTo>
                <a:lnTo>
                  <a:pt x="324025" y="132494"/>
                </a:lnTo>
                <a:close/>
                <a:moveTo>
                  <a:pt x="626827" y="131014"/>
                </a:moveTo>
                <a:lnTo>
                  <a:pt x="655983" y="131014"/>
                </a:lnTo>
                <a:lnTo>
                  <a:pt x="655983" y="132494"/>
                </a:lnTo>
                <a:lnTo>
                  <a:pt x="626827" y="132494"/>
                </a:lnTo>
                <a:close/>
                <a:moveTo>
                  <a:pt x="781769" y="131754"/>
                </a:moveTo>
                <a:lnTo>
                  <a:pt x="830084" y="131754"/>
                </a:lnTo>
                <a:lnTo>
                  <a:pt x="830084" y="132494"/>
                </a:lnTo>
                <a:lnTo>
                  <a:pt x="781769" y="132494"/>
                </a:lnTo>
                <a:close/>
                <a:moveTo>
                  <a:pt x="728872" y="129534"/>
                </a:moveTo>
                <a:lnTo>
                  <a:pt x="757611" y="129534"/>
                </a:lnTo>
                <a:lnTo>
                  <a:pt x="757611" y="132494"/>
                </a:lnTo>
                <a:lnTo>
                  <a:pt x="728872" y="132494"/>
                </a:lnTo>
                <a:close/>
                <a:moveTo>
                  <a:pt x="672227" y="131014"/>
                </a:moveTo>
                <a:lnTo>
                  <a:pt x="712212" y="131014"/>
                </a:lnTo>
                <a:lnTo>
                  <a:pt x="712212" y="133235"/>
                </a:lnTo>
                <a:lnTo>
                  <a:pt x="672227" y="133235"/>
                </a:lnTo>
                <a:close/>
                <a:moveTo>
                  <a:pt x="531030" y="132494"/>
                </a:moveTo>
                <a:lnTo>
                  <a:pt x="619330" y="132494"/>
                </a:lnTo>
                <a:lnTo>
                  <a:pt x="619330" y="133235"/>
                </a:lnTo>
                <a:lnTo>
                  <a:pt x="531030" y="133235"/>
                </a:lnTo>
                <a:close/>
                <a:moveTo>
                  <a:pt x="139094" y="132494"/>
                </a:moveTo>
                <a:lnTo>
                  <a:pt x="187826" y="132494"/>
                </a:lnTo>
                <a:lnTo>
                  <a:pt x="187826" y="133975"/>
                </a:lnTo>
                <a:lnTo>
                  <a:pt x="139094" y="133975"/>
                </a:lnTo>
                <a:close/>
                <a:moveTo>
                  <a:pt x="672227" y="133235"/>
                </a:moveTo>
                <a:lnTo>
                  <a:pt x="712628" y="133235"/>
                </a:lnTo>
                <a:lnTo>
                  <a:pt x="712628" y="133975"/>
                </a:lnTo>
                <a:lnTo>
                  <a:pt x="672227" y="133975"/>
                </a:lnTo>
                <a:close/>
                <a:moveTo>
                  <a:pt x="324025" y="132494"/>
                </a:moveTo>
                <a:lnTo>
                  <a:pt x="408993" y="132494"/>
                </a:lnTo>
                <a:lnTo>
                  <a:pt x="408993" y="133975"/>
                </a:lnTo>
                <a:lnTo>
                  <a:pt x="324025" y="133975"/>
                </a:lnTo>
                <a:close/>
                <a:moveTo>
                  <a:pt x="781352" y="132494"/>
                </a:moveTo>
                <a:lnTo>
                  <a:pt x="830084" y="132494"/>
                </a:lnTo>
                <a:lnTo>
                  <a:pt x="830084" y="133975"/>
                </a:lnTo>
                <a:lnTo>
                  <a:pt x="781352" y="133975"/>
                </a:lnTo>
                <a:close/>
                <a:moveTo>
                  <a:pt x="530613" y="133235"/>
                </a:moveTo>
                <a:lnTo>
                  <a:pt x="619330" y="133235"/>
                </a:lnTo>
                <a:lnTo>
                  <a:pt x="619330" y="133975"/>
                </a:lnTo>
                <a:lnTo>
                  <a:pt x="530613" y="133975"/>
                </a:lnTo>
                <a:close/>
                <a:moveTo>
                  <a:pt x="217815" y="132494"/>
                </a:moveTo>
                <a:lnTo>
                  <a:pt x="260299" y="132494"/>
                </a:lnTo>
                <a:lnTo>
                  <a:pt x="260299" y="133975"/>
                </a:lnTo>
                <a:lnTo>
                  <a:pt x="217815" y="133975"/>
                </a:lnTo>
                <a:close/>
                <a:moveTo>
                  <a:pt x="860073" y="132494"/>
                </a:moveTo>
                <a:lnTo>
                  <a:pt x="902557" y="132494"/>
                </a:lnTo>
                <a:lnTo>
                  <a:pt x="902557" y="133975"/>
                </a:lnTo>
                <a:lnTo>
                  <a:pt x="860073" y="133975"/>
                </a:lnTo>
                <a:close/>
                <a:moveTo>
                  <a:pt x="781352" y="133975"/>
                </a:moveTo>
                <a:lnTo>
                  <a:pt x="830501" y="133975"/>
                </a:lnTo>
                <a:lnTo>
                  <a:pt x="830501" y="134715"/>
                </a:lnTo>
                <a:lnTo>
                  <a:pt x="781352" y="134715"/>
                </a:lnTo>
                <a:close/>
                <a:moveTo>
                  <a:pt x="139094" y="133975"/>
                </a:moveTo>
                <a:lnTo>
                  <a:pt x="188242" y="133975"/>
                </a:lnTo>
                <a:lnTo>
                  <a:pt x="188242" y="134715"/>
                </a:lnTo>
                <a:lnTo>
                  <a:pt x="139094" y="134715"/>
                </a:lnTo>
                <a:close/>
                <a:moveTo>
                  <a:pt x="217815" y="133975"/>
                </a:moveTo>
                <a:lnTo>
                  <a:pt x="260715" y="133975"/>
                </a:lnTo>
                <a:lnTo>
                  <a:pt x="260715" y="134715"/>
                </a:lnTo>
                <a:lnTo>
                  <a:pt x="217815" y="134715"/>
                </a:lnTo>
                <a:close/>
                <a:moveTo>
                  <a:pt x="860073" y="133975"/>
                </a:moveTo>
                <a:lnTo>
                  <a:pt x="902973" y="133975"/>
                </a:lnTo>
                <a:lnTo>
                  <a:pt x="902973" y="134715"/>
                </a:lnTo>
                <a:lnTo>
                  <a:pt x="860073" y="134715"/>
                </a:lnTo>
                <a:close/>
                <a:moveTo>
                  <a:pt x="627244" y="132494"/>
                </a:moveTo>
                <a:lnTo>
                  <a:pt x="655983" y="132494"/>
                </a:lnTo>
                <a:lnTo>
                  <a:pt x="655983" y="135455"/>
                </a:lnTo>
                <a:lnTo>
                  <a:pt x="627244" y="135455"/>
                </a:lnTo>
                <a:close/>
                <a:moveTo>
                  <a:pt x="530197" y="133975"/>
                </a:moveTo>
                <a:lnTo>
                  <a:pt x="619747" y="133975"/>
                </a:lnTo>
                <a:lnTo>
                  <a:pt x="619747" y="135455"/>
                </a:lnTo>
                <a:lnTo>
                  <a:pt x="530197" y="135455"/>
                </a:lnTo>
                <a:close/>
                <a:moveTo>
                  <a:pt x="671810" y="133975"/>
                </a:moveTo>
                <a:lnTo>
                  <a:pt x="712628" y="133975"/>
                </a:lnTo>
                <a:lnTo>
                  <a:pt x="712628" y="136195"/>
                </a:lnTo>
                <a:lnTo>
                  <a:pt x="671810" y="136195"/>
                </a:lnTo>
                <a:close/>
                <a:moveTo>
                  <a:pt x="217815" y="134715"/>
                </a:moveTo>
                <a:lnTo>
                  <a:pt x="261132" y="134715"/>
                </a:lnTo>
                <a:lnTo>
                  <a:pt x="261132" y="136195"/>
                </a:lnTo>
                <a:lnTo>
                  <a:pt x="217815" y="136195"/>
                </a:lnTo>
                <a:close/>
                <a:moveTo>
                  <a:pt x="860073" y="134715"/>
                </a:moveTo>
                <a:lnTo>
                  <a:pt x="903390" y="134715"/>
                </a:lnTo>
                <a:lnTo>
                  <a:pt x="903390" y="136195"/>
                </a:lnTo>
                <a:lnTo>
                  <a:pt x="860073" y="136195"/>
                </a:lnTo>
                <a:close/>
                <a:moveTo>
                  <a:pt x="138678" y="134715"/>
                </a:moveTo>
                <a:lnTo>
                  <a:pt x="188242" y="134715"/>
                </a:lnTo>
                <a:lnTo>
                  <a:pt x="188242" y="136195"/>
                </a:lnTo>
                <a:lnTo>
                  <a:pt x="138678" y="136195"/>
                </a:lnTo>
                <a:close/>
                <a:moveTo>
                  <a:pt x="780936" y="134715"/>
                </a:moveTo>
                <a:lnTo>
                  <a:pt x="830501" y="134715"/>
                </a:lnTo>
                <a:lnTo>
                  <a:pt x="830501" y="136195"/>
                </a:lnTo>
                <a:lnTo>
                  <a:pt x="780936" y="136195"/>
                </a:lnTo>
                <a:close/>
                <a:moveTo>
                  <a:pt x="728456" y="132494"/>
                </a:moveTo>
                <a:lnTo>
                  <a:pt x="757195" y="132494"/>
                </a:lnTo>
                <a:lnTo>
                  <a:pt x="757195" y="136195"/>
                </a:lnTo>
                <a:lnTo>
                  <a:pt x="728456" y="136195"/>
                </a:lnTo>
                <a:close/>
                <a:moveTo>
                  <a:pt x="627244" y="135455"/>
                </a:moveTo>
                <a:lnTo>
                  <a:pt x="656399" y="135455"/>
                </a:lnTo>
                <a:lnTo>
                  <a:pt x="656399" y="136195"/>
                </a:lnTo>
                <a:lnTo>
                  <a:pt x="627244" y="136195"/>
                </a:lnTo>
                <a:close/>
                <a:moveTo>
                  <a:pt x="324025" y="133975"/>
                </a:moveTo>
                <a:lnTo>
                  <a:pt x="409409" y="133975"/>
                </a:lnTo>
                <a:lnTo>
                  <a:pt x="409409" y="136195"/>
                </a:lnTo>
                <a:lnTo>
                  <a:pt x="324025" y="136195"/>
                </a:lnTo>
                <a:close/>
                <a:moveTo>
                  <a:pt x="217815" y="136195"/>
                </a:moveTo>
                <a:lnTo>
                  <a:pt x="261548" y="136195"/>
                </a:lnTo>
                <a:lnTo>
                  <a:pt x="261548" y="136936"/>
                </a:lnTo>
                <a:lnTo>
                  <a:pt x="217815" y="136936"/>
                </a:lnTo>
                <a:close/>
                <a:moveTo>
                  <a:pt x="529780" y="135455"/>
                </a:moveTo>
                <a:lnTo>
                  <a:pt x="620163" y="135455"/>
                </a:lnTo>
                <a:lnTo>
                  <a:pt x="620163" y="136936"/>
                </a:lnTo>
                <a:lnTo>
                  <a:pt x="529780" y="136936"/>
                </a:lnTo>
                <a:close/>
                <a:moveTo>
                  <a:pt x="728456" y="136195"/>
                </a:moveTo>
                <a:lnTo>
                  <a:pt x="756778" y="136195"/>
                </a:lnTo>
                <a:lnTo>
                  <a:pt x="756778" y="136936"/>
                </a:lnTo>
                <a:lnTo>
                  <a:pt x="728456" y="136936"/>
                </a:lnTo>
                <a:close/>
                <a:moveTo>
                  <a:pt x="780936" y="136195"/>
                </a:moveTo>
                <a:lnTo>
                  <a:pt x="830917" y="136195"/>
                </a:lnTo>
                <a:lnTo>
                  <a:pt x="830917" y="136936"/>
                </a:lnTo>
                <a:lnTo>
                  <a:pt x="780936" y="136936"/>
                </a:lnTo>
                <a:close/>
                <a:moveTo>
                  <a:pt x="860073" y="136195"/>
                </a:moveTo>
                <a:lnTo>
                  <a:pt x="903806" y="136195"/>
                </a:lnTo>
                <a:lnTo>
                  <a:pt x="903806" y="136936"/>
                </a:lnTo>
                <a:lnTo>
                  <a:pt x="860073" y="136936"/>
                </a:lnTo>
                <a:close/>
                <a:moveTo>
                  <a:pt x="138678" y="136195"/>
                </a:moveTo>
                <a:lnTo>
                  <a:pt x="188659" y="136195"/>
                </a:lnTo>
                <a:lnTo>
                  <a:pt x="188659" y="136936"/>
                </a:lnTo>
                <a:lnTo>
                  <a:pt x="138678" y="136936"/>
                </a:lnTo>
                <a:close/>
                <a:moveTo>
                  <a:pt x="671810" y="136195"/>
                </a:moveTo>
                <a:lnTo>
                  <a:pt x="713045" y="136195"/>
                </a:lnTo>
                <a:lnTo>
                  <a:pt x="713045" y="136936"/>
                </a:lnTo>
                <a:lnTo>
                  <a:pt x="671810" y="136936"/>
                </a:lnTo>
                <a:close/>
                <a:moveTo>
                  <a:pt x="324025" y="136195"/>
                </a:moveTo>
                <a:lnTo>
                  <a:pt x="409826" y="136195"/>
                </a:lnTo>
                <a:lnTo>
                  <a:pt x="409826" y="137676"/>
                </a:lnTo>
                <a:lnTo>
                  <a:pt x="324025" y="137676"/>
                </a:lnTo>
                <a:close/>
                <a:moveTo>
                  <a:pt x="529364" y="136936"/>
                </a:moveTo>
                <a:lnTo>
                  <a:pt x="620580" y="136936"/>
                </a:lnTo>
                <a:lnTo>
                  <a:pt x="620580" y="137676"/>
                </a:lnTo>
                <a:lnTo>
                  <a:pt x="529364" y="137676"/>
                </a:lnTo>
                <a:close/>
                <a:moveTo>
                  <a:pt x="324025" y="137676"/>
                </a:moveTo>
                <a:lnTo>
                  <a:pt x="410242" y="137676"/>
                </a:lnTo>
                <a:lnTo>
                  <a:pt x="410242" y="138416"/>
                </a:lnTo>
                <a:lnTo>
                  <a:pt x="324025" y="138416"/>
                </a:lnTo>
                <a:close/>
                <a:moveTo>
                  <a:pt x="578929" y="137676"/>
                </a:moveTo>
                <a:lnTo>
                  <a:pt x="620580" y="137676"/>
                </a:lnTo>
                <a:lnTo>
                  <a:pt x="620580" y="138416"/>
                </a:lnTo>
                <a:lnTo>
                  <a:pt x="578929" y="138416"/>
                </a:lnTo>
                <a:close/>
                <a:moveTo>
                  <a:pt x="780519" y="136936"/>
                </a:moveTo>
                <a:lnTo>
                  <a:pt x="830917" y="136936"/>
                </a:lnTo>
                <a:lnTo>
                  <a:pt x="830917" y="138416"/>
                </a:lnTo>
                <a:lnTo>
                  <a:pt x="780519" y="138416"/>
                </a:lnTo>
                <a:close/>
                <a:moveTo>
                  <a:pt x="860073" y="136936"/>
                </a:moveTo>
                <a:lnTo>
                  <a:pt x="904223" y="136936"/>
                </a:lnTo>
                <a:lnTo>
                  <a:pt x="904223" y="138416"/>
                </a:lnTo>
                <a:lnTo>
                  <a:pt x="860073" y="138416"/>
                </a:lnTo>
                <a:close/>
                <a:moveTo>
                  <a:pt x="138261" y="136936"/>
                </a:moveTo>
                <a:lnTo>
                  <a:pt x="188659" y="136936"/>
                </a:lnTo>
                <a:lnTo>
                  <a:pt x="188659" y="138416"/>
                </a:lnTo>
                <a:lnTo>
                  <a:pt x="138261" y="138416"/>
                </a:lnTo>
                <a:close/>
                <a:moveTo>
                  <a:pt x="217815" y="136936"/>
                </a:moveTo>
                <a:lnTo>
                  <a:pt x="261965" y="136936"/>
                </a:lnTo>
                <a:lnTo>
                  <a:pt x="261965" y="138416"/>
                </a:lnTo>
                <a:lnTo>
                  <a:pt x="217815" y="138416"/>
                </a:lnTo>
                <a:close/>
                <a:moveTo>
                  <a:pt x="529364" y="137676"/>
                </a:moveTo>
                <a:lnTo>
                  <a:pt x="570598" y="137676"/>
                </a:lnTo>
                <a:lnTo>
                  <a:pt x="570598" y="138416"/>
                </a:lnTo>
                <a:lnTo>
                  <a:pt x="529364" y="138416"/>
                </a:lnTo>
                <a:close/>
                <a:moveTo>
                  <a:pt x="362344" y="138416"/>
                </a:moveTo>
                <a:lnTo>
                  <a:pt x="410242" y="138416"/>
                </a:lnTo>
                <a:lnTo>
                  <a:pt x="410242" y="139156"/>
                </a:lnTo>
                <a:lnTo>
                  <a:pt x="362344" y="139156"/>
                </a:lnTo>
                <a:close/>
                <a:moveTo>
                  <a:pt x="528947" y="138416"/>
                </a:moveTo>
                <a:lnTo>
                  <a:pt x="568932" y="138416"/>
                </a:lnTo>
                <a:lnTo>
                  <a:pt x="568932" y="139156"/>
                </a:lnTo>
                <a:lnTo>
                  <a:pt x="528947" y="139156"/>
                </a:lnTo>
                <a:close/>
                <a:moveTo>
                  <a:pt x="138261" y="138416"/>
                </a:moveTo>
                <a:lnTo>
                  <a:pt x="189075" y="138416"/>
                </a:lnTo>
                <a:lnTo>
                  <a:pt x="189075" y="139156"/>
                </a:lnTo>
                <a:lnTo>
                  <a:pt x="138261" y="139156"/>
                </a:lnTo>
                <a:close/>
                <a:moveTo>
                  <a:pt x="780519" y="138416"/>
                </a:moveTo>
                <a:lnTo>
                  <a:pt x="831334" y="138416"/>
                </a:lnTo>
                <a:lnTo>
                  <a:pt x="831334" y="139156"/>
                </a:lnTo>
                <a:lnTo>
                  <a:pt x="780519" y="139156"/>
                </a:lnTo>
                <a:close/>
                <a:moveTo>
                  <a:pt x="217815" y="138416"/>
                </a:moveTo>
                <a:lnTo>
                  <a:pt x="262381" y="138416"/>
                </a:lnTo>
                <a:lnTo>
                  <a:pt x="262381" y="139156"/>
                </a:lnTo>
                <a:lnTo>
                  <a:pt x="217815" y="139156"/>
                </a:lnTo>
                <a:close/>
                <a:moveTo>
                  <a:pt x="860073" y="138416"/>
                </a:moveTo>
                <a:lnTo>
                  <a:pt x="904639" y="138416"/>
                </a:lnTo>
                <a:lnTo>
                  <a:pt x="904639" y="139156"/>
                </a:lnTo>
                <a:lnTo>
                  <a:pt x="860073" y="139156"/>
                </a:lnTo>
                <a:close/>
                <a:moveTo>
                  <a:pt x="580595" y="138416"/>
                </a:moveTo>
                <a:lnTo>
                  <a:pt x="620996" y="138416"/>
                </a:lnTo>
                <a:lnTo>
                  <a:pt x="620996" y="139156"/>
                </a:lnTo>
                <a:lnTo>
                  <a:pt x="580595" y="139156"/>
                </a:lnTo>
                <a:close/>
                <a:moveTo>
                  <a:pt x="671394" y="136936"/>
                </a:moveTo>
                <a:lnTo>
                  <a:pt x="713045" y="136936"/>
                </a:lnTo>
                <a:lnTo>
                  <a:pt x="713045" y="139156"/>
                </a:lnTo>
                <a:lnTo>
                  <a:pt x="671394" y="139156"/>
                </a:lnTo>
                <a:close/>
                <a:moveTo>
                  <a:pt x="627660" y="136195"/>
                </a:moveTo>
                <a:lnTo>
                  <a:pt x="656399" y="136195"/>
                </a:lnTo>
                <a:lnTo>
                  <a:pt x="656399" y="139156"/>
                </a:lnTo>
                <a:lnTo>
                  <a:pt x="627660" y="139156"/>
                </a:lnTo>
                <a:close/>
                <a:moveTo>
                  <a:pt x="528947" y="139156"/>
                </a:moveTo>
                <a:lnTo>
                  <a:pt x="567683" y="139156"/>
                </a:lnTo>
                <a:lnTo>
                  <a:pt x="567683" y="139896"/>
                </a:lnTo>
                <a:lnTo>
                  <a:pt x="528947" y="139896"/>
                </a:lnTo>
                <a:close/>
                <a:moveTo>
                  <a:pt x="627660" y="139156"/>
                </a:moveTo>
                <a:lnTo>
                  <a:pt x="656816" y="139156"/>
                </a:lnTo>
                <a:lnTo>
                  <a:pt x="656816" y="139896"/>
                </a:lnTo>
                <a:lnTo>
                  <a:pt x="627660" y="139896"/>
                </a:lnTo>
                <a:close/>
                <a:moveTo>
                  <a:pt x="581844" y="139156"/>
                </a:moveTo>
                <a:lnTo>
                  <a:pt x="620996" y="139156"/>
                </a:lnTo>
                <a:lnTo>
                  <a:pt x="620996" y="139896"/>
                </a:lnTo>
                <a:lnTo>
                  <a:pt x="581844" y="139896"/>
                </a:lnTo>
                <a:close/>
                <a:moveTo>
                  <a:pt x="367758" y="139156"/>
                </a:moveTo>
                <a:lnTo>
                  <a:pt x="410659" y="139156"/>
                </a:lnTo>
                <a:lnTo>
                  <a:pt x="410659" y="139896"/>
                </a:lnTo>
                <a:lnTo>
                  <a:pt x="367758" y="139896"/>
                </a:lnTo>
                <a:close/>
                <a:moveTo>
                  <a:pt x="671394" y="139156"/>
                </a:moveTo>
                <a:lnTo>
                  <a:pt x="713461" y="139156"/>
                </a:lnTo>
                <a:lnTo>
                  <a:pt x="713461" y="139896"/>
                </a:lnTo>
                <a:lnTo>
                  <a:pt x="671394" y="139896"/>
                </a:lnTo>
                <a:close/>
                <a:moveTo>
                  <a:pt x="728039" y="136936"/>
                </a:moveTo>
                <a:lnTo>
                  <a:pt x="756778" y="136936"/>
                </a:lnTo>
                <a:lnTo>
                  <a:pt x="756778" y="139896"/>
                </a:lnTo>
                <a:lnTo>
                  <a:pt x="728039" y="139896"/>
                </a:lnTo>
                <a:close/>
                <a:moveTo>
                  <a:pt x="528531" y="139896"/>
                </a:moveTo>
                <a:lnTo>
                  <a:pt x="566433" y="139896"/>
                </a:lnTo>
                <a:lnTo>
                  <a:pt x="566433" y="140637"/>
                </a:lnTo>
                <a:lnTo>
                  <a:pt x="528531" y="140637"/>
                </a:lnTo>
                <a:close/>
                <a:moveTo>
                  <a:pt x="137845" y="139156"/>
                </a:moveTo>
                <a:lnTo>
                  <a:pt x="189075" y="139156"/>
                </a:lnTo>
                <a:lnTo>
                  <a:pt x="189075" y="140637"/>
                </a:lnTo>
                <a:lnTo>
                  <a:pt x="137845" y="140637"/>
                </a:lnTo>
                <a:close/>
                <a:moveTo>
                  <a:pt x="780103" y="139156"/>
                </a:moveTo>
                <a:lnTo>
                  <a:pt x="831334" y="139156"/>
                </a:lnTo>
                <a:lnTo>
                  <a:pt x="831334" y="140637"/>
                </a:lnTo>
                <a:lnTo>
                  <a:pt x="780103" y="140637"/>
                </a:lnTo>
                <a:close/>
                <a:moveTo>
                  <a:pt x="583094" y="139896"/>
                </a:moveTo>
                <a:lnTo>
                  <a:pt x="621413" y="139896"/>
                </a:lnTo>
                <a:lnTo>
                  <a:pt x="621413" y="140637"/>
                </a:lnTo>
                <a:lnTo>
                  <a:pt x="583094" y="140637"/>
                </a:lnTo>
                <a:close/>
                <a:moveTo>
                  <a:pt x="370257" y="139896"/>
                </a:moveTo>
                <a:lnTo>
                  <a:pt x="410659" y="139896"/>
                </a:lnTo>
                <a:lnTo>
                  <a:pt x="410659" y="140637"/>
                </a:lnTo>
                <a:lnTo>
                  <a:pt x="370257" y="140637"/>
                </a:lnTo>
                <a:close/>
                <a:moveTo>
                  <a:pt x="860073" y="139156"/>
                </a:moveTo>
                <a:lnTo>
                  <a:pt x="905056" y="139156"/>
                </a:lnTo>
                <a:lnTo>
                  <a:pt x="905056" y="140637"/>
                </a:lnTo>
                <a:lnTo>
                  <a:pt x="860073" y="140637"/>
                </a:lnTo>
                <a:close/>
                <a:moveTo>
                  <a:pt x="217815" y="139156"/>
                </a:moveTo>
                <a:lnTo>
                  <a:pt x="262798" y="139156"/>
                </a:lnTo>
                <a:lnTo>
                  <a:pt x="262798" y="140637"/>
                </a:lnTo>
                <a:lnTo>
                  <a:pt x="217815" y="140637"/>
                </a:lnTo>
                <a:close/>
                <a:moveTo>
                  <a:pt x="728039" y="139896"/>
                </a:moveTo>
                <a:lnTo>
                  <a:pt x="756362" y="139896"/>
                </a:lnTo>
                <a:lnTo>
                  <a:pt x="756362" y="140637"/>
                </a:lnTo>
                <a:lnTo>
                  <a:pt x="728039" y="140637"/>
                </a:lnTo>
                <a:close/>
                <a:moveTo>
                  <a:pt x="528531" y="140637"/>
                </a:moveTo>
                <a:lnTo>
                  <a:pt x="565600" y="140637"/>
                </a:lnTo>
                <a:lnTo>
                  <a:pt x="565600" y="141377"/>
                </a:lnTo>
                <a:lnTo>
                  <a:pt x="528531" y="141377"/>
                </a:lnTo>
                <a:close/>
                <a:moveTo>
                  <a:pt x="780103" y="140637"/>
                </a:moveTo>
                <a:lnTo>
                  <a:pt x="831750" y="140637"/>
                </a:lnTo>
                <a:lnTo>
                  <a:pt x="831750" y="141377"/>
                </a:lnTo>
                <a:lnTo>
                  <a:pt x="780103" y="141377"/>
                </a:lnTo>
                <a:close/>
                <a:moveTo>
                  <a:pt x="583927" y="140637"/>
                </a:moveTo>
                <a:lnTo>
                  <a:pt x="621413" y="140637"/>
                </a:lnTo>
                <a:lnTo>
                  <a:pt x="621413" y="141377"/>
                </a:lnTo>
                <a:lnTo>
                  <a:pt x="583927" y="141377"/>
                </a:lnTo>
                <a:close/>
                <a:moveTo>
                  <a:pt x="137845" y="140637"/>
                </a:moveTo>
                <a:lnTo>
                  <a:pt x="189492" y="140637"/>
                </a:lnTo>
                <a:lnTo>
                  <a:pt x="189492" y="141377"/>
                </a:lnTo>
                <a:lnTo>
                  <a:pt x="137845" y="141377"/>
                </a:lnTo>
                <a:close/>
                <a:moveTo>
                  <a:pt x="371507" y="140637"/>
                </a:moveTo>
                <a:lnTo>
                  <a:pt x="411075" y="140637"/>
                </a:lnTo>
                <a:lnTo>
                  <a:pt x="411075" y="141377"/>
                </a:lnTo>
                <a:lnTo>
                  <a:pt x="371507" y="141377"/>
                </a:lnTo>
                <a:close/>
                <a:moveTo>
                  <a:pt x="372756" y="141377"/>
                </a:moveTo>
                <a:lnTo>
                  <a:pt x="411075" y="141377"/>
                </a:lnTo>
                <a:lnTo>
                  <a:pt x="411075" y="142117"/>
                </a:lnTo>
                <a:lnTo>
                  <a:pt x="372756" y="142117"/>
                </a:lnTo>
                <a:close/>
                <a:moveTo>
                  <a:pt x="137428" y="141377"/>
                </a:moveTo>
                <a:lnTo>
                  <a:pt x="189492" y="141377"/>
                </a:lnTo>
                <a:lnTo>
                  <a:pt x="189492" y="142117"/>
                </a:lnTo>
                <a:lnTo>
                  <a:pt x="137428" y="142117"/>
                </a:lnTo>
                <a:close/>
                <a:moveTo>
                  <a:pt x="584760" y="141377"/>
                </a:moveTo>
                <a:lnTo>
                  <a:pt x="621413" y="141377"/>
                </a:lnTo>
                <a:lnTo>
                  <a:pt x="621413" y="142117"/>
                </a:lnTo>
                <a:lnTo>
                  <a:pt x="584760" y="142117"/>
                </a:lnTo>
                <a:close/>
                <a:moveTo>
                  <a:pt x="528531" y="141377"/>
                </a:moveTo>
                <a:lnTo>
                  <a:pt x="564767" y="141377"/>
                </a:lnTo>
                <a:lnTo>
                  <a:pt x="564767" y="142117"/>
                </a:lnTo>
                <a:lnTo>
                  <a:pt x="528531" y="142117"/>
                </a:lnTo>
                <a:close/>
                <a:moveTo>
                  <a:pt x="670977" y="139896"/>
                </a:moveTo>
                <a:lnTo>
                  <a:pt x="713461" y="139896"/>
                </a:lnTo>
                <a:lnTo>
                  <a:pt x="713461" y="142117"/>
                </a:lnTo>
                <a:lnTo>
                  <a:pt x="670977" y="142117"/>
                </a:lnTo>
                <a:close/>
                <a:moveTo>
                  <a:pt x="217815" y="140637"/>
                </a:moveTo>
                <a:lnTo>
                  <a:pt x="263214" y="140637"/>
                </a:lnTo>
                <a:lnTo>
                  <a:pt x="263214" y="142117"/>
                </a:lnTo>
                <a:lnTo>
                  <a:pt x="217815" y="142117"/>
                </a:lnTo>
                <a:close/>
                <a:moveTo>
                  <a:pt x="860073" y="140637"/>
                </a:moveTo>
                <a:lnTo>
                  <a:pt x="905472" y="140637"/>
                </a:lnTo>
                <a:lnTo>
                  <a:pt x="905472" y="142117"/>
                </a:lnTo>
                <a:lnTo>
                  <a:pt x="860073" y="142117"/>
                </a:lnTo>
                <a:close/>
                <a:moveTo>
                  <a:pt x="779686" y="141377"/>
                </a:moveTo>
                <a:lnTo>
                  <a:pt x="831750" y="141377"/>
                </a:lnTo>
                <a:lnTo>
                  <a:pt x="831750" y="142857"/>
                </a:lnTo>
                <a:lnTo>
                  <a:pt x="779686" y="142857"/>
                </a:lnTo>
                <a:close/>
                <a:moveTo>
                  <a:pt x="217815" y="142117"/>
                </a:moveTo>
                <a:lnTo>
                  <a:pt x="263631" y="142117"/>
                </a:lnTo>
                <a:lnTo>
                  <a:pt x="263631" y="142857"/>
                </a:lnTo>
                <a:lnTo>
                  <a:pt x="217815" y="142857"/>
                </a:lnTo>
                <a:close/>
                <a:moveTo>
                  <a:pt x="860073" y="142117"/>
                </a:moveTo>
                <a:lnTo>
                  <a:pt x="905889" y="142117"/>
                </a:lnTo>
                <a:lnTo>
                  <a:pt x="905889" y="142857"/>
                </a:lnTo>
                <a:lnTo>
                  <a:pt x="860073" y="142857"/>
                </a:lnTo>
                <a:close/>
                <a:moveTo>
                  <a:pt x="373589" y="142117"/>
                </a:moveTo>
                <a:lnTo>
                  <a:pt x="411075" y="142117"/>
                </a:lnTo>
                <a:lnTo>
                  <a:pt x="411075" y="142857"/>
                </a:lnTo>
                <a:lnTo>
                  <a:pt x="373589" y="142857"/>
                </a:lnTo>
                <a:close/>
                <a:moveTo>
                  <a:pt x="628077" y="139896"/>
                </a:moveTo>
                <a:lnTo>
                  <a:pt x="656816" y="139896"/>
                </a:lnTo>
                <a:lnTo>
                  <a:pt x="656816" y="142857"/>
                </a:lnTo>
                <a:lnTo>
                  <a:pt x="628077" y="142857"/>
                </a:lnTo>
                <a:close/>
                <a:moveTo>
                  <a:pt x="137428" y="142117"/>
                </a:moveTo>
                <a:lnTo>
                  <a:pt x="189908" y="142117"/>
                </a:lnTo>
                <a:lnTo>
                  <a:pt x="189908" y="142857"/>
                </a:lnTo>
                <a:lnTo>
                  <a:pt x="137428" y="142857"/>
                </a:lnTo>
                <a:close/>
                <a:moveTo>
                  <a:pt x="528114" y="142117"/>
                </a:moveTo>
                <a:lnTo>
                  <a:pt x="564351" y="142117"/>
                </a:lnTo>
                <a:lnTo>
                  <a:pt x="564351" y="142857"/>
                </a:lnTo>
                <a:lnTo>
                  <a:pt x="528114" y="142857"/>
                </a:lnTo>
                <a:close/>
                <a:moveTo>
                  <a:pt x="585176" y="142117"/>
                </a:moveTo>
                <a:lnTo>
                  <a:pt x="621829" y="142117"/>
                </a:lnTo>
                <a:lnTo>
                  <a:pt x="621829" y="142857"/>
                </a:lnTo>
                <a:lnTo>
                  <a:pt x="585176" y="142857"/>
                </a:lnTo>
                <a:close/>
                <a:moveTo>
                  <a:pt x="670977" y="142117"/>
                </a:moveTo>
                <a:lnTo>
                  <a:pt x="713878" y="142117"/>
                </a:lnTo>
                <a:lnTo>
                  <a:pt x="713878" y="142857"/>
                </a:lnTo>
                <a:lnTo>
                  <a:pt x="670977" y="142857"/>
                </a:lnTo>
                <a:close/>
                <a:moveTo>
                  <a:pt x="374422" y="142857"/>
                </a:moveTo>
                <a:lnTo>
                  <a:pt x="411492" y="142857"/>
                </a:lnTo>
                <a:lnTo>
                  <a:pt x="411492" y="143597"/>
                </a:lnTo>
                <a:lnTo>
                  <a:pt x="374422" y="143597"/>
                </a:lnTo>
                <a:close/>
                <a:moveTo>
                  <a:pt x="528114" y="142857"/>
                </a:moveTo>
                <a:lnTo>
                  <a:pt x="563518" y="142857"/>
                </a:lnTo>
                <a:lnTo>
                  <a:pt x="563518" y="143597"/>
                </a:lnTo>
                <a:lnTo>
                  <a:pt x="528114" y="143597"/>
                </a:lnTo>
                <a:close/>
                <a:moveTo>
                  <a:pt x="586009" y="142857"/>
                </a:moveTo>
                <a:lnTo>
                  <a:pt x="621829" y="142857"/>
                </a:lnTo>
                <a:lnTo>
                  <a:pt x="621829" y="143597"/>
                </a:lnTo>
                <a:lnTo>
                  <a:pt x="586009" y="143597"/>
                </a:lnTo>
                <a:close/>
                <a:moveTo>
                  <a:pt x="628493" y="142857"/>
                </a:moveTo>
                <a:lnTo>
                  <a:pt x="656816" y="142857"/>
                </a:lnTo>
                <a:lnTo>
                  <a:pt x="656816" y="143597"/>
                </a:lnTo>
                <a:lnTo>
                  <a:pt x="628493" y="143597"/>
                </a:lnTo>
                <a:close/>
                <a:moveTo>
                  <a:pt x="779686" y="142857"/>
                </a:moveTo>
                <a:lnTo>
                  <a:pt x="832167" y="142857"/>
                </a:lnTo>
                <a:lnTo>
                  <a:pt x="832167" y="143597"/>
                </a:lnTo>
                <a:lnTo>
                  <a:pt x="779686" y="143597"/>
                </a:lnTo>
                <a:close/>
                <a:moveTo>
                  <a:pt x="727623" y="140637"/>
                </a:moveTo>
                <a:lnTo>
                  <a:pt x="756362" y="140637"/>
                </a:lnTo>
                <a:lnTo>
                  <a:pt x="756362" y="143597"/>
                </a:lnTo>
                <a:lnTo>
                  <a:pt x="727623" y="143597"/>
                </a:lnTo>
                <a:close/>
                <a:moveTo>
                  <a:pt x="375255" y="143597"/>
                </a:moveTo>
                <a:lnTo>
                  <a:pt x="411492" y="143597"/>
                </a:lnTo>
                <a:lnTo>
                  <a:pt x="411492" y="144338"/>
                </a:lnTo>
                <a:lnTo>
                  <a:pt x="375255" y="144338"/>
                </a:lnTo>
                <a:close/>
                <a:moveTo>
                  <a:pt x="586426" y="143597"/>
                </a:moveTo>
                <a:lnTo>
                  <a:pt x="622246" y="143597"/>
                </a:lnTo>
                <a:lnTo>
                  <a:pt x="622246" y="144338"/>
                </a:lnTo>
                <a:lnTo>
                  <a:pt x="586426" y="144338"/>
                </a:lnTo>
                <a:close/>
                <a:moveTo>
                  <a:pt x="860073" y="142857"/>
                </a:moveTo>
                <a:lnTo>
                  <a:pt x="906305" y="142857"/>
                </a:lnTo>
                <a:lnTo>
                  <a:pt x="906305" y="144338"/>
                </a:lnTo>
                <a:lnTo>
                  <a:pt x="860073" y="144338"/>
                </a:lnTo>
                <a:close/>
                <a:moveTo>
                  <a:pt x="217815" y="142857"/>
                </a:moveTo>
                <a:lnTo>
                  <a:pt x="264047" y="142857"/>
                </a:lnTo>
                <a:lnTo>
                  <a:pt x="264047" y="144338"/>
                </a:lnTo>
                <a:lnTo>
                  <a:pt x="217815" y="144338"/>
                </a:lnTo>
                <a:close/>
                <a:moveTo>
                  <a:pt x="137012" y="142857"/>
                </a:moveTo>
                <a:lnTo>
                  <a:pt x="189908" y="142857"/>
                </a:lnTo>
                <a:lnTo>
                  <a:pt x="189908" y="144338"/>
                </a:lnTo>
                <a:lnTo>
                  <a:pt x="137012" y="144338"/>
                </a:lnTo>
                <a:close/>
                <a:moveTo>
                  <a:pt x="779270" y="143597"/>
                </a:moveTo>
                <a:lnTo>
                  <a:pt x="832167" y="143597"/>
                </a:lnTo>
                <a:lnTo>
                  <a:pt x="832167" y="144338"/>
                </a:lnTo>
                <a:lnTo>
                  <a:pt x="779270" y="144338"/>
                </a:lnTo>
                <a:close/>
                <a:moveTo>
                  <a:pt x="527698" y="143597"/>
                </a:moveTo>
                <a:lnTo>
                  <a:pt x="563101" y="143597"/>
                </a:lnTo>
                <a:lnTo>
                  <a:pt x="563101" y="144338"/>
                </a:lnTo>
                <a:lnTo>
                  <a:pt x="527698" y="144338"/>
                </a:lnTo>
                <a:close/>
                <a:moveTo>
                  <a:pt x="137012" y="144338"/>
                </a:moveTo>
                <a:lnTo>
                  <a:pt x="190325" y="144338"/>
                </a:lnTo>
                <a:lnTo>
                  <a:pt x="190325" y="145078"/>
                </a:lnTo>
                <a:lnTo>
                  <a:pt x="137012" y="145078"/>
                </a:lnTo>
                <a:close/>
                <a:moveTo>
                  <a:pt x="779270" y="144338"/>
                </a:moveTo>
                <a:lnTo>
                  <a:pt x="832583" y="144338"/>
                </a:lnTo>
                <a:lnTo>
                  <a:pt x="832583" y="145078"/>
                </a:lnTo>
                <a:lnTo>
                  <a:pt x="779270" y="145078"/>
                </a:lnTo>
                <a:close/>
                <a:moveTo>
                  <a:pt x="376088" y="144338"/>
                </a:moveTo>
                <a:lnTo>
                  <a:pt x="411492" y="144338"/>
                </a:lnTo>
                <a:lnTo>
                  <a:pt x="411492" y="145078"/>
                </a:lnTo>
                <a:lnTo>
                  <a:pt x="376088" y="145078"/>
                </a:lnTo>
                <a:close/>
                <a:moveTo>
                  <a:pt x="727623" y="143597"/>
                </a:moveTo>
                <a:lnTo>
                  <a:pt x="755945" y="143597"/>
                </a:lnTo>
                <a:lnTo>
                  <a:pt x="755945" y="145078"/>
                </a:lnTo>
                <a:lnTo>
                  <a:pt x="727623" y="145078"/>
                </a:lnTo>
                <a:close/>
                <a:moveTo>
                  <a:pt x="527698" y="144338"/>
                </a:moveTo>
                <a:lnTo>
                  <a:pt x="562685" y="144338"/>
                </a:lnTo>
                <a:lnTo>
                  <a:pt x="562685" y="145078"/>
                </a:lnTo>
                <a:lnTo>
                  <a:pt x="527698" y="145078"/>
                </a:lnTo>
                <a:close/>
                <a:moveTo>
                  <a:pt x="587259" y="144338"/>
                </a:moveTo>
                <a:lnTo>
                  <a:pt x="622246" y="144338"/>
                </a:lnTo>
                <a:lnTo>
                  <a:pt x="622246" y="145078"/>
                </a:lnTo>
                <a:lnTo>
                  <a:pt x="587259" y="145078"/>
                </a:lnTo>
                <a:close/>
                <a:moveTo>
                  <a:pt x="217815" y="144338"/>
                </a:moveTo>
                <a:lnTo>
                  <a:pt x="264464" y="144338"/>
                </a:lnTo>
                <a:lnTo>
                  <a:pt x="264464" y="145078"/>
                </a:lnTo>
                <a:lnTo>
                  <a:pt x="217815" y="145078"/>
                </a:lnTo>
                <a:close/>
                <a:moveTo>
                  <a:pt x="860073" y="144338"/>
                </a:moveTo>
                <a:lnTo>
                  <a:pt x="906722" y="144338"/>
                </a:lnTo>
                <a:lnTo>
                  <a:pt x="906722" y="145078"/>
                </a:lnTo>
                <a:lnTo>
                  <a:pt x="860073" y="145078"/>
                </a:lnTo>
                <a:close/>
                <a:moveTo>
                  <a:pt x="670561" y="142857"/>
                </a:moveTo>
                <a:lnTo>
                  <a:pt x="713878" y="142857"/>
                </a:lnTo>
                <a:lnTo>
                  <a:pt x="713878" y="145078"/>
                </a:lnTo>
                <a:lnTo>
                  <a:pt x="670561" y="145078"/>
                </a:lnTo>
                <a:close/>
                <a:moveTo>
                  <a:pt x="587675" y="145078"/>
                </a:moveTo>
                <a:lnTo>
                  <a:pt x="622246" y="145078"/>
                </a:lnTo>
                <a:lnTo>
                  <a:pt x="622246" y="145818"/>
                </a:lnTo>
                <a:lnTo>
                  <a:pt x="587675" y="145818"/>
                </a:lnTo>
                <a:close/>
                <a:moveTo>
                  <a:pt x="376505" y="145078"/>
                </a:moveTo>
                <a:lnTo>
                  <a:pt x="411908" y="145078"/>
                </a:lnTo>
                <a:lnTo>
                  <a:pt x="411908" y="145818"/>
                </a:lnTo>
                <a:lnTo>
                  <a:pt x="376505" y="145818"/>
                </a:lnTo>
                <a:close/>
                <a:moveTo>
                  <a:pt x="527281" y="145078"/>
                </a:moveTo>
                <a:lnTo>
                  <a:pt x="562268" y="145078"/>
                </a:lnTo>
                <a:lnTo>
                  <a:pt x="562268" y="145818"/>
                </a:lnTo>
                <a:lnTo>
                  <a:pt x="527281" y="145818"/>
                </a:lnTo>
                <a:close/>
                <a:moveTo>
                  <a:pt x="860073" y="145078"/>
                </a:moveTo>
                <a:lnTo>
                  <a:pt x="907138" y="145078"/>
                </a:lnTo>
                <a:lnTo>
                  <a:pt x="907138" y="146558"/>
                </a:lnTo>
                <a:lnTo>
                  <a:pt x="860073" y="146558"/>
                </a:lnTo>
                <a:close/>
                <a:moveTo>
                  <a:pt x="217815" y="145078"/>
                </a:moveTo>
                <a:lnTo>
                  <a:pt x="264880" y="145078"/>
                </a:lnTo>
                <a:lnTo>
                  <a:pt x="264880" y="146558"/>
                </a:lnTo>
                <a:lnTo>
                  <a:pt x="217815" y="146558"/>
                </a:lnTo>
                <a:close/>
                <a:moveTo>
                  <a:pt x="588092" y="145818"/>
                </a:moveTo>
                <a:lnTo>
                  <a:pt x="622662" y="145818"/>
                </a:lnTo>
                <a:lnTo>
                  <a:pt x="622662" y="146558"/>
                </a:lnTo>
                <a:lnTo>
                  <a:pt x="588092" y="146558"/>
                </a:lnTo>
                <a:close/>
                <a:moveTo>
                  <a:pt x="527281" y="145818"/>
                </a:moveTo>
                <a:lnTo>
                  <a:pt x="561852" y="145818"/>
                </a:lnTo>
                <a:lnTo>
                  <a:pt x="561852" y="146558"/>
                </a:lnTo>
                <a:lnTo>
                  <a:pt x="527281" y="146558"/>
                </a:lnTo>
                <a:close/>
                <a:moveTo>
                  <a:pt x="778853" y="145078"/>
                </a:moveTo>
                <a:lnTo>
                  <a:pt x="832583" y="145078"/>
                </a:lnTo>
                <a:lnTo>
                  <a:pt x="832583" y="146558"/>
                </a:lnTo>
                <a:lnTo>
                  <a:pt x="778853" y="146558"/>
                </a:lnTo>
                <a:close/>
                <a:moveTo>
                  <a:pt x="628493" y="143597"/>
                </a:moveTo>
                <a:lnTo>
                  <a:pt x="657232" y="143597"/>
                </a:lnTo>
                <a:lnTo>
                  <a:pt x="657232" y="146558"/>
                </a:lnTo>
                <a:lnTo>
                  <a:pt x="628493" y="146558"/>
                </a:lnTo>
                <a:close/>
                <a:moveTo>
                  <a:pt x="136595" y="145078"/>
                </a:moveTo>
                <a:lnTo>
                  <a:pt x="190325" y="145078"/>
                </a:lnTo>
                <a:lnTo>
                  <a:pt x="190325" y="146558"/>
                </a:lnTo>
                <a:lnTo>
                  <a:pt x="136595" y="146558"/>
                </a:lnTo>
                <a:close/>
                <a:moveTo>
                  <a:pt x="377338" y="145818"/>
                </a:moveTo>
                <a:lnTo>
                  <a:pt x="411908" y="145818"/>
                </a:lnTo>
                <a:lnTo>
                  <a:pt x="411908" y="146558"/>
                </a:lnTo>
                <a:lnTo>
                  <a:pt x="377338" y="146558"/>
                </a:lnTo>
                <a:close/>
                <a:moveTo>
                  <a:pt x="136595" y="146558"/>
                </a:moveTo>
                <a:lnTo>
                  <a:pt x="190741" y="146558"/>
                </a:lnTo>
                <a:lnTo>
                  <a:pt x="190741" y="147298"/>
                </a:lnTo>
                <a:lnTo>
                  <a:pt x="136595" y="147298"/>
                </a:lnTo>
                <a:close/>
                <a:moveTo>
                  <a:pt x="778853" y="146558"/>
                </a:moveTo>
                <a:lnTo>
                  <a:pt x="833000" y="146558"/>
                </a:lnTo>
                <a:lnTo>
                  <a:pt x="833000" y="147298"/>
                </a:lnTo>
                <a:lnTo>
                  <a:pt x="778853" y="147298"/>
                </a:lnTo>
                <a:close/>
                <a:moveTo>
                  <a:pt x="527281" y="146558"/>
                </a:moveTo>
                <a:lnTo>
                  <a:pt x="561435" y="146558"/>
                </a:lnTo>
                <a:lnTo>
                  <a:pt x="561435" y="147298"/>
                </a:lnTo>
                <a:lnTo>
                  <a:pt x="527281" y="147298"/>
                </a:lnTo>
                <a:close/>
                <a:moveTo>
                  <a:pt x="727206" y="145078"/>
                </a:moveTo>
                <a:lnTo>
                  <a:pt x="755945" y="145078"/>
                </a:lnTo>
                <a:lnTo>
                  <a:pt x="755945" y="147298"/>
                </a:lnTo>
                <a:lnTo>
                  <a:pt x="727206" y="147298"/>
                </a:lnTo>
                <a:close/>
                <a:moveTo>
                  <a:pt x="588508" y="146558"/>
                </a:moveTo>
                <a:lnTo>
                  <a:pt x="622662" y="146558"/>
                </a:lnTo>
                <a:lnTo>
                  <a:pt x="622662" y="147298"/>
                </a:lnTo>
                <a:lnTo>
                  <a:pt x="588508" y="147298"/>
                </a:lnTo>
                <a:close/>
                <a:moveTo>
                  <a:pt x="217815" y="146558"/>
                </a:moveTo>
                <a:lnTo>
                  <a:pt x="265297" y="146558"/>
                </a:lnTo>
                <a:lnTo>
                  <a:pt x="265297" y="147298"/>
                </a:lnTo>
                <a:lnTo>
                  <a:pt x="217815" y="147298"/>
                </a:lnTo>
                <a:close/>
                <a:moveTo>
                  <a:pt x="860073" y="146558"/>
                </a:moveTo>
                <a:lnTo>
                  <a:pt x="907555" y="146558"/>
                </a:lnTo>
                <a:lnTo>
                  <a:pt x="907555" y="147298"/>
                </a:lnTo>
                <a:lnTo>
                  <a:pt x="860073" y="147298"/>
                </a:lnTo>
                <a:close/>
                <a:moveTo>
                  <a:pt x="377754" y="146558"/>
                </a:moveTo>
                <a:lnTo>
                  <a:pt x="411908" y="146558"/>
                </a:lnTo>
                <a:lnTo>
                  <a:pt x="411908" y="147298"/>
                </a:lnTo>
                <a:lnTo>
                  <a:pt x="377754" y="147298"/>
                </a:lnTo>
                <a:close/>
                <a:moveTo>
                  <a:pt x="526865" y="147298"/>
                </a:moveTo>
                <a:lnTo>
                  <a:pt x="561019" y="147298"/>
                </a:lnTo>
                <a:lnTo>
                  <a:pt x="561019" y="148038"/>
                </a:lnTo>
                <a:lnTo>
                  <a:pt x="526865" y="148038"/>
                </a:lnTo>
                <a:close/>
                <a:moveTo>
                  <a:pt x="163252" y="147298"/>
                </a:moveTo>
                <a:lnTo>
                  <a:pt x="190741" y="147298"/>
                </a:lnTo>
                <a:lnTo>
                  <a:pt x="190741" y="148038"/>
                </a:lnTo>
                <a:lnTo>
                  <a:pt x="163252" y="148038"/>
                </a:lnTo>
                <a:close/>
                <a:moveTo>
                  <a:pt x="378171" y="147298"/>
                </a:moveTo>
                <a:lnTo>
                  <a:pt x="412325" y="147298"/>
                </a:lnTo>
                <a:lnTo>
                  <a:pt x="412325" y="148038"/>
                </a:lnTo>
                <a:lnTo>
                  <a:pt x="378171" y="148038"/>
                </a:lnTo>
                <a:close/>
                <a:moveTo>
                  <a:pt x="628910" y="146558"/>
                </a:moveTo>
                <a:lnTo>
                  <a:pt x="657232" y="146558"/>
                </a:lnTo>
                <a:lnTo>
                  <a:pt x="657232" y="148038"/>
                </a:lnTo>
                <a:lnTo>
                  <a:pt x="628910" y="148038"/>
                </a:lnTo>
                <a:close/>
                <a:moveTo>
                  <a:pt x="670144" y="145078"/>
                </a:moveTo>
                <a:lnTo>
                  <a:pt x="714294" y="145078"/>
                </a:lnTo>
                <a:lnTo>
                  <a:pt x="714294" y="148038"/>
                </a:lnTo>
                <a:lnTo>
                  <a:pt x="670144" y="148038"/>
                </a:lnTo>
                <a:close/>
                <a:moveTo>
                  <a:pt x="588925" y="147298"/>
                </a:moveTo>
                <a:lnTo>
                  <a:pt x="623079" y="147298"/>
                </a:lnTo>
                <a:lnTo>
                  <a:pt x="623079" y="148038"/>
                </a:lnTo>
                <a:lnTo>
                  <a:pt x="588925" y="148038"/>
                </a:lnTo>
                <a:close/>
                <a:moveTo>
                  <a:pt x="805510" y="147298"/>
                </a:moveTo>
                <a:lnTo>
                  <a:pt x="833000" y="147298"/>
                </a:lnTo>
                <a:lnTo>
                  <a:pt x="833000" y="148038"/>
                </a:lnTo>
                <a:lnTo>
                  <a:pt x="805510" y="148038"/>
                </a:lnTo>
                <a:close/>
                <a:moveTo>
                  <a:pt x="805926" y="148038"/>
                </a:moveTo>
                <a:lnTo>
                  <a:pt x="833000" y="148038"/>
                </a:lnTo>
                <a:lnTo>
                  <a:pt x="833000" y="148779"/>
                </a:lnTo>
                <a:lnTo>
                  <a:pt x="805926" y="148779"/>
                </a:lnTo>
                <a:close/>
                <a:moveTo>
                  <a:pt x="163668" y="148038"/>
                </a:moveTo>
                <a:lnTo>
                  <a:pt x="190741" y="148038"/>
                </a:lnTo>
                <a:lnTo>
                  <a:pt x="190741" y="148779"/>
                </a:lnTo>
                <a:lnTo>
                  <a:pt x="163668" y="148779"/>
                </a:lnTo>
                <a:close/>
                <a:moveTo>
                  <a:pt x="378587" y="148038"/>
                </a:moveTo>
                <a:lnTo>
                  <a:pt x="412325" y="148038"/>
                </a:lnTo>
                <a:lnTo>
                  <a:pt x="412325" y="148779"/>
                </a:lnTo>
                <a:lnTo>
                  <a:pt x="378587" y="148779"/>
                </a:lnTo>
                <a:close/>
                <a:moveTo>
                  <a:pt x="526865" y="148038"/>
                </a:moveTo>
                <a:lnTo>
                  <a:pt x="560602" y="148038"/>
                </a:lnTo>
                <a:lnTo>
                  <a:pt x="560602" y="148779"/>
                </a:lnTo>
                <a:lnTo>
                  <a:pt x="526865" y="148779"/>
                </a:lnTo>
                <a:close/>
                <a:moveTo>
                  <a:pt x="860073" y="147298"/>
                </a:moveTo>
                <a:lnTo>
                  <a:pt x="907971" y="147298"/>
                </a:lnTo>
                <a:lnTo>
                  <a:pt x="907971" y="148779"/>
                </a:lnTo>
                <a:lnTo>
                  <a:pt x="860073" y="148779"/>
                </a:lnTo>
                <a:close/>
                <a:moveTo>
                  <a:pt x="217815" y="147298"/>
                </a:moveTo>
                <a:lnTo>
                  <a:pt x="265713" y="147298"/>
                </a:lnTo>
                <a:lnTo>
                  <a:pt x="265713" y="148779"/>
                </a:lnTo>
                <a:lnTo>
                  <a:pt x="217815" y="148779"/>
                </a:lnTo>
                <a:close/>
                <a:moveTo>
                  <a:pt x="860073" y="148779"/>
                </a:moveTo>
                <a:lnTo>
                  <a:pt x="908388" y="148779"/>
                </a:lnTo>
                <a:lnTo>
                  <a:pt x="908388" y="149519"/>
                </a:lnTo>
                <a:lnTo>
                  <a:pt x="860073" y="149519"/>
                </a:lnTo>
                <a:close/>
                <a:moveTo>
                  <a:pt x="526865" y="148779"/>
                </a:moveTo>
                <a:lnTo>
                  <a:pt x="560186" y="148779"/>
                </a:lnTo>
                <a:lnTo>
                  <a:pt x="560186" y="149519"/>
                </a:lnTo>
                <a:lnTo>
                  <a:pt x="526865" y="149519"/>
                </a:lnTo>
                <a:close/>
                <a:moveTo>
                  <a:pt x="379004" y="148779"/>
                </a:moveTo>
                <a:lnTo>
                  <a:pt x="412325" y="148779"/>
                </a:lnTo>
                <a:lnTo>
                  <a:pt x="412325" y="149519"/>
                </a:lnTo>
                <a:lnTo>
                  <a:pt x="379004" y="149519"/>
                </a:lnTo>
                <a:close/>
                <a:moveTo>
                  <a:pt x="727206" y="147298"/>
                </a:moveTo>
                <a:lnTo>
                  <a:pt x="755529" y="147298"/>
                </a:lnTo>
                <a:lnTo>
                  <a:pt x="755529" y="149519"/>
                </a:lnTo>
                <a:lnTo>
                  <a:pt x="727206" y="149519"/>
                </a:lnTo>
                <a:close/>
                <a:moveTo>
                  <a:pt x="778437" y="147298"/>
                </a:moveTo>
                <a:lnTo>
                  <a:pt x="805093" y="147298"/>
                </a:lnTo>
                <a:lnTo>
                  <a:pt x="805093" y="149519"/>
                </a:lnTo>
                <a:lnTo>
                  <a:pt x="778437" y="149519"/>
                </a:lnTo>
                <a:close/>
                <a:moveTo>
                  <a:pt x="589341" y="148038"/>
                </a:moveTo>
                <a:lnTo>
                  <a:pt x="623079" y="148038"/>
                </a:lnTo>
                <a:lnTo>
                  <a:pt x="623079" y="149519"/>
                </a:lnTo>
                <a:lnTo>
                  <a:pt x="589341" y="149519"/>
                </a:lnTo>
                <a:close/>
                <a:moveTo>
                  <a:pt x="136179" y="147298"/>
                </a:moveTo>
                <a:lnTo>
                  <a:pt x="162835" y="147298"/>
                </a:lnTo>
                <a:lnTo>
                  <a:pt x="162835" y="149519"/>
                </a:lnTo>
                <a:lnTo>
                  <a:pt x="136179" y="149519"/>
                </a:lnTo>
                <a:close/>
                <a:moveTo>
                  <a:pt x="628910" y="148038"/>
                </a:moveTo>
                <a:lnTo>
                  <a:pt x="657649" y="148038"/>
                </a:lnTo>
                <a:lnTo>
                  <a:pt x="657649" y="150259"/>
                </a:lnTo>
                <a:lnTo>
                  <a:pt x="628910" y="150259"/>
                </a:lnTo>
                <a:close/>
                <a:moveTo>
                  <a:pt x="217815" y="148779"/>
                </a:moveTo>
                <a:lnTo>
                  <a:pt x="266130" y="148779"/>
                </a:lnTo>
                <a:lnTo>
                  <a:pt x="266130" y="150259"/>
                </a:lnTo>
                <a:lnTo>
                  <a:pt x="217815" y="150259"/>
                </a:lnTo>
                <a:close/>
                <a:moveTo>
                  <a:pt x="805926" y="148779"/>
                </a:moveTo>
                <a:lnTo>
                  <a:pt x="833416" y="148779"/>
                </a:lnTo>
                <a:lnTo>
                  <a:pt x="833416" y="150259"/>
                </a:lnTo>
                <a:lnTo>
                  <a:pt x="805926" y="150259"/>
                </a:lnTo>
                <a:close/>
                <a:moveTo>
                  <a:pt x="669728" y="148038"/>
                </a:moveTo>
                <a:lnTo>
                  <a:pt x="714711" y="148038"/>
                </a:lnTo>
                <a:lnTo>
                  <a:pt x="714711" y="150259"/>
                </a:lnTo>
                <a:lnTo>
                  <a:pt x="669728" y="150259"/>
                </a:lnTo>
                <a:close/>
                <a:moveTo>
                  <a:pt x="589758" y="149519"/>
                </a:moveTo>
                <a:lnTo>
                  <a:pt x="623495" y="149519"/>
                </a:lnTo>
                <a:lnTo>
                  <a:pt x="623495" y="150259"/>
                </a:lnTo>
                <a:lnTo>
                  <a:pt x="589758" y="150259"/>
                </a:lnTo>
                <a:close/>
                <a:moveTo>
                  <a:pt x="163668" y="148779"/>
                </a:moveTo>
                <a:lnTo>
                  <a:pt x="191158" y="148779"/>
                </a:lnTo>
                <a:lnTo>
                  <a:pt x="191158" y="150259"/>
                </a:lnTo>
                <a:lnTo>
                  <a:pt x="163668" y="150259"/>
                </a:lnTo>
                <a:close/>
                <a:moveTo>
                  <a:pt x="526448" y="149519"/>
                </a:moveTo>
                <a:lnTo>
                  <a:pt x="559769" y="149519"/>
                </a:lnTo>
                <a:lnTo>
                  <a:pt x="559769" y="150259"/>
                </a:lnTo>
                <a:lnTo>
                  <a:pt x="526448" y="150259"/>
                </a:lnTo>
                <a:close/>
                <a:moveTo>
                  <a:pt x="379420" y="149519"/>
                </a:moveTo>
                <a:lnTo>
                  <a:pt x="412741" y="149519"/>
                </a:lnTo>
                <a:lnTo>
                  <a:pt x="412741" y="150999"/>
                </a:lnTo>
                <a:lnTo>
                  <a:pt x="379420" y="150999"/>
                </a:lnTo>
                <a:close/>
                <a:moveTo>
                  <a:pt x="590174" y="150259"/>
                </a:moveTo>
                <a:lnTo>
                  <a:pt x="623495" y="150259"/>
                </a:lnTo>
                <a:lnTo>
                  <a:pt x="623495" y="150999"/>
                </a:lnTo>
                <a:lnTo>
                  <a:pt x="590174" y="150999"/>
                </a:lnTo>
                <a:close/>
                <a:moveTo>
                  <a:pt x="806343" y="150259"/>
                </a:moveTo>
                <a:lnTo>
                  <a:pt x="833416" y="150259"/>
                </a:lnTo>
                <a:lnTo>
                  <a:pt x="833416" y="150999"/>
                </a:lnTo>
                <a:lnTo>
                  <a:pt x="806343" y="150999"/>
                </a:lnTo>
                <a:close/>
                <a:moveTo>
                  <a:pt x="164085" y="150259"/>
                </a:moveTo>
                <a:lnTo>
                  <a:pt x="191158" y="150259"/>
                </a:lnTo>
                <a:lnTo>
                  <a:pt x="191158" y="150999"/>
                </a:lnTo>
                <a:lnTo>
                  <a:pt x="164085" y="150999"/>
                </a:lnTo>
                <a:close/>
                <a:moveTo>
                  <a:pt x="217815" y="150259"/>
                </a:moveTo>
                <a:lnTo>
                  <a:pt x="266546" y="150259"/>
                </a:lnTo>
                <a:lnTo>
                  <a:pt x="266546" y="150999"/>
                </a:lnTo>
                <a:lnTo>
                  <a:pt x="217815" y="150999"/>
                </a:lnTo>
                <a:close/>
                <a:moveTo>
                  <a:pt x="860073" y="149519"/>
                </a:moveTo>
                <a:lnTo>
                  <a:pt x="908804" y="149519"/>
                </a:lnTo>
                <a:lnTo>
                  <a:pt x="908804" y="150999"/>
                </a:lnTo>
                <a:lnTo>
                  <a:pt x="860073" y="150999"/>
                </a:lnTo>
                <a:close/>
                <a:moveTo>
                  <a:pt x="726790" y="149519"/>
                </a:moveTo>
                <a:lnTo>
                  <a:pt x="755529" y="149519"/>
                </a:lnTo>
                <a:lnTo>
                  <a:pt x="755529" y="150999"/>
                </a:lnTo>
                <a:lnTo>
                  <a:pt x="726790" y="150999"/>
                </a:lnTo>
                <a:close/>
                <a:moveTo>
                  <a:pt x="669728" y="150259"/>
                </a:moveTo>
                <a:lnTo>
                  <a:pt x="715127" y="150259"/>
                </a:lnTo>
                <a:lnTo>
                  <a:pt x="715127" y="150999"/>
                </a:lnTo>
                <a:lnTo>
                  <a:pt x="669728" y="150999"/>
                </a:lnTo>
                <a:close/>
                <a:moveTo>
                  <a:pt x="629326" y="150259"/>
                </a:moveTo>
                <a:lnTo>
                  <a:pt x="657649" y="150259"/>
                </a:lnTo>
                <a:lnTo>
                  <a:pt x="657649" y="151739"/>
                </a:lnTo>
                <a:lnTo>
                  <a:pt x="629326" y="151739"/>
                </a:lnTo>
                <a:close/>
                <a:moveTo>
                  <a:pt x="778020" y="149519"/>
                </a:moveTo>
                <a:lnTo>
                  <a:pt x="804677" y="149519"/>
                </a:lnTo>
                <a:lnTo>
                  <a:pt x="804677" y="151739"/>
                </a:lnTo>
                <a:lnTo>
                  <a:pt x="778020" y="151739"/>
                </a:lnTo>
                <a:close/>
                <a:moveTo>
                  <a:pt x="526448" y="150259"/>
                </a:moveTo>
                <a:lnTo>
                  <a:pt x="559353" y="150259"/>
                </a:lnTo>
                <a:lnTo>
                  <a:pt x="559353" y="151739"/>
                </a:lnTo>
                <a:lnTo>
                  <a:pt x="526448" y="151739"/>
                </a:lnTo>
                <a:close/>
                <a:moveTo>
                  <a:pt x="135762" y="149519"/>
                </a:moveTo>
                <a:lnTo>
                  <a:pt x="162419" y="149519"/>
                </a:lnTo>
                <a:lnTo>
                  <a:pt x="162419" y="151739"/>
                </a:lnTo>
                <a:lnTo>
                  <a:pt x="135762" y="151739"/>
                </a:lnTo>
                <a:close/>
                <a:moveTo>
                  <a:pt x="379837" y="150999"/>
                </a:moveTo>
                <a:lnTo>
                  <a:pt x="412741" y="150999"/>
                </a:lnTo>
                <a:lnTo>
                  <a:pt x="412741" y="151739"/>
                </a:lnTo>
                <a:lnTo>
                  <a:pt x="379837" y="151739"/>
                </a:lnTo>
                <a:close/>
                <a:moveTo>
                  <a:pt x="217815" y="150999"/>
                </a:moveTo>
                <a:lnTo>
                  <a:pt x="266963" y="150999"/>
                </a:lnTo>
                <a:lnTo>
                  <a:pt x="266963" y="152480"/>
                </a:lnTo>
                <a:lnTo>
                  <a:pt x="217815" y="152480"/>
                </a:lnTo>
                <a:close/>
                <a:moveTo>
                  <a:pt x="380253" y="151739"/>
                </a:moveTo>
                <a:lnTo>
                  <a:pt x="412741" y="151739"/>
                </a:lnTo>
                <a:lnTo>
                  <a:pt x="412741" y="152480"/>
                </a:lnTo>
                <a:lnTo>
                  <a:pt x="380253" y="152480"/>
                </a:lnTo>
                <a:close/>
                <a:moveTo>
                  <a:pt x="526032" y="151739"/>
                </a:moveTo>
                <a:lnTo>
                  <a:pt x="558936" y="151739"/>
                </a:lnTo>
                <a:lnTo>
                  <a:pt x="558936" y="152480"/>
                </a:lnTo>
                <a:lnTo>
                  <a:pt x="526032" y="152480"/>
                </a:lnTo>
                <a:close/>
                <a:moveTo>
                  <a:pt x="777604" y="151739"/>
                </a:moveTo>
                <a:lnTo>
                  <a:pt x="804677" y="151739"/>
                </a:lnTo>
                <a:lnTo>
                  <a:pt x="804677" y="152480"/>
                </a:lnTo>
                <a:lnTo>
                  <a:pt x="777604" y="152480"/>
                </a:lnTo>
                <a:close/>
                <a:moveTo>
                  <a:pt x="135346" y="151739"/>
                </a:moveTo>
                <a:lnTo>
                  <a:pt x="162419" y="151739"/>
                </a:lnTo>
                <a:lnTo>
                  <a:pt x="162419" y="152480"/>
                </a:lnTo>
                <a:lnTo>
                  <a:pt x="135346" y="152480"/>
                </a:lnTo>
                <a:close/>
                <a:moveTo>
                  <a:pt x="590591" y="150999"/>
                </a:moveTo>
                <a:lnTo>
                  <a:pt x="623495" y="150999"/>
                </a:lnTo>
                <a:lnTo>
                  <a:pt x="623495" y="152480"/>
                </a:lnTo>
                <a:lnTo>
                  <a:pt x="590591" y="152480"/>
                </a:lnTo>
                <a:close/>
                <a:moveTo>
                  <a:pt x="164085" y="150999"/>
                </a:moveTo>
                <a:lnTo>
                  <a:pt x="191575" y="150999"/>
                </a:lnTo>
                <a:lnTo>
                  <a:pt x="191575" y="152480"/>
                </a:lnTo>
                <a:lnTo>
                  <a:pt x="164085" y="152480"/>
                </a:lnTo>
                <a:close/>
                <a:moveTo>
                  <a:pt x="806343" y="150999"/>
                </a:moveTo>
                <a:lnTo>
                  <a:pt x="833833" y="150999"/>
                </a:lnTo>
                <a:lnTo>
                  <a:pt x="833833" y="152480"/>
                </a:lnTo>
                <a:lnTo>
                  <a:pt x="806343" y="152480"/>
                </a:lnTo>
                <a:close/>
                <a:moveTo>
                  <a:pt x="860073" y="150999"/>
                </a:moveTo>
                <a:lnTo>
                  <a:pt x="909221" y="150999"/>
                </a:lnTo>
                <a:lnTo>
                  <a:pt x="909221" y="152480"/>
                </a:lnTo>
                <a:lnTo>
                  <a:pt x="860073" y="152480"/>
                </a:lnTo>
                <a:close/>
                <a:moveTo>
                  <a:pt x="806759" y="152480"/>
                </a:moveTo>
                <a:lnTo>
                  <a:pt x="833833" y="152480"/>
                </a:lnTo>
                <a:lnTo>
                  <a:pt x="833833" y="153220"/>
                </a:lnTo>
                <a:lnTo>
                  <a:pt x="806759" y="153220"/>
                </a:lnTo>
                <a:close/>
                <a:moveTo>
                  <a:pt x="591007" y="152480"/>
                </a:moveTo>
                <a:lnTo>
                  <a:pt x="623912" y="152480"/>
                </a:lnTo>
                <a:lnTo>
                  <a:pt x="623912" y="153220"/>
                </a:lnTo>
                <a:lnTo>
                  <a:pt x="591007" y="153220"/>
                </a:lnTo>
                <a:close/>
                <a:moveTo>
                  <a:pt x="164501" y="152480"/>
                </a:moveTo>
                <a:lnTo>
                  <a:pt x="191575" y="152480"/>
                </a:lnTo>
                <a:lnTo>
                  <a:pt x="191575" y="153220"/>
                </a:lnTo>
                <a:lnTo>
                  <a:pt x="164501" y="153220"/>
                </a:lnTo>
                <a:close/>
                <a:moveTo>
                  <a:pt x="217815" y="152480"/>
                </a:moveTo>
                <a:lnTo>
                  <a:pt x="267379" y="152480"/>
                </a:lnTo>
                <a:lnTo>
                  <a:pt x="267379" y="153220"/>
                </a:lnTo>
                <a:lnTo>
                  <a:pt x="217815" y="153220"/>
                </a:lnTo>
                <a:close/>
                <a:moveTo>
                  <a:pt x="860073" y="152480"/>
                </a:moveTo>
                <a:lnTo>
                  <a:pt x="909637" y="152480"/>
                </a:lnTo>
                <a:lnTo>
                  <a:pt x="909637" y="153220"/>
                </a:lnTo>
                <a:lnTo>
                  <a:pt x="860073" y="153220"/>
                </a:lnTo>
                <a:close/>
                <a:moveTo>
                  <a:pt x="380253" y="152480"/>
                </a:moveTo>
                <a:lnTo>
                  <a:pt x="413158" y="152480"/>
                </a:lnTo>
                <a:lnTo>
                  <a:pt x="413158" y="153220"/>
                </a:lnTo>
                <a:lnTo>
                  <a:pt x="380253" y="153220"/>
                </a:lnTo>
                <a:close/>
                <a:moveTo>
                  <a:pt x="726790" y="150999"/>
                </a:moveTo>
                <a:lnTo>
                  <a:pt x="755112" y="150999"/>
                </a:lnTo>
                <a:lnTo>
                  <a:pt x="755112" y="153220"/>
                </a:lnTo>
                <a:lnTo>
                  <a:pt x="726790" y="153220"/>
                </a:lnTo>
                <a:close/>
                <a:moveTo>
                  <a:pt x="669311" y="150999"/>
                </a:moveTo>
                <a:lnTo>
                  <a:pt x="715127" y="150999"/>
                </a:lnTo>
                <a:lnTo>
                  <a:pt x="715127" y="153220"/>
                </a:lnTo>
                <a:lnTo>
                  <a:pt x="669311" y="153220"/>
                </a:lnTo>
                <a:close/>
                <a:moveTo>
                  <a:pt x="777604" y="152480"/>
                </a:moveTo>
                <a:lnTo>
                  <a:pt x="804260" y="152480"/>
                </a:lnTo>
                <a:lnTo>
                  <a:pt x="804260" y="153960"/>
                </a:lnTo>
                <a:lnTo>
                  <a:pt x="777604" y="153960"/>
                </a:lnTo>
                <a:close/>
                <a:moveTo>
                  <a:pt x="135346" y="152480"/>
                </a:moveTo>
                <a:lnTo>
                  <a:pt x="162002" y="152480"/>
                </a:lnTo>
                <a:lnTo>
                  <a:pt x="162002" y="153960"/>
                </a:lnTo>
                <a:lnTo>
                  <a:pt x="135346" y="153960"/>
                </a:lnTo>
                <a:close/>
                <a:moveTo>
                  <a:pt x="526032" y="152480"/>
                </a:moveTo>
                <a:lnTo>
                  <a:pt x="558520" y="152480"/>
                </a:lnTo>
                <a:lnTo>
                  <a:pt x="558520" y="153960"/>
                </a:lnTo>
                <a:lnTo>
                  <a:pt x="526032" y="153960"/>
                </a:lnTo>
                <a:close/>
                <a:moveTo>
                  <a:pt x="629326" y="151739"/>
                </a:moveTo>
                <a:lnTo>
                  <a:pt x="658065" y="151739"/>
                </a:lnTo>
                <a:lnTo>
                  <a:pt x="658065" y="153960"/>
                </a:lnTo>
                <a:lnTo>
                  <a:pt x="629326" y="153960"/>
                </a:lnTo>
                <a:close/>
                <a:moveTo>
                  <a:pt x="669311" y="153220"/>
                </a:moveTo>
                <a:lnTo>
                  <a:pt x="715544" y="153220"/>
                </a:lnTo>
                <a:lnTo>
                  <a:pt x="715544" y="153960"/>
                </a:lnTo>
                <a:lnTo>
                  <a:pt x="669311" y="153960"/>
                </a:lnTo>
                <a:close/>
                <a:moveTo>
                  <a:pt x="726373" y="153220"/>
                </a:moveTo>
                <a:lnTo>
                  <a:pt x="755112" y="153220"/>
                </a:lnTo>
                <a:lnTo>
                  <a:pt x="755112" y="154700"/>
                </a:lnTo>
                <a:lnTo>
                  <a:pt x="726373" y="154700"/>
                </a:lnTo>
                <a:close/>
                <a:moveTo>
                  <a:pt x="777187" y="153960"/>
                </a:moveTo>
                <a:lnTo>
                  <a:pt x="804260" y="153960"/>
                </a:lnTo>
                <a:lnTo>
                  <a:pt x="804260" y="154700"/>
                </a:lnTo>
                <a:lnTo>
                  <a:pt x="777187" y="154700"/>
                </a:lnTo>
                <a:close/>
                <a:moveTo>
                  <a:pt x="591424" y="153220"/>
                </a:moveTo>
                <a:lnTo>
                  <a:pt x="623912" y="153220"/>
                </a:lnTo>
                <a:lnTo>
                  <a:pt x="623912" y="154700"/>
                </a:lnTo>
                <a:lnTo>
                  <a:pt x="591424" y="154700"/>
                </a:lnTo>
                <a:close/>
                <a:moveTo>
                  <a:pt x="134929" y="153960"/>
                </a:moveTo>
                <a:lnTo>
                  <a:pt x="162002" y="153960"/>
                </a:lnTo>
                <a:lnTo>
                  <a:pt x="162002" y="154700"/>
                </a:lnTo>
                <a:lnTo>
                  <a:pt x="134929" y="154700"/>
                </a:lnTo>
                <a:close/>
                <a:moveTo>
                  <a:pt x="526032" y="153960"/>
                </a:moveTo>
                <a:lnTo>
                  <a:pt x="558103" y="153960"/>
                </a:lnTo>
                <a:lnTo>
                  <a:pt x="558103" y="154700"/>
                </a:lnTo>
                <a:lnTo>
                  <a:pt x="526032" y="154700"/>
                </a:lnTo>
                <a:close/>
                <a:moveTo>
                  <a:pt x="860073" y="153220"/>
                </a:moveTo>
                <a:lnTo>
                  <a:pt x="910054" y="153220"/>
                </a:lnTo>
                <a:lnTo>
                  <a:pt x="910054" y="154700"/>
                </a:lnTo>
                <a:lnTo>
                  <a:pt x="860073" y="154700"/>
                </a:lnTo>
                <a:close/>
                <a:moveTo>
                  <a:pt x="217815" y="153220"/>
                </a:moveTo>
                <a:lnTo>
                  <a:pt x="267796" y="153220"/>
                </a:lnTo>
                <a:lnTo>
                  <a:pt x="267796" y="154700"/>
                </a:lnTo>
                <a:lnTo>
                  <a:pt x="217815" y="154700"/>
                </a:lnTo>
                <a:close/>
                <a:moveTo>
                  <a:pt x="380670" y="153220"/>
                </a:moveTo>
                <a:lnTo>
                  <a:pt x="413158" y="153220"/>
                </a:lnTo>
                <a:lnTo>
                  <a:pt x="413158" y="154700"/>
                </a:lnTo>
                <a:lnTo>
                  <a:pt x="380670" y="154700"/>
                </a:lnTo>
                <a:close/>
                <a:moveTo>
                  <a:pt x="525615" y="154700"/>
                </a:moveTo>
                <a:lnTo>
                  <a:pt x="558103" y="154700"/>
                </a:lnTo>
                <a:lnTo>
                  <a:pt x="558103" y="155440"/>
                </a:lnTo>
                <a:lnTo>
                  <a:pt x="525615" y="155440"/>
                </a:lnTo>
                <a:close/>
                <a:moveTo>
                  <a:pt x="164501" y="153220"/>
                </a:moveTo>
                <a:lnTo>
                  <a:pt x="191991" y="153220"/>
                </a:lnTo>
                <a:lnTo>
                  <a:pt x="191991" y="155440"/>
                </a:lnTo>
                <a:lnTo>
                  <a:pt x="164501" y="155440"/>
                </a:lnTo>
                <a:close/>
                <a:moveTo>
                  <a:pt x="806759" y="153220"/>
                </a:moveTo>
                <a:lnTo>
                  <a:pt x="834249" y="153220"/>
                </a:lnTo>
                <a:lnTo>
                  <a:pt x="834249" y="155440"/>
                </a:lnTo>
                <a:lnTo>
                  <a:pt x="806759" y="155440"/>
                </a:lnTo>
                <a:close/>
                <a:moveTo>
                  <a:pt x="381086" y="154700"/>
                </a:moveTo>
                <a:lnTo>
                  <a:pt x="413158" y="154700"/>
                </a:lnTo>
                <a:lnTo>
                  <a:pt x="413158" y="155440"/>
                </a:lnTo>
                <a:lnTo>
                  <a:pt x="381086" y="155440"/>
                </a:lnTo>
                <a:close/>
                <a:moveTo>
                  <a:pt x="860073" y="154700"/>
                </a:moveTo>
                <a:lnTo>
                  <a:pt x="910470" y="154700"/>
                </a:lnTo>
                <a:lnTo>
                  <a:pt x="910470" y="156181"/>
                </a:lnTo>
                <a:lnTo>
                  <a:pt x="860073" y="156181"/>
                </a:lnTo>
                <a:close/>
                <a:moveTo>
                  <a:pt x="381086" y="155440"/>
                </a:moveTo>
                <a:lnTo>
                  <a:pt x="413574" y="155440"/>
                </a:lnTo>
                <a:lnTo>
                  <a:pt x="413574" y="156181"/>
                </a:lnTo>
                <a:lnTo>
                  <a:pt x="381086" y="156181"/>
                </a:lnTo>
                <a:close/>
                <a:moveTo>
                  <a:pt x="591840" y="154700"/>
                </a:moveTo>
                <a:lnTo>
                  <a:pt x="624328" y="154700"/>
                </a:lnTo>
                <a:lnTo>
                  <a:pt x="624328" y="156181"/>
                </a:lnTo>
                <a:lnTo>
                  <a:pt x="591840" y="156181"/>
                </a:lnTo>
                <a:close/>
                <a:moveTo>
                  <a:pt x="134929" y="154700"/>
                </a:moveTo>
                <a:lnTo>
                  <a:pt x="161586" y="154700"/>
                </a:lnTo>
                <a:lnTo>
                  <a:pt x="161586" y="156181"/>
                </a:lnTo>
                <a:lnTo>
                  <a:pt x="134929" y="156181"/>
                </a:lnTo>
                <a:close/>
                <a:moveTo>
                  <a:pt x="777187" y="154700"/>
                </a:moveTo>
                <a:lnTo>
                  <a:pt x="803844" y="154700"/>
                </a:lnTo>
                <a:lnTo>
                  <a:pt x="803844" y="156181"/>
                </a:lnTo>
                <a:lnTo>
                  <a:pt x="777187" y="156181"/>
                </a:lnTo>
                <a:close/>
                <a:moveTo>
                  <a:pt x="629743" y="153960"/>
                </a:moveTo>
                <a:lnTo>
                  <a:pt x="658065" y="153960"/>
                </a:lnTo>
                <a:lnTo>
                  <a:pt x="658065" y="156181"/>
                </a:lnTo>
                <a:lnTo>
                  <a:pt x="629743" y="156181"/>
                </a:lnTo>
                <a:close/>
                <a:moveTo>
                  <a:pt x="668895" y="153960"/>
                </a:moveTo>
                <a:lnTo>
                  <a:pt x="715544" y="153960"/>
                </a:lnTo>
                <a:lnTo>
                  <a:pt x="715544" y="156181"/>
                </a:lnTo>
                <a:lnTo>
                  <a:pt x="668895" y="156181"/>
                </a:lnTo>
                <a:close/>
                <a:moveTo>
                  <a:pt x="217815" y="154700"/>
                </a:moveTo>
                <a:lnTo>
                  <a:pt x="268212" y="154700"/>
                </a:lnTo>
                <a:lnTo>
                  <a:pt x="268212" y="156181"/>
                </a:lnTo>
                <a:lnTo>
                  <a:pt x="217815" y="156181"/>
                </a:lnTo>
                <a:close/>
                <a:moveTo>
                  <a:pt x="629743" y="156181"/>
                </a:moveTo>
                <a:lnTo>
                  <a:pt x="658482" y="156181"/>
                </a:lnTo>
                <a:lnTo>
                  <a:pt x="658482" y="156921"/>
                </a:lnTo>
                <a:lnTo>
                  <a:pt x="629743" y="156921"/>
                </a:lnTo>
                <a:close/>
                <a:moveTo>
                  <a:pt x="668895" y="156181"/>
                </a:moveTo>
                <a:lnTo>
                  <a:pt x="715960" y="156181"/>
                </a:lnTo>
                <a:lnTo>
                  <a:pt x="715960" y="156921"/>
                </a:lnTo>
                <a:lnTo>
                  <a:pt x="668895" y="156921"/>
                </a:lnTo>
                <a:close/>
                <a:moveTo>
                  <a:pt x="217815" y="156181"/>
                </a:moveTo>
                <a:lnTo>
                  <a:pt x="268629" y="156181"/>
                </a:lnTo>
                <a:lnTo>
                  <a:pt x="268629" y="156921"/>
                </a:lnTo>
                <a:lnTo>
                  <a:pt x="217815" y="156921"/>
                </a:lnTo>
                <a:close/>
                <a:moveTo>
                  <a:pt x="860073" y="156181"/>
                </a:moveTo>
                <a:lnTo>
                  <a:pt x="910887" y="156181"/>
                </a:lnTo>
                <a:lnTo>
                  <a:pt x="910887" y="156921"/>
                </a:lnTo>
                <a:lnTo>
                  <a:pt x="860073" y="156921"/>
                </a:lnTo>
                <a:close/>
                <a:moveTo>
                  <a:pt x="525615" y="155440"/>
                </a:moveTo>
                <a:lnTo>
                  <a:pt x="557687" y="155440"/>
                </a:lnTo>
                <a:lnTo>
                  <a:pt x="557687" y="156921"/>
                </a:lnTo>
                <a:lnTo>
                  <a:pt x="525615" y="156921"/>
                </a:lnTo>
                <a:close/>
                <a:moveTo>
                  <a:pt x="381503" y="156181"/>
                </a:moveTo>
                <a:lnTo>
                  <a:pt x="413574" y="156181"/>
                </a:lnTo>
                <a:lnTo>
                  <a:pt x="413574" y="157661"/>
                </a:lnTo>
                <a:lnTo>
                  <a:pt x="381503" y="157661"/>
                </a:lnTo>
                <a:close/>
                <a:moveTo>
                  <a:pt x="134513" y="156181"/>
                </a:moveTo>
                <a:lnTo>
                  <a:pt x="161586" y="156181"/>
                </a:lnTo>
                <a:lnTo>
                  <a:pt x="161586" y="157661"/>
                </a:lnTo>
                <a:lnTo>
                  <a:pt x="134513" y="157661"/>
                </a:lnTo>
                <a:close/>
                <a:moveTo>
                  <a:pt x="776771" y="156181"/>
                </a:moveTo>
                <a:lnTo>
                  <a:pt x="803844" y="156181"/>
                </a:lnTo>
                <a:lnTo>
                  <a:pt x="803844" y="157661"/>
                </a:lnTo>
                <a:lnTo>
                  <a:pt x="776771" y="157661"/>
                </a:lnTo>
                <a:close/>
                <a:moveTo>
                  <a:pt x="592257" y="156181"/>
                </a:moveTo>
                <a:lnTo>
                  <a:pt x="624328" y="156181"/>
                </a:lnTo>
                <a:lnTo>
                  <a:pt x="624328" y="157661"/>
                </a:lnTo>
                <a:lnTo>
                  <a:pt x="592257" y="157661"/>
                </a:lnTo>
                <a:close/>
                <a:moveTo>
                  <a:pt x="860073" y="156921"/>
                </a:moveTo>
                <a:lnTo>
                  <a:pt x="911303" y="156921"/>
                </a:lnTo>
                <a:lnTo>
                  <a:pt x="911303" y="157661"/>
                </a:lnTo>
                <a:lnTo>
                  <a:pt x="860073" y="157661"/>
                </a:lnTo>
                <a:close/>
                <a:moveTo>
                  <a:pt x="807176" y="155440"/>
                </a:moveTo>
                <a:lnTo>
                  <a:pt x="834666" y="155440"/>
                </a:lnTo>
                <a:lnTo>
                  <a:pt x="834666" y="157661"/>
                </a:lnTo>
                <a:lnTo>
                  <a:pt x="807176" y="157661"/>
                </a:lnTo>
                <a:close/>
                <a:moveTo>
                  <a:pt x="726373" y="154700"/>
                </a:moveTo>
                <a:lnTo>
                  <a:pt x="754696" y="154700"/>
                </a:lnTo>
                <a:lnTo>
                  <a:pt x="754696" y="157661"/>
                </a:lnTo>
                <a:lnTo>
                  <a:pt x="726373" y="157661"/>
                </a:lnTo>
                <a:close/>
                <a:moveTo>
                  <a:pt x="164918" y="155440"/>
                </a:moveTo>
                <a:lnTo>
                  <a:pt x="192408" y="155440"/>
                </a:lnTo>
                <a:lnTo>
                  <a:pt x="192408" y="157661"/>
                </a:lnTo>
                <a:lnTo>
                  <a:pt x="164918" y="157661"/>
                </a:lnTo>
                <a:close/>
                <a:moveTo>
                  <a:pt x="164918" y="157661"/>
                </a:moveTo>
                <a:lnTo>
                  <a:pt x="192824" y="157661"/>
                </a:lnTo>
                <a:lnTo>
                  <a:pt x="192824" y="158401"/>
                </a:lnTo>
                <a:lnTo>
                  <a:pt x="164918" y="158401"/>
                </a:lnTo>
                <a:close/>
                <a:moveTo>
                  <a:pt x="525199" y="156921"/>
                </a:moveTo>
                <a:lnTo>
                  <a:pt x="557270" y="156921"/>
                </a:lnTo>
                <a:lnTo>
                  <a:pt x="557270" y="158401"/>
                </a:lnTo>
                <a:lnTo>
                  <a:pt x="525199" y="158401"/>
                </a:lnTo>
                <a:close/>
                <a:moveTo>
                  <a:pt x="217815" y="156921"/>
                </a:moveTo>
                <a:lnTo>
                  <a:pt x="269045" y="156921"/>
                </a:lnTo>
                <a:lnTo>
                  <a:pt x="269045" y="158401"/>
                </a:lnTo>
                <a:lnTo>
                  <a:pt x="217815" y="158401"/>
                </a:lnTo>
                <a:close/>
                <a:moveTo>
                  <a:pt x="217815" y="158401"/>
                </a:moveTo>
                <a:lnTo>
                  <a:pt x="269462" y="158401"/>
                </a:lnTo>
                <a:lnTo>
                  <a:pt x="269462" y="159141"/>
                </a:lnTo>
                <a:lnTo>
                  <a:pt x="217815" y="159141"/>
                </a:lnTo>
                <a:close/>
                <a:moveTo>
                  <a:pt x="860073" y="157661"/>
                </a:moveTo>
                <a:lnTo>
                  <a:pt x="911720" y="157661"/>
                </a:lnTo>
                <a:lnTo>
                  <a:pt x="911720" y="159141"/>
                </a:lnTo>
                <a:lnTo>
                  <a:pt x="860073" y="159141"/>
                </a:lnTo>
                <a:close/>
                <a:moveTo>
                  <a:pt x="807592" y="157661"/>
                </a:moveTo>
                <a:lnTo>
                  <a:pt x="835082" y="157661"/>
                </a:lnTo>
                <a:lnTo>
                  <a:pt x="835082" y="159141"/>
                </a:lnTo>
                <a:lnTo>
                  <a:pt x="807592" y="159141"/>
                </a:lnTo>
                <a:close/>
                <a:moveTo>
                  <a:pt x="668478" y="156921"/>
                </a:moveTo>
                <a:lnTo>
                  <a:pt x="715960" y="156921"/>
                </a:lnTo>
                <a:lnTo>
                  <a:pt x="715960" y="159141"/>
                </a:lnTo>
                <a:lnTo>
                  <a:pt x="668478" y="159141"/>
                </a:lnTo>
                <a:close/>
                <a:moveTo>
                  <a:pt x="592673" y="157661"/>
                </a:moveTo>
                <a:lnTo>
                  <a:pt x="624745" y="157661"/>
                </a:lnTo>
                <a:lnTo>
                  <a:pt x="624745" y="159141"/>
                </a:lnTo>
                <a:lnTo>
                  <a:pt x="592673" y="159141"/>
                </a:lnTo>
                <a:close/>
                <a:moveTo>
                  <a:pt x="381919" y="157661"/>
                </a:moveTo>
                <a:lnTo>
                  <a:pt x="413574" y="157661"/>
                </a:lnTo>
                <a:lnTo>
                  <a:pt x="413574" y="159141"/>
                </a:lnTo>
                <a:lnTo>
                  <a:pt x="381919" y="159141"/>
                </a:lnTo>
                <a:close/>
                <a:moveTo>
                  <a:pt x="165334" y="158401"/>
                </a:moveTo>
                <a:lnTo>
                  <a:pt x="192824" y="158401"/>
                </a:lnTo>
                <a:lnTo>
                  <a:pt x="192824" y="159141"/>
                </a:lnTo>
                <a:lnTo>
                  <a:pt x="165334" y="159141"/>
                </a:lnTo>
                <a:close/>
                <a:moveTo>
                  <a:pt x="776354" y="157661"/>
                </a:moveTo>
                <a:lnTo>
                  <a:pt x="803427" y="157661"/>
                </a:lnTo>
                <a:lnTo>
                  <a:pt x="803427" y="159882"/>
                </a:lnTo>
                <a:lnTo>
                  <a:pt x="776354" y="159882"/>
                </a:lnTo>
                <a:close/>
                <a:moveTo>
                  <a:pt x="525199" y="158401"/>
                </a:moveTo>
                <a:lnTo>
                  <a:pt x="556854" y="158401"/>
                </a:lnTo>
                <a:lnTo>
                  <a:pt x="556854" y="159882"/>
                </a:lnTo>
                <a:lnTo>
                  <a:pt x="525199" y="159882"/>
                </a:lnTo>
                <a:close/>
                <a:moveTo>
                  <a:pt x="134096" y="157661"/>
                </a:moveTo>
                <a:lnTo>
                  <a:pt x="161169" y="157661"/>
                </a:lnTo>
                <a:lnTo>
                  <a:pt x="161169" y="159882"/>
                </a:lnTo>
                <a:lnTo>
                  <a:pt x="134096" y="159882"/>
                </a:lnTo>
                <a:close/>
                <a:moveTo>
                  <a:pt x="668478" y="159141"/>
                </a:moveTo>
                <a:lnTo>
                  <a:pt x="716377" y="159141"/>
                </a:lnTo>
                <a:lnTo>
                  <a:pt x="716377" y="159882"/>
                </a:lnTo>
                <a:lnTo>
                  <a:pt x="668478" y="159882"/>
                </a:lnTo>
                <a:close/>
                <a:moveTo>
                  <a:pt x="381919" y="159141"/>
                </a:moveTo>
                <a:lnTo>
                  <a:pt x="413991" y="159141"/>
                </a:lnTo>
                <a:lnTo>
                  <a:pt x="413991" y="159882"/>
                </a:lnTo>
                <a:lnTo>
                  <a:pt x="381919" y="159882"/>
                </a:lnTo>
                <a:close/>
                <a:moveTo>
                  <a:pt x="524782" y="159882"/>
                </a:moveTo>
                <a:lnTo>
                  <a:pt x="556854" y="159882"/>
                </a:lnTo>
                <a:lnTo>
                  <a:pt x="556854" y="160622"/>
                </a:lnTo>
                <a:lnTo>
                  <a:pt x="524782" y="160622"/>
                </a:lnTo>
                <a:close/>
                <a:moveTo>
                  <a:pt x="630159" y="156921"/>
                </a:moveTo>
                <a:lnTo>
                  <a:pt x="658482" y="156921"/>
                </a:lnTo>
                <a:lnTo>
                  <a:pt x="658482" y="160622"/>
                </a:lnTo>
                <a:lnTo>
                  <a:pt x="630159" y="160622"/>
                </a:lnTo>
                <a:close/>
                <a:moveTo>
                  <a:pt x="860073" y="159141"/>
                </a:moveTo>
                <a:lnTo>
                  <a:pt x="912136" y="159141"/>
                </a:lnTo>
                <a:lnTo>
                  <a:pt x="912136" y="160622"/>
                </a:lnTo>
                <a:lnTo>
                  <a:pt x="860073" y="160622"/>
                </a:lnTo>
                <a:close/>
                <a:moveTo>
                  <a:pt x="217815" y="159141"/>
                </a:moveTo>
                <a:lnTo>
                  <a:pt x="269878" y="159141"/>
                </a:lnTo>
                <a:lnTo>
                  <a:pt x="269878" y="160622"/>
                </a:lnTo>
                <a:lnTo>
                  <a:pt x="217815" y="160622"/>
                </a:lnTo>
                <a:close/>
                <a:moveTo>
                  <a:pt x="807592" y="159141"/>
                </a:moveTo>
                <a:lnTo>
                  <a:pt x="835499" y="159141"/>
                </a:lnTo>
                <a:lnTo>
                  <a:pt x="835499" y="160622"/>
                </a:lnTo>
                <a:lnTo>
                  <a:pt x="807592" y="160622"/>
                </a:lnTo>
                <a:close/>
                <a:moveTo>
                  <a:pt x="165334" y="159141"/>
                </a:moveTo>
                <a:lnTo>
                  <a:pt x="193241" y="159141"/>
                </a:lnTo>
                <a:lnTo>
                  <a:pt x="193241" y="160622"/>
                </a:lnTo>
                <a:lnTo>
                  <a:pt x="165334" y="160622"/>
                </a:lnTo>
                <a:close/>
                <a:moveTo>
                  <a:pt x="593090" y="159141"/>
                </a:moveTo>
                <a:lnTo>
                  <a:pt x="624745" y="159141"/>
                </a:lnTo>
                <a:lnTo>
                  <a:pt x="624745" y="161362"/>
                </a:lnTo>
                <a:lnTo>
                  <a:pt x="593090" y="161362"/>
                </a:lnTo>
                <a:close/>
                <a:moveTo>
                  <a:pt x="725957" y="157661"/>
                </a:moveTo>
                <a:lnTo>
                  <a:pt x="754279" y="157661"/>
                </a:lnTo>
                <a:lnTo>
                  <a:pt x="754279" y="161362"/>
                </a:lnTo>
                <a:lnTo>
                  <a:pt x="725957" y="161362"/>
                </a:lnTo>
                <a:close/>
                <a:moveTo>
                  <a:pt x="808009" y="160622"/>
                </a:moveTo>
                <a:lnTo>
                  <a:pt x="835499" y="160622"/>
                </a:lnTo>
                <a:lnTo>
                  <a:pt x="835499" y="161362"/>
                </a:lnTo>
                <a:lnTo>
                  <a:pt x="808009" y="161362"/>
                </a:lnTo>
                <a:close/>
                <a:moveTo>
                  <a:pt x="165751" y="160622"/>
                </a:moveTo>
                <a:lnTo>
                  <a:pt x="193241" y="160622"/>
                </a:lnTo>
                <a:lnTo>
                  <a:pt x="193241" y="161362"/>
                </a:lnTo>
                <a:lnTo>
                  <a:pt x="165751" y="161362"/>
                </a:lnTo>
                <a:close/>
                <a:moveTo>
                  <a:pt x="217815" y="160622"/>
                </a:moveTo>
                <a:lnTo>
                  <a:pt x="270295" y="160622"/>
                </a:lnTo>
                <a:lnTo>
                  <a:pt x="270295" y="161362"/>
                </a:lnTo>
                <a:lnTo>
                  <a:pt x="217815" y="161362"/>
                </a:lnTo>
                <a:close/>
                <a:moveTo>
                  <a:pt x="860073" y="160622"/>
                </a:moveTo>
                <a:lnTo>
                  <a:pt x="912553" y="160622"/>
                </a:lnTo>
                <a:lnTo>
                  <a:pt x="912553" y="161362"/>
                </a:lnTo>
                <a:lnTo>
                  <a:pt x="860073" y="161362"/>
                </a:lnTo>
                <a:close/>
                <a:moveTo>
                  <a:pt x="668062" y="159882"/>
                </a:moveTo>
                <a:lnTo>
                  <a:pt x="716377" y="159882"/>
                </a:lnTo>
                <a:lnTo>
                  <a:pt x="716377" y="162102"/>
                </a:lnTo>
                <a:lnTo>
                  <a:pt x="668062" y="162102"/>
                </a:lnTo>
                <a:close/>
                <a:moveTo>
                  <a:pt x="133680" y="159882"/>
                </a:moveTo>
                <a:lnTo>
                  <a:pt x="160753" y="159882"/>
                </a:lnTo>
                <a:lnTo>
                  <a:pt x="160753" y="162102"/>
                </a:lnTo>
                <a:lnTo>
                  <a:pt x="133680" y="162102"/>
                </a:lnTo>
                <a:close/>
                <a:moveTo>
                  <a:pt x="382336" y="159882"/>
                </a:moveTo>
                <a:lnTo>
                  <a:pt x="413991" y="159882"/>
                </a:lnTo>
                <a:lnTo>
                  <a:pt x="413991" y="162102"/>
                </a:lnTo>
                <a:lnTo>
                  <a:pt x="382336" y="162102"/>
                </a:lnTo>
                <a:close/>
                <a:moveTo>
                  <a:pt x="775938" y="159882"/>
                </a:moveTo>
                <a:lnTo>
                  <a:pt x="803011" y="159882"/>
                </a:lnTo>
                <a:lnTo>
                  <a:pt x="803011" y="162102"/>
                </a:lnTo>
                <a:lnTo>
                  <a:pt x="775938" y="162102"/>
                </a:lnTo>
                <a:close/>
                <a:moveTo>
                  <a:pt x="860073" y="161362"/>
                </a:moveTo>
                <a:lnTo>
                  <a:pt x="912969" y="161362"/>
                </a:lnTo>
                <a:lnTo>
                  <a:pt x="912969" y="162842"/>
                </a:lnTo>
                <a:lnTo>
                  <a:pt x="860073" y="162842"/>
                </a:lnTo>
                <a:close/>
                <a:moveTo>
                  <a:pt x="217815" y="161362"/>
                </a:moveTo>
                <a:lnTo>
                  <a:pt x="270711" y="161362"/>
                </a:lnTo>
                <a:lnTo>
                  <a:pt x="270711" y="162842"/>
                </a:lnTo>
                <a:lnTo>
                  <a:pt x="217815" y="162842"/>
                </a:lnTo>
                <a:close/>
                <a:moveTo>
                  <a:pt x="808009" y="161362"/>
                </a:moveTo>
                <a:lnTo>
                  <a:pt x="835915" y="161362"/>
                </a:lnTo>
                <a:lnTo>
                  <a:pt x="835915" y="162842"/>
                </a:lnTo>
                <a:lnTo>
                  <a:pt x="808009" y="162842"/>
                </a:lnTo>
                <a:close/>
                <a:moveTo>
                  <a:pt x="133263" y="162102"/>
                </a:moveTo>
                <a:lnTo>
                  <a:pt x="160753" y="162102"/>
                </a:lnTo>
                <a:lnTo>
                  <a:pt x="160753" y="162842"/>
                </a:lnTo>
                <a:lnTo>
                  <a:pt x="133263" y="162842"/>
                </a:lnTo>
                <a:close/>
                <a:moveTo>
                  <a:pt x="775521" y="162102"/>
                </a:moveTo>
                <a:lnTo>
                  <a:pt x="803011" y="162102"/>
                </a:lnTo>
                <a:lnTo>
                  <a:pt x="803011" y="162842"/>
                </a:lnTo>
                <a:lnTo>
                  <a:pt x="775521" y="162842"/>
                </a:lnTo>
                <a:close/>
                <a:moveTo>
                  <a:pt x="524782" y="160622"/>
                </a:moveTo>
                <a:lnTo>
                  <a:pt x="556437" y="160622"/>
                </a:lnTo>
                <a:lnTo>
                  <a:pt x="556437" y="162842"/>
                </a:lnTo>
                <a:lnTo>
                  <a:pt x="524782" y="162842"/>
                </a:lnTo>
                <a:close/>
                <a:moveTo>
                  <a:pt x="668062" y="162102"/>
                </a:moveTo>
                <a:lnTo>
                  <a:pt x="716793" y="162102"/>
                </a:lnTo>
                <a:lnTo>
                  <a:pt x="716793" y="162842"/>
                </a:lnTo>
                <a:lnTo>
                  <a:pt x="668062" y="162842"/>
                </a:lnTo>
                <a:close/>
                <a:moveTo>
                  <a:pt x="165751" y="161362"/>
                </a:moveTo>
                <a:lnTo>
                  <a:pt x="193657" y="161362"/>
                </a:lnTo>
                <a:lnTo>
                  <a:pt x="193657" y="162842"/>
                </a:lnTo>
                <a:lnTo>
                  <a:pt x="165751" y="162842"/>
                </a:lnTo>
                <a:close/>
                <a:moveTo>
                  <a:pt x="382752" y="162102"/>
                </a:moveTo>
                <a:lnTo>
                  <a:pt x="413991" y="162102"/>
                </a:lnTo>
                <a:lnTo>
                  <a:pt x="413991" y="162842"/>
                </a:lnTo>
                <a:lnTo>
                  <a:pt x="382752" y="162842"/>
                </a:lnTo>
                <a:close/>
                <a:moveTo>
                  <a:pt x="217815" y="162842"/>
                </a:moveTo>
                <a:lnTo>
                  <a:pt x="271128" y="162842"/>
                </a:lnTo>
                <a:lnTo>
                  <a:pt x="271128" y="163583"/>
                </a:lnTo>
                <a:lnTo>
                  <a:pt x="217815" y="163583"/>
                </a:lnTo>
                <a:close/>
                <a:moveTo>
                  <a:pt x="860073" y="162842"/>
                </a:moveTo>
                <a:lnTo>
                  <a:pt x="913386" y="162842"/>
                </a:lnTo>
                <a:lnTo>
                  <a:pt x="913386" y="163583"/>
                </a:lnTo>
                <a:lnTo>
                  <a:pt x="860073" y="163583"/>
                </a:lnTo>
                <a:close/>
                <a:moveTo>
                  <a:pt x="593506" y="161362"/>
                </a:moveTo>
                <a:lnTo>
                  <a:pt x="625161" y="161362"/>
                </a:lnTo>
                <a:lnTo>
                  <a:pt x="625161" y="163583"/>
                </a:lnTo>
                <a:lnTo>
                  <a:pt x="593506" y="163583"/>
                </a:lnTo>
                <a:close/>
                <a:moveTo>
                  <a:pt x="166167" y="162842"/>
                </a:moveTo>
                <a:lnTo>
                  <a:pt x="193657" y="162842"/>
                </a:lnTo>
                <a:lnTo>
                  <a:pt x="193657" y="163583"/>
                </a:lnTo>
                <a:lnTo>
                  <a:pt x="166167" y="163583"/>
                </a:lnTo>
                <a:close/>
                <a:moveTo>
                  <a:pt x="808425" y="162842"/>
                </a:moveTo>
                <a:lnTo>
                  <a:pt x="835915" y="162842"/>
                </a:lnTo>
                <a:lnTo>
                  <a:pt x="835915" y="163583"/>
                </a:lnTo>
                <a:lnTo>
                  <a:pt x="808425" y="163583"/>
                </a:lnTo>
                <a:close/>
                <a:moveTo>
                  <a:pt x="133263" y="162842"/>
                </a:moveTo>
                <a:lnTo>
                  <a:pt x="160336" y="162842"/>
                </a:lnTo>
                <a:lnTo>
                  <a:pt x="160336" y="164323"/>
                </a:lnTo>
                <a:lnTo>
                  <a:pt x="133263" y="164323"/>
                </a:lnTo>
                <a:close/>
                <a:moveTo>
                  <a:pt x="775521" y="162842"/>
                </a:moveTo>
                <a:lnTo>
                  <a:pt x="802594" y="162842"/>
                </a:lnTo>
                <a:lnTo>
                  <a:pt x="802594" y="164323"/>
                </a:lnTo>
                <a:lnTo>
                  <a:pt x="775521" y="164323"/>
                </a:lnTo>
                <a:close/>
                <a:moveTo>
                  <a:pt x="524782" y="162842"/>
                </a:moveTo>
                <a:lnTo>
                  <a:pt x="556021" y="162842"/>
                </a:lnTo>
                <a:lnTo>
                  <a:pt x="556021" y="164323"/>
                </a:lnTo>
                <a:lnTo>
                  <a:pt x="524782" y="164323"/>
                </a:lnTo>
                <a:close/>
                <a:moveTo>
                  <a:pt x="630576" y="160622"/>
                </a:moveTo>
                <a:lnTo>
                  <a:pt x="658898" y="160622"/>
                </a:lnTo>
                <a:lnTo>
                  <a:pt x="658898" y="164323"/>
                </a:lnTo>
                <a:lnTo>
                  <a:pt x="630576" y="164323"/>
                </a:lnTo>
                <a:close/>
                <a:moveTo>
                  <a:pt x="725540" y="161362"/>
                </a:moveTo>
                <a:lnTo>
                  <a:pt x="753863" y="161362"/>
                </a:lnTo>
                <a:lnTo>
                  <a:pt x="753863" y="165063"/>
                </a:lnTo>
                <a:lnTo>
                  <a:pt x="725540" y="165063"/>
                </a:lnTo>
                <a:close/>
                <a:moveTo>
                  <a:pt x="132847" y="164323"/>
                </a:moveTo>
                <a:lnTo>
                  <a:pt x="160336" y="164323"/>
                </a:lnTo>
                <a:lnTo>
                  <a:pt x="160336" y="165063"/>
                </a:lnTo>
                <a:lnTo>
                  <a:pt x="132847" y="165063"/>
                </a:lnTo>
                <a:close/>
                <a:moveTo>
                  <a:pt x="775105" y="164323"/>
                </a:moveTo>
                <a:lnTo>
                  <a:pt x="802594" y="164323"/>
                </a:lnTo>
                <a:lnTo>
                  <a:pt x="802594" y="165063"/>
                </a:lnTo>
                <a:lnTo>
                  <a:pt x="775105" y="165063"/>
                </a:lnTo>
                <a:close/>
                <a:moveTo>
                  <a:pt x="382752" y="162842"/>
                </a:moveTo>
                <a:lnTo>
                  <a:pt x="414407" y="162842"/>
                </a:lnTo>
                <a:lnTo>
                  <a:pt x="414407" y="165063"/>
                </a:lnTo>
                <a:lnTo>
                  <a:pt x="382752" y="165063"/>
                </a:lnTo>
                <a:close/>
                <a:moveTo>
                  <a:pt x="593923" y="163583"/>
                </a:moveTo>
                <a:lnTo>
                  <a:pt x="625161" y="163583"/>
                </a:lnTo>
                <a:lnTo>
                  <a:pt x="625161" y="165063"/>
                </a:lnTo>
                <a:lnTo>
                  <a:pt x="593923" y="165063"/>
                </a:lnTo>
                <a:close/>
                <a:moveTo>
                  <a:pt x="217815" y="163583"/>
                </a:moveTo>
                <a:lnTo>
                  <a:pt x="271544" y="163583"/>
                </a:lnTo>
                <a:lnTo>
                  <a:pt x="271544" y="165063"/>
                </a:lnTo>
                <a:lnTo>
                  <a:pt x="217815" y="165063"/>
                </a:lnTo>
                <a:close/>
                <a:moveTo>
                  <a:pt x="667645" y="162842"/>
                </a:moveTo>
                <a:lnTo>
                  <a:pt x="716793" y="162842"/>
                </a:lnTo>
                <a:lnTo>
                  <a:pt x="716793" y="165063"/>
                </a:lnTo>
                <a:lnTo>
                  <a:pt x="667645" y="165063"/>
                </a:lnTo>
                <a:close/>
                <a:moveTo>
                  <a:pt x="860073" y="163583"/>
                </a:moveTo>
                <a:lnTo>
                  <a:pt x="913802" y="163583"/>
                </a:lnTo>
                <a:lnTo>
                  <a:pt x="913802" y="165063"/>
                </a:lnTo>
                <a:lnTo>
                  <a:pt x="860073" y="165063"/>
                </a:lnTo>
                <a:close/>
                <a:moveTo>
                  <a:pt x="630992" y="164323"/>
                </a:moveTo>
                <a:lnTo>
                  <a:pt x="658898" y="164323"/>
                </a:lnTo>
                <a:lnTo>
                  <a:pt x="658898" y="165063"/>
                </a:lnTo>
                <a:lnTo>
                  <a:pt x="630992" y="165063"/>
                </a:lnTo>
                <a:close/>
                <a:moveTo>
                  <a:pt x="217815" y="165063"/>
                </a:moveTo>
                <a:lnTo>
                  <a:pt x="271961" y="165063"/>
                </a:lnTo>
                <a:lnTo>
                  <a:pt x="271961" y="165803"/>
                </a:lnTo>
                <a:lnTo>
                  <a:pt x="217815" y="165803"/>
                </a:lnTo>
                <a:close/>
                <a:moveTo>
                  <a:pt x="667645" y="165063"/>
                </a:moveTo>
                <a:lnTo>
                  <a:pt x="717210" y="165063"/>
                </a:lnTo>
                <a:lnTo>
                  <a:pt x="717210" y="165803"/>
                </a:lnTo>
                <a:lnTo>
                  <a:pt x="667645" y="165803"/>
                </a:lnTo>
                <a:close/>
                <a:moveTo>
                  <a:pt x="808425" y="163583"/>
                </a:moveTo>
                <a:lnTo>
                  <a:pt x="836332" y="163583"/>
                </a:lnTo>
                <a:lnTo>
                  <a:pt x="836332" y="165803"/>
                </a:lnTo>
                <a:lnTo>
                  <a:pt x="808425" y="165803"/>
                </a:lnTo>
                <a:close/>
                <a:moveTo>
                  <a:pt x="166167" y="163583"/>
                </a:moveTo>
                <a:lnTo>
                  <a:pt x="194074" y="163583"/>
                </a:lnTo>
                <a:lnTo>
                  <a:pt x="194074" y="165803"/>
                </a:lnTo>
                <a:lnTo>
                  <a:pt x="166167" y="165803"/>
                </a:lnTo>
                <a:close/>
                <a:moveTo>
                  <a:pt x="524366" y="164323"/>
                </a:moveTo>
                <a:lnTo>
                  <a:pt x="556021" y="164323"/>
                </a:lnTo>
                <a:lnTo>
                  <a:pt x="556021" y="165803"/>
                </a:lnTo>
                <a:lnTo>
                  <a:pt x="524366" y="165803"/>
                </a:lnTo>
                <a:close/>
                <a:moveTo>
                  <a:pt x="725540" y="165063"/>
                </a:moveTo>
                <a:lnTo>
                  <a:pt x="753446" y="165063"/>
                </a:lnTo>
                <a:lnTo>
                  <a:pt x="753446" y="165803"/>
                </a:lnTo>
                <a:lnTo>
                  <a:pt x="725540" y="165803"/>
                </a:lnTo>
                <a:close/>
                <a:moveTo>
                  <a:pt x="593923" y="165063"/>
                </a:moveTo>
                <a:lnTo>
                  <a:pt x="625578" y="165063"/>
                </a:lnTo>
                <a:lnTo>
                  <a:pt x="625578" y="166543"/>
                </a:lnTo>
                <a:lnTo>
                  <a:pt x="593923" y="166543"/>
                </a:lnTo>
                <a:close/>
                <a:moveTo>
                  <a:pt x="860073" y="165063"/>
                </a:moveTo>
                <a:lnTo>
                  <a:pt x="914219" y="165063"/>
                </a:lnTo>
                <a:lnTo>
                  <a:pt x="914219" y="166543"/>
                </a:lnTo>
                <a:lnTo>
                  <a:pt x="860073" y="166543"/>
                </a:lnTo>
                <a:close/>
                <a:moveTo>
                  <a:pt x="775105" y="165063"/>
                </a:moveTo>
                <a:lnTo>
                  <a:pt x="802178" y="165063"/>
                </a:lnTo>
                <a:lnTo>
                  <a:pt x="802178" y="166543"/>
                </a:lnTo>
                <a:lnTo>
                  <a:pt x="775105" y="166543"/>
                </a:lnTo>
                <a:close/>
                <a:moveTo>
                  <a:pt x="132847" y="165063"/>
                </a:moveTo>
                <a:lnTo>
                  <a:pt x="159920" y="165063"/>
                </a:lnTo>
                <a:lnTo>
                  <a:pt x="159920" y="166543"/>
                </a:lnTo>
                <a:lnTo>
                  <a:pt x="132847" y="166543"/>
                </a:lnTo>
                <a:close/>
                <a:moveTo>
                  <a:pt x="166584" y="165803"/>
                </a:moveTo>
                <a:lnTo>
                  <a:pt x="194490" y="165803"/>
                </a:lnTo>
                <a:lnTo>
                  <a:pt x="194490" y="167283"/>
                </a:lnTo>
                <a:lnTo>
                  <a:pt x="166584" y="167283"/>
                </a:lnTo>
                <a:close/>
                <a:moveTo>
                  <a:pt x="383169" y="165063"/>
                </a:moveTo>
                <a:lnTo>
                  <a:pt x="414407" y="165063"/>
                </a:lnTo>
                <a:lnTo>
                  <a:pt x="414407" y="167283"/>
                </a:lnTo>
                <a:lnTo>
                  <a:pt x="383169" y="167283"/>
                </a:lnTo>
                <a:close/>
                <a:moveTo>
                  <a:pt x="217815" y="165803"/>
                </a:moveTo>
                <a:lnTo>
                  <a:pt x="272377" y="165803"/>
                </a:lnTo>
                <a:lnTo>
                  <a:pt x="272377" y="167283"/>
                </a:lnTo>
                <a:lnTo>
                  <a:pt x="217815" y="167283"/>
                </a:lnTo>
                <a:close/>
                <a:moveTo>
                  <a:pt x="860073" y="166543"/>
                </a:moveTo>
                <a:lnTo>
                  <a:pt x="914635" y="166543"/>
                </a:lnTo>
                <a:lnTo>
                  <a:pt x="914635" y="167283"/>
                </a:lnTo>
                <a:lnTo>
                  <a:pt x="860073" y="167283"/>
                </a:lnTo>
                <a:close/>
                <a:moveTo>
                  <a:pt x="667229" y="165803"/>
                </a:moveTo>
                <a:lnTo>
                  <a:pt x="717210" y="165803"/>
                </a:lnTo>
                <a:lnTo>
                  <a:pt x="717210" y="167283"/>
                </a:lnTo>
                <a:lnTo>
                  <a:pt x="667229" y="167283"/>
                </a:lnTo>
                <a:close/>
                <a:moveTo>
                  <a:pt x="808842" y="165803"/>
                </a:moveTo>
                <a:lnTo>
                  <a:pt x="836748" y="165803"/>
                </a:lnTo>
                <a:lnTo>
                  <a:pt x="836748" y="167283"/>
                </a:lnTo>
                <a:lnTo>
                  <a:pt x="808842" y="167283"/>
                </a:lnTo>
                <a:close/>
                <a:moveTo>
                  <a:pt x="667229" y="167283"/>
                </a:moveTo>
                <a:lnTo>
                  <a:pt x="717626" y="167283"/>
                </a:lnTo>
                <a:lnTo>
                  <a:pt x="717626" y="168024"/>
                </a:lnTo>
                <a:lnTo>
                  <a:pt x="667229" y="168024"/>
                </a:lnTo>
                <a:close/>
                <a:moveTo>
                  <a:pt x="630992" y="165063"/>
                </a:moveTo>
                <a:lnTo>
                  <a:pt x="659315" y="165063"/>
                </a:lnTo>
                <a:lnTo>
                  <a:pt x="659315" y="168024"/>
                </a:lnTo>
                <a:lnTo>
                  <a:pt x="630992" y="168024"/>
                </a:lnTo>
                <a:close/>
                <a:moveTo>
                  <a:pt x="166584" y="167283"/>
                </a:moveTo>
                <a:lnTo>
                  <a:pt x="194907" y="167283"/>
                </a:lnTo>
                <a:lnTo>
                  <a:pt x="194907" y="168024"/>
                </a:lnTo>
                <a:lnTo>
                  <a:pt x="166584" y="168024"/>
                </a:lnTo>
                <a:close/>
                <a:moveTo>
                  <a:pt x="808842" y="167283"/>
                </a:moveTo>
                <a:lnTo>
                  <a:pt x="837165" y="167283"/>
                </a:lnTo>
                <a:lnTo>
                  <a:pt x="837165" y="168024"/>
                </a:lnTo>
                <a:lnTo>
                  <a:pt x="808842" y="168024"/>
                </a:lnTo>
                <a:close/>
                <a:moveTo>
                  <a:pt x="774688" y="166543"/>
                </a:moveTo>
                <a:lnTo>
                  <a:pt x="802178" y="166543"/>
                </a:lnTo>
                <a:lnTo>
                  <a:pt x="802178" y="168024"/>
                </a:lnTo>
                <a:lnTo>
                  <a:pt x="774688" y="168024"/>
                </a:lnTo>
                <a:close/>
                <a:moveTo>
                  <a:pt x="132430" y="166543"/>
                </a:moveTo>
                <a:lnTo>
                  <a:pt x="159920" y="166543"/>
                </a:lnTo>
                <a:lnTo>
                  <a:pt x="159920" y="168024"/>
                </a:lnTo>
                <a:lnTo>
                  <a:pt x="132430" y="168024"/>
                </a:lnTo>
                <a:close/>
                <a:moveTo>
                  <a:pt x="524366" y="165803"/>
                </a:moveTo>
                <a:lnTo>
                  <a:pt x="555604" y="165803"/>
                </a:lnTo>
                <a:lnTo>
                  <a:pt x="555604" y="168764"/>
                </a:lnTo>
                <a:lnTo>
                  <a:pt x="524366" y="168764"/>
                </a:lnTo>
                <a:close/>
                <a:moveTo>
                  <a:pt x="667229" y="168024"/>
                </a:moveTo>
                <a:lnTo>
                  <a:pt x="692219" y="168024"/>
                </a:lnTo>
                <a:lnTo>
                  <a:pt x="692219" y="168764"/>
                </a:lnTo>
                <a:lnTo>
                  <a:pt x="667229" y="168764"/>
                </a:lnTo>
                <a:close/>
                <a:moveTo>
                  <a:pt x="774688" y="168024"/>
                </a:moveTo>
                <a:lnTo>
                  <a:pt x="801761" y="168024"/>
                </a:lnTo>
                <a:lnTo>
                  <a:pt x="801761" y="168764"/>
                </a:lnTo>
                <a:lnTo>
                  <a:pt x="774688" y="168764"/>
                </a:lnTo>
                <a:close/>
                <a:moveTo>
                  <a:pt x="383169" y="167283"/>
                </a:moveTo>
                <a:lnTo>
                  <a:pt x="414824" y="167283"/>
                </a:lnTo>
                <a:lnTo>
                  <a:pt x="414824" y="168764"/>
                </a:lnTo>
                <a:lnTo>
                  <a:pt x="383169" y="168764"/>
                </a:lnTo>
                <a:close/>
                <a:moveTo>
                  <a:pt x="631409" y="168024"/>
                </a:moveTo>
                <a:lnTo>
                  <a:pt x="659315" y="168024"/>
                </a:lnTo>
                <a:lnTo>
                  <a:pt x="659315" y="168764"/>
                </a:lnTo>
                <a:lnTo>
                  <a:pt x="631409" y="168764"/>
                </a:lnTo>
                <a:close/>
                <a:moveTo>
                  <a:pt x="132430" y="168024"/>
                </a:moveTo>
                <a:lnTo>
                  <a:pt x="159503" y="168024"/>
                </a:lnTo>
                <a:lnTo>
                  <a:pt x="159503" y="168764"/>
                </a:lnTo>
                <a:lnTo>
                  <a:pt x="132430" y="168764"/>
                </a:lnTo>
                <a:close/>
                <a:moveTo>
                  <a:pt x="725124" y="165803"/>
                </a:moveTo>
                <a:lnTo>
                  <a:pt x="753446" y="165803"/>
                </a:lnTo>
                <a:lnTo>
                  <a:pt x="753446" y="168764"/>
                </a:lnTo>
                <a:lnTo>
                  <a:pt x="725124" y="168764"/>
                </a:lnTo>
                <a:close/>
                <a:moveTo>
                  <a:pt x="860073" y="167283"/>
                </a:moveTo>
                <a:lnTo>
                  <a:pt x="915052" y="167283"/>
                </a:lnTo>
                <a:lnTo>
                  <a:pt x="915052" y="168764"/>
                </a:lnTo>
                <a:lnTo>
                  <a:pt x="860073" y="168764"/>
                </a:lnTo>
                <a:close/>
                <a:moveTo>
                  <a:pt x="217815" y="167283"/>
                </a:moveTo>
                <a:lnTo>
                  <a:pt x="272794" y="167283"/>
                </a:lnTo>
                <a:lnTo>
                  <a:pt x="272794" y="168764"/>
                </a:lnTo>
                <a:lnTo>
                  <a:pt x="217815" y="168764"/>
                </a:lnTo>
                <a:close/>
                <a:moveTo>
                  <a:pt x="666812" y="168764"/>
                </a:moveTo>
                <a:lnTo>
                  <a:pt x="692219" y="168764"/>
                </a:lnTo>
                <a:lnTo>
                  <a:pt x="692219" y="169504"/>
                </a:lnTo>
                <a:lnTo>
                  <a:pt x="666812" y="169504"/>
                </a:lnTo>
                <a:close/>
                <a:moveTo>
                  <a:pt x="217815" y="168764"/>
                </a:moveTo>
                <a:lnTo>
                  <a:pt x="273210" y="168764"/>
                </a:lnTo>
                <a:lnTo>
                  <a:pt x="273210" y="169504"/>
                </a:lnTo>
                <a:lnTo>
                  <a:pt x="217815" y="169504"/>
                </a:lnTo>
                <a:close/>
                <a:moveTo>
                  <a:pt x="860073" y="168764"/>
                </a:moveTo>
                <a:lnTo>
                  <a:pt x="915469" y="168764"/>
                </a:lnTo>
                <a:lnTo>
                  <a:pt x="915469" y="169504"/>
                </a:lnTo>
                <a:lnTo>
                  <a:pt x="860073" y="169504"/>
                </a:lnTo>
                <a:close/>
                <a:moveTo>
                  <a:pt x="594339" y="166543"/>
                </a:moveTo>
                <a:lnTo>
                  <a:pt x="625578" y="166543"/>
                </a:lnTo>
                <a:lnTo>
                  <a:pt x="625578" y="170244"/>
                </a:lnTo>
                <a:lnTo>
                  <a:pt x="594339" y="170244"/>
                </a:lnTo>
                <a:close/>
                <a:moveTo>
                  <a:pt x="774272" y="168764"/>
                </a:moveTo>
                <a:lnTo>
                  <a:pt x="801761" y="168764"/>
                </a:lnTo>
                <a:lnTo>
                  <a:pt x="801761" y="170244"/>
                </a:lnTo>
                <a:lnTo>
                  <a:pt x="774272" y="170244"/>
                </a:lnTo>
                <a:close/>
                <a:moveTo>
                  <a:pt x="725124" y="168764"/>
                </a:moveTo>
                <a:lnTo>
                  <a:pt x="753030" y="168764"/>
                </a:lnTo>
                <a:lnTo>
                  <a:pt x="753030" y="170244"/>
                </a:lnTo>
                <a:lnTo>
                  <a:pt x="725124" y="170244"/>
                </a:lnTo>
                <a:close/>
                <a:moveTo>
                  <a:pt x="167000" y="168024"/>
                </a:moveTo>
                <a:lnTo>
                  <a:pt x="194907" y="168024"/>
                </a:lnTo>
                <a:lnTo>
                  <a:pt x="194907" y="170244"/>
                </a:lnTo>
                <a:lnTo>
                  <a:pt x="167000" y="170244"/>
                </a:lnTo>
                <a:close/>
                <a:moveTo>
                  <a:pt x="132014" y="168764"/>
                </a:moveTo>
                <a:lnTo>
                  <a:pt x="159503" y="168764"/>
                </a:lnTo>
                <a:lnTo>
                  <a:pt x="159503" y="170244"/>
                </a:lnTo>
                <a:lnTo>
                  <a:pt x="132014" y="170244"/>
                </a:lnTo>
                <a:close/>
                <a:moveTo>
                  <a:pt x="692636" y="168024"/>
                </a:moveTo>
                <a:lnTo>
                  <a:pt x="717626" y="168024"/>
                </a:lnTo>
                <a:lnTo>
                  <a:pt x="717626" y="170244"/>
                </a:lnTo>
                <a:lnTo>
                  <a:pt x="692636" y="170244"/>
                </a:lnTo>
                <a:close/>
                <a:moveTo>
                  <a:pt x="809259" y="168024"/>
                </a:moveTo>
                <a:lnTo>
                  <a:pt x="837165" y="168024"/>
                </a:lnTo>
                <a:lnTo>
                  <a:pt x="837165" y="170244"/>
                </a:lnTo>
                <a:lnTo>
                  <a:pt x="809259" y="170244"/>
                </a:lnTo>
                <a:close/>
                <a:moveTo>
                  <a:pt x="809259" y="170244"/>
                </a:moveTo>
                <a:lnTo>
                  <a:pt x="837581" y="170244"/>
                </a:lnTo>
                <a:lnTo>
                  <a:pt x="837581" y="170984"/>
                </a:lnTo>
                <a:lnTo>
                  <a:pt x="809259" y="170984"/>
                </a:lnTo>
                <a:close/>
                <a:moveTo>
                  <a:pt x="594756" y="170244"/>
                </a:moveTo>
                <a:lnTo>
                  <a:pt x="625578" y="170244"/>
                </a:lnTo>
                <a:lnTo>
                  <a:pt x="625578" y="170984"/>
                </a:lnTo>
                <a:lnTo>
                  <a:pt x="594756" y="170984"/>
                </a:lnTo>
                <a:close/>
                <a:moveTo>
                  <a:pt x="860073" y="169504"/>
                </a:moveTo>
                <a:lnTo>
                  <a:pt x="915885" y="169504"/>
                </a:lnTo>
                <a:lnTo>
                  <a:pt x="915885" y="170984"/>
                </a:lnTo>
                <a:lnTo>
                  <a:pt x="860073" y="170984"/>
                </a:lnTo>
                <a:close/>
                <a:moveTo>
                  <a:pt x="217815" y="169504"/>
                </a:moveTo>
                <a:lnTo>
                  <a:pt x="273627" y="169504"/>
                </a:lnTo>
                <a:lnTo>
                  <a:pt x="273627" y="170984"/>
                </a:lnTo>
                <a:lnTo>
                  <a:pt x="217815" y="170984"/>
                </a:lnTo>
                <a:close/>
                <a:moveTo>
                  <a:pt x="167000" y="170244"/>
                </a:moveTo>
                <a:lnTo>
                  <a:pt x="195323" y="170244"/>
                </a:lnTo>
                <a:lnTo>
                  <a:pt x="195323" y="170984"/>
                </a:lnTo>
                <a:lnTo>
                  <a:pt x="167000" y="170984"/>
                </a:lnTo>
                <a:close/>
                <a:moveTo>
                  <a:pt x="666812" y="169504"/>
                </a:moveTo>
                <a:lnTo>
                  <a:pt x="691803" y="169504"/>
                </a:lnTo>
                <a:lnTo>
                  <a:pt x="691803" y="170984"/>
                </a:lnTo>
                <a:lnTo>
                  <a:pt x="666812" y="170984"/>
                </a:lnTo>
                <a:close/>
                <a:moveTo>
                  <a:pt x="692636" y="170244"/>
                </a:moveTo>
                <a:lnTo>
                  <a:pt x="718043" y="170244"/>
                </a:lnTo>
                <a:lnTo>
                  <a:pt x="718043" y="170984"/>
                </a:lnTo>
                <a:lnTo>
                  <a:pt x="692636" y="170984"/>
                </a:lnTo>
                <a:close/>
                <a:moveTo>
                  <a:pt x="724707" y="170244"/>
                </a:moveTo>
                <a:lnTo>
                  <a:pt x="753030" y="170244"/>
                </a:lnTo>
                <a:lnTo>
                  <a:pt x="753030" y="171725"/>
                </a:lnTo>
                <a:lnTo>
                  <a:pt x="724707" y="171725"/>
                </a:lnTo>
                <a:close/>
                <a:moveTo>
                  <a:pt x="631409" y="168764"/>
                </a:moveTo>
                <a:lnTo>
                  <a:pt x="659732" y="168764"/>
                </a:lnTo>
                <a:lnTo>
                  <a:pt x="659732" y="171725"/>
                </a:lnTo>
                <a:lnTo>
                  <a:pt x="631409" y="171725"/>
                </a:lnTo>
                <a:close/>
                <a:moveTo>
                  <a:pt x="809675" y="170984"/>
                </a:moveTo>
                <a:lnTo>
                  <a:pt x="837581" y="170984"/>
                </a:lnTo>
                <a:lnTo>
                  <a:pt x="837581" y="171725"/>
                </a:lnTo>
                <a:lnTo>
                  <a:pt x="809675" y="171725"/>
                </a:lnTo>
                <a:close/>
                <a:moveTo>
                  <a:pt x="666396" y="170984"/>
                </a:moveTo>
                <a:lnTo>
                  <a:pt x="691803" y="170984"/>
                </a:lnTo>
                <a:lnTo>
                  <a:pt x="691803" y="171725"/>
                </a:lnTo>
                <a:lnTo>
                  <a:pt x="666396" y="171725"/>
                </a:lnTo>
                <a:close/>
                <a:moveTo>
                  <a:pt x="167417" y="170984"/>
                </a:moveTo>
                <a:lnTo>
                  <a:pt x="195323" y="170984"/>
                </a:lnTo>
                <a:lnTo>
                  <a:pt x="195323" y="171725"/>
                </a:lnTo>
                <a:lnTo>
                  <a:pt x="167417" y="171725"/>
                </a:lnTo>
                <a:close/>
                <a:moveTo>
                  <a:pt x="217815" y="170984"/>
                </a:moveTo>
                <a:lnTo>
                  <a:pt x="274043" y="170984"/>
                </a:lnTo>
                <a:lnTo>
                  <a:pt x="274043" y="171725"/>
                </a:lnTo>
                <a:lnTo>
                  <a:pt x="217815" y="171725"/>
                </a:lnTo>
                <a:close/>
                <a:moveTo>
                  <a:pt x="860073" y="170984"/>
                </a:moveTo>
                <a:lnTo>
                  <a:pt x="916302" y="170984"/>
                </a:lnTo>
                <a:lnTo>
                  <a:pt x="916302" y="171725"/>
                </a:lnTo>
                <a:lnTo>
                  <a:pt x="860073" y="171725"/>
                </a:lnTo>
                <a:close/>
                <a:moveTo>
                  <a:pt x="773855" y="170244"/>
                </a:moveTo>
                <a:lnTo>
                  <a:pt x="801345" y="170244"/>
                </a:lnTo>
                <a:lnTo>
                  <a:pt x="801345" y="172465"/>
                </a:lnTo>
                <a:lnTo>
                  <a:pt x="773855" y="172465"/>
                </a:lnTo>
                <a:close/>
                <a:moveTo>
                  <a:pt x="131597" y="170244"/>
                </a:moveTo>
                <a:lnTo>
                  <a:pt x="159087" y="170244"/>
                </a:lnTo>
                <a:lnTo>
                  <a:pt x="159087" y="172465"/>
                </a:lnTo>
                <a:lnTo>
                  <a:pt x="131597" y="172465"/>
                </a:lnTo>
                <a:close/>
                <a:moveTo>
                  <a:pt x="167417" y="171725"/>
                </a:moveTo>
                <a:lnTo>
                  <a:pt x="195740" y="171725"/>
                </a:lnTo>
                <a:lnTo>
                  <a:pt x="195740" y="173205"/>
                </a:lnTo>
                <a:lnTo>
                  <a:pt x="167417" y="173205"/>
                </a:lnTo>
                <a:close/>
                <a:moveTo>
                  <a:pt x="809675" y="171725"/>
                </a:moveTo>
                <a:lnTo>
                  <a:pt x="837998" y="171725"/>
                </a:lnTo>
                <a:lnTo>
                  <a:pt x="837998" y="173205"/>
                </a:lnTo>
                <a:lnTo>
                  <a:pt x="809675" y="173205"/>
                </a:lnTo>
                <a:close/>
                <a:moveTo>
                  <a:pt x="217815" y="171725"/>
                </a:moveTo>
                <a:lnTo>
                  <a:pt x="274460" y="171725"/>
                </a:lnTo>
                <a:lnTo>
                  <a:pt x="274460" y="173205"/>
                </a:lnTo>
                <a:lnTo>
                  <a:pt x="217815" y="173205"/>
                </a:lnTo>
                <a:close/>
                <a:moveTo>
                  <a:pt x="860073" y="171725"/>
                </a:moveTo>
                <a:lnTo>
                  <a:pt x="916718" y="171725"/>
                </a:lnTo>
                <a:lnTo>
                  <a:pt x="916718" y="173205"/>
                </a:lnTo>
                <a:lnTo>
                  <a:pt x="860073" y="173205"/>
                </a:lnTo>
                <a:close/>
                <a:moveTo>
                  <a:pt x="693052" y="170984"/>
                </a:moveTo>
                <a:lnTo>
                  <a:pt x="718043" y="170984"/>
                </a:lnTo>
                <a:lnTo>
                  <a:pt x="718043" y="173205"/>
                </a:lnTo>
                <a:lnTo>
                  <a:pt x="693052" y="173205"/>
                </a:lnTo>
                <a:close/>
                <a:moveTo>
                  <a:pt x="631825" y="171725"/>
                </a:moveTo>
                <a:lnTo>
                  <a:pt x="659732" y="171725"/>
                </a:lnTo>
                <a:lnTo>
                  <a:pt x="659732" y="173205"/>
                </a:lnTo>
                <a:lnTo>
                  <a:pt x="631825" y="173205"/>
                </a:lnTo>
                <a:close/>
                <a:moveTo>
                  <a:pt x="523949" y="168764"/>
                </a:moveTo>
                <a:lnTo>
                  <a:pt x="555188" y="168764"/>
                </a:lnTo>
                <a:lnTo>
                  <a:pt x="555188" y="173205"/>
                </a:lnTo>
                <a:lnTo>
                  <a:pt x="523949" y="173205"/>
                </a:lnTo>
                <a:close/>
                <a:moveTo>
                  <a:pt x="773439" y="172465"/>
                </a:moveTo>
                <a:lnTo>
                  <a:pt x="801345" y="172465"/>
                </a:lnTo>
                <a:lnTo>
                  <a:pt x="801345" y="173205"/>
                </a:lnTo>
                <a:lnTo>
                  <a:pt x="773439" y="173205"/>
                </a:lnTo>
                <a:close/>
                <a:moveTo>
                  <a:pt x="131181" y="172465"/>
                </a:moveTo>
                <a:lnTo>
                  <a:pt x="159087" y="172465"/>
                </a:lnTo>
                <a:lnTo>
                  <a:pt x="159087" y="173205"/>
                </a:lnTo>
                <a:lnTo>
                  <a:pt x="131181" y="173205"/>
                </a:lnTo>
                <a:close/>
                <a:moveTo>
                  <a:pt x="167833" y="173205"/>
                </a:moveTo>
                <a:lnTo>
                  <a:pt x="195740" y="173205"/>
                </a:lnTo>
                <a:lnTo>
                  <a:pt x="195740" y="173945"/>
                </a:lnTo>
                <a:lnTo>
                  <a:pt x="167833" y="173945"/>
                </a:lnTo>
                <a:close/>
                <a:moveTo>
                  <a:pt x="810092" y="173205"/>
                </a:moveTo>
                <a:lnTo>
                  <a:pt x="837998" y="173205"/>
                </a:lnTo>
                <a:lnTo>
                  <a:pt x="837998" y="173945"/>
                </a:lnTo>
                <a:lnTo>
                  <a:pt x="810092" y="173945"/>
                </a:lnTo>
                <a:close/>
                <a:moveTo>
                  <a:pt x="666396" y="171725"/>
                </a:moveTo>
                <a:lnTo>
                  <a:pt x="691386" y="171725"/>
                </a:lnTo>
                <a:lnTo>
                  <a:pt x="691386" y="173945"/>
                </a:lnTo>
                <a:lnTo>
                  <a:pt x="666396" y="173945"/>
                </a:lnTo>
                <a:close/>
                <a:moveTo>
                  <a:pt x="217815" y="173205"/>
                </a:moveTo>
                <a:lnTo>
                  <a:pt x="274876" y="173205"/>
                </a:lnTo>
                <a:lnTo>
                  <a:pt x="274876" y="173945"/>
                </a:lnTo>
                <a:lnTo>
                  <a:pt x="217815" y="173945"/>
                </a:lnTo>
                <a:close/>
                <a:moveTo>
                  <a:pt x="383586" y="168764"/>
                </a:moveTo>
                <a:lnTo>
                  <a:pt x="414824" y="168764"/>
                </a:lnTo>
                <a:lnTo>
                  <a:pt x="414824" y="173945"/>
                </a:lnTo>
                <a:lnTo>
                  <a:pt x="383586" y="173945"/>
                </a:lnTo>
                <a:close/>
                <a:moveTo>
                  <a:pt x="693052" y="173205"/>
                </a:moveTo>
                <a:lnTo>
                  <a:pt x="718459" y="173205"/>
                </a:lnTo>
                <a:lnTo>
                  <a:pt x="718459" y="173945"/>
                </a:lnTo>
                <a:lnTo>
                  <a:pt x="693052" y="173945"/>
                </a:lnTo>
                <a:close/>
                <a:moveTo>
                  <a:pt x="724707" y="171725"/>
                </a:moveTo>
                <a:lnTo>
                  <a:pt x="752613" y="171725"/>
                </a:lnTo>
                <a:lnTo>
                  <a:pt x="752613" y="173945"/>
                </a:lnTo>
                <a:lnTo>
                  <a:pt x="724707" y="173945"/>
                </a:lnTo>
                <a:close/>
                <a:moveTo>
                  <a:pt x="665979" y="173945"/>
                </a:moveTo>
                <a:lnTo>
                  <a:pt x="691386" y="173945"/>
                </a:lnTo>
                <a:lnTo>
                  <a:pt x="691386" y="174685"/>
                </a:lnTo>
                <a:lnTo>
                  <a:pt x="665979" y="174685"/>
                </a:lnTo>
                <a:close/>
                <a:moveTo>
                  <a:pt x="131181" y="173205"/>
                </a:moveTo>
                <a:lnTo>
                  <a:pt x="158670" y="173205"/>
                </a:lnTo>
                <a:lnTo>
                  <a:pt x="158670" y="174685"/>
                </a:lnTo>
                <a:lnTo>
                  <a:pt x="131181" y="174685"/>
                </a:lnTo>
                <a:close/>
                <a:moveTo>
                  <a:pt x="773439" y="173205"/>
                </a:moveTo>
                <a:lnTo>
                  <a:pt x="800928" y="173205"/>
                </a:lnTo>
                <a:lnTo>
                  <a:pt x="800928" y="174685"/>
                </a:lnTo>
                <a:lnTo>
                  <a:pt x="773439" y="174685"/>
                </a:lnTo>
                <a:close/>
                <a:moveTo>
                  <a:pt x="860073" y="173205"/>
                </a:moveTo>
                <a:lnTo>
                  <a:pt x="917135" y="173205"/>
                </a:lnTo>
                <a:lnTo>
                  <a:pt x="917135" y="174685"/>
                </a:lnTo>
                <a:lnTo>
                  <a:pt x="860073" y="174685"/>
                </a:lnTo>
                <a:close/>
                <a:moveTo>
                  <a:pt x="631825" y="173205"/>
                </a:moveTo>
                <a:lnTo>
                  <a:pt x="660148" y="173205"/>
                </a:lnTo>
                <a:lnTo>
                  <a:pt x="660148" y="174685"/>
                </a:lnTo>
                <a:lnTo>
                  <a:pt x="631825" y="174685"/>
                </a:lnTo>
                <a:close/>
                <a:moveTo>
                  <a:pt x="523949" y="173205"/>
                </a:moveTo>
                <a:lnTo>
                  <a:pt x="554771" y="173205"/>
                </a:lnTo>
                <a:lnTo>
                  <a:pt x="554771" y="174685"/>
                </a:lnTo>
                <a:lnTo>
                  <a:pt x="523949" y="174685"/>
                </a:lnTo>
                <a:close/>
                <a:moveTo>
                  <a:pt x="130764" y="174685"/>
                </a:moveTo>
                <a:lnTo>
                  <a:pt x="158670" y="174685"/>
                </a:lnTo>
                <a:lnTo>
                  <a:pt x="158670" y="175426"/>
                </a:lnTo>
                <a:lnTo>
                  <a:pt x="130764" y="175426"/>
                </a:lnTo>
                <a:close/>
                <a:moveTo>
                  <a:pt x="773022" y="174685"/>
                </a:moveTo>
                <a:lnTo>
                  <a:pt x="800928" y="174685"/>
                </a:lnTo>
                <a:lnTo>
                  <a:pt x="800928" y="175426"/>
                </a:lnTo>
                <a:lnTo>
                  <a:pt x="773022" y="175426"/>
                </a:lnTo>
                <a:close/>
                <a:moveTo>
                  <a:pt x="594756" y="170984"/>
                </a:moveTo>
                <a:lnTo>
                  <a:pt x="625994" y="170984"/>
                </a:lnTo>
                <a:lnTo>
                  <a:pt x="625994" y="175426"/>
                </a:lnTo>
                <a:lnTo>
                  <a:pt x="594756" y="175426"/>
                </a:lnTo>
                <a:close/>
                <a:moveTo>
                  <a:pt x="217815" y="173945"/>
                </a:moveTo>
                <a:lnTo>
                  <a:pt x="275293" y="173945"/>
                </a:lnTo>
                <a:lnTo>
                  <a:pt x="275293" y="175426"/>
                </a:lnTo>
                <a:lnTo>
                  <a:pt x="217815" y="175426"/>
                </a:lnTo>
                <a:close/>
                <a:moveTo>
                  <a:pt x="860073" y="174685"/>
                </a:moveTo>
                <a:lnTo>
                  <a:pt x="917551" y="174685"/>
                </a:lnTo>
                <a:lnTo>
                  <a:pt x="917551" y="175426"/>
                </a:lnTo>
                <a:lnTo>
                  <a:pt x="860073" y="175426"/>
                </a:lnTo>
                <a:close/>
                <a:moveTo>
                  <a:pt x="860073" y="175426"/>
                </a:moveTo>
                <a:lnTo>
                  <a:pt x="917968" y="175426"/>
                </a:lnTo>
                <a:lnTo>
                  <a:pt x="917968" y="176166"/>
                </a:lnTo>
                <a:lnTo>
                  <a:pt x="860073" y="176166"/>
                </a:lnTo>
                <a:close/>
                <a:moveTo>
                  <a:pt x="217815" y="175426"/>
                </a:moveTo>
                <a:lnTo>
                  <a:pt x="275709" y="175426"/>
                </a:lnTo>
                <a:lnTo>
                  <a:pt x="275709" y="176166"/>
                </a:lnTo>
                <a:lnTo>
                  <a:pt x="217815" y="176166"/>
                </a:lnTo>
                <a:close/>
                <a:moveTo>
                  <a:pt x="810092" y="173945"/>
                </a:moveTo>
                <a:lnTo>
                  <a:pt x="838414" y="173945"/>
                </a:lnTo>
                <a:lnTo>
                  <a:pt x="838414" y="176166"/>
                </a:lnTo>
                <a:lnTo>
                  <a:pt x="810092" y="176166"/>
                </a:lnTo>
                <a:close/>
                <a:moveTo>
                  <a:pt x="167833" y="173945"/>
                </a:moveTo>
                <a:lnTo>
                  <a:pt x="196156" y="173945"/>
                </a:lnTo>
                <a:lnTo>
                  <a:pt x="196156" y="176166"/>
                </a:lnTo>
                <a:lnTo>
                  <a:pt x="167833" y="176166"/>
                </a:lnTo>
                <a:close/>
                <a:moveTo>
                  <a:pt x="724291" y="173945"/>
                </a:moveTo>
                <a:lnTo>
                  <a:pt x="752613" y="173945"/>
                </a:lnTo>
                <a:lnTo>
                  <a:pt x="752613" y="176166"/>
                </a:lnTo>
                <a:lnTo>
                  <a:pt x="724291" y="176166"/>
                </a:lnTo>
                <a:close/>
                <a:moveTo>
                  <a:pt x="693469" y="173945"/>
                </a:moveTo>
                <a:lnTo>
                  <a:pt x="718459" y="173945"/>
                </a:lnTo>
                <a:lnTo>
                  <a:pt x="718459" y="176166"/>
                </a:lnTo>
                <a:lnTo>
                  <a:pt x="693469" y="176166"/>
                </a:lnTo>
                <a:close/>
                <a:moveTo>
                  <a:pt x="773022" y="175426"/>
                </a:moveTo>
                <a:lnTo>
                  <a:pt x="800512" y="175426"/>
                </a:lnTo>
                <a:lnTo>
                  <a:pt x="800512" y="176906"/>
                </a:lnTo>
                <a:lnTo>
                  <a:pt x="773022" y="176906"/>
                </a:lnTo>
                <a:close/>
                <a:moveTo>
                  <a:pt x="632242" y="174685"/>
                </a:moveTo>
                <a:lnTo>
                  <a:pt x="660148" y="174685"/>
                </a:lnTo>
                <a:lnTo>
                  <a:pt x="660148" y="176906"/>
                </a:lnTo>
                <a:lnTo>
                  <a:pt x="632242" y="176906"/>
                </a:lnTo>
                <a:close/>
                <a:moveTo>
                  <a:pt x="130764" y="175426"/>
                </a:moveTo>
                <a:lnTo>
                  <a:pt x="158254" y="175426"/>
                </a:lnTo>
                <a:lnTo>
                  <a:pt x="158254" y="176906"/>
                </a:lnTo>
                <a:lnTo>
                  <a:pt x="130764" y="176906"/>
                </a:lnTo>
                <a:close/>
                <a:moveTo>
                  <a:pt x="693469" y="176166"/>
                </a:moveTo>
                <a:lnTo>
                  <a:pt x="718876" y="176166"/>
                </a:lnTo>
                <a:lnTo>
                  <a:pt x="718876" y="176906"/>
                </a:lnTo>
                <a:lnTo>
                  <a:pt x="693469" y="176906"/>
                </a:lnTo>
                <a:close/>
                <a:moveTo>
                  <a:pt x="665979" y="174685"/>
                </a:moveTo>
                <a:lnTo>
                  <a:pt x="690970" y="174685"/>
                </a:lnTo>
                <a:lnTo>
                  <a:pt x="690970" y="176906"/>
                </a:lnTo>
                <a:lnTo>
                  <a:pt x="665979" y="176906"/>
                </a:lnTo>
                <a:close/>
                <a:moveTo>
                  <a:pt x="217815" y="176166"/>
                </a:moveTo>
                <a:lnTo>
                  <a:pt x="276126" y="176166"/>
                </a:lnTo>
                <a:lnTo>
                  <a:pt x="276126" y="177646"/>
                </a:lnTo>
                <a:lnTo>
                  <a:pt x="217815" y="177646"/>
                </a:lnTo>
                <a:close/>
                <a:moveTo>
                  <a:pt x="860073" y="176166"/>
                </a:moveTo>
                <a:lnTo>
                  <a:pt x="918384" y="176166"/>
                </a:lnTo>
                <a:lnTo>
                  <a:pt x="918384" y="177646"/>
                </a:lnTo>
                <a:lnTo>
                  <a:pt x="860073" y="177646"/>
                </a:lnTo>
                <a:close/>
                <a:moveTo>
                  <a:pt x="665563" y="176906"/>
                </a:moveTo>
                <a:lnTo>
                  <a:pt x="690970" y="176906"/>
                </a:lnTo>
                <a:lnTo>
                  <a:pt x="690970" y="177646"/>
                </a:lnTo>
                <a:lnTo>
                  <a:pt x="665563" y="177646"/>
                </a:lnTo>
                <a:close/>
                <a:moveTo>
                  <a:pt x="130348" y="176906"/>
                </a:moveTo>
                <a:lnTo>
                  <a:pt x="158254" y="176906"/>
                </a:lnTo>
                <a:lnTo>
                  <a:pt x="158254" y="178386"/>
                </a:lnTo>
                <a:lnTo>
                  <a:pt x="130348" y="178386"/>
                </a:lnTo>
                <a:close/>
                <a:moveTo>
                  <a:pt x="810508" y="176166"/>
                </a:moveTo>
                <a:lnTo>
                  <a:pt x="838831" y="176166"/>
                </a:lnTo>
                <a:lnTo>
                  <a:pt x="838831" y="178386"/>
                </a:lnTo>
                <a:lnTo>
                  <a:pt x="810508" y="178386"/>
                </a:lnTo>
                <a:close/>
                <a:moveTo>
                  <a:pt x="724291" y="176166"/>
                </a:moveTo>
                <a:lnTo>
                  <a:pt x="752197" y="176166"/>
                </a:lnTo>
                <a:lnTo>
                  <a:pt x="752197" y="178386"/>
                </a:lnTo>
                <a:lnTo>
                  <a:pt x="724291" y="178386"/>
                </a:lnTo>
                <a:close/>
                <a:moveTo>
                  <a:pt x="168250" y="176166"/>
                </a:moveTo>
                <a:lnTo>
                  <a:pt x="196573" y="176166"/>
                </a:lnTo>
                <a:lnTo>
                  <a:pt x="196573" y="178386"/>
                </a:lnTo>
                <a:lnTo>
                  <a:pt x="168250" y="178386"/>
                </a:lnTo>
                <a:close/>
                <a:moveTo>
                  <a:pt x="632242" y="176906"/>
                </a:moveTo>
                <a:lnTo>
                  <a:pt x="660565" y="176906"/>
                </a:lnTo>
                <a:lnTo>
                  <a:pt x="660565" y="178386"/>
                </a:lnTo>
                <a:lnTo>
                  <a:pt x="632242" y="178386"/>
                </a:lnTo>
                <a:close/>
                <a:moveTo>
                  <a:pt x="772606" y="176906"/>
                </a:moveTo>
                <a:lnTo>
                  <a:pt x="800512" y="176906"/>
                </a:lnTo>
                <a:lnTo>
                  <a:pt x="800512" y="178386"/>
                </a:lnTo>
                <a:lnTo>
                  <a:pt x="772606" y="178386"/>
                </a:lnTo>
                <a:close/>
                <a:moveTo>
                  <a:pt x="723874" y="178386"/>
                </a:moveTo>
                <a:lnTo>
                  <a:pt x="752197" y="178386"/>
                </a:lnTo>
                <a:lnTo>
                  <a:pt x="752197" y="179127"/>
                </a:lnTo>
                <a:lnTo>
                  <a:pt x="723874" y="179127"/>
                </a:lnTo>
                <a:close/>
                <a:moveTo>
                  <a:pt x="693885" y="176906"/>
                </a:moveTo>
                <a:lnTo>
                  <a:pt x="718876" y="176906"/>
                </a:lnTo>
                <a:lnTo>
                  <a:pt x="718876" y="179127"/>
                </a:lnTo>
                <a:lnTo>
                  <a:pt x="693885" y="179127"/>
                </a:lnTo>
                <a:close/>
                <a:moveTo>
                  <a:pt x="772606" y="178386"/>
                </a:moveTo>
                <a:lnTo>
                  <a:pt x="800095" y="178386"/>
                </a:lnTo>
                <a:lnTo>
                  <a:pt x="800095" y="179127"/>
                </a:lnTo>
                <a:lnTo>
                  <a:pt x="772606" y="179127"/>
                </a:lnTo>
                <a:close/>
                <a:moveTo>
                  <a:pt x="595172" y="175426"/>
                </a:moveTo>
                <a:lnTo>
                  <a:pt x="625994" y="175426"/>
                </a:lnTo>
                <a:lnTo>
                  <a:pt x="625994" y="179127"/>
                </a:lnTo>
                <a:lnTo>
                  <a:pt x="595172" y="179127"/>
                </a:lnTo>
                <a:close/>
                <a:moveTo>
                  <a:pt x="130348" y="178386"/>
                </a:moveTo>
                <a:lnTo>
                  <a:pt x="157837" y="178386"/>
                </a:lnTo>
                <a:lnTo>
                  <a:pt x="157837" y="179127"/>
                </a:lnTo>
                <a:lnTo>
                  <a:pt x="130348" y="179127"/>
                </a:lnTo>
                <a:close/>
                <a:moveTo>
                  <a:pt x="860073" y="177646"/>
                </a:moveTo>
                <a:lnTo>
                  <a:pt x="918801" y="177646"/>
                </a:lnTo>
                <a:lnTo>
                  <a:pt x="918801" y="179127"/>
                </a:lnTo>
                <a:lnTo>
                  <a:pt x="860073" y="179127"/>
                </a:lnTo>
                <a:close/>
                <a:moveTo>
                  <a:pt x="217815" y="177646"/>
                </a:moveTo>
                <a:lnTo>
                  <a:pt x="276542" y="177646"/>
                </a:lnTo>
                <a:lnTo>
                  <a:pt x="276542" y="179127"/>
                </a:lnTo>
                <a:lnTo>
                  <a:pt x="217815" y="179127"/>
                </a:lnTo>
                <a:close/>
                <a:moveTo>
                  <a:pt x="217815" y="179127"/>
                </a:moveTo>
                <a:lnTo>
                  <a:pt x="276959" y="179127"/>
                </a:lnTo>
                <a:lnTo>
                  <a:pt x="276959" y="179867"/>
                </a:lnTo>
                <a:lnTo>
                  <a:pt x="217815" y="179867"/>
                </a:lnTo>
                <a:close/>
                <a:moveTo>
                  <a:pt x="523533" y="174685"/>
                </a:moveTo>
                <a:lnTo>
                  <a:pt x="554771" y="174685"/>
                </a:lnTo>
                <a:lnTo>
                  <a:pt x="554771" y="179867"/>
                </a:lnTo>
                <a:lnTo>
                  <a:pt x="523533" y="179867"/>
                </a:lnTo>
                <a:close/>
                <a:moveTo>
                  <a:pt x="860073" y="179127"/>
                </a:moveTo>
                <a:lnTo>
                  <a:pt x="919217" y="179127"/>
                </a:lnTo>
                <a:lnTo>
                  <a:pt x="919217" y="179867"/>
                </a:lnTo>
                <a:lnTo>
                  <a:pt x="860073" y="179867"/>
                </a:lnTo>
                <a:close/>
                <a:moveTo>
                  <a:pt x="665563" y="177646"/>
                </a:moveTo>
                <a:lnTo>
                  <a:pt x="690553" y="177646"/>
                </a:lnTo>
                <a:lnTo>
                  <a:pt x="690553" y="179867"/>
                </a:lnTo>
                <a:lnTo>
                  <a:pt x="665563" y="179867"/>
                </a:lnTo>
                <a:close/>
                <a:moveTo>
                  <a:pt x="810925" y="178386"/>
                </a:moveTo>
                <a:lnTo>
                  <a:pt x="839247" y="178386"/>
                </a:lnTo>
                <a:lnTo>
                  <a:pt x="839247" y="180607"/>
                </a:lnTo>
                <a:lnTo>
                  <a:pt x="810925" y="180607"/>
                </a:lnTo>
                <a:close/>
                <a:moveTo>
                  <a:pt x="665146" y="179867"/>
                </a:moveTo>
                <a:lnTo>
                  <a:pt x="690553" y="179867"/>
                </a:lnTo>
                <a:lnTo>
                  <a:pt x="690553" y="180607"/>
                </a:lnTo>
                <a:lnTo>
                  <a:pt x="665146" y="180607"/>
                </a:lnTo>
                <a:close/>
                <a:moveTo>
                  <a:pt x="168666" y="178386"/>
                </a:moveTo>
                <a:lnTo>
                  <a:pt x="196989" y="178386"/>
                </a:lnTo>
                <a:lnTo>
                  <a:pt x="196989" y="180607"/>
                </a:lnTo>
                <a:lnTo>
                  <a:pt x="168666" y="180607"/>
                </a:lnTo>
                <a:close/>
                <a:moveTo>
                  <a:pt x="129931" y="179127"/>
                </a:moveTo>
                <a:lnTo>
                  <a:pt x="157837" y="179127"/>
                </a:lnTo>
                <a:lnTo>
                  <a:pt x="157837" y="180607"/>
                </a:lnTo>
                <a:lnTo>
                  <a:pt x="129931" y="180607"/>
                </a:lnTo>
                <a:close/>
                <a:moveTo>
                  <a:pt x="772189" y="179127"/>
                </a:moveTo>
                <a:lnTo>
                  <a:pt x="800095" y="179127"/>
                </a:lnTo>
                <a:lnTo>
                  <a:pt x="800095" y="180607"/>
                </a:lnTo>
                <a:lnTo>
                  <a:pt x="772189" y="180607"/>
                </a:lnTo>
                <a:close/>
                <a:moveTo>
                  <a:pt x="772189" y="180607"/>
                </a:moveTo>
                <a:lnTo>
                  <a:pt x="799679" y="180607"/>
                </a:lnTo>
                <a:lnTo>
                  <a:pt x="799679" y="181347"/>
                </a:lnTo>
                <a:lnTo>
                  <a:pt x="772189" y="181347"/>
                </a:lnTo>
                <a:close/>
                <a:moveTo>
                  <a:pt x="632658" y="178386"/>
                </a:moveTo>
                <a:lnTo>
                  <a:pt x="660565" y="178386"/>
                </a:lnTo>
                <a:lnTo>
                  <a:pt x="660565" y="181347"/>
                </a:lnTo>
                <a:lnTo>
                  <a:pt x="632658" y="181347"/>
                </a:lnTo>
                <a:close/>
                <a:moveTo>
                  <a:pt x="217815" y="179867"/>
                </a:moveTo>
                <a:lnTo>
                  <a:pt x="277376" y="179867"/>
                </a:lnTo>
                <a:lnTo>
                  <a:pt x="277376" y="181347"/>
                </a:lnTo>
                <a:lnTo>
                  <a:pt x="217815" y="181347"/>
                </a:lnTo>
                <a:close/>
                <a:moveTo>
                  <a:pt x="860073" y="179867"/>
                </a:moveTo>
                <a:lnTo>
                  <a:pt x="919634" y="179867"/>
                </a:lnTo>
                <a:lnTo>
                  <a:pt x="919634" y="181347"/>
                </a:lnTo>
                <a:lnTo>
                  <a:pt x="860073" y="181347"/>
                </a:lnTo>
                <a:close/>
                <a:moveTo>
                  <a:pt x="168666" y="180607"/>
                </a:moveTo>
                <a:lnTo>
                  <a:pt x="197406" y="180607"/>
                </a:lnTo>
                <a:lnTo>
                  <a:pt x="197406" y="181347"/>
                </a:lnTo>
                <a:lnTo>
                  <a:pt x="168666" y="181347"/>
                </a:lnTo>
                <a:close/>
                <a:moveTo>
                  <a:pt x="694302" y="179127"/>
                </a:moveTo>
                <a:lnTo>
                  <a:pt x="719292" y="179127"/>
                </a:lnTo>
                <a:lnTo>
                  <a:pt x="719292" y="182087"/>
                </a:lnTo>
                <a:lnTo>
                  <a:pt x="694302" y="182087"/>
                </a:lnTo>
                <a:close/>
                <a:moveTo>
                  <a:pt x="169083" y="181347"/>
                </a:moveTo>
                <a:lnTo>
                  <a:pt x="197406" y="181347"/>
                </a:lnTo>
                <a:lnTo>
                  <a:pt x="197406" y="182087"/>
                </a:lnTo>
                <a:lnTo>
                  <a:pt x="169083" y="182087"/>
                </a:lnTo>
                <a:close/>
                <a:moveTo>
                  <a:pt x="811341" y="180607"/>
                </a:moveTo>
                <a:lnTo>
                  <a:pt x="839664" y="180607"/>
                </a:lnTo>
                <a:lnTo>
                  <a:pt x="839664" y="182087"/>
                </a:lnTo>
                <a:lnTo>
                  <a:pt x="811341" y="182087"/>
                </a:lnTo>
                <a:close/>
                <a:moveTo>
                  <a:pt x="632658" y="181347"/>
                </a:moveTo>
                <a:lnTo>
                  <a:pt x="660981" y="181347"/>
                </a:lnTo>
                <a:lnTo>
                  <a:pt x="660981" y="182087"/>
                </a:lnTo>
                <a:lnTo>
                  <a:pt x="632658" y="182087"/>
                </a:lnTo>
                <a:close/>
                <a:moveTo>
                  <a:pt x="860073" y="181347"/>
                </a:moveTo>
                <a:lnTo>
                  <a:pt x="920050" y="181347"/>
                </a:lnTo>
                <a:lnTo>
                  <a:pt x="920050" y="182087"/>
                </a:lnTo>
                <a:lnTo>
                  <a:pt x="860073" y="182087"/>
                </a:lnTo>
                <a:close/>
                <a:moveTo>
                  <a:pt x="217815" y="181347"/>
                </a:moveTo>
                <a:lnTo>
                  <a:pt x="277792" y="181347"/>
                </a:lnTo>
                <a:lnTo>
                  <a:pt x="277792" y="182087"/>
                </a:lnTo>
                <a:lnTo>
                  <a:pt x="217815" y="182087"/>
                </a:lnTo>
                <a:close/>
                <a:moveTo>
                  <a:pt x="384002" y="173945"/>
                </a:moveTo>
                <a:lnTo>
                  <a:pt x="415240" y="173945"/>
                </a:lnTo>
                <a:lnTo>
                  <a:pt x="415240" y="182828"/>
                </a:lnTo>
                <a:lnTo>
                  <a:pt x="384002" y="182828"/>
                </a:lnTo>
                <a:close/>
                <a:moveTo>
                  <a:pt x="665146" y="180607"/>
                </a:moveTo>
                <a:lnTo>
                  <a:pt x="690137" y="180607"/>
                </a:lnTo>
                <a:lnTo>
                  <a:pt x="690137" y="182828"/>
                </a:lnTo>
                <a:lnTo>
                  <a:pt x="665146" y="182828"/>
                </a:lnTo>
                <a:close/>
                <a:moveTo>
                  <a:pt x="889645" y="182087"/>
                </a:moveTo>
                <a:lnTo>
                  <a:pt x="920050" y="182087"/>
                </a:lnTo>
                <a:lnTo>
                  <a:pt x="920050" y="182828"/>
                </a:lnTo>
                <a:lnTo>
                  <a:pt x="889645" y="182828"/>
                </a:lnTo>
                <a:close/>
                <a:moveTo>
                  <a:pt x="129515" y="180607"/>
                </a:moveTo>
                <a:lnTo>
                  <a:pt x="157421" y="180607"/>
                </a:lnTo>
                <a:lnTo>
                  <a:pt x="157421" y="182828"/>
                </a:lnTo>
                <a:lnTo>
                  <a:pt x="129515" y="182828"/>
                </a:lnTo>
                <a:close/>
                <a:moveTo>
                  <a:pt x="723874" y="179127"/>
                </a:moveTo>
                <a:lnTo>
                  <a:pt x="751780" y="179127"/>
                </a:lnTo>
                <a:lnTo>
                  <a:pt x="751780" y="182828"/>
                </a:lnTo>
                <a:lnTo>
                  <a:pt x="723874" y="182828"/>
                </a:lnTo>
                <a:close/>
                <a:moveTo>
                  <a:pt x="771773" y="181347"/>
                </a:moveTo>
                <a:lnTo>
                  <a:pt x="799679" y="181347"/>
                </a:lnTo>
                <a:lnTo>
                  <a:pt x="799679" y="182828"/>
                </a:lnTo>
                <a:lnTo>
                  <a:pt x="771773" y="182828"/>
                </a:lnTo>
                <a:close/>
                <a:moveTo>
                  <a:pt x="771356" y="182828"/>
                </a:moveTo>
                <a:lnTo>
                  <a:pt x="799679" y="182828"/>
                </a:lnTo>
                <a:lnTo>
                  <a:pt x="799679" y="183568"/>
                </a:lnTo>
                <a:lnTo>
                  <a:pt x="771356" y="183568"/>
                </a:lnTo>
                <a:close/>
                <a:moveTo>
                  <a:pt x="129098" y="182828"/>
                </a:moveTo>
                <a:lnTo>
                  <a:pt x="157421" y="182828"/>
                </a:lnTo>
                <a:lnTo>
                  <a:pt x="157421" y="183568"/>
                </a:lnTo>
                <a:lnTo>
                  <a:pt x="129098" y="183568"/>
                </a:lnTo>
                <a:close/>
                <a:moveTo>
                  <a:pt x="247387" y="182087"/>
                </a:moveTo>
                <a:lnTo>
                  <a:pt x="278209" y="182087"/>
                </a:lnTo>
                <a:lnTo>
                  <a:pt x="278209" y="183568"/>
                </a:lnTo>
                <a:lnTo>
                  <a:pt x="247387" y="183568"/>
                </a:lnTo>
                <a:close/>
                <a:moveTo>
                  <a:pt x="889645" y="182828"/>
                </a:moveTo>
                <a:lnTo>
                  <a:pt x="920467" y="182828"/>
                </a:lnTo>
                <a:lnTo>
                  <a:pt x="920467" y="183568"/>
                </a:lnTo>
                <a:lnTo>
                  <a:pt x="889645" y="183568"/>
                </a:lnTo>
                <a:close/>
                <a:moveTo>
                  <a:pt x="664730" y="182828"/>
                </a:moveTo>
                <a:lnTo>
                  <a:pt x="690137" y="182828"/>
                </a:lnTo>
                <a:lnTo>
                  <a:pt x="690137" y="183568"/>
                </a:lnTo>
                <a:lnTo>
                  <a:pt x="664730" y="183568"/>
                </a:lnTo>
                <a:close/>
                <a:moveTo>
                  <a:pt x="169083" y="182087"/>
                </a:moveTo>
                <a:lnTo>
                  <a:pt x="197822" y="182087"/>
                </a:lnTo>
                <a:lnTo>
                  <a:pt x="197822" y="183568"/>
                </a:lnTo>
                <a:lnTo>
                  <a:pt x="169083" y="183568"/>
                </a:lnTo>
                <a:close/>
                <a:moveTo>
                  <a:pt x="811341" y="182087"/>
                </a:moveTo>
                <a:lnTo>
                  <a:pt x="840080" y="182087"/>
                </a:lnTo>
                <a:lnTo>
                  <a:pt x="840080" y="183568"/>
                </a:lnTo>
                <a:lnTo>
                  <a:pt x="811341" y="183568"/>
                </a:lnTo>
                <a:close/>
                <a:moveTo>
                  <a:pt x="247803" y="183568"/>
                </a:moveTo>
                <a:lnTo>
                  <a:pt x="278625" y="183568"/>
                </a:lnTo>
                <a:lnTo>
                  <a:pt x="278625" y="184308"/>
                </a:lnTo>
                <a:lnTo>
                  <a:pt x="247803" y="184308"/>
                </a:lnTo>
                <a:close/>
                <a:moveTo>
                  <a:pt x="890061" y="183568"/>
                </a:moveTo>
                <a:lnTo>
                  <a:pt x="920883" y="183568"/>
                </a:lnTo>
                <a:lnTo>
                  <a:pt x="920883" y="184308"/>
                </a:lnTo>
                <a:lnTo>
                  <a:pt x="890061" y="184308"/>
                </a:lnTo>
                <a:close/>
                <a:moveTo>
                  <a:pt x="169499" y="183568"/>
                </a:moveTo>
                <a:lnTo>
                  <a:pt x="197822" y="183568"/>
                </a:lnTo>
                <a:lnTo>
                  <a:pt x="197822" y="184308"/>
                </a:lnTo>
                <a:lnTo>
                  <a:pt x="169499" y="184308"/>
                </a:lnTo>
                <a:close/>
                <a:moveTo>
                  <a:pt x="811758" y="183568"/>
                </a:moveTo>
                <a:lnTo>
                  <a:pt x="840080" y="183568"/>
                </a:lnTo>
                <a:lnTo>
                  <a:pt x="840080" y="184308"/>
                </a:lnTo>
                <a:lnTo>
                  <a:pt x="811758" y="184308"/>
                </a:lnTo>
                <a:close/>
                <a:moveTo>
                  <a:pt x="633075" y="182087"/>
                </a:moveTo>
                <a:lnTo>
                  <a:pt x="660981" y="182087"/>
                </a:lnTo>
                <a:lnTo>
                  <a:pt x="660981" y="185048"/>
                </a:lnTo>
                <a:lnTo>
                  <a:pt x="633075" y="185048"/>
                </a:lnTo>
                <a:close/>
                <a:moveTo>
                  <a:pt x="664730" y="183568"/>
                </a:moveTo>
                <a:lnTo>
                  <a:pt x="689720" y="183568"/>
                </a:lnTo>
                <a:lnTo>
                  <a:pt x="689720" y="185048"/>
                </a:lnTo>
                <a:lnTo>
                  <a:pt x="664730" y="185048"/>
                </a:lnTo>
                <a:close/>
                <a:moveTo>
                  <a:pt x="771356" y="183568"/>
                </a:moveTo>
                <a:lnTo>
                  <a:pt x="799262" y="183568"/>
                </a:lnTo>
                <a:lnTo>
                  <a:pt x="799262" y="185048"/>
                </a:lnTo>
                <a:lnTo>
                  <a:pt x="771356" y="185048"/>
                </a:lnTo>
                <a:close/>
                <a:moveTo>
                  <a:pt x="248220" y="184308"/>
                </a:moveTo>
                <a:lnTo>
                  <a:pt x="278625" y="184308"/>
                </a:lnTo>
                <a:lnTo>
                  <a:pt x="278625" y="185048"/>
                </a:lnTo>
                <a:lnTo>
                  <a:pt x="248220" y="185048"/>
                </a:lnTo>
                <a:close/>
                <a:moveTo>
                  <a:pt x="129098" y="183568"/>
                </a:moveTo>
                <a:lnTo>
                  <a:pt x="157004" y="183568"/>
                </a:lnTo>
                <a:lnTo>
                  <a:pt x="157004" y="185048"/>
                </a:lnTo>
                <a:lnTo>
                  <a:pt x="129098" y="185048"/>
                </a:lnTo>
                <a:close/>
                <a:moveTo>
                  <a:pt x="694718" y="182087"/>
                </a:moveTo>
                <a:lnTo>
                  <a:pt x="719709" y="182087"/>
                </a:lnTo>
                <a:lnTo>
                  <a:pt x="719709" y="185048"/>
                </a:lnTo>
                <a:lnTo>
                  <a:pt x="694718" y="185048"/>
                </a:lnTo>
                <a:close/>
                <a:moveTo>
                  <a:pt x="770940" y="185048"/>
                </a:moveTo>
                <a:lnTo>
                  <a:pt x="799262" y="185048"/>
                </a:lnTo>
                <a:lnTo>
                  <a:pt x="799262" y="185788"/>
                </a:lnTo>
                <a:lnTo>
                  <a:pt x="770940" y="185788"/>
                </a:lnTo>
                <a:close/>
                <a:moveTo>
                  <a:pt x="633075" y="185048"/>
                </a:moveTo>
                <a:lnTo>
                  <a:pt x="661398" y="185048"/>
                </a:lnTo>
                <a:lnTo>
                  <a:pt x="661398" y="185788"/>
                </a:lnTo>
                <a:lnTo>
                  <a:pt x="633075" y="185788"/>
                </a:lnTo>
                <a:close/>
                <a:moveTo>
                  <a:pt x="664313" y="185048"/>
                </a:moveTo>
                <a:lnTo>
                  <a:pt x="689720" y="185048"/>
                </a:lnTo>
                <a:lnTo>
                  <a:pt x="689720" y="185788"/>
                </a:lnTo>
                <a:lnTo>
                  <a:pt x="664313" y="185788"/>
                </a:lnTo>
                <a:close/>
                <a:moveTo>
                  <a:pt x="128682" y="185048"/>
                </a:moveTo>
                <a:lnTo>
                  <a:pt x="157004" y="185048"/>
                </a:lnTo>
                <a:lnTo>
                  <a:pt x="157004" y="185788"/>
                </a:lnTo>
                <a:lnTo>
                  <a:pt x="128682" y="185788"/>
                </a:lnTo>
                <a:close/>
                <a:moveTo>
                  <a:pt x="169499" y="184308"/>
                </a:moveTo>
                <a:lnTo>
                  <a:pt x="198239" y="184308"/>
                </a:lnTo>
                <a:lnTo>
                  <a:pt x="198239" y="185788"/>
                </a:lnTo>
                <a:lnTo>
                  <a:pt x="169499" y="185788"/>
                </a:lnTo>
                <a:close/>
                <a:moveTo>
                  <a:pt x="248220" y="185048"/>
                </a:moveTo>
                <a:lnTo>
                  <a:pt x="279042" y="185048"/>
                </a:lnTo>
                <a:lnTo>
                  <a:pt x="279042" y="185788"/>
                </a:lnTo>
                <a:lnTo>
                  <a:pt x="248220" y="185788"/>
                </a:lnTo>
                <a:close/>
                <a:moveTo>
                  <a:pt x="890478" y="184308"/>
                </a:moveTo>
                <a:lnTo>
                  <a:pt x="921300" y="184308"/>
                </a:lnTo>
                <a:lnTo>
                  <a:pt x="921300" y="185788"/>
                </a:lnTo>
                <a:lnTo>
                  <a:pt x="890478" y="185788"/>
                </a:lnTo>
                <a:close/>
                <a:moveTo>
                  <a:pt x="811758" y="184308"/>
                </a:moveTo>
                <a:lnTo>
                  <a:pt x="840497" y="184308"/>
                </a:lnTo>
                <a:lnTo>
                  <a:pt x="840497" y="186528"/>
                </a:lnTo>
                <a:lnTo>
                  <a:pt x="811758" y="186528"/>
                </a:lnTo>
                <a:close/>
                <a:moveTo>
                  <a:pt x="169916" y="185788"/>
                </a:moveTo>
                <a:lnTo>
                  <a:pt x="198239" y="185788"/>
                </a:lnTo>
                <a:lnTo>
                  <a:pt x="198239" y="186528"/>
                </a:lnTo>
                <a:lnTo>
                  <a:pt x="169916" y="186528"/>
                </a:lnTo>
                <a:close/>
                <a:moveTo>
                  <a:pt x="248636" y="185788"/>
                </a:moveTo>
                <a:lnTo>
                  <a:pt x="279458" y="185788"/>
                </a:lnTo>
                <a:lnTo>
                  <a:pt x="279458" y="186528"/>
                </a:lnTo>
                <a:lnTo>
                  <a:pt x="248636" y="186528"/>
                </a:lnTo>
                <a:close/>
                <a:moveTo>
                  <a:pt x="890894" y="185788"/>
                </a:moveTo>
                <a:lnTo>
                  <a:pt x="921716" y="185788"/>
                </a:lnTo>
                <a:lnTo>
                  <a:pt x="921716" y="186528"/>
                </a:lnTo>
                <a:lnTo>
                  <a:pt x="890894" y="186528"/>
                </a:lnTo>
                <a:close/>
                <a:moveTo>
                  <a:pt x="723458" y="182828"/>
                </a:moveTo>
                <a:lnTo>
                  <a:pt x="751364" y="182828"/>
                </a:lnTo>
                <a:lnTo>
                  <a:pt x="751364" y="186528"/>
                </a:lnTo>
                <a:lnTo>
                  <a:pt x="723458" y="186528"/>
                </a:lnTo>
                <a:close/>
                <a:moveTo>
                  <a:pt x="695135" y="185048"/>
                </a:moveTo>
                <a:lnTo>
                  <a:pt x="720125" y="185048"/>
                </a:lnTo>
                <a:lnTo>
                  <a:pt x="720125" y="187269"/>
                </a:lnTo>
                <a:lnTo>
                  <a:pt x="695135" y="187269"/>
                </a:lnTo>
                <a:close/>
                <a:moveTo>
                  <a:pt x="891311" y="186528"/>
                </a:moveTo>
                <a:lnTo>
                  <a:pt x="921716" y="186528"/>
                </a:lnTo>
                <a:lnTo>
                  <a:pt x="921716" y="187269"/>
                </a:lnTo>
                <a:lnTo>
                  <a:pt x="891311" y="187269"/>
                </a:lnTo>
                <a:close/>
                <a:moveTo>
                  <a:pt x="128682" y="185788"/>
                </a:moveTo>
                <a:lnTo>
                  <a:pt x="156588" y="185788"/>
                </a:lnTo>
                <a:lnTo>
                  <a:pt x="156588" y="187269"/>
                </a:lnTo>
                <a:lnTo>
                  <a:pt x="128682" y="187269"/>
                </a:lnTo>
                <a:close/>
                <a:moveTo>
                  <a:pt x="249053" y="186528"/>
                </a:moveTo>
                <a:lnTo>
                  <a:pt x="279458" y="186528"/>
                </a:lnTo>
                <a:lnTo>
                  <a:pt x="279458" y="187269"/>
                </a:lnTo>
                <a:lnTo>
                  <a:pt x="249053" y="187269"/>
                </a:lnTo>
                <a:close/>
                <a:moveTo>
                  <a:pt x="770940" y="185788"/>
                </a:moveTo>
                <a:lnTo>
                  <a:pt x="798846" y="185788"/>
                </a:lnTo>
                <a:lnTo>
                  <a:pt x="798846" y="187269"/>
                </a:lnTo>
                <a:lnTo>
                  <a:pt x="770940" y="187269"/>
                </a:lnTo>
                <a:close/>
                <a:moveTo>
                  <a:pt x="664313" y="185788"/>
                </a:moveTo>
                <a:lnTo>
                  <a:pt x="689304" y="185788"/>
                </a:lnTo>
                <a:lnTo>
                  <a:pt x="689304" y="188009"/>
                </a:lnTo>
                <a:lnTo>
                  <a:pt x="664313" y="188009"/>
                </a:lnTo>
                <a:close/>
                <a:moveTo>
                  <a:pt x="249053" y="187269"/>
                </a:moveTo>
                <a:lnTo>
                  <a:pt x="279875" y="187269"/>
                </a:lnTo>
                <a:lnTo>
                  <a:pt x="279875" y="188009"/>
                </a:lnTo>
                <a:lnTo>
                  <a:pt x="249053" y="188009"/>
                </a:lnTo>
                <a:close/>
                <a:moveTo>
                  <a:pt x="891311" y="187269"/>
                </a:moveTo>
                <a:lnTo>
                  <a:pt x="922133" y="187269"/>
                </a:lnTo>
                <a:lnTo>
                  <a:pt x="922133" y="188009"/>
                </a:lnTo>
                <a:lnTo>
                  <a:pt x="891311" y="188009"/>
                </a:lnTo>
                <a:close/>
                <a:moveTo>
                  <a:pt x="695135" y="187269"/>
                </a:moveTo>
                <a:lnTo>
                  <a:pt x="720542" y="187269"/>
                </a:lnTo>
                <a:lnTo>
                  <a:pt x="720542" y="188009"/>
                </a:lnTo>
                <a:lnTo>
                  <a:pt x="695135" y="188009"/>
                </a:lnTo>
                <a:close/>
                <a:moveTo>
                  <a:pt x="249469" y="188009"/>
                </a:moveTo>
                <a:lnTo>
                  <a:pt x="280291" y="188009"/>
                </a:lnTo>
                <a:lnTo>
                  <a:pt x="280291" y="188749"/>
                </a:lnTo>
                <a:lnTo>
                  <a:pt x="249469" y="188749"/>
                </a:lnTo>
                <a:close/>
                <a:moveTo>
                  <a:pt x="812174" y="186528"/>
                </a:moveTo>
                <a:lnTo>
                  <a:pt x="840913" y="186528"/>
                </a:lnTo>
                <a:lnTo>
                  <a:pt x="840913" y="188749"/>
                </a:lnTo>
                <a:lnTo>
                  <a:pt x="812174" y="188749"/>
                </a:lnTo>
                <a:close/>
                <a:moveTo>
                  <a:pt x="663897" y="188009"/>
                </a:moveTo>
                <a:lnTo>
                  <a:pt x="689304" y="188009"/>
                </a:lnTo>
                <a:lnTo>
                  <a:pt x="689304" y="188749"/>
                </a:lnTo>
                <a:lnTo>
                  <a:pt x="663897" y="188749"/>
                </a:lnTo>
                <a:close/>
                <a:moveTo>
                  <a:pt x="633491" y="185788"/>
                </a:moveTo>
                <a:lnTo>
                  <a:pt x="661398" y="185788"/>
                </a:lnTo>
                <a:lnTo>
                  <a:pt x="661398" y="188749"/>
                </a:lnTo>
                <a:lnTo>
                  <a:pt x="633491" y="188749"/>
                </a:lnTo>
                <a:close/>
                <a:moveTo>
                  <a:pt x="128265" y="187269"/>
                </a:moveTo>
                <a:lnTo>
                  <a:pt x="156588" y="187269"/>
                </a:lnTo>
                <a:lnTo>
                  <a:pt x="156588" y="188749"/>
                </a:lnTo>
                <a:lnTo>
                  <a:pt x="128265" y="188749"/>
                </a:lnTo>
                <a:close/>
                <a:moveTo>
                  <a:pt x="770523" y="187269"/>
                </a:moveTo>
                <a:lnTo>
                  <a:pt x="798846" y="187269"/>
                </a:lnTo>
                <a:lnTo>
                  <a:pt x="798846" y="188749"/>
                </a:lnTo>
                <a:lnTo>
                  <a:pt x="770523" y="188749"/>
                </a:lnTo>
                <a:close/>
                <a:moveTo>
                  <a:pt x="891727" y="188009"/>
                </a:moveTo>
                <a:lnTo>
                  <a:pt x="922549" y="188009"/>
                </a:lnTo>
                <a:lnTo>
                  <a:pt x="922549" y="188749"/>
                </a:lnTo>
                <a:lnTo>
                  <a:pt x="891727" y="188749"/>
                </a:lnTo>
                <a:close/>
                <a:moveTo>
                  <a:pt x="169916" y="186528"/>
                </a:moveTo>
                <a:lnTo>
                  <a:pt x="198655" y="186528"/>
                </a:lnTo>
                <a:lnTo>
                  <a:pt x="198655" y="188749"/>
                </a:lnTo>
                <a:lnTo>
                  <a:pt x="169916" y="188749"/>
                </a:lnTo>
                <a:close/>
                <a:moveTo>
                  <a:pt x="249886" y="188749"/>
                </a:moveTo>
                <a:lnTo>
                  <a:pt x="280291" y="188749"/>
                </a:lnTo>
                <a:lnTo>
                  <a:pt x="280291" y="189489"/>
                </a:lnTo>
                <a:lnTo>
                  <a:pt x="249886" y="189489"/>
                </a:lnTo>
                <a:close/>
                <a:moveTo>
                  <a:pt x="770523" y="188749"/>
                </a:moveTo>
                <a:lnTo>
                  <a:pt x="798429" y="188749"/>
                </a:lnTo>
                <a:lnTo>
                  <a:pt x="798429" y="189489"/>
                </a:lnTo>
                <a:lnTo>
                  <a:pt x="770523" y="189489"/>
                </a:lnTo>
                <a:close/>
                <a:moveTo>
                  <a:pt x="128265" y="188749"/>
                </a:moveTo>
                <a:lnTo>
                  <a:pt x="156171" y="188749"/>
                </a:lnTo>
                <a:lnTo>
                  <a:pt x="156171" y="189489"/>
                </a:lnTo>
                <a:lnTo>
                  <a:pt x="128265" y="189489"/>
                </a:lnTo>
                <a:close/>
                <a:moveTo>
                  <a:pt x="892144" y="188749"/>
                </a:moveTo>
                <a:lnTo>
                  <a:pt x="922549" y="188749"/>
                </a:lnTo>
                <a:lnTo>
                  <a:pt x="922549" y="189489"/>
                </a:lnTo>
                <a:lnTo>
                  <a:pt x="892144" y="189489"/>
                </a:lnTo>
                <a:close/>
                <a:moveTo>
                  <a:pt x="633908" y="188749"/>
                </a:moveTo>
                <a:lnTo>
                  <a:pt x="661398" y="188749"/>
                </a:lnTo>
                <a:lnTo>
                  <a:pt x="661398" y="189489"/>
                </a:lnTo>
                <a:lnTo>
                  <a:pt x="633908" y="189489"/>
                </a:lnTo>
                <a:close/>
                <a:moveTo>
                  <a:pt x="723041" y="186528"/>
                </a:moveTo>
                <a:lnTo>
                  <a:pt x="750947" y="186528"/>
                </a:lnTo>
                <a:lnTo>
                  <a:pt x="750947" y="190229"/>
                </a:lnTo>
                <a:lnTo>
                  <a:pt x="723041" y="190229"/>
                </a:lnTo>
                <a:close/>
                <a:moveTo>
                  <a:pt x="249886" y="189489"/>
                </a:moveTo>
                <a:lnTo>
                  <a:pt x="280708" y="189489"/>
                </a:lnTo>
                <a:lnTo>
                  <a:pt x="280708" y="190229"/>
                </a:lnTo>
                <a:lnTo>
                  <a:pt x="249886" y="190229"/>
                </a:lnTo>
                <a:close/>
                <a:moveTo>
                  <a:pt x="892144" y="189489"/>
                </a:moveTo>
                <a:lnTo>
                  <a:pt x="922966" y="189489"/>
                </a:lnTo>
                <a:lnTo>
                  <a:pt x="922966" y="190229"/>
                </a:lnTo>
                <a:lnTo>
                  <a:pt x="892144" y="190229"/>
                </a:lnTo>
                <a:close/>
                <a:moveTo>
                  <a:pt x="695551" y="188009"/>
                </a:moveTo>
                <a:lnTo>
                  <a:pt x="720542" y="188009"/>
                </a:lnTo>
                <a:lnTo>
                  <a:pt x="720542" y="190229"/>
                </a:lnTo>
                <a:lnTo>
                  <a:pt x="695551" y="190229"/>
                </a:lnTo>
                <a:close/>
                <a:moveTo>
                  <a:pt x="695551" y="190229"/>
                </a:moveTo>
                <a:lnTo>
                  <a:pt x="720958" y="190229"/>
                </a:lnTo>
                <a:lnTo>
                  <a:pt x="720958" y="190970"/>
                </a:lnTo>
                <a:lnTo>
                  <a:pt x="695551" y="190970"/>
                </a:lnTo>
                <a:close/>
                <a:moveTo>
                  <a:pt x="812591" y="188749"/>
                </a:moveTo>
                <a:lnTo>
                  <a:pt x="841330" y="188749"/>
                </a:lnTo>
                <a:lnTo>
                  <a:pt x="841330" y="190970"/>
                </a:lnTo>
                <a:lnTo>
                  <a:pt x="812591" y="190970"/>
                </a:lnTo>
                <a:close/>
                <a:moveTo>
                  <a:pt x="170333" y="188749"/>
                </a:moveTo>
                <a:lnTo>
                  <a:pt x="199072" y="188749"/>
                </a:lnTo>
                <a:lnTo>
                  <a:pt x="199072" y="190970"/>
                </a:lnTo>
                <a:lnTo>
                  <a:pt x="170333" y="190970"/>
                </a:lnTo>
                <a:close/>
                <a:moveTo>
                  <a:pt x="723041" y="190229"/>
                </a:moveTo>
                <a:lnTo>
                  <a:pt x="750531" y="190229"/>
                </a:lnTo>
                <a:lnTo>
                  <a:pt x="750531" y="190970"/>
                </a:lnTo>
                <a:lnTo>
                  <a:pt x="723041" y="190970"/>
                </a:lnTo>
                <a:close/>
                <a:moveTo>
                  <a:pt x="770107" y="189489"/>
                </a:moveTo>
                <a:lnTo>
                  <a:pt x="798429" y="189489"/>
                </a:lnTo>
                <a:lnTo>
                  <a:pt x="798429" y="190970"/>
                </a:lnTo>
                <a:lnTo>
                  <a:pt x="770107" y="190970"/>
                </a:lnTo>
                <a:close/>
                <a:moveTo>
                  <a:pt x="663897" y="188749"/>
                </a:moveTo>
                <a:lnTo>
                  <a:pt x="688887" y="188749"/>
                </a:lnTo>
                <a:lnTo>
                  <a:pt x="688887" y="190970"/>
                </a:lnTo>
                <a:lnTo>
                  <a:pt x="663897" y="190970"/>
                </a:lnTo>
                <a:close/>
                <a:moveTo>
                  <a:pt x="127849" y="189489"/>
                </a:moveTo>
                <a:lnTo>
                  <a:pt x="156171" y="189489"/>
                </a:lnTo>
                <a:lnTo>
                  <a:pt x="156171" y="190970"/>
                </a:lnTo>
                <a:lnTo>
                  <a:pt x="127849" y="190970"/>
                </a:lnTo>
                <a:close/>
                <a:moveTo>
                  <a:pt x="250302" y="190229"/>
                </a:moveTo>
                <a:lnTo>
                  <a:pt x="281124" y="190229"/>
                </a:lnTo>
                <a:lnTo>
                  <a:pt x="281124" y="191710"/>
                </a:lnTo>
                <a:lnTo>
                  <a:pt x="250302" y="191710"/>
                </a:lnTo>
                <a:close/>
                <a:moveTo>
                  <a:pt x="663480" y="190970"/>
                </a:moveTo>
                <a:lnTo>
                  <a:pt x="688887" y="190970"/>
                </a:lnTo>
                <a:lnTo>
                  <a:pt x="688887" y="191710"/>
                </a:lnTo>
                <a:lnTo>
                  <a:pt x="663480" y="191710"/>
                </a:lnTo>
                <a:close/>
                <a:moveTo>
                  <a:pt x="892560" y="190229"/>
                </a:moveTo>
                <a:lnTo>
                  <a:pt x="923382" y="190229"/>
                </a:lnTo>
                <a:lnTo>
                  <a:pt x="923382" y="191710"/>
                </a:lnTo>
                <a:lnTo>
                  <a:pt x="892560" y="191710"/>
                </a:lnTo>
                <a:close/>
                <a:moveTo>
                  <a:pt x="127849" y="190970"/>
                </a:moveTo>
                <a:lnTo>
                  <a:pt x="155755" y="190970"/>
                </a:lnTo>
                <a:lnTo>
                  <a:pt x="155755" y="191710"/>
                </a:lnTo>
                <a:lnTo>
                  <a:pt x="127849" y="191710"/>
                </a:lnTo>
                <a:close/>
                <a:moveTo>
                  <a:pt x="770107" y="190970"/>
                </a:moveTo>
                <a:lnTo>
                  <a:pt x="798013" y="190970"/>
                </a:lnTo>
                <a:lnTo>
                  <a:pt x="798013" y="191710"/>
                </a:lnTo>
                <a:lnTo>
                  <a:pt x="770107" y="191710"/>
                </a:lnTo>
                <a:close/>
                <a:moveTo>
                  <a:pt x="892977" y="191710"/>
                </a:moveTo>
                <a:lnTo>
                  <a:pt x="923799" y="191710"/>
                </a:lnTo>
                <a:lnTo>
                  <a:pt x="923799" y="192450"/>
                </a:lnTo>
                <a:lnTo>
                  <a:pt x="892977" y="192450"/>
                </a:lnTo>
                <a:close/>
                <a:moveTo>
                  <a:pt x="633908" y="189489"/>
                </a:moveTo>
                <a:lnTo>
                  <a:pt x="661814" y="189489"/>
                </a:lnTo>
                <a:lnTo>
                  <a:pt x="661814" y="192450"/>
                </a:lnTo>
                <a:lnTo>
                  <a:pt x="633908" y="192450"/>
                </a:lnTo>
                <a:close/>
                <a:moveTo>
                  <a:pt x="250719" y="191710"/>
                </a:moveTo>
                <a:lnTo>
                  <a:pt x="281541" y="191710"/>
                </a:lnTo>
                <a:lnTo>
                  <a:pt x="281541" y="192450"/>
                </a:lnTo>
                <a:lnTo>
                  <a:pt x="250719" y="192450"/>
                </a:lnTo>
                <a:close/>
                <a:moveTo>
                  <a:pt x="127432" y="191710"/>
                </a:moveTo>
                <a:lnTo>
                  <a:pt x="155755" y="191710"/>
                </a:lnTo>
                <a:lnTo>
                  <a:pt x="155755" y="193190"/>
                </a:lnTo>
                <a:lnTo>
                  <a:pt x="127432" y="193190"/>
                </a:lnTo>
                <a:close/>
                <a:moveTo>
                  <a:pt x="695968" y="190970"/>
                </a:moveTo>
                <a:lnTo>
                  <a:pt x="720958" y="190970"/>
                </a:lnTo>
                <a:lnTo>
                  <a:pt x="720958" y="193190"/>
                </a:lnTo>
                <a:lnTo>
                  <a:pt x="695968" y="193190"/>
                </a:lnTo>
                <a:close/>
                <a:moveTo>
                  <a:pt x="893393" y="192450"/>
                </a:moveTo>
                <a:lnTo>
                  <a:pt x="923799" y="192450"/>
                </a:lnTo>
                <a:lnTo>
                  <a:pt x="923799" y="193190"/>
                </a:lnTo>
                <a:lnTo>
                  <a:pt x="893393" y="193190"/>
                </a:lnTo>
                <a:close/>
                <a:moveTo>
                  <a:pt x="251135" y="192450"/>
                </a:moveTo>
                <a:lnTo>
                  <a:pt x="281541" y="192450"/>
                </a:lnTo>
                <a:lnTo>
                  <a:pt x="281541" y="193190"/>
                </a:lnTo>
                <a:lnTo>
                  <a:pt x="251135" y="193190"/>
                </a:lnTo>
                <a:close/>
                <a:moveTo>
                  <a:pt x="170749" y="190970"/>
                </a:moveTo>
                <a:lnTo>
                  <a:pt x="199488" y="190970"/>
                </a:lnTo>
                <a:lnTo>
                  <a:pt x="199488" y="193190"/>
                </a:lnTo>
                <a:lnTo>
                  <a:pt x="170749" y="193190"/>
                </a:lnTo>
                <a:close/>
                <a:moveTo>
                  <a:pt x="813007" y="190970"/>
                </a:moveTo>
                <a:lnTo>
                  <a:pt x="841746" y="190970"/>
                </a:lnTo>
                <a:lnTo>
                  <a:pt x="841746" y="193190"/>
                </a:lnTo>
                <a:lnTo>
                  <a:pt x="813007" y="193190"/>
                </a:lnTo>
                <a:close/>
                <a:moveTo>
                  <a:pt x="813007" y="193190"/>
                </a:moveTo>
                <a:lnTo>
                  <a:pt x="842163" y="193190"/>
                </a:lnTo>
                <a:lnTo>
                  <a:pt x="842163" y="193930"/>
                </a:lnTo>
                <a:lnTo>
                  <a:pt x="813007" y="193930"/>
                </a:lnTo>
                <a:close/>
                <a:moveTo>
                  <a:pt x="170749" y="193190"/>
                </a:moveTo>
                <a:lnTo>
                  <a:pt x="199905" y="193190"/>
                </a:lnTo>
                <a:lnTo>
                  <a:pt x="199905" y="193930"/>
                </a:lnTo>
                <a:lnTo>
                  <a:pt x="170749" y="193930"/>
                </a:lnTo>
                <a:close/>
                <a:moveTo>
                  <a:pt x="769690" y="191710"/>
                </a:moveTo>
                <a:lnTo>
                  <a:pt x="798013" y="191710"/>
                </a:lnTo>
                <a:lnTo>
                  <a:pt x="798013" y="193930"/>
                </a:lnTo>
                <a:lnTo>
                  <a:pt x="769690" y="193930"/>
                </a:lnTo>
                <a:close/>
                <a:moveTo>
                  <a:pt x="127015" y="193190"/>
                </a:moveTo>
                <a:lnTo>
                  <a:pt x="155755" y="193190"/>
                </a:lnTo>
                <a:lnTo>
                  <a:pt x="155755" y="193930"/>
                </a:lnTo>
                <a:lnTo>
                  <a:pt x="127015" y="193930"/>
                </a:lnTo>
                <a:close/>
                <a:moveTo>
                  <a:pt x="722624" y="190970"/>
                </a:moveTo>
                <a:lnTo>
                  <a:pt x="750531" y="190970"/>
                </a:lnTo>
                <a:lnTo>
                  <a:pt x="750531" y="193930"/>
                </a:lnTo>
                <a:lnTo>
                  <a:pt x="722624" y="193930"/>
                </a:lnTo>
                <a:close/>
                <a:moveTo>
                  <a:pt x="663480" y="191710"/>
                </a:moveTo>
                <a:lnTo>
                  <a:pt x="688471" y="191710"/>
                </a:lnTo>
                <a:lnTo>
                  <a:pt x="688471" y="193930"/>
                </a:lnTo>
                <a:lnTo>
                  <a:pt x="663480" y="193930"/>
                </a:lnTo>
                <a:close/>
                <a:moveTo>
                  <a:pt x="695968" y="193190"/>
                </a:moveTo>
                <a:lnTo>
                  <a:pt x="721375" y="193190"/>
                </a:lnTo>
                <a:lnTo>
                  <a:pt x="721375" y="193930"/>
                </a:lnTo>
                <a:lnTo>
                  <a:pt x="695968" y="193930"/>
                </a:lnTo>
                <a:close/>
                <a:moveTo>
                  <a:pt x="251135" y="193190"/>
                </a:moveTo>
                <a:lnTo>
                  <a:pt x="281957" y="193190"/>
                </a:lnTo>
                <a:lnTo>
                  <a:pt x="281957" y="193930"/>
                </a:lnTo>
                <a:lnTo>
                  <a:pt x="251135" y="193930"/>
                </a:lnTo>
                <a:close/>
                <a:moveTo>
                  <a:pt x="893393" y="193190"/>
                </a:moveTo>
                <a:lnTo>
                  <a:pt x="924215" y="193190"/>
                </a:lnTo>
                <a:lnTo>
                  <a:pt x="924215" y="193930"/>
                </a:lnTo>
                <a:lnTo>
                  <a:pt x="893393" y="193930"/>
                </a:lnTo>
                <a:close/>
                <a:moveTo>
                  <a:pt x="634324" y="192450"/>
                </a:moveTo>
                <a:lnTo>
                  <a:pt x="661814" y="192450"/>
                </a:lnTo>
                <a:lnTo>
                  <a:pt x="661814" y="193930"/>
                </a:lnTo>
                <a:lnTo>
                  <a:pt x="634324" y="193930"/>
                </a:lnTo>
                <a:close/>
                <a:moveTo>
                  <a:pt x="722624" y="193930"/>
                </a:moveTo>
                <a:lnTo>
                  <a:pt x="750114" y="193930"/>
                </a:lnTo>
                <a:lnTo>
                  <a:pt x="750114" y="194671"/>
                </a:lnTo>
                <a:lnTo>
                  <a:pt x="722624" y="194671"/>
                </a:lnTo>
                <a:close/>
                <a:moveTo>
                  <a:pt x="663064" y="193930"/>
                </a:moveTo>
                <a:lnTo>
                  <a:pt x="688471" y="193930"/>
                </a:lnTo>
                <a:lnTo>
                  <a:pt x="688471" y="194671"/>
                </a:lnTo>
                <a:lnTo>
                  <a:pt x="663064" y="194671"/>
                </a:lnTo>
                <a:close/>
                <a:moveTo>
                  <a:pt x="893810" y="193930"/>
                </a:moveTo>
                <a:lnTo>
                  <a:pt x="924632" y="193930"/>
                </a:lnTo>
                <a:lnTo>
                  <a:pt x="924632" y="194671"/>
                </a:lnTo>
                <a:lnTo>
                  <a:pt x="893810" y="194671"/>
                </a:lnTo>
                <a:close/>
                <a:moveTo>
                  <a:pt x="251552" y="193930"/>
                </a:moveTo>
                <a:lnTo>
                  <a:pt x="282374" y="193930"/>
                </a:lnTo>
                <a:lnTo>
                  <a:pt x="282374" y="194671"/>
                </a:lnTo>
                <a:lnTo>
                  <a:pt x="251552" y="194671"/>
                </a:lnTo>
                <a:close/>
                <a:moveTo>
                  <a:pt x="127015" y="193930"/>
                </a:moveTo>
                <a:lnTo>
                  <a:pt x="155338" y="193930"/>
                </a:lnTo>
                <a:lnTo>
                  <a:pt x="155338" y="195411"/>
                </a:lnTo>
                <a:lnTo>
                  <a:pt x="127015" y="195411"/>
                </a:lnTo>
                <a:close/>
                <a:moveTo>
                  <a:pt x="171166" y="193930"/>
                </a:moveTo>
                <a:lnTo>
                  <a:pt x="199905" y="193930"/>
                </a:lnTo>
                <a:lnTo>
                  <a:pt x="199905" y="195411"/>
                </a:lnTo>
                <a:lnTo>
                  <a:pt x="171166" y="195411"/>
                </a:lnTo>
                <a:close/>
                <a:moveTo>
                  <a:pt x="894227" y="194671"/>
                </a:moveTo>
                <a:lnTo>
                  <a:pt x="924632" y="194671"/>
                </a:lnTo>
                <a:lnTo>
                  <a:pt x="924632" y="195411"/>
                </a:lnTo>
                <a:lnTo>
                  <a:pt x="894227" y="195411"/>
                </a:lnTo>
                <a:close/>
                <a:moveTo>
                  <a:pt x="251968" y="194671"/>
                </a:moveTo>
                <a:lnTo>
                  <a:pt x="282374" y="194671"/>
                </a:lnTo>
                <a:lnTo>
                  <a:pt x="282374" y="195411"/>
                </a:lnTo>
                <a:lnTo>
                  <a:pt x="251968" y="195411"/>
                </a:lnTo>
                <a:close/>
                <a:moveTo>
                  <a:pt x="813424" y="193930"/>
                </a:moveTo>
                <a:lnTo>
                  <a:pt x="842163" y="193930"/>
                </a:lnTo>
                <a:lnTo>
                  <a:pt x="842163" y="195411"/>
                </a:lnTo>
                <a:lnTo>
                  <a:pt x="813424" y="195411"/>
                </a:lnTo>
                <a:close/>
                <a:moveTo>
                  <a:pt x="769274" y="193930"/>
                </a:moveTo>
                <a:lnTo>
                  <a:pt x="797596" y="193930"/>
                </a:lnTo>
                <a:lnTo>
                  <a:pt x="797596" y="195411"/>
                </a:lnTo>
                <a:lnTo>
                  <a:pt x="769274" y="195411"/>
                </a:lnTo>
                <a:close/>
                <a:moveTo>
                  <a:pt x="634324" y="193930"/>
                </a:moveTo>
                <a:lnTo>
                  <a:pt x="662231" y="193930"/>
                </a:lnTo>
                <a:lnTo>
                  <a:pt x="662231" y="196151"/>
                </a:lnTo>
                <a:lnTo>
                  <a:pt x="634324" y="196151"/>
                </a:lnTo>
                <a:close/>
                <a:moveTo>
                  <a:pt x="171166" y="195411"/>
                </a:moveTo>
                <a:lnTo>
                  <a:pt x="200321" y="195411"/>
                </a:lnTo>
                <a:lnTo>
                  <a:pt x="200321" y="196151"/>
                </a:lnTo>
                <a:lnTo>
                  <a:pt x="171166" y="196151"/>
                </a:lnTo>
                <a:close/>
                <a:moveTo>
                  <a:pt x="251968" y="195411"/>
                </a:moveTo>
                <a:lnTo>
                  <a:pt x="282790" y="195411"/>
                </a:lnTo>
                <a:lnTo>
                  <a:pt x="282790" y="196151"/>
                </a:lnTo>
                <a:lnTo>
                  <a:pt x="251968" y="196151"/>
                </a:lnTo>
                <a:close/>
                <a:moveTo>
                  <a:pt x="894227" y="195411"/>
                </a:moveTo>
                <a:lnTo>
                  <a:pt x="925048" y="195411"/>
                </a:lnTo>
                <a:lnTo>
                  <a:pt x="925048" y="196151"/>
                </a:lnTo>
                <a:lnTo>
                  <a:pt x="894227" y="196151"/>
                </a:lnTo>
                <a:close/>
                <a:moveTo>
                  <a:pt x="696384" y="193930"/>
                </a:moveTo>
                <a:lnTo>
                  <a:pt x="721375" y="193930"/>
                </a:lnTo>
                <a:lnTo>
                  <a:pt x="721375" y="196151"/>
                </a:lnTo>
                <a:lnTo>
                  <a:pt x="696384" y="196151"/>
                </a:lnTo>
                <a:close/>
                <a:moveTo>
                  <a:pt x="813424" y="195411"/>
                </a:moveTo>
                <a:lnTo>
                  <a:pt x="842579" y="195411"/>
                </a:lnTo>
                <a:lnTo>
                  <a:pt x="842579" y="196151"/>
                </a:lnTo>
                <a:lnTo>
                  <a:pt x="813424" y="196151"/>
                </a:lnTo>
                <a:close/>
                <a:moveTo>
                  <a:pt x="722208" y="194671"/>
                </a:moveTo>
                <a:lnTo>
                  <a:pt x="750114" y="194671"/>
                </a:lnTo>
                <a:lnTo>
                  <a:pt x="750114" y="196891"/>
                </a:lnTo>
                <a:lnTo>
                  <a:pt x="722208" y="196891"/>
                </a:lnTo>
                <a:close/>
                <a:moveTo>
                  <a:pt x="252385" y="196151"/>
                </a:moveTo>
                <a:lnTo>
                  <a:pt x="283207" y="196151"/>
                </a:lnTo>
                <a:lnTo>
                  <a:pt x="283207" y="196891"/>
                </a:lnTo>
                <a:lnTo>
                  <a:pt x="252385" y="196891"/>
                </a:lnTo>
                <a:close/>
                <a:moveTo>
                  <a:pt x="171582" y="196151"/>
                </a:moveTo>
                <a:lnTo>
                  <a:pt x="200321" y="196151"/>
                </a:lnTo>
                <a:lnTo>
                  <a:pt x="200321" y="196891"/>
                </a:lnTo>
                <a:lnTo>
                  <a:pt x="171582" y="196891"/>
                </a:lnTo>
                <a:close/>
                <a:moveTo>
                  <a:pt x="768857" y="195411"/>
                </a:moveTo>
                <a:lnTo>
                  <a:pt x="797596" y="195411"/>
                </a:lnTo>
                <a:lnTo>
                  <a:pt x="797596" y="196891"/>
                </a:lnTo>
                <a:lnTo>
                  <a:pt x="768857" y="196891"/>
                </a:lnTo>
                <a:close/>
                <a:moveTo>
                  <a:pt x="663064" y="194671"/>
                </a:moveTo>
                <a:lnTo>
                  <a:pt x="688054" y="194671"/>
                </a:lnTo>
                <a:lnTo>
                  <a:pt x="688054" y="196891"/>
                </a:lnTo>
                <a:lnTo>
                  <a:pt x="663064" y="196891"/>
                </a:lnTo>
                <a:close/>
                <a:moveTo>
                  <a:pt x="126599" y="195411"/>
                </a:moveTo>
                <a:lnTo>
                  <a:pt x="155338" y="195411"/>
                </a:lnTo>
                <a:lnTo>
                  <a:pt x="155338" y="196891"/>
                </a:lnTo>
                <a:lnTo>
                  <a:pt x="126599" y="196891"/>
                </a:lnTo>
                <a:close/>
                <a:moveTo>
                  <a:pt x="813840" y="196151"/>
                </a:moveTo>
                <a:lnTo>
                  <a:pt x="842579" y="196151"/>
                </a:lnTo>
                <a:lnTo>
                  <a:pt x="842579" y="196891"/>
                </a:lnTo>
                <a:lnTo>
                  <a:pt x="813840" y="196891"/>
                </a:lnTo>
                <a:close/>
                <a:moveTo>
                  <a:pt x="894643" y="196151"/>
                </a:moveTo>
                <a:lnTo>
                  <a:pt x="925465" y="196151"/>
                </a:lnTo>
                <a:lnTo>
                  <a:pt x="925465" y="196891"/>
                </a:lnTo>
                <a:lnTo>
                  <a:pt x="894643" y="196891"/>
                </a:lnTo>
                <a:close/>
                <a:moveTo>
                  <a:pt x="252801" y="196891"/>
                </a:moveTo>
                <a:lnTo>
                  <a:pt x="283207" y="196891"/>
                </a:lnTo>
                <a:lnTo>
                  <a:pt x="283207" y="197631"/>
                </a:lnTo>
                <a:lnTo>
                  <a:pt x="252801" y="197631"/>
                </a:lnTo>
                <a:close/>
                <a:moveTo>
                  <a:pt x="126599" y="196891"/>
                </a:moveTo>
                <a:lnTo>
                  <a:pt x="154922" y="196891"/>
                </a:lnTo>
                <a:lnTo>
                  <a:pt x="154922" y="197631"/>
                </a:lnTo>
                <a:lnTo>
                  <a:pt x="126599" y="197631"/>
                </a:lnTo>
                <a:close/>
                <a:moveTo>
                  <a:pt x="768857" y="196891"/>
                </a:moveTo>
                <a:lnTo>
                  <a:pt x="797180" y="196891"/>
                </a:lnTo>
                <a:lnTo>
                  <a:pt x="797180" y="197631"/>
                </a:lnTo>
                <a:lnTo>
                  <a:pt x="768857" y="197631"/>
                </a:lnTo>
                <a:close/>
                <a:moveTo>
                  <a:pt x="283623" y="96225"/>
                </a:moveTo>
                <a:lnTo>
                  <a:pt x="313195" y="96225"/>
                </a:lnTo>
                <a:lnTo>
                  <a:pt x="313195" y="197631"/>
                </a:lnTo>
                <a:lnTo>
                  <a:pt x="283623" y="197631"/>
                </a:lnTo>
                <a:close/>
                <a:moveTo>
                  <a:pt x="925881" y="96225"/>
                </a:moveTo>
                <a:lnTo>
                  <a:pt x="955453" y="96225"/>
                </a:lnTo>
                <a:lnTo>
                  <a:pt x="955453" y="197631"/>
                </a:lnTo>
                <a:lnTo>
                  <a:pt x="925881" y="197631"/>
                </a:lnTo>
                <a:close/>
                <a:moveTo>
                  <a:pt x="895060" y="196891"/>
                </a:moveTo>
                <a:lnTo>
                  <a:pt x="925465" y="196891"/>
                </a:lnTo>
                <a:lnTo>
                  <a:pt x="925465" y="197631"/>
                </a:lnTo>
                <a:lnTo>
                  <a:pt x="895060" y="197631"/>
                </a:lnTo>
                <a:close/>
                <a:moveTo>
                  <a:pt x="662647" y="196891"/>
                </a:moveTo>
                <a:lnTo>
                  <a:pt x="688054" y="196891"/>
                </a:lnTo>
                <a:lnTo>
                  <a:pt x="688054" y="197631"/>
                </a:lnTo>
                <a:lnTo>
                  <a:pt x="662647" y="197631"/>
                </a:lnTo>
                <a:close/>
                <a:moveTo>
                  <a:pt x="634741" y="196151"/>
                </a:moveTo>
                <a:lnTo>
                  <a:pt x="662231" y="196151"/>
                </a:lnTo>
                <a:lnTo>
                  <a:pt x="662231" y="198372"/>
                </a:lnTo>
                <a:lnTo>
                  <a:pt x="634741" y="198372"/>
                </a:lnTo>
                <a:close/>
                <a:moveTo>
                  <a:pt x="384419" y="182828"/>
                </a:moveTo>
                <a:lnTo>
                  <a:pt x="415240" y="182828"/>
                </a:lnTo>
                <a:lnTo>
                  <a:pt x="415240" y="198372"/>
                </a:lnTo>
                <a:lnTo>
                  <a:pt x="384419" y="198372"/>
                </a:lnTo>
                <a:close/>
                <a:moveTo>
                  <a:pt x="662647" y="197631"/>
                </a:moveTo>
                <a:lnTo>
                  <a:pt x="687638" y="197631"/>
                </a:lnTo>
                <a:lnTo>
                  <a:pt x="687638" y="198372"/>
                </a:lnTo>
                <a:lnTo>
                  <a:pt x="662647" y="198372"/>
                </a:lnTo>
                <a:close/>
                <a:moveTo>
                  <a:pt x="252801" y="197631"/>
                </a:moveTo>
                <a:lnTo>
                  <a:pt x="313195" y="197631"/>
                </a:lnTo>
                <a:lnTo>
                  <a:pt x="313195" y="198372"/>
                </a:lnTo>
                <a:lnTo>
                  <a:pt x="252801" y="198372"/>
                </a:lnTo>
                <a:close/>
                <a:moveTo>
                  <a:pt x="895060" y="197631"/>
                </a:moveTo>
                <a:lnTo>
                  <a:pt x="955453" y="197631"/>
                </a:lnTo>
                <a:lnTo>
                  <a:pt x="955453" y="198372"/>
                </a:lnTo>
                <a:lnTo>
                  <a:pt x="895060" y="198372"/>
                </a:lnTo>
                <a:close/>
                <a:moveTo>
                  <a:pt x="595172" y="179127"/>
                </a:moveTo>
                <a:lnTo>
                  <a:pt x="626411" y="179127"/>
                </a:lnTo>
                <a:lnTo>
                  <a:pt x="626411" y="198372"/>
                </a:lnTo>
                <a:lnTo>
                  <a:pt x="595172" y="198372"/>
                </a:lnTo>
                <a:close/>
                <a:moveTo>
                  <a:pt x="696801" y="196151"/>
                </a:moveTo>
                <a:lnTo>
                  <a:pt x="721791" y="196151"/>
                </a:lnTo>
                <a:lnTo>
                  <a:pt x="721791" y="199112"/>
                </a:lnTo>
                <a:lnTo>
                  <a:pt x="696801" y="199112"/>
                </a:lnTo>
                <a:close/>
                <a:moveTo>
                  <a:pt x="171582" y="196891"/>
                </a:moveTo>
                <a:lnTo>
                  <a:pt x="200738" y="196891"/>
                </a:lnTo>
                <a:lnTo>
                  <a:pt x="200738" y="199112"/>
                </a:lnTo>
                <a:lnTo>
                  <a:pt x="171582" y="199112"/>
                </a:lnTo>
                <a:close/>
                <a:moveTo>
                  <a:pt x="253218" y="198372"/>
                </a:moveTo>
                <a:lnTo>
                  <a:pt x="313195" y="198372"/>
                </a:lnTo>
                <a:lnTo>
                  <a:pt x="313195" y="199112"/>
                </a:lnTo>
                <a:lnTo>
                  <a:pt x="253218" y="199112"/>
                </a:lnTo>
                <a:close/>
                <a:moveTo>
                  <a:pt x="813840" y="196891"/>
                </a:moveTo>
                <a:lnTo>
                  <a:pt x="842996" y="196891"/>
                </a:lnTo>
                <a:lnTo>
                  <a:pt x="842996" y="199112"/>
                </a:lnTo>
                <a:lnTo>
                  <a:pt x="813840" y="199112"/>
                </a:lnTo>
                <a:close/>
                <a:moveTo>
                  <a:pt x="126182" y="197631"/>
                </a:moveTo>
                <a:lnTo>
                  <a:pt x="154922" y="197631"/>
                </a:lnTo>
                <a:lnTo>
                  <a:pt x="154922" y="199112"/>
                </a:lnTo>
                <a:lnTo>
                  <a:pt x="126182" y="199112"/>
                </a:lnTo>
                <a:close/>
                <a:moveTo>
                  <a:pt x="768441" y="197631"/>
                </a:moveTo>
                <a:lnTo>
                  <a:pt x="797180" y="197631"/>
                </a:lnTo>
                <a:lnTo>
                  <a:pt x="797180" y="199112"/>
                </a:lnTo>
                <a:lnTo>
                  <a:pt x="768441" y="199112"/>
                </a:lnTo>
                <a:close/>
                <a:moveTo>
                  <a:pt x="722208" y="196891"/>
                </a:moveTo>
                <a:lnTo>
                  <a:pt x="749698" y="196891"/>
                </a:lnTo>
                <a:lnTo>
                  <a:pt x="749698" y="199112"/>
                </a:lnTo>
                <a:lnTo>
                  <a:pt x="722208" y="199112"/>
                </a:lnTo>
                <a:close/>
                <a:moveTo>
                  <a:pt x="895476" y="198372"/>
                </a:moveTo>
                <a:lnTo>
                  <a:pt x="955453" y="198372"/>
                </a:lnTo>
                <a:lnTo>
                  <a:pt x="955453" y="199852"/>
                </a:lnTo>
                <a:lnTo>
                  <a:pt x="895476" y="199852"/>
                </a:lnTo>
                <a:close/>
                <a:moveTo>
                  <a:pt x="634741" y="198372"/>
                </a:moveTo>
                <a:lnTo>
                  <a:pt x="687638" y="198372"/>
                </a:lnTo>
                <a:lnTo>
                  <a:pt x="687638" y="199852"/>
                </a:lnTo>
                <a:lnTo>
                  <a:pt x="634741" y="199852"/>
                </a:lnTo>
                <a:close/>
                <a:moveTo>
                  <a:pt x="126182" y="199112"/>
                </a:moveTo>
                <a:lnTo>
                  <a:pt x="154505" y="199112"/>
                </a:lnTo>
                <a:lnTo>
                  <a:pt x="154505" y="199852"/>
                </a:lnTo>
                <a:lnTo>
                  <a:pt x="126182" y="199852"/>
                </a:lnTo>
                <a:close/>
                <a:moveTo>
                  <a:pt x="768441" y="199112"/>
                </a:moveTo>
                <a:lnTo>
                  <a:pt x="796763" y="199112"/>
                </a:lnTo>
                <a:lnTo>
                  <a:pt x="796763" y="199852"/>
                </a:lnTo>
                <a:lnTo>
                  <a:pt x="768441" y="199852"/>
                </a:lnTo>
                <a:close/>
                <a:moveTo>
                  <a:pt x="253634" y="199112"/>
                </a:moveTo>
                <a:lnTo>
                  <a:pt x="313195" y="199112"/>
                </a:lnTo>
                <a:lnTo>
                  <a:pt x="313195" y="200592"/>
                </a:lnTo>
                <a:lnTo>
                  <a:pt x="253634" y="200592"/>
                </a:lnTo>
                <a:close/>
                <a:moveTo>
                  <a:pt x="895893" y="199852"/>
                </a:moveTo>
                <a:lnTo>
                  <a:pt x="955453" y="199852"/>
                </a:lnTo>
                <a:lnTo>
                  <a:pt x="955453" y="200592"/>
                </a:lnTo>
                <a:lnTo>
                  <a:pt x="895893" y="200592"/>
                </a:lnTo>
                <a:close/>
                <a:moveTo>
                  <a:pt x="635157" y="199852"/>
                </a:moveTo>
                <a:lnTo>
                  <a:pt x="687638" y="199852"/>
                </a:lnTo>
                <a:lnTo>
                  <a:pt x="687638" y="200592"/>
                </a:lnTo>
                <a:lnTo>
                  <a:pt x="635157" y="200592"/>
                </a:lnTo>
                <a:close/>
                <a:moveTo>
                  <a:pt x="697217" y="199112"/>
                </a:moveTo>
                <a:lnTo>
                  <a:pt x="749698" y="199112"/>
                </a:lnTo>
                <a:lnTo>
                  <a:pt x="749698" y="200592"/>
                </a:lnTo>
                <a:lnTo>
                  <a:pt x="697217" y="200592"/>
                </a:lnTo>
                <a:close/>
                <a:moveTo>
                  <a:pt x="523533" y="179867"/>
                </a:moveTo>
                <a:lnTo>
                  <a:pt x="554355" y="179867"/>
                </a:lnTo>
                <a:lnTo>
                  <a:pt x="554355" y="200592"/>
                </a:lnTo>
                <a:lnTo>
                  <a:pt x="523533" y="200592"/>
                </a:lnTo>
                <a:close/>
                <a:moveTo>
                  <a:pt x="814257" y="199112"/>
                </a:moveTo>
                <a:lnTo>
                  <a:pt x="843412" y="199112"/>
                </a:lnTo>
                <a:lnTo>
                  <a:pt x="843412" y="201332"/>
                </a:lnTo>
                <a:lnTo>
                  <a:pt x="814257" y="201332"/>
                </a:lnTo>
                <a:close/>
                <a:moveTo>
                  <a:pt x="171999" y="199112"/>
                </a:moveTo>
                <a:lnTo>
                  <a:pt x="201154" y="199112"/>
                </a:lnTo>
                <a:lnTo>
                  <a:pt x="201154" y="201332"/>
                </a:lnTo>
                <a:lnTo>
                  <a:pt x="171999" y="201332"/>
                </a:lnTo>
                <a:close/>
                <a:moveTo>
                  <a:pt x="125766" y="199852"/>
                </a:moveTo>
                <a:lnTo>
                  <a:pt x="154505" y="199852"/>
                </a:lnTo>
                <a:lnTo>
                  <a:pt x="154505" y="201332"/>
                </a:lnTo>
                <a:lnTo>
                  <a:pt x="125766" y="201332"/>
                </a:lnTo>
                <a:close/>
                <a:moveTo>
                  <a:pt x="768024" y="199852"/>
                </a:moveTo>
                <a:lnTo>
                  <a:pt x="796763" y="199852"/>
                </a:lnTo>
                <a:lnTo>
                  <a:pt x="796763" y="201332"/>
                </a:lnTo>
                <a:lnTo>
                  <a:pt x="768024" y="201332"/>
                </a:lnTo>
                <a:close/>
                <a:moveTo>
                  <a:pt x="697217" y="200592"/>
                </a:moveTo>
                <a:lnTo>
                  <a:pt x="749281" y="200592"/>
                </a:lnTo>
                <a:lnTo>
                  <a:pt x="749281" y="202073"/>
                </a:lnTo>
                <a:lnTo>
                  <a:pt x="697217" y="202073"/>
                </a:lnTo>
                <a:close/>
                <a:moveTo>
                  <a:pt x="896309" y="200592"/>
                </a:moveTo>
                <a:lnTo>
                  <a:pt x="955453" y="200592"/>
                </a:lnTo>
                <a:lnTo>
                  <a:pt x="955453" y="202073"/>
                </a:lnTo>
                <a:lnTo>
                  <a:pt x="896309" y="202073"/>
                </a:lnTo>
                <a:close/>
                <a:moveTo>
                  <a:pt x="768024" y="201332"/>
                </a:moveTo>
                <a:lnTo>
                  <a:pt x="796347" y="201332"/>
                </a:lnTo>
                <a:lnTo>
                  <a:pt x="796347" y="202073"/>
                </a:lnTo>
                <a:lnTo>
                  <a:pt x="768024" y="202073"/>
                </a:lnTo>
                <a:close/>
                <a:moveTo>
                  <a:pt x="125766" y="201332"/>
                </a:moveTo>
                <a:lnTo>
                  <a:pt x="154089" y="201332"/>
                </a:lnTo>
                <a:lnTo>
                  <a:pt x="154089" y="202073"/>
                </a:lnTo>
                <a:lnTo>
                  <a:pt x="125766" y="202073"/>
                </a:lnTo>
                <a:close/>
                <a:moveTo>
                  <a:pt x="254051" y="200592"/>
                </a:moveTo>
                <a:lnTo>
                  <a:pt x="313195" y="200592"/>
                </a:lnTo>
                <a:lnTo>
                  <a:pt x="313195" y="202073"/>
                </a:lnTo>
                <a:lnTo>
                  <a:pt x="254051" y="202073"/>
                </a:lnTo>
                <a:close/>
                <a:moveTo>
                  <a:pt x="254467" y="202073"/>
                </a:moveTo>
                <a:lnTo>
                  <a:pt x="313195" y="202073"/>
                </a:lnTo>
                <a:lnTo>
                  <a:pt x="313195" y="202813"/>
                </a:lnTo>
                <a:lnTo>
                  <a:pt x="254467" y="202813"/>
                </a:lnTo>
                <a:close/>
                <a:moveTo>
                  <a:pt x="896726" y="202073"/>
                </a:moveTo>
                <a:lnTo>
                  <a:pt x="955453" y="202073"/>
                </a:lnTo>
                <a:lnTo>
                  <a:pt x="955453" y="202813"/>
                </a:lnTo>
                <a:lnTo>
                  <a:pt x="896726" y="202813"/>
                </a:lnTo>
                <a:close/>
                <a:moveTo>
                  <a:pt x="595172" y="198372"/>
                </a:moveTo>
                <a:lnTo>
                  <a:pt x="625994" y="198372"/>
                </a:lnTo>
                <a:lnTo>
                  <a:pt x="625994" y="202813"/>
                </a:lnTo>
                <a:lnTo>
                  <a:pt x="595172" y="202813"/>
                </a:lnTo>
                <a:close/>
                <a:moveTo>
                  <a:pt x="635157" y="200592"/>
                </a:moveTo>
                <a:lnTo>
                  <a:pt x="687221" y="200592"/>
                </a:lnTo>
                <a:lnTo>
                  <a:pt x="687221" y="202813"/>
                </a:lnTo>
                <a:lnTo>
                  <a:pt x="635157" y="202813"/>
                </a:lnTo>
                <a:close/>
                <a:moveTo>
                  <a:pt x="172415" y="201332"/>
                </a:moveTo>
                <a:lnTo>
                  <a:pt x="201571" y="201332"/>
                </a:lnTo>
                <a:lnTo>
                  <a:pt x="201571" y="203553"/>
                </a:lnTo>
                <a:lnTo>
                  <a:pt x="172415" y="203553"/>
                </a:lnTo>
                <a:close/>
                <a:moveTo>
                  <a:pt x="635157" y="202813"/>
                </a:moveTo>
                <a:lnTo>
                  <a:pt x="686805" y="202813"/>
                </a:lnTo>
                <a:lnTo>
                  <a:pt x="686805" y="203553"/>
                </a:lnTo>
                <a:lnTo>
                  <a:pt x="635157" y="203553"/>
                </a:lnTo>
                <a:close/>
                <a:moveTo>
                  <a:pt x="814673" y="201332"/>
                </a:moveTo>
                <a:lnTo>
                  <a:pt x="843829" y="201332"/>
                </a:lnTo>
                <a:lnTo>
                  <a:pt x="843829" y="203553"/>
                </a:lnTo>
                <a:lnTo>
                  <a:pt x="814673" y="203553"/>
                </a:lnTo>
                <a:close/>
                <a:moveTo>
                  <a:pt x="767608" y="202073"/>
                </a:moveTo>
                <a:lnTo>
                  <a:pt x="796347" y="202073"/>
                </a:lnTo>
                <a:lnTo>
                  <a:pt x="796347" y="204293"/>
                </a:lnTo>
                <a:lnTo>
                  <a:pt x="767608" y="204293"/>
                </a:lnTo>
                <a:close/>
                <a:moveTo>
                  <a:pt x="697634" y="202073"/>
                </a:moveTo>
                <a:lnTo>
                  <a:pt x="749281" y="202073"/>
                </a:lnTo>
                <a:lnTo>
                  <a:pt x="749281" y="204293"/>
                </a:lnTo>
                <a:lnTo>
                  <a:pt x="697634" y="204293"/>
                </a:lnTo>
                <a:close/>
                <a:moveTo>
                  <a:pt x="254884" y="202813"/>
                </a:moveTo>
                <a:lnTo>
                  <a:pt x="313195" y="202813"/>
                </a:lnTo>
                <a:lnTo>
                  <a:pt x="313195" y="204293"/>
                </a:lnTo>
                <a:lnTo>
                  <a:pt x="254884" y="204293"/>
                </a:lnTo>
                <a:close/>
                <a:moveTo>
                  <a:pt x="897142" y="202813"/>
                </a:moveTo>
                <a:lnTo>
                  <a:pt x="955453" y="202813"/>
                </a:lnTo>
                <a:lnTo>
                  <a:pt x="955453" y="204293"/>
                </a:lnTo>
                <a:lnTo>
                  <a:pt x="897142" y="204293"/>
                </a:lnTo>
                <a:close/>
                <a:moveTo>
                  <a:pt x="125349" y="202073"/>
                </a:moveTo>
                <a:lnTo>
                  <a:pt x="154089" y="202073"/>
                </a:lnTo>
                <a:lnTo>
                  <a:pt x="154089" y="204293"/>
                </a:lnTo>
                <a:lnTo>
                  <a:pt x="125349" y="204293"/>
                </a:lnTo>
                <a:close/>
                <a:moveTo>
                  <a:pt x="523533" y="200592"/>
                </a:moveTo>
                <a:lnTo>
                  <a:pt x="554771" y="200592"/>
                </a:lnTo>
                <a:lnTo>
                  <a:pt x="554771" y="205033"/>
                </a:lnTo>
                <a:lnTo>
                  <a:pt x="523533" y="205033"/>
                </a:lnTo>
                <a:close/>
                <a:moveTo>
                  <a:pt x="172832" y="203553"/>
                </a:moveTo>
                <a:lnTo>
                  <a:pt x="201987" y="203553"/>
                </a:lnTo>
                <a:lnTo>
                  <a:pt x="201987" y="205033"/>
                </a:lnTo>
                <a:lnTo>
                  <a:pt x="172832" y="205033"/>
                </a:lnTo>
                <a:close/>
                <a:moveTo>
                  <a:pt x="897559" y="204293"/>
                </a:moveTo>
                <a:lnTo>
                  <a:pt x="955453" y="204293"/>
                </a:lnTo>
                <a:lnTo>
                  <a:pt x="955453" y="205033"/>
                </a:lnTo>
                <a:lnTo>
                  <a:pt x="897559" y="205033"/>
                </a:lnTo>
                <a:close/>
                <a:moveTo>
                  <a:pt x="255300" y="204293"/>
                </a:moveTo>
                <a:lnTo>
                  <a:pt x="313195" y="204293"/>
                </a:lnTo>
                <a:lnTo>
                  <a:pt x="313195" y="205033"/>
                </a:lnTo>
                <a:lnTo>
                  <a:pt x="255300" y="205033"/>
                </a:lnTo>
                <a:close/>
                <a:moveTo>
                  <a:pt x="697634" y="204293"/>
                </a:moveTo>
                <a:lnTo>
                  <a:pt x="748865" y="204293"/>
                </a:lnTo>
                <a:lnTo>
                  <a:pt x="748865" y="205033"/>
                </a:lnTo>
                <a:lnTo>
                  <a:pt x="697634" y="205033"/>
                </a:lnTo>
                <a:close/>
                <a:moveTo>
                  <a:pt x="767191" y="204293"/>
                </a:moveTo>
                <a:lnTo>
                  <a:pt x="795930" y="204293"/>
                </a:lnTo>
                <a:lnTo>
                  <a:pt x="795930" y="205774"/>
                </a:lnTo>
                <a:lnTo>
                  <a:pt x="767191" y="205774"/>
                </a:lnTo>
                <a:close/>
                <a:moveTo>
                  <a:pt x="815090" y="203553"/>
                </a:moveTo>
                <a:lnTo>
                  <a:pt x="844245" y="203553"/>
                </a:lnTo>
                <a:lnTo>
                  <a:pt x="844245" y="205774"/>
                </a:lnTo>
                <a:lnTo>
                  <a:pt x="815090" y="205774"/>
                </a:lnTo>
                <a:close/>
                <a:moveTo>
                  <a:pt x="635574" y="203553"/>
                </a:moveTo>
                <a:lnTo>
                  <a:pt x="686805" y="203553"/>
                </a:lnTo>
                <a:lnTo>
                  <a:pt x="686805" y="205774"/>
                </a:lnTo>
                <a:lnTo>
                  <a:pt x="635574" y="205774"/>
                </a:lnTo>
                <a:close/>
                <a:moveTo>
                  <a:pt x="124933" y="204293"/>
                </a:moveTo>
                <a:lnTo>
                  <a:pt x="153672" y="204293"/>
                </a:lnTo>
                <a:lnTo>
                  <a:pt x="153672" y="206514"/>
                </a:lnTo>
                <a:lnTo>
                  <a:pt x="124933" y="206514"/>
                </a:lnTo>
                <a:close/>
                <a:moveTo>
                  <a:pt x="897975" y="205033"/>
                </a:moveTo>
                <a:lnTo>
                  <a:pt x="955453" y="205033"/>
                </a:lnTo>
                <a:lnTo>
                  <a:pt x="955453" y="206514"/>
                </a:lnTo>
                <a:lnTo>
                  <a:pt x="897975" y="206514"/>
                </a:lnTo>
                <a:close/>
                <a:moveTo>
                  <a:pt x="635574" y="205774"/>
                </a:moveTo>
                <a:lnTo>
                  <a:pt x="686388" y="205774"/>
                </a:lnTo>
                <a:lnTo>
                  <a:pt x="686388" y="206514"/>
                </a:lnTo>
                <a:lnTo>
                  <a:pt x="635574" y="206514"/>
                </a:lnTo>
                <a:close/>
                <a:moveTo>
                  <a:pt x="172832" y="205033"/>
                </a:moveTo>
                <a:lnTo>
                  <a:pt x="202404" y="205033"/>
                </a:lnTo>
                <a:lnTo>
                  <a:pt x="202404" y="206514"/>
                </a:lnTo>
                <a:lnTo>
                  <a:pt x="172832" y="206514"/>
                </a:lnTo>
                <a:close/>
                <a:moveTo>
                  <a:pt x="815090" y="205774"/>
                </a:moveTo>
                <a:lnTo>
                  <a:pt x="844662" y="205774"/>
                </a:lnTo>
                <a:lnTo>
                  <a:pt x="844662" y="206514"/>
                </a:lnTo>
                <a:lnTo>
                  <a:pt x="815090" y="206514"/>
                </a:lnTo>
                <a:close/>
                <a:moveTo>
                  <a:pt x="255717" y="205033"/>
                </a:moveTo>
                <a:lnTo>
                  <a:pt x="313195" y="205033"/>
                </a:lnTo>
                <a:lnTo>
                  <a:pt x="313195" y="206514"/>
                </a:lnTo>
                <a:lnTo>
                  <a:pt x="255717" y="206514"/>
                </a:lnTo>
                <a:close/>
                <a:moveTo>
                  <a:pt x="766775" y="205774"/>
                </a:moveTo>
                <a:lnTo>
                  <a:pt x="795930" y="205774"/>
                </a:lnTo>
                <a:lnTo>
                  <a:pt x="795930" y="206514"/>
                </a:lnTo>
                <a:lnTo>
                  <a:pt x="766775" y="206514"/>
                </a:lnTo>
                <a:close/>
                <a:moveTo>
                  <a:pt x="256134" y="206514"/>
                </a:moveTo>
                <a:lnTo>
                  <a:pt x="313195" y="206514"/>
                </a:lnTo>
                <a:lnTo>
                  <a:pt x="313195" y="207254"/>
                </a:lnTo>
                <a:lnTo>
                  <a:pt x="256134" y="207254"/>
                </a:lnTo>
                <a:close/>
                <a:moveTo>
                  <a:pt x="594756" y="202813"/>
                </a:moveTo>
                <a:lnTo>
                  <a:pt x="625994" y="202813"/>
                </a:lnTo>
                <a:lnTo>
                  <a:pt x="625994" y="207254"/>
                </a:lnTo>
                <a:lnTo>
                  <a:pt x="594756" y="207254"/>
                </a:lnTo>
                <a:close/>
                <a:moveTo>
                  <a:pt x="815506" y="206514"/>
                </a:moveTo>
                <a:lnTo>
                  <a:pt x="844662" y="206514"/>
                </a:lnTo>
                <a:lnTo>
                  <a:pt x="844662" y="207254"/>
                </a:lnTo>
                <a:lnTo>
                  <a:pt x="815506" y="207254"/>
                </a:lnTo>
                <a:close/>
                <a:moveTo>
                  <a:pt x="523949" y="205033"/>
                </a:moveTo>
                <a:lnTo>
                  <a:pt x="554771" y="205033"/>
                </a:lnTo>
                <a:lnTo>
                  <a:pt x="554771" y="207254"/>
                </a:lnTo>
                <a:lnTo>
                  <a:pt x="523949" y="207254"/>
                </a:lnTo>
                <a:close/>
                <a:moveTo>
                  <a:pt x="173248" y="206514"/>
                </a:moveTo>
                <a:lnTo>
                  <a:pt x="202404" y="206514"/>
                </a:lnTo>
                <a:lnTo>
                  <a:pt x="202404" y="207994"/>
                </a:lnTo>
                <a:lnTo>
                  <a:pt x="173248" y="207994"/>
                </a:lnTo>
                <a:close/>
                <a:moveTo>
                  <a:pt x="384002" y="198372"/>
                </a:moveTo>
                <a:lnTo>
                  <a:pt x="415240" y="198372"/>
                </a:lnTo>
                <a:lnTo>
                  <a:pt x="415240" y="207994"/>
                </a:lnTo>
                <a:lnTo>
                  <a:pt x="384002" y="207994"/>
                </a:lnTo>
                <a:close/>
                <a:moveTo>
                  <a:pt x="766775" y="206514"/>
                </a:moveTo>
                <a:lnTo>
                  <a:pt x="795514" y="206514"/>
                </a:lnTo>
                <a:lnTo>
                  <a:pt x="795514" y="207994"/>
                </a:lnTo>
                <a:lnTo>
                  <a:pt x="766775" y="207994"/>
                </a:lnTo>
                <a:close/>
                <a:moveTo>
                  <a:pt x="124516" y="206514"/>
                </a:moveTo>
                <a:lnTo>
                  <a:pt x="153256" y="206514"/>
                </a:lnTo>
                <a:lnTo>
                  <a:pt x="153256" y="207994"/>
                </a:lnTo>
                <a:lnTo>
                  <a:pt x="124516" y="207994"/>
                </a:lnTo>
                <a:close/>
                <a:moveTo>
                  <a:pt x="898392" y="206514"/>
                </a:moveTo>
                <a:lnTo>
                  <a:pt x="955453" y="206514"/>
                </a:lnTo>
                <a:lnTo>
                  <a:pt x="955453" y="207994"/>
                </a:lnTo>
                <a:lnTo>
                  <a:pt x="898392" y="207994"/>
                </a:lnTo>
                <a:close/>
                <a:moveTo>
                  <a:pt x="698050" y="205033"/>
                </a:moveTo>
                <a:lnTo>
                  <a:pt x="748865" y="205033"/>
                </a:lnTo>
                <a:lnTo>
                  <a:pt x="748865" y="207994"/>
                </a:lnTo>
                <a:lnTo>
                  <a:pt x="698050" y="207994"/>
                </a:lnTo>
                <a:close/>
                <a:moveTo>
                  <a:pt x="173248" y="207994"/>
                </a:moveTo>
                <a:lnTo>
                  <a:pt x="202820" y="207994"/>
                </a:lnTo>
                <a:lnTo>
                  <a:pt x="202820" y="208734"/>
                </a:lnTo>
                <a:lnTo>
                  <a:pt x="173248" y="208734"/>
                </a:lnTo>
                <a:close/>
                <a:moveTo>
                  <a:pt x="815506" y="207254"/>
                </a:moveTo>
                <a:lnTo>
                  <a:pt x="845078" y="207254"/>
                </a:lnTo>
                <a:lnTo>
                  <a:pt x="845078" y="208734"/>
                </a:lnTo>
                <a:lnTo>
                  <a:pt x="815506" y="208734"/>
                </a:lnTo>
                <a:close/>
                <a:moveTo>
                  <a:pt x="594756" y="207254"/>
                </a:moveTo>
                <a:lnTo>
                  <a:pt x="625578" y="207254"/>
                </a:lnTo>
                <a:lnTo>
                  <a:pt x="625578" y="208734"/>
                </a:lnTo>
                <a:lnTo>
                  <a:pt x="594756" y="208734"/>
                </a:lnTo>
                <a:close/>
                <a:moveTo>
                  <a:pt x="635990" y="206514"/>
                </a:moveTo>
                <a:lnTo>
                  <a:pt x="686388" y="206514"/>
                </a:lnTo>
                <a:lnTo>
                  <a:pt x="686388" y="208734"/>
                </a:lnTo>
                <a:lnTo>
                  <a:pt x="635990" y="208734"/>
                </a:lnTo>
                <a:close/>
                <a:moveTo>
                  <a:pt x="256550" y="207254"/>
                </a:moveTo>
                <a:lnTo>
                  <a:pt x="313195" y="207254"/>
                </a:lnTo>
                <a:lnTo>
                  <a:pt x="313195" y="208734"/>
                </a:lnTo>
                <a:lnTo>
                  <a:pt x="256550" y="208734"/>
                </a:lnTo>
                <a:close/>
                <a:moveTo>
                  <a:pt x="384002" y="207994"/>
                </a:moveTo>
                <a:lnTo>
                  <a:pt x="414824" y="207994"/>
                </a:lnTo>
                <a:lnTo>
                  <a:pt x="414824" y="208734"/>
                </a:lnTo>
                <a:lnTo>
                  <a:pt x="384002" y="208734"/>
                </a:lnTo>
                <a:close/>
                <a:moveTo>
                  <a:pt x="898808" y="207994"/>
                </a:moveTo>
                <a:lnTo>
                  <a:pt x="955453" y="207994"/>
                </a:lnTo>
                <a:lnTo>
                  <a:pt x="955453" y="208734"/>
                </a:lnTo>
                <a:lnTo>
                  <a:pt x="898808" y="208734"/>
                </a:lnTo>
                <a:close/>
                <a:moveTo>
                  <a:pt x="766358" y="207994"/>
                </a:moveTo>
                <a:lnTo>
                  <a:pt x="795514" y="207994"/>
                </a:lnTo>
                <a:lnTo>
                  <a:pt x="795514" y="209474"/>
                </a:lnTo>
                <a:lnTo>
                  <a:pt x="766358" y="209474"/>
                </a:lnTo>
                <a:close/>
                <a:moveTo>
                  <a:pt x="815923" y="208734"/>
                </a:moveTo>
                <a:lnTo>
                  <a:pt x="845078" y="208734"/>
                </a:lnTo>
                <a:lnTo>
                  <a:pt x="845078" y="209474"/>
                </a:lnTo>
                <a:lnTo>
                  <a:pt x="815923" y="209474"/>
                </a:lnTo>
                <a:close/>
                <a:moveTo>
                  <a:pt x="173665" y="208734"/>
                </a:moveTo>
                <a:lnTo>
                  <a:pt x="202820" y="208734"/>
                </a:lnTo>
                <a:lnTo>
                  <a:pt x="202820" y="209474"/>
                </a:lnTo>
                <a:lnTo>
                  <a:pt x="173665" y="209474"/>
                </a:lnTo>
                <a:close/>
                <a:moveTo>
                  <a:pt x="124100" y="207994"/>
                </a:moveTo>
                <a:lnTo>
                  <a:pt x="153256" y="207994"/>
                </a:lnTo>
                <a:lnTo>
                  <a:pt x="153256" y="209474"/>
                </a:lnTo>
                <a:lnTo>
                  <a:pt x="124100" y="209474"/>
                </a:lnTo>
                <a:close/>
                <a:moveTo>
                  <a:pt x="124100" y="209474"/>
                </a:moveTo>
                <a:lnTo>
                  <a:pt x="152839" y="209474"/>
                </a:lnTo>
                <a:lnTo>
                  <a:pt x="152839" y="210215"/>
                </a:lnTo>
                <a:lnTo>
                  <a:pt x="124100" y="210215"/>
                </a:lnTo>
                <a:close/>
                <a:moveTo>
                  <a:pt x="766358" y="209474"/>
                </a:moveTo>
                <a:lnTo>
                  <a:pt x="795097" y="209474"/>
                </a:lnTo>
                <a:lnTo>
                  <a:pt x="795097" y="210215"/>
                </a:lnTo>
                <a:lnTo>
                  <a:pt x="766358" y="210215"/>
                </a:lnTo>
                <a:close/>
                <a:moveTo>
                  <a:pt x="635990" y="208734"/>
                </a:moveTo>
                <a:lnTo>
                  <a:pt x="685972" y="208734"/>
                </a:lnTo>
                <a:lnTo>
                  <a:pt x="685972" y="210215"/>
                </a:lnTo>
                <a:lnTo>
                  <a:pt x="635990" y="210215"/>
                </a:lnTo>
                <a:close/>
                <a:moveTo>
                  <a:pt x="256967" y="208734"/>
                </a:moveTo>
                <a:lnTo>
                  <a:pt x="313195" y="208734"/>
                </a:lnTo>
                <a:lnTo>
                  <a:pt x="313195" y="210215"/>
                </a:lnTo>
                <a:lnTo>
                  <a:pt x="256967" y="210215"/>
                </a:lnTo>
                <a:close/>
                <a:moveTo>
                  <a:pt x="899225" y="208734"/>
                </a:moveTo>
                <a:lnTo>
                  <a:pt x="955453" y="208734"/>
                </a:lnTo>
                <a:lnTo>
                  <a:pt x="955453" y="210215"/>
                </a:lnTo>
                <a:lnTo>
                  <a:pt x="899225" y="210215"/>
                </a:lnTo>
                <a:close/>
                <a:moveTo>
                  <a:pt x="257383" y="210215"/>
                </a:moveTo>
                <a:lnTo>
                  <a:pt x="313195" y="210215"/>
                </a:lnTo>
                <a:lnTo>
                  <a:pt x="313195" y="210955"/>
                </a:lnTo>
                <a:lnTo>
                  <a:pt x="257383" y="210955"/>
                </a:lnTo>
                <a:close/>
                <a:moveTo>
                  <a:pt x="698467" y="207994"/>
                </a:moveTo>
                <a:lnTo>
                  <a:pt x="748448" y="207994"/>
                </a:lnTo>
                <a:lnTo>
                  <a:pt x="748448" y="210955"/>
                </a:lnTo>
                <a:lnTo>
                  <a:pt x="698467" y="210955"/>
                </a:lnTo>
                <a:close/>
                <a:moveTo>
                  <a:pt x="899641" y="210215"/>
                </a:moveTo>
                <a:lnTo>
                  <a:pt x="955453" y="210215"/>
                </a:lnTo>
                <a:lnTo>
                  <a:pt x="955453" y="210955"/>
                </a:lnTo>
                <a:lnTo>
                  <a:pt x="899641" y="210955"/>
                </a:lnTo>
                <a:close/>
                <a:moveTo>
                  <a:pt x="123683" y="210215"/>
                </a:moveTo>
                <a:lnTo>
                  <a:pt x="152839" y="210215"/>
                </a:lnTo>
                <a:lnTo>
                  <a:pt x="152839" y="211695"/>
                </a:lnTo>
                <a:lnTo>
                  <a:pt x="123683" y="211695"/>
                </a:lnTo>
                <a:close/>
                <a:moveTo>
                  <a:pt x="636407" y="210215"/>
                </a:moveTo>
                <a:lnTo>
                  <a:pt x="685972" y="210215"/>
                </a:lnTo>
                <a:lnTo>
                  <a:pt x="685972" y="211695"/>
                </a:lnTo>
                <a:lnTo>
                  <a:pt x="636407" y="211695"/>
                </a:lnTo>
                <a:close/>
                <a:moveTo>
                  <a:pt x="523949" y="207254"/>
                </a:moveTo>
                <a:lnTo>
                  <a:pt x="555188" y="207254"/>
                </a:lnTo>
                <a:lnTo>
                  <a:pt x="555188" y="211695"/>
                </a:lnTo>
                <a:lnTo>
                  <a:pt x="523949" y="211695"/>
                </a:lnTo>
                <a:close/>
                <a:moveTo>
                  <a:pt x="698883" y="210955"/>
                </a:moveTo>
                <a:lnTo>
                  <a:pt x="748448" y="210955"/>
                </a:lnTo>
                <a:lnTo>
                  <a:pt x="748448" y="211695"/>
                </a:lnTo>
                <a:lnTo>
                  <a:pt x="698883" y="211695"/>
                </a:lnTo>
                <a:close/>
                <a:moveTo>
                  <a:pt x="815923" y="209474"/>
                </a:moveTo>
                <a:lnTo>
                  <a:pt x="845495" y="209474"/>
                </a:lnTo>
                <a:lnTo>
                  <a:pt x="845495" y="211695"/>
                </a:lnTo>
                <a:lnTo>
                  <a:pt x="815923" y="211695"/>
                </a:lnTo>
                <a:close/>
                <a:moveTo>
                  <a:pt x="173665" y="209474"/>
                </a:moveTo>
                <a:lnTo>
                  <a:pt x="203237" y="209474"/>
                </a:lnTo>
                <a:lnTo>
                  <a:pt x="203237" y="211695"/>
                </a:lnTo>
                <a:lnTo>
                  <a:pt x="173665" y="211695"/>
                </a:lnTo>
                <a:close/>
                <a:moveTo>
                  <a:pt x="765941" y="210215"/>
                </a:moveTo>
                <a:lnTo>
                  <a:pt x="795097" y="210215"/>
                </a:lnTo>
                <a:lnTo>
                  <a:pt x="795097" y="211695"/>
                </a:lnTo>
                <a:lnTo>
                  <a:pt x="765941" y="211695"/>
                </a:lnTo>
                <a:close/>
                <a:moveTo>
                  <a:pt x="123683" y="211695"/>
                </a:moveTo>
                <a:lnTo>
                  <a:pt x="203653" y="211695"/>
                </a:lnTo>
                <a:lnTo>
                  <a:pt x="203653" y="212435"/>
                </a:lnTo>
                <a:lnTo>
                  <a:pt x="123683" y="212435"/>
                </a:lnTo>
                <a:close/>
                <a:moveTo>
                  <a:pt x="765941" y="211695"/>
                </a:moveTo>
                <a:lnTo>
                  <a:pt x="845911" y="211695"/>
                </a:lnTo>
                <a:lnTo>
                  <a:pt x="845911" y="212435"/>
                </a:lnTo>
                <a:lnTo>
                  <a:pt x="765941" y="212435"/>
                </a:lnTo>
                <a:close/>
                <a:moveTo>
                  <a:pt x="257800" y="210955"/>
                </a:moveTo>
                <a:lnTo>
                  <a:pt x="313195" y="210955"/>
                </a:lnTo>
                <a:lnTo>
                  <a:pt x="313195" y="212435"/>
                </a:lnTo>
                <a:lnTo>
                  <a:pt x="257800" y="212435"/>
                </a:lnTo>
                <a:close/>
                <a:moveTo>
                  <a:pt x="900058" y="210955"/>
                </a:moveTo>
                <a:lnTo>
                  <a:pt x="955453" y="210955"/>
                </a:lnTo>
                <a:lnTo>
                  <a:pt x="955453" y="212435"/>
                </a:lnTo>
                <a:lnTo>
                  <a:pt x="900058" y="212435"/>
                </a:lnTo>
                <a:close/>
                <a:moveTo>
                  <a:pt x="594339" y="208734"/>
                </a:moveTo>
                <a:lnTo>
                  <a:pt x="625578" y="208734"/>
                </a:lnTo>
                <a:lnTo>
                  <a:pt x="625578" y="213175"/>
                </a:lnTo>
                <a:lnTo>
                  <a:pt x="594339" y="213175"/>
                </a:lnTo>
                <a:close/>
                <a:moveTo>
                  <a:pt x="258216" y="212435"/>
                </a:moveTo>
                <a:lnTo>
                  <a:pt x="313195" y="212435"/>
                </a:lnTo>
                <a:lnTo>
                  <a:pt x="313195" y="213175"/>
                </a:lnTo>
                <a:lnTo>
                  <a:pt x="258216" y="213175"/>
                </a:lnTo>
                <a:close/>
                <a:moveTo>
                  <a:pt x="900474" y="212435"/>
                </a:moveTo>
                <a:lnTo>
                  <a:pt x="955453" y="212435"/>
                </a:lnTo>
                <a:lnTo>
                  <a:pt x="955453" y="213175"/>
                </a:lnTo>
                <a:lnTo>
                  <a:pt x="900474" y="213175"/>
                </a:lnTo>
                <a:close/>
                <a:moveTo>
                  <a:pt x="698883" y="211695"/>
                </a:moveTo>
                <a:lnTo>
                  <a:pt x="748032" y="211695"/>
                </a:lnTo>
                <a:lnTo>
                  <a:pt x="748032" y="213175"/>
                </a:lnTo>
                <a:lnTo>
                  <a:pt x="698883" y="213175"/>
                </a:lnTo>
                <a:close/>
                <a:moveTo>
                  <a:pt x="765525" y="212435"/>
                </a:moveTo>
                <a:lnTo>
                  <a:pt x="845911" y="212435"/>
                </a:lnTo>
                <a:lnTo>
                  <a:pt x="845911" y="213916"/>
                </a:lnTo>
                <a:lnTo>
                  <a:pt x="765525" y="213916"/>
                </a:lnTo>
                <a:close/>
                <a:moveTo>
                  <a:pt x="636407" y="211695"/>
                </a:moveTo>
                <a:lnTo>
                  <a:pt x="685555" y="211695"/>
                </a:lnTo>
                <a:lnTo>
                  <a:pt x="685555" y="213916"/>
                </a:lnTo>
                <a:lnTo>
                  <a:pt x="636407" y="213916"/>
                </a:lnTo>
                <a:close/>
                <a:moveTo>
                  <a:pt x="123267" y="212435"/>
                </a:moveTo>
                <a:lnTo>
                  <a:pt x="203653" y="212435"/>
                </a:lnTo>
                <a:lnTo>
                  <a:pt x="203653" y="213916"/>
                </a:lnTo>
                <a:lnTo>
                  <a:pt x="123267" y="213916"/>
                </a:lnTo>
                <a:close/>
                <a:moveTo>
                  <a:pt x="383586" y="208734"/>
                </a:moveTo>
                <a:lnTo>
                  <a:pt x="414824" y="208734"/>
                </a:lnTo>
                <a:lnTo>
                  <a:pt x="414824" y="213916"/>
                </a:lnTo>
                <a:lnTo>
                  <a:pt x="383586" y="213916"/>
                </a:lnTo>
                <a:close/>
                <a:moveTo>
                  <a:pt x="485630" y="96225"/>
                </a:moveTo>
                <a:lnTo>
                  <a:pt x="516869" y="96225"/>
                </a:lnTo>
                <a:lnTo>
                  <a:pt x="516869" y="213916"/>
                </a:lnTo>
                <a:lnTo>
                  <a:pt x="485630" y="213916"/>
                </a:lnTo>
                <a:close/>
                <a:moveTo>
                  <a:pt x="524366" y="211695"/>
                </a:moveTo>
                <a:lnTo>
                  <a:pt x="555604" y="211695"/>
                </a:lnTo>
                <a:lnTo>
                  <a:pt x="555604" y="214656"/>
                </a:lnTo>
                <a:lnTo>
                  <a:pt x="524366" y="214656"/>
                </a:lnTo>
                <a:close/>
                <a:moveTo>
                  <a:pt x="123267" y="213916"/>
                </a:moveTo>
                <a:lnTo>
                  <a:pt x="204070" y="213916"/>
                </a:lnTo>
                <a:lnTo>
                  <a:pt x="204070" y="214656"/>
                </a:lnTo>
                <a:lnTo>
                  <a:pt x="123267" y="214656"/>
                </a:lnTo>
                <a:close/>
                <a:moveTo>
                  <a:pt x="258633" y="213175"/>
                </a:moveTo>
                <a:lnTo>
                  <a:pt x="313195" y="213175"/>
                </a:lnTo>
                <a:lnTo>
                  <a:pt x="313195" y="214656"/>
                </a:lnTo>
                <a:lnTo>
                  <a:pt x="258633" y="214656"/>
                </a:lnTo>
                <a:close/>
                <a:moveTo>
                  <a:pt x="900891" y="213175"/>
                </a:moveTo>
                <a:lnTo>
                  <a:pt x="955453" y="213175"/>
                </a:lnTo>
                <a:lnTo>
                  <a:pt x="955453" y="214656"/>
                </a:lnTo>
                <a:lnTo>
                  <a:pt x="900891" y="214656"/>
                </a:lnTo>
                <a:close/>
                <a:moveTo>
                  <a:pt x="421488" y="96225"/>
                </a:moveTo>
                <a:lnTo>
                  <a:pt x="452310" y="96225"/>
                </a:lnTo>
                <a:lnTo>
                  <a:pt x="452310" y="214656"/>
                </a:lnTo>
                <a:lnTo>
                  <a:pt x="421488" y="214656"/>
                </a:lnTo>
                <a:close/>
                <a:moveTo>
                  <a:pt x="383169" y="213916"/>
                </a:moveTo>
                <a:lnTo>
                  <a:pt x="414824" y="213916"/>
                </a:lnTo>
                <a:lnTo>
                  <a:pt x="414824" y="214656"/>
                </a:lnTo>
                <a:lnTo>
                  <a:pt x="383169" y="214656"/>
                </a:lnTo>
                <a:close/>
                <a:moveTo>
                  <a:pt x="636823" y="213916"/>
                </a:moveTo>
                <a:lnTo>
                  <a:pt x="685555" y="213916"/>
                </a:lnTo>
                <a:lnTo>
                  <a:pt x="685555" y="214656"/>
                </a:lnTo>
                <a:lnTo>
                  <a:pt x="636823" y="214656"/>
                </a:lnTo>
                <a:close/>
                <a:moveTo>
                  <a:pt x="765525" y="213916"/>
                </a:moveTo>
                <a:lnTo>
                  <a:pt x="846328" y="213916"/>
                </a:lnTo>
                <a:lnTo>
                  <a:pt x="846328" y="214656"/>
                </a:lnTo>
                <a:lnTo>
                  <a:pt x="765525" y="214656"/>
                </a:lnTo>
                <a:close/>
                <a:moveTo>
                  <a:pt x="259049" y="214656"/>
                </a:moveTo>
                <a:lnTo>
                  <a:pt x="313195" y="214656"/>
                </a:lnTo>
                <a:lnTo>
                  <a:pt x="313195" y="215396"/>
                </a:lnTo>
                <a:lnTo>
                  <a:pt x="259049" y="215396"/>
                </a:lnTo>
                <a:close/>
                <a:moveTo>
                  <a:pt x="421488" y="214656"/>
                </a:moveTo>
                <a:lnTo>
                  <a:pt x="452726" y="214656"/>
                </a:lnTo>
                <a:lnTo>
                  <a:pt x="452726" y="215396"/>
                </a:lnTo>
                <a:lnTo>
                  <a:pt x="421488" y="215396"/>
                </a:lnTo>
                <a:close/>
                <a:moveTo>
                  <a:pt x="699300" y="213175"/>
                </a:moveTo>
                <a:lnTo>
                  <a:pt x="748032" y="213175"/>
                </a:lnTo>
                <a:lnTo>
                  <a:pt x="748032" y="215396"/>
                </a:lnTo>
                <a:lnTo>
                  <a:pt x="699300" y="215396"/>
                </a:lnTo>
                <a:close/>
                <a:moveTo>
                  <a:pt x="593923" y="213175"/>
                </a:moveTo>
                <a:lnTo>
                  <a:pt x="625161" y="213175"/>
                </a:lnTo>
                <a:lnTo>
                  <a:pt x="625161" y="216136"/>
                </a:lnTo>
                <a:lnTo>
                  <a:pt x="593923" y="216136"/>
                </a:lnTo>
                <a:close/>
                <a:moveTo>
                  <a:pt x="901307" y="214656"/>
                </a:moveTo>
                <a:lnTo>
                  <a:pt x="955453" y="214656"/>
                </a:lnTo>
                <a:lnTo>
                  <a:pt x="955453" y="216136"/>
                </a:lnTo>
                <a:lnTo>
                  <a:pt x="901307" y="216136"/>
                </a:lnTo>
                <a:close/>
                <a:moveTo>
                  <a:pt x="699300" y="215396"/>
                </a:moveTo>
                <a:lnTo>
                  <a:pt x="747615" y="215396"/>
                </a:lnTo>
                <a:lnTo>
                  <a:pt x="747615" y="216136"/>
                </a:lnTo>
                <a:lnTo>
                  <a:pt x="699300" y="216136"/>
                </a:lnTo>
                <a:close/>
                <a:moveTo>
                  <a:pt x="122850" y="214656"/>
                </a:moveTo>
                <a:lnTo>
                  <a:pt x="204070" y="214656"/>
                </a:lnTo>
                <a:lnTo>
                  <a:pt x="204070" y="216136"/>
                </a:lnTo>
                <a:lnTo>
                  <a:pt x="122850" y="216136"/>
                </a:lnTo>
                <a:close/>
                <a:moveTo>
                  <a:pt x="765108" y="214656"/>
                </a:moveTo>
                <a:lnTo>
                  <a:pt x="846328" y="214656"/>
                </a:lnTo>
                <a:lnTo>
                  <a:pt x="846328" y="216136"/>
                </a:lnTo>
                <a:lnTo>
                  <a:pt x="765108" y="216136"/>
                </a:lnTo>
                <a:close/>
                <a:moveTo>
                  <a:pt x="524366" y="214656"/>
                </a:moveTo>
                <a:lnTo>
                  <a:pt x="556021" y="214656"/>
                </a:lnTo>
                <a:lnTo>
                  <a:pt x="556021" y="216136"/>
                </a:lnTo>
                <a:lnTo>
                  <a:pt x="524366" y="216136"/>
                </a:lnTo>
                <a:close/>
                <a:moveTo>
                  <a:pt x="765108" y="216136"/>
                </a:moveTo>
                <a:lnTo>
                  <a:pt x="846744" y="216136"/>
                </a:lnTo>
                <a:lnTo>
                  <a:pt x="846744" y="216876"/>
                </a:lnTo>
                <a:lnTo>
                  <a:pt x="765108" y="216876"/>
                </a:lnTo>
                <a:close/>
                <a:moveTo>
                  <a:pt x="122850" y="216136"/>
                </a:moveTo>
                <a:lnTo>
                  <a:pt x="204486" y="216136"/>
                </a:lnTo>
                <a:lnTo>
                  <a:pt x="204486" y="216876"/>
                </a:lnTo>
                <a:lnTo>
                  <a:pt x="122850" y="216876"/>
                </a:lnTo>
                <a:close/>
                <a:moveTo>
                  <a:pt x="259466" y="215396"/>
                </a:moveTo>
                <a:lnTo>
                  <a:pt x="313195" y="215396"/>
                </a:lnTo>
                <a:lnTo>
                  <a:pt x="313195" y="216876"/>
                </a:lnTo>
                <a:lnTo>
                  <a:pt x="259466" y="216876"/>
                </a:lnTo>
                <a:close/>
                <a:moveTo>
                  <a:pt x="901724" y="216136"/>
                </a:moveTo>
                <a:lnTo>
                  <a:pt x="955453" y="216136"/>
                </a:lnTo>
                <a:lnTo>
                  <a:pt x="955453" y="216876"/>
                </a:lnTo>
                <a:lnTo>
                  <a:pt x="901724" y="216876"/>
                </a:lnTo>
                <a:close/>
                <a:moveTo>
                  <a:pt x="383169" y="214656"/>
                </a:moveTo>
                <a:lnTo>
                  <a:pt x="414407" y="214656"/>
                </a:lnTo>
                <a:lnTo>
                  <a:pt x="414407" y="217617"/>
                </a:lnTo>
                <a:lnTo>
                  <a:pt x="383169" y="217617"/>
                </a:lnTo>
                <a:close/>
                <a:moveTo>
                  <a:pt x="593506" y="216136"/>
                </a:moveTo>
                <a:lnTo>
                  <a:pt x="625161" y="216136"/>
                </a:lnTo>
                <a:lnTo>
                  <a:pt x="625161" y="217617"/>
                </a:lnTo>
                <a:lnTo>
                  <a:pt x="593506" y="217617"/>
                </a:lnTo>
                <a:close/>
                <a:moveTo>
                  <a:pt x="902140" y="216876"/>
                </a:moveTo>
                <a:lnTo>
                  <a:pt x="955453" y="216876"/>
                </a:lnTo>
                <a:lnTo>
                  <a:pt x="955453" y="217617"/>
                </a:lnTo>
                <a:lnTo>
                  <a:pt x="902140" y="217617"/>
                </a:lnTo>
                <a:close/>
                <a:moveTo>
                  <a:pt x="524782" y="216136"/>
                </a:moveTo>
                <a:lnTo>
                  <a:pt x="556021" y="216136"/>
                </a:lnTo>
                <a:lnTo>
                  <a:pt x="556021" y="217617"/>
                </a:lnTo>
                <a:lnTo>
                  <a:pt x="524782" y="217617"/>
                </a:lnTo>
                <a:close/>
                <a:moveTo>
                  <a:pt x="636823" y="214656"/>
                </a:moveTo>
                <a:lnTo>
                  <a:pt x="685139" y="214656"/>
                </a:lnTo>
                <a:lnTo>
                  <a:pt x="685139" y="217617"/>
                </a:lnTo>
                <a:lnTo>
                  <a:pt x="636823" y="217617"/>
                </a:lnTo>
                <a:close/>
                <a:moveTo>
                  <a:pt x="259882" y="216876"/>
                </a:moveTo>
                <a:lnTo>
                  <a:pt x="313195" y="216876"/>
                </a:lnTo>
                <a:lnTo>
                  <a:pt x="313195" y="218357"/>
                </a:lnTo>
                <a:lnTo>
                  <a:pt x="259882" y="218357"/>
                </a:lnTo>
                <a:close/>
                <a:moveTo>
                  <a:pt x="764692" y="216876"/>
                </a:moveTo>
                <a:lnTo>
                  <a:pt x="846744" y="216876"/>
                </a:lnTo>
                <a:lnTo>
                  <a:pt x="846744" y="218357"/>
                </a:lnTo>
                <a:lnTo>
                  <a:pt x="764692" y="218357"/>
                </a:lnTo>
                <a:close/>
                <a:moveTo>
                  <a:pt x="485630" y="213916"/>
                </a:moveTo>
                <a:lnTo>
                  <a:pt x="516452" y="213916"/>
                </a:lnTo>
                <a:lnTo>
                  <a:pt x="516452" y="218357"/>
                </a:lnTo>
                <a:lnTo>
                  <a:pt x="485630" y="218357"/>
                </a:lnTo>
                <a:close/>
                <a:moveTo>
                  <a:pt x="122434" y="216876"/>
                </a:moveTo>
                <a:lnTo>
                  <a:pt x="204486" y="216876"/>
                </a:lnTo>
                <a:lnTo>
                  <a:pt x="204486" y="218357"/>
                </a:lnTo>
                <a:lnTo>
                  <a:pt x="122434" y="218357"/>
                </a:lnTo>
                <a:close/>
                <a:moveTo>
                  <a:pt x="260299" y="218357"/>
                </a:moveTo>
                <a:lnTo>
                  <a:pt x="313195" y="218357"/>
                </a:lnTo>
                <a:lnTo>
                  <a:pt x="313195" y="219097"/>
                </a:lnTo>
                <a:lnTo>
                  <a:pt x="260299" y="219097"/>
                </a:lnTo>
                <a:close/>
                <a:moveTo>
                  <a:pt x="902557" y="217617"/>
                </a:moveTo>
                <a:lnTo>
                  <a:pt x="955453" y="217617"/>
                </a:lnTo>
                <a:lnTo>
                  <a:pt x="955453" y="219097"/>
                </a:lnTo>
                <a:lnTo>
                  <a:pt x="902557" y="219097"/>
                </a:lnTo>
                <a:close/>
                <a:moveTo>
                  <a:pt x="122434" y="218357"/>
                </a:moveTo>
                <a:lnTo>
                  <a:pt x="204903" y="218357"/>
                </a:lnTo>
                <a:lnTo>
                  <a:pt x="204903" y="219097"/>
                </a:lnTo>
                <a:lnTo>
                  <a:pt x="122434" y="219097"/>
                </a:lnTo>
                <a:close/>
                <a:moveTo>
                  <a:pt x="764692" y="218357"/>
                </a:moveTo>
                <a:lnTo>
                  <a:pt x="847161" y="218357"/>
                </a:lnTo>
                <a:lnTo>
                  <a:pt x="847161" y="219097"/>
                </a:lnTo>
                <a:lnTo>
                  <a:pt x="764692" y="219097"/>
                </a:lnTo>
                <a:close/>
                <a:moveTo>
                  <a:pt x="593506" y="217617"/>
                </a:moveTo>
                <a:lnTo>
                  <a:pt x="624745" y="217617"/>
                </a:lnTo>
                <a:lnTo>
                  <a:pt x="624745" y="219097"/>
                </a:lnTo>
                <a:lnTo>
                  <a:pt x="593506" y="219097"/>
                </a:lnTo>
                <a:close/>
                <a:moveTo>
                  <a:pt x="699716" y="216136"/>
                </a:moveTo>
                <a:lnTo>
                  <a:pt x="747615" y="216136"/>
                </a:lnTo>
                <a:lnTo>
                  <a:pt x="747615" y="219097"/>
                </a:lnTo>
                <a:lnTo>
                  <a:pt x="699716" y="219097"/>
                </a:lnTo>
                <a:close/>
                <a:moveTo>
                  <a:pt x="421904" y="215396"/>
                </a:moveTo>
                <a:lnTo>
                  <a:pt x="452726" y="215396"/>
                </a:lnTo>
                <a:lnTo>
                  <a:pt x="452726" y="219837"/>
                </a:lnTo>
                <a:lnTo>
                  <a:pt x="421904" y="219837"/>
                </a:lnTo>
                <a:close/>
                <a:moveTo>
                  <a:pt x="382752" y="217617"/>
                </a:moveTo>
                <a:lnTo>
                  <a:pt x="414407" y="217617"/>
                </a:lnTo>
                <a:lnTo>
                  <a:pt x="414407" y="219837"/>
                </a:lnTo>
                <a:lnTo>
                  <a:pt x="382752" y="219837"/>
                </a:lnTo>
                <a:close/>
                <a:moveTo>
                  <a:pt x="524782" y="217617"/>
                </a:moveTo>
                <a:lnTo>
                  <a:pt x="556437" y="217617"/>
                </a:lnTo>
                <a:lnTo>
                  <a:pt x="556437" y="219837"/>
                </a:lnTo>
                <a:lnTo>
                  <a:pt x="524782" y="219837"/>
                </a:lnTo>
                <a:close/>
                <a:moveTo>
                  <a:pt x="637240" y="217617"/>
                </a:moveTo>
                <a:lnTo>
                  <a:pt x="684722" y="217617"/>
                </a:lnTo>
                <a:lnTo>
                  <a:pt x="684722" y="219837"/>
                </a:lnTo>
                <a:lnTo>
                  <a:pt x="637240" y="219837"/>
                </a:lnTo>
                <a:close/>
                <a:moveTo>
                  <a:pt x="122017" y="219097"/>
                </a:moveTo>
                <a:lnTo>
                  <a:pt x="204903" y="219097"/>
                </a:lnTo>
                <a:lnTo>
                  <a:pt x="204903" y="220577"/>
                </a:lnTo>
                <a:lnTo>
                  <a:pt x="122017" y="220577"/>
                </a:lnTo>
                <a:close/>
                <a:moveTo>
                  <a:pt x="260715" y="219097"/>
                </a:moveTo>
                <a:lnTo>
                  <a:pt x="313195" y="219097"/>
                </a:lnTo>
                <a:lnTo>
                  <a:pt x="313195" y="220577"/>
                </a:lnTo>
                <a:lnTo>
                  <a:pt x="260715" y="220577"/>
                </a:lnTo>
                <a:close/>
                <a:moveTo>
                  <a:pt x="764275" y="219097"/>
                </a:moveTo>
                <a:lnTo>
                  <a:pt x="847161" y="219097"/>
                </a:lnTo>
                <a:lnTo>
                  <a:pt x="847161" y="220577"/>
                </a:lnTo>
                <a:lnTo>
                  <a:pt x="764275" y="220577"/>
                </a:lnTo>
                <a:close/>
                <a:moveTo>
                  <a:pt x="902973" y="219097"/>
                </a:moveTo>
                <a:lnTo>
                  <a:pt x="955453" y="219097"/>
                </a:lnTo>
                <a:lnTo>
                  <a:pt x="955453" y="220577"/>
                </a:lnTo>
                <a:lnTo>
                  <a:pt x="902973" y="220577"/>
                </a:lnTo>
                <a:close/>
                <a:moveTo>
                  <a:pt x="382752" y="219837"/>
                </a:moveTo>
                <a:lnTo>
                  <a:pt x="413991" y="219837"/>
                </a:lnTo>
                <a:lnTo>
                  <a:pt x="413991" y="220577"/>
                </a:lnTo>
                <a:lnTo>
                  <a:pt x="382752" y="220577"/>
                </a:lnTo>
                <a:close/>
                <a:moveTo>
                  <a:pt x="637240" y="219837"/>
                </a:moveTo>
                <a:lnTo>
                  <a:pt x="684306" y="219837"/>
                </a:lnTo>
                <a:lnTo>
                  <a:pt x="684306" y="221318"/>
                </a:lnTo>
                <a:lnTo>
                  <a:pt x="637240" y="221318"/>
                </a:lnTo>
                <a:close/>
                <a:moveTo>
                  <a:pt x="261132" y="220577"/>
                </a:moveTo>
                <a:lnTo>
                  <a:pt x="313195" y="220577"/>
                </a:lnTo>
                <a:lnTo>
                  <a:pt x="313195" y="221318"/>
                </a:lnTo>
                <a:lnTo>
                  <a:pt x="261132" y="221318"/>
                </a:lnTo>
                <a:close/>
                <a:moveTo>
                  <a:pt x="903390" y="220577"/>
                </a:moveTo>
                <a:lnTo>
                  <a:pt x="955453" y="220577"/>
                </a:lnTo>
                <a:lnTo>
                  <a:pt x="955453" y="221318"/>
                </a:lnTo>
                <a:lnTo>
                  <a:pt x="903390" y="221318"/>
                </a:lnTo>
                <a:close/>
                <a:moveTo>
                  <a:pt x="593090" y="219097"/>
                </a:moveTo>
                <a:lnTo>
                  <a:pt x="624745" y="219097"/>
                </a:lnTo>
                <a:lnTo>
                  <a:pt x="624745" y="221318"/>
                </a:lnTo>
                <a:lnTo>
                  <a:pt x="593090" y="221318"/>
                </a:lnTo>
                <a:close/>
                <a:moveTo>
                  <a:pt x="121601" y="220577"/>
                </a:moveTo>
                <a:lnTo>
                  <a:pt x="205319" y="220577"/>
                </a:lnTo>
                <a:lnTo>
                  <a:pt x="205319" y="222058"/>
                </a:lnTo>
                <a:lnTo>
                  <a:pt x="121601" y="222058"/>
                </a:lnTo>
                <a:close/>
                <a:moveTo>
                  <a:pt x="525199" y="219837"/>
                </a:moveTo>
                <a:lnTo>
                  <a:pt x="556854" y="219837"/>
                </a:lnTo>
                <a:lnTo>
                  <a:pt x="556854" y="222058"/>
                </a:lnTo>
                <a:lnTo>
                  <a:pt x="525199" y="222058"/>
                </a:lnTo>
                <a:close/>
                <a:moveTo>
                  <a:pt x="763859" y="220577"/>
                </a:moveTo>
                <a:lnTo>
                  <a:pt x="847577" y="220577"/>
                </a:lnTo>
                <a:lnTo>
                  <a:pt x="847577" y="222058"/>
                </a:lnTo>
                <a:lnTo>
                  <a:pt x="763859" y="222058"/>
                </a:lnTo>
                <a:close/>
                <a:moveTo>
                  <a:pt x="485214" y="218357"/>
                </a:moveTo>
                <a:lnTo>
                  <a:pt x="516452" y="218357"/>
                </a:lnTo>
                <a:lnTo>
                  <a:pt x="516452" y="222058"/>
                </a:lnTo>
                <a:lnTo>
                  <a:pt x="485214" y="222058"/>
                </a:lnTo>
                <a:close/>
                <a:moveTo>
                  <a:pt x="421904" y="219837"/>
                </a:moveTo>
                <a:lnTo>
                  <a:pt x="453143" y="219837"/>
                </a:lnTo>
                <a:lnTo>
                  <a:pt x="453143" y="222058"/>
                </a:lnTo>
                <a:lnTo>
                  <a:pt x="421904" y="222058"/>
                </a:lnTo>
                <a:close/>
                <a:moveTo>
                  <a:pt x="382336" y="220577"/>
                </a:moveTo>
                <a:lnTo>
                  <a:pt x="413991" y="220577"/>
                </a:lnTo>
                <a:lnTo>
                  <a:pt x="413991" y="222058"/>
                </a:lnTo>
                <a:lnTo>
                  <a:pt x="382336" y="222058"/>
                </a:lnTo>
                <a:close/>
                <a:moveTo>
                  <a:pt x="700133" y="219097"/>
                </a:moveTo>
                <a:lnTo>
                  <a:pt x="747199" y="219097"/>
                </a:lnTo>
                <a:lnTo>
                  <a:pt x="747199" y="222058"/>
                </a:lnTo>
                <a:lnTo>
                  <a:pt x="700133" y="222058"/>
                </a:lnTo>
                <a:close/>
                <a:moveTo>
                  <a:pt x="525199" y="222058"/>
                </a:moveTo>
                <a:lnTo>
                  <a:pt x="557270" y="222058"/>
                </a:lnTo>
                <a:lnTo>
                  <a:pt x="557270" y="222798"/>
                </a:lnTo>
                <a:lnTo>
                  <a:pt x="525199" y="222798"/>
                </a:lnTo>
                <a:close/>
                <a:moveTo>
                  <a:pt x="763859" y="222058"/>
                </a:moveTo>
                <a:lnTo>
                  <a:pt x="847994" y="222058"/>
                </a:lnTo>
                <a:lnTo>
                  <a:pt x="847994" y="222798"/>
                </a:lnTo>
                <a:lnTo>
                  <a:pt x="763859" y="222798"/>
                </a:lnTo>
                <a:close/>
                <a:moveTo>
                  <a:pt x="261548" y="221318"/>
                </a:moveTo>
                <a:lnTo>
                  <a:pt x="313195" y="221318"/>
                </a:lnTo>
                <a:lnTo>
                  <a:pt x="313195" y="222798"/>
                </a:lnTo>
                <a:lnTo>
                  <a:pt x="261548" y="222798"/>
                </a:lnTo>
                <a:close/>
                <a:moveTo>
                  <a:pt x="903806" y="221318"/>
                </a:moveTo>
                <a:lnTo>
                  <a:pt x="955453" y="221318"/>
                </a:lnTo>
                <a:lnTo>
                  <a:pt x="955453" y="222798"/>
                </a:lnTo>
                <a:lnTo>
                  <a:pt x="903806" y="222798"/>
                </a:lnTo>
                <a:close/>
                <a:moveTo>
                  <a:pt x="592673" y="221318"/>
                </a:moveTo>
                <a:lnTo>
                  <a:pt x="624328" y="221318"/>
                </a:lnTo>
                <a:lnTo>
                  <a:pt x="624328" y="222798"/>
                </a:lnTo>
                <a:lnTo>
                  <a:pt x="592673" y="222798"/>
                </a:lnTo>
                <a:close/>
                <a:moveTo>
                  <a:pt x="422321" y="222058"/>
                </a:moveTo>
                <a:lnTo>
                  <a:pt x="453143" y="222058"/>
                </a:lnTo>
                <a:lnTo>
                  <a:pt x="453143" y="222798"/>
                </a:lnTo>
                <a:lnTo>
                  <a:pt x="422321" y="222798"/>
                </a:lnTo>
                <a:close/>
                <a:moveTo>
                  <a:pt x="121601" y="222058"/>
                </a:moveTo>
                <a:lnTo>
                  <a:pt x="205736" y="222058"/>
                </a:lnTo>
                <a:lnTo>
                  <a:pt x="205736" y="222798"/>
                </a:lnTo>
                <a:lnTo>
                  <a:pt x="121601" y="222798"/>
                </a:lnTo>
                <a:close/>
                <a:moveTo>
                  <a:pt x="525615" y="222798"/>
                </a:moveTo>
                <a:lnTo>
                  <a:pt x="557270" y="222798"/>
                </a:lnTo>
                <a:lnTo>
                  <a:pt x="557270" y="223538"/>
                </a:lnTo>
                <a:lnTo>
                  <a:pt x="525615" y="223538"/>
                </a:lnTo>
                <a:close/>
                <a:moveTo>
                  <a:pt x="904223" y="222798"/>
                </a:moveTo>
                <a:lnTo>
                  <a:pt x="955453" y="222798"/>
                </a:lnTo>
                <a:lnTo>
                  <a:pt x="955453" y="223538"/>
                </a:lnTo>
                <a:lnTo>
                  <a:pt x="904223" y="223538"/>
                </a:lnTo>
                <a:close/>
                <a:moveTo>
                  <a:pt x="637656" y="221318"/>
                </a:moveTo>
                <a:lnTo>
                  <a:pt x="684306" y="221318"/>
                </a:lnTo>
                <a:lnTo>
                  <a:pt x="684306" y="223538"/>
                </a:lnTo>
                <a:lnTo>
                  <a:pt x="637656" y="223538"/>
                </a:lnTo>
                <a:close/>
                <a:moveTo>
                  <a:pt x="261965" y="222798"/>
                </a:moveTo>
                <a:lnTo>
                  <a:pt x="313195" y="222798"/>
                </a:lnTo>
                <a:lnTo>
                  <a:pt x="313195" y="223538"/>
                </a:lnTo>
                <a:lnTo>
                  <a:pt x="261965" y="223538"/>
                </a:lnTo>
                <a:close/>
                <a:moveTo>
                  <a:pt x="592257" y="222798"/>
                </a:moveTo>
                <a:lnTo>
                  <a:pt x="624328" y="222798"/>
                </a:lnTo>
                <a:lnTo>
                  <a:pt x="624328" y="224278"/>
                </a:lnTo>
                <a:lnTo>
                  <a:pt x="592257" y="224278"/>
                </a:lnTo>
                <a:close/>
                <a:moveTo>
                  <a:pt x="381919" y="222058"/>
                </a:moveTo>
                <a:lnTo>
                  <a:pt x="413991" y="222058"/>
                </a:lnTo>
                <a:lnTo>
                  <a:pt x="413991" y="224278"/>
                </a:lnTo>
                <a:lnTo>
                  <a:pt x="381919" y="224278"/>
                </a:lnTo>
                <a:close/>
                <a:moveTo>
                  <a:pt x="637656" y="223538"/>
                </a:moveTo>
                <a:lnTo>
                  <a:pt x="683889" y="223538"/>
                </a:lnTo>
                <a:lnTo>
                  <a:pt x="683889" y="224278"/>
                </a:lnTo>
                <a:lnTo>
                  <a:pt x="637656" y="224278"/>
                </a:lnTo>
                <a:close/>
                <a:moveTo>
                  <a:pt x="763442" y="222798"/>
                </a:moveTo>
                <a:lnTo>
                  <a:pt x="847994" y="222798"/>
                </a:lnTo>
                <a:lnTo>
                  <a:pt x="847994" y="224278"/>
                </a:lnTo>
                <a:lnTo>
                  <a:pt x="763442" y="224278"/>
                </a:lnTo>
                <a:close/>
                <a:moveTo>
                  <a:pt x="121184" y="222798"/>
                </a:moveTo>
                <a:lnTo>
                  <a:pt x="205736" y="222798"/>
                </a:lnTo>
                <a:lnTo>
                  <a:pt x="205736" y="224278"/>
                </a:lnTo>
                <a:lnTo>
                  <a:pt x="121184" y="224278"/>
                </a:lnTo>
                <a:close/>
                <a:moveTo>
                  <a:pt x="484797" y="222058"/>
                </a:moveTo>
                <a:lnTo>
                  <a:pt x="516036" y="222058"/>
                </a:lnTo>
                <a:lnTo>
                  <a:pt x="516036" y="224278"/>
                </a:lnTo>
                <a:lnTo>
                  <a:pt x="484797" y="224278"/>
                </a:lnTo>
                <a:close/>
                <a:moveTo>
                  <a:pt x="262381" y="223538"/>
                </a:moveTo>
                <a:lnTo>
                  <a:pt x="313195" y="223538"/>
                </a:lnTo>
                <a:lnTo>
                  <a:pt x="313195" y="225019"/>
                </a:lnTo>
                <a:lnTo>
                  <a:pt x="262381" y="225019"/>
                </a:lnTo>
                <a:close/>
                <a:moveTo>
                  <a:pt x="904639" y="223538"/>
                </a:moveTo>
                <a:lnTo>
                  <a:pt x="955453" y="223538"/>
                </a:lnTo>
                <a:lnTo>
                  <a:pt x="955453" y="225019"/>
                </a:lnTo>
                <a:lnTo>
                  <a:pt x="904639" y="225019"/>
                </a:lnTo>
                <a:close/>
                <a:moveTo>
                  <a:pt x="121184" y="224278"/>
                </a:moveTo>
                <a:lnTo>
                  <a:pt x="206152" y="224278"/>
                </a:lnTo>
                <a:lnTo>
                  <a:pt x="206152" y="225019"/>
                </a:lnTo>
                <a:lnTo>
                  <a:pt x="121184" y="225019"/>
                </a:lnTo>
                <a:close/>
                <a:moveTo>
                  <a:pt x="700549" y="222058"/>
                </a:moveTo>
                <a:lnTo>
                  <a:pt x="746782" y="222058"/>
                </a:lnTo>
                <a:lnTo>
                  <a:pt x="746782" y="225019"/>
                </a:lnTo>
                <a:lnTo>
                  <a:pt x="700549" y="225019"/>
                </a:lnTo>
                <a:close/>
                <a:moveTo>
                  <a:pt x="763442" y="224278"/>
                </a:moveTo>
                <a:lnTo>
                  <a:pt x="848410" y="224278"/>
                </a:lnTo>
                <a:lnTo>
                  <a:pt x="848410" y="225019"/>
                </a:lnTo>
                <a:lnTo>
                  <a:pt x="763442" y="225019"/>
                </a:lnTo>
                <a:close/>
                <a:moveTo>
                  <a:pt x="422321" y="222798"/>
                </a:moveTo>
                <a:lnTo>
                  <a:pt x="453559" y="222798"/>
                </a:lnTo>
                <a:lnTo>
                  <a:pt x="453559" y="225019"/>
                </a:lnTo>
                <a:lnTo>
                  <a:pt x="422321" y="225019"/>
                </a:lnTo>
                <a:close/>
                <a:moveTo>
                  <a:pt x="592257" y="224278"/>
                </a:moveTo>
                <a:lnTo>
                  <a:pt x="623912" y="224278"/>
                </a:lnTo>
                <a:lnTo>
                  <a:pt x="623912" y="225019"/>
                </a:lnTo>
                <a:lnTo>
                  <a:pt x="592257" y="225019"/>
                </a:lnTo>
                <a:close/>
                <a:moveTo>
                  <a:pt x="525615" y="223538"/>
                </a:moveTo>
                <a:lnTo>
                  <a:pt x="557687" y="223538"/>
                </a:lnTo>
                <a:lnTo>
                  <a:pt x="557687" y="225019"/>
                </a:lnTo>
                <a:lnTo>
                  <a:pt x="525615" y="225019"/>
                </a:lnTo>
                <a:close/>
                <a:moveTo>
                  <a:pt x="422321" y="225019"/>
                </a:moveTo>
                <a:lnTo>
                  <a:pt x="453976" y="225019"/>
                </a:lnTo>
                <a:lnTo>
                  <a:pt x="453976" y="225759"/>
                </a:lnTo>
                <a:lnTo>
                  <a:pt x="422321" y="225759"/>
                </a:lnTo>
                <a:close/>
                <a:moveTo>
                  <a:pt x="262798" y="225019"/>
                </a:moveTo>
                <a:lnTo>
                  <a:pt x="313195" y="225019"/>
                </a:lnTo>
                <a:lnTo>
                  <a:pt x="313195" y="225759"/>
                </a:lnTo>
                <a:lnTo>
                  <a:pt x="262798" y="225759"/>
                </a:lnTo>
                <a:close/>
                <a:moveTo>
                  <a:pt x="638073" y="224278"/>
                </a:moveTo>
                <a:lnTo>
                  <a:pt x="683889" y="224278"/>
                </a:lnTo>
                <a:lnTo>
                  <a:pt x="683889" y="225759"/>
                </a:lnTo>
                <a:lnTo>
                  <a:pt x="638073" y="225759"/>
                </a:lnTo>
                <a:close/>
                <a:moveTo>
                  <a:pt x="381503" y="224278"/>
                </a:moveTo>
                <a:lnTo>
                  <a:pt x="413574" y="224278"/>
                </a:lnTo>
                <a:lnTo>
                  <a:pt x="413574" y="225759"/>
                </a:lnTo>
                <a:lnTo>
                  <a:pt x="381503" y="225759"/>
                </a:lnTo>
                <a:close/>
                <a:moveTo>
                  <a:pt x="525615" y="225019"/>
                </a:moveTo>
                <a:lnTo>
                  <a:pt x="558103" y="225019"/>
                </a:lnTo>
                <a:lnTo>
                  <a:pt x="558103" y="225759"/>
                </a:lnTo>
                <a:lnTo>
                  <a:pt x="525615" y="225759"/>
                </a:lnTo>
                <a:close/>
                <a:moveTo>
                  <a:pt x="905056" y="225019"/>
                </a:moveTo>
                <a:lnTo>
                  <a:pt x="955453" y="225019"/>
                </a:lnTo>
                <a:lnTo>
                  <a:pt x="955453" y="225759"/>
                </a:lnTo>
                <a:lnTo>
                  <a:pt x="905056" y="225759"/>
                </a:lnTo>
                <a:close/>
                <a:moveTo>
                  <a:pt x="700966" y="225019"/>
                </a:moveTo>
                <a:lnTo>
                  <a:pt x="746782" y="225019"/>
                </a:lnTo>
                <a:lnTo>
                  <a:pt x="746782" y="225759"/>
                </a:lnTo>
                <a:lnTo>
                  <a:pt x="700966" y="225759"/>
                </a:lnTo>
                <a:close/>
                <a:moveTo>
                  <a:pt x="422737" y="225759"/>
                </a:moveTo>
                <a:lnTo>
                  <a:pt x="453976" y="225759"/>
                </a:lnTo>
                <a:lnTo>
                  <a:pt x="453976" y="226499"/>
                </a:lnTo>
                <a:lnTo>
                  <a:pt x="422737" y="226499"/>
                </a:lnTo>
                <a:close/>
                <a:moveTo>
                  <a:pt x="591840" y="225019"/>
                </a:moveTo>
                <a:lnTo>
                  <a:pt x="623912" y="225019"/>
                </a:lnTo>
                <a:lnTo>
                  <a:pt x="623912" y="226499"/>
                </a:lnTo>
                <a:lnTo>
                  <a:pt x="591840" y="226499"/>
                </a:lnTo>
                <a:close/>
                <a:moveTo>
                  <a:pt x="526032" y="225759"/>
                </a:moveTo>
                <a:lnTo>
                  <a:pt x="558103" y="225759"/>
                </a:lnTo>
                <a:lnTo>
                  <a:pt x="558103" y="226499"/>
                </a:lnTo>
                <a:lnTo>
                  <a:pt x="526032" y="226499"/>
                </a:lnTo>
                <a:close/>
                <a:moveTo>
                  <a:pt x="120768" y="225019"/>
                </a:moveTo>
                <a:lnTo>
                  <a:pt x="206152" y="225019"/>
                </a:lnTo>
                <a:lnTo>
                  <a:pt x="206152" y="226499"/>
                </a:lnTo>
                <a:lnTo>
                  <a:pt x="120768" y="226499"/>
                </a:lnTo>
                <a:close/>
                <a:moveTo>
                  <a:pt x="763026" y="225019"/>
                </a:moveTo>
                <a:lnTo>
                  <a:pt x="848410" y="225019"/>
                </a:lnTo>
                <a:lnTo>
                  <a:pt x="848410" y="226499"/>
                </a:lnTo>
                <a:lnTo>
                  <a:pt x="763026" y="226499"/>
                </a:lnTo>
                <a:close/>
                <a:moveTo>
                  <a:pt x="484381" y="224278"/>
                </a:moveTo>
                <a:lnTo>
                  <a:pt x="516036" y="224278"/>
                </a:lnTo>
                <a:lnTo>
                  <a:pt x="516036" y="226499"/>
                </a:lnTo>
                <a:lnTo>
                  <a:pt x="484381" y="226499"/>
                </a:lnTo>
                <a:close/>
                <a:moveTo>
                  <a:pt x="763026" y="226499"/>
                </a:moveTo>
                <a:lnTo>
                  <a:pt x="848827" y="226499"/>
                </a:lnTo>
                <a:lnTo>
                  <a:pt x="848827" y="227239"/>
                </a:lnTo>
                <a:lnTo>
                  <a:pt x="763026" y="227239"/>
                </a:lnTo>
                <a:close/>
                <a:moveTo>
                  <a:pt x="591424" y="226499"/>
                </a:moveTo>
                <a:lnTo>
                  <a:pt x="623912" y="226499"/>
                </a:lnTo>
                <a:lnTo>
                  <a:pt x="623912" y="227239"/>
                </a:lnTo>
                <a:lnTo>
                  <a:pt x="591424" y="227239"/>
                </a:lnTo>
                <a:close/>
                <a:moveTo>
                  <a:pt x="263214" y="225759"/>
                </a:moveTo>
                <a:lnTo>
                  <a:pt x="313195" y="225759"/>
                </a:lnTo>
                <a:lnTo>
                  <a:pt x="313195" y="227239"/>
                </a:lnTo>
                <a:lnTo>
                  <a:pt x="263214" y="227239"/>
                </a:lnTo>
                <a:close/>
                <a:moveTo>
                  <a:pt x="381086" y="225759"/>
                </a:moveTo>
                <a:lnTo>
                  <a:pt x="413574" y="225759"/>
                </a:lnTo>
                <a:lnTo>
                  <a:pt x="413574" y="227239"/>
                </a:lnTo>
                <a:lnTo>
                  <a:pt x="381086" y="227239"/>
                </a:lnTo>
                <a:close/>
                <a:moveTo>
                  <a:pt x="700966" y="225759"/>
                </a:moveTo>
                <a:lnTo>
                  <a:pt x="746366" y="225759"/>
                </a:lnTo>
                <a:lnTo>
                  <a:pt x="746366" y="227239"/>
                </a:lnTo>
                <a:lnTo>
                  <a:pt x="700966" y="227239"/>
                </a:lnTo>
                <a:close/>
                <a:moveTo>
                  <a:pt x="120768" y="226499"/>
                </a:moveTo>
                <a:lnTo>
                  <a:pt x="206569" y="226499"/>
                </a:lnTo>
                <a:lnTo>
                  <a:pt x="206569" y="227239"/>
                </a:lnTo>
                <a:lnTo>
                  <a:pt x="120768" y="227239"/>
                </a:lnTo>
                <a:close/>
                <a:moveTo>
                  <a:pt x="905472" y="225759"/>
                </a:moveTo>
                <a:lnTo>
                  <a:pt x="955453" y="225759"/>
                </a:lnTo>
                <a:lnTo>
                  <a:pt x="955453" y="227239"/>
                </a:lnTo>
                <a:lnTo>
                  <a:pt x="905472" y="227239"/>
                </a:lnTo>
                <a:close/>
                <a:moveTo>
                  <a:pt x="526032" y="226499"/>
                </a:moveTo>
                <a:lnTo>
                  <a:pt x="558520" y="226499"/>
                </a:lnTo>
                <a:lnTo>
                  <a:pt x="558520" y="227979"/>
                </a:lnTo>
                <a:lnTo>
                  <a:pt x="526032" y="227979"/>
                </a:lnTo>
                <a:close/>
                <a:moveTo>
                  <a:pt x="638073" y="225759"/>
                </a:moveTo>
                <a:lnTo>
                  <a:pt x="683473" y="225759"/>
                </a:lnTo>
                <a:lnTo>
                  <a:pt x="683473" y="227979"/>
                </a:lnTo>
                <a:lnTo>
                  <a:pt x="638073" y="227979"/>
                </a:lnTo>
                <a:close/>
                <a:moveTo>
                  <a:pt x="591424" y="227239"/>
                </a:moveTo>
                <a:lnTo>
                  <a:pt x="623495" y="227239"/>
                </a:lnTo>
                <a:lnTo>
                  <a:pt x="623495" y="227979"/>
                </a:lnTo>
                <a:lnTo>
                  <a:pt x="591424" y="227979"/>
                </a:lnTo>
                <a:close/>
                <a:moveTo>
                  <a:pt x="422737" y="226499"/>
                </a:moveTo>
                <a:lnTo>
                  <a:pt x="454392" y="226499"/>
                </a:lnTo>
                <a:lnTo>
                  <a:pt x="454392" y="227979"/>
                </a:lnTo>
                <a:lnTo>
                  <a:pt x="422737" y="227979"/>
                </a:lnTo>
                <a:close/>
                <a:moveTo>
                  <a:pt x="483964" y="226499"/>
                </a:moveTo>
                <a:lnTo>
                  <a:pt x="515619" y="226499"/>
                </a:lnTo>
                <a:lnTo>
                  <a:pt x="515619" y="227979"/>
                </a:lnTo>
                <a:lnTo>
                  <a:pt x="483964" y="227979"/>
                </a:lnTo>
                <a:close/>
                <a:moveTo>
                  <a:pt x="762609" y="227239"/>
                </a:moveTo>
                <a:lnTo>
                  <a:pt x="848827" y="227239"/>
                </a:lnTo>
                <a:lnTo>
                  <a:pt x="848827" y="228719"/>
                </a:lnTo>
                <a:lnTo>
                  <a:pt x="762609" y="228719"/>
                </a:lnTo>
                <a:close/>
                <a:moveTo>
                  <a:pt x="120351" y="227239"/>
                </a:moveTo>
                <a:lnTo>
                  <a:pt x="206569" y="227239"/>
                </a:lnTo>
                <a:lnTo>
                  <a:pt x="206569" y="228719"/>
                </a:lnTo>
                <a:lnTo>
                  <a:pt x="120351" y="228719"/>
                </a:lnTo>
                <a:close/>
                <a:moveTo>
                  <a:pt x="263631" y="227239"/>
                </a:moveTo>
                <a:lnTo>
                  <a:pt x="313195" y="227239"/>
                </a:lnTo>
                <a:lnTo>
                  <a:pt x="313195" y="228719"/>
                </a:lnTo>
                <a:lnTo>
                  <a:pt x="263631" y="228719"/>
                </a:lnTo>
                <a:close/>
                <a:moveTo>
                  <a:pt x="380670" y="227239"/>
                </a:moveTo>
                <a:lnTo>
                  <a:pt x="413158" y="227239"/>
                </a:lnTo>
                <a:lnTo>
                  <a:pt x="413158" y="228719"/>
                </a:lnTo>
                <a:lnTo>
                  <a:pt x="380670" y="228719"/>
                </a:lnTo>
                <a:close/>
                <a:moveTo>
                  <a:pt x="526448" y="227979"/>
                </a:moveTo>
                <a:lnTo>
                  <a:pt x="558936" y="227979"/>
                </a:lnTo>
                <a:lnTo>
                  <a:pt x="558936" y="228719"/>
                </a:lnTo>
                <a:lnTo>
                  <a:pt x="526448" y="228719"/>
                </a:lnTo>
                <a:close/>
                <a:moveTo>
                  <a:pt x="591007" y="227979"/>
                </a:moveTo>
                <a:lnTo>
                  <a:pt x="623495" y="227979"/>
                </a:lnTo>
                <a:lnTo>
                  <a:pt x="623495" y="228719"/>
                </a:lnTo>
                <a:lnTo>
                  <a:pt x="591007" y="228719"/>
                </a:lnTo>
                <a:close/>
                <a:moveTo>
                  <a:pt x="638490" y="227979"/>
                </a:moveTo>
                <a:lnTo>
                  <a:pt x="683473" y="227979"/>
                </a:lnTo>
                <a:lnTo>
                  <a:pt x="683473" y="228719"/>
                </a:lnTo>
                <a:lnTo>
                  <a:pt x="638490" y="228719"/>
                </a:lnTo>
                <a:close/>
                <a:moveTo>
                  <a:pt x="905889" y="227239"/>
                </a:moveTo>
                <a:lnTo>
                  <a:pt x="955453" y="227239"/>
                </a:lnTo>
                <a:lnTo>
                  <a:pt x="955453" y="228719"/>
                </a:lnTo>
                <a:lnTo>
                  <a:pt x="905889" y="228719"/>
                </a:lnTo>
                <a:close/>
                <a:moveTo>
                  <a:pt x="906305" y="228719"/>
                </a:moveTo>
                <a:lnTo>
                  <a:pt x="955453" y="228719"/>
                </a:lnTo>
                <a:lnTo>
                  <a:pt x="955453" y="229460"/>
                </a:lnTo>
                <a:lnTo>
                  <a:pt x="906305" y="229460"/>
                </a:lnTo>
                <a:close/>
                <a:moveTo>
                  <a:pt x="264047" y="228719"/>
                </a:moveTo>
                <a:lnTo>
                  <a:pt x="313195" y="228719"/>
                </a:lnTo>
                <a:lnTo>
                  <a:pt x="313195" y="229460"/>
                </a:lnTo>
                <a:lnTo>
                  <a:pt x="264047" y="229460"/>
                </a:lnTo>
                <a:close/>
                <a:moveTo>
                  <a:pt x="590591" y="228719"/>
                </a:moveTo>
                <a:lnTo>
                  <a:pt x="623495" y="228719"/>
                </a:lnTo>
                <a:lnTo>
                  <a:pt x="623495" y="229460"/>
                </a:lnTo>
                <a:lnTo>
                  <a:pt x="590591" y="229460"/>
                </a:lnTo>
                <a:close/>
                <a:moveTo>
                  <a:pt x="422737" y="227979"/>
                </a:moveTo>
                <a:lnTo>
                  <a:pt x="454809" y="227979"/>
                </a:lnTo>
                <a:lnTo>
                  <a:pt x="454809" y="229460"/>
                </a:lnTo>
                <a:lnTo>
                  <a:pt x="422737" y="229460"/>
                </a:lnTo>
                <a:close/>
                <a:moveTo>
                  <a:pt x="120351" y="228719"/>
                </a:moveTo>
                <a:lnTo>
                  <a:pt x="206985" y="228719"/>
                </a:lnTo>
                <a:lnTo>
                  <a:pt x="206985" y="229460"/>
                </a:lnTo>
                <a:lnTo>
                  <a:pt x="120351" y="229460"/>
                </a:lnTo>
                <a:close/>
                <a:moveTo>
                  <a:pt x="380253" y="228719"/>
                </a:moveTo>
                <a:lnTo>
                  <a:pt x="413158" y="228719"/>
                </a:lnTo>
                <a:lnTo>
                  <a:pt x="413158" y="229460"/>
                </a:lnTo>
                <a:lnTo>
                  <a:pt x="380253" y="229460"/>
                </a:lnTo>
                <a:close/>
                <a:moveTo>
                  <a:pt x="701382" y="227239"/>
                </a:moveTo>
                <a:lnTo>
                  <a:pt x="746366" y="227239"/>
                </a:lnTo>
                <a:lnTo>
                  <a:pt x="746366" y="229460"/>
                </a:lnTo>
                <a:lnTo>
                  <a:pt x="701382" y="229460"/>
                </a:lnTo>
                <a:close/>
                <a:moveTo>
                  <a:pt x="483548" y="227979"/>
                </a:moveTo>
                <a:lnTo>
                  <a:pt x="515619" y="227979"/>
                </a:lnTo>
                <a:lnTo>
                  <a:pt x="515619" y="229460"/>
                </a:lnTo>
                <a:lnTo>
                  <a:pt x="483548" y="229460"/>
                </a:lnTo>
                <a:close/>
                <a:moveTo>
                  <a:pt x="762609" y="228719"/>
                </a:moveTo>
                <a:lnTo>
                  <a:pt x="849243" y="228719"/>
                </a:lnTo>
                <a:lnTo>
                  <a:pt x="849243" y="229460"/>
                </a:lnTo>
                <a:lnTo>
                  <a:pt x="762609" y="229460"/>
                </a:lnTo>
                <a:close/>
                <a:moveTo>
                  <a:pt x="701382" y="229460"/>
                </a:moveTo>
                <a:lnTo>
                  <a:pt x="745949" y="229460"/>
                </a:lnTo>
                <a:lnTo>
                  <a:pt x="745949" y="230200"/>
                </a:lnTo>
                <a:lnTo>
                  <a:pt x="701382" y="230200"/>
                </a:lnTo>
                <a:close/>
                <a:moveTo>
                  <a:pt x="526448" y="228719"/>
                </a:moveTo>
                <a:lnTo>
                  <a:pt x="559353" y="228719"/>
                </a:lnTo>
                <a:lnTo>
                  <a:pt x="559353" y="230200"/>
                </a:lnTo>
                <a:lnTo>
                  <a:pt x="526448" y="230200"/>
                </a:lnTo>
                <a:close/>
                <a:moveTo>
                  <a:pt x="379837" y="229460"/>
                </a:moveTo>
                <a:lnTo>
                  <a:pt x="413158" y="229460"/>
                </a:lnTo>
                <a:lnTo>
                  <a:pt x="413158" y="230200"/>
                </a:lnTo>
                <a:lnTo>
                  <a:pt x="379837" y="230200"/>
                </a:lnTo>
                <a:close/>
                <a:moveTo>
                  <a:pt x="483131" y="229460"/>
                </a:moveTo>
                <a:lnTo>
                  <a:pt x="515619" y="229460"/>
                </a:lnTo>
                <a:lnTo>
                  <a:pt x="515619" y="230200"/>
                </a:lnTo>
                <a:lnTo>
                  <a:pt x="483131" y="230200"/>
                </a:lnTo>
                <a:close/>
                <a:moveTo>
                  <a:pt x="590591" y="229460"/>
                </a:moveTo>
                <a:lnTo>
                  <a:pt x="623079" y="229460"/>
                </a:lnTo>
                <a:lnTo>
                  <a:pt x="623079" y="230200"/>
                </a:lnTo>
                <a:lnTo>
                  <a:pt x="590591" y="230200"/>
                </a:lnTo>
                <a:close/>
                <a:moveTo>
                  <a:pt x="264464" y="229460"/>
                </a:moveTo>
                <a:lnTo>
                  <a:pt x="313195" y="229460"/>
                </a:lnTo>
                <a:lnTo>
                  <a:pt x="313195" y="230940"/>
                </a:lnTo>
                <a:lnTo>
                  <a:pt x="264464" y="230940"/>
                </a:lnTo>
                <a:close/>
                <a:moveTo>
                  <a:pt x="423154" y="229460"/>
                </a:moveTo>
                <a:lnTo>
                  <a:pt x="455225" y="229460"/>
                </a:lnTo>
                <a:lnTo>
                  <a:pt x="455225" y="230940"/>
                </a:lnTo>
                <a:lnTo>
                  <a:pt x="423154" y="230940"/>
                </a:lnTo>
                <a:close/>
                <a:moveTo>
                  <a:pt x="119935" y="229460"/>
                </a:moveTo>
                <a:lnTo>
                  <a:pt x="206985" y="229460"/>
                </a:lnTo>
                <a:lnTo>
                  <a:pt x="206985" y="230940"/>
                </a:lnTo>
                <a:lnTo>
                  <a:pt x="119935" y="230940"/>
                </a:lnTo>
                <a:close/>
                <a:moveTo>
                  <a:pt x="906722" y="229460"/>
                </a:moveTo>
                <a:lnTo>
                  <a:pt x="955453" y="229460"/>
                </a:lnTo>
                <a:lnTo>
                  <a:pt x="955453" y="230940"/>
                </a:lnTo>
                <a:lnTo>
                  <a:pt x="906722" y="230940"/>
                </a:lnTo>
                <a:close/>
                <a:moveTo>
                  <a:pt x="762193" y="229460"/>
                </a:moveTo>
                <a:lnTo>
                  <a:pt x="849243" y="229460"/>
                </a:lnTo>
                <a:lnTo>
                  <a:pt x="849243" y="230940"/>
                </a:lnTo>
                <a:lnTo>
                  <a:pt x="762193" y="230940"/>
                </a:lnTo>
                <a:close/>
                <a:moveTo>
                  <a:pt x="526448" y="230200"/>
                </a:moveTo>
                <a:lnTo>
                  <a:pt x="559769" y="230200"/>
                </a:lnTo>
                <a:lnTo>
                  <a:pt x="559769" y="230940"/>
                </a:lnTo>
                <a:lnTo>
                  <a:pt x="526448" y="230940"/>
                </a:lnTo>
                <a:close/>
                <a:moveTo>
                  <a:pt x="590174" y="230200"/>
                </a:moveTo>
                <a:lnTo>
                  <a:pt x="623079" y="230200"/>
                </a:lnTo>
                <a:lnTo>
                  <a:pt x="623079" y="230940"/>
                </a:lnTo>
                <a:lnTo>
                  <a:pt x="590174" y="230940"/>
                </a:lnTo>
                <a:close/>
                <a:moveTo>
                  <a:pt x="379837" y="230200"/>
                </a:moveTo>
                <a:lnTo>
                  <a:pt x="412741" y="230200"/>
                </a:lnTo>
                <a:lnTo>
                  <a:pt x="412741" y="230940"/>
                </a:lnTo>
                <a:lnTo>
                  <a:pt x="379837" y="230940"/>
                </a:lnTo>
                <a:close/>
                <a:moveTo>
                  <a:pt x="423154" y="230940"/>
                </a:moveTo>
                <a:lnTo>
                  <a:pt x="455642" y="230940"/>
                </a:lnTo>
                <a:lnTo>
                  <a:pt x="455642" y="231680"/>
                </a:lnTo>
                <a:lnTo>
                  <a:pt x="423154" y="231680"/>
                </a:lnTo>
                <a:close/>
                <a:moveTo>
                  <a:pt x="907138" y="230940"/>
                </a:moveTo>
                <a:lnTo>
                  <a:pt x="955453" y="230940"/>
                </a:lnTo>
                <a:lnTo>
                  <a:pt x="955453" y="231680"/>
                </a:lnTo>
                <a:lnTo>
                  <a:pt x="907138" y="231680"/>
                </a:lnTo>
                <a:close/>
                <a:moveTo>
                  <a:pt x="762193" y="230940"/>
                </a:moveTo>
                <a:lnTo>
                  <a:pt x="849660" y="230940"/>
                </a:lnTo>
                <a:lnTo>
                  <a:pt x="849660" y="231680"/>
                </a:lnTo>
                <a:lnTo>
                  <a:pt x="762193" y="231680"/>
                </a:lnTo>
                <a:close/>
                <a:moveTo>
                  <a:pt x="589758" y="230940"/>
                </a:moveTo>
                <a:lnTo>
                  <a:pt x="623079" y="230940"/>
                </a:lnTo>
                <a:lnTo>
                  <a:pt x="623079" y="231680"/>
                </a:lnTo>
                <a:lnTo>
                  <a:pt x="589758" y="231680"/>
                </a:lnTo>
                <a:close/>
                <a:moveTo>
                  <a:pt x="482715" y="230200"/>
                </a:moveTo>
                <a:lnTo>
                  <a:pt x="515203" y="230200"/>
                </a:lnTo>
                <a:lnTo>
                  <a:pt x="515203" y="231680"/>
                </a:lnTo>
                <a:lnTo>
                  <a:pt x="482715" y="231680"/>
                </a:lnTo>
                <a:close/>
                <a:moveTo>
                  <a:pt x="264880" y="230940"/>
                </a:moveTo>
                <a:lnTo>
                  <a:pt x="313195" y="230940"/>
                </a:lnTo>
                <a:lnTo>
                  <a:pt x="313195" y="231680"/>
                </a:lnTo>
                <a:lnTo>
                  <a:pt x="264880" y="231680"/>
                </a:lnTo>
                <a:close/>
                <a:moveTo>
                  <a:pt x="379420" y="230940"/>
                </a:moveTo>
                <a:lnTo>
                  <a:pt x="412741" y="230940"/>
                </a:lnTo>
                <a:lnTo>
                  <a:pt x="412741" y="231680"/>
                </a:lnTo>
                <a:lnTo>
                  <a:pt x="379420" y="231680"/>
                </a:lnTo>
                <a:close/>
                <a:moveTo>
                  <a:pt x="526865" y="230940"/>
                </a:moveTo>
                <a:lnTo>
                  <a:pt x="560186" y="230940"/>
                </a:lnTo>
                <a:lnTo>
                  <a:pt x="560186" y="231680"/>
                </a:lnTo>
                <a:lnTo>
                  <a:pt x="526865" y="231680"/>
                </a:lnTo>
                <a:close/>
                <a:moveTo>
                  <a:pt x="638490" y="228719"/>
                </a:moveTo>
                <a:lnTo>
                  <a:pt x="683056" y="228719"/>
                </a:lnTo>
                <a:lnTo>
                  <a:pt x="683056" y="231680"/>
                </a:lnTo>
                <a:lnTo>
                  <a:pt x="638490" y="231680"/>
                </a:lnTo>
                <a:close/>
                <a:moveTo>
                  <a:pt x="379004" y="231680"/>
                </a:moveTo>
                <a:lnTo>
                  <a:pt x="412741" y="231680"/>
                </a:lnTo>
                <a:lnTo>
                  <a:pt x="412741" y="232420"/>
                </a:lnTo>
                <a:lnTo>
                  <a:pt x="379004" y="232420"/>
                </a:lnTo>
                <a:close/>
                <a:moveTo>
                  <a:pt x="526865" y="231680"/>
                </a:moveTo>
                <a:lnTo>
                  <a:pt x="560602" y="231680"/>
                </a:lnTo>
                <a:lnTo>
                  <a:pt x="560602" y="232420"/>
                </a:lnTo>
                <a:lnTo>
                  <a:pt x="526865" y="232420"/>
                </a:lnTo>
                <a:close/>
                <a:moveTo>
                  <a:pt x="761776" y="231680"/>
                </a:moveTo>
                <a:lnTo>
                  <a:pt x="849660" y="231680"/>
                </a:lnTo>
                <a:lnTo>
                  <a:pt x="849660" y="232420"/>
                </a:lnTo>
                <a:lnTo>
                  <a:pt x="761776" y="232420"/>
                </a:lnTo>
                <a:close/>
                <a:moveTo>
                  <a:pt x="482298" y="231680"/>
                </a:moveTo>
                <a:lnTo>
                  <a:pt x="515203" y="231680"/>
                </a:lnTo>
                <a:lnTo>
                  <a:pt x="515203" y="232420"/>
                </a:lnTo>
                <a:lnTo>
                  <a:pt x="482298" y="232420"/>
                </a:lnTo>
                <a:close/>
                <a:moveTo>
                  <a:pt x="423154" y="231680"/>
                </a:moveTo>
                <a:lnTo>
                  <a:pt x="456058" y="231680"/>
                </a:lnTo>
                <a:lnTo>
                  <a:pt x="456058" y="232420"/>
                </a:lnTo>
                <a:lnTo>
                  <a:pt x="423154" y="232420"/>
                </a:lnTo>
                <a:close/>
                <a:moveTo>
                  <a:pt x="589341" y="231680"/>
                </a:moveTo>
                <a:lnTo>
                  <a:pt x="623079" y="231680"/>
                </a:lnTo>
                <a:lnTo>
                  <a:pt x="623079" y="232420"/>
                </a:lnTo>
                <a:lnTo>
                  <a:pt x="589341" y="232420"/>
                </a:lnTo>
                <a:close/>
                <a:moveTo>
                  <a:pt x="378587" y="232420"/>
                </a:moveTo>
                <a:lnTo>
                  <a:pt x="412325" y="232420"/>
                </a:lnTo>
                <a:lnTo>
                  <a:pt x="412325" y="233161"/>
                </a:lnTo>
                <a:lnTo>
                  <a:pt x="378587" y="233161"/>
                </a:lnTo>
                <a:close/>
                <a:moveTo>
                  <a:pt x="701799" y="230200"/>
                </a:moveTo>
                <a:lnTo>
                  <a:pt x="745949" y="230200"/>
                </a:lnTo>
                <a:lnTo>
                  <a:pt x="745949" y="233161"/>
                </a:lnTo>
                <a:lnTo>
                  <a:pt x="701799" y="233161"/>
                </a:lnTo>
                <a:close/>
                <a:moveTo>
                  <a:pt x="265297" y="231680"/>
                </a:moveTo>
                <a:lnTo>
                  <a:pt x="313195" y="231680"/>
                </a:lnTo>
                <a:lnTo>
                  <a:pt x="313195" y="233161"/>
                </a:lnTo>
                <a:lnTo>
                  <a:pt x="265297" y="233161"/>
                </a:lnTo>
                <a:close/>
                <a:moveTo>
                  <a:pt x="907555" y="231680"/>
                </a:moveTo>
                <a:lnTo>
                  <a:pt x="955453" y="231680"/>
                </a:lnTo>
                <a:lnTo>
                  <a:pt x="955453" y="233161"/>
                </a:lnTo>
                <a:lnTo>
                  <a:pt x="907555" y="233161"/>
                </a:lnTo>
                <a:close/>
                <a:moveTo>
                  <a:pt x="423154" y="232420"/>
                </a:moveTo>
                <a:lnTo>
                  <a:pt x="456475" y="232420"/>
                </a:lnTo>
                <a:lnTo>
                  <a:pt x="456475" y="233161"/>
                </a:lnTo>
                <a:lnTo>
                  <a:pt x="423154" y="233161"/>
                </a:lnTo>
                <a:close/>
                <a:moveTo>
                  <a:pt x="481882" y="232420"/>
                </a:moveTo>
                <a:lnTo>
                  <a:pt x="515203" y="232420"/>
                </a:lnTo>
                <a:lnTo>
                  <a:pt x="515203" y="233161"/>
                </a:lnTo>
                <a:lnTo>
                  <a:pt x="481882" y="233161"/>
                </a:lnTo>
                <a:close/>
                <a:moveTo>
                  <a:pt x="119518" y="230940"/>
                </a:moveTo>
                <a:lnTo>
                  <a:pt x="207402" y="230940"/>
                </a:lnTo>
                <a:lnTo>
                  <a:pt x="207402" y="233161"/>
                </a:lnTo>
                <a:lnTo>
                  <a:pt x="119518" y="233161"/>
                </a:lnTo>
                <a:close/>
                <a:moveTo>
                  <a:pt x="119518" y="233161"/>
                </a:moveTo>
                <a:lnTo>
                  <a:pt x="207818" y="233161"/>
                </a:lnTo>
                <a:lnTo>
                  <a:pt x="207818" y="233901"/>
                </a:lnTo>
                <a:lnTo>
                  <a:pt x="119518" y="233901"/>
                </a:lnTo>
                <a:close/>
                <a:moveTo>
                  <a:pt x="588925" y="232420"/>
                </a:moveTo>
                <a:lnTo>
                  <a:pt x="622662" y="232420"/>
                </a:lnTo>
                <a:lnTo>
                  <a:pt x="622662" y="233901"/>
                </a:lnTo>
                <a:lnTo>
                  <a:pt x="588925" y="233901"/>
                </a:lnTo>
                <a:close/>
                <a:moveTo>
                  <a:pt x="761776" y="232420"/>
                </a:moveTo>
                <a:lnTo>
                  <a:pt x="850076" y="232420"/>
                </a:lnTo>
                <a:lnTo>
                  <a:pt x="850076" y="233901"/>
                </a:lnTo>
                <a:lnTo>
                  <a:pt x="761776" y="233901"/>
                </a:lnTo>
                <a:close/>
                <a:moveTo>
                  <a:pt x="265713" y="233161"/>
                </a:moveTo>
                <a:lnTo>
                  <a:pt x="313195" y="233161"/>
                </a:lnTo>
                <a:lnTo>
                  <a:pt x="313195" y="233901"/>
                </a:lnTo>
                <a:lnTo>
                  <a:pt x="265713" y="233901"/>
                </a:lnTo>
                <a:close/>
                <a:moveTo>
                  <a:pt x="378171" y="233161"/>
                </a:moveTo>
                <a:lnTo>
                  <a:pt x="412325" y="233161"/>
                </a:lnTo>
                <a:lnTo>
                  <a:pt x="412325" y="233901"/>
                </a:lnTo>
                <a:lnTo>
                  <a:pt x="378171" y="233901"/>
                </a:lnTo>
                <a:close/>
                <a:moveTo>
                  <a:pt x="423570" y="233161"/>
                </a:moveTo>
                <a:lnTo>
                  <a:pt x="456475" y="233161"/>
                </a:lnTo>
                <a:lnTo>
                  <a:pt x="456475" y="233901"/>
                </a:lnTo>
                <a:lnTo>
                  <a:pt x="423570" y="233901"/>
                </a:lnTo>
                <a:close/>
                <a:moveTo>
                  <a:pt x="481465" y="233161"/>
                </a:moveTo>
                <a:lnTo>
                  <a:pt x="514786" y="233161"/>
                </a:lnTo>
                <a:lnTo>
                  <a:pt x="514786" y="233901"/>
                </a:lnTo>
                <a:lnTo>
                  <a:pt x="481465" y="233901"/>
                </a:lnTo>
                <a:close/>
                <a:moveTo>
                  <a:pt x="527281" y="232420"/>
                </a:moveTo>
                <a:lnTo>
                  <a:pt x="561019" y="232420"/>
                </a:lnTo>
                <a:lnTo>
                  <a:pt x="561019" y="233901"/>
                </a:lnTo>
                <a:lnTo>
                  <a:pt x="527281" y="233901"/>
                </a:lnTo>
                <a:close/>
                <a:moveTo>
                  <a:pt x="761360" y="233901"/>
                </a:moveTo>
                <a:lnTo>
                  <a:pt x="850076" y="233901"/>
                </a:lnTo>
                <a:lnTo>
                  <a:pt x="850076" y="234641"/>
                </a:lnTo>
                <a:lnTo>
                  <a:pt x="761360" y="234641"/>
                </a:lnTo>
                <a:close/>
                <a:moveTo>
                  <a:pt x="423570" y="233901"/>
                </a:moveTo>
                <a:lnTo>
                  <a:pt x="456891" y="233901"/>
                </a:lnTo>
                <a:lnTo>
                  <a:pt x="456891" y="234641"/>
                </a:lnTo>
                <a:lnTo>
                  <a:pt x="423570" y="234641"/>
                </a:lnTo>
                <a:close/>
                <a:moveTo>
                  <a:pt x="588508" y="233901"/>
                </a:moveTo>
                <a:lnTo>
                  <a:pt x="622246" y="233901"/>
                </a:lnTo>
                <a:lnTo>
                  <a:pt x="622246" y="234641"/>
                </a:lnTo>
                <a:lnTo>
                  <a:pt x="588508" y="234641"/>
                </a:lnTo>
                <a:close/>
                <a:moveTo>
                  <a:pt x="638906" y="231680"/>
                </a:moveTo>
                <a:lnTo>
                  <a:pt x="682640" y="231680"/>
                </a:lnTo>
                <a:lnTo>
                  <a:pt x="682640" y="234641"/>
                </a:lnTo>
                <a:lnTo>
                  <a:pt x="638906" y="234641"/>
                </a:lnTo>
                <a:close/>
                <a:moveTo>
                  <a:pt x="907971" y="233161"/>
                </a:moveTo>
                <a:lnTo>
                  <a:pt x="955453" y="233161"/>
                </a:lnTo>
                <a:lnTo>
                  <a:pt x="955453" y="234641"/>
                </a:lnTo>
                <a:lnTo>
                  <a:pt x="907971" y="234641"/>
                </a:lnTo>
                <a:close/>
                <a:moveTo>
                  <a:pt x="377754" y="233901"/>
                </a:moveTo>
                <a:lnTo>
                  <a:pt x="412325" y="233901"/>
                </a:lnTo>
                <a:lnTo>
                  <a:pt x="412325" y="234641"/>
                </a:lnTo>
                <a:lnTo>
                  <a:pt x="377754" y="234641"/>
                </a:lnTo>
                <a:close/>
                <a:moveTo>
                  <a:pt x="481049" y="233901"/>
                </a:moveTo>
                <a:lnTo>
                  <a:pt x="514786" y="233901"/>
                </a:lnTo>
                <a:lnTo>
                  <a:pt x="514786" y="234641"/>
                </a:lnTo>
                <a:lnTo>
                  <a:pt x="481049" y="234641"/>
                </a:lnTo>
                <a:close/>
                <a:moveTo>
                  <a:pt x="527281" y="233901"/>
                </a:moveTo>
                <a:lnTo>
                  <a:pt x="561852" y="233901"/>
                </a:lnTo>
                <a:lnTo>
                  <a:pt x="561852" y="234641"/>
                </a:lnTo>
                <a:lnTo>
                  <a:pt x="527281" y="234641"/>
                </a:lnTo>
                <a:close/>
                <a:moveTo>
                  <a:pt x="119102" y="233901"/>
                </a:moveTo>
                <a:lnTo>
                  <a:pt x="207818" y="233901"/>
                </a:lnTo>
                <a:lnTo>
                  <a:pt x="207818" y="234641"/>
                </a:lnTo>
                <a:lnTo>
                  <a:pt x="119102" y="234641"/>
                </a:lnTo>
                <a:close/>
                <a:moveTo>
                  <a:pt x="588092" y="234641"/>
                </a:moveTo>
                <a:lnTo>
                  <a:pt x="622246" y="234641"/>
                </a:lnTo>
                <a:lnTo>
                  <a:pt x="622246" y="235381"/>
                </a:lnTo>
                <a:lnTo>
                  <a:pt x="588092" y="235381"/>
                </a:lnTo>
                <a:close/>
                <a:moveTo>
                  <a:pt x="266130" y="233901"/>
                </a:moveTo>
                <a:lnTo>
                  <a:pt x="313195" y="233901"/>
                </a:lnTo>
                <a:lnTo>
                  <a:pt x="313195" y="235381"/>
                </a:lnTo>
                <a:lnTo>
                  <a:pt x="266130" y="235381"/>
                </a:lnTo>
                <a:close/>
                <a:moveTo>
                  <a:pt x="527698" y="234641"/>
                </a:moveTo>
                <a:lnTo>
                  <a:pt x="562268" y="234641"/>
                </a:lnTo>
                <a:lnTo>
                  <a:pt x="562268" y="235381"/>
                </a:lnTo>
                <a:lnTo>
                  <a:pt x="527698" y="235381"/>
                </a:lnTo>
                <a:close/>
                <a:moveTo>
                  <a:pt x="638906" y="234641"/>
                </a:moveTo>
                <a:lnTo>
                  <a:pt x="682223" y="234641"/>
                </a:lnTo>
                <a:lnTo>
                  <a:pt x="682223" y="235381"/>
                </a:lnTo>
                <a:lnTo>
                  <a:pt x="638906" y="235381"/>
                </a:lnTo>
                <a:close/>
                <a:moveTo>
                  <a:pt x="908388" y="234641"/>
                </a:moveTo>
                <a:lnTo>
                  <a:pt x="955453" y="234641"/>
                </a:lnTo>
                <a:lnTo>
                  <a:pt x="955453" y="235381"/>
                </a:lnTo>
                <a:lnTo>
                  <a:pt x="908388" y="235381"/>
                </a:lnTo>
                <a:close/>
                <a:moveTo>
                  <a:pt x="377338" y="234641"/>
                </a:moveTo>
                <a:lnTo>
                  <a:pt x="411908" y="234641"/>
                </a:lnTo>
                <a:lnTo>
                  <a:pt x="411908" y="235381"/>
                </a:lnTo>
                <a:lnTo>
                  <a:pt x="377338" y="235381"/>
                </a:lnTo>
                <a:close/>
                <a:moveTo>
                  <a:pt x="119102" y="234641"/>
                </a:moveTo>
                <a:lnTo>
                  <a:pt x="208235" y="234641"/>
                </a:lnTo>
                <a:lnTo>
                  <a:pt x="208235" y="235381"/>
                </a:lnTo>
                <a:lnTo>
                  <a:pt x="119102" y="235381"/>
                </a:lnTo>
                <a:close/>
                <a:moveTo>
                  <a:pt x="761360" y="234641"/>
                </a:moveTo>
                <a:lnTo>
                  <a:pt x="850493" y="234641"/>
                </a:lnTo>
                <a:lnTo>
                  <a:pt x="850493" y="235381"/>
                </a:lnTo>
                <a:lnTo>
                  <a:pt x="761360" y="235381"/>
                </a:lnTo>
                <a:close/>
                <a:moveTo>
                  <a:pt x="480632" y="234641"/>
                </a:moveTo>
                <a:lnTo>
                  <a:pt x="514786" y="234641"/>
                </a:lnTo>
                <a:lnTo>
                  <a:pt x="514786" y="235381"/>
                </a:lnTo>
                <a:lnTo>
                  <a:pt x="480632" y="235381"/>
                </a:lnTo>
                <a:close/>
                <a:moveTo>
                  <a:pt x="702216" y="233161"/>
                </a:moveTo>
                <a:lnTo>
                  <a:pt x="745533" y="233161"/>
                </a:lnTo>
                <a:lnTo>
                  <a:pt x="745533" y="236121"/>
                </a:lnTo>
                <a:lnTo>
                  <a:pt x="702216" y="236121"/>
                </a:lnTo>
                <a:close/>
                <a:moveTo>
                  <a:pt x="480216" y="235381"/>
                </a:moveTo>
                <a:lnTo>
                  <a:pt x="514786" y="235381"/>
                </a:lnTo>
                <a:lnTo>
                  <a:pt x="514786" y="236121"/>
                </a:lnTo>
                <a:lnTo>
                  <a:pt x="480216" y="236121"/>
                </a:lnTo>
                <a:close/>
                <a:moveTo>
                  <a:pt x="376505" y="235381"/>
                </a:moveTo>
                <a:lnTo>
                  <a:pt x="411908" y="235381"/>
                </a:lnTo>
                <a:lnTo>
                  <a:pt x="411908" y="236121"/>
                </a:lnTo>
                <a:lnTo>
                  <a:pt x="376505" y="236121"/>
                </a:lnTo>
                <a:close/>
                <a:moveTo>
                  <a:pt x="423570" y="234641"/>
                </a:moveTo>
                <a:lnTo>
                  <a:pt x="457724" y="234641"/>
                </a:lnTo>
                <a:lnTo>
                  <a:pt x="457724" y="236121"/>
                </a:lnTo>
                <a:lnTo>
                  <a:pt x="423570" y="236121"/>
                </a:lnTo>
                <a:close/>
                <a:moveTo>
                  <a:pt x="587259" y="235381"/>
                </a:moveTo>
                <a:lnTo>
                  <a:pt x="622246" y="235381"/>
                </a:lnTo>
                <a:lnTo>
                  <a:pt x="622246" y="236121"/>
                </a:lnTo>
                <a:lnTo>
                  <a:pt x="587259" y="236121"/>
                </a:lnTo>
                <a:close/>
                <a:moveTo>
                  <a:pt x="266546" y="235381"/>
                </a:moveTo>
                <a:lnTo>
                  <a:pt x="313195" y="235381"/>
                </a:lnTo>
                <a:lnTo>
                  <a:pt x="313195" y="236121"/>
                </a:lnTo>
                <a:lnTo>
                  <a:pt x="266546" y="236121"/>
                </a:lnTo>
                <a:close/>
                <a:moveTo>
                  <a:pt x="908804" y="235381"/>
                </a:moveTo>
                <a:lnTo>
                  <a:pt x="955453" y="235381"/>
                </a:lnTo>
                <a:lnTo>
                  <a:pt x="955453" y="236121"/>
                </a:lnTo>
                <a:lnTo>
                  <a:pt x="908804" y="236121"/>
                </a:lnTo>
                <a:close/>
                <a:moveTo>
                  <a:pt x="527698" y="235381"/>
                </a:moveTo>
                <a:lnTo>
                  <a:pt x="562685" y="235381"/>
                </a:lnTo>
                <a:lnTo>
                  <a:pt x="562685" y="236121"/>
                </a:lnTo>
                <a:lnTo>
                  <a:pt x="527698" y="236121"/>
                </a:lnTo>
                <a:close/>
                <a:moveTo>
                  <a:pt x="118685" y="235381"/>
                </a:moveTo>
                <a:lnTo>
                  <a:pt x="208235" y="235381"/>
                </a:lnTo>
                <a:lnTo>
                  <a:pt x="208235" y="236862"/>
                </a:lnTo>
                <a:lnTo>
                  <a:pt x="118685" y="236862"/>
                </a:lnTo>
                <a:close/>
                <a:moveTo>
                  <a:pt x="479799" y="236121"/>
                </a:moveTo>
                <a:lnTo>
                  <a:pt x="514370" y="236121"/>
                </a:lnTo>
                <a:lnTo>
                  <a:pt x="514370" y="236862"/>
                </a:lnTo>
                <a:lnTo>
                  <a:pt x="479799" y="236862"/>
                </a:lnTo>
                <a:close/>
                <a:moveTo>
                  <a:pt x="376088" y="236121"/>
                </a:moveTo>
                <a:lnTo>
                  <a:pt x="411492" y="236121"/>
                </a:lnTo>
                <a:lnTo>
                  <a:pt x="411492" y="236862"/>
                </a:lnTo>
                <a:lnTo>
                  <a:pt x="376088" y="236862"/>
                </a:lnTo>
                <a:close/>
                <a:moveTo>
                  <a:pt x="702632" y="236121"/>
                </a:moveTo>
                <a:lnTo>
                  <a:pt x="745533" y="236121"/>
                </a:lnTo>
                <a:lnTo>
                  <a:pt x="745533" y="236862"/>
                </a:lnTo>
                <a:lnTo>
                  <a:pt x="702632" y="236862"/>
                </a:lnTo>
                <a:close/>
                <a:moveTo>
                  <a:pt x="423987" y="236121"/>
                </a:moveTo>
                <a:lnTo>
                  <a:pt x="458557" y="236121"/>
                </a:lnTo>
                <a:lnTo>
                  <a:pt x="458557" y="236862"/>
                </a:lnTo>
                <a:lnTo>
                  <a:pt x="423987" y="236862"/>
                </a:lnTo>
                <a:close/>
                <a:moveTo>
                  <a:pt x="586842" y="236121"/>
                </a:moveTo>
                <a:lnTo>
                  <a:pt x="621829" y="236121"/>
                </a:lnTo>
                <a:lnTo>
                  <a:pt x="621829" y="236862"/>
                </a:lnTo>
                <a:lnTo>
                  <a:pt x="586842" y="236862"/>
                </a:lnTo>
                <a:close/>
                <a:moveTo>
                  <a:pt x="528114" y="236121"/>
                </a:moveTo>
                <a:lnTo>
                  <a:pt x="563101" y="236121"/>
                </a:lnTo>
                <a:lnTo>
                  <a:pt x="563101" y="236862"/>
                </a:lnTo>
                <a:lnTo>
                  <a:pt x="528114" y="236862"/>
                </a:lnTo>
                <a:close/>
                <a:moveTo>
                  <a:pt x="760943" y="235381"/>
                </a:moveTo>
                <a:lnTo>
                  <a:pt x="850493" y="235381"/>
                </a:lnTo>
                <a:lnTo>
                  <a:pt x="850493" y="236862"/>
                </a:lnTo>
                <a:lnTo>
                  <a:pt x="760943" y="236862"/>
                </a:lnTo>
                <a:close/>
                <a:moveTo>
                  <a:pt x="375255" y="236862"/>
                </a:moveTo>
                <a:lnTo>
                  <a:pt x="411492" y="236862"/>
                </a:lnTo>
                <a:lnTo>
                  <a:pt x="411492" y="237602"/>
                </a:lnTo>
                <a:lnTo>
                  <a:pt x="375255" y="237602"/>
                </a:lnTo>
                <a:close/>
                <a:moveTo>
                  <a:pt x="479383" y="236862"/>
                </a:moveTo>
                <a:lnTo>
                  <a:pt x="514370" y="236862"/>
                </a:lnTo>
                <a:lnTo>
                  <a:pt x="514370" y="237602"/>
                </a:lnTo>
                <a:lnTo>
                  <a:pt x="479383" y="237602"/>
                </a:lnTo>
                <a:close/>
                <a:moveTo>
                  <a:pt x="266963" y="236121"/>
                </a:moveTo>
                <a:lnTo>
                  <a:pt x="313195" y="236121"/>
                </a:lnTo>
                <a:lnTo>
                  <a:pt x="313195" y="237602"/>
                </a:lnTo>
                <a:lnTo>
                  <a:pt x="266963" y="237602"/>
                </a:lnTo>
                <a:close/>
                <a:moveTo>
                  <a:pt x="423987" y="236862"/>
                </a:moveTo>
                <a:lnTo>
                  <a:pt x="458974" y="236862"/>
                </a:lnTo>
                <a:lnTo>
                  <a:pt x="458974" y="237602"/>
                </a:lnTo>
                <a:lnTo>
                  <a:pt x="423987" y="237602"/>
                </a:lnTo>
                <a:close/>
                <a:moveTo>
                  <a:pt x="586426" y="236862"/>
                </a:moveTo>
                <a:lnTo>
                  <a:pt x="621829" y="236862"/>
                </a:lnTo>
                <a:lnTo>
                  <a:pt x="621829" y="237602"/>
                </a:lnTo>
                <a:lnTo>
                  <a:pt x="586426" y="237602"/>
                </a:lnTo>
                <a:close/>
                <a:moveTo>
                  <a:pt x="909221" y="236121"/>
                </a:moveTo>
                <a:lnTo>
                  <a:pt x="955453" y="236121"/>
                </a:lnTo>
                <a:lnTo>
                  <a:pt x="955453" y="237602"/>
                </a:lnTo>
                <a:lnTo>
                  <a:pt x="909221" y="237602"/>
                </a:lnTo>
                <a:close/>
                <a:moveTo>
                  <a:pt x="528114" y="236862"/>
                </a:moveTo>
                <a:lnTo>
                  <a:pt x="563518" y="236862"/>
                </a:lnTo>
                <a:lnTo>
                  <a:pt x="563518" y="237602"/>
                </a:lnTo>
                <a:lnTo>
                  <a:pt x="528114" y="237602"/>
                </a:lnTo>
                <a:close/>
                <a:moveTo>
                  <a:pt x="639323" y="235381"/>
                </a:moveTo>
                <a:lnTo>
                  <a:pt x="682223" y="235381"/>
                </a:lnTo>
                <a:lnTo>
                  <a:pt x="682223" y="237602"/>
                </a:lnTo>
                <a:lnTo>
                  <a:pt x="639323" y="237602"/>
                </a:lnTo>
                <a:close/>
                <a:moveTo>
                  <a:pt x="118685" y="236862"/>
                </a:moveTo>
                <a:lnTo>
                  <a:pt x="208651" y="236862"/>
                </a:lnTo>
                <a:lnTo>
                  <a:pt x="208651" y="237602"/>
                </a:lnTo>
                <a:lnTo>
                  <a:pt x="118685" y="237602"/>
                </a:lnTo>
                <a:close/>
                <a:moveTo>
                  <a:pt x="760943" y="236862"/>
                </a:moveTo>
                <a:lnTo>
                  <a:pt x="850909" y="236862"/>
                </a:lnTo>
                <a:lnTo>
                  <a:pt x="850909" y="237602"/>
                </a:lnTo>
                <a:lnTo>
                  <a:pt x="760943" y="237602"/>
                </a:lnTo>
                <a:close/>
                <a:moveTo>
                  <a:pt x="36633" y="96225"/>
                </a:moveTo>
                <a:lnTo>
                  <a:pt x="67455" y="96225"/>
                </a:lnTo>
                <a:lnTo>
                  <a:pt x="67455" y="237602"/>
                </a:lnTo>
                <a:lnTo>
                  <a:pt x="36633" y="237602"/>
                </a:lnTo>
                <a:close/>
                <a:moveTo>
                  <a:pt x="585593" y="237602"/>
                </a:moveTo>
                <a:lnTo>
                  <a:pt x="621829" y="237602"/>
                </a:lnTo>
                <a:lnTo>
                  <a:pt x="621829" y="238342"/>
                </a:lnTo>
                <a:lnTo>
                  <a:pt x="585593" y="238342"/>
                </a:lnTo>
                <a:close/>
                <a:moveTo>
                  <a:pt x="528114" y="237602"/>
                </a:moveTo>
                <a:lnTo>
                  <a:pt x="564351" y="237602"/>
                </a:lnTo>
                <a:lnTo>
                  <a:pt x="564351" y="238342"/>
                </a:lnTo>
                <a:lnTo>
                  <a:pt x="528114" y="238342"/>
                </a:lnTo>
                <a:close/>
                <a:moveTo>
                  <a:pt x="374422" y="237602"/>
                </a:moveTo>
                <a:lnTo>
                  <a:pt x="411492" y="237602"/>
                </a:lnTo>
                <a:lnTo>
                  <a:pt x="411492" y="238342"/>
                </a:lnTo>
                <a:lnTo>
                  <a:pt x="374422" y="238342"/>
                </a:lnTo>
                <a:close/>
                <a:moveTo>
                  <a:pt x="478550" y="237602"/>
                </a:moveTo>
                <a:lnTo>
                  <a:pt x="514370" y="237602"/>
                </a:lnTo>
                <a:lnTo>
                  <a:pt x="514370" y="238342"/>
                </a:lnTo>
                <a:lnTo>
                  <a:pt x="478550" y="238342"/>
                </a:lnTo>
                <a:close/>
                <a:moveTo>
                  <a:pt x="423987" y="237602"/>
                </a:moveTo>
                <a:lnTo>
                  <a:pt x="459390" y="237602"/>
                </a:lnTo>
                <a:lnTo>
                  <a:pt x="459390" y="238342"/>
                </a:lnTo>
                <a:lnTo>
                  <a:pt x="423987" y="238342"/>
                </a:lnTo>
                <a:close/>
                <a:moveTo>
                  <a:pt x="478133" y="238342"/>
                </a:moveTo>
                <a:lnTo>
                  <a:pt x="513953" y="238342"/>
                </a:lnTo>
                <a:lnTo>
                  <a:pt x="513953" y="239082"/>
                </a:lnTo>
                <a:lnTo>
                  <a:pt x="478133" y="239082"/>
                </a:lnTo>
                <a:close/>
                <a:moveTo>
                  <a:pt x="639323" y="237602"/>
                </a:moveTo>
                <a:lnTo>
                  <a:pt x="681807" y="237602"/>
                </a:lnTo>
                <a:lnTo>
                  <a:pt x="681807" y="239082"/>
                </a:lnTo>
                <a:lnTo>
                  <a:pt x="639323" y="239082"/>
                </a:lnTo>
                <a:close/>
                <a:moveTo>
                  <a:pt x="585176" y="238342"/>
                </a:moveTo>
                <a:lnTo>
                  <a:pt x="621413" y="238342"/>
                </a:lnTo>
                <a:lnTo>
                  <a:pt x="621413" y="239082"/>
                </a:lnTo>
                <a:lnTo>
                  <a:pt x="585176" y="239082"/>
                </a:lnTo>
                <a:close/>
                <a:moveTo>
                  <a:pt x="267379" y="237602"/>
                </a:moveTo>
                <a:lnTo>
                  <a:pt x="313195" y="237602"/>
                </a:lnTo>
                <a:lnTo>
                  <a:pt x="313195" y="239082"/>
                </a:lnTo>
                <a:lnTo>
                  <a:pt x="267379" y="239082"/>
                </a:lnTo>
                <a:close/>
                <a:moveTo>
                  <a:pt x="909637" y="237602"/>
                </a:moveTo>
                <a:lnTo>
                  <a:pt x="955453" y="237602"/>
                </a:lnTo>
                <a:lnTo>
                  <a:pt x="955453" y="239082"/>
                </a:lnTo>
                <a:lnTo>
                  <a:pt x="909637" y="239082"/>
                </a:lnTo>
                <a:close/>
                <a:moveTo>
                  <a:pt x="373173" y="238342"/>
                </a:moveTo>
                <a:lnTo>
                  <a:pt x="411075" y="238342"/>
                </a:lnTo>
                <a:lnTo>
                  <a:pt x="411075" y="239082"/>
                </a:lnTo>
                <a:lnTo>
                  <a:pt x="373173" y="239082"/>
                </a:lnTo>
                <a:close/>
                <a:moveTo>
                  <a:pt x="423987" y="238342"/>
                </a:moveTo>
                <a:lnTo>
                  <a:pt x="460223" y="238342"/>
                </a:lnTo>
                <a:lnTo>
                  <a:pt x="460223" y="239082"/>
                </a:lnTo>
                <a:lnTo>
                  <a:pt x="423987" y="239082"/>
                </a:lnTo>
                <a:close/>
                <a:moveTo>
                  <a:pt x="118269" y="237602"/>
                </a:moveTo>
                <a:lnTo>
                  <a:pt x="208651" y="237602"/>
                </a:lnTo>
                <a:lnTo>
                  <a:pt x="208651" y="239082"/>
                </a:lnTo>
                <a:lnTo>
                  <a:pt x="118269" y="239082"/>
                </a:lnTo>
                <a:close/>
                <a:moveTo>
                  <a:pt x="702632" y="236862"/>
                </a:moveTo>
                <a:lnTo>
                  <a:pt x="745116" y="236862"/>
                </a:lnTo>
                <a:lnTo>
                  <a:pt x="745116" y="239082"/>
                </a:lnTo>
                <a:lnTo>
                  <a:pt x="702632" y="239082"/>
                </a:lnTo>
                <a:close/>
                <a:moveTo>
                  <a:pt x="760527" y="237602"/>
                </a:moveTo>
                <a:lnTo>
                  <a:pt x="850909" y="237602"/>
                </a:lnTo>
                <a:lnTo>
                  <a:pt x="850909" y="239082"/>
                </a:lnTo>
                <a:lnTo>
                  <a:pt x="760527" y="239082"/>
                </a:lnTo>
                <a:close/>
                <a:moveTo>
                  <a:pt x="528531" y="238342"/>
                </a:moveTo>
                <a:lnTo>
                  <a:pt x="565184" y="238342"/>
                </a:lnTo>
                <a:lnTo>
                  <a:pt x="565184" y="239082"/>
                </a:lnTo>
                <a:lnTo>
                  <a:pt x="528531" y="239082"/>
                </a:lnTo>
                <a:close/>
                <a:moveTo>
                  <a:pt x="639739" y="239082"/>
                </a:moveTo>
                <a:lnTo>
                  <a:pt x="681807" y="239082"/>
                </a:lnTo>
                <a:lnTo>
                  <a:pt x="681807" y="239822"/>
                </a:lnTo>
                <a:lnTo>
                  <a:pt x="639739" y="239822"/>
                </a:lnTo>
                <a:close/>
                <a:moveTo>
                  <a:pt x="424403" y="239082"/>
                </a:moveTo>
                <a:lnTo>
                  <a:pt x="461056" y="239082"/>
                </a:lnTo>
                <a:lnTo>
                  <a:pt x="461056" y="239822"/>
                </a:lnTo>
                <a:lnTo>
                  <a:pt x="424403" y="239822"/>
                </a:lnTo>
                <a:close/>
                <a:moveTo>
                  <a:pt x="267796" y="239082"/>
                </a:moveTo>
                <a:lnTo>
                  <a:pt x="313195" y="239082"/>
                </a:lnTo>
                <a:lnTo>
                  <a:pt x="313195" y="239822"/>
                </a:lnTo>
                <a:lnTo>
                  <a:pt x="267796" y="239822"/>
                </a:lnTo>
                <a:close/>
                <a:moveTo>
                  <a:pt x="760527" y="239082"/>
                </a:moveTo>
                <a:lnTo>
                  <a:pt x="851326" y="239082"/>
                </a:lnTo>
                <a:lnTo>
                  <a:pt x="851326" y="239822"/>
                </a:lnTo>
                <a:lnTo>
                  <a:pt x="760527" y="239822"/>
                </a:lnTo>
                <a:close/>
                <a:moveTo>
                  <a:pt x="528531" y="239082"/>
                </a:moveTo>
                <a:lnTo>
                  <a:pt x="565600" y="239082"/>
                </a:lnTo>
                <a:lnTo>
                  <a:pt x="565600" y="239822"/>
                </a:lnTo>
                <a:lnTo>
                  <a:pt x="528531" y="239822"/>
                </a:lnTo>
                <a:close/>
                <a:moveTo>
                  <a:pt x="371507" y="239082"/>
                </a:moveTo>
                <a:lnTo>
                  <a:pt x="411075" y="239082"/>
                </a:lnTo>
                <a:lnTo>
                  <a:pt x="411075" y="239822"/>
                </a:lnTo>
                <a:lnTo>
                  <a:pt x="371507" y="239822"/>
                </a:lnTo>
                <a:close/>
                <a:moveTo>
                  <a:pt x="703049" y="239082"/>
                </a:moveTo>
                <a:lnTo>
                  <a:pt x="745116" y="239082"/>
                </a:lnTo>
                <a:lnTo>
                  <a:pt x="745116" y="239822"/>
                </a:lnTo>
                <a:lnTo>
                  <a:pt x="703049" y="239822"/>
                </a:lnTo>
                <a:close/>
                <a:moveTo>
                  <a:pt x="476884" y="239082"/>
                </a:moveTo>
                <a:lnTo>
                  <a:pt x="513953" y="239082"/>
                </a:lnTo>
                <a:lnTo>
                  <a:pt x="513953" y="239822"/>
                </a:lnTo>
                <a:lnTo>
                  <a:pt x="476884" y="239822"/>
                </a:lnTo>
                <a:close/>
                <a:moveTo>
                  <a:pt x="910054" y="239082"/>
                </a:moveTo>
                <a:lnTo>
                  <a:pt x="955453" y="239082"/>
                </a:lnTo>
                <a:lnTo>
                  <a:pt x="955453" y="239822"/>
                </a:lnTo>
                <a:lnTo>
                  <a:pt x="910054" y="239822"/>
                </a:lnTo>
                <a:close/>
                <a:moveTo>
                  <a:pt x="118269" y="239082"/>
                </a:moveTo>
                <a:lnTo>
                  <a:pt x="209068" y="239082"/>
                </a:lnTo>
                <a:lnTo>
                  <a:pt x="209068" y="239822"/>
                </a:lnTo>
                <a:lnTo>
                  <a:pt x="118269" y="239822"/>
                </a:lnTo>
                <a:close/>
                <a:moveTo>
                  <a:pt x="584343" y="239082"/>
                </a:moveTo>
                <a:lnTo>
                  <a:pt x="621413" y="239082"/>
                </a:lnTo>
                <a:lnTo>
                  <a:pt x="621413" y="239822"/>
                </a:lnTo>
                <a:lnTo>
                  <a:pt x="584343" y="239822"/>
                </a:lnTo>
                <a:close/>
                <a:moveTo>
                  <a:pt x="476051" y="239822"/>
                </a:moveTo>
                <a:lnTo>
                  <a:pt x="513953" y="239822"/>
                </a:lnTo>
                <a:lnTo>
                  <a:pt x="513953" y="240563"/>
                </a:lnTo>
                <a:lnTo>
                  <a:pt x="476051" y="240563"/>
                </a:lnTo>
                <a:close/>
                <a:moveTo>
                  <a:pt x="424403" y="239822"/>
                </a:moveTo>
                <a:lnTo>
                  <a:pt x="461889" y="239822"/>
                </a:lnTo>
                <a:lnTo>
                  <a:pt x="461889" y="240563"/>
                </a:lnTo>
                <a:lnTo>
                  <a:pt x="424403" y="240563"/>
                </a:lnTo>
                <a:close/>
                <a:moveTo>
                  <a:pt x="528947" y="239822"/>
                </a:moveTo>
                <a:lnTo>
                  <a:pt x="566433" y="239822"/>
                </a:lnTo>
                <a:lnTo>
                  <a:pt x="566433" y="240563"/>
                </a:lnTo>
                <a:lnTo>
                  <a:pt x="528947" y="240563"/>
                </a:lnTo>
                <a:close/>
                <a:moveTo>
                  <a:pt x="583510" y="239822"/>
                </a:moveTo>
                <a:lnTo>
                  <a:pt x="620996" y="239822"/>
                </a:lnTo>
                <a:lnTo>
                  <a:pt x="620996" y="240563"/>
                </a:lnTo>
                <a:lnTo>
                  <a:pt x="583510" y="240563"/>
                </a:lnTo>
                <a:close/>
                <a:moveTo>
                  <a:pt x="369008" y="239822"/>
                </a:moveTo>
                <a:lnTo>
                  <a:pt x="410659" y="239822"/>
                </a:lnTo>
                <a:lnTo>
                  <a:pt x="410659" y="240563"/>
                </a:lnTo>
                <a:lnTo>
                  <a:pt x="369008" y="240563"/>
                </a:lnTo>
                <a:close/>
                <a:moveTo>
                  <a:pt x="528947" y="240563"/>
                </a:moveTo>
                <a:lnTo>
                  <a:pt x="567683" y="240563"/>
                </a:lnTo>
                <a:lnTo>
                  <a:pt x="567683" y="241303"/>
                </a:lnTo>
                <a:lnTo>
                  <a:pt x="528947" y="241303"/>
                </a:lnTo>
                <a:close/>
                <a:moveTo>
                  <a:pt x="424403" y="240563"/>
                </a:moveTo>
                <a:lnTo>
                  <a:pt x="463139" y="240563"/>
                </a:lnTo>
                <a:lnTo>
                  <a:pt x="463139" y="241303"/>
                </a:lnTo>
                <a:lnTo>
                  <a:pt x="424403" y="241303"/>
                </a:lnTo>
                <a:close/>
                <a:moveTo>
                  <a:pt x="117852" y="239822"/>
                </a:moveTo>
                <a:lnTo>
                  <a:pt x="209068" y="239822"/>
                </a:lnTo>
                <a:lnTo>
                  <a:pt x="209068" y="241303"/>
                </a:lnTo>
                <a:lnTo>
                  <a:pt x="117852" y="241303"/>
                </a:lnTo>
                <a:close/>
                <a:moveTo>
                  <a:pt x="760110" y="239822"/>
                </a:moveTo>
                <a:lnTo>
                  <a:pt x="851326" y="239822"/>
                </a:lnTo>
                <a:lnTo>
                  <a:pt x="851326" y="241303"/>
                </a:lnTo>
                <a:lnTo>
                  <a:pt x="760110" y="241303"/>
                </a:lnTo>
                <a:close/>
                <a:moveTo>
                  <a:pt x="268212" y="239822"/>
                </a:moveTo>
                <a:lnTo>
                  <a:pt x="313195" y="239822"/>
                </a:lnTo>
                <a:lnTo>
                  <a:pt x="313195" y="241303"/>
                </a:lnTo>
                <a:lnTo>
                  <a:pt x="268212" y="241303"/>
                </a:lnTo>
                <a:close/>
                <a:moveTo>
                  <a:pt x="324025" y="138416"/>
                </a:moveTo>
                <a:lnTo>
                  <a:pt x="354846" y="138416"/>
                </a:lnTo>
                <a:lnTo>
                  <a:pt x="354846" y="241303"/>
                </a:lnTo>
                <a:lnTo>
                  <a:pt x="324025" y="241303"/>
                </a:lnTo>
                <a:close/>
                <a:moveTo>
                  <a:pt x="582261" y="240563"/>
                </a:moveTo>
                <a:lnTo>
                  <a:pt x="620996" y="240563"/>
                </a:lnTo>
                <a:lnTo>
                  <a:pt x="620996" y="241303"/>
                </a:lnTo>
                <a:lnTo>
                  <a:pt x="582261" y="241303"/>
                </a:lnTo>
                <a:close/>
                <a:moveTo>
                  <a:pt x="910470" y="239822"/>
                </a:moveTo>
                <a:lnTo>
                  <a:pt x="955453" y="239822"/>
                </a:lnTo>
                <a:lnTo>
                  <a:pt x="955453" y="241303"/>
                </a:lnTo>
                <a:lnTo>
                  <a:pt x="910470" y="241303"/>
                </a:lnTo>
                <a:close/>
                <a:moveTo>
                  <a:pt x="362344" y="240563"/>
                </a:moveTo>
                <a:lnTo>
                  <a:pt x="410659" y="240563"/>
                </a:lnTo>
                <a:lnTo>
                  <a:pt x="410659" y="241303"/>
                </a:lnTo>
                <a:lnTo>
                  <a:pt x="362344" y="241303"/>
                </a:lnTo>
                <a:close/>
                <a:moveTo>
                  <a:pt x="474801" y="240563"/>
                </a:moveTo>
                <a:lnTo>
                  <a:pt x="513537" y="240563"/>
                </a:lnTo>
                <a:lnTo>
                  <a:pt x="513537" y="241303"/>
                </a:lnTo>
                <a:lnTo>
                  <a:pt x="474801" y="241303"/>
                </a:lnTo>
                <a:close/>
                <a:moveTo>
                  <a:pt x="117852" y="241303"/>
                </a:moveTo>
                <a:lnTo>
                  <a:pt x="209484" y="241303"/>
                </a:lnTo>
                <a:lnTo>
                  <a:pt x="209484" y="242043"/>
                </a:lnTo>
                <a:lnTo>
                  <a:pt x="117852" y="242043"/>
                </a:lnTo>
                <a:close/>
                <a:moveTo>
                  <a:pt x="529364" y="241303"/>
                </a:moveTo>
                <a:lnTo>
                  <a:pt x="568932" y="241303"/>
                </a:lnTo>
                <a:lnTo>
                  <a:pt x="568932" y="242043"/>
                </a:lnTo>
                <a:lnTo>
                  <a:pt x="529364" y="242043"/>
                </a:lnTo>
                <a:close/>
                <a:moveTo>
                  <a:pt x="581011" y="241303"/>
                </a:moveTo>
                <a:lnTo>
                  <a:pt x="620580" y="241303"/>
                </a:lnTo>
                <a:lnTo>
                  <a:pt x="620580" y="242043"/>
                </a:lnTo>
                <a:lnTo>
                  <a:pt x="581011" y="242043"/>
                </a:lnTo>
                <a:close/>
                <a:moveTo>
                  <a:pt x="268629" y="241303"/>
                </a:moveTo>
                <a:lnTo>
                  <a:pt x="313195" y="241303"/>
                </a:lnTo>
                <a:lnTo>
                  <a:pt x="313195" y="242043"/>
                </a:lnTo>
                <a:lnTo>
                  <a:pt x="268629" y="242043"/>
                </a:lnTo>
                <a:close/>
                <a:moveTo>
                  <a:pt x="910887" y="241303"/>
                </a:moveTo>
                <a:lnTo>
                  <a:pt x="955453" y="241303"/>
                </a:lnTo>
                <a:lnTo>
                  <a:pt x="955453" y="242043"/>
                </a:lnTo>
                <a:lnTo>
                  <a:pt x="910887" y="242043"/>
                </a:lnTo>
                <a:close/>
                <a:moveTo>
                  <a:pt x="473552" y="241303"/>
                </a:moveTo>
                <a:lnTo>
                  <a:pt x="513537" y="241303"/>
                </a:lnTo>
                <a:lnTo>
                  <a:pt x="513537" y="242043"/>
                </a:lnTo>
                <a:lnTo>
                  <a:pt x="473552" y="242043"/>
                </a:lnTo>
                <a:close/>
                <a:moveTo>
                  <a:pt x="703049" y="239822"/>
                </a:moveTo>
                <a:lnTo>
                  <a:pt x="744700" y="239822"/>
                </a:lnTo>
                <a:lnTo>
                  <a:pt x="744700" y="242043"/>
                </a:lnTo>
                <a:lnTo>
                  <a:pt x="703049" y="242043"/>
                </a:lnTo>
                <a:close/>
                <a:moveTo>
                  <a:pt x="760110" y="241303"/>
                </a:moveTo>
                <a:lnTo>
                  <a:pt x="851743" y="241303"/>
                </a:lnTo>
                <a:lnTo>
                  <a:pt x="851743" y="242043"/>
                </a:lnTo>
                <a:lnTo>
                  <a:pt x="760110" y="242043"/>
                </a:lnTo>
                <a:close/>
                <a:moveTo>
                  <a:pt x="424820" y="241303"/>
                </a:moveTo>
                <a:lnTo>
                  <a:pt x="464805" y="241303"/>
                </a:lnTo>
                <a:lnTo>
                  <a:pt x="464805" y="242043"/>
                </a:lnTo>
                <a:lnTo>
                  <a:pt x="424820" y="242043"/>
                </a:lnTo>
                <a:close/>
                <a:moveTo>
                  <a:pt x="639739" y="239822"/>
                </a:moveTo>
                <a:lnTo>
                  <a:pt x="681390" y="239822"/>
                </a:lnTo>
                <a:lnTo>
                  <a:pt x="681390" y="242783"/>
                </a:lnTo>
                <a:lnTo>
                  <a:pt x="639739" y="242783"/>
                </a:lnTo>
                <a:close/>
                <a:moveTo>
                  <a:pt x="579345" y="242043"/>
                </a:moveTo>
                <a:lnTo>
                  <a:pt x="620580" y="242043"/>
                </a:lnTo>
                <a:lnTo>
                  <a:pt x="620580" y="242783"/>
                </a:lnTo>
                <a:lnTo>
                  <a:pt x="579345" y="242783"/>
                </a:lnTo>
                <a:close/>
                <a:moveTo>
                  <a:pt x="424820" y="242043"/>
                </a:moveTo>
                <a:lnTo>
                  <a:pt x="513537" y="242043"/>
                </a:lnTo>
                <a:lnTo>
                  <a:pt x="513537" y="242783"/>
                </a:lnTo>
                <a:lnTo>
                  <a:pt x="424820" y="242783"/>
                </a:lnTo>
                <a:close/>
                <a:moveTo>
                  <a:pt x="529364" y="242043"/>
                </a:moveTo>
                <a:lnTo>
                  <a:pt x="570598" y="242043"/>
                </a:lnTo>
                <a:lnTo>
                  <a:pt x="570598" y="242783"/>
                </a:lnTo>
                <a:lnTo>
                  <a:pt x="529364" y="242783"/>
                </a:lnTo>
                <a:close/>
                <a:moveTo>
                  <a:pt x="117436" y="242043"/>
                </a:moveTo>
                <a:lnTo>
                  <a:pt x="209484" y="242043"/>
                </a:lnTo>
                <a:lnTo>
                  <a:pt x="209484" y="243523"/>
                </a:lnTo>
                <a:lnTo>
                  <a:pt x="117436" y="243523"/>
                </a:lnTo>
                <a:close/>
                <a:moveTo>
                  <a:pt x="324025" y="241303"/>
                </a:moveTo>
                <a:lnTo>
                  <a:pt x="410242" y="241303"/>
                </a:lnTo>
                <a:lnTo>
                  <a:pt x="410242" y="243523"/>
                </a:lnTo>
                <a:lnTo>
                  <a:pt x="324025" y="243523"/>
                </a:lnTo>
                <a:close/>
                <a:moveTo>
                  <a:pt x="269045" y="242043"/>
                </a:moveTo>
                <a:lnTo>
                  <a:pt x="313195" y="242043"/>
                </a:lnTo>
                <a:lnTo>
                  <a:pt x="313195" y="243523"/>
                </a:lnTo>
                <a:lnTo>
                  <a:pt x="269045" y="243523"/>
                </a:lnTo>
                <a:close/>
                <a:moveTo>
                  <a:pt x="911303" y="242043"/>
                </a:moveTo>
                <a:lnTo>
                  <a:pt x="955453" y="242043"/>
                </a:lnTo>
                <a:lnTo>
                  <a:pt x="955453" y="243523"/>
                </a:lnTo>
                <a:lnTo>
                  <a:pt x="911303" y="243523"/>
                </a:lnTo>
                <a:close/>
                <a:moveTo>
                  <a:pt x="759694" y="242043"/>
                </a:moveTo>
                <a:lnTo>
                  <a:pt x="851743" y="242043"/>
                </a:lnTo>
                <a:lnTo>
                  <a:pt x="851743" y="243523"/>
                </a:lnTo>
                <a:lnTo>
                  <a:pt x="759694" y="243523"/>
                </a:lnTo>
                <a:close/>
                <a:moveTo>
                  <a:pt x="424820" y="242783"/>
                </a:moveTo>
                <a:lnTo>
                  <a:pt x="513120" y="242783"/>
                </a:lnTo>
                <a:lnTo>
                  <a:pt x="513120" y="243523"/>
                </a:lnTo>
                <a:lnTo>
                  <a:pt x="424820" y="243523"/>
                </a:lnTo>
                <a:close/>
                <a:moveTo>
                  <a:pt x="703465" y="242043"/>
                </a:moveTo>
                <a:lnTo>
                  <a:pt x="744700" y="242043"/>
                </a:lnTo>
                <a:lnTo>
                  <a:pt x="744700" y="243523"/>
                </a:lnTo>
                <a:lnTo>
                  <a:pt x="703465" y="243523"/>
                </a:lnTo>
                <a:close/>
                <a:moveTo>
                  <a:pt x="529780" y="242783"/>
                </a:moveTo>
                <a:lnTo>
                  <a:pt x="620163" y="242783"/>
                </a:lnTo>
                <a:lnTo>
                  <a:pt x="620163" y="244264"/>
                </a:lnTo>
                <a:lnTo>
                  <a:pt x="529780" y="244264"/>
                </a:lnTo>
                <a:close/>
                <a:moveTo>
                  <a:pt x="269462" y="243523"/>
                </a:moveTo>
                <a:lnTo>
                  <a:pt x="313195" y="243523"/>
                </a:lnTo>
                <a:lnTo>
                  <a:pt x="313195" y="244264"/>
                </a:lnTo>
                <a:lnTo>
                  <a:pt x="269462" y="244264"/>
                </a:lnTo>
                <a:close/>
                <a:moveTo>
                  <a:pt x="425236" y="243523"/>
                </a:moveTo>
                <a:lnTo>
                  <a:pt x="513120" y="243523"/>
                </a:lnTo>
                <a:lnTo>
                  <a:pt x="513120" y="244264"/>
                </a:lnTo>
                <a:lnTo>
                  <a:pt x="425236" y="244264"/>
                </a:lnTo>
                <a:close/>
                <a:moveTo>
                  <a:pt x="703465" y="243523"/>
                </a:moveTo>
                <a:lnTo>
                  <a:pt x="744283" y="243523"/>
                </a:lnTo>
                <a:lnTo>
                  <a:pt x="744283" y="245004"/>
                </a:lnTo>
                <a:lnTo>
                  <a:pt x="703465" y="245004"/>
                </a:lnTo>
                <a:close/>
                <a:moveTo>
                  <a:pt x="425236" y="244264"/>
                </a:moveTo>
                <a:lnTo>
                  <a:pt x="512704" y="244264"/>
                </a:lnTo>
                <a:lnTo>
                  <a:pt x="512704" y="245004"/>
                </a:lnTo>
                <a:lnTo>
                  <a:pt x="425236" y="245004"/>
                </a:lnTo>
                <a:close/>
                <a:moveTo>
                  <a:pt x="117019" y="243523"/>
                </a:moveTo>
                <a:lnTo>
                  <a:pt x="209901" y="243523"/>
                </a:lnTo>
                <a:lnTo>
                  <a:pt x="209901" y="245004"/>
                </a:lnTo>
                <a:lnTo>
                  <a:pt x="117019" y="245004"/>
                </a:lnTo>
                <a:close/>
                <a:moveTo>
                  <a:pt x="324025" y="243523"/>
                </a:moveTo>
                <a:lnTo>
                  <a:pt x="409826" y="243523"/>
                </a:lnTo>
                <a:lnTo>
                  <a:pt x="409826" y="245004"/>
                </a:lnTo>
                <a:lnTo>
                  <a:pt x="324025" y="245004"/>
                </a:lnTo>
                <a:close/>
                <a:moveTo>
                  <a:pt x="911720" y="243523"/>
                </a:moveTo>
                <a:lnTo>
                  <a:pt x="955453" y="243523"/>
                </a:lnTo>
                <a:lnTo>
                  <a:pt x="955453" y="245004"/>
                </a:lnTo>
                <a:lnTo>
                  <a:pt x="911720" y="245004"/>
                </a:lnTo>
                <a:close/>
                <a:moveTo>
                  <a:pt x="269878" y="244264"/>
                </a:moveTo>
                <a:lnTo>
                  <a:pt x="313195" y="244264"/>
                </a:lnTo>
                <a:lnTo>
                  <a:pt x="313195" y="245744"/>
                </a:lnTo>
                <a:lnTo>
                  <a:pt x="269878" y="245744"/>
                </a:lnTo>
                <a:close/>
                <a:moveTo>
                  <a:pt x="530197" y="244264"/>
                </a:moveTo>
                <a:lnTo>
                  <a:pt x="619747" y="244264"/>
                </a:lnTo>
                <a:lnTo>
                  <a:pt x="619747" y="245744"/>
                </a:lnTo>
                <a:lnTo>
                  <a:pt x="530197" y="245744"/>
                </a:lnTo>
                <a:close/>
                <a:moveTo>
                  <a:pt x="912136" y="245004"/>
                </a:moveTo>
                <a:lnTo>
                  <a:pt x="955453" y="245004"/>
                </a:lnTo>
                <a:lnTo>
                  <a:pt x="955453" y="245744"/>
                </a:lnTo>
                <a:lnTo>
                  <a:pt x="912136" y="245744"/>
                </a:lnTo>
                <a:close/>
                <a:moveTo>
                  <a:pt x="640156" y="242783"/>
                </a:moveTo>
                <a:lnTo>
                  <a:pt x="680974" y="242783"/>
                </a:lnTo>
                <a:lnTo>
                  <a:pt x="680974" y="245744"/>
                </a:lnTo>
                <a:lnTo>
                  <a:pt x="640156" y="245744"/>
                </a:lnTo>
                <a:close/>
                <a:moveTo>
                  <a:pt x="759277" y="243523"/>
                </a:moveTo>
                <a:lnTo>
                  <a:pt x="852159" y="243523"/>
                </a:lnTo>
                <a:lnTo>
                  <a:pt x="852159" y="245744"/>
                </a:lnTo>
                <a:lnTo>
                  <a:pt x="759277" y="245744"/>
                </a:lnTo>
                <a:close/>
                <a:moveTo>
                  <a:pt x="324025" y="245004"/>
                </a:moveTo>
                <a:lnTo>
                  <a:pt x="409409" y="245004"/>
                </a:lnTo>
                <a:lnTo>
                  <a:pt x="409409" y="245744"/>
                </a:lnTo>
                <a:lnTo>
                  <a:pt x="324025" y="245744"/>
                </a:lnTo>
                <a:close/>
                <a:moveTo>
                  <a:pt x="425653" y="245004"/>
                </a:moveTo>
                <a:lnTo>
                  <a:pt x="512704" y="245004"/>
                </a:lnTo>
                <a:lnTo>
                  <a:pt x="512704" y="246484"/>
                </a:lnTo>
                <a:lnTo>
                  <a:pt x="425653" y="246484"/>
                </a:lnTo>
                <a:close/>
                <a:moveTo>
                  <a:pt x="117019" y="245004"/>
                </a:moveTo>
                <a:lnTo>
                  <a:pt x="210317" y="245004"/>
                </a:lnTo>
                <a:lnTo>
                  <a:pt x="210317" y="246484"/>
                </a:lnTo>
                <a:lnTo>
                  <a:pt x="117019" y="246484"/>
                </a:lnTo>
                <a:close/>
                <a:moveTo>
                  <a:pt x="530613" y="245744"/>
                </a:moveTo>
                <a:lnTo>
                  <a:pt x="619330" y="245744"/>
                </a:lnTo>
                <a:lnTo>
                  <a:pt x="619330" y="246484"/>
                </a:lnTo>
                <a:lnTo>
                  <a:pt x="530613" y="246484"/>
                </a:lnTo>
                <a:close/>
                <a:moveTo>
                  <a:pt x="324025" y="245744"/>
                </a:moveTo>
                <a:lnTo>
                  <a:pt x="408993" y="245744"/>
                </a:lnTo>
                <a:lnTo>
                  <a:pt x="408993" y="247224"/>
                </a:lnTo>
                <a:lnTo>
                  <a:pt x="324025" y="247224"/>
                </a:lnTo>
                <a:close/>
                <a:moveTo>
                  <a:pt x="116603" y="246484"/>
                </a:moveTo>
                <a:lnTo>
                  <a:pt x="210317" y="246484"/>
                </a:lnTo>
                <a:lnTo>
                  <a:pt x="210317" y="247224"/>
                </a:lnTo>
                <a:lnTo>
                  <a:pt x="116603" y="247224"/>
                </a:lnTo>
                <a:close/>
                <a:moveTo>
                  <a:pt x="270295" y="245744"/>
                </a:moveTo>
                <a:lnTo>
                  <a:pt x="313195" y="245744"/>
                </a:lnTo>
                <a:lnTo>
                  <a:pt x="313195" y="247224"/>
                </a:lnTo>
                <a:lnTo>
                  <a:pt x="270295" y="247224"/>
                </a:lnTo>
                <a:close/>
                <a:moveTo>
                  <a:pt x="912553" y="245744"/>
                </a:moveTo>
                <a:lnTo>
                  <a:pt x="955453" y="245744"/>
                </a:lnTo>
                <a:lnTo>
                  <a:pt x="955453" y="247224"/>
                </a:lnTo>
                <a:lnTo>
                  <a:pt x="912553" y="247224"/>
                </a:lnTo>
                <a:close/>
                <a:moveTo>
                  <a:pt x="758861" y="245744"/>
                </a:moveTo>
                <a:lnTo>
                  <a:pt x="852576" y="245744"/>
                </a:lnTo>
                <a:lnTo>
                  <a:pt x="852576" y="247224"/>
                </a:lnTo>
                <a:lnTo>
                  <a:pt x="758861" y="247224"/>
                </a:lnTo>
                <a:close/>
                <a:moveTo>
                  <a:pt x="703882" y="245004"/>
                </a:moveTo>
                <a:lnTo>
                  <a:pt x="744283" y="245004"/>
                </a:lnTo>
                <a:lnTo>
                  <a:pt x="744283" y="247224"/>
                </a:lnTo>
                <a:lnTo>
                  <a:pt x="703882" y="247224"/>
                </a:lnTo>
                <a:close/>
                <a:moveTo>
                  <a:pt x="425653" y="246484"/>
                </a:moveTo>
                <a:lnTo>
                  <a:pt x="512287" y="246484"/>
                </a:lnTo>
                <a:lnTo>
                  <a:pt x="512287" y="247224"/>
                </a:lnTo>
                <a:lnTo>
                  <a:pt x="425653" y="247224"/>
                </a:lnTo>
                <a:close/>
                <a:moveTo>
                  <a:pt x="531030" y="246484"/>
                </a:moveTo>
                <a:lnTo>
                  <a:pt x="619330" y="246484"/>
                </a:lnTo>
                <a:lnTo>
                  <a:pt x="619330" y="247224"/>
                </a:lnTo>
                <a:lnTo>
                  <a:pt x="531030" y="247224"/>
                </a:lnTo>
                <a:close/>
                <a:moveTo>
                  <a:pt x="531030" y="247224"/>
                </a:moveTo>
                <a:lnTo>
                  <a:pt x="618914" y="247224"/>
                </a:lnTo>
                <a:lnTo>
                  <a:pt x="618914" y="247964"/>
                </a:lnTo>
                <a:lnTo>
                  <a:pt x="531030" y="247964"/>
                </a:lnTo>
                <a:close/>
                <a:moveTo>
                  <a:pt x="758861" y="247224"/>
                </a:moveTo>
                <a:lnTo>
                  <a:pt x="852992" y="247224"/>
                </a:lnTo>
                <a:lnTo>
                  <a:pt x="852992" y="247964"/>
                </a:lnTo>
                <a:lnTo>
                  <a:pt x="758861" y="247964"/>
                </a:lnTo>
                <a:close/>
                <a:moveTo>
                  <a:pt x="426070" y="247224"/>
                </a:moveTo>
                <a:lnTo>
                  <a:pt x="512287" y="247224"/>
                </a:lnTo>
                <a:lnTo>
                  <a:pt x="512287" y="247964"/>
                </a:lnTo>
                <a:lnTo>
                  <a:pt x="426070" y="247964"/>
                </a:lnTo>
                <a:close/>
                <a:moveTo>
                  <a:pt x="270711" y="247224"/>
                </a:moveTo>
                <a:lnTo>
                  <a:pt x="313195" y="247224"/>
                </a:lnTo>
                <a:lnTo>
                  <a:pt x="313195" y="247964"/>
                </a:lnTo>
                <a:lnTo>
                  <a:pt x="270711" y="247964"/>
                </a:lnTo>
                <a:close/>
                <a:moveTo>
                  <a:pt x="912969" y="247224"/>
                </a:moveTo>
                <a:lnTo>
                  <a:pt x="955453" y="247224"/>
                </a:lnTo>
                <a:lnTo>
                  <a:pt x="955453" y="247964"/>
                </a:lnTo>
                <a:lnTo>
                  <a:pt x="912969" y="247964"/>
                </a:lnTo>
                <a:close/>
                <a:moveTo>
                  <a:pt x="116603" y="247224"/>
                </a:moveTo>
                <a:lnTo>
                  <a:pt x="210734" y="247224"/>
                </a:lnTo>
                <a:lnTo>
                  <a:pt x="210734" y="247964"/>
                </a:lnTo>
                <a:lnTo>
                  <a:pt x="116603" y="247964"/>
                </a:lnTo>
                <a:close/>
                <a:moveTo>
                  <a:pt x="640572" y="245744"/>
                </a:moveTo>
                <a:lnTo>
                  <a:pt x="680557" y="245744"/>
                </a:lnTo>
                <a:lnTo>
                  <a:pt x="680557" y="248705"/>
                </a:lnTo>
                <a:lnTo>
                  <a:pt x="640572" y="248705"/>
                </a:lnTo>
                <a:close/>
                <a:moveTo>
                  <a:pt x="324025" y="247224"/>
                </a:moveTo>
                <a:lnTo>
                  <a:pt x="408576" y="247224"/>
                </a:lnTo>
                <a:lnTo>
                  <a:pt x="408576" y="248705"/>
                </a:lnTo>
                <a:lnTo>
                  <a:pt x="324025" y="248705"/>
                </a:lnTo>
                <a:close/>
                <a:moveTo>
                  <a:pt x="531446" y="247964"/>
                </a:moveTo>
                <a:lnTo>
                  <a:pt x="618914" y="247964"/>
                </a:lnTo>
                <a:lnTo>
                  <a:pt x="618914" y="248705"/>
                </a:lnTo>
                <a:lnTo>
                  <a:pt x="531446" y="248705"/>
                </a:lnTo>
                <a:close/>
                <a:moveTo>
                  <a:pt x="426070" y="247964"/>
                </a:moveTo>
                <a:lnTo>
                  <a:pt x="511871" y="247964"/>
                </a:lnTo>
                <a:lnTo>
                  <a:pt x="511871" y="248705"/>
                </a:lnTo>
                <a:lnTo>
                  <a:pt x="426070" y="248705"/>
                </a:lnTo>
                <a:close/>
                <a:moveTo>
                  <a:pt x="271128" y="247964"/>
                </a:moveTo>
                <a:lnTo>
                  <a:pt x="313195" y="247964"/>
                </a:lnTo>
                <a:lnTo>
                  <a:pt x="313195" y="249445"/>
                </a:lnTo>
                <a:lnTo>
                  <a:pt x="271128" y="249445"/>
                </a:lnTo>
                <a:close/>
                <a:moveTo>
                  <a:pt x="426486" y="248705"/>
                </a:moveTo>
                <a:lnTo>
                  <a:pt x="511871" y="248705"/>
                </a:lnTo>
                <a:lnTo>
                  <a:pt x="511871" y="249445"/>
                </a:lnTo>
                <a:lnTo>
                  <a:pt x="426486" y="249445"/>
                </a:lnTo>
                <a:close/>
                <a:moveTo>
                  <a:pt x="531446" y="248705"/>
                </a:moveTo>
                <a:lnTo>
                  <a:pt x="618497" y="248705"/>
                </a:lnTo>
                <a:lnTo>
                  <a:pt x="618497" y="249445"/>
                </a:lnTo>
                <a:lnTo>
                  <a:pt x="531446" y="249445"/>
                </a:lnTo>
                <a:close/>
                <a:moveTo>
                  <a:pt x="913386" y="247964"/>
                </a:moveTo>
                <a:lnTo>
                  <a:pt x="955453" y="247964"/>
                </a:lnTo>
                <a:lnTo>
                  <a:pt x="955453" y="249445"/>
                </a:lnTo>
                <a:lnTo>
                  <a:pt x="913386" y="249445"/>
                </a:lnTo>
                <a:close/>
                <a:moveTo>
                  <a:pt x="640572" y="248705"/>
                </a:moveTo>
                <a:lnTo>
                  <a:pt x="680140" y="248705"/>
                </a:lnTo>
                <a:lnTo>
                  <a:pt x="680140" y="249445"/>
                </a:lnTo>
                <a:lnTo>
                  <a:pt x="640572" y="249445"/>
                </a:lnTo>
                <a:close/>
                <a:moveTo>
                  <a:pt x="758444" y="247964"/>
                </a:moveTo>
                <a:lnTo>
                  <a:pt x="852992" y="247964"/>
                </a:lnTo>
                <a:lnTo>
                  <a:pt x="852992" y="249445"/>
                </a:lnTo>
                <a:lnTo>
                  <a:pt x="758444" y="249445"/>
                </a:lnTo>
                <a:close/>
                <a:moveTo>
                  <a:pt x="116186" y="247964"/>
                </a:moveTo>
                <a:lnTo>
                  <a:pt x="210734" y="247964"/>
                </a:lnTo>
                <a:lnTo>
                  <a:pt x="210734" y="249445"/>
                </a:lnTo>
                <a:lnTo>
                  <a:pt x="116186" y="249445"/>
                </a:lnTo>
                <a:close/>
                <a:moveTo>
                  <a:pt x="271544" y="249445"/>
                </a:moveTo>
                <a:lnTo>
                  <a:pt x="313195" y="249445"/>
                </a:lnTo>
                <a:lnTo>
                  <a:pt x="313195" y="250185"/>
                </a:lnTo>
                <a:lnTo>
                  <a:pt x="271544" y="250185"/>
                </a:lnTo>
                <a:close/>
                <a:moveTo>
                  <a:pt x="704298" y="247224"/>
                </a:moveTo>
                <a:lnTo>
                  <a:pt x="743866" y="247224"/>
                </a:lnTo>
                <a:lnTo>
                  <a:pt x="743866" y="250185"/>
                </a:lnTo>
                <a:lnTo>
                  <a:pt x="704298" y="250185"/>
                </a:lnTo>
                <a:close/>
                <a:moveTo>
                  <a:pt x="116186" y="249445"/>
                </a:moveTo>
                <a:lnTo>
                  <a:pt x="211150" y="249445"/>
                </a:lnTo>
                <a:lnTo>
                  <a:pt x="211150" y="250185"/>
                </a:lnTo>
                <a:lnTo>
                  <a:pt x="116186" y="250185"/>
                </a:lnTo>
                <a:close/>
                <a:moveTo>
                  <a:pt x="758444" y="249445"/>
                </a:moveTo>
                <a:lnTo>
                  <a:pt x="853409" y="249445"/>
                </a:lnTo>
                <a:lnTo>
                  <a:pt x="853409" y="250185"/>
                </a:lnTo>
                <a:lnTo>
                  <a:pt x="758444" y="250185"/>
                </a:lnTo>
                <a:close/>
                <a:moveTo>
                  <a:pt x="531863" y="249445"/>
                </a:moveTo>
                <a:lnTo>
                  <a:pt x="618081" y="249445"/>
                </a:lnTo>
                <a:lnTo>
                  <a:pt x="618081" y="250185"/>
                </a:lnTo>
                <a:lnTo>
                  <a:pt x="531863" y="250185"/>
                </a:lnTo>
                <a:close/>
                <a:moveTo>
                  <a:pt x="426486" y="249445"/>
                </a:moveTo>
                <a:lnTo>
                  <a:pt x="511454" y="249445"/>
                </a:lnTo>
                <a:lnTo>
                  <a:pt x="511454" y="250185"/>
                </a:lnTo>
                <a:lnTo>
                  <a:pt x="426486" y="250185"/>
                </a:lnTo>
                <a:close/>
                <a:moveTo>
                  <a:pt x="324025" y="248705"/>
                </a:moveTo>
                <a:lnTo>
                  <a:pt x="408160" y="248705"/>
                </a:lnTo>
                <a:lnTo>
                  <a:pt x="408160" y="250185"/>
                </a:lnTo>
                <a:lnTo>
                  <a:pt x="324025" y="250185"/>
                </a:lnTo>
                <a:close/>
                <a:moveTo>
                  <a:pt x="913802" y="249445"/>
                </a:moveTo>
                <a:lnTo>
                  <a:pt x="955453" y="249445"/>
                </a:lnTo>
                <a:lnTo>
                  <a:pt x="955453" y="250185"/>
                </a:lnTo>
                <a:lnTo>
                  <a:pt x="913802" y="250185"/>
                </a:lnTo>
                <a:close/>
                <a:moveTo>
                  <a:pt x="324025" y="250185"/>
                </a:moveTo>
                <a:lnTo>
                  <a:pt x="407743" y="250185"/>
                </a:lnTo>
                <a:lnTo>
                  <a:pt x="407743" y="250925"/>
                </a:lnTo>
                <a:lnTo>
                  <a:pt x="324025" y="250925"/>
                </a:lnTo>
                <a:close/>
                <a:moveTo>
                  <a:pt x="532280" y="250185"/>
                </a:moveTo>
                <a:lnTo>
                  <a:pt x="618081" y="250185"/>
                </a:lnTo>
                <a:lnTo>
                  <a:pt x="618081" y="250925"/>
                </a:lnTo>
                <a:lnTo>
                  <a:pt x="532280" y="250925"/>
                </a:lnTo>
                <a:close/>
                <a:moveTo>
                  <a:pt x="426903" y="250185"/>
                </a:moveTo>
                <a:lnTo>
                  <a:pt x="511454" y="250185"/>
                </a:lnTo>
                <a:lnTo>
                  <a:pt x="511454" y="250925"/>
                </a:lnTo>
                <a:lnTo>
                  <a:pt x="426903" y="250925"/>
                </a:lnTo>
                <a:close/>
                <a:moveTo>
                  <a:pt x="704715" y="250185"/>
                </a:moveTo>
                <a:lnTo>
                  <a:pt x="743866" y="250185"/>
                </a:lnTo>
                <a:lnTo>
                  <a:pt x="743866" y="250925"/>
                </a:lnTo>
                <a:lnTo>
                  <a:pt x="704715" y="250925"/>
                </a:lnTo>
                <a:close/>
                <a:moveTo>
                  <a:pt x="640989" y="249445"/>
                </a:moveTo>
                <a:lnTo>
                  <a:pt x="680140" y="249445"/>
                </a:lnTo>
                <a:lnTo>
                  <a:pt x="680140" y="251665"/>
                </a:lnTo>
                <a:lnTo>
                  <a:pt x="640989" y="251665"/>
                </a:lnTo>
                <a:close/>
                <a:moveTo>
                  <a:pt x="271961" y="250185"/>
                </a:moveTo>
                <a:lnTo>
                  <a:pt x="313195" y="250185"/>
                </a:lnTo>
                <a:lnTo>
                  <a:pt x="313195" y="251665"/>
                </a:lnTo>
                <a:lnTo>
                  <a:pt x="271961" y="251665"/>
                </a:lnTo>
                <a:close/>
                <a:moveTo>
                  <a:pt x="914219" y="250185"/>
                </a:moveTo>
                <a:lnTo>
                  <a:pt x="955453" y="250185"/>
                </a:lnTo>
                <a:lnTo>
                  <a:pt x="955453" y="251665"/>
                </a:lnTo>
                <a:lnTo>
                  <a:pt x="914219" y="251665"/>
                </a:lnTo>
                <a:close/>
                <a:moveTo>
                  <a:pt x="426903" y="250925"/>
                </a:moveTo>
                <a:lnTo>
                  <a:pt x="511038" y="250925"/>
                </a:lnTo>
                <a:lnTo>
                  <a:pt x="511038" y="251665"/>
                </a:lnTo>
                <a:lnTo>
                  <a:pt x="426903" y="251665"/>
                </a:lnTo>
                <a:close/>
                <a:moveTo>
                  <a:pt x="532280" y="250925"/>
                </a:moveTo>
                <a:lnTo>
                  <a:pt x="617664" y="250925"/>
                </a:lnTo>
                <a:lnTo>
                  <a:pt x="617664" y="251665"/>
                </a:lnTo>
                <a:lnTo>
                  <a:pt x="532280" y="251665"/>
                </a:lnTo>
                <a:close/>
                <a:moveTo>
                  <a:pt x="115770" y="250185"/>
                </a:moveTo>
                <a:lnTo>
                  <a:pt x="211150" y="250185"/>
                </a:lnTo>
                <a:lnTo>
                  <a:pt x="211150" y="251665"/>
                </a:lnTo>
                <a:lnTo>
                  <a:pt x="115770" y="251665"/>
                </a:lnTo>
                <a:close/>
                <a:moveTo>
                  <a:pt x="758028" y="250185"/>
                </a:moveTo>
                <a:lnTo>
                  <a:pt x="853409" y="250185"/>
                </a:lnTo>
                <a:lnTo>
                  <a:pt x="853409" y="251665"/>
                </a:lnTo>
                <a:lnTo>
                  <a:pt x="758028" y="251665"/>
                </a:lnTo>
                <a:close/>
                <a:moveTo>
                  <a:pt x="36633" y="237602"/>
                </a:moveTo>
                <a:lnTo>
                  <a:pt x="115353" y="237602"/>
                </a:lnTo>
                <a:lnTo>
                  <a:pt x="115353" y="252406"/>
                </a:lnTo>
                <a:lnTo>
                  <a:pt x="36633" y="252406"/>
                </a:lnTo>
                <a:close/>
                <a:moveTo>
                  <a:pt x="324025" y="250925"/>
                </a:moveTo>
                <a:lnTo>
                  <a:pt x="407327" y="250925"/>
                </a:lnTo>
                <a:lnTo>
                  <a:pt x="407327" y="252406"/>
                </a:lnTo>
                <a:lnTo>
                  <a:pt x="324025" y="252406"/>
                </a:lnTo>
                <a:close/>
                <a:moveTo>
                  <a:pt x="532696" y="251665"/>
                </a:moveTo>
                <a:lnTo>
                  <a:pt x="617248" y="251665"/>
                </a:lnTo>
                <a:lnTo>
                  <a:pt x="617248" y="252406"/>
                </a:lnTo>
                <a:lnTo>
                  <a:pt x="532696" y="252406"/>
                </a:lnTo>
                <a:close/>
                <a:moveTo>
                  <a:pt x="272377" y="251665"/>
                </a:moveTo>
                <a:lnTo>
                  <a:pt x="313195" y="251665"/>
                </a:lnTo>
                <a:lnTo>
                  <a:pt x="313195" y="252406"/>
                </a:lnTo>
                <a:lnTo>
                  <a:pt x="272377" y="252406"/>
                </a:lnTo>
                <a:close/>
                <a:moveTo>
                  <a:pt x="914635" y="251665"/>
                </a:moveTo>
                <a:lnTo>
                  <a:pt x="955453" y="251665"/>
                </a:lnTo>
                <a:lnTo>
                  <a:pt x="955453" y="252406"/>
                </a:lnTo>
                <a:lnTo>
                  <a:pt x="914635" y="252406"/>
                </a:lnTo>
                <a:close/>
                <a:moveTo>
                  <a:pt x="758028" y="251665"/>
                </a:moveTo>
                <a:lnTo>
                  <a:pt x="853825" y="251665"/>
                </a:lnTo>
                <a:lnTo>
                  <a:pt x="853825" y="252406"/>
                </a:lnTo>
                <a:lnTo>
                  <a:pt x="758028" y="252406"/>
                </a:lnTo>
                <a:close/>
                <a:moveTo>
                  <a:pt x="115770" y="251665"/>
                </a:moveTo>
                <a:lnTo>
                  <a:pt x="211567" y="251665"/>
                </a:lnTo>
                <a:lnTo>
                  <a:pt x="211567" y="252406"/>
                </a:lnTo>
                <a:lnTo>
                  <a:pt x="115770" y="252406"/>
                </a:lnTo>
                <a:close/>
                <a:moveTo>
                  <a:pt x="427319" y="251665"/>
                </a:moveTo>
                <a:lnTo>
                  <a:pt x="510621" y="251665"/>
                </a:lnTo>
                <a:lnTo>
                  <a:pt x="510621" y="252406"/>
                </a:lnTo>
                <a:lnTo>
                  <a:pt x="427319" y="252406"/>
                </a:lnTo>
                <a:close/>
                <a:moveTo>
                  <a:pt x="704715" y="250925"/>
                </a:moveTo>
                <a:lnTo>
                  <a:pt x="743450" y="250925"/>
                </a:lnTo>
                <a:lnTo>
                  <a:pt x="743450" y="253146"/>
                </a:lnTo>
                <a:lnTo>
                  <a:pt x="704715" y="253146"/>
                </a:lnTo>
                <a:close/>
                <a:moveTo>
                  <a:pt x="533113" y="252406"/>
                </a:moveTo>
                <a:lnTo>
                  <a:pt x="617248" y="252406"/>
                </a:lnTo>
                <a:lnTo>
                  <a:pt x="617248" y="253146"/>
                </a:lnTo>
                <a:lnTo>
                  <a:pt x="533113" y="253146"/>
                </a:lnTo>
                <a:close/>
                <a:moveTo>
                  <a:pt x="640989" y="251665"/>
                </a:moveTo>
                <a:lnTo>
                  <a:pt x="679724" y="251665"/>
                </a:lnTo>
                <a:lnTo>
                  <a:pt x="679724" y="253146"/>
                </a:lnTo>
                <a:lnTo>
                  <a:pt x="640989" y="253146"/>
                </a:lnTo>
                <a:close/>
                <a:moveTo>
                  <a:pt x="427736" y="252406"/>
                </a:moveTo>
                <a:lnTo>
                  <a:pt x="510621" y="252406"/>
                </a:lnTo>
                <a:lnTo>
                  <a:pt x="510621" y="253146"/>
                </a:lnTo>
                <a:lnTo>
                  <a:pt x="427736" y="253146"/>
                </a:lnTo>
                <a:close/>
                <a:moveTo>
                  <a:pt x="324025" y="252406"/>
                </a:moveTo>
                <a:lnTo>
                  <a:pt x="406910" y="252406"/>
                </a:lnTo>
                <a:lnTo>
                  <a:pt x="406910" y="253146"/>
                </a:lnTo>
                <a:lnTo>
                  <a:pt x="324025" y="253146"/>
                </a:lnTo>
                <a:close/>
                <a:moveTo>
                  <a:pt x="915052" y="252406"/>
                </a:moveTo>
                <a:lnTo>
                  <a:pt x="955453" y="252406"/>
                </a:lnTo>
                <a:lnTo>
                  <a:pt x="955453" y="253886"/>
                </a:lnTo>
                <a:lnTo>
                  <a:pt x="915052" y="253886"/>
                </a:lnTo>
                <a:close/>
                <a:moveTo>
                  <a:pt x="180329" y="252406"/>
                </a:moveTo>
                <a:lnTo>
                  <a:pt x="211567" y="252406"/>
                </a:lnTo>
                <a:lnTo>
                  <a:pt x="211567" y="253886"/>
                </a:lnTo>
                <a:lnTo>
                  <a:pt x="180329" y="253886"/>
                </a:lnTo>
                <a:close/>
                <a:moveTo>
                  <a:pt x="822587" y="252406"/>
                </a:moveTo>
                <a:lnTo>
                  <a:pt x="853825" y="252406"/>
                </a:lnTo>
                <a:lnTo>
                  <a:pt x="853825" y="253886"/>
                </a:lnTo>
                <a:lnTo>
                  <a:pt x="822587" y="253886"/>
                </a:lnTo>
                <a:close/>
                <a:moveTo>
                  <a:pt x="427736" y="253146"/>
                </a:moveTo>
                <a:lnTo>
                  <a:pt x="510204" y="253146"/>
                </a:lnTo>
                <a:lnTo>
                  <a:pt x="510204" y="253886"/>
                </a:lnTo>
                <a:lnTo>
                  <a:pt x="427736" y="253886"/>
                </a:lnTo>
                <a:close/>
                <a:moveTo>
                  <a:pt x="272794" y="252406"/>
                </a:moveTo>
                <a:lnTo>
                  <a:pt x="313195" y="252406"/>
                </a:lnTo>
                <a:lnTo>
                  <a:pt x="313195" y="253886"/>
                </a:lnTo>
                <a:lnTo>
                  <a:pt x="272794" y="253886"/>
                </a:lnTo>
                <a:close/>
                <a:moveTo>
                  <a:pt x="533113" y="253146"/>
                </a:moveTo>
                <a:lnTo>
                  <a:pt x="616831" y="253146"/>
                </a:lnTo>
                <a:lnTo>
                  <a:pt x="616831" y="253886"/>
                </a:lnTo>
                <a:lnTo>
                  <a:pt x="533113" y="253886"/>
                </a:lnTo>
                <a:close/>
                <a:moveTo>
                  <a:pt x="428152" y="253886"/>
                </a:moveTo>
                <a:lnTo>
                  <a:pt x="510204" y="253886"/>
                </a:lnTo>
                <a:lnTo>
                  <a:pt x="510204" y="254626"/>
                </a:lnTo>
                <a:lnTo>
                  <a:pt x="428152" y="254626"/>
                </a:lnTo>
                <a:close/>
                <a:moveTo>
                  <a:pt x="822587" y="253886"/>
                </a:moveTo>
                <a:lnTo>
                  <a:pt x="854242" y="253886"/>
                </a:lnTo>
                <a:lnTo>
                  <a:pt x="854242" y="254626"/>
                </a:lnTo>
                <a:lnTo>
                  <a:pt x="822587" y="254626"/>
                </a:lnTo>
                <a:close/>
                <a:moveTo>
                  <a:pt x="641405" y="253146"/>
                </a:moveTo>
                <a:lnTo>
                  <a:pt x="679724" y="253146"/>
                </a:lnTo>
                <a:lnTo>
                  <a:pt x="679724" y="254626"/>
                </a:lnTo>
                <a:lnTo>
                  <a:pt x="641405" y="254626"/>
                </a:lnTo>
                <a:close/>
                <a:moveTo>
                  <a:pt x="757611" y="252406"/>
                </a:moveTo>
                <a:lnTo>
                  <a:pt x="788017" y="252406"/>
                </a:lnTo>
                <a:lnTo>
                  <a:pt x="788017" y="254626"/>
                </a:lnTo>
                <a:lnTo>
                  <a:pt x="757611" y="254626"/>
                </a:lnTo>
                <a:close/>
                <a:moveTo>
                  <a:pt x="915469" y="253886"/>
                </a:moveTo>
                <a:lnTo>
                  <a:pt x="955453" y="253886"/>
                </a:lnTo>
                <a:lnTo>
                  <a:pt x="955453" y="254626"/>
                </a:lnTo>
                <a:lnTo>
                  <a:pt x="915469" y="254626"/>
                </a:lnTo>
                <a:close/>
                <a:moveTo>
                  <a:pt x="324025" y="253146"/>
                </a:moveTo>
                <a:lnTo>
                  <a:pt x="406494" y="253146"/>
                </a:lnTo>
                <a:lnTo>
                  <a:pt x="406494" y="254626"/>
                </a:lnTo>
                <a:lnTo>
                  <a:pt x="324025" y="254626"/>
                </a:lnTo>
                <a:close/>
                <a:moveTo>
                  <a:pt x="533529" y="253886"/>
                </a:moveTo>
                <a:lnTo>
                  <a:pt x="616414" y="253886"/>
                </a:lnTo>
                <a:lnTo>
                  <a:pt x="616414" y="254626"/>
                </a:lnTo>
                <a:lnTo>
                  <a:pt x="533529" y="254626"/>
                </a:lnTo>
                <a:close/>
                <a:moveTo>
                  <a:pt x="180329" y="253886"/>
                </a:moveTo>
                <a:lnTo>
                  <a:pt x="211983" y="253886"/>
                </a:lnTo>
                <a:lnTo>
                  <a:pt x="211983" y="254626"/>
                </a:lnTo>
                <a:lnTo>
                  <a:pt x="180329" y="254626"/>
                </a:lnTo>
                <a:close/>
                <a:moveTo>
                  <a:pt x="705131" y="253146"/>
                </a:moveTo>
                <a:lnTo>
                  <a:pt x="743450" y="253146"/>
                </a:lnTo>
                <a:lnTo>
                  <a:pt x="743450" y="254626"/>
                </a:lnTo>
                <a:lnTo>
                  <a:pt x="705131" y="254626"/>
                </a:lnTo>
                <a:close/>
                <a:moveTo>
                  <a:pt x="533946" y="254626"/>
                </a:moveTo>
                <a:lnTo>
                  <a:pt x="615998" y="254626"/>
                </a:lnTo>
                <a:lnTo>
                  <a:pt x="615998" y="255366"/>
                </a:lnTo>
                <a:lnTo>
                  <a:pt x="533946" y="255366"/>
                </a:lnTo>
                <a:close/>
                <a:moveTo>
                  <a:pt x="273210" y="253886"/>
                </a:moveTo>
                <a:lnTo>
                  <a:pt x="313195" y="253886"/>
                </a:lnTo>
                <a:lnTo>
                  <a:pt x="313195" y="255366"/>
                </a:lnTo>
                <a:lnTo>
                  <a:pt x="273210" y="255366"/>
                </a:lnTo>
                <a:close/>
                <a:moveTo>
                  <a:pt x="324025" y="254626"/>
                </a:moveTo>
                <a:lnTo>
                  <a:pt x="406077" y="254626"/>
                </a:lnTo>
                <a:lnTo>
                  <a:pt x="406077" y="255366"/>
                </a:lnTo>
                <a:lnTo>
                  <a:pt x="324025" y="255366"/>
                </a:lnTo>
                <a:close/>
                <a:moveTo>
                  <a:pt x="36633" y="252406"/>
                </a:moveTo>
                <a:lnTo>
                  <a:pt x="145758" y="252406"/>
                </a:lnTo>
                <a:lnTo>
                  <a:pt x="145758" y="255366"/>
                </a:lnTo>
                <a:lnTo>
                  <a:pt x="36633" y="255366"/>
                </a:lnTo>
                <a:close/>
                <a:moveTo>
                  <a:pt x="757195" y="254626"/>
                </a:moveTo>
                <a:lnTo>
                  <a:pt x="788017" y="254626"/>
                </a:lnTo>
                <a:lnTo>
                  <a:pt x="788017" y="255366"/>
                </a:lnTo>
                <a:lnTo>
                  <a:pt x="757195" y="255366"/>
                </a:lnTo>
                <a:close/>
                <a:moveTo>
                  <a:pt x="428152" y="254626"/>
                </a:moveTo>
                <a:lnTo>
                  <a:pt x="509788" y="254626"/>
                </a:lnTo>
                <a:lnTo>
                  <a:pt x="509788" y="255366"/>
                </a:lnTo>
                <a:lnTo>
                  <a:pt x="428152" y="255366"/>
                </a:lnTo>
                <a:close/>
                <a:moveTo>
                  <a:pt x="180745" y="254626"/>
                </a:moveTo>
                <a:lnTo>
                  <a:pt x="211983" y="254626"/>
                </a:lnTo>
                <a:lnTo>
                  <a:pt x="211983" y="256107"/>
                </a:lnTo>
                <a:lnTo>
                  <a:pt x="180745" y="256107"/>
                </a:lnTo>
                <a:close/>
                <a:moveTo>
                  <a:pt x="428569" y="255366"/>
                </a:moveTo>
                <a:lnTo>
                  <a:pt x="509371" y="255366"/>
                </a:lnTo>
                <a:lnTo>
                  <a:pt x="509371" y="256107"/>
                </a:lnTo>
                <a:lnTo>
                  <a:pt x="428569" y="256107"/>
                </a:lnTo>
                <a:close/>
                <a:moveTo>
                  <a:pt x="534362" y="255366"/>
                </a:moveTo>
                <a:lnTo>
                  <a:pt x="615998" y="255366"/>
                </a:lnTo>
                <a:lnTo>
                  <a:pt x="615998" y="256107"/>
                </a:lnTo>
                <a:lnTo>
                  <a:pt x="534362" y="256107"/>
                </a:lnTo>
                <a:close/>
                <a:moveTo>
                  <a:pt x="705131" y="254626"/>
                </a:moveTo>
                <a:lnTo>
                  <a:pt x="743033" y="254626"/>
                </a:lnTo>
                <a:lnTo>
                  <a:pt x="743033" y="256107"/>
                </a:lnTo>
                <a:lnTo>
                  <a:pt x="705131" y="256107"/>
                </a:lnTo>
                <a:close/>
                <a:moveTo>
                  <a:pt x="823003" y="254626"/>
                </a:moveTo>
                <a:lnTo>
                  <a:pt x="854242" y="254626"/>
                </a:lnTo>
                <a:lnTo>
                  <a:pt x="854242" y="256107"/>
                </a:lnTo>
                <a:lnTo>
                  <a:pt x="823003" y="256107"/>
                </a:lnTo>
                <a:close/>
                <a:moveTo>
                  <a:pt x="324025" y="255366"/>
                </a:moveTo>
                <a:lnTo>
                  <a:pt x="405661" y="255366"/>
                </a:lnTo>
                <a:lnTo>
                  <a:pt x="405661" y="256107"/>
                </a:lnTo>
                <a:lnTo>
                  <a:pt x="324025" y="256107"/>
                </a:lnTo>
                <a:close/>
                <a:moveTo>
                  <a:pt x="273627" y="255366"/>
                </a:moveTo>
                <a:lnTo>
                  <a:pt x="313195" y="255366"/>
                </a:lnTo>
                <a:lnTo>
                  <a:pt x="313195" y="256107"/>
                </a:lnTo>
                <a:lnTo>
                  <a:pt x="273627" y="256107"/>
                </a:lnTo>
                <a:close/>
                <a:moveTo>
                  <a:pt x="757195" y="255366"/>
                </a:moveTo>
                <a:lnTo>
                  <a:pt x="787600" y="255366"/>
                </a:lnTo>
                <a:lnTo>
                  <a:pt x="787600" y="256107"/>
                </a:lnTo>
                <a:lnTo>
                  <a:pt x="757195" y="256107"/>
                </a:lnTo>
                <a:close/>
                <a:moveTo>
                  <a:pt x="915885" y="254626"/>
                </a:moveTo>
                <a:lnTo>
                  <a:pt x="955453" y="254626"/>
                </a:lnTo>
                <a:lnTo>
                  <a:pt x="955453" y="256107"/>
                </a:lnTo>
                <a:lnTo>
                  <a:pt x="915885" y="256107"/>
                </a:lnTo>
                <a:close/>
                <a:moveTo>
                  <a:pt x="823003" y="256107"/>
                </a:moveTo>
                <a:lnTo>
                  <a:pt x="854658" y="256107"/>
                </a:lnTo>
                <a:lnTo>
                  <a:pt x="854658" y="256847"/>
                </a:lnTo>
                <a:lnTo>
                  <a:pt x="823003" y="256847"/>
                </a:lnTo>
                <a:close/>
                <a:moveTo>
                  <a:pt x="534362" y="256107"/>
                </a:moveTo>
                <a:lnTo>
                  <a:pt x="615581" y="256107"/>
                </a:lnTo>
                <a:lnTo>
                  <a:pt x="615581" y="256847"/>
                </a:lnTo>
                <a:lnTo>
                  <a:pt x="534362" y="256847"/>
                </a:lnTo>
                <a:close/>
                <a:moveTo>
                  <a:pt x="180745" y="256107"/>
                </a:moveTo>
                <a:lnTo>
                  <a:pt x="212400" y="256107"/>
                </a:lnTo>
                <a:lnTo>
                  <a:pt x="212400" y="256847"/>
                </a:lnTo>
                <a:lnTo>
                  <a:pt x="180745" y="256847"/>
                </a:lnTo>
                <a:close/>
                <a:moveTo>
                  <a:pt x="428985" y="256107"/>
                </a:moveTo>
                <a:lnTo>
                  <a:pt x="509371" y="256107"/>
                </a:lnTo>
                <a:lnTo>
                  <a:pt x="509371" y="256847"/>
                </a:lnTo>
                <a:lnTo>
                  <a:pt x="428985" y="256847"/>
                </a:lnTo>
                <a:close/>
                <a:moveTo>
                  <a:pt x="641405" y="254626"/>
                </a:moveTo>
                <a:lnTo>
                  <a:pt x="679307" y="254626"/>
                </a:lnTo>
                <a:lnTo>
                  <a:pt x="679307" y="256847"/>
                </a:lnTo>
                <a:lnTo>
                  <a:pt x="641405" y="256847"/>
                </a:lnTo>
                <a:close/>
                <a:moveTo>
                  <a:pt x="36633" y="255366"/>
                </a:moveTo>
                <a:lnTo>
                  <a:pt x="145342" y="255366"/>
                </a:lnTo>
                <a:lnTo>
                  <a:pt x="145342" y="257587"/>
                </a:lnTo>
                <a:lnTo>
                  <a:pt x="36633" y="257587"/>
                </a:lnTo>
                <a:close/>
                <a:moveTo>
                  <a:pt x="429402" y="256847"/>
                </a:moveTo>
                <a:lnTo>
                  <a:pt x="508955" y="256847"/>
                </a:lnTo>
                <a:lnTo>
                  <a:pt x="508955" y="257587"/>
                </a:lnTo>
                <a:lnTo>
                  <a:pt x="429402" y="257587"/>
                </a:lnTo>
                <a:close/>
                <a:moveTo>
                  <a:pt x="274043" y="256107"/>
                </a:moveTo>
                <a:lnTo>
                  <a:pt x="313195" y="256107"/>
                </a:lnTo>
                <a:lnTo>
                  <a:pt x="313195" y="257587"/>
                </a:lnTo>
                <a:lnTo>
                  <a:pt x="274043" y="257587"/>
                </a:lnTo>
                <a:close/>
                <a:moveTo>
                  <a:pt x="916302" y="256107"/>
                </a:moveTo>
                <a:lnTo>
                  <a:pt x="955453" y="256107"/>
                </a:lnTo>
                <a:lnTo>
                  <a:pt x="955453" y="257587"/>
                </a:lnTo>
                <a:lnTo>
                  <a:pt x="916302" y="257587"/>
                </a:lnTo>
                <a:close/>
                <a:moveTo>
                  <a:pt x="641822" y="256847"/>
                </a:moveTo>
                <a:lnTo>
                  <a:pt x="679307" y="256847"/>
                </a:lnTo>
                <a:lnTo>
                  <a:pt x="679307" y="257587"/>
                </a:lnTo>
                <a:lnTo>
                  <a:pt x="641822" y="257587"/>
                </a:lnTo>
                <a:close/>
                <a:moveTo>
                  <a:pt x="324025" y="256107"/>
                </a:moveTo>
                <a:lnTo>
                  <a:pt x="405244" y="256107"/>
                </a:lnTo>
                <a:lnTo>
                  <a:pt x="405244" y="257587"/>
                </a:lnTo>
                <a:lnTo>
                  <a:pt x="324025" y="257587"/>
                </a:lnTo>
                <a:close/>
                <a:moveTo>
                  <a:pt x="534779" y="256847"/>
                </a:moveTo>
                <a:lnTo>
                  <a:pt x="615165" y="256847"/>
                </a:lnTo>
                <a:lnTo>
                  <a:pt x="615165" y="257587"/>
                </a:lnTo>
                <a:lnTo>
                  <a:pt x="534779" y="257587"/>
                </a:lnTo>
                <a:close/>
                <a:moveTo>
                  <a:pt x="535195" y="257587"/>
                </a:moveTo>
                <a:lnTo>
                  <a:pt x="614748" y="257587"/>
                </a:lnTo>
                <a:lnTo>
                  <a:pt x="614748" y="258327"/>
                </a:lnTo>
                <a:lnTo>
                  <a:pt x="535195" y="258327"/>
                </a:lnTo>
                <a:close/>
                <a:moveTo>
                  <a:pt x="705548" y="256107"/>
                </a:moveTo>
                <a:lnTo>
                  <a:pt x="743033" y="256107"/>
                </a:lnTo>
                <a:lnTo>
                  <a:pt x="743033" y="258327"/>
                </a:lnTo>
                <a:lnTo>
                  <a:pt x="705548" y="258327"/>
                </a:lnTo>
                <a:close/>
                <a:moveTo>
                  <a:pt x="324025" y="257587"/>
                </a:moveTo>
                <a:lnTo>
                  <a:pt x="404828" y="257587"/>
                </a:lnTo>
                <a:lnTo>
                  <a:pt x="404828" y="258327"/>
                </a:lnTo>
                <a:lnTo>
                  <a:pt x="324025" y="258327"/>
                </a:lnTo>
                <a:close/>
                <a:moveTo>
                  <a:pt x="274460" y="257587"/>
                </a:moveTo>
                <a:lnTo>
                  <a:pt x="313195" y="257587"/>
                </a:lnTo>
                <a:lnTo>
                  <a:pt x="313195" y="258327"/>
                </a:lnTo>
                <a:lnTo>
                  <a:pt x="274460" y="258327"/>
                </a:lnTo>
                <a:close/>
                <a:moveTo>
                  <a:pt x="916718" y="257587"/>
                </a:moveTo>
                <a:lnTo>
                  <a:pt x="955453" y="257587"/>
                </a:lnTo>
                <a:lnTo>
                  <a:pt x="955453" y="258327"/>
                </a:lnTo>
                <a:lnTo>
                  <a:pt x="916718" y="258327"/>
                </a:lnTo>
                <a:close/>
                <a:moveTo>
                  <a:pt x="429402" y="257587"/>
                </a:moveTo>
                <a:lnTo>
                  <a:pt x="508538" y="257587"/>
                </a:lnTo>
                <a:lnTo>
                  <a:pt x="508538" y="258327"/>
                </a:lnTo>
                <a:lnTo>
                  <a:pt x="429402" y="258327"/>
                </a:lnTo>
                <a:close/>
                <a:moveTo>
                  <a:pt x="756778" y="256107"/>
                </a:moveTo>
                <a:lnTo>
                  <a:pt x="787600" y="256107"/>
                </a:lnTo>
                <a:lnTo>
                  <a:pt x="787600" y="258327"/>
                </a:lnTo>
                <a:lnTo>
                  <a:pt x="756778" y="258327"/>
                </a:lnTo>
                <a:close/>
                <a:moveTo>
                  <a:pt x="181162" y="256847"/>
                </a:moveTo>
                <a:lnTo>
                  <a:pt x="212400" y="256847"/>
                </a:lnTo>
                <a:lnTo>
                  <a:pt x="212400" y="258327"/>
                </a:lnTo>
                <a:lnTo>
                  <a:pt x="181162" y="258327"/>
                </a:lnTo>
                <a:close/>
                <a:moveTo>
                  <a:pt x="823420" y="256847"/>
                </a:moveTo>
                <a:lnTo>
                  <a:pt x="854658" y="256847"/>
                </a:lnTo>
                <a:lnTo>
                  <a:pt x="854658" y="258327"/>
                </a:lnTo>
                <a:lnTo>
                  <a:pt x="823420" y="258327"/>
                </a:lnTo>
                <a:close/>
                <a:moveTo>
                  <a:pt x="429818" y="258327"/>
                </a:moveTo>
                <a:lnTo>
                  <a:pt x="508538" y="258327"/>
                </a:lnTo>
                <a:lnTo>
                  <a:pt x="508538" y="259067"/>
                </a:lnTo>
                <a:lnTo>
                  <a:pt x="429818" y="259067"/>
                </a:lnTo>
                <a:close/>
                <a:moveTo>
                  <a:pt x="756778" y="258327"/>
                </a:moveTo>
                <a:lnTo>
                  <a:pt x="787183" y="258327"/>
                </a:lnTo>
                <a:lnTo>
                  <a:pt x="787183" y="259067"/>
                </a:lnTo>
                <a:lnTo>
                  <a:pt x="756778" y="259067"/>
                </a:lnTo>
                <a:close/>
                <a:moveTo>
                  <a:pt x="535612" y="258327"/>
                </a:moveTo>
                <a:lnTo>
                  <a:pt x="614332" y="258327"/>
                </a:lnTo>
                <a:lnTo>
                  <a:pt x="614332" y="259067"/>
                </a:lnTo>
                <a:lnTo>
                  <a:pt x="535612" y="259067"/>
                </a:lnTo>
                <a:close/>
                <a:moveTo>
                  <a:pt x="705548" y="258327"/>
                </a:moveTo>
                <a:lnTo>
                  <a:pt x="742617" y="258327"/>
                </a:lnTo>
                <a:lnTo>
                  <a:pt x="742617" y="259067"/>
                </a:lnTo>
                <a:lnTo>
                  <a:pt x="705548" y="259067"/>
                </a:lnTo>
                <a:close/>
                <a:moveTo>
                  <a:pt x="324025" y="258327"/>
                </a:moveTo>
                <a:lnTo>
                  <a:pt x="404411" y="258327"/>
                </a:lnTo>
                <a:lnTo>
                  <a:pt x="404411" y="259067"/>
                </a:lnTo>
                <a:lnTo>
                  <a:pt x="324025" y="259067"/>
                </a:lnTo>
                <a:close/>
                <a:moveTo>
                  <a:pt x="823420" y="258327"/>
                </a:moveTo>
                <a:lnTo>
                  <a:pt x="855075" y="258327"/>
                </a:lnTo>
                <a:lnTo>
                  <a:pt x="855075" y="259808"/>
                </a:lnTo>
                <a:lnTo>
                  <a:pt x="823420" y="259808"/>
                </a:lnTo>
                <a:close/>
                <a:moveTo>
                  <a:pt x="274876" y="258327"/>
                </a:moveTo>
                <a:lnTo>
                  <a:pt x="313195" y="258327"/>
                </a:lnTo>
                <a:lnTo>
                  <a:pt x="313195" y="259808"/>
                </a:lnTo>
                <a:lnTo>
                  <a:pt x="274876" y="259808"/>
                </a:lnTo>
                <a:close/>
                <a:moveTo>
                  <a:pt x="181162" y="258327"/>
                </a:moveTo>
                <a:lnTo>
                  <a:pt x="212817" y="258327"/>
                </a:lnTo>
                <a:lnTo>
                  <a:pt x="212817" y="259808"/>
                </a:lnTo>
                <a:lnTo>
                  <a:pt x="181162" y="259808"/>
                </a:lnTo>
                <a:close/>
                <a:moveTo>
                  <a:pt x="917135" y="258327"/>
                </a:moveTo>
                <a:lnTo>
                  <a:pt x="955453" y="258327"/>
                </a:lnTo>
                <a:lnTo>
                  <a:pt x="955453" y="259808"/>
                </a:lnTo>
                <a:lnTo>
                  <a:pt x="917135" y="259808"/>
                </a:lnTo>
                <a:close/>
                <a:moveTo>
                  <a:pt x="536028" y="259067"/>
                </a:moveTo>
                <a:lnTo>
                  <a:pt x="614332" y="259067"/>
                </a:lnTo>
                <a:lnTo>
                  <a:pt x="614332" y="259808"/>
                </a:lnTo>
                <a:lnTo>
                  <a:pt x="536028" y="259808"/>
                </a:lnTo>
                <a:close/>
                <a:moveTo>
                  <a:pt x="430235" y="259067"/>
                </a:moveTo>
                <a:lnTo>
                  <a:pt x="508122" y="259067"/>
                </a:lnTo>
                <a:lnTo>
                  <a:pt x="508122" y="259808"/>
                </a:lnTo>
                <a:lnTo>
                  <a:pt x="430235" y="259808"/>
                </a:lnTo>
                <a:close/>
                <a:moveTo>
                  <a:pt x="641822" y="257587"/>
                </a:moveTo>
                <a:lnTo>
                  <a:pt x="678891" y="257587"/>
                </a:lnTo>
                <a:lnTo>
                  <a:pt x="678891" y="259808"/>
                </a:lnTo>
                <a:lnTo>
                  <a:pt x="641822" y="259808"/>
                </a:lnTo>
                <a:close/>
                <a:moveTo>
                  <a:pt x="324025" y="259067"/>
                </a:moveTo>
                <a:lnTo>
                  <a:pt x="403994" y="259067"/>
                </a:lnTo>
                <a:lnTo>
                  <a:pt x="403994" y="259808"/>
                </a:lnTo>
                <a:lnTo>
                  <a:pt x="324025" y="259808"/>
                </a:lnTo>
                <a:close/>
                <a:moveTo>
                  <a:pt x="36633" y="257587"/>
                </a:moveTo>
                <a:lnTo>
                  <a:pt x="144925" y="257587"/>
                </a:lnTo>
                <a:lnTo>
                  <a:pt x="144925" y="260548"/>
                </a:lnTo>
                <a:lnTo>
                  <a:pt x="36633" y="260548"/>
                </a:lnTo>
                <a:close/>
                <a:moveTo>
                  <a:pt x="324025" y="259808"/>
                </a:moveTo>
                <a:lnTo>
                  <a:pt x="403578" y="259808"/>
                </a:lnTo>
                <a:lnTo>
                  <a:pt x="403578" y="260548"/>
                </a:lnTo>
                <a:lnTo>
                  <a:pt x="324025" y="260548"/>
                </a:lnTo>
                <a:close/>
                <a:moveTo>
                  <a:pt x="430235" y="259808"/>
                </a:moveTo>
                <a:lnTo>
                  <a:pt x="507705" y="259808"/>
                </a:lnTo>
                <a:lnTo>
                  <a:pt x="507705" y="260548"/>
                </a:lnTo>
                <a:lnTo>
                  <a:pt x="430235" y="260548"/>
                </a:lnTo>
                <a:close/>
                <a:moveTo>
                  <a:pt x="275293" y="259808"/>
                </a:moveTo>
                <a:lnTo>
                  <a:pt x="313195" y="259808"/>
                </a:lnTo>
                <a:lnTo>
                  <a:pt x="313195" y="260548"/>
                </a:lnTo>
                <a:lnTo>
                  <a:pt x="275293" y="260548"/>
                </a:lnTo>
                <a:close/>
                <a:moveTo>
                  <a:pt x="917551" y="259808"/>
                </a:moveTo>
                <a:lnTo>
                  <a:pt x="955453" y="259808"/>
                </a:lnTo>
                <a:lnTo>
                  <a:pt x="955453" y="260548"/>
                </a:lnTo>
                <a:lnTo>
                  <a:pt x="917551" y="260548"/>
                </a:lnTo>
                <a:close/>
                <a:moveTo>
                  <a:pt x="536445" y="259808"/>
                </a:moveTo>
                <a:lnTo>
                  <a:pt x="613915" y="259808"/>
                </a:lnTo>
                <a:lnTo>
                  <a:pt x="613915" y="260548"/>
                </a:lnTo>
                <a:lnTo>
                  <a:pt x="536445" y="260548"/>
                </a:lnTo>
                <a:close/>
                <a:moveTo>
                  <a:pt x="756362" y="259067"/>
                </a:moveTo>
                <a:lnTo>
                  <a:pt x="787183" y="259067"/>
                </a:lnTo>
                <a:lnTo>
                  <a:pt x="787183" y="260548"/>
                </a:lnTo>
                <a:lnTo>
                  <a:pt x="756362" y="260548"/>
                </a:lnTo>
                <a:close/>
                <a:moveTo>
                  <a:pt x="536445" y="260548"/>
                </a:moveTo>
                <a:lnTo>
                  <a:pt x="613499" y="260548"/>
                </a:lnTo>
                <a:lnTo>
                  <a:pt x="613499" y="261288"/>
                </a:lnTo>
                <a:lnTo>
                  <a:pt x="536445" y="261288"/>
                </a:lnTo>
                <a:close/>
                <a:moveTo>
                  <a:pt x="430651" y="260548"/>
                </a:moveTo>
                <a:lnTo>
                  <a:pt x="507289" y="260548"/>
                </a:lnTo>
                <a:lnTo>
                  <a:pt x="507289" y="261288"/>
                </a:lnTo>
                <a:lnTo>
                  <a:pt x="430651" y="261288"/>
                </a:lnTo>
                <a:close/>
                <a:moveTo>
                  <a:pt x="181578" y="259808"/>
                </a:moveTo>
                <a:lnTo>
                  <a:pt x="213233" y="259808"/>
                </a:lnTo>
                <a:lnTo>
                  <a:pt x="213233" y="262028"/>
                </a:lnTo>
                <a:lnTo>
                  <a:pt x="181578" y="262028"/>
                </a:lnTo>
                <a:close/>
                <a:moveTo>
                  <a:pt x="823836" y="259808"/>
                </a:moveTo>
                <a:lnTo>
                  <a:pt x="855491" y="259808"/>
                </a:lnTo>
                <a:lnTo>
                  <a:pt x="855491" y="262028"/>
                </a:lnTo>
                <a:lnTo>
                  <a:pt x="823836" y="262028"/>
                </a:lnTo>
                <a:close/>
                <a:moveTo>
                  <a:pt x="705964" y="259067"/>
                </a:moveTo>
                <a:lnTo>
                  <a:pt x="742617" y="259067"/>
                </a:lnTo>
                <a:lnTo>
                  <a:pt x="742617" y="262028"/>
                </a:lnTo>
                <a:lnTo>
                  <a:pt x="705964" y="262028"/>
                </a:lnTo>
                <a:close/>
                <a:moveTo>
                  <a:pt x="536861" y="261288"/>
                </a:moveTo>
                <a:lnTo>
                  <a:pt x="613082" y="261288"/>
                </a:lnTo>
                <a:lnTo>
                  <a:pt x="613082" y="262028"/>
                </a:lnTo>
                <a:lnTo>
                  <a:pt x="536861" y="262028"/>
                </a:lnTo>
                <a:close/>
                <a:moveTo>
                  <a:pt x="324025" y="260548"/>
                </a:moveTo>
                <a:lnTo>
                  <a:pt x="403161" y="260548"/>
                </a:lnTo>
                <a:lnTo>
                  <a:pt x="403161" y="262028"/>
                </a:lnTo>
                <a:lnTo>
                  <a:pt x="324025" y="262028"/>
                </a:lnTo>
                <a:close/>
                <a:moveTo>
                  <a:pt x="275709" y="260548"/>
                </a:moveTo>
                <a:lnTo>
                  <a:pt x="313195" y="260548"/>
                </a:lnTo>
                <a:lnTo>
                  <a:pt x="313195" y="262028"/>
                </a:lnTo>
                <a:lnTo>
                  <a:pt x="275709" y="262028"/>
                </a:lnTo>
                <a:close/>
                <a:moveTo>
                  <a:pt x="431068" y="261288"/>
                </a:moveTo>
                <a:lnTo>
                  <a:pt x="506872" y="261288"/>
                </a:lnTo>
                <a:lnTo>
                  <a:pt x="506872" y="262028"/>
                </a:lnTo>
                <a:lnTo>
                  <a:pt x="431068" y="262028"/>
                </a:lnTo>
                <a:close/>
                <a:moveTo>
                  <a:pt x="917968" y="260548"/>
                </a:moveTo>
                <a:lnTo>
                  <a:pt x="955453" y="260548"/>
                </a:lnTo>
                <a:lnTo>
                  <a:pt x="955453" y="262028"/>
                </a:lnTo>
                <a:lnTo>
                  <a:pt x="917968" y="262028"/>
                </a:lnTo>
                <a:close/>
                <a:moveTo>
                  <a:pt x="324025" y="262028"/>
                </a:moveTo>
                <a:lnTo>
                  <a:pt x="402328" y="262028"/>
                </a:lnTo>
                <a:lnTo>
                  <a:pt x="402328" y="262768"/>
                </a:lnTo>
                <a:lnTo>
                  <a:pt x="324025" y="262768"/>
                </a:lnTo>
                <a:close/>
                <a:moveTo>
                  <a:pt x="918384" y="262028"/>
                </a:moveTo>
                <a:lnTo>
                  <a:pt x="955453" y="262028"/>
                </a:lnTo>
                <a:lnTo>
                  <a:pt x="955453" y="262768"/>
                </a:lnTo>
                <a:lnTo>
                  <a:pt x="918384" y="262768"/>
                </a:lnTo>
                <a:close/>
                <a:moveTo>
                  <a:pt x="537278" y="262028"/>
                </a:moveTo>
                <a:lnTo>
                  <a:pt x="612666" y="262028"/>
                </a:lnTo>
                <a:lnTo>
                  <a:pt x="612666" y="262768"/>
                </a:lnTo>
                <a:lnTo>
                  <a:pt x="537278" y="262768"/>
                </a:lnTo>
                <a:close/>
                <a:moveTo>
                  <a:pt x="755945" y="260548"/>
                </a:moveTo>
                <a:lnTo>
                  <a:pt x="786767" y="260548"/>
                </a:lnTo>
                <a:lnTo>
                  <a:pt x="786767" y="262768"/>
                </a:lnTo>
                <a:lnTo>
                  <a:pt x="755945" y="262768"/>
                </a:lnTo>
                <a:close/>
                <a:moveTo>
                  <a:pt x="642238" y="259808"/>
                </a:moveTo>
                <a:lnTo>
                  <a:pt x="678474" y="259808"/>
                </a:lnTo>
                <a:lnTo>
                  <a:pt x="678474" y="262768"/>
                </a:lnTo>
                <a:lnTo>
                  <a:pt x="642238" y="262768"/>
                </a:lnTo>
                <a:close/>
                <a:moveTo>
                  <a:pt x="431484" y="262028"/>
                </a:moveTo>
                <a:lnTo>
                  <a:pt x="506872" y="262028"/>
                </a:lnTo>
                <a:lnTo>
                  <a:pt x="506872" y="262768"/>
                </a:lnTo>
                <a:lnTo>
                  <a:pt x="431484" y="262768"/>
                </a:lnTo>
                <a:close/>
                <a:moveTo>
                  <a:pt x="276126" y="262028"/>
                </a:moveTo>
                <a:lnTo>
                  <a:pt x="313195" y="262028"/>
                </a:lnTo>
                <a:lnTo>
                  <a:pt x="313195" y="263509"/>
                </a:lnTo>
                <a:lnTo>
                  <a:pt x="276126" y="263509"/>
                </a:lnTo>
                <a:close/>
                <a:moveTo>
                  <a:pt x="36633" y="260548"/>
                </a:moveTo>
                <a:lnTo>
                  <a:pt x="144509" y="260548"/>
                </a:lnTo>
                <a:lnTo>
                  <a:pt x="144509" y="263509"/>
                </a:lnTo>
                <a:lnTo>
                  <a:pt x="36633" y="263509"/>
                </a:lnTo>
                <a:close/>
                <a:moveTo>
                  <a:pt x="755529" y="262768"/>
                </a:moveTo>
                <a:lnTo>
                  <a:pt x="786767" y="262768"/>
                </a:lnTo>
                <a:lnTo>
                  <a:pt x="786767" y="263509"/>
                </a:lnTo>
                <a:lnTo>
                  <a:pt x="755529" y="263509"/>
                </a:lnTo>
                <a:close/>
                <a:moveTo>
                  <a:pt x="537694" y="262768"/>
                </a:moveTo>
                <a:lnTo>
                  <a:pt x="612249" y="262768"/>
                </a:lnTo>
                <a:lnTo>
                  <a:pt x="612249" y="263509"/>
                </a:lnTo>
                <a:lnTo>
                  <a:pt x="537694" y="263509"/>
                </a:lnTo>
                <a:close/>
                <a:moveTo>
                  <a:pt x="642238" y="262768"/>
                </a:moveTo>
                <a:lnTo>
                  <a:pt x="678058" y="262768"/>
                </a:lnTo>
                <a:lnTo>
                  <a:pt x="678058" y="263509"/>
                </a:lnTo>
                <a:lnTo>
                  <a:pt x="642238" y="263509"/>
                </a:lnTo>
                <a:close/>
                <a:moveTo>
                  <a:pt x="431901" y="262768"/>
                </a:moveTo>
                <a:lnTo>
                  <a:pt x="506456" y="262768"/>
                </a:lnTo>
                <a:lnTo>
                  <a:pt x="506456" y="263509"/>
                </a:lnTo>
                <a:lnTo>
                  <a:pt x="431901" y="263509"/>
                </a:lnTo>
                <a:close/>
                <a:moveTo>
                  <a:pt x="276542" y="263509"/>
                </a:moveTo>
                <a:lnTo>
                  <a:pt x="313195" y="263509"/>
                </a:lnTo>
                <a:lnTo>
                  <a:pt x="313195" y="264249"/>
                </a:lnTo>
                <a:lnTo>
                  <a:pt x="276542" y="264249"/>
                </a:lnTo>
                <a:close/>
                <a:moveTo>
                  <a:pt x="432317" y="263509"/>
                </a:moveTo>
                <a:lnTo>
                  <a:pt x="506039" y="263509"/>
                </a:lnTo>
                <a:lnTo>
                  <a:pt x="506039" y="264249"/>
                </a:lnTo>
                <a:lnTo>
                  <a:pt x="432317" y="264249"/>
                </a:lnTo>
                <a:close/>
                <a:moveTo>
                  <a:pt x="324025" y="262768"/>
                </a:moveTo>
                <a:lnTo>
                  <a:pt x="401912" y="262768"/>
                </a:lnTo>
                <a:lnTo>
                  <a:pt x="401912" y="264249"/>
                </a:lnTo>
                <a:lnTo>
                  <a:pt x="324025" y="264249"/>
                </a:lnTo>
                <a:close/>
                <a:moveTo>
                  <a:pt x="538111" y="263509"/>
                </a:moveTo>
                <a:lnTo>
                  <a:pt x="611833" y="263509"/>
                </a:lnTo>
                <a:lnTo>
                  <a:pt x="611833" y="264249"/>
                </a:lnTo>
                <a:lnTo>
                  <a:pt x="538111" y="264249"/>
                </a:lnTo>
                <a:close/>
                <a:moveTo>
                  <a:pt x="706381" y="262028"/>
                </a:moveTo>
                <a:lnTo>
                  <a:pt x="742200" y="262028"/>
                </a:lnTo>
                <a:lnTo>
                  <a:pt x="742200" y="264249"/>
                </a:lnTo>
                <a:lnTo>
                  <a:pt x="706381" y="264249"/>
                </a:lnTo>
                <a:close/>
                <a:moveTo>
                  <a:pt x="918801" y="262768"/>
                </a:moveTo>
                <a:lnTo>
                  <a:pt x="955453" y="262768"/>
                </a:lnTo>
                <a:lnTo>
                  <a:pt x="955453" y="264249"/>
                </a:lnTo>
                <a:lnTo>
                  <a:pt x="918801" y="264249"/>
                </a:lnTo>
                <a:close/>
                <a:moveTo>
                  <a:pt x="824253" y="262028"/>
                </a:moveTo>
                <a:lnTo>
                  <a:pt x="855908" y="262028"/>
                </a:lnTo>
                <a:lnTo>
                  <a:pt x="855908" y="264249"/>
                </a:lnTo>
                <a:lnTo>
                  <a:pt x="824253" y="264249"/>
                </a:lnTo>
                <a:close/>
                <a:moveTo>
                  <a:pt x="181995" y="262028"/>
                </a:moveTo>
                <a:lnTo>
                  <a:pt x="213650" y="262028"/>
                </a:lnTo>
                <a:lnTo>
                  <a:pt x="213650" y="264249"/>
                </a:lnTo>
                <a:lnTo>
                  <a:pt x="181995" y="264249"/>
                </a:lnTo>
                <a:close/>
                <a:moveTo>
                  <a:pt x="324025" y="264249"/>
                </a:moveTo>
                <a:lnTo>
                  <a:pt x="401079" y="264249"/>
                </a:lnTo>
                <a:lnTo>
                  <a:pt x="401079" y="264989"/>
                </a:lnTo>
                <a:lnTo>
                  <a:pt x="324025" y="264989"/>
                </a:lnTo>
                <a:close/>
                <a:moveTo>
                  <a:pt x="706797" y="264249"/>
                </a:moveTo>
                <a:lnTo>
                  <a:pt x="742200" y="264249"/>
                </a:lnTo>
                <a:lnTo>
                  <a:pt x="742200" y="264989"/>
                </a:lnTo>
                <a:lnTo>
                  <a:pt x="706797" y="264989"/>
                </a:lnTo>
                <a:close/>
                <a:moveTo>
                  <a:pt x="432734" y="264249"/>
                </a:moveTo>
                <a:lnTo>
                  <a:pt x="505623" y="264249"/>
                </a:lnTo>
                <a:lnTo>
                  <a:pt x="505623" y="264989"/>
                </a:lnTo>
                <a:lnTo>
                  <a:pt x="432734" y="264989"/>
                </a:lnTo>
                <a:close/>
                <a:moveTo>
                  <a:pt x="538527" y="264249"/>
                </a:moveTo>
                <a:lnTo>
                  <a:pt x="611416" y="264249"/>
                </a:lnTo>
                <a:lnTo>
                  <a:pt x="611416" y="264989"/>
                </a:lnTo>
                <a:lnTo>
                  <a:pt x="538527" y="264989"/>
                </a:lnTo>
                <a:close/>
                <a:moveTo>
                  <a:pt x="181995" y="264249"/>
                </a:moveTo>
                <a:lnTo>
                  <a:pt x="214066" y="264249"/>
                </a:lnTo>
                <a:lnTo>
                  <a:pt x="214066" y="264989"/>
                </a:lnTo>
                <a:lnTo>
                  <a:pt x="181995" y="264989"/>
                </a:lnTo>
                <a:close/>
                <a:moveTo>
                  <a:pt x="824253" y="264249"/>
                </a:moveTo>
                <a:lnTo>
                  <a:pt x="856324" y="264249"/>
                </a:lnTo>
                <a:lnTo>
                  <a:pt x="856324" y="264989"/>
                </a:lnTo>
                <a:lnTo>
                  <a:pt x="824253" y="264989"/>
                </a:lnTo>
                <a:close/>
                <a:moveTo>
                  <a:pt x="755529" y="263509"/>
                </a:moveTo>
                <a:lnTo>
                  <a:pt x="786350" y="263509"/>
                </a:lnTo>
                <a:lnTo>
                  <a:pt x="786350" y="264989"/>
                </a:lnTo>
                <a:lnTo>
                  <a:pt x="755529" y="264989"/>
                </a:lnTo>
                <a:close/>
                <a:moveTo>
                  <a:pt x="276959" y="264249"/>
                </a:moveTo>
                <a:lnTo>
                  <a:pt x="313195" y="264249"/>
                </a:lnTo>
                <a:lnTo>
                  <a:pt x="313195" y="265729"/>
                </a:lnTo>
                <a:lnTo>
                  <a:pt x="276959" y="265729"/>
                </a:lnTo>
                <a:close/>
                <a:moveTo>
                  <a:pt x="919217" y="264249"/>
                </a:moveTo>
                <a:lnTo>
                  <a:pt x="955453" y="264249"/>
                </a:lnTo>
                <a:lnTo>
                  <a:pt x="955453" y="265729"/>
                </a:lnTo>
                <a:lnTo>
                  <a:pt x="919217" y="265729"/>
                </a:lnTo>
                <a:close/>
                <a:moveTo>
                  <a:pt x="538944" y="264989"/>
                </a:moveTo>
                <a:lnTo>
                  <a:pt x="611000" y="264989"/>
                </a:lnTo>
                <a:lnTo>
                  <a:pt x="611000" y="265729"/>
                </a:lnTo>
                <a:lnTo>
                  <a:pt x="538944" y="265729"/>
                </a:lnTo>
                <a:close/>
                <a:moveTo>
                  <a:pt x="433150" y="264989"/>
                </a:moveTo>
                <a:lnTo>
                  <a:pt x="505206" y="264989"/>
                </a:lnTo>
                <a:lnTo>
                  <a:pt x="505206" y="265729"/>
                </a:lnTo>
                <a:lnTo>
                  <a:pt x="433150" y="265729"/>
                </a:lnTo>
                <a:close/>
                <a:moveTo>
                  <a:pt x="36633" y="263509"/>
                </a:moveTo>
                <a:lnTo>
                  <a:pt x="144092" y="263509"/>
                </a:lnTo>
                <a:lnTo>
                  <a:pt x="144092" y="265729"/>
                </a:lnTo>
                <a:lnTo>
                  <a:pt x="36633" y="265729"/>
                </a:lnTo>
                <a:close/>
                <a:moveTo>
                  <a:pt x="755112" y="264989"/>
                </a:moveTo>
                <a:lnTo>
                  <a:pt x="786350" y="264989"/>
                </a:lnTo>
                <a:lnTo>
                  <a:pt x="786350" y="265729"/>
                </a:lnTo>
                <a:lnTo>
                  <a:pt x="755112" y="265729"/>
                </a:lnTo>
                <a:close/>
                <a:moveTo>
                  <a:pt x="642655" y="263509"/>
                </a:moveTo>
                <a:lnTo>
                  <a:pt x="678058" y="263509"/>
                </a:lnTo>
                <a:lnTo>
                  <a:pt x="678058" y="265729"/>
                </a:lnTo>
                <a:lnTo>
                  <a:pt x="642655" y="265729"/>
                </a:lnTo>
                <a:close/>
                <a:moveTo>
                  <a:pt x="824669" y="264989"/>
                </a:moveTo>
                <a:lnTo>
                  <a:pt x="856324" y="264989"/>
                </a:lnTo>
                <a:lnTo>
                  <a:pt x="856324" y="266469"/>
                </a:lnTo>
                <a:lnTo>
                  <a:pt x="824669" y="266469"/>
                </a:lnTo>
                <a:close/>
                <a:moveTo>
                  <a:pt x="324025" y="264989"/>
                </a:moveTo>
                <a:lnTo>
                  <a:pt x="400662" y="264989"/>
                </a:lnTo>
                <a:lnTo>
                  <a:pt x="400662" y="266469"/>
                </a:lnTo>
                <a:lnTo>
                  <a:pt x="324025" y="266469"/>
                </a:lnTo>
                <a:close/>
                <a:moveTo>
                  <a:pt x="182411" y="264989"/>
                </a:moveTo>
                <a:lnTo>
                  <a:pt x="214066" y="264989"/>
                </a:lnTo>
                <a:lnTo>
                  <a:pt x="214066" y="266469"/>
                </a:lnTo>
                <a:lnTo>
                  <a:pt x="182411" y="266469"/>
                </a:lnTo>
                <a:close/>
                <a:moveTo>
                  <a:pt x="277376" y="265729"/>
                </a:moveTo>
                <a:lnTo>
                  <a:pt x="313195" y="265729"/>
                </a:lnTo>
                <a:lnTo>
                  <a:pt x="313195" y="266469"/>
                </a:lnTo>
                <a:lnTo>
                  <a:pt x="277376" y="266469"/>
                </a:lnTo>
                <a:close/>
                <a:moveTo>
                  <a:pt x="919634" y="265729"/>
                </a:moveTo>
                <a:lnTo>
                  <a:pt x="955453" y="265729"/>
                </a:lnTo>
                <a:lnTo>
                  <a:pt x="955453" y="266469"/>
                </a:lnTo>
                <a:lnTo>
                  <a:pt x="919634" y="266469"/>
                </a:lnTo>
                <a:close/>
                <a:moveTo>
                  <a:pt x="433567" y="265729"/>
                </a:moveTo>
                <a:lnTo>
                  <a:pt x="504790" y="265729"/>
                </a:lnTo>
                <a:lnTo>
                  <a:pt x="504790" y="266469"/>
                </a:lnTo>
                <a:lnTo>
                  <a:pt x="433567" y="266469"/>
                </a:lnTo>
                <a:close/>
                <a:moveTo>
                  <a:pt x="539360" y="265729"/>
                </a:moveTo>
                <a:lnTo>
                  <a:pt x="610583" y="265729"/>
                </a:lnTo>
                <a:lnTo>
                  <a:pt x="610583" y="266469"/>
                </a:lnTo>
                <a:lnTo>
                  <a:pt x="539360" y="266469"/>
                </a:lnTo>
                <a:close/>
                <a:moveTo>
                  <a:pt x="755112" y="265729"/>
                </a:moveTo>
                <a:lnTo>
                  <a:pt x="785934" y="265729"/>
                </a:lnTo>
                <a:lnTo>
                  <a:pt x="785934" y="267209"/>
                </a:lnTo>
                <a:lnTo>
                  <a:pt x="755112" y="267209"/>
                </a:lnTo>
                <a:close/>
                <a:moveTo>
                  <a:pt x="642655" y="265729"/>
                </a:moveTo>
                <a:lnTo>
                  <a:pt x="677641" y="265729"/>
                </a:lnTo>
                <a:lnTo>
                  <a:pt x="677641" y="267209"/>
                </a:lnTo>
                <a:lnTo>
                  <a:pt x="642655" y="267209"/>
                </a:lnTo>
                <a:close/>
                <a:moveTo>
                  <a:pt x="706797" y="264989"/>
                </a:moveTo>
                <a:lnTo>
                  <a:pt x="741784" y="264989"/>
                </a:lnTo>
                <a:lnTo>
                  <a:pt x="741784" y="267209"/>
                </a:lnTo>
                <a:lnTo>
                  <a:pt x="706797" y="267209"/>
                </a:lnTo>
                <a:close/>
                <a:moveTo>
                  <a:pt x="539777" y="266469"/>
                </a:moveTo>
                <a:lnTo>
                  <a:pt x="610167" y="266469"/>
                </a:lnTo>
                <a:lnTo>
                  <a:pt x="610167" y="267209"/>
                </a:lnTo>
                <a:lnTo>
                  <a:pt x="539777" y="267209"/>
                </a:lnTo>
                <a:close/>
                <a:moveTo>
                  <a:pt x="324025" y="266469"/>
                </a:moveTo>
                <a:lnTo>
                  <a:pt x="399829" y="266469"/>
                </a:lnTo>
                <a:lnTo>
                  <a:pt x="399829" y="267209"/>
                </a:lnTo>
                <a:lnTo>
                  <a:pt x="324025" y="267209"/>
                </a:lnTo>
                <a:close/>
                <a:moveTo>
                  <a:pt x="433567" y="266469"/>
                </a:moveTo>
                <a:lnTo>
                  <a:pt x="504373" y="266469"/>
                </a:lnTo>
                <a:lnTo>
                  <a:pt x="504373" y="267209"/>
                </a:lnTo>
                <a:lnTo>
                  <a:pt x="433567" y="267209"/>
                </a:lnTo>
                <a:close/>
                <a:moveTo>
                  <a:pt x="182411" y="266469"/>
                </a:moveTo>
                <a:lnTo>
                  <a:pt x="214483" y="266469"/>
                </a:lnTo>
                <a:lnTo>
                  <a:pt x="214483" y="267209"/>
                </a:lnTo>
                <a:lnTo>
                  <a:pt x="182411" y="267209"/>
                </a:lnTo>
                <a:close/>
                <a:moveTo>
                  <a:pt x="540610" y="267209"/>
                </a:moveTo>
                <a:lnTo>
                  <a:pt x="609334" y="267209"/>
                </a:lnTo>
                <a:lnTo>
                  <a:pt x="609334" y="267950"/>
                </a:lnTo>
                <a:lnTo>
                  <a:pt x="540610" y="267950"/>
                </a:lnTo>
                <a:close/>
                <a:moveTo>
                  <a:pt x="277792" y="266469"/>
                </a:moveTo>
                <a:lnTo>
                  <a:pt x="313195" y="266469"/>
                </a:lnTo>
                <a:lnTo>
                  <a:pt x="313195" y="267950"/>
                </a:lnTo>
                <a:lnTo>
                  <a:pt x="277792" y="267950"/>
                </a:lnTo>
                <a:close/>
                <a:moveTo>
                  <a:pt x="920050" y="266469"/>
                </a:moveTo>
                <a:lnTo>
                  <a:pt x="955453" y="266469"/>
                </a:lnTo>
                <a:lnTo>
                  <a:pt x="955453" y="267950"/>
                </a:lnTo>
                <a:lnTo>
                  <a:pt x="920050" y="267950"/>
                </a:lnTo>
                <a:close/>
                <a:moveTo>
                  <a:pt x="324025" y="267209"/>
                </a:moveTo>
                <a:lnTo>
                  <a:pt x="399413" y="267209"/>
                </a:lnTo>
                <a:lnTo>
                  <a:pt x="399413" y="267950"/>
                </a:lnTo>
                <a:lnTo>
                  <a:pt x="324025" y="267950"/>
                </a:lnTo>
                <a:close/>
                <a:moveTo>
                  <a:pt x="433983" y="267209"/>
                </a:moveTo>
                <a:lnTo>
                  <a:pt x="503957" y="267209"/>
                </a:lnTo>
                <a:lnTo>
                  <a:pt x="503957" y="267950"/>
                </a:lnTo>
                <a:lnTo>
                  <a:pt x="433983" y="267950"/>
                </a:lnTo>
                <a:close/>
                <a:moveTo>
                  <a:pt x="824669" y="266469"/>
                </a:moveTo>
                <a:lnTo>
                  <a:pt x="856741" y="266469"/>
                </a:lnTo>
                <a:lnTo>
                  <a:pt x="856741" y="267950"/>
                </a:lnTo>
                <a:lnTo>
                  <a:pt x="824669" y="267950"/>
                </a:lnTo>
                <a:close/>
                <a:moveTo>
                  <a:pt x="182828" y="267209"/>
                </a:moveTo>
                <a:lnTo>
                  <a:pt x="214483" y="267209"/>
                </a:lnTo>
                <a:lnTo>
                  <a:pt x="214483" y="268690"/>
                </a:lnTo>
                <a:lnTo>
                  <a:pt x="182828" y="268690"/>
                </a:lnTo>
                <a:close/>
                <a:moveTo>
                  <a:pt x="278209" y="267950"/>
                </a:moveTo>
                <a:lnTo>
                  <a:pt x="313195" y="267950"/>
                </a:lnTo>
                <a:lnTo>
                  <a:pt x="313195" y="268690"/>
                </a:lnTo>
                <a:lnTo>
                  <a:pt x="278209" y="268690"/>
                </a:lnTo>
                <a:close/>
                <a:moveTo>
                  <a:pt x="434400" y="267950"/>
                </a:moveTo>
                <a:lnTo>
                  <a:pt x="503540" y="267950"/>
                </a:lnTo>
                <a:lnTo>
                  <a:pt x="503540" y="268690"/>
                </a:lnTo>
                <a:lnTo>
                  <a:pt x="434400" y="268690"/>
                </a:lnTo>
                <a:close/>
                <a:moveTo>
                  <a:pt x="541026" y="267950"/>
                </a:moveTo>
                <a:lnTo>
                  <a:pt x="608917" y="267950"/>
                </a:lnTo>
                <a:lnTo>
                  <a:pt x="608917" y="268690"/>
                </a:lnTo>
                <a:lnTo>
                  <a:pt x="541026" y="268690"/>
                </a:lnTo>
                <a:close/>
                <a:moveTo>
                  <a:pt x="825086" y="267950"/>
                </a:moveTo>
                <a:lnTo>
                  <a:pt x="856741" y="267950"/>
                </a:lnTo>
                <a:lnTo>
                  <a:pt x="856741" y="268690"/>
                </a:lnTo>
                <a:lnTo>
                  <a:pt x="825086" y="268690"/>
                </a:lnTo>
                <a:close/>
                <a:moveTo>
                  <a:pt x="324025" y="267950"/>
                </a:moveTo>
                <a:lnTo>
                  <a:pt x="398996" y="267950"/>
                </a:lnTo>
                <a:lnTo>
                  <a:pt x="398996" y="268690"/>
                </a:lnTo>
                <a:lnTo>
                  <a:pt x="324025" y="268690"/>
                </a:lnTo>
                <a:close/>
                <a:moveTo>
                  <a:pt x="920467" y="267950"/>
                </a:moveTo>
                <a:lnTo>
                  <a:pt x="955453" y="267950"/>
                </a:lnTo>
                <a:lnTo>
                  <a:pt x="955453" y="268690"/>
                </a:lnTo>
                <a:lnTo>
                  <a:pt x="920467" y="268690"/>
                </a:lnTo>
                <a:close/>
                <a:moveTo>
                  <a:pt x="643071" y="267209"/>
                </a:moveTo>
                <a:lnTo>
                  <a:pt x="677641" y="267209"/>
                </a:lnTo>
                <a:lnTo>
                  <a:pt x="677641" y="268690"/>
                </a:lnTo>
                <a:lnTo>
                  <a:pt x="643071" y="268690"/>
                </a:lnTo>
                <a:close/>
                <a:moveTo>
                  <a:pt x="36633" y="265729"/>
                </a:moveTo>
                <a:lnTo>
                  <a:pt x="143676" y="265729"/>
                </a:lnTo>
                <a:lnTo>
                  <a:pt x="143676" y="268690"/>
                </a:lnTo>
                <a:lnTo>
                  <a:pt x="36633" y="268690"/>
                </a:lnTo>
                <a:close/>
                <a:moveTo>
                  <a:pt x="754696" y="267209"/>
                </a:moveTo>
                <a:lnTo>
                  <a:pt x="785934" y="267209"/>
                </a:lnTo>
                <a:lnTo>
                  <a:pt x="785934" y="268690"/>
                </a:lnTo>
                <a:lnTo>
                  <a:pt x="754696" y="268690"/>
                </a:lnTo>
                <a:close/>
                <a:moveTo>
                  <a:pt x="707214" y="267209"/>
                </a:moveTo>
                <a:lnTo>
                  <a:pt x="741784" y="267209"/>
                </a:lnTo>
                <a:lnTo>
                  <a:pt x="741784" y="268690"/>
                </a:lnTo>
                <a:lnTo>
                  <a:pt x="707214" y="268690"/>
                </a:lnTo>
                <a:close/>
                <a:moveTo>
                  <a:pt x="434816" y="268690"/>
                </a:moveTo>
                <a:lnTo>
                  <a:pt x="503124" y="268690"/>
                </a:lnTo>
                <a:lnTo>
                  <a:pt x="503124" y="269430"/>
                </a:lnTo>
                <a:lnTo>
                  <a:pt x="434816" y="269430"/>
                </a:lnTo>
                <a:close/>
                <a:moveTo>
                  <a:pt x="754696" y="268690"/>
                </a:moveTo>
                <a:lnTo>
                  <a:pt x="785517" y="268690"/>
                </a:lnTo>
                <a:lnTo>
                  <a:pt x="785517" y="269430"/>
                </a:lnTo>
                <a:lnTo>
                  <a:pt x="754696" y="269430"/>
                </a:lnTo>
                <a:close/>
                <a:moveTo>
                  <a:pt x="541443" y="268690"/>
                </a:moveTo>
                <a:lnTo>
                  <a:pt x="608501" y="268690"/>
                </a:lnTo>
                <a:lnTo>
                  <a:pt x="608501" y="269430"/>
                </a:lnTo>
                <a:lnTo>
                  <a:pt x="541443" y="269430"/>
                </a:lnTo>
                <a:close/>
                <a:moveTo>
                  <a:pt x="324025" y="268690"/>
                </a:moveTo>
                <a:lnTo>
                  <a:pt x="398580" y="268690"/>
                </a:lnTo>
                <a:lnTo>
                  <a:pt x="398580" y="269430"/>
                </a:lnTo>
                <a:lnTo>
                  <a:pt x="324025" y="269430"/>
                </a:lnTo>
                <a:close/>
                <a:moveTo>
                  <a:pt x="825086" y="268690"/>
                </a:moveTo>
                <a:lnTo>
                  <a:pt x="857157" y="268690"/>
                </a:lnTo>
                <a:lnTo>
                  <a:pt x="857157" y="270170"/>
                </a:lnTo>
                <a:lnTo>
                  <a:pt x="825086" y="270170"/>
                </a:lnTo>
                <a:close/>
                <a:moveTo>
                  <a:pt x="541859" y="269430"/>
                </a:moveTo>
                <a:lnTo>
                  <a:pt x="608084" y="269430"/>
                </a:lnTo>
                <a:lnTo>
                  <a:pt x="608084" y="270170"/>
                </a:lnTo>
                <a:lnTo>
                  <a:pt x="541859" y="270170"/>
                </a:lnTo>
                <a:close/>
                <a:moveTo>
                  <a:pt x="707214" y="268690"/>
                </a:moveTo>
                <a:lnTo>
                  <a:pt x="741367" y="268690"/>
                </a:lnTo>
                <a:lnTo>
                  <a:pt x="741367" y="270170"/>
                </a:lnTo>
                <a:lnTo>
                  <a:pt x="707214" y="270170"/>
                </a:lnTo>
                <a:close/>
                <a:moveTo>
                  <a:pt x="324025" y="269430"/>
                </a:moveTo>
                <a:lnTo>
                  <a:pt x="397747" y="269430"/>
                </a:lnTo>
                <a:lnTo>
                  <a:pt x="397747" y="270170"/>
                </a:lnTo>
                <a:lnTo>
                  <a:pt x="324025" y="270170"/>
                </a:lnTo>
                <a:close/>
                <a:moveTo>
                  <a:pt x="435649" y="269430"/>
                </a:moveTo>
                <a:lnTo>
                  <a:pt x="502707" y="269430"/>
                </a:lnTo>
                <a:lnTo>
                  <a:pt x="502707" y="270170"/>
                </a:lnTo>
                <a:lnTo>
                  <a:pt x="435649" y="270170"/>
                </a:lnTo>
                <a:close/>
                <a:moveTo>
                  <a:pt x="278625" y="268690"/>
                </a:moveTo>
                <a:lnTo>
                  <a:pt x="313195" y="268690"/>
                </a:lnTo>
                <a:lnTo>
                  <a:pt x="313195" y="270170"/>
                </a:lnTo>
                <a:lnTo>
                  <a:pt x="278625" y="270170"/>
                </a:lnTo>
                <a:close/>
                <a:moveTo>
                  <a:pt x="920883" y="268690"/>
                </a:moveTo>
                <a:lnTo>
                  <a:pt x="955453" y="268690"/>
                </a:lnTo>
                <a:lnTo>
                  <a:pt x="955453" y="270170"/>
                </a:lnTo>
                <a:lnTo>
                  <a:pt x="920883" y="270170"/>
                </a:lnTo>
                <a:close/>
                <a:moveTo>
                  <a:pt x="182828" y="268690"/>
                </a:moveTo>
                <a:lnTo>
                  <a:pt x="214899" y="268690"/>
                </a:lnTo>
                <a:lnTo>
                  <a:pt x="214899" y="270170"/>
                </a:lnTo>
                <a:lnTo>
                  <a:pt x="182828" y="270170"/>
                </a:lnTo>
                <a:close/>
                <a:moveTo>
                  <a:pt x="643071" y="268690"/>
                </a:moveTo>
                <a:lnTo>
                  <a:pt x="677225" y="268690"/>
                </a:lnTo>
                <a:lnTo>
                  <a:pt x="677225" y="270910"/>
                </a:lnTo>
                <a:lnTo>
                  <a:pt x="643071" y="270910"/>
                </a:lnTo>
                <a:close/>
                <a:moveTo>
                  <a:pt x="279042" y="270170"/>
                </a:moveTo>
                <a:lnTo>
                  <a:pt x="313195" y="270170"/>
                </a:lnTo>
                <a:lnTo>
                  <a:pt x="313195" y="270910"/>
                </a:lnTo>
                <a:lnTo>
                  <a:pt x="279042" y="270910"/>
                </a:lnTo>
                <a:close/>
                <a:moveTo>
                  <a:pt x="36633" y="268690"/>
                </a:moveTo>
                <a:lnTo>
                  <a:pt x="143259" y="268690"/>
                </a:lnTo>
                <a:lnTo>
                  <a:pt x="143259" y="270910"/>
                </a:lnTo>
                <a:lnTo>
                  <a:pt x="36633" y="270910"/>
                </a:lnTo>
                <a:close/>
                <a:moveTo>
                  <a:pt x="921300" y="270170"/>
                </a:moveTo>
                <a:lnTo>
                  <a:pt x="955453" y="270170"/>
                </a:lnTo>
                <a:lnTo>
                  <a:pt x="955453" y="270910"/>
                </a:lnTo>
                <a:lnTo>
                  <a:pt x="921300" y="270910"/>
                </a:lnTo>
                <a:close/>
                <a:moveTo>
                  <a:pt x="542276" y="270170"/>
                </a:moveTo>
                <a:lnTo>
                  <a:pt x="607251" y="270170"/>
                </a:lnTo>
                <a:lnTo>
                  <a:pt x="607251" y="270910"/>
                </a:lnTo>
                <a:lnTo>
                  <a:pt x="542276" y="270910"/>
                </a:lnTo>
                <a:close/>
                <a:moveTo>
                  <a:pt x="825502" y="270170"/>
                </a:moveTo>
                <a:lnTo>
                  <a:pt x="857157" y="270170"/>
                </a:lnTo>
                <a:lnTo>
                  <a:pt x="857157" y="270910"/>
                </a:lnTo>
                <a:lnTo>
                  <a:pt x="825502" y="270910"/>
                </a:lnTo>
                <a:close/>
                <a:moveTo>
                  <a:pt x="324025" y="270170"/>
                </a:moveTo>
                <a:lnTo>
                  <a:pt x="397330" y="270170"/>
                </a:lnTo>
                <a:lnTo>
                  <a:pt x="397330" y="270910"/>
                </a:lnTo>
                <a:lnTo>
                  <a:pt x="324025" y="270910"/>
                </a:lnTo>
                <a:close/>
                <a:moveTo>
                  <a:pt x="183244" y="270170"/>
                </a:moveTo>
                <a:lnTo>
                  <a:pt x="214899" y="270170"/>
                </a:lnTo>
                <a:lnTo>
                  <a:pt x="214899" y="270910"/>
                </a:lnTo>
                <a:lnTo>
                  <a:pt x="183244" y="270910"/>
                </a:lnTo>
                <a:close/>
                <a:moveTo>
                  <a:pt x="436066" y="270170"/>
                </a:moveTo>
                <a:lnTo>
                  <a:pt x="502291" y="270170"/>
                </a:lnTo>
                <a:lnTo>
                  <a:pt x="502291" y="270910"/>
                </a:lnTo>
                <a:lnTo>
                  <a:pt x="436066" y="270910"/>
                </a:lnTo>
                <a:close/>
                <a:moveTo>
                  <a:pt x="643488" y="270910"/>
                </a:moveTo>
                <a:lnTo>
                  <a:pt x="677225" y="270910"/>
                </a:lnTo>
                <a:lnTo>
                  <a:pt x="677225" y="271651"/>
                </a:lnTo>
                <a:lnTo>
                  <a:pt x="643488" y="271651"/>
                </a:lnTo>
                <a:close/>
                <a:moveTo>
                  <a:pt x="754279" y="269430"/>
                </a:moveTo>
                <a:lnTo>
                  <a:pt x="785517" y="269430"/>
                </a:lnTo>
                <a:lnTo>
                  <a:pt x="785517" y="271651"/>
                </a:lnTo>
                <a:lnTo>
                  <a:pt x="754279" y="271651"/>
                </a:lnTo>
                <a:close/>
                <a:moveTo>
                  <a:pt x="324025" y="270910"/>
                </a:moveTo>
                <a:lnTo>
                  <a:pt x="396497" y="270910"/>
                </a:lnTo>
                <a:lnTo>
                  <a:pt x="396497" y="271651"/>
                </a:lnTo>
                <a:lnTo>
                  <a:pt x="324025" y="271651"/>
                </a:lnTo>
                <a:close/>
                <a:moveTo>
                  <a:pt x="436482" y="270910"/>
                </a:moveTo>
                <a:lnTo>
                  <a:pt x="501874" y="270910"/>
                </a:lnTo>
                <a:lnTo>
                  <a:pt x="501874" y="271651"/>
                </a:lnTo>
                <a:lnTo>
                  <a:pt x="436482" y="271651"/>
                </a:lnTo>
                <a:close/>
                <a:moveTo>
                  <a:pt x="543109" y="270910"/>
                </a:moveTo>
                <a:lnTo>
                  <a:pt x="606835" y="270910"/>
                </a:lnTo>
                <a:lnTo>
                  <a:pt x="606835" y="271651"/>
                </a:lnTo>
                <a:lnTo>
                  <a:pt x="543109" y="271651"/>
                </a:lnTo>
                <a:close/>
                <a:moveTo>
                  <a:pt x="436899" y="271651"/>
                </a:moveTo>
                <a:lnTo>
                  <a:pt x="501041" y="271651"/>
                </a:lnTo>
                <a:lnTo>
                  <a:pt x="501041" y="272391"/>
                </a:lnTo>
                <a:lnTo>
                  <a:pt x="436899" y="272391"/>
                </a:lnTo>
                <a:close/>
                <a:moveTo>
                  <a:pt x="543525" y="271651"/>
                </a:moveTo>
                <a:lnTo>
                  <a:pt x="606418" y="271651"/>
                </a:lnTo>
                <a:lnTo>
                  <a:pt x="606418" y="272391"/>
                </a:lnTo>
                <a:lnTo>
                  <a:pt x="543525" y="272391"/>
                </a:lnTo>
                <a:close/>
                <a:moveTo>
                  <a:pt x="279458" y="270910"/>
                </a:moveTo>
                <a:lnTo>
                  <a:pt x="313195" y="270910"/>
                </a:lnTo>
                <a:lnTo>
                  <a:pt x="313195" y="272391"/>
                </a:lnTo>
                <a:lnTo>
                  <a:pt x="279458" y="272391"/>
                </a:lnTo>
                <a:close/>
                <a:moveTo>
                  <a:pt x="183244" y="270910"/>
                </a:moveTo>
                <a:lnTo>
                  <a:pt x="215316" y="270910"/>
                </a:lnTo>
                <a:lnTo>
                  <a:pt x="215316" y="272391"/>
                </a:lnTo>
                <a:lnTo>
                  <a:pt x="183244" y="272391"/>
                </a:lnTo>
                <a:close/>
                <a:moveTo>
                  <a:pt x="825502" y="270910"/>
                </a:moveTo>
                <a:lnTo>
                  <a:pt x="857574" y="270910"/>
                </a:lnTo>
                <a:lnTo>
                  <a:pt x="857574" y="272391"/>
                </a:lnTo>
                <a:lnTo>
                  <a:pt x="825502" y="272391"/>
                </a:lnTo>
                <a:close/>
                <a:moveTo>
                  <a:pt x="707630" y="270170"/>
                </a:moveTo>
                <a:lnTo>
                  <a:pt x="741367" y="270170"/>
                </a:lnTo>
                <a:lnTo>
                  <a:pt x="741367" y="272391"/>
                </a:lnTo>
                <a:lnTo>
                  <a:pt x="707630" y="272391"/>
                </a:lnTo>
                <a:close/>
                <a:moveTo>
                  <a:pt x="921716" y="270910"/>
                </a:moveTo>
                <a:lnTo>
                  <a:pt x="955453" y="270910"/>
                </a:lnTo>
                <a:lnTo>
                  <a:pt x="955453" y="272391"/>
                </a:lnTo>
                <a:lnTo>
                  <a:pt x="921716" y="272391"/>
                </a:lnTo>
                <a:close/>
                <a:moveTo>
                  <a:pt x="324025" y="271651"/>
                </a:moveTo>
                <a:lnTo>
                  <a:pt x="396081" y="271651"/>
                </a:lnTo>
                <a:lnTo>
                  <a:pt x="396081" y="272391"/>
                </a:lnTo>
                <a:lnTo>
                  <a:pt x="324025" y="272391"/>
                </a:lnTo>
                <a:close/>
                <a:moveTo>
                  <a:pt x="279875" y="272391"/>
                </a:moveTo>
                <a:lnTo>
                  <a:pt x="313195" y="272391"/>
                </a:lnTo>
                <a:lnTo>
                  <a:pt x="313195" y="273131"/>
                </a:lnTo>
                <a:lnTo>
                  <a:pt x="279875" y="273131"/>
                </a:lnTo>
                <a:close/>
                <a:moveTo>
                  <a:pt x="437732" y="272391"/>
                </a:moveTo>
                <a:lnTo>
                  <a:pt x="500625" y="272391"/>
                </a:lnTo>
                <a:lnTo>
                  <a:pt x="500625" y="273131"/>
                </a:lnTo>
                <a:lnTo>
                  <a:pt x="437732" y="273131"/>
                </a:lnTo>
                <a:close/>
                <a:moveTo>
                  <a:pt x="324025" y="272391"/>
                </a:moveTo>
                <a:lnTo>
                  <a:pt x="395248" y="272391"/>
                </a:lnTo>
                <a:lnTo>
                  <a:pt x="395248" y="273131"/>
                </a:lnTo>
                <a:lnTo>
                  <a:pt x="324025" y="273131"/>
                </a:lnTo>
                <a:close/>
                <a:moveTo>
                  <a:pt x="922133" y="272391"/>
                </a:moveTo>
                <a:lnTo>
                  <a:pt x="955453" y="272391"/>
                </a:lnTo>
                <a:lnTo>
                  <a:pt x="955453" y="273131"/>
                </a:lnTo>
                <a:lnTo>
                  <a:pt x="922133" y="273131"/>
                </a:lnTo>
                <a:close/>
                <a:moveTo>
                  <a:pt x="544358" y="272391"/>
                </a:moveTo>
                <a:lnTo>
                  <a:pt x="605585" y="272391"/>
                </a:lnTo>
                <a:lnTo>
                  <a:pt x="605585" y="273131"/>
                </a:lnTo>
                <a:lnTo>
                  <a:pt x="544358" y="273131"/>
                </a:lnTo>
                <a:close/>
                <a:moveTo>
                  <a:pt x="707630" y="272391"/>
                </a:moveTo>
                <a:lnTo>
                  <a:pt x="740951" y="272391"/>
                </a:lnTo>
                <a:lnTo>
                  <a:pt x="740951" y="273131"/>
                </a:lnTo>
                <a:lnTo>
                  <a:pt x="707630" y="273131"/>
                </a:lnTo>
                <a:close/>
                <a:moveTo>
                  <a:pt x="753863" y="271651"/>
                </a:moveTo>
                <a:lnTo>
                  <a:pt x="785101" y="271651"/>
                </a:lnTo>
                <a:lnTo>
                  <a:pt x="785101" y="273131"/>
                </a:lnTo>
                <a:lnTo>
                  <a:pt x="753863" y="273131"/>
                </a:lnTo>
                <a:close/>
                <a:moveTo>
                  <a:pt x="544775" y="273131"/>
                </a:moveTo>
                <a:lnTo>
                  <a:pt x="605169" y="273131"/>
                </a:lnTo>
                <a:lnTo>
                  <a:pt x="605169" y="273871"/>
                </a:lnTo>
                <a:lnTo>
                  <a:pt x="544775" y="273871"/>
                </a:lnTo>
                <a:close/>
                <a:moveTo>
                  <a:pt x="438148" y="273131"/>
                </a:moveTo>
                <a:lnTo>
                  <a:pt x="500208" y="273131"/>
                </a:lnTo>
                <a:lnTo>
                  <a:pt x="500208" y="273871"/>
                </a:lnTo>
                <a:lnTo>
                  <a:pt x="438148" y="273871"/>
                </a:lnTo>
                <a:close/>
                <a:moveTo>
                  <a:pt x="36633" y="270910"/>
                </a:moveTo>
                <a:lnTo>
                  <a:pt x="142843" y="270910"/>
                </a:lnTo>
                <a:lnTo>
                  <a:pt x="142843" y="273871"/>
                </a:lnTo>
                <a:lnTo>
                  <a:pt x="36633" y="273871"/>
                </a:lnTo>
                <a:close/>
                <a:moveTo>
                  <a:pt x="324025" y="273131"/>
                </a:moveTo>
                <a:lnTo>
                  <a:pt x="394831" y="273131"/>
                </a:lnTo>
                <a:lnTo>
                  <a:pt x="394831" y="273871"/>
                </a:lnTo>
                <a:lnTo>
                  <a:pt x="324025" y="273871"/>
                </a:lnTo>
                <a:close/>
                <a:moveTo>
                  <a:pt x="643488" y="271651"/>
                </a:moveTo>
                <a:lnTo>
                  <a:pt x="676808" y="271651"/>
                </a:lnTo>
                <a:lnTo>
                  <a:pt x="676808" y="273871"/>
                </a:lnTo>
                <a:lnTo>
                  <a:pt x="643488" y="273871"/>
                </a:lnTo>
                <a:close/>
                <a:moveTo>
                  <a:pt x="753446" y="273131"/>
                </a:moveTo>
                <a:lnTo>
                  <a:pt x="785101" y="273131"/>
                </a:lnTo>
                <a:lnTo>
                  <a:pt x="785101" y="273871"/>
                </a:lnTo>
                <a:lnTo>
                  <a:pt x="753446" y="273871"/>
                </a:lnTo>
                <a:close/>
                <a:moveTo>
                  <a:pt x="825919" y="272391"/>
                </a:moveTo>
                <a:lnTo>
                  <a:pt x="857990" y="272391"/>
                </a:lnTo>
                <a:lnTo>
                  <a:pt x="857990" y="274611"/>
                </a:lnTo>
                <a:lnTo>
                  <a:pt x="825919" y="274611"/>
                </a:lnTo>
                <a:close/>
                <a:moveTo>
                  <a:pt x="183661" y="272391"/>
                </a:moveTo>
                <a:lnTo>
                  <a:pt x="215732" y="272391"/>
                </a:lnTo>
                <a:lnTo>
                  <a:pt x="215732" y="274611"/>
                </a:lnTo>
                <a:lnTo>
                  <a:pt x="183661" y="274611"/>
                </a:lnTo>
                <a:close/>
                <a:moveTo>
                  <a:pt x="324025" y="273871"/>
                </a:moveTo>
                <a:lnTo>
                  <a:pt x="393998" y="273871"/>
                </a:lnTo>
                <a:lnTo>
                  <a:pt x="393998" y="274611"/>
                </a:lnTo>
                <a:lnTo>
                  <a:pt x="324025" y="274611"/>
                </a:lnTo>
                <a:close/>
                <a:moveTo>
                  <a:pt x="438565" y="273871"/>
                </a:moveTo>
                <a:lnTo>
                  <a:pt x="499792" y="273871"/>
                </a:lnTo>
                <a:lnTo>
                  <a:pt x="499792" y="274611"/>
                </a:lnTo>
                <a:lnTo>
                  <a:pt x="438565" y="274611"/>
                </a:lnTo>
                <a:close/>
                <a:moveTo>
                  <a:pt x="280291" y="273131"/>
                </a:moveTo>
                <a:lnTo>
                  <a:pt x="313195" y="273131"/>
                </a:lnTo>
                <a:lnTo>
                  <a:pt x="313195" y="274611"/>
                </a:lnTo>
                <a:lnTo>
                  <a:pt x="280291" y="274611"/>
                </a:lnTo>
                <a:close/>
                <a:moveTo>
                  <a:pt x="922549" y="273131"/>
                </a:moveTo>
                <a:lnTo>
                  <a:pt x="955453" y="273131"/>
                </a:lnTo>
                <a:lnTo>
                  <a:pt x="955453" y="274611"/>
                </a:lnTo>
                <a:lnTo>
                  <a:pt x="922549" y="274611"/>
                </a:lnTo>
                <a:close/>
                <a:moveTo>
                  <a:pt x="545608" y="273871"/>
                </a:moveTo>
                <a:lnTo>
                  <a:pt x="604336" y="273871"/>
                </a:lnTo>
                <a:lnTo>
                  <a:pt x="604336" y="274611"/>
                </a:lnTo>
                <a:lnTo>
                  <a:pt x="545608" y="274611"/>
                </a:lnTo>
                <a:close/>
                <a:moveTo>
                  <a:pt x="324025" y="274611"/>
                </a:moveTo>
                <a:lnTo>
                  <a:pt x="393165" y="274611"/>
                </a:lnTo>
                <a:lnTo>
                  <a:pt x="393165" y="275352"/>
                </a:lnTo>
                <a:lnTo>
                  <a:pt x="324025" y="275352"/>
                </a:lnTo>
                <a:close/>
                <a:moveTo>
                  <a:pt x="753446" y="273871"/>
                </a:moveTo>
                <a:lnTo>
                  <a:pt x="784684" y="273871"/>
                </a:lnTo>
                <a:lnTo>
                  <a:pt x="784684" y="275352"/>
                </a:lnTo>
                <a:lnTo>
                  <a:pt x="753446" y="275352"/>
                </a:lnTo>
                <a:close/>
                <a:moveTo>
                  <a:pt x="546441" y="274611"/>
                </a:moveTo>
                <a:lnTo>
                  <a:pt x="603503" y="274611"/>
                </a:lnTo>
                <a:lnTo>
                  <a:pt x="603503" y="275352"/>
                </a:lnTo>
                <a:lnTo>
                  <a:pt x="546441" y="275352"/>
                </a:lnTo>
                <a:close/>
                <a:moveTo>
                  <a:pt x="439398" y="274611"/>
                </a:moveTo>
                <a:lnTo>
                  <a:pt x="498959" y="274611"/>
                </a:lnTo>
                <a:lnTo>
                  <a:pt x="498959" y="275352"/>
                </a:lnTo>
                <a:lnTo>
                  <a:pt x="439398" y="275352"/>
                </a:lnTo>
                <a:close/>
                <a:moveTo>
                  <a:pt x="183661" y="274611"/>
                </a:moveTo>
                <a:lnTo>
                  <a:pt x="216149" y="274611"/>
                </a:lnTo>
                <a:lnTo>
                  <a:pt x="216149" y="275352"/>
                </a:lnTo>
                <a:lnTo>
                  <a:pt x="183661" y="275352"/>
                </a:lnTo>
                <a:close/>
                <a:moveTo>
                  <a:pt x="825919" y="274611"/>
                </a:moveTo>
                <a:lnTo>
                  <a:pt x="858407" y="274611"/>
                </a:lnTo>
                <a:lnTo>
                  <a:pt x="858407" y="275352"/>
                </a:lnTo>
                <a:lnTo>
                  <a:pt x="825919" y="275352"/>
                </a:lnTo>
                <a:close/>
                <a:moveTo>
                  <a:pt x="280708" y="274611"/>
                </a:moveTo>
                <a:lnTo>
                  <a:pt x="313195" y="274611"/>
                </a:lnTo>
                <a:lnTo>
                  <a:pt x="313195" y="276092"/>
                </a:lnTo>
                <a:lnTo>
                  <a:pt x="280708" y="276092"/>
                </a:lnTo>
                <a:close/>
                <a:moveTo>
                  <a:pt x="922966" y="274611"/>
                </a:moveTo>
                <a:lnTo>
                  <a:pt x="955453" y="274611"/>
                </a:lnTo>
                <a:lnTo>
                  <a:pt x="955453" y="276092"/>
                </a:lnTo>
                <a:lnTo>
                  <a:pt x="922966" y="276092"/>
                </a:lnTo>
                <a:close/>
                <a:moveTo>
                  <a:pt x="708047" y="273131"/>
                </a:moveTo>
                <a:lnTo>
                  <a:pt x="740951" y="273131"/>
                </a:lnTo>
                <a:lnTo>
                  <a:pt x="740951" y="276092"/>
                </a:lnTo>
                <a:lnTo>
                  <a:pt x="708047" y="276092"/>
                </a:lnTo>
                <a:close/>
                <a:moveTo>
                  <a:pt x="324025" y="275352"/>
                </a:moveTo>
                <a:lnTo>
                  <a:pt x="392332" y="275352"/>
                </a:lnTo>
                <a:lnTo>
                  <a:pt x="392332" y="276092"/>
                </a:lnTo>
                <a:lnTo>
                  <a:pt x="324025" y="276092"/>
                </a:lnTo>
                <a:close/>
                <a:moveTo>
                  <a:pt x="439814" y="275352"/>
                </a:moveTo>
                <a:lnTo>
                  <a:pt x="498542" y="275352"/>
                </a:lnTo>
                <a:lnTo>
                  <a:pt x="498542" y="276092"/>
                </a:lnTo>
                <a:lnTo>
                  <a:pt x="439814" y="276092"/>
                </a:lnTo>
                <a:close/>
                <a:moveTo>
                  <a:pt x="546857" y="275352"/>
                </a:moveTo>
                <a:lnTo>
                  <a:pt x="603086" y="275352"/>
                </a:lnTo>
                <a:lnTo>
                  <a:pt x="603086" y="276092"/>
                </a:lnTo>
                <a:lnTo>
                  <a:pt x="546857" y="276092"/>
                </a:lnTo>
                <a:close/>
                <a:moveTo>
                  <a:pt x="324025" y="276092"/>
                </a:moveTo>
                <a:lnTo>
                  <a:pt x="391499" y="276092"/>
                </a:lnTo>
                <a:lnTo>
                  <a:pt x="391499" y="276832"/>
                </a:lnTo>
                <a:lnTo>
                  <a:pt x="324025" y="276832"/>
                </a:lnTo>
                <a:close/>
                <a:moveTo>
                  <a:pt x="281124" y="276092"/>
                </a:moveTo>
                <a:lnTo>
                  <a:pt x="313195" y="276092"/>
                </a:lnTo>
                <a:lnTo>
                  <a:pt x="313195" y="276832"/>
                </a:lnTo>
                <a:lnTo>
                  <a:pt x="281124" y="276832"/>
                </a:lnTo>
                <a:close/>
                <a:moveTo>
                  <a:pt x="547690" y="276092"/>
                </a:moveTo>
                <a:lnTo>
                  <a:pt x="602253" y="276092"/>
                </a:lnTo>
                <a:lnTo>
                  <a:pt x="602253" y="276832"/>
                </a:lnTo>
                <a:lnTo>
                  <a:pt x="547690" y="276832"/>
                </a:lnTo>
                <a:close/>
                <a:moveTo>
                  <a:pt x="923382" y="276092"/>
                </a:moveTo>
                <a:lnTo>
                  <a:pt x="955453" y="276092"/>
                </a:lnTo>
                <a:lnTo>
                  <a:pt x="955453" y="276832"/>
                </a:lnTo>
                <a:lnTo>
                  <a:pt x="923382" y="276832"/>
                </a:lnTo>
                <a:close/>
                <a:moveTo>
                  <a:pt x="440647" y="276092"/>
                </a:moveTo>
                <a:lnTo>
                  <a:pt x="497709" y="276092"/>
                </a:lnTo>
                <a:lnTo>
                  <a:pt x="497709" y="276832"/>
                </a:lnTo>
                <a:lnTo>
                  <a:pt x="440647" y="276832"/>
                </a:lnTo>
                <a:close/>
                <a:moveTo>
                  <a:pt x="826335" y="275352"/>
                </a:moveTo>
                <a:lnTo>
                  <a:pt x="858407" y="275352"/>
                </a:lnTo>
                <a:lnTo>
                  <a:pt x="858407" y="276832"/>
                </a:lnTo>
                <a:lnTo>
                  <a:pt x="826335" y="276832"/>
                </a:lnTo>
                <a:close/>
                <a:moveTo>
                  <a:pt x="184077" y="275352"/>
                </a:moveTo>
                <a:lnTo>
                  <a:pt x="216149" y="275352"/>
                </a:lnTo>
                <a:lnTo>
                  <a:pt x="216149" y="276832"/>
                </a:lnTo>
                <a:lnTo>
                  <a:pt x="184077" y="276832"/>
                </a:lnTo>
                <a:close/>
                <a:moveTo>
                  <a:pt x="36633" y="273871"/>
                </a:moveTo>
                <a:lnTo>
                  <a:pt x="142426" y="273871"/>
                </a:lnTo>
                <a:lnTo>
                  <a:pt x="142426" y="276832"/>
                </a:lnTo>
                <a:lnTo>
                  <a:pt x="36633" y="276832"/>
                </a:lnTo>
                <a:close/>
                <a:moveTo>
                  <a:pt x="753030" y="275352"/>
                </a:moveTo>
                <a:lnTo>
                  <a:pt x="784684" y="275352"/>
                </a:lnTo>
                <a:lnTo>
                  <a:pt x="784684" y="276832"/>
                </a:lnTo>
                <a:lnTo>
                  <a:pt x="753030" y="276832"/>
                </a:lnTo>
                <a:close/>
                <a:moveTo>
                  <a:pt x="643904" y="273871"/>
                </a:moveTo>
                <a:lnTo>
                  <a:pt x="676392" y="273871"/>
                </a:lnTo>
                <a:lnTo>
                  <a:pt x="676392" y="276832"/>
                </a:lnTo>
                <a:lnTo>
                  <a:pt x="643904" y="276832"/>
                </a:lnTo>
                <a:close/>
                <a:moveTo>
                  <a:pt x="548523" y="276832"/>
                </a:moveTo>
                <a:lnTo>
                  <a:pt x="601420" y="276832"/>
                </a:lnTo>
                <a:lnTo>
                  <a:pt x="601420" y="277572"/>
                </a:lnTo>
                <a:lnTo>
                  <a:pt x="548523" y="277572"/>
                </a:lnTo>
                <a:close/>
                <a:moveTo>
                  <a:pt x="643904" y="276832"/>
                </a:moveTo>
                <a:lnTo>
                  <a:pt x="675975" y="276832"/>
                </a:lnTo>
                <a:lnTo>
                  <a:pt x="675975" y="277572"/>
                </a:lnTo>
                <a:lnTo>
                  <a:pt x="643904" y="277572"/>
                </a:lnTo>
                <a:close/>
                <a:moveTo>
                  <a:pt x="441480" y="276832"/>
                </a:moveTo>
                <a:lnTo>
                  <a:pt x="496876" y="276832"/>
                </a:lnTo>
                <a:lnTo>
                  <a:pt x="496876" y="277572"/>
                </a:lnTo>
                <a:lnTo>
                  <a:pt x="441480" y="277572"/>
                </a:lnTo>
                <a:close/>
                <a:moveTo>
                  <a:pt x="826335" y="276832"/>
                </a:moveTo>
                <a:lnTo>
                  <a:pt x="858823" y="276832"/>
                </a:lnTo>
                <a:lnTo>
                  <a:pt x="858823" y="277572"/>
                </a:lnTo>
                <a:lnTo>
                  <a:pt x="826335" y="277572"/>
                </a:lnTo>
                <a:close/>
                <a:moveTo>
                  <a:pt x="753030" y="276832"/>
                </a:moveTo>
                <a:lnTo>
                  <a:pt x="784268" y="276832"/>
                </a:lnTo>
                <a:lnTo>
                  <a:pt x="784268" y="277572"/>
                </a:lnTo>
                <a:lnTo>
                  <a:pt x="753030" y="277572"/>
                </a:lnTo>
                <a:close/>
                <a:moveTo>
                  <a:pt x="324025" y="276832"/>
                </a:moveTo>
                <a:lnTo>
                  <a:pt x="390666" y="276832"/>
                </a:lnTo>
                <a:lnTo>
                  <a:pt x="390666" y="277572"/>
                </a:lnTo>
                <a:lnTo>
                  <a:pt x="324025" y="277572"/>
                </a:lnTo>
                <a:close/>
                <a:moveTo>
                  <a:pt x="708463" y="276092"/>
                </a:moveTo>
                <a:lnTo>
                  <a:pt x="740534" y="276092"/>
                </a:lnTo>
                <a:lnTo>
                  <a:pt x="740534" y="278312"/>
                </a:lnTo>
                <a:lnTo>
                  <a:pt x="708463" y="278312"/>
                </a:lnTo>
                <a:close/>
                <a:moveTo>
                  <a:pt x="441897" y="277572"/>
                </a:moveTo>
                <a:lnTo>
                  <a:pt x="496460" y="277572"/>
                </a:lnTo>
                <a:lnTo>
                  <a:pt x="496460" y="278312"/>
                </a:lnTo>
                <a:lnTo>
                  <a:pt x="441897" y="278312"/>
                </a:lnTo>
                <a:close/>
                <a:moveTo>
                  <a:pt x="184077" y="276832"/>
                </a:moveTo>
                <a:lnTo>
                  <a:pt x="216565" y="276832"/>
                </a:lnTo>
                <a:lnTo>
                  <a:pt x="216565" y="278312"/>
                </a:lnTo>
                <a:lnTo>
                  <a:pt x="184077" y="278312"/>
                </a:lnTo>
                <a:close/>
                <a:moveTo>
                  <a:pt x="281541" y="276832"/>
                </a:moveTo>
                <a:lnTo>
                  <a:pt x="313195" y="276832"/>
                </a:lnTo>
                <a:lnTo>
                  <a:pt x="313195" y="278312"/>
                </a:lnTo>
                <a:lnTo>
                  <a:pt x="281541" y="278312"/>
                </a:lnTo>
                <a:close/>
                <a:moveTo>
                  <a:pt x="923799" y="276832"/>
                </a:moveTo>
                <a:lnTo>
                  <a:pt x="955453" y="276832"/>
                </a:lnTo>
                <a:lnTo>
                  <a:pt x="955453" y="278312"/>
                </a:lnTo>
                <a:lnTo>
                  <a:pt x="923799" y="278312"/>
                </a:lnTo>
                <a:close/>
                <a:moveTo>
                  <a:pt x="549356" y="277572"/>
                </a:moveTo>
                <a:lnTo>
                  <a:pt x="600587" y="277572"/>
                </a:lnTo>
                <a:lnTo>
                  <a:pt x="600587" y="278312"/>
                </a:lnTo>
                <a:lnTo>
                  <a:pt x="549356" y="278312"/>
                </a:lnTo>
                <a:close/>
                <a:moveTo>
                  <a:pt x="324025" y="277572"/>
                </a:moveTo>
                <a:lnTo>
                  <a:pt x="389417" y="277572"/>
                </a:lnTo>
                <a:lnTo>
                  <a:pt x="389417" y="278312"/>
                </a:lnTo>
                <a:lnTo>
                  <a:pt x="324025" y="278312"/>
                </a:lnTo>
                <a:close/>
                <a:moveTo>
                  <a:pt x="281957" y="278312"/>
                </a:moveTo>
                <a:lnTo>
                  <a:pt x="313195" y="278312"/>
                </a:lnTo>
                <a:lnTo>
                  <a:pt x="313195" y="279053"/>
                </a:lnTo>
                <a:lnTo>
                  <a:pt x="281957" y="279053"/>
                </a:lnTo>
                <a:close/>
                <a:moveTo>
                  <a:pt x="550189" y="278312"/>
                </a:moveTo>
                <a:lnTo>
                  <a:pt x="599754" y="278312"/>
                </a:lnTo>
                <a:lnTo>
                  <a:pt x="599754" y="279053"/>
                </a:lnTo>
                <a:lnTo>
                  <a:pt x="550189" y="279053"/>
                </a:lnTo>
                <a:close/>
                <a:moveTo>
                  <a:pt x="36633" y="276832"/>
                </a:moveTo>
                <a:lnTo>
                  <a:pt x="142010" y="276832"/>
                </a:lnTo>
                <a:lnTo>
                  <a:pt x="142010" y="279053"/>
                </a:lnTo>
                <a:lnTo>
                  <a:pt x="36633" y="279053"/>
                </a:lnTo>
                <a:close/>
                <a:moveTo>
                  <a:pt x="752613" y="277572"/>
                </a:moveTo>
                <a:lnTo>
                  <a:pt x="784268" y="277572"/>
                </a:lnTo>
                <a:lnTo>
                  <a:pt x="784268" y="279053"/>
                </a:lnTo>
                <a:lnTo>
                  <a:pt x="752613" y="279053"/>
                </a:lnTo>
                <a:close/>
                <a:moveTo>
                  <a:pt x="184494" y="278312"/>
                </a:moveTo>
                <a:lnTo>
                  <a:pt x="216565" y="278312"/>
                </a:lnTo>
                <a:lnTo>
                  <a:pt x="216565" y="279053"/>
                </a:lnTo>
                <a:lnTo>
                  <a:pt x="184494" y="279053"/>
                </a:lnTo>
                <a:close/>
                <a:moveTo>
                  <a:pt x="924215" y="278312"/>
                </a:moveTo>
                <a:lnTo>
                  <a:pt x="955453" y="278312"/>
                </a:lnTo>
                <a:lnTo>
                  <a:pt x="955453" y="279053"/>
                </a:lnTo>
                <a:lnTo>
                  <a:pt x="924215" y="279053"/>
                </a:lnTo>
                <a:close/>
                <a:moveTo>
                  <a:pt x="826752" y="277572"/>
                </a:moveTo>
                <a:lnTo>
                  <a:pt x="858823" y="277572"/>
                </a:lnTo>
                <a:lnTo>
                  <a:pt x="858823" y="279053"/>
                </a:lnTo>
                <a:lnTo>
                  <a:pt x="826752" y="279053"/>
                </a:lnTo>
                <a:close/>
                <a:moveTo>
                  <a:pt x="324025" y="278312"/>
                </a:moveTo>
                <a:lnTo>
                  <a:pt x="388167" y="278312"/>
                </a:lnTo>
                <a:lnTo>
                  <a:pt x="388167" y="279053"/>
                </a:lnTo>
                <a:lnTo>
                  <a:pt x="324025" y="279053"/>
                </a:lnTo>
                <a:close/>
                <a:moveTo>
                  <a:pt x="708880" y="278312"/>
                </a:moveTo>
                <a:lnTo>
                  <a:pt x="740534" y="278312"/>
                </a:lnTo>
                <a:lnTo>
                  <a:pt x="740534" y="279053"/>
                </a:lnTo>
                <a:lnTo>
                  <a:pt x="708880" y="279053"/>
                </a:lnTo>
                <a:close/>
                <a:moveTo>
                  <a:pt x="442730" y="278312"/>
                </a:moveTo>
                <a:lnTo>
                  <a:pt x="495627" y="278312"/>
                </a:lnTo>
                <a:lnTo>
                  <a:pt x="495627" y="279053"/>
                </a:lnTo>
                <a:lnTo>
                  <a:pt x="442730" y="279053"/>
                </a:lnTo>
                <a:close/>
                <a:moveTo>
                  <a:pt x="644321" y="277572"/>
                </a:moveTo>
                <a:lnTo>
                  <a:pt x="675975" y="277572"/>
                </a:lnTo>
                <a:lnTo>
                  <a:pt x="675975" y="279793"/>
                </a:lnTo>
                <a:lnTo>
                  <a:pt x="644321" y="279793"/>
                </a:lnTo>
                <a:close/>
                <a:moveTo>
                  <a:pt x="752613" y="279053"/>
                </a:moveTo>
                <a:lnTo>
                  <a:pt x="783851" y="279053"/>
                </a:lnTo>
                <a:lnTo>
                  <a:pt x="783851" y="279793"/>
                </a:lnTo>
                <a:lnTo>
                  <a:pt x="752613" y="279793"/>
                </a:lnTo>
                <a:close/>
                <a:moveTo>
                  <a:pt x="551439" y="279053"/>
                </a:moveTo>
                <a:lnTo>
                  <a:pt x="598921" y="279053"/>
                </a:lnTo>
                <a:lnTo>
                  <a:pt x="598921" y="279793"/>
                </a:lnTo>
                <a:lnTo>
                  <a:pt x="551439" y="279793"/>
                </a:lnTo>
                <a:close/>
                <a:moveTo>
                  <a:pt x="324025" y="279053"/>
                </a:moveTo>
                <a:lnTo>
                  <a:pt x="386501" y="279053"/>
                </a:lnTo>
                <a:lnTo>
                  <a:pt x="386501" y="279793"/>
                </a:lnTo>
                <a:lnTo>
                  <a:pt x="324025" y="279793"/>
                </a:lnTo>
                <a:close/>
                <a:moveTo>
                  <a:pt x="443979" y="279053"/>
                </a:moveTo>
                <a:lnTo>
                  <a:pt x="494794" y="279053"/>
                </a:lnTo>
                <a:lnTo>
                  <a:pt x="494794" y="279793"/>
                </a:lnTo>
                <a:lnTo>
                  <a:pt x="443979" y="279793"/>
                </a:lnTo>
                <a:close/>
                <a:moveTo>
                  <a:pt x="324025" y="279793"/>
                </a:moveTo>
                <a:lnTo>
                  <a:pt x="384835" y="279793"/>
                </a:lnTo>
                <a:lnTo>
                  <a:pt x="384835" y="280533"/>
                </a:lnTo>
                <a:lnTo>
                  <a:pt x="324025" y="280533"/>
                </a:lnTo>
                <a:close/>
                <a:moveTo>
                  <a:pt x="184494" y="279053"/>
                </a:moveTo>
                <a:lnTo>
                  <a:pt x="216982" y="279053"/>
                </a:lnTo>
                <a:lnTo>
                  <a:pt x="216982" y="280533"/>
                </a:lnTo>
                <a:lnTo>
                  <a:pt x="184494" y="280533"/>
                </a:lnTo>
                <a:close/>
                <a:moveTo>
                  <a:pt x="826752" y="279053"/>
                </a:moveTo>
                <a:lnTo>
                  <a:pt x="859240" y="279053"/>
                </a:lnTo>
                <a:lnTo>
                  <a:pt x="859240" y="280533"/>
                </a:lnTo>
                <a:lnTo>
                  <a:pt x="826752" y="280533"/>
                </a:lnTo>
                <a:close/>
                <a:moveTo>
                  <a:pt x="444812" y="279793"/>
                </a:moveTo>
                <a:lnTo>
                  <a:pt x="493544" y="279793"/>
                </a:lnTo>
                <a:lnTo>
                  <a:pt x="493544" y="280533"/>
                </a:lnTo>
                <a:lnTo>
                  <a:pt x="444812" y="280533"/>
                </a:lnTo>
                <a:close/>
                <a:moveTo>
                  <a:pt x="282374" y="279053"/>
                </a:moveTo>
                <a:lnTo>
                  <a:pt x="313195" y="279053"/>
                </a:lnTo>
                <a:lnTo>
                  <a:pt x="313195" y="280533"/>
                </a:lnTo>
                <a:lnTo>
                  <a:pt x="282374" y="280533"/>
                </a:lnTo>
                <a:close/>
                <a:moveTo>
                  <a:pt x="924632" y="279053"/>
                </a:moveTo>
                <a:lnTo>
                  <a:pt x="955453" y="279053"/>
                </a:lnTo>
                <a:lnTo>
                  <a:pt x="955453" y="280533"/>
                </a:lnTo>
                <a:lnTo>
                  <a:pt x="924632" y="280533"/>
                </a:lnTo>
                <a:close/>
                <a:moveTo>
                  <a:pt x="552272" y="279793"/>
                </a:moveTo>
                <a:lnTo>
                  <a:pt x="597672" y="279793"/>
                </a:lnTo>
                <a:lnTo>
                  <a:pt x="597672" y="280533"/>
                </a:lnTo>
                <a:lnTo>
                  <a:pt x="552272" y="280533"/>
                </a:lnTo>
                <a:close/>
                <a:moveTo>
                  <a:pt x="282790" y="280533"/>
                </a:moveTo>
                <a:lnTo>
                  <a:pt x="313195" y="280533"/>
                </a:lnTo>
                <a:lnTo>
                  <a:pt x="313195" y="281273"/>
                </a:lnTo>
                <a:lnTo>
                  <a:pt x="282790" y="281273"/>
                </a:lnTo>
                <a:close/>
                <a:moveTo>
                  <a:pt x="708880" y="279053"/>
                </a:moveTo>
                <a:lnTo>
                  <a:pt x="740118" y="279053"/>
                </a:lnTo>
                <a:lnTo>
                  <a:pt x="740118" y="281273"/>
                </a:lnTo>
                <a:lnTo>
                  <a:pt x="708880" y="281273"/>
                </a:lnTo>
                <a:close/>
                <a:moveTo>
                  <a:pt x="925048" y="280533"/>
                </a:moveTo>
                <a:lnTo>
                  <a:pt x="955453" y="280533"/>
                </a:lnTo>
                <a:lnTo>
                  <a:pt x="955453" y="281273"/>
                </a:lnTo>
                <a:lnTo>
                  <a:pt x="925048" y="281273"/>
                </a:lnTo>
                <a:close/>
                <a:moveTo>
                  <a:pt x="445645" y="280533"/>
                </a:moveTo>
                <a:lnTo>
                  <a:pt x="492711" y="280533"/>
                </a:lnTo>
                <a:lnTo>
                  <a:pt x="492711" y="281273"/>
                </a:lnTo>
                <a:lnTo>
                  <a:pt x="445645" y="281273"/>
                </a:lnTo>
                <a:close/>
                <a:moveTo>
                  <a:pt x="324025" y="280533"/>
                </a:moveTo>
                <a:lnTo>
                  <a:pt x="383169" y="280533"/>
                </a:lnTo>
                <a:lnTo>
                  <a:pt x="383169" y="281273"/>
                </a:lnTo>
                <a:lnTo>
                  <a:pt x="324025" y="281273"/>
                </a:lnTo>
                <a:close/>
                <a:moveTo>
                  <a:pt x="184910" y="280533"/>
                </a:moveTo>
                <a:lnTo>
                  <a:pt x="216982" y="280533"/>
                </a:lnTo>
                <a:lnTo>
                  <a:pt x="216982" y="281273"/>
                </a:lnTo>
                <a:lnTo>
                  <a:pt x="184910" y="281273"/>
                </a:lnTo>
                <a:close/>
                <a:moveTo>
                  <a:pt x="553522" y="280533"/>
                </a:moveTo>
                <a:lnTo>
                  <a:pt x="596839" y="280533"/>
                </a:lnTo>
                <a:lnTo>
                  <a:pt x="596839" y="281273"/>
                </a:lnTo>
                <a:lnTo>
                  <a:pt x="553522" y="281273"/>
                </a:lnTo>
                <a:close/>
                <a:moveTo>
                  <a:pt x="827168" y="280533"/>
                </a:moveTo>
                <a:lnTo>
                  <a:pt x="859240" y="280533"/>
                </a:lnTo>
                <a:lnTo>
                  <a:pt x="859240" y="281273"/>
                </a:lnTo>
                <a:lnTo>
                  <a:pt x="827168" y="281273"/>
                </a:lnTo>
                <a:close/>
                <a:moveTo>
                  <a:pt x="644321" y="279793"/>
                </a:moveTo>
                <a:lnTo>
                  <a:pt x="675559" y="279793"/>
                </a:lnTo>
                <a:lnTo>
                  <a:pt x="675559" y="281273"/>
                </a:lnTo>
                <a:lnTo>
                  <a:pt x="644321" y="281273"/>
                </a:lnTo>
                <a:close/>
                <a:moveTo>
                  <a:pt x="554771" y="281273"/>
                </a:moveTo>
                <a:lnTo>
                  <a:pt x="595589" y="281273"/>
                </a:lnTo>
                <a:lnTo>
                  <a:pt x="595589" y="282013"/>
                </a:lnTo>
                <a:lnTo>
                  <a:pt x="554771" y="282013"/>
                </a:lnTo>
                <a:close/>
                <a:moveTo>
                  <a:pt x="36633" y="279053"/>
                </a:moveTo>
                <a:lnTo>
                  <a:pt x="141593" y="279053"/>
                </a:lnTo>
                <a:lnTo>
                  <a:pt x="141593" y="282013"/>
                </a:lnTo>
                <a:lnTo>
                  <a:pt x="36633" y="282013"/>
                </a:lnTo>
                <a:close/>
                <a:moveTo>
                  <a:pt x="447312" y="281273"/>
                </a:moveTo>
                <a:lnTo>
                  <a:pt x="491462" y="281273"/>
                </a:lnTo>
                <a:lnTo>
                  <a:pt x="491462" y="282013"/>
                </a:lnTo>
                <a:lnTo>
                  <a:pt x="447312" y="282013"/>
                </a:lnTo>
                <a:close/>
                <a:moveTo>
                  <a:pt x="324025" y="281273"/>
                </a:moveTo>
                <a:lnTo>
                  <a:pt x="381503" y="281273"/>
                </a:lnTo>
                <a:lnTo>
                  <a:pt x="381503" y="282013"/>
                </a:lnTo>
                <a:lnTo>
                  <a:pt x="324025" y="282013"/>
                </a:lnTo>
                <a:close/>
                <a:moveTo>
                  <a:pt x="752197" y="279793"/>
                </a:moveTo>
                <a:lnTo>
                  <a:pt x="783851" y="279793"/>
                </a:lnTo>
                <a:lnTo>
                  <a:pt x="783851" y="282013"/>
                </a:lnTo>
                <a:lnTo>
                  <a:pt x="752197" y="282013"/>
                </a:lnTo>
                <a:close/>
                <a:moveTo>
                  <a:pt x="556021" y="282013"/>
                </a:moveTo>
                <a:lnTo>
                  <a:pt x="594339" y="282013"/>
                </a:lnTo>
                <a:lnTo>
                  <a:pt x="594339" y="282754"/>
                </a:lnTo>
                <a:lnTo>
                  <a:pt x="556021" y="282754"/>
                </a:lnTo>
                <a:close/>
                <a:moveTo>
                  <a:pt x="184910" y="281273"/>
                </a:moveTo>
                <a:lnTo>
                  <a:pt x="217398" y="281273"/>
                </a:lnTo>
                <a:lnTo>
                  <a:pt x="217398" y="282754"/>
                </a:lnTo>
                <a:lnTo>
                  <a:pt x="184910" y="282754"/>
                </a:lnTo>
                <a:close/>
                <a:moveTo>
                  <a:pt x="283207" y="281273"/>
                </a:moveTo>
                <a:lnTo>
                  <a:pt x="313195" y="281273"/>
                </a:lnTo>
                <a:lnTo>
                  <a:pt x="313195" y="282754"/>
                </a:lnTo>
                <a:lnTo>
                  <a:pt x="283207" y="282754"/>
                </a:lnTo>
                <a:close/>
                <a:moveTo>
                  <a:pt x="709296" y="281273"/>
                </a:moveTo>
                <a:lnTo>
                  <a:pt x="740118" y="281273"/>
                </a:lnTo>
                <a:lnTo>
                  <a:pt x="740118" y="282754"/>
                </a:lnTo>
                <a:lnTo>
                  <a:pt x="709296" y="282754"/>
                </a:lnTo>
                <a:close/>
                <a:moveTo>
                  <a:pt x="644737" y="281273"/>
                </a:moveTo>
                <a:lnTo>
                  <a:pt x="675559" y="281273"/>
                </a:lnTo>
                <a:lnTo>
                  <a:pt x="675559" y="282754"/>
                </a:lnTo>
                <a:lnTo>
                  <a:pt x="644737" y="282754"/>
                </a:lnTo>
                <a:close/>
                <a:moveTo>
                  <a:pt x="827168" y="281273"/>
                </a:moveTo>
                <a:lnTo>
                  <a:pt x="859656" y="281273"/>
                </a:lnTo>
                <a:lnTo>
                  <a:pt x="859656" y="282754"/>
                </a:lnTo>
                <a:lnTo>
                  <a:pt x="827168" y="282754"/>
                </a:lnTo>
                <a:close/>
                <a:moveTo>
                  <a:pt x="925465" y="281273"/>
                </a:moveTo>
                <a:lnTo>
                  <a:pt x="955453" y="281273"/>
                </a:lnTo>
                <a:lnTo>
                  <a:pt x="955453" y="282754"/>
                </a:lnTo>
                <a:lnTo>
                  <a:pt x="925465" y="282754"/>
                </a:lnTo>
                <a:close/>
                <a:moveTo>
                  <a:pt x="217815" y="182087"/>
                </a:moveTo>
                <a:lnTo>
                  <a:pt x="246970" y="182087"/>
                </a:lnTo>
                <a:lnTo>
                  <a:pt x="246970" y="282754"/>
                </a:lnTo>
                <a:lnTo>
                  <a:pt x="217815" y="282754"/>
                </a:lnTo>
                <a:close/>
                <a:moveTo>
                  <a:pt x="324025" y="282013"/>
                </a:moveTo>
                <a:lnTo>
                  <a:pt x="379004" y="282013"/>
                </a:lnTo>
                <a:lnTo>
                  <a:pt x="379004" y="282754"/>
                </a:lnTo>
                <a:lnTo>
                  <a:pt x="324025" y="282754"/>
                </a:lnTo>
                <a:close/>
                <a:moveTo>
                  <a:pt x="860073" y="182087"/>
                </a:moveTo>
                <a:lnTo>
                  <a:pt x="889228" y="182087"/>
                </a:lnTo>
                <a:lnTo>
                  <a:pt x="889228" y="282754"/>
                </a:lnTo>
                <a:lnTo>
                  <a:pt x="860073" y="282754"/>
                </a:lnTo>
                <a:close/>
                <a:moveTo>
                  <a:pt x="448561" y="282013"/>
                </a:moveTo>
                <a:lnTo>
                  <a:pt x="490212" y="282013"/>
                </a:lnTo>
                <a:lnTo>
                  <a:pt x="490212" y="282754"/>
                </a:lnTo>
                <a:lnTo>
                  <a:pt x="448561" y="282754"/>
                </a:lnTo>
                <a:close/>
                <a:moveTo>
                  <a:pt x="751780" y="282013"/>
                </a:moveTo>
                <a:lnTo>
                  <a:pt x="783435" y="282013"/>
                </a:lnTo>
                <a:lnTo>
                  <a:pt x="783435" y="283494"/>
                </a:lnTo>
                <a:lnTo>
                  <a:pt x="751780" y="283494"/>
                </a:lnTo>
                <a:close/>
                <a:moveTo>
                  <a:pt x="449811" y="282754"/>
                </a:moveTo>
                <a:lnTo>
                  <a:pt x="488962" y="282754"/>
                </a:lnTo>
                <a:lnTo>
                  <a:pt x="488962" y="283494"/>
                </a:lnTo>
                <a:lnTo>
                  <a:pt x="449811" y="283494"/>
                </a:lnTo>
                <a:close/>
                <a:moveTo>
                  <a:pt x="184910" y="282754"/>
                </a:moveTo>
                <a:lnTo>
                  <a:pt x="246970" y="282754"/>
                </a:lnTo>
                <a:lnTo>
                  <a:pt x="246970" y="283494"/>
                </a:lnTo>
                <a:lnTo>
                  <a:pt x="184910" y="283494"/>
                </a:lnTo>
                <a:close/>
                <a:moveTo>
                  <a:pt x="827168" y="282754"/>
                </a:moveTo>
                <a:lnTo>
                  <a:pt x="889228" y="282754"/>
                </a:lnTo>
                <a:lnTo>
                  <a:pt x="889228" y="283494"/>
                </a:lnTo>
                <a:lnTo>
                  <a:pt x="827168" y="283494"/>
                </a:lnTo>
                <a:close/>
                <a:moveTo>
                  <a:pt x="283623" y="282754"/>
                </a:moveTo>
                <a:lnTo>
                  <a:pt x="313195" y="282754"/>
                </a:lnTo>
                <a:lnTo>
                  <a:pt x="313195" y="283494"/>
                </a:lnTo>
                <a:lnTo>
                  <a:pt x="283623" y="283494"/>
                </a:lnTo>
                <a:close/>
                <a:moveTo>
                  <a:pt x="925881" y="282754"/>
                </a:moveTo>
                <a:lnTo>
                  <a:pt x="955453" y="282754"/>
                </a:lnTo>
                <a:lnTo>
                  <a:pt x="955453" y="283494"/>
                </a:lnTo>
                <a:lnTo>
                  <a:pt x="925881" y="283494"/>
                </a:lnTo>
                <a:close/>
                <a:moveTo>
                  <a:pt x="709296" y="282754"/>
                </a:moveTo>
                <a:lnTo>
                  <a:pt x="739701" y="282754"/>
                </a:lnTo>
                <a:lnTo>
                  <a:pt x="739701" y="283494"/>
                </a:lnTo>
                <a:lnTo>
                  <a:pt x="709296" y="283494"/>
                </a:lnTo>
                <a:close/>
                <a:moveTo>
                  <a:pt x="644737" y="282754"/>
                </a:moveTo>
                <a:lnTo>
                  <a:pt x="675142" y="282754"/>
                </a:lnTo>
                <a:lnTo>
                  <a:pt x="675142" y="283494"/>
                </a:lnTo>
                <a:lnTo>
                  <a:pt x="644737" y="283494"/>
                </a:lnTo>
                <a:close/>
                <a:moveTo>
                  <a:pt x="324025" y="282754"/>
                </a:moveTo>
                <a:lnTo>
                  <a:pt x="376088" y="282754"/>
                </a:lnTo>
                <a:lnTo>
                  <a:pt x="376088" y="283494"/>
                </a:lnTo>
                <a:lnTo>
                  <a:pt x="324025" y="283494"/>
                </a:lnTo>
                <a:close/>
                <a:moveTo>
                  <a:pt x="557687" y="282754"/>
                </a:moveTo>
                <a:lnTo>
                  <a:pt x="592673" y="282754"/>
                </a:lnTo>
                <a:lnTo>
                  <a:pt x="592673" y="283494"/>
                </a:lnTo>
                <a:lnTo>
                  <a:pt x="557687" y="283494"/>
                </a:lnTo>
                <a:close/>
                <a:moveTo>
                  <a:pt x="36633" y="282013"/>
                </a:moveTo>
                <a:lnTo>
                  <a:pt x="141177" y="282013"/>
                </a:lnTo>
                <a:lnTo>
                  <a:pt x="141177" y="284234"/>
                </a:lnTo>
                <a:lnTo>
                  <a:pt x="36633" y="284234"/>
                </a:lnTo>
                <a:close/>
                <a:moveTo>
                  <a:pt x="451893" y="283494"/>
                </a:moveTo>
                <a:lnTo>
                  <a:pt x="487296" y="283494"/>
                </a:lnTo>
                <a:lnTo>
                  <a:pt x="487296" y="284234"/>
                </a:lnTo>
                <a:lnTo>
                  <a:pt x="451893" y="284234"/>
                </a:lnTo>
                <a:close/>
                <a:moveTo>
                  <a:pt x="559353" y="283494"/>
                </a:moveTo>
                <a:lnTo>
                  <a:pt x="591424" y="283494"/>
                </a:lnTo>
                <a:lnTo>
                  <a:pt x="591424" y="284234"/>
                </a:lnTo>
                <a:lnTo>
                  <a:pt x="559353" y="284234"/>
                </a:lnTo>
                <a:close/>
                <a:moveTo>
                  <a:pt x="454392" y="284234"/>
                </a:moveTo>
                <a:lnTo>
                  <a:pt x="485214" y="284234"/>
                </a:lnTo>
                <a:lnTo>
                  <a:pt x="485214" y="284974"/>
                </a:lnTo>
                <a:lnTo>
                  <a:pt x="454392" y="284974"/>
                </a:lnTo>
                <a:close/>
                <a:moveTo>
                  <a:pt x="561435" y="284234"/>
                </a:moveTo>
                <a:lnTo>
                  <a:pt x="589341" y="284234"/>
                </a:lnTo>
                <a:lnTo>
                  <a:pt x="589341" y="284974"/>
                </a:lnTo>
                <a:lnTo>
                  <a:pt x="561435" y="284974"/>
                </a:lnTo>
                <a:close/>
                <a:moveTo>
                  <a:pt x="457724" y="284974"/>
                </a:moveTo>
                <a:lnTo>
                  <a:pt x="483131" y="284974"/>
                </a:lnTo>
                <a:lnTo>
                  <a:pt x="483131" y="285714"/>
                </a:lnTo>
                <a:lnTo>
                  <a:pt x="457724" y="285714"/>
                </a:lnTo>
                <a:close/>
                <a:moveTo>
                  <a:pt x="563518" y="284974"/>
                </a:moveTo>
                <a:lnTo>
                  <a:pt x="587259" y="284974"/>
                </a:lnTo>
                <a:lnTo>
                  <a:pt x="587259" y="285714"/>
                </a:lnTo>
                <a:lnTo>
                  <a:pt x="563518" y="285714"/>
                </a:lnTo>
                <a:close/>
                <a:moveTo>
                  <a:pt x="461889" y="285714"/>
                </a:moveTo>
                <a:lnTo>
                  <a:pt x="479799" y="285714"/>
                </a:lnTo>
                <a:lnTo>
                  <a:pt x="479799" y="286454"/>
                </a:lnTo>
                <a:lnTo>
                  <a:pt x="461889" y="286454"/>
                </a:lnTo>
                <a:close/>
                <a:moveTo>
                  <a:pt x="567266" y="285714"/>
                </a:moveTo>
                <a:lnTo>
                  <a:pt x="583927" y="285714"/>
                </a:lnTo>
                <a:lnTo>
                  <a:pt x="583927" y="286454"/>
                </a:lnTo>
                <a:lnTo>
                  <a:pt x="567266" y="286454"/>
                </a:lnTo>
                <a:close/>
                <a:moveTo>
                  <a:pt x="688887" y="313101"/>
                </a:moveTo>
                <a:lnTo>
                  <a:pt x="747199" y="313101"/>
                </a:lnTo>
                <a:lnTo>
                  <a:pt x="747199" y="313842"/>
                </a:lnTo>
                <a:lnTo>
                  <a:pt x="688887" y="313842"/>
                </a:lnTo>
                <a:close/>
                <a:moveTo>
                  <a:pt x="688887" y="313842"/>
                </a:moveTo>
                <a:lnTo>
                  <a:pt x="749698" y="313842"/>
                </a:lnTo>
                <a:lnTo>
                  <a:pt x="749698" y="314582"/>
                </a:lnTo>
                <a:lnTo>
                  <a:pt x="688887" y="314582"/>
                </a:lnTo>
                <a:close/>
                <a:moveTo>
                  <a:pt x="688887" y="314582"/>
                </a:moveTo>
                <a:lnTo>
                  <a:pt x="751780" y="314582"/>
                </a:lnTo>
                <a:lnTo>
                  <a:pt x="751780" y="315322"/>
                </a:lnTo>
                <a:lnTo>
                  <a:pt x="688887" y="315322"/>
                </a:lnTo>
                <a:close/>
                <a:moveTo>
                  <a:pt x="688887" y="315322"/>
                </a:moveTo>
                <a:lnTo>
                  <a:pt x="753446" y="315322"/>
                </a:lnTo>
                <a:lnTo>
                  <a:pt x="753446" y="316062"/>
                </a:lnTo>
                <a:lnTo>
                  <a:pt x="688887" y="316062"/>
                </a:lnTo>
                <a:close/>
                <a:moveTo>
                  <a:pt x="688887" y="316062"/>
                </a:moveTo>
                <a:lnTo>
                  <a:pt x="754696" y="316062"/>
                </a:lnTo>
                <a:lnTo>
                  <a:pt x="754696" y="316802"/>
                </a:lnTo>
                <a:lnTo>
                  <a:pt x="688887" y="316802"/>
                </a:lnTo>
                <a:close/>
                <a:moveTo>
                  <a:pt x="688887" y="316802"/>
                </a:moveTo>
                <a:lnTo>
                  <a:pt x="755945" y="316802"/>
                </a:lnTo>
                <a:lnTo>
                  <a:pt x="755945" y="317543"/>
                </a:lnTo>
                <a:lnTo>
                  <a:pt x="688887" y="317543"/>
                </a:lnTo>
                <a:close/>
                <a:moveTo>
                  <a:pt x="688887" y="317543"/>
                </a:moveTo>
                <a:lnTo>
                  <a:pt x="756778" y="317543"/>
                </a:lnTo>
                <a:lnTo>
                  <a:pt x="756778" y="318283"/>
                </a:lnTo>
                <a:lnTo>
                  <a:pt x="688887" y="318283"/>
                </a:lnTo>
                <a:close/>
                <a:moveTo>
                  <a:pt x="688887" y="318283"/>
                </a:moveTo>
                <a:lnTo>
                  <a:pt x="758028" y="318283"/>
                </a:lnTo>
                <a:lnTo>
                  <a:pt x="758028" y="319023"/>
                </a:lnTo>
                <a:lnTo>
                  <a:pt x="688887" y="319023"/>
                </a:lnTo>
                <a:close/>
                <a:moveTo>
                  <a:pt x="688887" y="319023"/>
                </a:moveTo>
                <a:lnTo>
                  <a:pt x="758861" y="319023"/>
                </a:lnTo>
                <a:lnTo>
                  <a:pt x="758861" y="319763"/>
                </a:lnTo>
                <a:lnTo>
                  <a:pt x="688887" y="319763"/>
                </a:lnTo>
                <a:close/>
                <a:moveTo>
                  <a:pt x="688887" y="319763"/>
                </a:moveTo>
                <a:lnTo>
                  <a:pt x="759694" y="319763"/>
                </a:lnTo>
                <a:lnTo>
                  <a:pt x="759694" y="320503"/>
                </a:lnTo>
                <a:lnTo>
                  <a:pt x="688887" y="320503"/>
                </a:lnTo>
                <a:close/>
                <a:moveTo>
                  <a:pt x="688887" y="320503"/>
                </a:moveTo>
                <a:lnTo>
                  <a:pt x="760110" y="320503"/>
                </a:lnTo>
                <a:lnTo>
                  <a:pt x="760110" y="321244"/>
                </a:lnTo>
                <a:lnTo>
                  <a:pt x="688887" y="321244"/>
                </a:lnTo>
                <a:close/>
                <a:moveTo>
                  <a:pt x="688887" y="321244"/>
                </a:moveTo>
                <a:lnTo>
                  <a:pt x="760943" y="321244"/>
                </a:lnTo>
                <a:lnTo>
                  <a:pt x="760943" y="321984"/>
                </a:lnTo>
                <a:lnTo>
                  <a:pt x="688887" y="321984"/>
                </a:lnTo>
                <a:close/>
                <a:moveTo>
                  <a:pt x="688887" y="321984"/>
                </a:moveTo>
                <a:lnTo>
                  <a:pt x="761360" y="321984"/>
                </a:lnTo>
                <a:lnTo>
                  <a:pt x="761360" y="322724"/>
                </a:lnTo>
                <a:lnTo>
                  <a:pt x="688887" y="322724"/>
                </a:lnTo>
                <a:close/>
                <a:moveTo>
                  <a:pt x="688887" y="322724"/>
                </a:moveTo>
                <a:lnTo>
                  <a:pt x="762193" y="322724"/>
                </a:lnTo>
                <a:lnTo>
                  <a:pt x="762193" y="323464"/>
                </a:lnTo>
                <a:lnTo>
                  <a:pt x="688887" y="323464"/>
                </a:lnTo>
                <a:close/>
                <a:moveTo>
                  <a:pt x="688887" y="323464"/>
                </a:moveTo>
                <a:lnTo>
                  <a:pt x="762609" y="323464"/>
                </a:lnTo>
                <a:lnTo>
                  <a:pt x="762609" y="324204"/>
                </a:lnTo>
                <a:lnTo>
                  <a:pt x="688887" y="324204"/>
                </a:lnTo>
                <a:close/>
                <a:moveTo>
                  <a:pt x="688887" y="324204"/>
                </a:moveTo>
                <a:lnTo>
                  <a:pt x="763026" y="324204"/>
                </a:lnTo>
                <a:lnTo>
                  <a:pt x="763026" y="324944"/>
                </a:lnTo>
                <a:lnTo>
                  <a:pt x="688887" y="324944"/>
                </a:lnTo>
                <a:close/>
                <a:moveTo>
                  <a:pt x="688887" y="324944"/>
                </a:moveTo>
                <a:lnTo>
                  <a:pt x="763859" y="324944"/>
                </a:lnTo>
                <a:lnTo>
                  <a:pt x="763859" y="325685"/>
                </a:lnTo>
                <a:lnTo>
                  <a:pt x="688887" y="325685"/>
                </a:lnTo>
                <a:close/>
                <a:moveTo>
                  <a:pt x="688887" y="325685"/>
                </a:moveTo>
                <a:lnTo>
                  <a:pt x="764275" y="325685"/>
                </a:lnTo>
                <a:lnTo>
                  <a:pt x="764275" y="326425"/>
                </a:lnTo>
                <a:lnTo>
                  <a:pt x="688887" y="326425"/>
                </a:lnTo>
                <a:close/>
                <a:moveTo>
                  <a:pt x="688887" y="326425"/>
                </a:moveTo>
                <a:lnTo>
                  <a:pt x="764692" y="326425"/>
                </a:lnTo>
                <a:lnTo>
                  <a:pt x="764692" y="327165"/>
                </a:lnTo>
                <a:lnTo>
                  <a:pt x="688887" y="327165"/>
                </a:lnTo>
                <a:close/>
                <a:moveTo>
                  <a:pt x="688887" y="327165"/>
                </a:moveTo>
                <a:lnTo>
                  <a:pt x="765108" y="327165"/>
                </a:lnTo>
                <a:lnTo>
                  <a:pt x="765108" y="327905"/>
                </a:lnTo>
                <a:lnTo>
                  <a:pt x="688887" y="327905"/>
                </a:lnTo>
                <a:close/>
                <a:moveTo>
                  <a:pt x="688887" y="327905"/>
                </a:moveTo>
                <a:lnTo>
                  <a:pt x="765525" y="327905"/>
                </a:lnTo>
                <a:lnTo>
                  <a:pt x="765525" y="328645"/>
                </a:lnTo>
                <a:lnTo>
                  <a:pt x="688887" y="328645"/>
                </a:lnTo>
                <a:close/>
                <a:moveTo>
                  <a:pt x="688887" y="328645"/>
                </a:moveTo>
                <a:lnTo>
                  <a:pt x="765941" y="328645"/>
                </a:lnTo>
                <a:lnTo>
                  <a:pt x="765941" y="329386"/>
                </a:lnTo>
                <a:lnTo>
                  <a:pt x="688887" y="329386"/>
                </a:lnTo>
                <a:close/>
                <a:moveTo>
                  <a:pt x="688887" y="329386"/>
                </a:moveTo>
                <a:lnTo>
                  <a:pt x="766358" y="329386"/>
                </a:lnTo>
                <a:lnTo>
                  <a:pt x="766358" y="330126"/>
                </a:lnTo>
                <a:lnTo>
                  <a:pt x="688887" y="330126"/>
                </a:lnTo>
                <a:close/>
                <a:moveTo>
                  <a:pt x="688887" y="330126"/>
                </a:moveTo>
                <a:lnTo>
                  <a:pt x="766775" y="330126"/>
                </a:lnTo>
                <a:lnTo>
                  <a:pt x="766775" y="330866"/>
                </a:lnTo>
                <a:lnTo>
                  <a:pt x="688887" y="330866"/>
                </a:lnTo>
                <a:close/>
                <a:moveTo>
                  <a:pt x="688887" y="330866"/>
                </a:moveTo>
                <a:lnTo>
                  <a:pt x="767191" y="330866"/>
                </a:lnTo>
                <a:lnTo>
                  <a:pt x="767191" y="332346"/>
                </a:lnTo>
                <a:lnTo>
                  <a:pt x="688887" y="332346"/>
                </a:lnTo>
                <a:close/>
                <a:moveTo>
                  <a:pt x="688887" y="332346"/>
                </a:moveTo>
                <a:lnTo>
                  <a:pt x="767608" y="332346"/>
                </a:lnTo>
                <a:lnTo>
                  <a:pt x="767608" y="333087"/>
                </a:lnTo>
                <a:lnTo>
                  <a:pt x="688887" y="333087"/>
                </a:lnTo>
                <a:close/>
                <a:moveTo>
                  <a:pt x="688887" y="333087"/>
                </a:moveTo>
                <a:lnTo>
                  <a:pt x="768024" y="333087"/>
                </a:lnTo>
                <a:lnTo>
                  <a:pt x="768024" y="334567"/>
                </a:lnTo>
                <a:lnTo>
                  <a:pt x="688887" y="334567"/>
                </a:lnTo>
                <a:close/>
                <a:moveTo>
                  <a:pt x="688887" y="334567"/>
                </a:moveTo>
                <a:lnTo>
                  <a:pt x="768441" y="334567"/>
                </a:lnTo>
                <a:lnTo>
                  <a:pt x="768441" y="335307"/>
                </a:lnTo>
                <a:lnTo>
                  <a:pt x="688887" y="335307"/>
                </a:lnTo>
                <a:close/>
                <a:moveTo>
                  <a:pt x="688887" y="335307"/>
                </a:moveTo>
                <a:lnTo>
                  <a:pt x="768857" y="335307"/>
                </a:lnTo>
                <a:lnTo>
                  <a:pt x="768857" y="336788"/>
                </a:lnTo>
                <a:lnTo>
                  <a:pt x="688887" y="336788"/>
                </a:lnTo>
                <a:close/>
                <a:moveTo>
                  <a:pt x="688887" y="336788"/>
                </a:moveTo>
                <a:lnTo>
                  <a:pt x="769274" y="336788"/>
                </a:lnTo>
                <a:lnTo>
                  <a:pt x="769274" y="338268"/>
                </a:lnTo>
                <a:lnTo>
                  <a:pt x="688887" y="338268"/>
                </a:lnTo>
                <a:close/>
                <a:moveTo>
                  <a:pt x="688887" y="338268"/>
                </a:moveTo>
                <a:lnTo>
                  <a:pt x="769690" y="338268"/>
                </a:lnTo>
                <a:lnTo>
                  <a:pt x="769690" y="339748"/>
                </a:lnTo>
                <a:lnTo>
                  <a:pt x="688887" y="339748"/>
                </a:lnTo>
                <a:close/>
                <a:moveTo>
                  <a:pt x="688887" y="339748"/>
                </a:moveTo>
                <a:lnTo>
                  <a:pt x="770107" y="339748"/>
                </a:lnTo>
                <a:lnTo>
                  <a:pt x="770107" y="340489"/>
                </a:lnTo>
                <a:lnTo>
                  <a:pt x="688887" y="340489"/>
                </a:lnTo>
                <a:close/>
                <a:moveTo>
                  <a:pt x="688887" y="340489"/>
                </a:moveTo>
                <a:lnTo>
                  <a:pt x="770523" y="340489"/>
                </a:lnTo>
                <a:lnTo>
                  <a:pt x="770523" y="342709"/>
                </a:lnTo>
                <a:lnTo>
                  <a:pt x="688887" y="342709"/>
                </a:lnTo>
                <a:close/>
                <a:moveTo>
                  <a:pt x="688887" y="342709"/>
                </a:moveTo>
                <a:lnTo>
                  <a:pt x="770940" y="342709"/>
                </a:lnTo>
                <a:lnTo>
                  <a:pt x="770940" y="344189"/>
                </a:lnTo>
                <a:lnTo>
                  <a:pt x="688887" y="344189"/>
                </a:lnTo>
                <a:close/>
                <a:moveTo>
                  <a:pt x="688887" y="344189"/>
                </a:moveTo>
                <a:lnTo>
                  <a:pt x="771356" y="344189"/>
                </a:lnTo>
                <a:lnTo>
                  <a:pt x="771356" y="346410"/>
                </a:lnTo>
                <a:lnTo>
                  <a:pt x="688887" y="346410"/>
                </a:lnTo>
                <a:close/>
                <a:moveTo>
                  <a:pt x="688887" y="346410"/>
                </a:moveTo>
                <a:lnTo>
                  <a:pt x="771773" y="346410"/>
                </a:lnTo>
                <a:lnTo>
                  <a:pt x="771773" y="348631"/>
                </a:lnTo>
                <a:lnTo>
                  <a:pt x="688887" y="348631"/>
                </a:lnTo>
                <a:close/>
                <a:moveTo>
                  <a:pt x="688887" y="348631"/>
                </a:moveTo>
                <a:lnTo>
                  <a:pt x="772189" y="348631"/>
                </a:lnTo>
                <a:lnTo>
                  <a:pt x="772189" y="350851"/>
                </a:lnTo>
                <a:lnTo>
                  <a:pt x="688887" y="350851"/>
                </a:lnTo>
                <a:close/>
                <a:moveTo>
                  <a:pt x="728456" y="350851"/>
                </a:moveTo>
                <a:lnTo>
                  <a:pt x="772189" y="350851"/>
                </a:lnTo>
                <a:lnTo>
                  <a:pt x="772189" y="351591"/>
                </a:lnTo>
                <a:lnTo>
                  <a:pt x="728456" y="351591"/>
                </a:lnTo>
                <a:close/>
                <a:moveTo>
                  <a:pt x="733870" y="351591"/>
                </a:moveTo>
                <a:lnTo>
                  <a:pt x="772606" y="351591"/>
                </a:lnTo>
                <a:lnTo>
                  <a:pt x="772606" y="352332"/>
                </a:lnTo>
                <a:lnTo>
                  <a:pt x="733870" y="352332"/>
                </a:lnTo>
                <a:close/>
                <a:moveTo>
                  <a:pt x="779686" y="313101"/>
                </a:moveTo>
                <a:lnTo>
                  <a:pt x="861739" y="313101"/>
                </a:lnTo>
                <a:lnTo>
                  <a:pt x="861739" y="353072"/>
                </a:lnTo>
                <a:lnTo>
                  <a:pt x="779686" y="353072"/>
                </a:lnTo>
                <a:close/>
                <a:moveTo>
                  <a:pt x="735536" y="352332"/>
                </a:moveTo>
                <a:lnTo>
                  <a:pt x="772606" y="352332"/>
                </a:lnTo>
                <a:lnTo>
                  <a:pt x="772606" y="353072"/>
                </a:lnTo>
                <a:lnTo>
                  <a:pt x="735536" y="353072"/>
                </a:lnTo>
                <a:close/>
                <a:moveTo>
                  <a:pt x="736786" y="353072"/>
                </a:moveTo>
                <a:lnTo>
                  <a:pt x="772606" y="353072"/>
                </a:lnTo>
                <a:lnTo>
                  <a:pt x="772606" y="353812"/>
                </a:lnTo>
                <a:lnTo>
                  <a:pt x="736786" y="353812"/>
                </a:lnTo>
                <a:close/>
                <a:moveTo>
                  <a:pt x="737619" y="353812"/>
                </a:moveTo>
                <a:lnTo>
                  <a:pt x="772606" y="353812"/>
                </a:lnTo>
                <a:lnTo>
                  <a:pt x="772606" y="354552"/>
                </a:lnTo>
                <a:lnTo>
                  <a:pt x="737619" y="354552"/>
                </a:lnTo>
                <a:close/>
                <a:moveTo>
                  <a:pt x="738452" y="354552"/>
                </a:moveTo>
                <a:lnTo>
                  <a:pt x="772606" y="354552"/>
                </a:lnTo>
                <a:lnTo>
                  <a:pt x="772606" y="355292"/>
                </a:lnTo>
                <a:lnTo>
                  <a:pt x="738452" y="355292"/>
                </a:lnTo>
                <a:close/>
                <a:moveTo>
                  <a:pt x="739285" y="355292"/>
                </a:moveTo>
                <a:lnTo>
                  <a:pt x="773022" y="355292"/>
                </a:lnTo>
                <a:lnTo>
                  <a:pt x="773022" y="356033"/>
                </a:lnTo>
                <a:lnTo>
                  <a:pt x="739285" y="356033"/>
                </a:lnTo>
                <a:close/>
                <a:moveTo>
                  <a:pt x="739701" y="356033"/>
                </a:moveTo>
                <a:lnTo>
                  <a:pt x="773022" y="356033"/>
                </a:lnTo>
                <a:lnTo>
                  <a:pt x="773022" y="356773"/>
                </a:lnTo>
                <a:lnTo>
                  <a:pt x="739701" y="356773"/>
                </a:lnTo>
                <a:close/>
                <a:moveTo>
                  <a:pt x="740118" y="356773"/>
                </a:moveTo>
                <a:lnTo>
                  <a:pt x="773022" y="356773"/>
                </a:lnTo>
                <a:lnTo>
                  <a:pt x="773022" y="357513"/>
                </a:lnTo>
                <a:lnTo>
                  <a:pt x="740118" y="357513"/>
                </a:lnTo>
                <a:close/>
                <a:moveTo>
                  <a:pt x="740534" y="357513"/>
                </a:moveTo>
                <a:lnTo>
                  <a:pt x="773022" y="357513"/>
                </a:lnTo>
                <a:lnTo>
                  <a:pt x="773022" y="358253"/>
                </a:lnTo>
                <a:lnTo>
                  <a:pt x="740534" y="358253"/>
                </a:lnTo>
                <a:close/>
                <a:moveTo>
                  <a:pt x="862988" y="313101"/>
                </a:moveTo>
                <a:lnTo>
                  <a:pt x="956286" y="313101"/>
                </a:lnTo>
                <a:lnTo>
                  <a:pt x="956286" y="358993"/>
                </a:lnTo>
                <a:lnTo>
                  <a:pt x="862988" y="358993"/>
                </a:lnTo>
                <a:close/>
                <a:moveTo>
                  <a:pt x="740951" y="358253"/>
                </a:moveTo>
                <a:lnTo>
                  <a:pt x="773022" y="358253"/>
                </a:lnTo>
                <a:lnTo>
                  <a:pt x="773022" y="359734"/>
                </a:lnTo>
                <a:lnTo>
                  <a:pt x="740951" y="359734"/>
                </a:lnTo>
                <a:close/>
                <a:moveTo>
                  <a:pt x="741367" y="359734"/>
                </a:moveTo>
                <a:lnTo>
                  <a:pt x="773022" y="359734"/>
                </a:lnTo>
                <a:lnTo>
                  <a:pt x="773022" y="360474"/>
                </a:lnTo>
                <a:lnTo>
                  <a:pt x="741367" y="360474"/>
                </a:lnTo>
                <a:close/>
                <a:moveTo>
                  <a:pt x="741784" y="360474"/>
                </a:moveTo>
                <a:lnTo>
                  <a:pt x="773439" y="360474"/>
                </a:lnTo>
                <a:lnTo>
                  <a:pt x="773439" y="361954"/>
                </a:lnTo>
                <a:lnTo>
                  <a:pt x="741784" y="361954"/>
                </a:lnTo>
                <a:close/>
                <a:moveTo>
                  <a:pt x="742200" y="361954"/>
                </a:moveTo>
                <a:lnTo>
                  <a:pt x="773439" y="361954"/>
                </a:lnTo>
                <a:lnTo>
                  <a:pt x="773439" y="363434"/>
                </a:lnTo>
                <a:lnTo>
                  <a:pt x="742200" y="363434"/>
                </a:lnTo>
                <a:close/>
                <a:moveTo>
                  <a:pt x="742617" y="363434"/>
                </a:moveTo>
                <a:lnTo>
                  <a:pt x="773439" y="363434"/>
                </a:lnTo>
                <a:lnTo>
                  <a:pt x="773439" y="365655"/>
                </a:lnTo>
                <a:lnTo>
                  <a:pt x="742617" y="365655"/>
                </a:lnTo>
                <a:close/>
                <a:moveTo>
                  <a:pt x="743033" y="365655"/>
                </a:moveTo>
                <a:lnTo>
                  <a:pt x="773439" y="365655"/>
                </a:lnTo>
                <a:lnTo>
                  <a:pt x="773439" y="370096"/>
                </a:lnTo>
                <a:lnTo>
                  <a:pt x="743033" y="370096"/>
                </a:lnTo>
                <a:close/>
                <a:moveTo>
                  <a:pt x="743450" y="370096"/>
                </a:moveTo>
                <a:lnTo>
                  <a:pt x="773439" y="370096"/>
                </a:lnTo>
                <a:lnTo>
                  <a:pt x="773439" y="373797"/>
                </a:lnTo>
                <a:lnTo>
                  <a:pt x="743450" y="373797"/>
                </a:lnTo>
                <a:close/>
                <a:moveTo>
                  <a:pt x="743033" y="373797"/>
                </a:moveTo>
                <a:lnTo>
                  <a:pt x="773439" y="373797"/>
                </a:lnTo>
                <a:lnTo>
                  <a:pt x="773439" y="378238"/>
                </a:lnTo>
                <a:lnTo>
                  <a:pt x="743033" y="378238"/>
                </a:lnTo>
                <a:close/>
                <a:moveTo>
                  <a:pt x="742617" y="378238"/>
                </a:moveTo>
                <a:lnTo>
                  <a:pt x="773439" y="378238"/>
                </a:lnTo>
                <a:lnTo>
                  <a:pt x="773439" y="380459"/>
                </a:lnTo>
                <a:lnTo>
                  <a:pt x="742617" y="380459"/>
                </a:lnTo>
                <a:close/>
                <a:moveTo>
                  <a:pt x="742200" y="380459"/>
                </a:moveTo>
                <a:lnTo>
                  <a:pt x="773022" y="380459"/>
                </a:lnTo>
                <a:lnTo>
                  <a:pt x="773022" y="381939"/>
                </a:lnTo>
                <a:lnTo>
                  <a:pt x="742200" y="381939"/>
                </a:lnTo>
                <a:close/>
                <a:moveTo>
                  <a:pt x="779686" y="353072"/>
                </a:moveTo>
                <a:lnTo>
                  <a:pt x="810508" y="353072"/>
                </a:lnTo>
                <a:lnTo>
                  <a:pt x="810508" y="382679"/>
                </a:lnTo>
                <a:lnTo>
                  <a:pt x="779686" y="382679"/>
                </a:lnTo>
                <a:close/>
                <a:moveTo>
                  <a:pt x="741784" y="381939"/>
                </a:moveTo>
                <a:lnTo>
                  <a:pt x="773022" y="381939"/>
                </a:lnTo>
                <a:lnTo>
                  <a:pt x="773022" y="382679"/>
                </a:lnTo>
                <a:lnTo>
                  <a:pt x="741784" y="382679"/>
                </a:lnTo>
                <a:close/>
                <a:moveTo>
                  <a:pt x="741367" y="382679"/>
                </a:moveTo>
                <a:lnTo>
                  <a:pt x="773022" y="382679"/>
                </a:lnTo>
                <a:lnTo>
                  <a:pt x="773022" y="384160"/>
                </a:lnTo>
                <a:lnTo>
                  <a:pt x="741367" y="384160"/>
                </a:lnTo>
                <a:close/>
                <a:moveTo>
                  <a:pt x="740951" y="384160"/>
                </a:moveTo>
                <a:lnTo>
                  <a:pt x="773022" y="384160"/>
                </a:lnTo>
                <a:lnTo>
                  <a:pt x="773022" y="384900"/>
                </a:lnTo>
                <a:lnTo>
                  <a:pt x="740951" y="384900"/>
                </a:lnTo>
                <a:close/>
                <a:moveTo>
                  <a:pt x="740534" y="384900"/>
                </a:moveTo>
                <a:lnTo>
                  <a:pt x="773022" y="384900"/>
                </a:lnTo>
                <a:lnTo>
                  <a:pt x="773022" y="385640"/>
                </a:lnTo>
                <a:lnTo>
                  <a:pt x="740534" y="385640"/>
                </a:lnTo>
                <a:close/>
                <a:moveTo>
                  <a:pt x="740118" y="385640"/>
                </a:moveTo>
                <a:lnTo>
                  <a:pt x="772606" y="385640"/>
                </a:lnTo>
                <a:lnTo>
                  <a:pt x="772606" y="386380"/>
                </a:lnTo>
                <a:lnTo>
                  <a:pt x="740118" y="386380"/>
                </a:lnTo>
                <a:close/>
                <a:moveTo>
                  <a:pt x="739701" y="386380"/>
                </a:moveTo>
                <a:lnTo>
                  <a:pt x="772606" y="386380"/>
                </a:lnTo>
                <a:lnTo>
                  <a:pt x="772606" y="387121"/>
                </a:lnTo>
                <a:lnTo>
                  <a:pt x="739701" y="387121"/>
                </a:lnTo>
                <a:close/>
                <a:moveTo>
                  <a:pt x="739285" y="387121"/>
                </a:moveTo>
                <a:lnTo>
                  <a:pt x="772606" y="387121"/>
                </a:lnTo>
                <a:lnTo>
                  <a:pt x="772606" y="387861"/>
                </a:lnTo>
                <a:lnTo>
                  <a:pt x="739285" y="387861"/>
                </a:lnTo>
                <a:close/>
                <a:moveTo>
                  <a:pt x="738868" y="387861"/>
                </a:moveTo>
                <a:lnTo>
                  <a:pt x="772606" y="387861"/>
                </a:lnTo>
                <a:lnTo>
                  <a:pt x="772606" y="388601"/>
                </a:lnTo>
                <a:lnTo>
                  <a:pt x="738868" y="388601"/>
                </a:lnTo>
                <a:close/>
                <a:moveTo>
                  <a:pt x="738035" y="388601"/>
                </a:moveTo>
                <a:lnTo>
                  <a:pt x="772606" y="388601"/>
                </a:lnTo>
                <a:lnTo>
                  <a:pt x="772606" y="389341"/>
                </a:lnTo>
                <a:lnTo>
                  <a:pt x="738035" y="389341"/>
                </a:lnTo>
                <a:close/>
                <a:moveTo>
                  <a:pt x="737202" y="389341"/>
                </a:moveTo>
                <a:lnTo>
                  <a:pt x="772189" y="389341"/>
                </a:lnTo>
                <a:lnTo>
                  <a:pt x="772189" y="390081"/>
                </a:lnTo>
                <a:lnTo>
                  <a:pt x="737202" y="390081"/>
                </a:lnTo>
                <a:close/>
                <a:moveTo>
                  <a:pt x="736369" y="390081"/>
                </a:moveTo>
                <a:lnTo>
                  <a:pt x="772189" y="390081"/>
                </a:lnTo>
                <a:lnTo>
                  <a:pt x="772189" y="390822"/>
                </a:lnTo>
                <a:lnTo>
                  <a:pt x="736369" y="390822"/>
                </a:lnTo>
                <a:close/>
                <a:moveTo>
                  <a:pt x="734703" y="390822"/>
                </a:moveTo>
                <a:lnTo>
                  <a:pt x="772189" y="390822"/>
                </a:lnTo>
                <a:lnTo>
                  <a:pt x="772189" y="391562"/>
                </a:lnTo>
                <a:lnTo>
                  <a:pt x="734703" y="391562"/>
                </a:lnTo>
                <a:close/>
                <a:moveTo>
                  <a:pt x="733037" y="391562"/>
                </a:moveTo>
                <a:lnTo>
                  <a:pt x="772189" y="391562"/>
                </a:lnTo>
                <a:lnTo>
                  <a:pt x="772189" y="392302"/>
                </a:lnTo>
                <a:lnTo>
                  <a:pt x="733037" y="392302"/>
                </a:lnTo>
                <a:close/>
                <a:moveTo>
                  <a:pt x="688887" y="350851"/>
                </a:moveTo>
                <a:lnTo>
                  <a:pt x="720125" y="350851"/>
                </a:lnTo>
                <a:lnTo>
                  <a:pt x="720125" y="393042"/>
                </a:lnTo>
                <a:lnTo>
                  <a:pt x="688887" y="393042"/>
                </a:lnTo>
                <a:close/>
                <a:moveTo>
                  <a:pt x="727623" y="392302"/>
                </a:moveTo>
                <a:lnTo>
                  <a:pt x="771773" y="392302"/>
                </a:lnTo>
                <a:lnTo>
                  <a:pt x="771773" y="393042"/>
                </a:lnTo>
                <a:lnTo>
                  <a:pt x="727623" y="393042"/>
                </a:lnTo>
                <a:close/>
                <a:moveTo>
                  <a:pt x="688887" y="393042"/>
                </a:moveTo>
                <a:lnTo>
                  <a:pt x="771773" y="393042"/>
                </a:lnTo>
                <a:lnTo>
                  <a:pt x="771773" y="394523"/>
                </a:lnTo>
                <a:lnTo>
                  <a:pt x="688887" y="394523"/>
                </a:lnTo>
                <a:close/>
                <a:moveTo>
                  <a:pt x="688887" y="394523"/>
                </a:moveTo>
                <a:lnTo>
                  <a:pt x="771356" y="394523"/>
                </a:lnTo>
                <a:lnTo>
                  <a:pt x="771356" y="396743"/>
                </a:lnTo>
                <a:lnTo>
                  <a:pt x="688887" y="396743"/>
                </a:lnTo>
                <a:close/>
                <a:moveTo>
                  <a:pt x="688887" y="396743"/>
                </a:moveTo>
                <a:lnTo>
                  <a:pt x="770940" y="396743"/>
                </a:lnTo>
                <a:lnTo>
                  <a:pt x="770940" y="398224"/>
                </a:lnTo>
                <a:lnTo>
                  <a:pt x="688887" y="398224"/>
                </a:lnTo>
                <a:close/>
                <a:moveTo>
                  <a:pt x="688887" y="398224"/>
                </a:moveTo>
                <a:lnTo>
                  <a:pt x="770523" y="398224"/>
                </a:lnTo>
                <a:lnTo>
                  <a:pt x="770523" y="399704"/>
                </a:lnTo>
                <a:lnTo>
                  <a:pt x="688887" y="399704"/>
                </a:lnTo>
                <a:close/>
                <a:moveTo>
                  <a:pt x="688887" y="399704"/>
                </a:moveTo>
                <a:lnTo>
                  <a:pt x="770107" y="399704"/>
                </a:lnTo>
                <a:lnTo>
                  <a:pt x="770107" y="401925"/>
                </a:lnTo>
                <a:lnTo>
                  <a:pt x="688887" y="401925"/>
                </a:lnTo>
                <a:close/>
                <a:moveTo>
                  <a:pt x="688887" y="401925"/>
                </a:moveTo>
                <a:lnTo>
                  <a:pt x="769690" y="401925"/>
                </a:lnTo>
                <a:lnTo>
                  <a:pt x="769690" y="403405"/>
                </a:lnTo>
                <a:lnTo>
                  <a:pt x="688887" y="403405"/>
                </a:lnTo>
                <a:close/>
                <a:moveTo>
                  <a:pt x="688887" y="403405"/>
                </a:moveTo>
                <a:lnTo>
                  <a:pt x="769274" y="403405"/>
                </a:lnTo>
                <a:lnTo>
                  <a:pt x="769274" y="404145"/>
                </a:lnTo>
                <a:lnTo>
                  <a:pt x="688887" y="404145"/>
                </a:lnTo>
                <a:close/>
                <a:moveTo>
                  <a:pt x="688887" y="404145"/>
                </a:moveTo>
                <a:lnTo>
                  <a:pt x="768857" y="404145"/>
                </a:lnTo>
                <a:lnTo>
                  <a:pt x="768857" y="405625"/>
                </a:lnTo>
                <a:lnTo>
                  <a:pt x="688887" y="405625"/>
                </a:lnTo>
                <a:close/>
                <a:moveTo>
                  <a:pt x="688887" y="405625"/>
                </a:moveTo>
                <a:lnTo>
                  <a:pt x="768441" y="405625"/>
                </a:lnTo>
                <a:lnTo>
                  <a:pt x="768441" y="407106"/>
                </a:lnTo>
                <a:lnTo>
                  <a:pt x="688887" y="407106"/>
                </a:lnTo>
                <a:close/>
                <a:moveTo>
                  <a:pt x="688887" y="407106"/>
                </a:moveTo>
                <a:lnTo>
                  <a:pt x="768024" y="407106"/>
                </a:lnTo>
                <a:lnTo>
                  <a:pt x="768024" y="407846"/>
                </a:lnTo>
                <a:lnTo>
                  <a:pt x="688887" y="407846"/>
                </a:lnTo>
                <a:close/>
                <a:moveTo>
                  <a:pt x="688887" y="407846"/>
                </a:moveTo>
                <a:lnTo>
                  <a:pt x="767608" y="407846"/>
                </a:lnTo>
                <a:lnTo>
                  <a:pt x="767608" y="409326"/>
                </a:lnTo>
                <a:lnTo>
                  <a:pt x="688887" y="409326"/>
                </a:lnTo>
                <a:close/>
                <a:moveTo>
                  <a:pt x="688887" y="409326"/>
                </a:moveTo>
                <a:lnTo>
                  <a:pt x="767191" y="409326"/>
                </a:lnTo>
                <a:lnTo>
                  <a:pt x="767191" y="410067"/>
                </a:lnTo>
                <a:lnTo>
                  <a:pt x="688887" y="410067"/>
                </a:lnTo>
                <a:close/>
                <a:moveTo>
                  <a:pt x="688887" y="410067"/>
                </a:moveTo>
                <a:lnTo>
                  <a:pt x="766775" y="410067"/>
                </a:lnTo>
                <a:lnTo>
                  <a:pt x="766775" y="410807"/>
                </a:lnTo>
                <a:lnTo>
                  <a:pt x="688887" y="410807"/>
                </a:lnTo>
                <a:close/>
                <a:moveTo>
                  <a:pt x="688887" y="410807"/>
                </a:moveTo>
                <a:lnTo>
                  <a:pt x="766358" y="410807"/>
                </a:lnTo>
                <a:lnTo>
                  <a:pt x="766358" y="412287"/>
                </a:lnTo>
                <a:lnTo>
                  <a:pt x="688887" y="412287"/>
                </a:lnTo>
                <a:close/>
                <a:moveTo>
                  <a:pt x="688887" y="412287"/>
                </a:moveTo>
                <a:lnTo>
                  <a:pt x="765941" y="412287"/>
                </a:lnTo>
                <a:lnTo>
                  <a:pt x="765941" y="413027"/>
                </a:lnTo>
                <a:lnTo>
                  <a:pt x="688887" y="413027"/>
                </a:lnTo>
                <a:close/>
                <a:moveTo>
                  <a:pt x="688887" y="413027"/>
                </a:moveTo>
                <a:lnTo>
                  <a:pt x="765525" y="413027"/>
                </a:lnTo>
                <a:lnTo>
                  <a:pt x="765525" y="413768"/>
                </a:lnTo>
                <a:lnTo>
                  <a:pt x="688887" y="413768"/>
                </a:lnTo>
                <a:close/>
                <a:moveTo>
                  <a:pt x="688887" y="413768"/>
                </a:moveTo>
                <a:lnTo>
                  <a:pt x="765108" y="413768"/>
                </a:lnTo>
                <a:lnTo>
                  <a:pt x="765108" y="414508"/>
                </a:lnTo>
                <a:lnTo>
                  <a:pt x="688887" y="414508"/>
                </a:lnTo>
                <a:close/>
                <a:moveTo>
                  <a:pt x="688887" y="414508"/>
                </a:moveTo>
                <a:lnTo>
                  <a:pt x="764692" y="414508"/>
                </a:lnTo>
                <a:lnTo>
                  <a:pt x="764692" y="415248"/>
                </a:lnTo>
                <a:lnTo>
                  <a:pt x="688887" y="415248"/>
                </a:lnTo>
                <a:close/>
                <a:moveTo>
                  <a:pt x="688887" y="415248"/>
                </a:moveTo>
                <a:lnTo>
                  <a:pt x="764275" y="415248"/>
                </a:lnTo>
                <a:lnTo>
                  <a:pt x="764275" y="415988"/>
                </a:lnTo>
                <a:lnTo>
                  <a:pt x="688887" y="415988"/>
                </a:lnTo>
                <a:close/>
                <a:moveTo>
                  <a:pt x="688887" y="415988"/>
                </a:moveTo>
                <a:lnTo>
                  <a:pt x="763859" y="415988"/>
                </a:lnTo>
                <a:lnTo>
                  <a:pt x="763859" y="416728"/>
                </a:lnTo>
                <a:lnTo>
                  <a:pt x="688887" y="416728"/>
                </a:lnTo>
                <a:close/>
                <a:moveTo>
                  <a:pt x="688887" y="416728"/>
                </a:moveTo>
                <a:lnTo>
                  <a:pt x="763442" y="416728"/>
                </a:lnTo>
                <a:lnTo>
                  <a:pt x="763442" y="417469"/>
                </a:lnTo>
                <a:lnTo>
                  <a:pt x="688887" y="417469"/>
                </a:lnTo>
                <a:close/>
                <a:moveTo>
                  <a:pt x="688887" y="417469"/>
                </a:moveTo>
                <a:lnTo>
                  <a:pt x="762609" y="417469"/>
                </a:lnTo>
                <a:lnTo>
                  <a:pt x="762609" y="418209"/>
                </a:lnTo>
                <a:lnTo>
                  <a:pt x="688887" y="418209"/>
                </a:lnTo>
                <a:close/>
                <a:moveTo>
                  <a:pt x="688887" y="418209"/>
                </a:moveTo>
                <a:lnTo>
                  <a:pt x="762193" y="418209"/>
                </a:lnTo>
                <a:lnTo>
                  <a:pt x="762193" y="418949"/>
                </a:lnTo>
                <a:lnTo>
                  <a:pt x="688887" y="418949"/>
                </a:lnTo>
                <a:close/>
                <a:moveTo>
                  <a:pt x="688887" y="418949"/>
                </a:moveTo>
                <a:lnTo>
                  <a:pt x="761776" y="418949"/>
                </a:lnTo>
                <a:lnTo>
                  <a:pt x="761776" y="419689"/>
                </a:lnTo>
                <a:lnTo>
                  <a:pt x="688887" y="419689"/>
                </a:lnTo>
                <a:close/>
                <a:moveTo>
                  <a:pt x="688887" y="419689"/>
                </a:moveTo>
                <a:lnTo>
                  <a:pt x="761360" y="419689"/>
                </a:lnTo>
                <a:lnTo>
                  <a:pt x="761360" y="420429"/>
                </a:lnTo>
                <a:lnTo>
                  <a:pt x="688887" y="420429"/>
                </a:lnTo>
                <a:close/>
                <a:moveTo>
                  <a:pt x="779686" y="382679"/>
                </a:moveTo>
                <a:lnTo>
                  <a:pt x="858407" y="382679"/>
                </a:lnTo>
                <a:lnTo>
                  <a:pt x="858407" y="421170"/>
                </a:lnTo>
                <a:lnTo>
                  <a:pt x="779686" y="421170"/>
                </a:lnTo>
                <a:close/>
                <a:moveTo>
                  <a:pt x="688887" y="420429"/>
                </a:moveTo>
                <a:lnTo>
                  <a:pt x="760527" y="420429"/>
                </a:lnTo>
                <a:lnTo>
                  <a:pt x="760527" y="421170"/>
                </a:lnTo>
                <a:lnTo>
                  <a:pt x="688887" y="421170"/>
                </a:lnTo>
                <a:close/>
                <a:moveTo>
                  <a:pt x="688887" y="421170"/>
                </a:moveTo>
                <a:lnTo>
                  <a:pt x="759694" y="421170"/>
                </a:lnTo>
                <a:lnTo>
                  <a:pt x="759694" y="421910"/>
                </a:lnTo>
                <a:lnTo>
                  <a:pt x="688887" y="421910"/>
                </a:lnTo>
                <a:close/>
                <a:moveTo>
                  <a:pt x="688887" y="421910"/>
                </a:moveTo>
                <a:lnTo>
                  <a:pt x="759277" y="421910"/>
                </a:lnTo>
                <a:lnTo>
                  <a:pt x="759277" y="422650"/>
                </a:lnTo>
                <a:lnTo>
                  <a:pt x="688887" y="422650"/>
                </a:lnTo>
                <a:close/>
                <a:moveTo>
                  <a:pt x="688887" y="422650"/>
                </a:moveTo>
                <a:lnTo>
                  <a:pt x="758444" y="422650"/>
                </a:lnTo>
                <a:lnTo>
                  <a:pt x="758444" y="423390"/>
                </a:lnTo>
                <a:lnTo>
                  <a:pt x="688887" y="423390"/>
                </a:lnTo>
                <a:close/>
                <a:moveTo>
                  <a:pt x="688887" y="423390"/>
                </a:moveTo>
                <a:lnTo>
                  <a:pt x="757611" y="423390"/>
                </a:lnTo>
                <a:lnTo>
                  <a:pt x="757611" y="424130"/>
                </a:lnTo>
                <a:lnTo>
                  <a:pt x="688887" y="424130"/>
                </a:lnTo>
                <a:close/>
                <a:moveTo>
                  <a:pt x="688887" y="424130"/>
                </a:moveTo>
                <a:lnTo>
                  <a:pt x="756778" y="424130"/>
                </a:lnTo>
                <a:lnTo>
                  <a:pt x="756778" y="424870"/>
                </a:lnTo>
                <a:lnTo>
                  <a:pt x="688887" y="424870"/>
                </a:lnTo>
                <a:close/>
                <a:moveTo>
                  <a:pt x="688887" y="424870"/>
                </a:moveTo>
                <a:lnTo>
                  <a:pt x="755945" y="424870"/>
                </a:lnTo>
                <a:lnTo>
                  <a:pt x="755945" y="425611"/>
                </a:lnTo>
                <a:lnTo>
                  <a:pt x="688887" y="425611"/>
                </a:lnTo>
                <a:close/>
                <a:moveTo>
                  <a:pt x="688887" y="425611"/>
                </a:moveTo>
                <a:lnTo>
                  <a:pt x="754696" y="425611"/>
                </a:lnTo>
                <a:lnTo>
                  <a:pt x="754696" y="426351"/>
                </a:lnTo>
                <a:lnTo>
                  <a:pt x="688887" y="426351"/>
                </a:lnTo>
                <a:close/>
                <a:moveTo>
                  <a:pt x="688887" y="426351"/>
                </a:moveTo>
                <a:lnTo>
                  <a:pt x="753863" y="426351"/>
                </a:lnTo>
                <a:lnTo>
                  <a:pt x="753863" y="427091"/>
                </a:lnTo>
                <a:lnTo>
                  <a:pt x="688887" y="427091"/>
                </a:lnTo>
                <a:close/>
                <a:moveTo>
                  <a:pt x="688887" y="427091"/>
                </a:moveTo>
                <a:lnTo>
                  <a:pt x="752613" y="427091"/>
                </a:lnTo>
                <a:lnTo>
                  <a:pt x="752613" y="427831"/>
                </a:lnTo>
                <a:lnTo>
                  <a:pt x="688887" y="427831"/>
                </a:lnTo>
                <a:close/>
                <a:moveTo>
                  <a:pt x="688887" y="427831"/>
                </a:moveTo>
                <a:lnTo>
                  <a:pt x="750947" y="427831"/>
                </a:lnTo>
                <a:lnTo>
                  <a:pt x="750947" y="428571"/>
                </a:lnTo>
                <a:lnTo>
                  <a:pt x="688887" y="428571"/>
                </a:lnTo>
                <a:close/>
                <a:moveTo>
                  <a:pt x="688887" y="428571"/>
                </a:moveTo>
                <a:lnTo>
                  <a:pt x="749281" y="428571"/>
                </a:lnTo>
                <a:lnTo>
                  <a:pt x="749281" y="429312"/>
                </a:lnTo>
                <a:lnTo>
                  <a:pt x="688887" y="429312"/>
                </a:lnTo>
                <a:close/>
                <a:moveTo>
                  <a:pt x="688887" y="429312"/>
                </a:moveTo>
                <a:lnTo>
                  <a:pt x="747199" y="429312"/>
                </a:lnTo>
                <a:lnTo>
                  <a:pt x="747199" y="430052"/>
                </a:lnTo>
                <a:lnTo>
                  <a:pt x="688887" y="430052"/>
                </a:lnTo>
                <a:close/>
                <a:moveTo>
                  <a:pt x="688887" y="430052"/>
                </a:moveTo>
                <a:lnTo>
                  <a:pt x="744283" y="430052"/>
                </a:lnTo>
                <a:lnTo>
                  <a:pt x="744283" y="430792"/>
                </a:lnTo>
                <a:lnTo>
                  <a:pt x="688887" y="430792"/>
                </a:lnTo>
                <a:close/>
                <a:moveTo>
                  <a:pt x="779686" y="421170"/>
                </a:moveTo>
                <a:lnTo>
                  <a:pt x="810508" y="421170"/>
                </a:lnTo>
                <a:lnTo>
                  <a:pt x="810508" y="458179"/>
                </a:lnTo>
                <a:lnTo>
                  <a:pt x="779686" y="458179"/>
                </a:lnTo>
                <a:close/>
                <a:moveTo>
                  <a:pt x="688887" y="430792"/>
                </a:moveTo>
                <a:lnTo>
                  <a:pt x="720125" y="430792"/>
                </a:lnTo>
                <a:lnTo>
                  <a:pt x="720125" y="500370"/>
                </a:lnTo>
                <a:lnTo>
                  <a:pt x="688887" y="500370"/>
                </a:lnTo>
                <a:close/>
                <a:moveTo>
                  <a:pt x="894227" y="358993"/>
                </a:moveTo>
                <a:lnTo>
                  <a:pt x="925048" y="358993"/>
                </a:lnTo>
                <a:lnTo>
                  <a:pt x="925048" y="500370"/>
                </a:lnTo>
                <a:lnTo>
                  <a:pt x="894227" y="500370"/>
                </a:lnTo>
                <a:close/>
                <a:moveTo>
                  <a:pt x="779686" y="458179"/>
                </a:moveTo>
                <a:lnTo>
                  <a:pt x="863405" y="458179"/>
                </a:lnTo>
                <a:lnTo>
                  <a:pt x="863405" y="500370"/>
                </a:lnTo>
                <a:lnTo>
                  <a:pt x="779686" y="500370"/>
                </a:lnTo>
                <a:close/>
                <a:moveTo>
                  <a:pt x="705548" y="523316"/>
                </a:moveTo>
                <a:lnTo>
                  <a:pt x="722208" y="523316"/>
                </a:lnTo>
                <a:lnTo>
                  <a:pt x="722208" y="524056"/>
                </a:lnTo>
                <a:lnTo>
                  <a:pt x="705548" y="524056"/>
                </a:lnTo>
                <a:close/>
                <a:moveTo>
                  <a:pt x="516452" y="523316"/>
                </a:moveTo>
                <a:lnTo>
                  <a:pt x="534362" y="523316"/>
                </a:lnTo>
                <a:lnTo>
                  <a:pt x="534362" y="524056"/>
                </a:lnTo>
                <a:lnTo>
                  <a:pt x="516452" y="524056"/>
                </a:lnTo>
                <a:close/>
                <a:moveTo>
                  <a:pt x="513120" y="524056"/>
                </a:moveTo>
                <a:lnTo>
                  <a:pt x="537694" y="524056"/>
                </a:lnTo>
                <a:lnTo>
                  <a:pt x="537694" y="524796"/>
                </a:lnTo>
                <a:lnTo>
                  <a:pt x="513120" y="524796"/>
                </a:lnTo>
                <a:close/>
                <a:moveTo>
                  <a:pt x="702632" y="524056"/>
                </a:moveTo>
                <a:lnTo>
                  <a:pt x="725124" y="524056"/>
                </a:lnTo>
                <a:lnTo>
                  <a:pt x="725124" y="524796"/>
                </a:lnTo>
                <a:lnTo>
                  <a:pt x="702632" y="524796"/>
                </a:lnTo>
                <a:close/>
                <a:moveTo>
                  <a:pt x="510621" y="524796"/>
                </a:moveTo>
                <a:lnTo>
                  <a:pt x="539777" y="524796"/>
                </a:lnTo>
                <a:lnTo>
                  <a:pt x="539777" y="525537"/>
                </a:lnTo>
                <a:lnTo>
                  <a:pt x="510621" y="525537"/>
                </a:lnTo>
                <a:close/>
                <a:moveTo>
                  <a:pt x="700549" y="524796"/>
                </a:moveTo>
                <a:lnTo>
                  <a:pt x="727623" y="524796"/>
                </a:lnTo>
                <a:lnTo>
                  <a:pt x="727623" y="525537"/>
                </a:lnTo>
                <a:lnTo>
                  <a:pt x="700549" y="525537"/>
                </a:lnTo>
                <a:close/>
                <a:moveTo>
                  <a:pt x="508538" y="525537"/>
                </a:moveTo>
                <a:lnTo>
                  <a:pt x="541859" y="525537"/>
                </a:lnTo>
                <a:lnTo>
                  <a:pt x="541859" y="526277"/>
                </a:lnTo>
                <a:lnTo>
                  <a:pt x="508538" y="526277"/>
                </a:lnTo>
                <a:close/>
                <a:moveTo>
                  <a:pt x="698467" y="525537"/>
                </a:moveTo>
                <a:lnTo>
                  <a:pt x="729705" y="525537"/>
                </a:lnTo>
                <a:lnTo>
                  <a:pt x="729705" y="526277"/>
                </a:lnTo>
                <a:lnTo>
                  <a:pt x="698467" y="526277"/>
                </a:lnTo>
                <a:close/>
                <a:moveTo>
                  <a:pt x="696801" y="526277"/>
                </a:moveTo>
                <a:lnTo>
                  <a:pt x="731371" y="526277"/>
                </a:lnTo>
                <a:lnTo>
                  <a:pt x="731371" y="527017"/>
                </a:lnTo>
                <a:lnTo>
                  <a:pt x="696801" y="527017"/>
                </a:lnTo>
                <a:close/>
                <a:moveTo>
                  <a:pt x="506872" y="526277"/>
                </a:moveTo>
                <a:lnTo>
                  <a:pt x="543525" y="526277"/>
                </a:lnTo>
                <a:lnTo>
                  <a:pt x="543525" y="527017"/>
                </a:lnTo>
                <a:lnTo>
                  <a:pt x="506872" y="527017"/>
                </a:lnTo>
                <a:close/>
                <a:moveTo>
                  <a:pt x="772189" y="526277"/>
                </a:moveTo>
                <a:lnTo>
                  <a:pt x="833833" y="526277"/>
                </a:lnTo>
                <a:lnTo>
                  <a:pt x="833833" y="527017"/>
                </a:lnTo>
                <a:lnTo>
                  <a:pt x="772189" y="527017"/>
                </a:lnTo>
                <a:close/>
                <a:moveTo>
                  <a:pt x="772189" y="527017"/>
                </a:moveTo>
                <a:lnTo>
                  <a:pt x="837165" y="527017"/>
                </a:lnTo>
                <a:lnTo>
                  <a:pt x="837165" y="527757"/>
                </a:lnTo>
                <a:lnTo>
                  <a:pt x="772189" y="527757"/>
                </a:lnTo>
                <a:close/>
                <a:moveTo>
                  <a:pt x="505623" y="527017"/>
                </a:moveTo>
                <a:lnTo>
                  <a:pt x="544775" y="527017"/>
                </a:lnTo>
                <a:lnTo>
                  <a:pt x="544775" y="527757"/>
                </a:lnTo>
                <a:lnTo>
                  <a:pt x="505623" y="527757"/>
                </a:lnTo>
                <a:close/>
                <a:moveTo>
                  <a:pt x="695551" y="527017"/>
                </a:moveTo>
                <a:lnTo>
                  <a:pt x="732621" y="527017"/>
                </a:lnTo>
                <a:lnTo>
                  <a:pt x="732621" y="527757"/>
                </a:lnTo>
                <a:lnTo>
                  <a:pt x="695551" y="527757"/>
                </a:lnTo>
                <a:close/>
                <a:moveTo>
                  <a:pt x="504373" y="527757"/>
                </a:moveTo>
                <a:lnTo>
                  <a:pt x="546024" y="527757"/>
                </a:lnTo>
                <a:lnTo>
                  <a:pt x="546024" y="528497"/>
                </a:lnTo>
                <a:lnTo>
                  <a:pt x="504373" y="528497"/>
                </a:lnTo>
                <a:close/>
                <a:moveTo>
                  <a:pt x="772189" y="527757"/>
                </a:moveTo>
                <a:lnTo>
                  <a:pt x="840080" y="527757"/>
                </a:lnTo>
                <a:lnTo>
                  <a:pt x="840080" y="528497"/>
                </a:lnTo>
                <a:lnTo>
                  <a:pt x="772189" y="528497"/>
                </a:lnTo>
                <a:close/>
                <a:moveTo>
                  <a:pt x="693885" y="527757"/>
                </a:moveTo>
                <a:lnTo>
                  <a:pt x="733870" y="527757"/>
                </a:lnTo>
                <a:lnTo>
                  <a:pt x="733870" y="528497"/>
                </a:lnTo>
                <a:lnTo>
                  <a:pt x="693885" y="528497"/>
                </a:lnTo>
                <a:close/>
                <a:moveTo>
                  <a:pt x="772189" y="528497"/>
                </a:moveTo>
                <a:lnTo>
                  <a:pt x="841746" y="528497"/>
                </a:lnTo>
                <a:lnTo>
                  <a:pt x="841746" y="529238"/>
                </a:lnTo>
                <a:lnTo>
                  <a:pt x="772189" y="529238"/>
                </a:lnTo>
                <a:close/>
                <a:moveTo>
                  <a:pt x="503124" y="528497"/>
                </a:moveTo>
                <a:lnTo>
                  <a:pt x="547274" y="528497"/>
                </a:lnTo>
                <a:lnTo>
                  <a:pt x="547274" y="529238"/>
                </a:lnTo>
                <a:lnTo>
                  <a:pt x="503124" y="529238"/>
                </a:lnTo>
                <a:close/>
                <a:moveTo>
                  <a:pt x="693052" y="528497"/>
                </a:moveTo>
                <a:lnTo>
                  <a:pt x="735120" y="528497"/>
                </a:lnTo>
                <a:lnTo>
                  <a:pt x="735120" y="529238"/>
                </a:lnTo>
                <a:lnTo>
                  <a:pt x="693052" y="529238"/>
                </a:lnTo>
                <a:close/>
                <a:moveTo>
                  <a:pt x="501874" y="529238"/>
                </a:moveTo>
                <a:lnTo>
                  <a:pt x="548107" y="529238"/>
                </a:lnTo>
                <a:lnTo>
                  <a:pt x="548107" y="529978"/>
                </a:lnTo>
                <a:lnTo>
                  <a:pt x="501874" y="529978"/>
                </a:lnTo>
                <a:close/>
                <a:moveTo>
                  <a:pt x="691803" y="529238"/>
                </a:moveTo>
                <a:lnTo>
                  <a:pt x="736369" y="529238"/>
                </a:lnTo>
                <a:lnTo>
                  <a:pt x="736369" y="529978"/>
                </a:lnTo>
                <a:lnTo>
                  <a:pt x="691803" y="529978"/>
                </a:lnTo>
                <a:close/>
                <a:moveTo>
                  <a:pt x="772189" y="529238"/>
                </a:moveTo>
                <a:lnTo>
                  <a:pt x="843412" y="529238"/>
                </a:lnTo>
                <a:lnTo>
                  <a:pt x="843412" y="529978"/>
                </a:lnTo>
                <a:lnTo>
                  <a:pt x="772189" y="529978"/>
                </a:lnTo>
                <a:close/>
                <a:moveTo>
                  <a:pt x="501041" y="529978"/>
                </a:moveTo>
                <a:lnTo>
                  <a:pt x="548940" y="529978"/>
                </a:lnTo>
                <a:lnTo>
                  <a:pt x="548940" y="530718"/>
                </a:lnTo>
                <a:lnTo>
                  <a:pt x="501041" y="530718"/>
                </a:lnTo>
                <a:close/>
                <a:moveTo>
                  <a:pt x="772189" y="529978"/>
                </a:moveTo>
                <a:lnTo>
                  <a:pt x="844662" y="529978"/>
                </a:lnTo>
                <a:lnTo>
                  <a:pt x="844662" y="530718"/>
                </a:lnTo>
                <a:lnTo>
                  <a:pt x="772189" y="530718"/>
                </a:lnTo>
                <a:close/>
                <a:moveTo>
                  <a:pt x="690970" y="529978"/>
                </a:moveTo>
                <a:lnTo>
                  <a:pt x="737202" y="529978"/>
                </a:lnTo>
                <a:lnTo>
                  <a:pt x="737202" y="530718"/>
                </a:lnTo>
                <a:lnTo>
                  <a:pt x="690970" y="530718"/>
                </a:lnTo>
                <a:close/>
                <a:moveTo>
                  <a:pt x="689720" y="530718"/>
                </a:moveTo>
                <a:lnTo>
                  <a:pt x="738452" y="530718"/>
                </a:lnTo>
                <a:lnTo>
                  <a:pt x="738452" y="531458"/>
                </a:lnTo>
                <a:lnTo>
                  <a:pt x="689720" y="531458"/>
                </a:lnTo>
                <a:close/>
                <a:moveTo>
                  <a:pt x="500208" y="530718"/>
                </a:moveTo>
                <a:lnTo>
                  <a:pt x="550189" y="530718"/>
                </a:lnTo>
                <a:lnTo>
                  <a:pt x="550189" y="531458"/>
                </a:lnTo>
                <a:lnTo>
                  <a:pt x="500208" y="531458"/>
                </a:lnTo>
                <a:close/>
                <a:moveTo>
                  <a:pt x="772189" y="530718"/>
                </a:moveTo>
                <a:lnTo>
                  <a:pt x="845911" y="530718"/>
                </a:lnTo>
                <a:lnTo>
                  <a:pt x="845911" y="531458"/>
                </a:lnTo>
                <a:lnTo>
                  <a:pt x="772189" y="531458"/>
                </a:lnTo>
                <a:close/>
                <a:moveTo>
                  <a:pt x="772189" y="531458"/>
                </a:moveTo>
                <a:lnTo>
                  <a:pt x="847161" y="531458"/>
                </a:lnTo>
                <a:lnTo>
                  <a:pt x="847161" y="532198"/>
                </a:lnTo>
                <a:lnTo>
                  <a:pt x="772189" y="532198"/>
                </a:lnTo>
                <a:close/>
                <a:moveTo>
                  <a:pt x="688887" y="531458"/>
                </a:moveTo>
                <a:lnTo>
                  <a:pt x="739285" y="531458"/>
                </a:lnTo>
                <a:lnTo>
                  <a:pt x="739285" y="532198"/>
                </a:lnTo>
                <a:lnTo>
                  <a:pt x="688887" y="532198"/>
                </a:lnTo>
                <a:close/>
                <a:moveTo>
                  <a:pt x="499375" y="531458"/>
                </a:moveTo>
                <a:lnTo>
                  <a:pt x="551022" y="531458"/>
                </a:lnTo>
                <a:lnTo>
                  <a:pt x="551022" y="532198"/>
                </a:lnTo>
                <a:lnTo>
                  <a:pt x="499375" y="532198"/>
                </a:lnTo>
                <a:close/>
                <a:moveTo>
                  <a:pt x="688054" y="532198"/>
                </a:moveTo>
                <a:lnTo>
                  <a:pt x="740118" y="532198"/>
                </a:lnTo>
                <a:lnTo>
                  <a:pt x="740118" y="532939"/>
                </a:lnTo>
                <a:lnTo>
                  <a:pt x="688054" y="532939"/>
                </a:lnTo>
                <a:close/>
                <a:moveTo>
                  <a:pt x="498542" y="532198"/>
                </a:moveTo>
                <a:lnTo>
                  <a:pt x="551855" y="532198"/>
                </a:lnTo>
                <a:lnTo>
                  <a:pt x="551855" y="532939"/>
                </a:lnTo>
                <a:lnTo>
                  <a:pt x="498542" y="532939"/>
                </a:lnTo>
                <a:close/>
                <a:moveTo>
                  <a:pt x="772189" y="532198"/>
                </a:moveTo>
                <a:lnTo>
                  <a:pt x="847994" y="532198"/>
                </a:lnTo>
                <a:lnTo>
                  <a:pt x="847994" y="532939"/>
                </a:lnTo>
                <a:lnTo>
                  <a:pt x="772189" y="532939"/>
                </a:lnTo>
                <a:close/>
                <a:moveTo>
                  <a:pt x="687221" y="532939"/>
                </a:moveTo>
                <a:lnTo>
                  <a:pt x="740951" y="532939"/>
                </a:lnTo>
                <a:lnTo>
                  <a:pt x="740951" y="533679"/>
                </a:lnTo>
                <a:lnTo>
                  <a:pt x="687221" y="533679"/>
                </a:lnTo>
                <a:close/>
                <a:moveTo>
                  <a:pt x="772189" y="532939"/>
                </a:moveTo>
                <a:lnTo>
                  <a:pt x="848827" y="532939"/>
                </a:lnTo>
                <a:lnTo>
                  <a:pt x="848827" y="533679"/>
                </a:lnTo>
                <a:lnTo>
                  <a:pt x="772189" y="533679"/>
                </a:lnTo>
                <a:close/>
                <a:moveTo>
                  <a:pt x="498126" y="532939"/>
                </a:moveTo>
                <a:lnTo>
                  <a:pt x="552272" y="532939"/>
                </a:lnTo>
                <a:lnTo>
                  <a:pt x="552272" y="533679"/>
                </a:lnTo>
                <a:lnTo>
                  <a:pt x="498126" y="533679"/>
                </a:lnTo>
                <a:close/>
                <a:moveTo>
                  <a:pt x="772189" y="533679"/>
                </a:moveTo>
                <a:lnTo>
                  <a:pt x="849243" y="533679"/>
                </a:lnTo>
                <a:lnTo>
                  <a:pt x="849243" y="534419"/>
                </a:lnTo>
                <a:lnTo>
                  <a:pt x="772189" y="534419"/>
                </a:lnTo>
                <a:close/>
                <a:moveTo>
                  <a:pt x="686388" y="533679"/>
                </a:moveTo>
                <a:lnTo>
                  <a:pt x="741784" y="533679"/>
                </a:lnTo>
                <a:lnTo>
                  <a:pt x="741784" y="534419"/>
                </a:lnTo>
                <a:lnTo>
                  <a:pt x="686388" y="534419"/>
                </a:lnTo>
                <a:close/>
                <a:moveTo>
                  <a:pt x="497293" y="533679"/>
                </a:moveTo>
                <a:lnTo>
                  <a:pt x="553105" y="533679"/>
                </a:lnTo>
                <a:lnTo>
                  <a:pt x="553105" y="534419"/>
                </a:lnTo>
                <a:lnTo>
                  <a:pt x="497293" y="534419"/>
                </a:lnTo>
                <a:close/>
                <a:moveTo>
                  <a:pt x="496876" y="534419"/>
                </a:moveTo>
                <a:lnTo>
                  <a:pt x="553522" y="534419"/>
                </a:lnTo>
                <a:lnTo>
                  <a:pt x="553522" y="535159"/>
                </a:lnTo>
                <a:lnTo>
                  <a:pt x="496876" y="535159"/>
                </a:lnTo>
                <a:close/>
                <a:moveTo>
                  <a:pt x="685555" y="534419"/>
                </a:moveTo>
                <a:lnTo>
                  <a:pt x="742617" y="534419"/>
                </a:lnTo>
                <a:lnTo>
                  <a:pt x="742617" y="535159"/>
                </a:lnTo>
                <a:lnTo>
                  <a:pt x="685555" y="535159"/>
                </a:lnTo>
                <a:close/>
                <a:moveTo>
                  <a:pt x="772189" y="534419"/>
                </a:moveTo>
                <a:lnTo>
                  <a:pt x="850076" y="534419"/>
                </a:lnTo>
                <a:lnTo>
                  <a:pt x="850076" y="535159"/>
                </a:lnTo>
                <a:lnTo>
                  <a:pt x="772189" y="535159"/>
                </a:lnTo>
                <a:close/>
                <a:moveTo>
                  <a:pt x="772189" y="535159"/>
                </a:moveTo>
                <a:lnTo>
                  <a:pt x="850909" y="535159"/>
                </a:lnTo>
                <a:lnTo>
                  <a:pt x="850909" y="535899"/>
                </a:lnTo>
                <a:lnTo>
                  <a:pt x="772189" y="535899"/>
                </a:lnTo>
                <a:close/>
                <a:moveTo>
                  <a:pt x="685139" y="535159"/>
                </a:moveTo>
                <a:lnTo>
                  <a:pt x="743033" y="535159"/>
                </a:lnTo>
                <a:lnTo>
                  <a:pt x="743033" y="535899"/>
                </a:lnTo>
                <a:lnTo>
                  <a:pt x="685139" y="535899"/>
                </a:lnTo>
                <a:close/>
                <a:moveTo>
                  <a:pt x="496043" y="535159"/>
                </a:moveTo>
                <a:lnTo>
                  <a:pt x="554355" y="535159"/>
                </a:lnTo>
                <a:lnTo>
                  <a:pt x="554355" y="535899"/>
                </a:lnTo>
                <a:lnTo>
                  <a:pt x="496043" y="535899"/>
                </a:lnTo>
                <a:close/>
                <a:moveTo>
                  <a:pt x="772189" y="535899"/>
                </a:moveTo>
                <a:lnTo>
                  <a:pt x="851326" y="535899"/>
                </a:lnTo>
                <a:lnTo>
                  <a:pt x="851326" y="536640"/>
                </a:lnTo>
                <a:lnTo>
                  <a:pt x="772189" y="536640"/>
                </a:lnTo>
                <a:close/>
                <a:moveTo>
                  <a:pt x="495210" y="535899"/>
                </a:moveTo>
                <a:lnTo>
                  <a:pt x="554771" y="535899"/>
                </a:lnTo>
                <a:lnTo>
                  <a:pt x="554771" y="536640"/>
                </a:lnTo>
                <a:lnTo>
                  <a:pt x="495210" y="536640"/>
                </a:lnTo>
                <a:close/>
                <a:moveTo>
                  <a:pt x="684306" y="535899"/>
                </a:moveTo>
                <a:lnTo>
                  <a:pt x="743866" y="535899"/>
                </a:lnTo>
                <a:lnTo>
                  <a:pt x="743866" y="536640"/>
                </a:lnTo>
                <a:lnTo>
                  <a:pt x="684306" y="536640"/>
                </a:lnTo>
                <a:close/>
                <a:moveTo>
                  <a:pt x="683889" y="536640"/>
                </a:moveTo>
                <a:lnTo>
                  <a:pt x="744700" y="536640"/>
                </a:lnTo>
                <a:lnTo>
                  <a:pt x="744700" y="537380"/>
                </a:lnTo>
                <a:lnTo>
                  <a:pt x="683889" y="537380"/>
                </a:lnTo>
                <a:close/>
                <a:moveTo>
                  <a:pt x="772189" y="536640"/>
                </a:moveTo>
                <a:lnTo>
                  <a:pt x="851743" y="536640"/>
                </a:lnTo>
                <a:lnTo>
                  <a:pt x="851743" y="537380"/>
                </a:lnTo>
                <a:lnTo>
                  <a:pt x="772189" y="537380"/>
                </a:lnTo>
                <a:close/>
                <a:moveTo>
                  <a:pt x="494794" y="536640"/>
                </a:moveTo>
                <a:lnTo>
                  <a:pt x="555188" y="536640"/>
                </a:lnTo>
                <a:lnTo>
                  <a:pt x="555188" y="537380"/>
                </a:lnTo>
                <a:lnTo>
                  <a:pt x="494794" y="537380"/>
                </a:lnTo>
                <a:close/>
                <a:moveTo>
                  <a:pt x="494377" y="537380"/>
                </a:moveTo>
                <a:lnTo>
                  <a:pt x="556021" y="537380"/>
                </a:lnTo>
                <a:lnTo>
                  <a:pt x="556021" y="538120"/>
                </a:lnTo>
                <a:lnTo>
                  <a:pt x="494377" y="538120"/>
                </a:lnTo>
                <a:close/>
                <a:moveTo>
                  <a:pt x="683056" y="537380"/>
                </a:moveTo>
                <a:lnTo>
                  <a:pt x="745116" y="537380"/>
                </a:lnTo>
                <a:lnTo>
                  <a:pt x="745116" y="538120"/>
                </a:lnTo>
                <a:lnTo>
                  <a:pt x="683056" y="538120"/>
                </a:lnTo>
                <a:close/>
                <a:moveTo>
                  <a:pt x="772189" y="537380"/>
                </a:moveTo>
                <a:lnTo>
                  <a:pt x="852576" y="537380"/>
                </a:lnTo>
                <a:lnTo>
                  <a:pt x="852576" y="538120"/>
                </a:lnTo>
                <a:lnTo>
                  <a:pt x="772189" y="538120"/>
                </a:lnTo>
                <a:close/>
                <a:moveTo>
                  <a:pt x="772189" y="538120"/>
                </a:moveTo>
                <a:lnTo>
                  <a:pt x="852992" y="538120"/>
                </a:lnTo>
                <a:lnTo>
                  <a:pt x="852992" y="538860"/>
                </a:lnTo>
                <a:lnTo>
                  <a:pt x="772189" y="538860"/>
                </a:lnTo>
                <a:close/>
                <a:moveTo>
                  <a:pt x="493961" y="538120"/>
                </a:moveTo>
                <a:lnTo>
                  <a:pt x="556437" y="538120"/>
                </a:lnTo>
                <a:lnTo>
                  <a:pt x="556437" y="538860"/>
                </a:lnTo>
                <a:lnTo>
                  <a:pt x="493961" y="538860"/>
                </a:lnTo>
                <a:close/>
                <a:moveTo>
                  <a:pt x="682640" y="538120"/>
                </a:moveTo>
                <a:lnTo>
                  <a:pt x="745949" y="538120"/>
                </a:lnTo>
                <a:lnTo>
                  <a:pt x="745949" y="538860"/>
                </a:lnTo>
                <a:lnTo>
                  <a:pt x="682640" y="538860"/>
                </a:lnTo>
                <a:close/>
                <a:moveTo>
                  <a:pt x="772189" y="538860"/>
                </a:moveTo>
                <a:lnTo>
                  <a:pt x="853409" y="538860"/>
                </a:lnTo>
                <a:lnTo>
                  <a:pt x="853409" y="539600"/>
                </a:lnTo>
                <a:lnTo>
                  <a:pt x="772189" y="539600"/>
                </a:lnTo>
                <a:close/>
                <a:moveTo>
                  <a:pt x="681807" y="538860"/>
                </a:moveTo>
                <a:lnTo>
                  <a:pt x="746366" y="538860"/>
                </a:lnTo>
                <a:lnTo>
                  <a:pt x="746366" y="539600"/>
                </a:lnTo>
                <a:lnTo>
                  <a:pt x="681807" y="539600"/>
                </a:lnTo>
                <a:close/>
                <a:moveTo>
                  <a:pt x="493544" y="538860"/>
                </a:moveTo>
                <a:lnTo>
                  <a:pt x="556854" y="538860"/>
                </a:lnTo>
                <a:lnTo>
                  <a:pt x="556854" y="539600"/>
                </a:lnTo>
                <a:lnTo>
                  <a:pt x="493544" y="539600"/>
                </a:lnTo>
                <a:close/>
                <a:moveTo>
                  <a:pt x="772189" y="539600"/>
                </a:moveTo>
                <a:lnTo>
                  <a:pt x="853825" y="539600"/>
                </a:lnTo>
                <a:lnTo>
                  <a:pt x="853825" y="540340"/>
                </a:lnTo>
                <a:lnTo>
                  <a:pt x="772189" y="540340"/>
                </a:lnTo>
                <a:close/>
                <a:moveTo>
                  <a:pt x="681390" y="539600"/>
                </a:moveTo>
                <a:lnTo>
                  <a:pt x="746782" y="539600"/>
                </a:lnTo>
                <a:lnTo>
                  <a:pt x="746782" y="540340"/>
                </a:lnTo>
                <a:lnTo>
                  <a:pt x="681390" y="540340"/>
                </a:lnTo>
                <a:close/>
                <a:moveTo>
                  <a:pt x="492711" y="539600"/>
                </a:moveTo>
                <a:lnTo>
                  <a:pt x="557270" y="539600"/>
                </a:lnTo>
                <a:lnTo>
                  <a:pt x="557270" y="540340"/>
                </a:lnTo>
                <a:lnTo>
                  <a:pt x="492711" y="540340"/>
                </a:lnTo>
                <a:close/>
                <a:moveTo>
                  <a:pt x="492295" y="540340"/>
                </a:moveTo>
                <a:lnTo>
                  <a:pt x="557687" y="540340"/>
                </a:lnTo>
                <a:lnTo>
                  <a:pt x="557687" y="541081"/>
                </a:lnTo>
                <a:lnTo>
                  <a:pt x="492295" y="541081"/>
                </a:lnTo>
                <a:close/>
                <a:moveTo>
                  <a:pt x="680974" y="540340"/>
                </a:moveTo>
                <a:lnTo>
                  <a:pt x="747615" y="540340"/>
                </a:lnTo>
                <a:lnTo>
                  <a:pt x="747615" y="541081"/>
                </a:lnTo>
                <a:lnTo>
                  <a:pt x="680974" y="541081"/>
                </a:lnTo>
                <a:close/>
                <a:moveTo>
                  <a:pt x="772189" y="540340"/>
                </a:moveTo>
                <a:lnTo>
                  <a:pt x="854242" y="540340"/>
                </a:lnTo>
                <a:lnTo>
                  <a:pt x="854242" y="541081"/>
                </a:lnTo>
                <a:lnTo>
                  <a:pt x="772189" y="541081"/>
                </a:lnTo>
                <a:close/>
                <a:moveTo>
                  <a:pt x="491878" y="541081"/>
                </a:moveTo>
                <a:lnTo>
                  <a:pt x="558103" y="541081"/>
                </a:lnTo>
                <a:lnTo>
                  <a:pt x="558103" y="541821"/>
                </a:lnTo>
                <a:lnTo>
                  <a:pt x="491878" y="541821"/>
                </a:lnTo>
                <a:close/>
                <a:moveTo>
                  <a:pt x="680140" y="541081"/>
                </a:moveTo>
                <a:lnTo>
                  <a:pt x="748032" y="541081"/>
                </a:lnTo>
                <a:lnTo>
                  <a:pt x="748032" y="541821"/>
                </a:lnTo>
                <a:lnTo>
                  <a:pt x="680140" y="541821"/>
                </a:lnTo>
                <a:close/>
                <a:moveTo>
                  <a:pt x="772189" y="541081"/>
                </a:moveTo>
                <a:lnTo>
                  <a:pt x="854658" y="541081"/>
                </a:lnTo>
                <a:lnTo>
                  <a:pt x="854658" y="541821"/>
                </a:lnTo>
                <a:lnTo>
                  <a:pt x="772189" y="541821"/>
                </a:lnTo>
                <a:close/>
                <a:moveTo>
                  <a:pt x="679724" y="541821"/>
                </a:moveTo>
                <a:lnTo>
                  <a:pt x="748448" y="541821"/>
                </a:lnTo>
                <a:lnTo>
                  <a:pt x="748448" y="542561"/>
                </a:lnTo>
                <a:lnTo>
                  <a:pt x="679724" y="542561"/>
                </a:lnTo>
                <a:close/>
                <a:moveTo>
                  <a:pt x="491462" y="541821"/>
                </a:moveTo>
                <a:lnTo>
                  <a:pt x="558520" y="541821"/>
                </a:lnTo>
                <a:lnTo>
                  <a:pt x="558520" y="542561"/>
                </a:lnTo>
                <a:lnTo>
                  <a:pt x="491462" y="542561"/>
                </a:lnTo>
                <a:close/>
                <a:moveTo>
                  <a:pt x="491045" y="542561"/>
                </a:moveTo>
                <a:lnTo>
                  <a:pt x="558936" y="542561"/>
                </a:lnTo>
                <a:lnTo>
                  <a:pt x="558936" y="543301"/>
                </a:lnTo>
                <a:lnTo>
                  <a:pt x="491045" y="543301"/>
                </a:lnTo>
                <a:close/>
                <a:moveTo>
                  <a:pt x="772189" y="541821"/>
                </a:moveTo>
                <a:lnTo>
                  <a:pt x="855075" y="541821"/>
                </a:lnTo>
                <a:lnTo>
                  <a:pt x="855075" y="543301"/>
                </a:lnTo>
                <a:lnTo>
                  <a:pt x="772189" y="543301"/>
                </a:lnTo>
                <a:close/>
                <a:moveTo>
                  <a:pt x="679307" y="542561"/>
                </a:moveTo>
                <a:lnTo>
                  <a:pt x="749281" y="542561"/>
                </a:lnTo>
                <a:lnTo>
                  <a:pt x="749281" y="543301"/>
                </a:lnTo>
                <a:lnTo>
                  <a:pt x="679307" y="543301"/>
                </a:lnTo>
                <a:close/>
                <a:moveTo>
                  <a:pt x="678891" y="543301"/>
                </a:moveTo>
                <a:lnTo>
                  <a:pt x="749281" y="543301"/>
                </a:lnTo>
                <a:lnTo>
                  <a:pt x="749281" y="544041"/>
                </a:lnTo>
                <a:lnTo>
                  <a:pt x="678891" y="544041"/>
                </a:lnTo>
                <a:close/>
                <a:moveTo>
                  <a:pt x="772189" y="543301"/>
                </a:moveTo>
                <a:lnTo>
                  <a:pt x="855491" y="543301"/>
                </a:lnTo>
                <a:lnTo>
                  <a:pt x="855491" y="544041"/>
                </a:lnTo>
                <a:lnTo>
                  <a:pt x="772189" y="544041"/>
                </a:lnTo>
                <a:close/>
                <a:moveTo>
                  <a:pt x="772189" y="544041"/>
                </a:moveTo>
                <a:lnTo>
                  <a:pt x="855908" y="544041"/>
                </a:lnTo>
                <a:lnTo>
                  <a:pt x="855908" y="544782"/>
                </a:lnTo>
                <a:lnTo>
                  <a:pt x="772189" y="544782"/>
                </a:lnTo>
                <a:close/>
                <a:moveTo>
                  <a:pt x="678474" y="544041"/>
                </a:moveTo>
                <a:lnTo>
                  <a:pt x="750114" y="544041"/>
                </a:lnTo>
                <a:lnTo>
                  <a:pt x="750114" y="544782"/>
                </a:lnTo>
                <a:lnTo>
                  <a:pt x="678474" y="544782"/>
                </a:lnTo>
                <a:close/>
                <a:moveTo>
                  <a:pt x="490629" y="543301"/>
                </a:moveTo>
                <a:lnTo>
                  <a:pt x="559353" y="543301"/>
                </a:lnTo>
                <a:lnTo>
                  <a:pt x="559353" y="544782"/>
                </a:lnTo>
                <a:lnTo>
                  <a:pt x="490629" y="544782"/>
                </a:lnTo>
                <a:close/>
                <a:moveTo>
                  <a:pt x="490212" y="544782"/>
                </a:moveTo>
                <a:lnTo>
                  <a:pt x="559769" y="544782"/>
                </a:lnTo>
                <a:lnTo>
                  <a:pt x="559769" y="545522"/>
                </a:lnTo>
                <a:lnTo>
                  <a:pt x="490212" y="545522"/>
                </a:lnTo>
                <a:close/>
                <a:moveTo>
                  <a:pt x="678058" y="544782"/>
                </a:moveTo>
                <a:lnTo>
                  <a:pt x="750531" y="544782"/>
                </a:lnTo>
                <a:lnTo>
                  <a:pt x="750531" y="545522"/>
                </a:lnTo>
                <a:lnTo>
                  <a:pt x="678058" y="545522"/>
                </a:lnTo>
                <a:close/>
                <a:moveTo>
                  <a:pt x="772189" y="544782"/>
                </a:moveTo>
                <a:lnTo>
                  <a:pt x="856324" y="544782"/>
                </a:lnTo>
                <a:lnTo>
                  <a:pt x="856324" y="545522"/>
                </a:lnTo>
                <a:lnTo>
                  <a:pt x="772189" y="545522"/>
                </a:lnTo>
                <a:close/>
                <a:moveTo>
                  <a:pt x="489796" y="545522"/>
                </a:moveTo>
                <a:lnTo>
                  <a:pt x="560186" y="545522"/>
                </a:lnTo>
                <a:lnTo>
                  <a:pt x="560186" y="546262"/>
                </a:lnTo>
                <a:lnTo>
                  <a:pt x="489796" y="546262"/>
                </a:lnTo>
                <a:close/>
                <a:moveTo>
                  <a:pt x="677641" y="545522"/>
                </a:moveTo>
                <a:lnTo>
                  <a:pt x="750947" y="545522"/>
                </a:lnTo>
                <a:lnTo>
                  <a:pt x="750947" y="546262"/>
                </a:lnTo>
                <a:lnTo>
                  <a:pt x="677641" y="546262"/>
                </a:lnTo>
                <a:close/>
                <a:moveTo>
                  <a:pt x="489379" y="546262"/>
                </a:moveTo>
                <a:lnTo>
                  <a:pt x="560602" y="546262"/>
                </a:lnTo>
                <a:lnTo>
                  <a:pt x="560602" y="547002"/>
                </a:lnTo>
                <a:lnTo>
                  <a:pt x="489379" y="547002"/>
                </a:lnTo>
                <a:close/>
                <a:moveTo>
                  <a:pt x="677225" y="546262"/>
                </a:moveTo>
                <a:lnTo>
                  <a:pt x="751364" y="546262"/>
                </a:lnTo>
                <a:lnTo>
                  <a:pt x="751364" y="547002"/>
                </a:lnTo>
                <a:lnTo>
                  <a:pt x="677225" y="547002"/>
                </a:lnTo>
                <a:close/>
                <a:moveTo>
                  <a:pt x="772189" y="545522"/>
                </a:moveTo>
                <a:lnTo>
                  <a:pt x="856741" y="545522"/>
                </a:lnTo>
                <a:lnTo>
                  <a:pt x="856741" y="547002"/>
                </a:lnTo>
                <a:lnTo>
                  <a:pt x="772189" y="547002"/>
                </a:lnTo>
                <a:close/>
                <a:moveTo>
                  <a:pt x="772189" y="547002"/>
                </a:moveTo>
                <a:lnTo>
                  <a:pt x="857157" y="547002"/>
                </a:lnTo>
                <a:lnTo>
                  <a:pt x="857157" y="547742"/>
                </a:lnTo>
                <a:lnTo>
                  <a:pt x="772189" y="547742"/>
                </a:lnTo>
                <a:close/>
                <a:moveTo>
                  <a:pt x="676808" y="547002"/>
                </a:moveTo>
                <a:lnTo>
                  <a:pt x="751780" y="547002"/>
                </a:lnTo>
                <a:lnTo>
                  <a:pt x="751780" y="547742"/>
                </a:lnTo>
                <a:lnTo>
                  <a:pt x="676808" y="547742"/>
                </a:lnTo>
                <a:close/>
                <a:moveTo>
                  <a:pt x="676392" y="547742"/>
                </a:moveTo>
                <a:lnTo>
                  <a:pt x="752197" y="547742"/>
                </a:lnTo>
                <a:lnTo>
                  <a:pt x="752197" y="548483"/>
                </a:lnTo>
                <a:lnTo>
                  <a:pt x="676392" y="548483"/>
                </a:lnTo>
                <a:close/>
                <a:moveTo>
                  <a:pt x="488962" y="547002"/>
                </a:moveTo>
                <a:lnTo>
                  <a:pt x="561019" y="547002"/>
                </a:lnTo>
                <a:lnTo>
                  <a:pt x="561019" y="548483"/>
                </a:lnTo>
                <a:lnTo>
                  <a:pt x="488962" y="548483"/>
                </a:lnTo>
                <a:close/>
                <a:moveTo>
                  <a:pt x="772189" y="547742"/>
                </a:moveTo>
                <a:lnTo>
                  <a:pt x="857574" y="547742"/>
                </a:lnTo>
                <a:lnTo>
                  <a:pt x="857574" y="549223"/>
                </a:lnTo>
                <a:lnTo>
                  <a:pt x="772189" y="549223"/>
                </a:lnTo>
                <a:close/>
                <a:moveTo>
                  <a:pt x="488546" y="548483"/>
                </a:moveTo>
                <a:lnTo>
                  <a:pt x="561435" y="548483"/>
                </a:lnTo>
                <a:lnTo>
                  <a:pt x="561435" y="549223"/>
                </a:lnTo>
                <a:lnTo>
                  <a:pt x="488546" y="549223"/>
                </a:lnTo>
                <a:close/>
                <a:moveTo>
                  <a:pt x="675975" y="548483"/>
                </a:moveTo>
                <a:lnTo>
                  <a:pt x="752613" y="548483"/>
                </a:lnTo>
                <a:lnTo>
                  <a:pt x="752613" y="549223"/>
                </a:lnTo>
                <a:lnTo>
                  <a:pt x="675975" y="549223"/>
                </a:lnTo>
                <a:close/>
                <a:moveTo>
                  <a:pt x="488129" y="549223"/>
                </a:moveTo>
                <a:lnTo>
                  <a:pt x="561435" y="549223"/>
                </a:lnTo>
                <a:lnTo>
                  <a:pt x="561435" y="549963"/>
                </a:lnTo>
                <a:lnTo>
                  <a:pt x="488129" y="549963"/>
                </a:lnTo>
                <a:close/>
                <a:moveTo>
                  <a:pt x="675559" y="549223"/>
                </a:moveTo>
                <a:lnTo>
                  <a:pt x="752613" y="549223"/>
                </a:lnTo>
                <a:lnTo>
                  <a:pt x="752613" y="549963"/>
                </a:lnTo>
                <a:lnTo>
                  <a:pt x="675559" y="549963"/>
                </a:lnTo>
                <a:close/>
                <a:moveTo>
                  <a:pt x="772189" y="549223"/>
                </a:moveTo>
                <a:lnTo>
                  <a:pt x="857990" y="549223"/>
                </a:lnTo>
                <a:lnTo>
                  <a:pt x="857990" y="550703"/>
                </a:lnTo>
                <a:lnTo>
                  <a:pt x="772189" y="550703"/>
                </a:lnTo>
                <a:close/>
                <a:moveTo>
                  <a:pt x="675142" y="549963"/>
                </a:moveTo>
                <a:lnTo>
                  <a:pt x="753030" y="549963"/>
                </a:lnTo>
                <a:lnTo>
                  <a:pt x="753030" y="550703"/>
                </a:lnTo>
                <a:lnTo>
                  <a:pt x="675142" y="550703"/>
                </a:lnTo>
                <a:close/>
                <a:moveTo>
                  <a:pt x="488129" y="549963"/>
                </a:moveTo>
                <a:lnTo>
                  <a:pt x="561852" y="549963"/>
                </a:lnTo>
                <a:lnTo>
                  <a:pt x="561852" y="550703"/>
                </a:lnTo>
                <a:lnTo>
                  <a:pt x="488129" y="550703"/>
                </a:lnTo>
                <a:close/>
                <a:moveTo>
                  <a:pt x="674726" y="550703"/>
                </a:moveTo>
                <a:lnTo>
                  <a:pt x="753446" y="550703"/>
                </a:lnTo>
                <a:lnTo>
                  <a:pt x="753446" y="551443"/>
                </a:lnTo>
                <a:lnTo>
                  <a:pt x="674726" y="551443"/>
                </a:lnTo>
                <a:close/>
                <a:moveTo>
                  <a:pt x="487713" y="550703"/>
                </a:moveTo>
                <a:lnTo>
                  <a:pt x="561852" y="550703"/>
                </a:lnTo>
                <a:lnTo>
                  <a:pt x="561852" y="551443"/>
                </a:lnTo>
                <a:lnTo>
                  <a:pt x="487713" y="551443"/>
                </a:lnTo>
                <a:close/>
                <a:moveTo>
                  <a:pt x="772189" y="550703"/>
                </a:moveTo>
                <a:lnTo>
                  <a:pt x="858407" y="550703"/>
                </a:lnTo>
                <a:lnTo>
                  <a:pt x="858407" y="551443"/>
                </a:lnTo>
                <a:lnTo>
                  <a:pt x="772189" y="551443"/>
                </a:lnTo>
                <a:close/>
                <a:moveTo>
                  <a:pt x="674309" y="551443"/>
                </a:moveTo>
                <a:lnTo>
                  <a:pt x="753863" y="551443"/>
                </a:lnTo>
                <a:lnTo>
                  <a:pt x="753863" y="552184"/>
                </a:lnTo>
                <a:lnTo>
                  <a:pt x="674309" y="552184"/>
                </a:lnTo>
                <a:close/>
                <a:moveTo>
                  <a:pt x="487296" y="551443"/>
                </a:moveTo>
                <a:lnTo>
                  <a:pt x="562268" y="551443"/>
                </a:lnTo>
                <a:lnTo>
                  <a:pt x="562268" y="552184"/>
                </a:lnTo>
                <a:lnTo>
                  <a:pt x="487296" y="552184"/>
                </a:lnTo>
                <a:close/>
                <a:moveTo>
                  <a:pt x="673893" y="552184"/>
                </a:moveTo>
                <a:lnTo>
                  <a:pt x="754279" y="552184"/>
                </a:lnTo>
                <a:lnTo>
                  <a:pt x="754279" y="552924"/>
                </a:lnTo>
                <a:lnTo>
                  <a:pt x="673893" y="552924"/>
                </a:lnTo>
                <a:close/>
                <a:moveTo>
                  <a:pt x="487296" y="552184"/>
                </a:moveTo>
                <a:lnTo>
                  <a:pt x="562685" y="552184"/>
                </a:lnTo>
                <a:lnTo>
                  <a:pt x="562685" y="552924"/>
                </a:lnTo>
                <a:lnTo>
                  <a:pt x="487296" y="552924"/>
                </a:lnTo>
                <a:close/>
                <a:moveTo>
                  <a:pt x="486880" y="552924"/>
                </a:moveTo>
                <a:lnTo>
                  <a:pt x="562685" y="552924"/>
                </a:lnTo>
                <a:lnTo>
                  <a:pt x="562685" y="553664"/>
                </a:lnTo>
                <a:lnTo>
                  <a:pt x="486880" y="553664"/>
                </a:lnTo>
                <a:close/>
                <a:moveTo>
                  <a:pt x="772189" y="551443"/>
                </a:moveTo>
                <a:lnTo>
                  <a:pt x="858823" y="551443"/>
                </a:lnTo>
                <a:lnTo>
                  <a:pt x="858823" y="553664"/>
                </a:lnTo>
                <a:lnTo>
                  <a:pt x="772189" y="553664"/>
                </a:lnTo>
                <a:close/>
                <a:moveTo>
                  <a:pt x="673893" y="552924"/>
                </a:moveTo>
                <a:lnTo>
                  <a:pt x="754696" y="552924"/>
                </a:lnTo>
                <a:lnTo>
                  <a:pt x="754696" y="553664"/>
                </a:lnTo>
                <a:lnTo>
                  <a:pt x="673893" y="553664"/>
                </a:lnTo>
                <a:close/>
                <a:moveTo>
                  <a:pt x="673476" y="553664"/>
                </a:moveTo>
                <a:lnTo>
                  <a:pt x="755112" y="553664"/>
                </a:lnTo>
                <a:lnTo>
                  <a:pt x="755112" y="554404"/>
                </a:lnTo>
                <a:lnTo>
                  <a:pt x="673476" y="554404"/>
                </a:lnTo>
                <a:close/>
                <a:moveTo>
                  <a:pt x="486880" y="553664"/>
                </a:moveTo>
                <a:lnTo>
                  <a:pt x="563101" y="553664"/>
                </a:lnTo>
                <a:lnTo>
                  <a:pt x="563101" y="554404"/>
                </a:lnTo>
                <a:lnTo>
                  <a:pt x="486880" y="554404"/>
                </a:lnTo>
                <a:close/>
                <a:moveTo>
                  <a:pt x="673060" y="554404"/>
                </a:moveTo>
                <a:lnTo>
                  <a:pt x="755112" y="554404"/>
                </a:lnTo>
                <a:lnTo>
                  <a:pt x="755112" y="555144"/>
                </a:lnTo>
                <a:lnTo>
                  <a:pt x="673060" y="555144"/>
                </a:lnTo>
                <a:close/>
                <a:moveTo>
                  <a:pt x="772189" y="553664"/>
                </a:moveTo>
                <a:lnTo>
                  <a:pt x="859240" y="553664"/>
                </a:lnTo>
                <a:lnTo>
                  <a:pt x="859240" y="555144"/>
                </a:lnTo>
                <a:lnTo>
                  <a:pt x="772189" y="555144"/>
                </a:lnTo>
                <a:close/>
                <a:moveTo>
                  <a:pt x="486463" y="554404"/>
                </a:moveTo>
                <a:lnTo>
                  <a:pt x="563101" y="554404"/>
                </a:lnTo>
                <a:lnTo>
                  <a:pt x="563101" y="555144"/>
                </a:lnTo>
                <a:lnTo>
                  <a:pt x="486463" y="555144"/>
                </a:lnTo>
                <a:close/>
                <a:moveTo>
                  <a:pt x="672643" y="555144"/>
                </a:moveTo>
                <a:lnTo>
                  <a:pt x="755529" y="555144"/>
                </a:lnTo>
                <a:lnTo>
                  <a:pt x="755529" y="555885"/>
                </a:lnTo>
                <a:lnTo>
                  <a:pt x="672643" y="555885"/>
                </a:lnTo>
                <a:close/>
                <a:moveTo>
                  <a:pt x="486463" y="555144"/>
                </a:moveTo>
                <a:lnTo>
                  <a:pt x="563518" y="555144"/>
                </a:lnTo>
                <a:lnTo>
                  <a:pt x="563518" y="555885"/>
                </a:lnTo>
                <a:lnTo>
                  <a:pt x="486463" y="555885"/>
                </a:lnTo>
                <a:close/>
                <a:moveTo>
                  <a:pt x="772189" y="555144"/>
                </a:moveTo>
                <a:lnTo>
                  <a:pt x="859656" y="555144"/>
                </a:lnTo>
                <a:lnTo>
                  <a:pt x="859656" y="556625"/>
                </a:lnTo>
                <a:lnTo>
                  <a:pt x="772189" y="556625"/>
                </a:lnTo>
                <a:close/>
                <a:moveTo>
                  <a:pt x="672227" y="555885"/>
                </a:moveTo>
                <a:lnTo>
                  <a:pt x="755945" y="555885"/>
                </a:lnTo>
                <a:lnTo>
                  <a:pt x="755945" y="557365"/>
                </a:lnTo>
                <a:lnTo>
                  <a:pt x="672227" y="557365"/>
                </a:lnTo>
                <a:close/>
                <a:moveTo>
                  <a:pt x="486047" y="555885"/>
                </a:moveTo>
                <a:lnTo>
                  <a:pt x="563518" y="555885"/>
                </a:lnTo>
                <a:lnTo>
                  <a:pt x="563518" y="557365"/>
                </a:lnTo>
                <a:lnTo>
                  <a:pt x="486047" y="557365"/>
                </a:lnTo>
                <a:close/>
                <a:moveTo>
                  <a:pt x="671810" y="557365"/>
                </a:moveTo>
                <a:lnTo>
                  <a:pt x="756362" y="557365"/>
                </a:lnTo>
                <a:lnTo>
                  <a:pt x="756362" y="558105"/>
                </a:lnTo>
                <a:lnTo>
                  <a:pt x="671810" y="558105"/>
                </a:lnTo>
                <a:close/>
                <a:moveTo>
                  <a:pt x="485630" y="557365"/>
                </a:moveTo>
                <a:lnTo>
                  <a:pt x="563934" y="557365"/>
                </a:lnTo>
                <a:lnTo>
                  <a:pt x="563934" y="558845"/>
                </a:lnTo>
                <a:lnTo>
                  <a:pt x="485630" y="558845"/>
                </a:lnTo>
                <a:close/>
                <a:moveTo>
                  <a:pt x="772189" y="556625"/>
                </a:moveTo>
                <a:lnTo>
                  <a:pt x="860073" y="556625"/>
                </a:lnTo>
                <a:lnTo>
                  <a:pt x="860073" y="558845"/>
                </a:lnTo>
                <a:lnTo>
                  <a:pt x="772189" y="558845"/>
                </a:lnTo>
                <a:close/>
                <a:moveTo>
                  <a:pt x="526865" y="558845"/>
                </a:moveTo>
                <a:lnTo>
                  <a:pt x="564351" y="558845"/>
                </a:lnTo>
                <a:lnTo>
                  <a:pt x="564351" y="559585"/>
                </a:lnTo>
                <a:lnTo>
                  <a:pt x="526865" y="559585"/>
                </a:lnTo>
                <a:close/>
                <a:moveTo>
                  <a:pt x="671394" y="558105"/>
                </a:moveTo>
                <a:lnTo>
                  <a:pt x="756778" y="558105"/>
                </a:lnTo>
                <a:lnTo>
                  <a:pt x="756778" y="559585"/>
                </a:lnTo>
                <a:lnTo>
                  <a:pt x="671394" y="559585"/>
                </a:lnTo>
                <a:close/>
                <a:moveTo>
                  <a:pt x="485630" y="558845"/>
                </a:moveTo>
                <a:lnTo>
                  <a:pt x="518951" y="558845"/>
                </a:lnTo>
                <a:lnTo>
                  <a:pt x="518951" y="559585"/>
                </a:lnTo>
                <a:lnTo>
                  <a:pt x="485630" y="559585"/>
                </a:lnTo>
                <a:close/>
                <a:moveTo>
                  <a:pt x="528531" y="559585"/>
                </a:moveTo>
                <a:lnTo>
                  <a:pt x="564351" y="559585"/>
                </a:lnTo>
                <a:lnTo>
                  <a:pt x="564351" y="560326"/>
                </a:lnTo>
                <a:lnTo>
                  <a:pt x="528531" y="560326"/>
                </a:lnTo>
                <a:close/>
                <a:moveTo>
                  <a:pt x="670977" y="559585"/>
                </a:moveTo>
                <a:lnTo>
                  <a:pt x="757195" y="559585"/>
                </a:lnTo>
                <a:lnTo>
                  <a:pt x="757195" y="560326"/>
                </a:lnTo>
                <a:lnTo>
                  <a:pt x="670977" y="560326"/>
                </a:lnTo>
                <a:close/>
                <a:moveTo>
                  <a:pt x="485214" y="559585"/>
                </a:moveTo>
                <a:lnTo>
                  <a:pt x="517285" y="559585"/>
                </a:lnTo>
                <a:lnTo>
                  <a:pt x="517285" y="560326"/>
                </a:lnTo>
                <a:lnTo>
                  <a:pt x="485214" y="560326"/>
                </a:lnTo>
                <a:close/>
                <a:moveTo>
                  <a:pt x="529364" y="560326"/>
                </a:moveTo>
                <a:lnTo>
                  <a:pt x="564351" y="560326"/>
                </a:lnTo>
                <a:lnTo>
                  <a:pt x="564351" y="561066"/>
                </a:lnTo>
                <a:lnTo>
                  <a:pt x="529364" y="561066"/>
                </a:lnTo>
                <a:close/>
                <a:moveTo>
                  <a:pt x="485214" y="560326"/>
                </a:moveTo>
                <a:lnTo>
                  <a:pt x="516452" y="560326"/>
                </a:lnTo>
                <a:lnTo>
                  <a:pt x="516452" y="561066"/>
                </a:lnTo>
                <a:lnTo>
                  <a:pt x="485214" y="561066"/>
                </a:lnTo>
                <a:close/>
                <a:moveTo>
                  <a:pt x="772189" y="558845"/>
                </a:moveTo>
                <a:lnTo>
                  <a:pt x="860489" y="558845"/>
                </a:lnTo>
                <a:lnTo>
                  <a:pt x="860489" y="561806"/>
                </a:lnTo>
                <a:lnTo>
                  <a:pt x="772189" y="561806"/>
                </a:lnTo>
                <a:close/>
                <a:moveTo>
                  <a:pt x="530613" y="561066"/>
                </a:moveTo>
                <a:lnTo>
                  <a:pt x="564767" y="561066"/>
                </a:lnTo>
                <a:lnTo>
                  <a:pt x="564767" y="561806"/>
                </a:lnTo>
                <a:lnTo>
                  <a:pt x="530613" y="561806"/>
                </a:lnTo>
                <a:close/>
                <a:moveTo>
                  <a:pt x="670561" y="560326"/>
                </a:moveTo>
                <a:lnTo>
                  <a:pt x="757611" y="560326"/>
                </a:lnTo>
                <a:lnTo>
                  <a:pt x="757611" y="561806"/>
                </a:lnTo>
                <a:lnTo>
                  <a:pt x="670561" y="561806"/>
                </a:lnTo>
                <a:close/>
                <a:moveTo>
                  <a:pt x="485214" y="561066"/>
                </a:moveTo>
                <a:lnTo>
                  <a:pt x="515619" y="561066"/>
                </a:lnTo>
                <a:lnTo>
                  <a:pt x="515619" y="561806"/>
                </a:lnTo>
                <a:lnTo>
                  <a:pt x="485214" y="561806"/>
                </a:lnTo>
                <a:close/>
                <a:moveTo>
                  <a:pt x="484797" y="561806"/>
                </a:moveTo>
                <a:lnTo>
                  <a:pt x="515203" y="561806"/>
                </a:lnTo>
                <a:lnTo>
                  <a:pt x="515203" y="562546"/>
                </a:lnTo>
                <a:lnTo>
                  <a:pt x="484797" y="562546"/>
                </a:lnTo>
                <a:close/>
                <a:moveTo>
                  <a:pt x="531030" y="561806"/>
                </a:moveTo>
                <a:lnTo>
                  <a:pt x="564767" y="561806"/>
                </a:lnTo>
                <a:lnTo>
                  <a:pt x="564767" y="562546"/>
                </a:lnTo>
                <a:lnTo>
                  <a:pt x="531030" y="562546"/>
                </a:lnTo>
                <a:close/>
                <a:moveTo>
                  <a:pt x="670144" y="561806"/>
                </a:moveTo>
                <a:lnTo>
                  <a:pt x="758028" y="561806"/>
                </a:lnTo>
                <a:lnTo>
                  <a:pt x="758028" y="562546"/>
                </a:lnTo>
                <a:lnTo>
                  <a:pt x="670144" y="562546"/>
                </a:lnTo>
                <a:close/>
                <a:moveTo>
                  <a:pt x="531863" y="562546"/>
                </a:moveTo>
                <a:lnTo>
                  <a:pt x="564767" y="562546"/>
                </a:lnTo>
                <a:lnTo>
                  <a:pt x="564767" y="563286"/>
                </a:lnTo>
                <a:lnTo>
                  <a:pt x="531863" y="563286"/>
                </a:lnTo>
                <a:close/>
                <a:moveTo>
                  <a:pt x="484797" y="562546"/>
                </a:moveTo>
                <a:lnTo>
                  <a:pt x="514786" y="562546"/>
                </a:lnTo>
                <a:lnTo>
                  <a:pt x="514786" y="563286"/>
                </a:lnTo>
                <a:lnTo>
                  <a:pt x="484797" y="563286"/>
                </a:lnTo>
                <a:close/>
                <a:moveTo>
                  <a:pt x="532280" y="563286"/>
                </a:moveTo>
                <a:lnTo>
                  <a:pt x="565184" y="563286"/>
                </a:lnTo>
                <a:lnTo>
                  <a:pt x="565184" y="564027"/>
                </a:lnTo>
                <a:lnTo>
                  <a:pt x="532280" y="564027"/>
                </a:lnTo>
                <a:close/>
                <a:moveTo>
                  <a:pt x="484797" y="563286"/>
                </a:moveTo>
                <a:lnTo>
                  <a:pt x="514370" y="563286"/>
                </a:lnTo>
                <a:lnTo>
                  <a:pt x="514370" y="564027"/>
                </a:lnTo>
                <a:lnTo>
                  <a:pt x="484797" y="564027"/>
                </a:lnTo>
                <a:close/>
                <a:moveTo>
                  <a:pt x="772189" y="561806"/>
                </a:moveTo>
                <a:lnTo>
                  <a:pt x="860906" y="561806"/>
                </a:lnTo>
                <a:lnTo>
                  <a:pt x="860906" y="564027"/>
                </a:lnTo>
                <a:lnTo>
                  <a:pt x="772189" y="564027"/>
                </a:lnTo>
                <a:close/>
                <a:moveTo>
                  <a:pt x="669728" y="562546"/>
                </a:moveTo>
                <a:lnTo>
                  <a:pt x="758444" y="562546"/>
                </a:lnTo>
                <a:lnTo>
                  <a:pt x="758444" y="564027"/>
                </a:lnTo>
                <a:lnTo>
                  <a:pt x="669728" y="564027"/>
                </a:lnTo>
                <a:close/>
                <a:moveTo>
                  <a:pt x="532696" y="564027"/>
                </a:moveTo>
                <a:lnTo>
                  <a:pt x="565184" y="564027"/>
                </a:lnTo>
                <a:lnTo>
                  <a:pt x="565184" y="564767"/>
                </a:lnTo>
                <a:lnTo>
                  <a:pt x="532696" y="564767"/>
                </a:lnTo>
                <a:close/>
                <a:moveTo>
                  <a:pt x="816339" y="564027"/>
                </a:moveTo>
                <a:lnTo>
                  <a:pt x="860906" y="564027"/>
                </a:lnTo>
                <a:lnTo>
                  <a:pt x="860906" y="564767"/>
                </a:lnTo>
                <a:lnTo>
                  <a:pt x="816339" y="564767"/>
                </a:lnTo>
                <a:close/>
                <a:moveTo>
                  <a:pt x="484381" y="564027"/>
                </a:moveTo>
                <a:lnTo>
                  <a:pt x="513953" y="564027"/>
                </a:lnTo>
                <a:lnTo>
                  <a:pt x="513953" y="564767"/>
                </a:lnTo>
                <a:lnTo>
                  <a:pt x="484381" y="564767"/>
                </a:lnTo>
                <a:close/>
                <a:moveTo>
                  <a:pt x="533113" y="564767"/>
                </a:moveTo>
                <a:lnTo>
                  <a:pt x="565184" y="564767"/>
                </a:lnTo>
                <a:lnTo>
                  <a:pt x="565184" y="565507"/>
                </a:lnTo>
                <a:lnTo>
                  <a:pt x="533113" y="565507"/>
                </a:lnTo>
                <a:close/>
                <a:moveTo>
                  <a:pt x="822170" y="564767"/>
                </a:moveTo>
                <a:lnTo>
                  <a:pt x="861322" y="564767"/>
                </a:lnTo>
                <a:lnTo>
                  <a:pt x="861322" y="565507"/>
                </a:lnTo>
                <a:lnTo>
                  <a:pt x="822170" y="565507"/>
                </a:lnTo>
                <a:close/>
                <a:moveTo>
                  <a:pt x="669311" y="564027"/>
                </a:moveTo>
                <a:lnTo>
                  <a:pt x="758861" y="564027"/>
                </a:lnTo>
                <a:lnTo>
                  <a:pt x="758861" y="565507"/>
                </a:lnTo>
                <a:lnTo>
                  <a:pt x="669311" y="565507"/>
                </a:lnTo>
                <a:close/>
                <a:moveTo>
                  <a:pt x="870069" y="526277"/>
                </a:moveTo>
                <a:lnTo>
                  <a:pt x="952121" y="526277"/>
                </a:lnTo>
                <a:lnTo>
                  <a:pt x="952121" y="566247"/>
                </a:lnTo>
                <a:lnTo>
                  <a:pt x="870069" y="566247"/>
                </a:lnTo>
                <a:close/>
                <a:moveTo>
                  <a:pt x="484381" y="564767"/>
                </a:moveTo>
                <a:lnTo>
                  <a:pt x="513537" y="564767"/>
                </a:lnTo>
                <a:lnTo>
                  <a:pt x="513537" y="566247"/>
                </a:lnTo>
                <a:lnTo>
                  <a:pt x="484381" y="566247"/>
                </a:lnTo>
                <a:close/>
                <a:moveTo>
                  <a:pt x="823836" y="565507"/>
                </a:moveTo>
                <a:lnTo>
                  <a:pt x="861322" y="565507"/>
                </a:lnTo>
                <a:lnTo>
                  <a:pt x="861322" y="566247"/>
                </a:lnTo>
                <a:lnTo>
                  <a:pt x="823836" y="566247"/>
                </a:lnTo>
                <a:close/>
                <a:moveTo>
                  <a:pt x="533529" y="565507"/>
                </a:moveTo>
                <a:lnTo>
                  <a:pt x="565184" y="565507"/>
                </a:lnTo>
                <a:lnTo>
                  <a:pt x="565184" y="566247"/>
                </a:lnTo>
                <a:lnTo>
                  <a:pt x="533529" y="566247"/>
                </a:lnTo>
                <a:close/>
                <a:moveTo>
                  <a:pt x="825086" y="566247"/>
                </a:moveTo>
                <a:lnTo>
                  <a:pt x="861322" y="566247"/>
                </a:lnTo>
                <a:lnTo>
                  <a:pt x="861322" y="566987"/>
                </a:lnTo>
                <a:lnTo>
                  <a:pt x="825086" y="566987"/>
                </a:lnTo>
                <a:close/>
                <a:moveTo>
                  <a:pt x="484381" y="566247"/>
                </a:moveTo>
                <a:lnTo>
                  <a:pt x="513120" y="566247"/>
                </a:lnTo>
                <a:lnTo>
                  <a:pt x="513120" y="566987"/>
                </a:lnTo>
                <a:lnTo>
                  <a:pt x="484381" y="566987"/>
                </a:lnTo>
                <a:close/>
                <a:moveTo>
                  <a:pt x="668895" y="565507"/>
                </a:moveTo>
                <a:lnTo>
                  <a:pt x="759277" y="565507"/>
                </a:lnTo>
                <a:lnTo>
                  <a:pt x="759277" y="566987"/>
                </a:lnTo>
                <a:lnTo>
                  <a:pt x="668895" y="566987"/>
                </a:lnTo>
                <a:close/>
                <a:moveTo>
                  <a:pt x="533946" y="566247"/>
                </a:moveTo>
                <a:lnTo>
                  <a:pt x="565600" y="566247"/>
                </a:lnTo>
                <a:lnTo>
                  <a:pt x="565600" y="566987"/>
                </a:lnTo>
                <a:lnTo>
                  <a:pt x="533946" y="566987"/>
                </a:lnTo>
                <a:close/>
                <a:moveTo>
                  <a:pt x="668478" y="566987"/>
                </a:moveTo>
                <a:lnTo>
                  <a:pt x="759694" y="566987"/>
                </a:lnTo>
                <a:lnTo>
                  <a:pt x="759694" y="567728"/>
                </a:lnTo>
                <a:lnTo>
                  <a:pt x="668478" y="567728"/>
                </a:lnTo>
                <a:close/>
                <a:moveTo>
                  <a:pt x="534362" y="566987"/>
                </a:moveTo>
                <a:lnTo>
                  <a:pt x="565600" y="566987"/>
                </a:lnTo>
                <a:lnTo>
                  <a:pt x="565600" y="567728"/>
                </a:lnTo>
                <a:lnTo>
                  <a:pt x="534362" y="567728"/>
                </a:lnTo>
                <a:close/>
                <a:moveTo>
                  <a:pt x="826335" y="566987"/>
                </a:moveTo>
                <a:lnTo>
                  <a:pt x="861322" y="566987"/>
                </a:lnTo>
                <a:lnTo>
                  <a:pt x="861322" y="567728"/>
                </a:lnTo>
                <a:lnTo>
                  <a:pt x="826335" y="567728"/>
                </a:lnTo>
                <a:close/>
                <a:moveTo>
                  <a:pt x="718043" y="567728"/>
                </a:moveTo>
                <a:lnTo>
                  <a:pt x="759694" y="567728"/>
                </a:lnTo>
                <a:lnTo>
                  <a:pt x="759694" y="568468"/>
                </a:lnTo>
                <a:lnTo>
                  <a:pt x="718043" y="568468"/>
                </a:lnTo>
                <a:close/>
                <a:moveTo>
                  <a:pt x="826752" y="567728"/>
                </a:moveTo>
                <a:lnTo>
                  <a:pt x="861322" y="567728"/>
                </a:lnTo>
                <a:lnTo>
                  <a:pt x="861322" y="568468"/>
                </a:lnTo>
                <a:lnTo>
                  <a:pt x="826752" y="568468"/>
                </a:lnTo>
                <a:close/>
                <a:moveTo>
                  <a:pt x="668478" y="567728"/>
                </a:moveTo>
                <a:lnTo>
                  <a:pt x="709713" y="567728"/>
                </a:lnTo>
                <a:lnTo>
                  <a:pt x="709713" y="568468"/>
                </a:lnTo>
                <a:lnTo>
                  <a:pt x="668478" y="568468"/>
                </a:lnTo>
                <a:close/>
                <a:moveTo>
                  <a:pt x="483964" y="566987"/>
                </a:moveTo>
                <a:lnTo>
                  <a:pt x="512704" y="566987"/>
                </a:lnTo>
                <a:lnTo>
                  <a:pt x="512704" y="569208"/>
                </a:lnTo>
                <a:lnTo>
                  <a:pt x="483964" y="569208"/>
                </a:lnTo>
                <a:close/>
                <a:moveTo>
                  <a:pt x="719709" y="568468"/>
                </a:moveTo>
                <a:lnTo>
                  <a:pt x="760110" y="568468"/>
                </a:lnTo>
                <a:lnTo>
                  <a:pt x="760110" y="569208"/>
                </a:lnTo>
                <a:lnTo>
                  <a:pt x="719709" y="569208"/>
                </a:lnTo>
                <a:close/>
                <a:moveTo>
                  <a:pt x="668062" y="568468"/>
                </a:moveTo>
                <a:lnTo>
                  <a:pt x="708047" y="568468"/>
                </a:lnTo>
                <a:lnTo>
                  <a:pt x="708047" y="569208"/>
                </a:lnTo>
                <a:lnTo>
                  <a:pt x="668062" y="569208"/>
                </a:lnTo>
                <a:close/>
                <a:moveTo>
                  <a:pt x="827585" y="568468"/>
                </a:moveTo>
                <a:lnTo>
                  <a:pt x="861739" y="568468"/>
                </a:lnTo>
                <a:lnTo>
                  <a:pt x="861739" y="569208"/>
                </a:lnTo>
                <a:lnTo>
                  <a:pt x="827585" y="569208"/>
                </a:lnTo>
                <a:close/>
                <a:moveTo>
                  <a:pt x="534779" y="567728"/>
                </a:moveTo>
                <a:lnTo>
                  <a:pt x="565600" y="567728"/>
                </a:lnTo>
                <a:lnTo>
                  <a:pt x="565600" y="569208"/>
                </a:lnTo>
                <a:lnTo>
                  <a:pt x="534779" y="569208"/>
                </a:lnTo>
                <a:close/>
                <a:moveTo>
                  <a:pt x="668062" y="569208"/>
                </a:moveTo>
                <a:lnTo>
                  <a:pt x="706797" y="569208"/>
                </a:lnTo>
                <a:lnTo>
                  <a:pt x="706797" y="569948"/>
                </a:lnTo>
                <a:lnTo>
                  <a:pt x="668062" y="569948"/>
                </a:lnTo>
                <a:close/>
                <a:moveTo>
                  <a:pt x="720958" y="569208"/>
                </a:moveTo>
                <a:lnTo>
                  <a:pt x="760110" y="569208"/>
                </a:lnTo>
                <a:lnTo>
                  <a:pt x="760110" y="569948"/>
                </a:lnTo>
                <a:lnTo>
                  <a:pt x="720958" y="569948"/>
                </a:lnTo>
                <a:close/>
                <a:moveTo>
                  <a:pt x="828001" y="569208"/>
                </a:moveTo>
                <a:lnTo>
                  <a:pt x="861739" y="569208"/>
                </a:lnTo>
                <a:lnTo>
                  <a:pt x="861739" y="569948"/>
                </a:lnTo>
                <a:lnTo>
                  <a:pt x="828001" y="569948"/>
                </a:lnTo>
                <a:close/>
                <a:moveTo>
                  <a:pt x="722208" y="569948"/>
                </a:moveTo>
                <a:lnTo>
                  <a:pt x="760527" y="569948"/>
                </a:lnTo>
                <a:lnTo>
                  <a:pt x="760527" y="570688"/>
                </a:lnTo>
                <a:lnTo>
                  <a:pt x="722208" y="570688"/>
                </a:lnTo>
                <a:close/>
                <a:moveTo>
                  <a:pt x="828418" y="569948"/>
                </a:moveTo>
                <a:lnTo>
                  <a:pt x="861739" y="569948"/>
                </a:lnTo>
                <a:lnTo>
                  <a:pt x="861739" y="570688"/>
                </a:lnTo>
                <a:lnTo>
                  <a:pt x="828418" y="570688"/>
                </a:lnTo>
                <a:close/>
                <a:moveTo>
                  <a:pt x="483964" y="569208"/>
                </a:moveTo>
                <a:lnTo>
                  <a:pt x="512287" y="569208"/>
                </a:lnTo>
                <a:lnTo>
                  <a:pt x="512287" y="570688"/>
                </a:lnTo>
                <a:lnTo>
                  <a:pt x="483964" y="570688"/>
                </a:lnTo>
                <a:close/>
                <a:moveTo>
                  <a:pt x="535195" y="569208"/>
                </a:moveTo>
                <a:lnTo>
                  <a:pt x="566017" y="569208"/>
                </a:lnTo>
                <a:lnTo>
                  <a:pt x="566017" y="570688"/>
                </a:lnTo>
                <a:lnTo>
                  <a:pt x="535195" y="570688"/>
                </a:lnTo>
                <a:close/>
                <a:moveTo>
                  <a:pt x="667645" y="569948"/>
                </a:moveTo>
                <a:lnTo>
                  <a:pt x="705548" y="569948"/>
                </a:lnTo>
                <a:lnTo>
                  <a:pt x="705548" y="570688"/>
                </a:lnTo>
                <a:lnTo>
                  <a:pt x="667645" y="570688"/>
                </a:lnTo>
                <a:close/>
                <a:moveTo>
                  <a:pt x="667645" y="570688"/>
                </a:moveTo>
                <a:lnTo>
                  <a:pt x="704715" y="570688"/>
                </a:lnTo>
                <a:lnTo>
                  <a:pt x="704715" y="571429"/>
                </a:lnTo>
                <a:lnTo>
                  <a:pt x="667645" y="571429"/>
                </a:lnTo>
                <a:close/>
                <a:moveTo>
                  <a:pt x="723041" y="570688"/>
                </a:moveTo>
                <a:lnTo>
                  <a:pt x="760527" y="570688"/>
                </a:lnTo>
                <a:lnTo>
                  <a:pt x="760527" y="571429"/>
                </a:lnTo>
                <a:lnTo>
                  <a:pt x="723041" y="571429"/>
                </a:lnTo>
                <a:close/>
                <a:moveTo>
                  <a:pt x="723874" y="571429"/>
                </a:moveTo>
                <a:lnTo>
                  <a:pt x="760527" y="571429"/>
                </a:lnTo>
                <a:lnTo>
                  <a:pt x="760527" y="572169"/>
                </a:lnTo>
                <a:lnTo>
                  <a:pt x="723874" y="572169"/>
                </a:lnTo>
                <a:close/>
                <a:moveTo>
                  <a:pt x="535612" y="570688"/>
                </a:moveTo>
                <a:lnTo>
                  <a:pt x="566017" y="570688"/>
                </a:lnTo>
                <a:lnTo>
                  <a:pt x="566017" y="572169"/>
                </a:lnTo>
                <a:lnTo>
                  <a:pt x="535612" y="572169"/>
                </a:lnTo>
                <a:close/>
                <a:moveTo>
                  <a:pt x="828834" y="570688"/>
                </a:moveTo>
                <a:lnTo>
                  <a:pt x="861739" y="570688"/>
                </a:lnTo>
                <a:lnTo>
                  <a:pt x="861739" y="572169"/>
                </a:lnTo>
                <a:lnTo>
                  <a:pt x="828834" y="572169"/>
                </a:lnTo>
                <a:close/>
                <a:moveTo>
                  <a:pt x="568516" y="526277"/>
                </a:moveTo>
                <a:lnTo>
                  <a:pt x="661814" y="526277"/>
                </a:lnTo>
                <a:lnTo>
                  <a:pt x="661814" y="572169"/>
                </a:lnTo>
                <a:lnTo>
                  <a:pt x="568516" y="572169"/>
                </a:lnTo>
                <a:close/>
                <a:moveTo>
                  <a:pt x="667645" y="571429"/>
                </a:moveTo>
                <a:lnTo>
                  <a:pt x="704298" y="571429"/>
                </a:lnTo>
                <a:lnTo>
                  <a:pt x="704298" y="572169"/>
                </a:lnTo>
                <a:lnTo>
                  <a:pt x="667645" y="572169"/>
                </a:lnTo>
                <a:close/>
                <a:moveTo>
                  <a:pt x="724291" y="572169"/>
                </a:moveTo>
                <a:lnTo>
                  <a:pt x="760943" y="572169"/>
                </a:lnTo>
                <a:lnTo>
                  <a:pt x="760943" y="572909"/>
                </a:lnTo>
                <a:lnTo>
                  <a:pt x="724291" y="572909"/>
                </a:lnTo>
                <a:close/>
                <a:moveTo>
                  <a:pt x="829251" y="572169"/>
                </a:moveTo>
                <a:lnTo>
                  <a:pt x="861739" y="572169"/>
                </a:lnTo>
                <a:lnTo>
                  <a:pt x="861739" y="572909"/>
                </a:lnTo>
                <a:lnTo>
                  <a:pt x="829251" y="572909"/>
                </a:lnTo>
                <a:close/>
                <a:moveTo>
                  <a:pt x="667229" y="572169"/>
                </a:moveTo>
                <a:lnTo>
                  <a:pt x="703465" y="572169"/>
                </a:lnTo>
                <a:lnTo>
                  <a:pt x="703465" y="572909"/>
                </a:lnTo>
                <a:lnTo>
                  <a:pt x="667229" y="572909"/>
                </a:lnTo>
                <a:close/>
                <a:moveTo>
                  <a:pt x="536028" y="572169"/>
                </a:moveTo>
                <a:lnTo>
                  <a:pt x="566433" y="572169"/>
                </a:lnTo>
                <a:lnTo>
                  <a:pt x="566433" y="573649"/>
                </a:lnTo>
                <a:lnTo>
                  <a:pt x="536028" y="573649"/>
                </a:lnTo>
                <a:close/>
                <a:moveTo>
                  <a:pt x="667229" y="572909"/>
                </a:moveTo>
                <a:lnTo>
                  <a:pt x="702632" y="572909"/>
                </a:lnTo>
                <a:lnTo>
                  <a:pt x="702632" y="573649"/>
                </a:lnTo>
                <a:lnTo>
                  <a:pt x="667229" y="573649"/>
                </a:lnTo>
                <a:close/>
                <a:moveTo>
                  <a:pt x="725124" y="572909"/>
                </a:moveTo>
                <a:lnTo>
                  <a:pt x="760943" y="572909"/>
                </a:lnTo>
                <a:lnTo>
                  <a:pt x="760943" y="573649"/>
                </a:lnTo>
                <a:lnTo>
                  <a:pt x="725124" y="573649"/>
                </a:lnTo>
                <a:close/>
                <a:moveTo>
                  <a:pt x="829667" y="572909"/>
                </a:moveTo>
                <a:lnTo>
                  <a:pt x="861739" y="572909"/>
                </a:lnTo>
                <a:lnTo>
                  <a:pt x="861739" y="574389"/>
                </a:lnTo>
                <a:lnTo>
                  <a:pt x="829667" y="574389"/>
                </a:lnTo>
                <a:close/>
                <a:moveTo>
                  <a:pt x="725540" y="573649"/>
                </a:moveTo>
                <a:lnTo>
                  <a:pt x="761360" y="573649"/>
                </a:lnTo>
                <a:lnTo>
                  <a:pt x="761360" y="574389"/>
                </a:lnTo>
                <a:lnTo>
                  <a:pt x="725540" y="574389"/>
                </a:lnTo>
                <a:close/>
                <a:moveTo>
                  <a:pt x="666812" y="573649"/>
                </a:moveTo>
                <a:lnTo>
                  <a:pt x="702216" y="573649"/>
                </a:lnTo>
                <a:lnTo>
                  <a:pt x="702216" y="574389"/>
                </a:lnTo>
                <a:lnTo>
                  <a:pt x="666812" y="574389"/>
                </a:lnTo>
                <a:close/>
                <a:moveTo>
                  <a:pt x="666812" y="574389"/>
                </a:moveTo>
                <a:lnTo>
                  <a:pt x="701799" y="574389"/>
                </a:lnTo>
                <a:lnTo>
                  <a:pt x="701799" y="575130"/>
                </a:lnTo>
                <a:lnTo>
                  <a:pt x="666812" y="575130"/>
                </a:lnTo>
                <a:close/>
                <a:moveTo>
                  <a:pt x="726373" y="574389"/>
                </a:moveTo>
                <a:lnTo>
                  <a:pt x="761360" y="574389"/>
                </a:lnTo>
                <a:lnTo>
                  <a:pt x="761360" y="575130"/>
                </a:lnTo>
                <a:lnTo>
                  <a:pt x="726373" y="575130"/>
                </a:lnTo>
                <a:close/>
                <a:moveTo>
                  <a:pt x="536445" y="573649"/>
                </a:moveTo>
                <a:lnTo>
                  <a:pt x="566433" y="573649"/>
                </a:lnTo>
                <a:lnTo>
                  <a:pt x="566433" y="575870"/>
                </a:lnTo>
                <a:lnTo>
                  <a:pt x="536445" y="575870"/>
                </a:lnTo>
                <a:close/>
                <a:moveTo>
                  <a:pt x="726790" y="575130"/>
                </a:moveTo>
                <a:lnTo>
                  <a:pt x="761360" y="575130"/>
                </a:lnTo>
                <a:lnTo>
                  <a:pt x="761360" y="575870"/>
                </a:lnTo>
                <a:lnTo>
                  <a:pt x="726790" y="575870"/>
                </a:lnTo>
                <a:close/>
                <a:moveTo>
                  <a:pt x="666396" y="575130"/>
                </a:moveTo>
                <a:lnTo>
                  <a:pt x="701382" y="575130"/>
                </a:lnTo>
                <a:lnTo>
                  <a:pt x="701382" y="575870"/>
                </a:lnTo>
                <a:lnTo>
                  <a:pt x="666396" y="575870"/>
                </a:lnTo>
                <a:close/>
                <a:moveTo>
                  <a:pt x="483548" y="570688"/>
                </a:moveTo>
                <a:lnTo>
                  <a:pt x="512287" y="570688"/>
                </a:lnTo>
                <a:lnTo>
                  <a:pt x="512287" y="575870"/>
                </a:lnTo>
                <a:lnTo>
                  <a:pt x="483548" y="575870"/>
                </a:lnTo>
                <a:close/>
                <a:moveTo>
                  <a:pt x="727206" y="575870"/>
                </a:moveTo>
                <a:lnTo>
                  <a:pt x="761776" y="575870"/>
                </a:lnTo>
                <a:lnTo>
                  <a:pt x="761776" y="576610"/>
                </a:lnTo>
                <a:lnTo>
                  <a:pt x="727206" y="576610"/>
                </a:lnTo>
                <a:close/>
                <a:moveTo>
                  <a:pt x="666396" y="575870"/>
                </a:moveTo>
                <a:lnTo>
                  <a:pt x="700966" y="575870"/>
                </a:lnTo>
                <a:lnTo>
                  <a:pt x="700966" y="576610"/>
                </a:lnTo>
                <a:lnTo>
                  <a:pt x="666396" y="576610"/>
                </a:lnTo>
                <a:close/>
                <a:moveTo>
                  <a:pt x="830084" y="574389"/>
                </a:moveTo>
                <a:lnTo>
                  <a:pt x="861739" y="574389"/>
                </a:lnTo>
                <a:lnTo>
                  <a:pt x="861739" y="576610"/>
                </a:lnTo>
                <a:lnTo>
                  <a:pt x="830084" y="576610"/>
                </a:lnTo>
                <a:close/>
                <a:moveTo>
                  <a:pt x="727623" y="576610"/>
                </a:moveTo>
                <a:lnTo>
                  <a:pt x="761776" y="576610"/>
                </a:lnTo>
                <a:lnTo>
                  <a:pt x="761776" y="577350"/>
                </a:lnTo>
                <a:lnTo>
                  <a:pt x="727623" y="577350"/>
                </a:lnTo>
                <a:close/>
                <a:moveTo>
                  <a:pt x="536861" y="575870"/>
                </a:moveTo>
                <a:lnTo>
                  <a:pt x="566433" y="575870"/>
                </a:lnTo>
                <a:lnTo>
                  <a:pt x="566433" y="577350"/>
                </a:lnTo>
                <a:lnTo>
                  <a:pt x="536861" y="577350"/>
                </a:lnTo>
                <a:close/>
                <a:moveTo>
                  <a:pt x="483548" y="575870"/>
                </a:moveTo>
                <a:lnTo>
                  <a:pt x="512704" y="575870"/>
                </a:lnTo>
                <a:lnTo>
                  <a:pt x="512704" y="577350"/>
                </a:lnTo>
                <a:lnTo>
                  <a:pt x="483548" y="577350"/>
                </a:lnTo>
                <a:close/>
                <a:moveTo>
                  <a:pt x="666396" y="576610"/>
                </a:moveTo>
                <a:lnTo>
                  <a:pt x="700549" y="576610"/>
                </a:lnTo>
                <a:lnTo>
                  <a:pt x="700549" y="577350"/>
                </a:lnTo>
                <a:lnTo>
                  <a:pt x="666396" y="577350"/>
                </a:lnTo>
                <a:close/>
                <a:moveTo>
                  <a:pt x="665979" y="577350"/>
                </a:moveTo>
                <a:lnTo>
                  <a:pt x="700133" y="577350"/>
                </a:lnTo>
                <a:lnTo>
                  <a:pt x="700133" y="578090"/>
                </a:lnTo>
                <a:lnTo>
                  <a:pt x="665979" y="578090"/>
                </a:lnTo>
                <a:close/>
                <a:moveTo>
                  <a:pt x="728039" y="577350"/>
                </a:moveTo>
                <a:lnTo>
                  <a:pt x="762193" y="577350"/>
                </a:lnTo>
                <a:lnTo>
                  <a:pt x="762193" y="578090"/>
                </a:lnTo>
                <a:lnTo>
                  <a:pt x="728039" y="578090"/>
                </a:lnTo>
                <a:close/>
                <a:moveTo>
                  <a:pt x="483548" y="577350"/>
                </a:moveTo>
                <a:lnTo>
                  <a:pt x="513120" y="577350"/>
                </a:lnTo>
                <a:lnTo>
                  <a:pt x="513120" y="578090"/>
                </a:lnTo>
                <a:lnTo>
                  <a:pt x="483548" y="578090"/>
                </a:lnTo>
                <a:close/>
                <a:moveTo>
                  <a:pt x="665979" y="578090"/>
                </a:moveTo>
                <a:lnTo>
                  <a:pt x="699716" y="578090"/>
                </a:lnTo>
                <a:lnTo>
                  <a:pt x="699716" y="578830"/>
                </a:lnTo>
                <a:lnTo>
                  <a:pt x="665979" y="578830"/>
                </a:lnTo>
                <a:close/>
                <a:moveTo>
                  <a:pt x="483548" y="578090"/>
                </a:moveTo>
                <a:lnTo>
                  <a:pt x="513537" y="578090"/>
                </a:lnTo>
                <a:lnTo>
                  <a:pt x="513537" y="578830"/>
                </a:lnTo>
                <a:lnTo>
                  <a:pt x="483548" y="578830"/>
                </a:lnTo>
                <a:close/>
                <a:moveTo>
                  <a:pt x="728456" y="578090"/>
                </a:moveTo>
                <a:lnTo>
                  <a:pt x="762193" y="578090"/>
                </a:lnTo>
                <a:lnTo>
                  <a:pt x="762193" y="578830"/>
                </a:lnTo>
                <a:lnTo>
                  <a:pt x="728456" y="578830"/>
                </a:lnTo>
                <a:close/>
                <a:moveTo>
                  <a:pt x="536861" y="577350"/>
                </a:moveTo>
                <a:lnTo>
                  <a:pt x="566850" y="577350"/>
                </a:lnTo>
                <a:lnTo>
                  <a:pt x="566850" y="578830"/>
                </a:lnTo>
                <a:lnTo>
                  <a:pt x="536861" y="578830"/>
                </a:lnTo>
                <a:close/>
                <a:moveTo>
                  <a:pt x="728872" y="578830"/>
                </a:moveTo>
                <a:lnTo>
                  <a:pt x="762193" y="578830"/>
                </a:lnTo>
                <a:lnTo>
                  <a:pt x="762193" y="579571"/>
                </a:lnTo>
                <a:lnTo>
                  <a:pt x="728872" y="579571"/>
                </a:lnTo>
                <a:close/>
                <a:moveTo>
                  <a:pt x="537278" y="578830"/>
                </a:moveTo>
                <a:lnTo>
                  <a:pt x="566850" y="578830"/>
                </a:lnTo>
                <a:lnTo>
                  <a:pt x="566850" y="579571"/>
                </a:lnTo>
                <a:lnTo>
                  <a:pt x="537278" y="579571"/>
                </a:lnTo>
                <a:close/>
                <a:moveTo>
                  <a:pt x="665979" y="578830"/>
                </a:moveTo>
                <a:lnTo>
                  <a:pt x="699300" y="578830"/>
                </a:lnTo>
                <a:lnTo>
                  <a:pt x="699300" y="579571"/>
                </a:lnTo>
                <a:lnTo>
                  <a:pt x="665979" y="579571"/>
                </a:lnTo>
                <a:close/>
                <a:moveTo>
                  <a:pt x="483548" y="578830"/>
                </a:moveTo>
                <a:lnTo>
                  <a:pt x="513953" y="578830"/>
                </a:lnTo>
                <a:lnTo>
                  <a:pt x="513953" y="580311"/>
                </a:lnTo>
                <a:lnTo>
                  <a:pt x="483548" y="580311"/>
                </a:lnTo>
                <a:close/>
                <a:moveTo>
                  <a:pt x="728872" y="579571"/>
                </a:moveTo>
                <a:lnTo>
                  <a:pt x="762609" y="579571"/>
                </a:lnTo>
                <a:lnTo>
                  <a:pt x="762609" y="580311"/>
                </a:lnTo>
                <a:lnTo>
                  <a:pt x="728872" y="580311"/>
                </a:lnTo>
                <a:close/>
                <a:moveTo>
                  <a:pt x="537278" y="579571"/>
                </a:moveTo>
                <a:lnTo>
                  <a:pt x="564351" y="579571"/>
                </a:lnTo>
                <a:lnTo>
                  <a:pt x="564351" y="580311"/>
                </a:lnTo>
                <a:lnTo>
                  <a:pt x="537278" y="580311"/>
                </a:lnTo>
                <a:close/>
                <a:moveTo>
                  <a:pt x="665563" y="579571"/>
                </a:moveTo>
                <a:lnTo>
                  <a:pt x="698883" y="579571"/>
                </a:lnTo>
                <a:lnTo>
                  <a:pt x="698883" y="580311"/>
                </a:lnTo>
                <a:lnTo>
                  <a:pt x="665563" y="580311"/>
                </a:lnTo>
                <a:close/>
                <a:moveTo>
                  <a:pt x="483548" y="580311"/>
                </a:moveTo>
                <a:lnTo>
                  <a:pt x="514370" y="580311"/>
                </a:lnTo>
                <a:lnTo>
                  <a:pt x="514370" y="581051"/>
                </a:lnTo>
                <a:lnTo>
                  <a:pt x="483548" y="581051"/>
                </a:lnTo>
                <a:close/>
                <a:moveTo>
                  <a:pt x="537278" y="580311"/>
                </a:moveTo>
                <a:lnTo>
                  <a:pt x="557687" y="580311"/>
                </a:lnTo>
                <a:lnTo>
                  <a:pt x="557687" y="581051"/>
                </a:lnTo>
                <a:lnTo>
                  <a:pt x="537278" y="581051"/>
                </a:lnTo>
                <a:close/>
                <a:moveTo>
                  <a:pt x="729289" y="580311"/>
                </a:moveTo>
                <a:lnTo>
                  <a:pt x="762609" y="580311"/>
                </a:lnTo>
                <a:lnTo>
                  <a:pt x="762609" y="581051"/>
                </a:lnTo>
                <a:lnTo>
                  <a:pt x="729289" y="581051"/>
                </a:lnTo>
                <a:close/>
                <a:moveTo>
                  <a:pt x="537278" y="581051"/>
                </a:moveTo>
                <a:lnTo>
                  <a:pt x="551022" y="581051"/>
                </a:lnTo>
                <a:lnTo>
                  <a:pt x="551022" y="581791"/>
                </a:lnTo>
                <a:lnTo>
                  <a:pt x="537278" y="581791"/>
                </a:lnTo>
                <a:close/>
                <a:moveTo>
                  <a:pt x="483548" y="581051"/>
                </a:moveTo>
                <a:lnTo>
                  <a:pt x="515203" y="581051"/>
                </a:lnTo>
                <a:lnTo>
                  <a:pt x="515203" y="581791"/>
                </a:lnTo>
                <a:lnTo>
                  <a:pt x="483548" y="581791"/>
                </a:lnTo>
                <a:close/>
                <a:moveTo>
                  <a:pt x="665563" y="580311"/>
                </a:moveTo>
                <a:lnTo>
                  <a:pt x="698467" y="580311"/>
                </a:lnTo>
                <a:lnTo>
                  <a:pt x="698467" y="581791"/>
                </a:lnTo>
                <a:lnTo>
                  <a:pt x="665563" y="581791"/>
                </a:lnTo>
                <a:close/>
                <a:moveTo>
                  <a:pt x="729705" y="581051"/>
                </a:moveTo>
                <a:lnTo>
                  <a:pt x="762609" y="581051"/>
                </a:lnTo>
                <a:lnTo>
                  <a:pt x="762609" y="581791"/>
                </a:lnTo>
                <a:lnTo>
                  <a:pt x="729705" y="581791"/>
                </a:lnTo>
                <a:close/>
                <a:moveTo>
                  <a:pt x="830501" y="576610"/>
                </a:moveTo>
                <a:lnTo>
                  <a:pt x="861739" y="576610"/>
                </a:lnTo>
                <a:lnTo>
                  <a:pt x="861739" y="581791"/>
                </a:lnTo>
                <a:lnTo>
                  <a:pt x="830501" y="581791"/>
                </a:lnTo>
                <a:close/>
                <a:moveTo>
                  <a:pt x="537278" y="581791"/>
                </a:moveTo>
                <a:lnTo>
                  <a:pt x="544358" y="581791"/>
                </a:lnTo>
                <a:lnTo>
                  <a:pt x="544358" y="582531"/>
                </a:lnTo>
                <a:lnTo>
                  <a:pt x="537278" y="582531"/>
                </a:lnTo>
                <a:close/>
                <a:moveTo>
                  <a:pt x="483548" y="581791"/>
                </a:moveTo>
                <a:lnTo>
                  <a:pt x="515619" y="581791"/>
                </a:lnTo>
                <a:lnTo>
                  <a:pt x="515619" y="582531"/>
                </a:lnTo>
                <a:lnTo>
                  <a:pt x="483548" y="582531"/>
                </a:lnTo>
                <a:close/>
                <a:moveTo>
                  <a:pt x="665146" y="581791"/>
                </a:moveTo>
                <a:lnTo>
                  <a:pt x="698050" y="581791"/>
                </a:lnTo>
                <a:lnTo>
                  <a:pt x="698050" y="582531"/>
                </a:lnTo>
                <a:lnTo>
                  <a:pt x="665146" y="582531"/>
                </a:lnTo>
                <a:close/>
                <a:moveTo>
                  <a:pt x="730122" y="581791"/>
                </a:moveTo>
                <a:lnTo>
                  <a:pt x="763026" y="581791"/>
                </a:lnTo>
                <a:lnTo>
                  <a:pt x="763026" y="583272"/>
                </a:lnTo>
                <a:lnTo>
                  <a:pt x="730122" y="583272"/>
                </a:lnTo>
                <a:close/>
                <a:moveTo>
                  <a:pt x="830917" y="581791"/>
                </a:moveTo>
                <a:lnTo>
                  <a:pt x="861739" y="581791"/>
                </a:lnTo>
                <a:lnTo>
                  <a:pt x="861739" y="583272"/>
                </a:lnTo>
                <a:lnTo>
                  <a:pt x="830917" y="583272"/>
                </a:lnTo>
                <a:close/>
                <a:moveTo>
                  <a:pt x="483548" y="582531"/>
                </a:moveTo>
                <a:lnTo>
                  <a:pt x="516452" y="582531"/>
                </a:lnTo>
                <a:lnTo>
                  <a:pt x="516452" y="583272"/>
                </a:lnTo>
                <a:lnTo>
                  <a:pt x="483548" y="583272"/>
                </a:lnTo>
                <a:close/>
                <a:moveTo>
                  <a:pt x="665146" y="582531"/>
                </a:moveTo>
                <a:lnTo>
                  <a:pt x="697634" y="582531"/>
                </a:lnTo>
                <a:lnTo>
                  <a:pt x="697634" y="584012"/>
                </a:lnTo>
                <a:lnTo>
                  <a:pt x="665146" y="584012"/>
                </a:lnTo>
                <a:close/>
                <a:moveTo>
                  <a:pt x="483548" y="583272"/>
                </a:moveTo>
                <a:lnTo>
                  <a:pt x="517702" y="583272"/>
                </a:lnTo>
                <a:lnTo>
                  <a:pt x="517702" y="584012"/>
                </a:lnTo>
                <a:lnTo>
                  <a:pt x="483548" y="584012"/>
                </a:lnTo>
                <a:close/>
                <a:moveTo>
                  <a:pt x="665146" y="584012"/>
                </a:moveTo>
                <a:lnTo>
                  <a:pt x="697217" y="584012"/>
                </a:lnTo>
                <a:lnTo>
                  <a:pt x="697217" y="584752"/>
                </a:lnTo>
                <a:lnTo>
                  <a:pt x="665146" y="584752"/>
                </a:lnTo>
                <a:close/>
                <a:moveTo>
                  <a:pt x="483548" y="584012"/>
                </a:moveTo>
                <a:lnTo>
                  <a:pt x="518535" y="584012"/>
                </a:lnTo>
                <a:lnTo>
                  <a:pt x="518535" y="584752"/>
                </a:lnTo>
                <a:lnTo>
                  <a:pt x="483548" y="584752"/>
                </a:lnTo>
                <a:close/>
                <a:moveTo>
                  <a:pt x="730538" y="583272"/>
                </a:moveTo>
                <a:lnTo>
                  <a:pt x="763026" y="583272"/>
                </a:lnTo>
                <a:lnTo>
                  <a:pt x="763026" y="584752"/>
                </a:lnTo>
                <a:lnTo>
                  <a:pt x="730538" y="584752"/>
                </a:lnTo>
                <a:close/>
                <a:moveTo>
                  <a:pt x="664730" y="584752"/>
                </a:moveTo>
                <a:lnTo>
                  <a:pt x="697217" y="584752"/>
                </a:lnTo>
                <a:lnTo>
                  <a:pt x="697217" y="585492"/>
                </a:lnTo>
                <a:lnTo>
                  <a:pt x="664730" y="585492"/>
                </a:lnTo>
                <a:close/>
                <a:moveTo>
                  <a:pt x="483548" y="584752"/>
                </a:moveTo>
                <a:lnTo>
                  <a:pt x="519784" y="584752"/>
                </a:lnTo>
                <a:lnTo>
                  <a:pt x="519784" y="585492"/>
                </a:lnTo>
                <a:lnTo>
                  <a:pt x="483548" y="585492"/>
                </a:lnTo>
                <a:close/>
                <a:moveTo>
                  <a:pt x="730955" y="584752"/>
                </a:moveTo>
                <a:lnTo>
                  <a:pt x="763442" y="584752"/>
                </a:lnTo>
                <a:lnTo>
                  <a:pt x="763442" y="586232"/>
                </a:lnTo>
                <a:lnTo>
                  <a:pt x="730955" y="586232"/>
                </a:lnTo>
                <a:close/>
                <a:moveTo>
                  <a:pt x="483964" y="585492"/>
                </a:moveTo>
                <a:lnTo>
                  <a:pt x="521450" y="585492"/>
                </a:lnTo>
                <a:lnTo>
                  <a:pt x="521450" y="586232"/>
                </a:lnTo>
                <a:lnTo>
                  <a:pt x="483964" y="586232"/>
                </a:lnTo>
                <a:close/>
                <a:moveTo>
                  <a:pt x="483964" y="586232"/>
                </a:moveTo>
                <a:lnTo>
                  <a:pt x="523116" y="586232"/>
                </a:lnTo>
                <a:lnTo>
                  <a:pt x="523116" y="586973"/>
                </a:lnTo>
                <a:lnTo>
                  <a:pt x="483964" y="586973"/>
                </a:lnTo>
                <a:close/>
                <a:moveTo>
                  <a:pt x="830501" y="583272"/>
                </a:moveTo>
                <a:lnTo>
                  <a:pt x="861739" y="583272"/>
                </a:lnTo>
                <a:lnTo>
                  <a:pt x="861739" y="586973"/>
                </a:lnTo>
                <a:lnTo>
                  <a:pt x="830501" y="586973"/>
                </a:lnTo>
                <a:close/>
                <a:moveTo>
                  <a:pt x="664730" y="585492"/>
                </a:moveTo>
                <a:lnTo>
                  <a:pt x="696801" y="585492"/>
                </a:lnTo>
                <a:lnTo>
                  <a:pt x="696801" y="586973"/>
                </a:lnTo>
                <a:lnTo>
                  <a:pt x="664730" y="586973"/>
                </a:lnTo>
                <a:close/>
                <a:moveTo>
                  <a:pt x="731371" y="586232"/>
                </a:moveTo>
                <a:lnTo>
                  <a:pt x="763442" y="586232"/>
                </a:lnTo>
                <a:lnTo>
                  <a:pt x="763442" y="587713"/>
                </a:lnTo>
                <a:lnTo>
                  <a:pt x="731371" y="587713"/>
                </a:lnTo>
                <a:close/>
                <a:moveTo>
                  <a:pt x="483964" y="586973"/>
                </a:moveTo>
                <a:lnTo>
                  <a:pt x="524782" y="586973"/>
                </a:lnTo>
                <a:lnTo>
                  <a:pt x="524782" y="587713"/>
                </a:lnTo>
                <a:lnTo>
                  <a:pt x="483964" y="587713"/>
                </a:lnTo>
                <a:close/>
                <a:moveTo>
                  <a:pt x="830501" y="586973"/>
                </a:moveTo>
                <a:lnTo>
                  <a:pt x="861322" y="586973"/>
                </a:lnTo>
                <a:lnTo>
                  <a:pt x="861322" y="587713"/>
                </a:lnTo>
                <a:lnTo>
                  <a:pt x="830501" y="587713"/>
                </a:lnTo>
                <a:close/>
                <a:moveTo>
                  <a:pt x="664313" y="586973"/>
                </a:moveTo>
                <a:lnTo>
                  <a:pt x="696384" y="586973"/>
                </a:lnTo>
                <a:lnTo>
                  <a:pt x="696384" y="588453"/>
                </a:lnTo>
                <a:lnTo>
                  <a:pt x="664313" y="588453"/>
                </a:lnTo>
                <a:close/>
                <a:moveTo>
                  <a:pt x="483964" y="587713"/>
                </a:moveTo>
                <a:lnTo>
                  <a:pt x="526865" y="587713"/>
                </a:lnTo>
                <a:lnTo>
                  <a:pt x="526865" y="588453"/>
                </a:lnTo>
                <a:lnTo>
                  <a:pt x="483964" y="588453"/>
                </a:lnTo>
                <a:close/>
                <a:moveTo>
                  <a:pt x="731788" y="587713"/>
                </a:moveTo>
                <a:lnTo>
                  <a:pt x="763859" y="587713"/>
                </a:lnTo>
                <a:lnTo>
                  <a:pt x="763859" y="589193"/>
                </a:lnTo>
                <a:lnTo>
                  <a:pt x="731788" y="589193"/>
                </a:lnTo>
                <a:close/>
                <a:moveTo>
                  <a:pt x="483964" y="588453"/>
                </a:moveTo>
                <a:lnTo>
                  <a:pt x="528531" y="588453"/>
                </a:lnTo>
                <a:lnTo>
                  <a:pt x="528531" y="589193"/>
                </a:lnTo>
                <a:lnTo>
                  <a:pt x="483964" y="589193"/>
                </a:lnTo>
                <a:close/>
                <a:moveTo>
                  <a:pt x="830084" y="587713"/>
                </a:moveTo>
                <a:lnTo>
                  <a:pt x="861322" y="587713"/>
                </a:lnTo>
                <a:lnTo>
                  <a:pt x="861322" y="589933"/>
                </a:lnTo>
                <a:lnTo>
                  <a:pt x="830084" y="589933"/>
                </a:lnTo>
                <a:close/>
                <a:moveTo>
                  <a:pt x="483964" y="589193"/>
                </a:moveTo>
                <a:lnTo>
                  <a:pt x="530197" y="589193"/>
                </a:lnTo>
                <a:lnTo>
                  <a:pt x="530197" y="589933"/>
                </a:lnTo>
                <a:lnTo>
                  <a:pt x="483964" y="589933"/>
                </a:lnTo>
                <a:close/>
                <a:moveTo>
                  <a:pt x="484381" y="589933"/>
                </a:moveTo>
                <a:lnTo>
                  <a:pt x="531863" y="589933"/>
                </a:lnTo>
                <a:lnTo>
                  <a:pt x="531863" y="590674"/>
                </a:lnTo>
                <a:lnTo>
                  <a:pt x="484381" y="590674"/>
                </a:lnTo>
                <a:close/>
                <a:moveTo>
                  <a:pt x="664313" y="588453"/>
                </a:moveTo>
                <a:lnTo>
                  <a:pt x="695968" y="588453"/>
                </a:lnTo>
                <a:lnTo>
                  <a:pt x="695968" y="590674"/>
                </a:lnTo>
                <a:lnTo>
                  <a:pt x="664313" y="590674"/>
                </a:lnTo>
                <a:close/>
                <a:moveTo>
                  <a:pt x="829667" y="589933"/>
                </a:moveTo>
                <a:lnTo>
                  <a:pt x="861322" y="589933"/>
                </a:lnTo>
                <a:lnTo>
                  <a:pt x="861322" y="591414"/>
                </a:lnTo>
                <a:lnTo>
                  <a:pt x="829667" y="591414"/>
                </a:lnTo>
                <a:close/>
                <a:moveTo>
                  <a:pt x="732204" y="589193"/>
                </a:moveTo>
                <a:lnTo>
                  <a:pt x="763859" y="589193"/>
                </a:lnTo>
                <a:lnTo>
                  <a:pt x="763859" y="591414"/>
                </a:lnTo>
                <a:lnTo>
                  <a:pt x="732204" y="591414"/>
                </a:lnTo>
                <a:close/>
                <a:moveTo>
                  <a:pt x="484381" y="590674"/>
                </a:moveTo>
                <a:lnTo>
                  <a:pt x="533529" y="590674"/>
                </a:lnTo>
                <a:lnTo>
                  <a:pt x="533529" y="591414"/>
                </a:lnTo>
                <a:lnTo>
                  <a:pt x="484381" y="591414"/>
                </a:lnTo>
                <a:close/>
                <a:moveTo>
                  <a:pt x="484381" y="591414"/>
                </a:moveTo>
                <a:lnTo>
                  <a:pt x="535195" y="591414"/>
                </a:lnTo>
                <a:lnTo>
                  <a:pt x="535195" y="592154"/>
                </a:lnTo>
                <a:lnTo>
                  <a:pt x="484381" y="592154"/>
                </a:lnTo>
                <a:close/>
                <a:moveTo>
                  <a:pt x="484381" y="592154"/>
                </a:moveTo>
                <a:lnTo>
                  <a:pt x="536445" y="592154"/>
                </a:lnTo>
                <a:lnTo>
                  <a:pt x="536445" y="592894"/>
                </a:lnTo>
                <a:lnTo>
                  <a:pt x="484381" y="592894"/>
                </a:lnTo>
                <a:close/>
                <a:moveTo>
                  <a:pt x="829251" y="591414"/>
                </a:moveTo>
                <a:lnTo>
                  <a:pt x="860906" y="591414"/>
                </a:lnTo>
                <a:lnTo>
                  <a:pt x="860906" y="592894"/>
                </a:lnTo>
                <a:lnTo>
                  <a:pt x="829251" y="592894"/>
                </a:lnTo>
                <a:close/>
                <a:moveTo>
                  <a:pt x="663897" y="590674"/>
                </a:moveTo>
                <a:lnTo>
                  <a:pt x="695551" y="590674"/>
                </a:lnTo>
                <a:lnTo>
                  <a:pt x="695551" y="592894"/>
                </a:lnTo>
                <a:lnTo>
                  <a:pt x="663897" y="592894"/>
                </a:lnTo>
                <a:close/>
                <a:moveTo>
                  <a:pt x="828834" y="592894"/>
                </a:moveTo>
                <a:lnTo>
                  <a:pt x="860906" y="592894"/>
                </a:lnTo>
                <a:lnTo>
                  <a:pt x="860906" y="593634"/>
                </a:lnTo>
                <a:lnTo>
                  <a:pt x="828834" y="593634"/>
                </a:lnTo>
                <a:close/>
                <a:moveTo>
                  <a:pt x="732621" y="591414"/>
                </a:moveTo>
                <a:lnTo>
                  <a:pt x="764275" y="591414"/>
                </a:lnTo>
                <a:lnTo>
                  <a:pt x="764275" y="593634"/>
                </a:lnTo>
                <a:lnTo>
                  <a:pt x="732621" y="593634"/>
                </a:lnTo>
                <a:close/>
                <a:moveTo>
                  <a:pt x="484797" y="592894"/>
                </a:moveTo>
                <a:lnTo>
                  <a:pt x="537694" y="592894"/>
                </a:lnTo>
                <a:lnTo>
                  <a:pt x="537694" y="593634"/>
                </a:lnTo>
                <a:lnTo>
                  <a:pt x="484797" y="593634"/>
                </a:lnTo>
                <a:close/>
                <a:moveTo>
                  <a:pt x="663897" y="592894"/>
                </a:moveTo>
                <a:lnTo>
                  <a:pt x="695135" y="592894"/>
                </a:lnTo>
                <a:lnTo>
                  <a:pt x="695135" y="594375"/>
                </a:lnTo>
                <a:lnTo>
                  <a:pt x="663897" y="594375"/>
                </a:lnTo>
                <a:close/>
                <a:moveTo>
                  <a:pt x="484797" y="593634"/>
                </a:moveTo>
                <a:lnTo>
                  <a:pt x="539360" y="593634"/>
                </a:lnTo>
                <a:lnTo>
                  <a:pt x="539360" y="594375"/>
                </a:lnTo>
                <a:lnTo>
                  <a:pt x="484797" y="594375"/>
                </a:lnTo>
                <a:close/>
                <a:moveTo>
                  <a:pt x="828418" y="593634"/>
                </a:moveTo>
                <a:lnTo>
                  <a:pt x="860906" y="593634"/>
                </a:lnTo>
                <a:lnTo>
                  <a:pt x="860906" y="594375"/>
                </a:lnTo>
                <a:lnTo>
                  <a:pt x="828418" y="594375"/>
                </a:lnTo>
                <a:close/>
                <a:moveTo>
                  <a:pt x="484797" y="594375"/>
                </a:moveTo>
                <a:lnTo>
                  <a:pt x="540610" y="594375"/>
                </a:lnTo>
                <a:lnTo>
                  <a:pt x="540610" y="595115"/>
                </a:lnTo>
                <a:lnTo>
                  <a:pt x="484797" y="595115"/>
                </a:lnTo>
                <a:close/>
                <a:moveTo>
                  <a:pt x="828001" y="594375"/>
                </a:moveTo>
                <a:lnTo>
                  <a:pt x="860489" y="594375"/>
                </a:lnTo>
                <a:lnTo>
                  <a:pt x="860489" y="595115"/>
                </a:lnTo>
                <a:lnTo>
                  <a:pt x="828001" y="595115"/>
                </a:lnTo>
                <a:close/>
                <a:moveTo>
                  <a:pt x="870069" y="566247"/>
                </a:moveTo>
                <a:lnTo>
                  <a:pt x="900891" y="566247"/>
                </a:lnTo>
                <a:lnTo>
                  <a:pt x="900891" y="595855"/>
                </a:lnTo>
                <a:lnTo>
                  <a:pt x="870069" y="595855"/>
                </a:lnTo>
                <a:close/>
                <a:moveTo>
                  <a:pt x="827585" y="595115"/>
                </a:moveTo>
                <a:lnTo>
                  <a:pt x="860489" y="595115"/>
                </a:lnTo>
                <a:lnTo>
                  <a:pt x="860489" y="595855"/>
                </a:lnTo>
                <a:lnTo>
                  <a:pt x="827585" y="595855"/>
                </a:lnTo>
                <a:close/>
                <a:moveTo>
                  <a:pt x="485214" y="595115"/>
                </a:moveTo>
                <a:lnTo>
                  <a:pt x="541859" y="595115"/>
                </a:lnTo>
                <a:lnTo>
                  <a:pt x="541859" y="595855"/>
                </a:lnTo>
                <a:lnTo>
                  <a:pt x="485214" y="595855"/>
                </a:lnTo>
                <a:close/>
                <a:moveTo>
                  <a:pt x="733037" y="593634"/>
                </a:moveTo>
                <a:lnTo>
                  <a:pt x="764275" y="593634"/>
                </a:lnTo>
                <a:lnTo>
                  <a:pt x="764275" y="595855"/>
                </a:lnTo>
                <a:lnTo>
                  <a:pt x="733037" y="595855"/>
                </a:lnTo>
                <a:close/>
                <a:moveTo>
                  <a:pt x="663480" y="594375"/>
                </a:moveTo>
                <a:lnTo>
                  <a:pt x="695135" y="594375"/>
                </a:lnTo>
                <a:lnTo>
                  <a:pt x="695135" y="595855"/>
                </a:lnTo>
                <a:lnTo>
                  <a:pt x="663480" y="595855"/>
                </a:lnTo>
                <a:close/>
                <a:moveTo>
                  <a:pt x="733037" y="595855"/>
                </a:moveTo>
                <a:lnTo>
                  <a:pt x="764692" y="595855"/>
                </a:lnTo>
                <a:lnTo>
                  <a:pt x="764692" y="596595"/>
                </a:lnTo>
                <a:lnTo>
                  <a:pt x="733037" y="596595"/>
                </a:lnTo>
                <a:close/>
                <a:moveTo>
                  <a:pt x="827168" y="595855"/>
                </a:moveTo>
                <a:lnTo>
                  <a:pt x="860489" y="595855"/>
                </a:lnTo>
                <a:lnTo>
                  <a:pt x="860489" y="596595"/>
                </a:lnTo>
                <a:lnTo>
                  <a:pt x="827168" y="596595"/>
                </a:lnTo>
                <a:close/>
                <a:moveTo>
                  <a:pt x="485214" y="595855"/>
                </a:moveTo>
                <a:lnTo>
                  <a:pt x="543109" y="595855"/>
                </a:lnTo>
                <a:lnTo>
                  <a:pt x="543109" y="596595"/>
                </a:lnTo>
                <a:lnTo>
                  <a:pt x="485214" y="596595"/>
                </a:lnTo>
                <a:close/>
                <a:moveTo>
                  <a:pt x="826752" y="596595"/>
                </a:moveTo>
                <a:lnTo>
                  <a:pt x="860489" y="596595"/>
                </a:lnTo>
                <a:lnTo>
                  <a:pt x="860489" y="597335"/>
                </a:lnTo>
                <a:lnTo>
                  <a:pt x="826752" y="597335"/>
                </a:lnTo>
                <a:close/>
                <a:moveTo>
                  <a:pt x="485630" y="596595"/>
                </a:moveTo>
                <a:lnTo>
                  <a:pt x="544358" y="596595"/>
                </a:lnTo>
                <a:lnTo>
                  <a:pt x="544358" y="597335"/>
                </a:lnTo>
                <a:lnTo>
                  <a:pt x="485630" y="597335"/>
                </a:lnTo>
                <a:close/>
                <a:moveTo>
                  <a:pt x="485630" y="597335"/>
                </a:moveTo>
                <a:lnTo>
                  <a:pt x="545608" y="597335"/>
                </a:lnTo>
                <a:lnTo>
                  <a:pt x="545608" y="598075"/>
                </a:lnTo>
                <a:lnTo>
                  <a:pt x="485630" y="598075"/>
                </a:lnTo>
                <a:close/>
                <a:moveTo>
                  <a:pt x="825919" y="597335"/>
                </a:moveTo>
                <a:lnTo>
                  <a:pt x="860073" y="597335"/>
                </a:lnTo>
                <a:lnTo>
                  <a:pt x="860073" y="598075"/>
                </a:lnTo>
                <a:lnTo>
                  <a:pt x="825919" y="598075"/>
                </a:lnTo>
                <a:close/>
                <a:moveTo>
                  <a:pt x="663480" y="595855"/>
                </a:moveTo>
                <a:lnTo>
                  <a:pt x="694718" y="595855"/>
                </a:lnTo>
                <a:lnTo>
                  <a:pt x="694718" y="598816"/>
                </a:lnTo>
                <a:lnTo>
                  <a:pt x="663480" y="598816"/>
                </a:lnTo>
                <a:close/>
                <a:moveTo>
                  <a:pt x="824669" y="598075"/>
                </a:moveTo>
                <a:lnTo>
                  <a:pt x="860073" y="598075"/>
                </a:lnTo>
                <a:lnTo>
                  <a:pt x="860073" y="598816"/>
                </a:lnTo>
                <a:lnTo>
                  <a:pt x="824669" y="598816"/>
                </a:lnTo>
                <a:close/>
                <a:moveTo>
                  <a:pt x="485630" y="598075"/>
                </a:moveTo>
                <a:lnTo>
                  <a:pt x="546857" y="598075"/>
                </a:lnTo>
                <a:lnTo>
                  <a:pt x="546857" y="598816"/>
                </a:lnTo>
                <a:lnTo>
                  <a:pt x="485630" y="598816"/>
                </a:lnTo>
                <a:close/>
                <a:moveTo>
                  <a:pt x="486047" y="598816"/>
                </a:moveTo>
                <a:lnTo>
                  <a:pt x="547690" y="598816"/>
                </a:lnTo>
                <a:lnTo>
                  <a:pt x="547690" y="599556"/>
                </a:lnTo>
                <a:lnTo>
                  <a:pt x="486047" y="599556"/>
                </a:lnTo>
                <a:close/>
                <a:moveTo>
                  <a:pt x="823003" y="598816"/>
                </a:moveTo>
                <a:lnTo>
                  <a:pt x="860073" y="598816"/>
                </a:lnTo>
                <a:lnTo>
                  <a:pt x="860073" y="599556"/>
                </a:lnTo>
                <a:lnTo>
                  <a:pt x="823003" y="599556"/>
                </a:lnTo>
                <a:close/>
                <a:moveTo>
                  <a:pt x="821337" y="599556"/>
                </a:moveTo>
                <a:lnTo>
                  <a:pt x="859656" y="599556"/>
                </a:lnTo>
                <a:lnTo>
                  <a:pt x="859656" y="600296"/>
                </a:lnTo>
                <a:lnTo>
                  <a:pt x="821337" y="600296"/>
                </a:lnTo>
                <a:close/>
                <a:moveTo>
                  <a:pt x="733454" y="596595"/>
                </a:moveTo>
                <a:lnTo>
                  <a:pt x="764692" y="596595"/>
                </a:lnTo>
                <a:lnTo>
                  <a:pt x="764692" y="600296"/>
                </a:lnTo>
                <a:lnTo>
                  <a:pt x="733454" y="600296"/>
                </a:lnTo>
                <a:close/>
                <a:moveTo>
                  <a:pt x="486047" y="599556"/>
                </a:moveTo>
                <a:lnTo>
                  <a:pt x="548940" y="599556"/>
                </a:lnTo>
                <a:lnTo>
                  <a:pt x="548940" y="600296"/>
                </a:lnTo>
                <a:lnTo>
                  <a:pt x="486047" y="600296"/>
                </a:lnTo>
                <a:close/>
                <a:moveTo>
                  <a:pt x="819255" y="600296"/>
                </a:moveTo>
                <a:lnTo>
                  <a:pt x="859656" y="600296"/>
                </a:lnTo>
                <a:lnTo>
                  <a:pt x="859656" y="601036"/>
                </a:lnTo>
                <a:lnTo>
                  <a:pt x="819255" y="601036"/>
                </a:lnTo>
                <a:close/>
                <a:moveTo>
                  <a:pt x="486463" y="600296"/>
                </a:moveTo>
                <a:lnTo>
                  <a:pt x="549773" y="600296"/>
                </a:lnTo>
                <a:lnTo>
                  <a:pt x="549773" y="601036"/>
                </a:lnTo>
                <a:lnTo>
                  <a:pt x="486463" y="601036"/>
                </a:lnTo>
                <a:close/>
                <a:moveTo>
                  <a:pt x="733870" y="600296"/>
                </a:moveTo>
                <a:lnTo>
                  <a:pt x="764692" y="600296"/>
                </a:lnTo>
                <a:lnTo>
                  <a:pt x="764692" y="601036"/>
                </a:lnTo>
                <a:lnTo>
                  <a:pt x="733870" y="601036"/>
                </a:lnTo>
                <a:close/>
                <a:moveTo>
                  <a:pt x="815923" y="601036"/>
                </a:moveTo>
                <a:lnTo>
                  <a:pt x="859240" y="601036"/>
                </a:lnTo>
                <a:lnTo>
                  <a:pt x="859240" y="601776"/>
                </a:lnTo>
                <a:lnTo>
                  <a:pt x="815923" y="601776"/>
                </a:lnTo>
                <a:close/>
                <a:moveTo>
                  <a:pt x="486463" y="601036"/>
                </a:moveTo>
                <a:lnTo>
                  <a:pt x="551022" y="601036"/>
                </a:lnTo>
                <a:lnTo>
                  <a:pt x="551022" y="601776"/>
                </a:lnTo>
                <a:lnTo>
                  <a:pt x="486463" y="601776"/>
                </a:lnTo>
                <a:close/>
                <a:moveTo>
                  <a:pt x="772189" y="564027"/>
                </a:moveTo>
                <a:lnTo>
                  <a:pt x="803427" y="564027"/>
                </a:lnTo>
                <a:lnTo>
                  <a:pt x="803427" y="601776"/>
                </a:lnTo>
                <a:lnTo>
                  <a:pt x="772189" y="601776"/>
                </a:lnTo>
                <a:close/>
                <a:moveTo>
                  <a:pt x="772189" y="601776"/>
                </a:moveTo>
                <a:lnTo>
                  <a:pt x="859240" y="601776"/>
                </a:lnTo>
                <a:lnTo>
                  <a:pt x="859240" y="602517"/>
                </a:lnTo>
                <a:lnTo>
                  <a:pt x="772189" y="602517"/>
                </a:lnTo>
                <a:close/>
                <a:moveTo>
                  <a:pt x="486880" y="601776"/>
                </a:moveTo>
                <a:lnTo>
                  <a:pt x="551855" y="601776"/>
                </a:lnTo>
                <a:lnTo>
                  <a:pt x="551855" y="602517"/>
                </a:lnTo>
                <a:lnTo>
                  <a:pt x="486880" y="602517"/>
                </a:lnTo>
                <a:close/>
                <a:moveTo>
                  <a:pt x="486880" y="602517"/>
                </a:moveTo>
                <a:lnTo>
                  <a:pt x="552688" y="602517"/>
                </a:lnTo>
                <a:lnTo>
                  <a:pt x="552688" y="603257"/>
                </a:lnTo>
                <a:lnTo>
                  <a:pt x="486880" y="603257"/>
                </a:lnTo>
                <a:close/>
                <a:moveTo>
                  <a:pt x="663064" y="598816"/>
                </a:moveTo>
                <a:lnTo>
                  <a:pt x="694302" y="598816"/>
                </a:lnTo>
                <a:lnTo>
                  <a:pt x="694302" y="603257"/>
                </a:lnTo>
                <a:lnTo>
                  <a:pt x="663064" y="603257"/>
                </a:lnTo>
                <a:close/>
                <a:moveTo>
                  <a:pt x="487296" y="603257"/>
                </a:moveTo>
                <a:lnTo>
                  <a:pt x="553105" y="603257"/>
                </a:lnTo>
                <a:lnTo>
                  <a:pt x="553105" y="603997"/>
                </a:lnTo>
                <a:lnTo>
                  <a:pt x="487296" y="603997"/>
                </a:lnTo>
                <a:close/>
                <a:moveTo>
                  <a:pt x="663064" y="603257"/>
                </a:moveTo>
                <a:lnTo>
                  <a:pt x="693885" y="603257"/>
                </a:lnTo>
                <a:lnTo>
                  <a:pt x="693885" y="604737"/>
                </a:lnTo>
                <a:lnTo>
                  <a:pt x="663064" y="604737"/>
                </a:lnTo>
                <a:close/>
                <a:moveTo>
                  <a:pt x="487713" y="603997"/>
                </a:moveTo>
                <a:lnTo>
                  <a:pt x="553938" y="603997"/>
                </a:lnTo>
                <a:lnTo>
                  <a:pt x="553938" y="604737"/>
                </a:lnTo>
                <a:lnTo>
                  <a:pt x="487713" y="604737"/>
                </a:lnTo>
                <a:close/>
                <a:moveTo>
                  <a:pt x="772189" y="602517"/>
                </a:moveTo>
                <a:lnTo>
                  <a:pt x="858823" y="602517"/>
                </a:lnTo>
                <a:lnTo>
                  <a:pt x="858823" y="604737"/>
                </a:lnTo>
                <a:lnTo>
                  <a:pt x="772189" y="604737"/>
                </a:lnTo>
                <a:close/>
                <a:moveTo>
                  <a:pt x="772189" y="604737"/>
                </a:moveTo>
                <a:lnTo>
                  <a:pt x="858407" y="604737"/>
                </a:lnTo>
                <a:lnTo>
                  <a:pt x="858407" y="605477"/>
                </a:lnTo>
                <a:lnTo>
                  <a:pt x="772189" y="605477"/>
                </a:lnTo>
                <a:close/>
                <a:moveTo>
                  <a:pt x="733870" y="601036"/>
                </a:moveTo>
                <a:lnTo>
                  <a:pt x="765108" y="601036"/>
                </a:lnTo>
                <a:lnTo>
                  <a:pt x="765108" y="605477"/>
                </a:lnTo>
                <a:lnTo>
                  <a:pt x="733870" y="605477"/>
                </a:lnTo>
                <a:close/>
                <a:moveTo>
                  <a:pt x="487713" y="604737"/>
                </a:moveTo>
                <a:lnTo>
                  <a:pt x="554771" y="604737"/>
                </a:lnTo>
                <a:lnTo>
                  <a:pt x="554771" y="605477"/>
                </a:lnTo>
                <a:lnTo>
                  <a:pt x="487713" y="605477"/>
                </a:lnTo>
                <a:close/>
                <a:moveTo>
                  <a:pt x="488129" y="605477"/>
                </a:moveTo>
                <a:lnTo>
                  <a:pt x="555604" y="605477"/>
                </a:lnTo>
                <a:lnTo>
                  <a:pt x="555604" y="606218"/>
                </a:lnTo>
                <a:lnTo>
                  <a:pt x="488129" y="606218"/>
                </a:lnTo>
                <a:close/>
                <a:moveTo>
                  <a:pt x="772189" y="605477"/>
                </a:moveTo>
                <a:lnTo>
                  <a:pt x="857990" y="605477"/>
                </a:lnTo>
                <a:lnTo>
                  <a:pt x="857990" y="606958"/>
                </a:lnTo>
                <a:lnTo>
                  <a:pt x="772189" y="606958"/>
                </a:lnTo>
                <a:close/>
                <a:moveTo>
                  <a:pt x="488546" y="606218"/>
                </a:moveTo>
                <a:lnTo>
                  <a:pt x="556021" y="606218"/>
                </a:lnTo>
                <a:lnTo>
                  <a:pt x="556021" y="606958"/>
                </a:lnTo>
                <a:lnTo>
                  <a:pt x="488546" y="606958"/>
                </a:lnTo>
                <a:close/>
                <a:moveTo>
                  <a:pt x="772189" y="606958"/>
                </a:moveTo>
                <a:lnTo>
                  <a:pt x="857574" y="606958"/>
                </a:lnTo>
                <a:lnTo>
                  <a:pt x="857574" y="607698"/>
                </a:lnTo>
                <a:lnTo>
                  <a:pt x="772189" y="607698"/>
                </a:lnTo>
                <a:close/>
                <a:moveTo>
                  <a:pt x="488546" y="606958"/>
                </a:moveTo>
                <a:lnTo>
                  <a:pt x="556854" y="606958"/>
                </a:lnTo>
                <a:lnTo>
                  <a:pt x="556854" y="607698"/>
                </a:lnTo>
                <a:lnTo>
                  <a:pt x="488546" y="607698"/>
                </a:lnTo>
                <a:close/>
                <a:moveTo>
                  <a:pt x="488962" y="607698"/>
                </a:moveTo>
                <a:lnTo>
                  <a:pt x="557270" y="607698"/>
                </a:lnTo>
                <a:lnTo>
                  <a:pt x="557270" y="608438"/>
                </a:lnTo>
                <a:lnTo>
                  <a:pt x="488962" y="608438"/>
                </a:lnTo>
                <a:close/>
                <a:moveTo>
                  <a:pt x="772189" y="607698"/>
                </a:moveTo>
                <a:lnTo>
                  <a:pt x="857157" y="607698"/>
                </a:lnTo>
                <a:lnTo>
                  <a:pt x="857157" y="609178"/>
                </a:lnTo>
                <a:lnTo>
                  <a:pt x="772189" y="609178"/>
                </a:lnTo>
                <a:close/>
                <a:moveTo>
                  <a:pt x="489379" y="608438"/>
                </a:moveTo>
                <a:lnTo>
                  <a:pt x="558103" y="608438"/>
                </a:lnTo>
                <a:lnTo>
                  <a:pt x="558103" y="609178"/>
                </a:lnTo>
                <a:lnTo>
                  <a:pt x="489379" y="609178"/>
                </a:lnTo>
                <a:close/>
                <a:moveTo>
                  <a:pt x="662647" y="604737"/>
                </a:moveTo>
                <a:lnTo>
                  <a:pt x="693885" y="604737"/>
                </a:lnTo>
                <a:lnTo>
                  <a:pt x="693885" y="609919"/>
                </a:lnTo>
                <a:lnTo>
                  <a:pt x="662647" y="609919"/>
                </a:lnTo>
                <a:close/>
                <a:moveTo>
                  <a:pt x="489796" y="609178"/>
                </a:moveTo>
                <a:lnTo>
                  <a:pt x="558520" y="609178"/>
                </a:lnTo>
                <a:lnTo>
                  <a:pt x="558520" y="609919"/>
                </a:lnTo>
                <a:lnTo>
                  <a:pt x="489796" y="609919"/>
                </a:lnTo>
                <a:close/>
                <a:moveTo>
                  <a:pt x="772189" y="609178"/>
                </a:moveTo>
                <a:lnTo>
                  <a:pt x="856741" y="609178"/>
                </a:lnTo>
                <a:lnTo>
                  <a:pt x="856741" y="609919"/>
                </a:lnTo>
                <a:lnTo>
                  <a:pt x="772189" y="609919"/>
                </a:lnTo>
                <a:close/>
                <a:moveTo>
                  <a:pt x="734287" y="605477"/>
                </a:moveTo>
                <a:lnTo>
                  <a:pt x="765108" y="605477"/>
                </a:lnTo>
                <a:lnTo>
                  <a:pt x="765108" y="609919"/>
                </a:lnTo>
                <a:lnTo>
                  <a:pt x="734287" y="609919"/>
                </a:lnTo>
                <a:close/>
                <a:moveTo>
                  <a:pt x="489796" y="609919"/>
                </a:moveTo>
                <a:lnTo>
                  <a:pt x="558936" y="609919"/>
                </a:lnTo>
                <a:lnTo>
                  <a:pt x="558936" y="610659"/>
                </a:lnTo>
                <a:lnTo>
                  <a:pt x="489796" y="610659"/>
                </a:lnTo>
                <a:close/>
                <a:moveTo>
                  <a:pt x="772189" y="609919"/>
                </a:moveTo>
                <a:lnTo>
                  <a:pt x="856324" y="609919"/>
                </a:lnTo>
                <a:lnTo>
                  <a:pt x="856324" y="611399"/>
                </a:lnTo>
                <a:lnTo>
                  <a:pt x="772189" y="611399"/>
                </a:lnTo>
                <a:close/>
                <a:moveTo>
                  <a:pt x="490629" y="610659"/>
                </a:moveTo>
                <a:lnTo>
                  <a:pt x="559353" y="610659"/>
                </a:lnTo>
                <a:lnTo>
                  <a:pt x="559353" y="611399"/>
                </a:lnTo>
                <a:lnTo>
                  <a:pt x="490629" y="611399"/>
                </a:lnTo>
                <a:close/>
                <a:moveTo>
                  <a:pt x="772189" y="611399"/>
                </a:moveTo>
                <a:lnTo>
                  <a:pt x="855908" y="611399"/>
                </a:lnTo>
                <a:lnTo>
                  <a:pt x="855908" y="612139"/>
                </a:lnTo>
                <a:lnTo>
                  <a:pt x="772189" y="612139"/>
                </a:lnTo>
                <a:close/>
                <a:moveTo>
                  <a:pt x="490629" y="611399"/>
                </a:moveTo>
                <a:lnTo>
                  <a:pt x="560186" y="611399"/>
                </a:lnTo>
                <a:lnTo>
                  <a:pt x="560186" y="612139"/>
                </a:lnTo>
                <a:lnTo>
                  <a:pt x="490629" y="612139"/>
                </a:lnTo>
                <a:close/>
                <a:moveTo>
                  <a:pt x="491045" y="612139"/>
                </a:moveTo>
                <a:lnTo>
                  <a:pt x="560602" y="612139"/>
                </a:lnTo>
                <a:lnTo>
                  <a:pt x="560602" y="612879"/>
                </a:lnTo>
                <a:lnTo>
                  <a:pt x="491045" y="612879"/>
                </a:lnTo>
                <a:close/>
                <a:moveTo>
                  <a:pt x="772189" y="612139"/>
                </a:moveTo>
                <a:lnTo>
                  <a:pt x="855491" y="612139"/>
                </a:lnTo>
                <a:lnTo>
                  <a:pt x="855491" y="612879"/>
                </a:lnTo>
                <a:lnTo>
                  <a:pt x="772189" y="612879"/>
                </a:lnTo>
                <a:close/>
                <a:moveTo>
                  <a:pt x="772189" y="612879"/>
                </a:moveTo>
                <a:lnTo>
                  <a:pt x="855075" y="612879"/>
                </a:lnTo>
                <a:lnTo>
                  <a:pt x="855075" y="613620"/>
                </a:lnTo>
                <a:lnTo>
                  <a:pt x="772189" y="613620"/>
                </a:lnTo>
                <a:close/>
                <a:moveTo>
                  <a:pt x="491462" y="612879"/>
                </a:moveTo>
                <a:lnTo>
                  <a:pt x="561019" y="612879"/>
                </a:lnTo>
                <a:lnTo>
                  <a:pt x="561019" y="613620"/>
                </a:lnTo>
                <a:lnTo>
                  <a:pt x="491462" y="613620"/>
                </a:lnTo>
                <a:close/>
                <a:moveTo>
                  <a:pt x="491878" y="613620"/>
                </a:moveTo>
                <a:lnTo>
                  <a:pt x="561435" y="613620"/>
                </a:lnTo>
                <a:lnTo>
                  <a:pt x="561435" y="614360"/>
                </a:lnTo>
                <a:lnTo>
                  <a:pt x="491878" y="614360"/>
                </a:lnTo>
                <a:close/>
                <a:moveTo>
                  <a:pt x="492711" y="614360"/>
                </a:moveTo>
                <a:lnTo>
                  <a:pt x="561852" y="614360"/>
                </a:lnTo>
                <a:lnTo>
                  <a:pt x="561852" y="615100"/>
                </a:lnTo>
                <a:lnTo>
                  <a:pt x="492711" y="615100"/>
                </a:lnTo>
                <a:close/>
                <a:moveTo>
                  <a:pt x="772189" y="613620"/>
                </a:moveTo>
                <a:lnTo>
                  <a:pt x="854658" y="613620"/>
                </a:lnTo>
                <a:lnTo>
                  <a:pt x="854658" y="615100"/>
                </a:lnTo>
                <a:lnTo>
                  <a:pt x="772189" y="615100"/>
                </a:lnTo>
                <a:close/>
                <a:moveTo>
                  <a:pt x="493128" y="615100"/>
                </a:moveTo>
                <a:lnTo>
                  <a:pt x="562268" y="615100"/>
                </a:lnTo>
                <a:lnTo>
                  <a:pt x="562268" y="615840"/>
                </a:lnTo>
                <a:lnTo>
                  <a:pt x="493128" y="615840"/>
                </a:lnTo>
                <a:close/>
                <a:moveTo>
                  <a:pt x="772189" y="615100"/>
                </a:moveTo>
                <a:lnTo>
                  <a:pt x="854242" y="615100"/>
                </a:lnTo>
                <a:lnTo>
                  <a:pt x="854242" y="615840"/>
                </a:lnTo>
                <a:lnTo>
                  <a:pt x="772189" y="615840"/>
                </a:lnTo>
                <a:close/>
                <a:moveTo>
                  <a:pt x="772189" y="615840"/>
                </a:moveTo>
                <a:lnTo>
                  <a:pt x="853825" y="615840"/>
                </a:lnTo>
                <a:lnTo>
                  <a:pt x="853825" y="616580"/>
                </a:lnTo>
                <a:lnTo>
                  <a:pt x="772189" y="616580"/>
                </a:lnTo>
                <a:close/>
                <a:moveTo>
                  <a:pt x="493544" y="615840"/>
                </a:moveTo>
                <a:lnTo>
                  <a:pt x="562685" y="615840"/>
                </a:lnTo>
                <a:lnTo>
                  <a:pt x="562685" y="616580"/>
                </a:lnTo>
                <a:lnTo>
                  <a:pt x="493544" y="616580"/>
                </a:lnTo>
                <a:close/>
                <a:moveTo>
                  <a:pt x="772189" y="616580"/>
                </a:moveTo>
                <a:lnTo>
                  <a:pt x="853409" y="616580"/>
                </a:lnTo>
                <a:lnTo>
                  <a:pt x="853409" y="617321"/>
                </a:lnTo>
                <a:lnTo>
                  <a:pt x="772189" y="617321"/>
                </a:lnTo>
                <a:close/>
                <a:moveTo>
                  <a:pt x="493961" y="616580"/>
                </a:moveTo>
                <a:lnTo>
                  <a:pt x="563101" y="616580"/>
                </a:lnTo>
                <a:lnTo>
                  <a:pt x="563101" y="617321"/>
                </a:lnTo>
                <a:lnTo>
                  <a:pt x="493961" y="617321"/>
                </a:lnTo>
                <a:close/>
                <a:moveTo>
                  <a:pt x="494377" y="617321"/>
                </a:moveTo>
                <a:lnTo>
                  <a:pt x="563518" y="617321"/>
                </a:lnTo>
                <a:lnTo>
                  <a:pt x="563518" y="618061"/>
                </a:lnTo>
                <a:lnTo>
                  <a:pt x="494377" y="618061"/>
                </a:lnTo>
                <a:close/>
                <a:moveTo>
                  <a:pt x="772189" y="617321"/>
                </a:moveTo>
                <a:lnTo>
                  <a:pt x="852992" y="617321"/>
                </a:lnTo>
                <a:lnTo>
                  <a:pt x="852992" y="618061"/>
                </a:lnTo>
                <a:lnTo>
                  <a:pt x="772189" y="618061"/>
                </a:lnTo>
                <a:close/>
                <a:moveTo>
                  <a:pt x="495210" y="618061"/>
                </a:moveTo>
                <a:lnTo>
                  <a:pt x="563518" y="618061"/>
                </a:lnTo>
                <a:lnTo>
                  <a:pt x="563518" y="618801"/>
                </a:lnTo>
                <a:lnTo>
                  <a:pt x="495210" y="618801"/>
                </a:lnTo>
                <a:close/>
                <a:moveTo>
                  <a:pt x="772189" y="618061"/>
                </a:moveTo>
                <a:lnTo>
                  <a:pt x="852576" y="618061"/>
                </a:lnTo>
                <a:lnTo>
                  <a:pt x="852576" y="618801"/>
                </a:lnTo>
                <a:lnTo>
                  <a:pt x="772189" y="618801"/>
                </a:lnTo>
                <a:close/>
                <a:moveTo>
                  <a:pt x="772189" y="618801"/>
                </a:moveTo>
                <a:lnTo>
                  <a:pt x="851743" y="618801"/>
                </a:lnTo>
                <a:lnTo>
                  <a:pt x="851743" y="619541"/>
                </a:lnTo>
                <a:lnTo>
                  <a:pt x="772189" y="619541"/>
                </a:lnTo>
                <a:close/>
                <a:moveTo>
                  <a:pt x="495627" y="618801"/>
                </a:moveTo>
                <a:lnTo>
                  <a:pt x="563934" y="618801"/>
                </a:lnTo>
                <a:lnTo>
                  <a:pt x="563934" y="619541"/>
                </a:lnTo>
                <a:lnTo>
                  <a:pt x="495627" y="619541"/>
                </a:lnTo>
                <a:close/>
                <a:moveTo>
                  <a:pt x="772189" y="619541"/>
                </a:moveTo>
                <a:lnTo>
                  <a:pt x="851326" y="619541"/>
                </a:lnTo>
                <a:lnTo>
                  <a:pt x="851326" y="620281"/>
                </a:lnTo>
                <a:lnTo>
                  <a:pt x="772189" y="620281"/>
                </a:lnTo>
                <a:close/>
                <a:moveTo>
                  <a:pt x="496043" y="619541"/>
                </a:moveTo>
                <a:lnTo>
                  <a:pt x="564351" y="619541"/>
                </a:lnTo>
                <a:lnTo>
                  <a:pt x="564351" y="620281"/>
                </a:lnTo>
                <a:lnTo>
                  <a:pt x="496043" y="620281"/>
                </a:lnTo>
                <a:close/>
                <a:moveTo>
                  <a:pt x="772189" y="620281"/>
                </a:moveTo>
                <a:lnTo>
                  <a:pt x="850909" y="620281"/>
                </a:lnTo>
                <a:lnTo>
                  <a:pt x="850909" y="621021"/>
                </a:lnTo>
                <a:lnTo>
                  <a:pt x="772189" y="621021"/>
                </a:lnTo>
                <a:close/>
                <a:moveTo>
                  <a:pt x="496876" y="620281"/>
                </a:moveTo>
                <a:lnTo>
                  <a:pt x="564767" y="620281"/>
                </a:lnTo>
                <a:lnTo>
                  <a:pt x="564767" y="621021"/>
                </a:lnTo>
                <a:lnTo>
                  <a:pt x="496876" y="621021"/>
                </a:lnTo>
                <a:close/>
                <a:moveTo>
                  <a:pt x="772189" y="621021"/>
                </a:moveTo>
                <a:lnTo>
                  <a:pt x="850493" y="621021"/>
                </a:lnTo>
                <a:lnTo>
                  <a:pt x="850493" y="621762"/>
                </a:lnTo>
                <a:lnTo>
                  <a:pt x="772189" y="621762"/>
                </a:lnTo>
                <a:close/>
                <a:moveTo>
                  <a:pt x="497709" y="621021"/>
                </a:moveTo>
                <a:lnTo>
                  <a:pt x="564767" y="621021"/>
                </a:lnTo>
                <a:lnTo>
                  <a:pt x="564767" y="621762"/>
                </a:lnTo>
                <a:lnTo>
                  <a:pt x="497709" y="621762"/>
                </a:lnTo>
                <a:close/>
                <a:moveTo>
                  <a:pt x="772189" y="621762"/>
                </a:moveTo>
                <a:lnTo>
                  <a:pt x="849660" y="621762"/>
                </a:lnTo>
                <a:lnTo>
                  <a:pt x="849660" y="622502"/>
                </a:lnTo>
                <a:lnTo>
                  <a:pt x="772189" y="622502"/>
                </a:lnTo>
                <a:close/>
                <a:moveTo>
                  <a:pt x="498542" y="621762"/>
                </a:moveTo>
                <a:lnTo>
                  <a:pt x="565184" y="621762"/>
                </a:lnTo>
                <a:lnTo>
                  <a:pt x="565184" y="622502"/>
                </a:lnTo>
                <a:lnTo>
                  <a:pt x="498542" y="622502"/>
                </a:lnTo>
                <a:close/>
                <a:moveTo>
                  <a:pt x="772189" y="622502"/>
                </a:moveTo>
                <a:lnTo>
                  <a:pt x="849243" y="622502"/>
                </a:lnTo>
                <a:lnTo>
                  <a:pt x="849243" y="623242"/>
                </a:lnTo>
                <a:lnTo>
                  <a:pt x="772189" y="623242"/>
                </a:lnTo>
                <a:close/>
                <a:moveTo>
                  <a:pt x="498959" y="622502"/>
                </a:moveTo>
                <a:lnTo>
                  <a:pt x="565600" y="622502"/>
                </a:lnTo>
                <a:lnTo>
                  <a:pt x="565600" y="623242"/>
                </a:lnTo>
                <a:lnTo>
                  <a:pt x="498959" y="623242"/>
                </a:lnTo>
                <a:close/>
                <a:moveTo>
                  <a:pt x="772189" y="623242"/>
                </a:moveTo>
                <a:lnTo>
                  <a:pt x="848410" y="623242"/>
                </a:lnTo>
                <a:lnTo>
                  <a:pt x="848410" y="623982"/>
                </a:lnTo>
                <a:lnTo>
                  <a:pt x="772189" y="623982"/>
                </a:lnTo>
                <a:close/>
                <a:moveTo>
                  <a:pt x="499792" y="623242"/>
                </a:moveTo>
                <a:lnTo>
                  <a:pt x="565600" y="623242"/>
                </a:lnTo>
                <a:lnTo>
                  <a:pt x="565600" y="623982"/>
                </a:lnTo>
                <a:lnTo>
                  <a:pt x="499792" y="623982"/>
                </a:lnTo>
                <a:close/>
                <a:moveTo>
                  <a:pt x="500625" y="623982"/>
                </a:moveTo>
                <a:lnTo>
                  <a:pt x="566017" y="623982"/>
                </a:lnTo>
                <a:lnTo>
                  <a:pt x="566017" y="624722"/>
                </a:lnTo>
                <a:lnTo>
                  <a:pt x="500625" y="624722"/>
                </a:lnTo>
                <a:close/>
                <a:moveTo>
                  <a:pt x="772189" y="623982"/>
                </a:moveTo>
                <a:lnTo>
                  <a:pt x="847994" y="623982"/>
                </a:lnTo>
                <a:lnTo>
                  <a:pt x="847994" y="624722"/>
                </a:lnTo>
                <a:lnTo>
                  <a:pt x="772189" y="624722"/>
                </a:lnTo>
                <a:close/>
                <a:moveTo>
                  <a:pt x="772189" y="624722"/>
                </a:moveTo>
                <a:lnTo>
                  <a:pt x="847161" y="624722"/>
                </a:lnTo>
                <a:lnTo>
                  <a:pt x="847161" y="625463"/>
                </a:lnTo>
                <a:lnTo>
                  <a:pt x="772189" y="625463"/>
                </a:lnTo>
                <a:close/>
                <a:moveTo>
                  <a:pt x="501458" y="624722"/>
                </a:moveTo>
                <a:lnTo>
                  <a:pt x="566017" y="624722"/>
                </a:lnTo>
                <a:lnTo>
                  <a:pt x="566017" y="625463"/>
                </a:lnTo>
                <a:lnTo>
                  <a:pt x="501458" y="625463"/>
                </a:lnTo>
                <a:close/>
                <a:moveTo>
                  <a:pt x="502291" y="625463"/>
                </a:moveTo>
                <a:lnTo>
                  <a:pt x="566433" y="625463"/>
                </a:lnTo>
                <a:lnTo>
                  <a:pt x="566433" y="626203"/>
                </a:lnTo>
                <a:lnTo>
                  <a:pt x="502291" y="626203"/>
                </a:lnTo>
                <a:close/>
                <a:moveTo>
                  <a:pt x="772189" y="625463"/>
                </a:moveTo>
                <a:lnTo>
                  <a:pt x="846328" y="625463"/>
                </a:lnTo>
                <a:lnTo>
                  <a:pt x="846328" y="626203"/>
                </a:lnTo>
                <a:lnTo>
                  <a:pt x="772189" y="626203"/>
                </a:lnTo>
                <a:close/>
                <a:moveTo>
                  <a:pt x="503124" y="626203"/>
                </a:moveTo>
                <a:lnTo>
                  <a:pt x="566850" y="626203"/>
                </a:lnTo>
                <a:lnTo>
                  <a:pt x="566850" y="626943"/>
                </a:lnTo>
                <a:lnTo>
                  <a:pt x="503124" y="626943"/>
                </a:lnTo>
                <a:close/>
                <a:moveTo>
                  <a:pt x="772189" y="626203"/>
                </a:moveTo>
                <a:lnTo>
                  <a:pt x="845495" y="626203"/>
                </a:lnTo>
                <a:lnTo>
                  <a:pt x="845495" y="626943"/>
                </a:lnTo>
                <a:lnTo>
                  <a:pt x="772189" y="626943"/>
                </a:lnTo>
                <a:close/>
                <a:moveTo>
                  <a:pt x="772189" y="626943"/>
                </a:moveTo>
                <a:lnTo>
                  <a:pt x="844662" y="626943"/>
                </a:lnTo>
                <a:lnTo>
                  <a:pt x="844662" y="627683"/>
                </a:lnTo>
                <a:lnTo>
                  <a:pt x="772189" y="627683"/>
                </a:lnTo>
                <a:close/>
                <a:moveTo>
                  <a:pt x="503957" y="626943"/>
                </a:moveTo>
                <a:lnTo>
                  <a:pt x="566850" y="626943"/>
                </a:lnTo>
                <a:lnTo>
                  <a:pt x="566850" y="627683"/>
                </a:lnTo>
                <a:lnTo>
                  <a:pt x="503957" y="627683"/>
                </a:lnTo>
                <a:close/>
                <a:moveTo>
                  <a:pt x="505206" y="627683"/>
                </a:moveTo>
                <a:lnTo>
                  <a:pt x="567266" y="627683"/>
                </a:lnTo>
                <a:lnTo>
                  <a:pt x="567266" y="628423"/>
                </a:lnTo>
                <a:lnTo>
                  <a:pt x="505206" y="628423"/>
                </a:lnTo>
                <a:close/>
                <a:moveTo>
                  <a:pt x="734287" y="609919"/>
                </a:moveTo>
                <a:lnTo>
                  <a:pt x="765525" y="609919"/>
                </a:lnTo>
                <a:lnTo>
                  <a:pt x="765525" y="628423"/>
                </a:lnTo>
                <a:lnTo>
                  <a:pt x="734287" y="628423"/>
                </a:lnTo>
                <a:close/>
                <a:moveTo>
                  <a:pt x="772189" y="627683"/>
                </a:moveTo>
                <a:lnTo>
                  <a:pt x="843412" y="627683"/>
                </a:lnTo>
                <a:lnTo>
                  <a:pt x="843412" y="628423"/>
                </a:lnTo>
                <a:lnTo>
                  <a:pt x="772189" y="628423"/>
                </a:lnTo>
                <a:close/>
                <a:moveTo>
                  <a:pt x="772189" y="628423"/>
                </a:moveTo>
                <a:lnTo>
                  <a:pt x="842163" y="628423"/>
                </a:lnTo>
                <a:lnTo>
                  <a:pt x="842163" y="629164"/>
                </a:lnTo>
                <a:lnTo>
                  <a:pt x="772189" y="629164"/>
                </a:lnTo>
                <a:close/>
                <a:moveTo>
                  <a:pt x="506039" y="628423"/>
                </a:moveTo>
                <a:lnTo>
                  <a:pt x="567266" y="628423"/>
                </a:lnTo>
                <a:lnTo>
                  <a:pt x="567266" y="629164"/>
                </a:lnTo>
                <a:lnTo>
                  <a:pt x="506039" y="629164"/>
                </a:lnTo>
                <a:close/>
                <a:moveTo>
                  <a:pt x="507289" y="629164"/>
                </a:moveTo>
                <a:lnTo>
                  <a:pt x="567683" y="629164"/>
                </a:lnTo>
                <a:lnTo>
                  <a:pt x="567683" y="629904"/>
                </a:lnTo>
                <a:lnTo>
                  <a:pt x="507289" y="629904"/>
                </a:lnTo>
                <a:close/>
                <a:moveTo>
                  <a:pt x="772189" y="629164"/>
                </a:moveTo>
                <a:lnTo>
                  <a:pt x="840913" y="629164"/>
                </a:lnTo>
                <a:lnTo>
                  <a:pt x="840913" y="629904"/>
                </a:lnTo>
                <a:lnTo>
                  <a:pt x="772189" y="629904"/>
                </a:lnTo>
                <a:close/>
                <a:moveTo>
                  <a:pt x="508122" y="629904"/>
                </a:moveTo>
                <a:lnTo>
                  <a:pt x="567683" y="629904"/>
                </a:lnTo>
                <a:lnTo>
                  <a:pt x="567683" y="630644"/>
                </a:lnTo>
                <a:lnTo>
                  <a:pt x="508122" y="630644"/>
                </a:lnTo>
                <a:close/>
                <a:moveTo>
                  <a:pt x="662647" y="609919"/>
                </a:moveTo>
                <a:lnTo>
                  <a:pt x="693469" y="609919"/>
                </a:lnTo>
                <a:lnTo>
                  <a:pt x="693469" y="630644"/>
                </a:lnTo>
                <a:lnTo>
                  <a:pt x="662647" y="630644"/>
                </a:lnTo>
                <a:close/>
                <a:moveTo>
                  <a:pt x="772189" y="629904"/>
                </a:moveTo>
                <a:lnTo>
                  <a:pt x="839247" y="629904"/>
                </a:lnTo>
                <a:lnTo>
                  <a:pt x="839247" y="631384"/>
                </a:lnTo>
                <a:lnTo>
                  <a:pt x="772189" y="631384"/>
                </a:lnTo>
                <a:close/>
                <a:moveTo>
                  <a:pt x="509371" y="630644"/>
                </a:moveTo>
                <a:lnTo>
                  <a:pt x="567683" y="630644"/>
                </a:lnTo>
                <a:lnTo>
                  <a:pt x="567683" y="631384"/>
                </a:lnTo>
                <a:lnTo>
                  <a:pt x="509371" y="631384"/>
                </a:lnTo>
                <a:close/>
                <a:moveTo>
                  <a:pt x="510621" y="631384"/>
                </a:moveTo>
                <a:lnTo>
                  <a:pt x="568099" y="631384"/>
                </a:lnTo>
                <a:lnTo>
                  <a:pt x="568099" y="632124"/>
                </a:lnTo>
                <a:lnTo>
                  <a:pt x="510621" y="632124"/>
                </a:lnTo>
                <a:close/>
                <a:moveTo>
                  <a:pt x="772189" y="631384"/>
                </a:moveTo>
                <a:lnTo>
                  <a:pt x="840080" y="631384"/>
                </a:lnTo>
                <a:lnTo>
                  <a:pt x="840080" y="632124"/>
                </a:lnTo>
                <a:lnTo>
                  <a:pt x="772189" y="632124"/>
                </a:lnTo>
                <a:close/>
                <a:moveTo>
                  <a:pt x="772189" y="632124"/>
                </a:moveTo>
                <a:lnTo>
                  <a:pt x="840913" y="632124"/>
                </a:lnTo>
                <a:lnTo>
                  <a:pt x="840913" y="632865"/>
                </a:lnTo>
                <a:lnTo>
                  <a:pt x="772189" y="632865"/>
                </a:lnTo>
                <a:close/>
                <a:moveTo>
                  <a:pt x="734287" y="628423"/>
                </a:moveTo>
                <a:lnTo>
                  <a:pt x="765108" y="628423"/>
                </a:lnTo>
                <a:lnTo>
                  <a:pt x="765108" y="632865"/>
                </a:lnTo>
                <a:lnTo>
                  <a:pt x="734287" y="632865"/>
                </a:lnTo>
                <a:close/>
                <a:moveTo>
                  <a:pt x="511871" y="632124"/>
                </a:moveTo>
                <a:lnTo>
                  <a:pt x="568099" y="632124"/>
                </a:lnTo>
                <a:lnTo>
                  <a:pt x="568099" y="632865"/>
                </a:lnTo>
                <a:lnTo>
                  <a:pt x="511871" y="632865"/>
                </a:lnTo>
                <a:close/>
                <a:moveTo>
                  <a:pt x="513120" y="632865"/>
                </a:moveTo>
                <a:lnTo>
                  <a:pt x="568099" y="632865"/>
                </a:lnTo>
                <a:lnTo>
                  <a:pt x="568099" y="633605"/>
                </a:lnTo>
                <a:lnTo>
                  <a:pt x="513120" y="633605"/>
                </a:lnTo>
                <a:close/>
                <a:moveTo>
                  <a:pt x="772189" y="632865"/>
                </a:moveTo>
                <a:lnTo>
                  <a:pt x="842163" y="632865"/>
                </a:lnTo>
                <a:lnTo>
                  <a:pt x="842163" y="633605"/>
                </a:lnTo>
                <a:lnTo>
                  <a:pt x="772189" y="633605"/>
                </a:lnTo>
                <a:close/>
                <a:moveTo>
                  <a:pt x="870069" y="595855"/>
                </a:moveTo>
                <a:lnTo>
                  <a:pt x="948789" y="595855"/>
                </a:lnTo>
                <a:lnTo>
                  <a:pt x="948789" y="634345"/>
                </a:lnTo>
                <a:lnTo>
                  <a:pt x="870069" y="634345"/>
                </a:lnTo>
                <a:close/>
                <a:moveTo>
                  <a:pt x="772189" y="633605"/>
                </a:moveTo>
                <a:lnTo>
                  <a:pt x="842996" y="633605"/>
                </a:lnTo>
                <a:lnTo>
                  <a:pt x="842996" y="634345"/>
                </a:lnTo>
                <a:lnTo>
                  <a:pt x="772189" y="634345"/>
                </a:lnTo>
                <a:close/>
                <a:moveTo>
                  <a:pt x="514786" y="633605"/>
                </a:moveTo>
                <a:lnTo>
                  <a:pt x="568516" y="633605"/>
                </a:lnTo>
                <a:lnTo>
                  <a:pt x="568516" y="634345"/>
                </a:lnTo>
                <a:lnTo>
                  <a:pt x="514786" y="634345"/>
                </a:lnTo>
                <a:close/>
                <a:moveTo>
                  <a:pt x="772189" y="634345"/>
                </a:moveTo>
                <a:lnTo>
                  <a:pt x="843829" y="634345"/>
                </a:lnTo>
                <a:lnTo>
                  <a:pt x="843829" y="635085"/>
                </a:lnTo>
                <a:lnTo>
                  <a:pt x="772189" y="635085"/>
                </a:lnTo>
                <a:close/>
                <a:moveTo>
                  <a:pt x="662647" y="630644"/>
                </a:moveTo>
                <a:lnTo>
                  <a:pt x="693885" y="630644"/>
                </a:lnTo>
                <a:lnTo>
                  <a:pt x="693885" y="635085"/>
                </a:lnTo>
                <a:lnTo>
                  <a:pt x="662647" y="635085"/>
                </a:lnTo>
                <a:close/>
                <a:moveTo>
                  <a:pt x="516036" y="634345"/>
                </a:moveTo>
                <a:lnTo>
                  <a:pt x="568516" y="634345"/>
                </a:lnTo>
                <a:lnTo>
                  <a:pt x="568516" y="635085"/>
                </a:lnTo>
                <a:lnTo>
                  <a:pt x="516036" y="635085"/>
                </a:lnTo>
                <a:close/>
                <a:moveTo>
                  <a:pt x="772189" y="635085"/>
                </a:moveTo>
                <a:lnTo>
                  <a:pt x="844245" y="635085"/>
                </a:lnTo>
                <a:lnTo>
                  <a:pt x="844245" y="635825"/>
                </a:lnTo>
                <a:lnTo>
                  <a:pt x="772189" y="635825"/>
                </a:lnTo>
                <a:close/>
                <a:moveTo>
                  <a:pt x="517702" y="635085"/>
                </a:moveTo>
                <a:lnTo>
                  <a:pt x="568516" y="635085"/>
                </a:lnTo>
                <a:lnTo>
                  <a:pt x="568516" y="635825"/>
                </a:lnTo>
                <a:lnTo>
                  <a:pt x="517702" y="635825"/>
                </a:lnTo>
                <a:close/>
                <a:moveTo>
                  <a:pt x="772189" y="635825"/>
                </a:moveTo>
                <a:lnTo>
                  <a:pt x="845078" y="635825"/>
                </a:lnTo>
                <a:lnTo>
                  <a:pt x="845078" y="636566"/>
                </a:lnTo>
                <a:lnTo>
                  <a:pt x="772189" y="636566"/>
                </a:lnTo>
                <a:close/>
                <a:moveTo>
                  <a:pt x="519368" y="635825"/>
                </a:moveTo>
                <a:lnTo>
                  <a:pt x="568932" y="635825"/>
                </a:lnTo>
                <a:lnTo>
                  <a:pt x="568932" y="636566"/>
                </a:lnTo>
                <a:lnTo>
                  <a:pt x="519368" y="636566"/>
                </a:lnTo>
                <a:close/>
                <a:moveTo>
                  <a:pt x="663064" y="635085"/>
                </a:moveTo>
                <a:lnTo>
                  <a:pt x="693885" y="635085"/>
                </a:lnTo>
                <a:lnTo>
                  <a:pt x="693885" y="637306"/>
                </a:lnTo>
                <a:lnTo>
                  <a:pt x="663064" y="637306"/>
                </a:lnTo>
                <a:close/>
                <a:moveTo>
                  <a:pt x="521034" y="636566"/>
                </a:moveTo>
                <a:lnTo>
                  <a:pt x="568932" y="636566"/>
                </a:lnTo>
                <a:lnTo>
                  <a:pt x="568932" y="637306"/>
                </a:lnTo>
                <a:lnTo>
                  <a:pt x="521034" y="637306"/>
                </a:lnTo>
                <a:close/>
                <a:moveTo>
                  <a:pt x="733870" y="632865"/>
                </a:moveTo>
                <a:lnTo>
                  <a:pt x="765108" y="632865"/>
                </a:lnTo>
                <a:lnTo>
                  <a:pt x="765108" y="637306"/>
                </a:lnTo>
                <a:lnTo>
                  <a:pt x="733870" y="637306"/>
                </a:lnTo>
                <a:close/>
                <a:moveTo>
                  <a:pt x="772189" y="636566"/>
                </a:moveTo>
                <a:lnTo>
                  <a:pt x="845495" y="636566"/>
                </a:lnTo>
                <a:lnTo>
                  <a:pt x="845495" y="637306"/>
                </a:lnTo>
                <a:lnTo>
                  <a:pt x="772189" y="637306"/>
                </a:lnTo>
                <a:close/>
                <a:moveTo>
                  <a:pt x="522700" y="637306"/>
                </a:moveTo>
                <a:lnTo>
                  <a:pt x="568932" y="637306"/>
                </a:lnTo>
                <a:lnTo>
                  <a:pt x="568932" y="638046"/>
                </a:lnTo>
                <a:lnTo>
                  <a:pt x="522700" y="638046"/>
                </a:lnTo>
                <a:close/>
                <a:moveTo>
                  <a:pt x="805510" y="637306"/>
                </a:moveTo>
                <a:lnTo>
                  <a:pt x="846328" y="637306"/>
                </a:lnTo>
                <a:lnTo>
                  <a:pt x="846328" y="638046"/>
                </a:lnTo>
                <a:lnTo>
                  <a:pt x="805510" y="638046"/>
                </a:lnTo>
                <a:close/>
                <a:moveTo>
                  <a:pt x="524366" y="638046"/>
                </a:moveTo>
                <a:lnTo>
                  <a:pt x="568932" y="638046"/>
                </a:lnTo>
                <a:lnTo>
                  <a:pt x="568932" y="638786"/>
                </a:lnTo>
                <a:lnTo>
                  <a:pt x="524366" y="638786"/>
                </a:lnTo>
                <a:close/>
                <a:moveTo>
                  <a:pt x="733870" y="637306"/>
                </a:moveTo>
                <a:lnTo>
                  <a:pt x="764692" y="637306"/>
                </a:lnTo>
                <a:lnTo>
                  <a:pt x="764692" y="638786"/>
                </a:lnTo>
                <a:lnTo>
                  <a:pt x="733870" y="638786"/>
                </a:lnTo>
                <a:close/>
                <a:moveTo>
                  <a:pt x="808842" y="638046"/>
                </a:moveTo>
                <a:lnTo>
                  <a:pt x="846744" y="638046"/>
                </a:lnTo>
                <a:lnTo>
                  <a:pt x="846744" y="638786"/>
                </a:lnTo>
                <a:lnTo>
                  <a:pt x="808842" y="638786"/>
                </a:lnTo>
                <a:close/>
                <a:moveTo>
                  <a:pt x="526032" y="638786"/>
                </a:moveTo>
                <a:lnTo>
                  <a:pt x="569349" y="638786"/>
                </a:lnTo>
                <a:lnTo>
                  <a:pt x="569349" y="639526"/>
                </a:lnTo>
                <a:lnTo>
                  <a:pt x="526032" y="639526"/>
                </a:lnTo>
                <a:close/>
                <a:moveTo>
                  <a:pt x="810092" y="638786"/>
                </a:moveTo>
                <a:lnTo>
                  <a:pt x="847161" y="638786"/>
                </a:lnTo>
                <a:lnTo>
                  <a:pt x="847161" y="639526"/>
                </a:lnTo>
                <a:lnTo>
                  <a:pt x="810092" y="639526"/>
                </a:lnTo>
                <a:close/>
                <a:moveTo>
                  <a:pt x="811341" y="639526"/>
                </a:moveTo>
                <a:lnTo>
                  <a:pt x="847577" y="639526"/>
                </a:lnTo>
                <a:lnTo>
                  <a:pt x="847577" y="640266"/>
                </a:lnTo>
                <a:lnTo>
                  <a:pt x="811341" y="640266"/>
                </a:lnTo>
                <a:close/>
                <a:moveTo>
                  <a:pt x="527281" y="639526"/>
                </a:moveTo>
                <a:lnTo>
                  <a:pt x="569349" y="639526"/>
                </a:lnTo>
                <a:lnTo>
                  <a:pt x="569349" y="640266"/>
                </a:lnTo>
                <a:lnTo>
                  <a:pt x="527281" y="640266"/>
                </a:lnTo>
                <a:close/>
                <a:moveTo>
                  <a:pt x="811758" y="640266"/>
                </a:moveTo>
                <a:lnTo>
                  <a:pt x="847994" y="640266"/>
                </a:lnTo>
                <a:lnTo>
                  <a:pt x="847994" y="641007"/>
                </a:lnTo>
                <a:lnTo>
                  <a:pt x="811758" y="641007"/>
                </a:lnTo>
                <a:close/>
                <a:moveTo>
                  <a:pt x="528531" y="640266"/>
                </a:moveTo>
                <a:lnTo>
                  <a:pt x="569349" y="640266"/>
                </a:lnTo>
                <a:lnTo>
                  <a:pt x="569349" y="641007"/>
                </a:lnTo>
                <a:lnTo>
                  <a:pt x="528531" y="641007"/>
                </a:lnTo>
                <a:close/>
                <a:moveTo>
                  <a:pt x="663064" y="637306"/>
                </a:moveTo>
                <a:lnTo>
                  <a:pt x="694302" y="637306"/>
                </a:lnTo>
                <a:lnTo>
                  <a:pt x="694302" y="641747"/>
                </a:lnTo>
                <a:lnTo>
                  <a:pt x="663064" y="641747"/>
                </a:lnTo>
                <a:close/>
                <a:moveTo>
                  <a:pt x="812591" y="641007"/>
                </a:moveTo>
                <a:lnTo>
                  <a:pt x="847994" y="641007"/>
                </a:lnTo>
                <a:lnTo>
                  <a:pt x="847994" y="641747"/>
                </a:lnTo>
                <a:lnTo>
                  <a:pt x="812591" y="641747"/>
                </a:lnTo>
                <a:close/>
                <a:moveTo>
                  <a:pt x="529780" y="641007"/>
                </a:moveTo>
                <a:lnTo>
                  <a:pt x="569349" y="641007"/>
                </a:lnTo>
                <a:lnTo>
                  <a:pt x="569349" y="641747"/>
                </a:lnTo>
                <a:lnTo>
                  <a:pt x="529780" y="641747"/>
                </a:lnTo>
                <a:close/>
                <a:moveTo>
                  <a:pt x="531030" y="641747"/>
                </a:moveTo>
                <a:lnTo>
                  <a:pt x="569349" y="641747"/>
                </a:lnTo>
                <a:lnTo>
                  <a:pt x="569349" y="642487"/>
                </a:lnTo>
                <a:lnTo>
                  <a:pt x="531030" y="642487"/>
                </a:lnTo>
                <a:close/>
                <a:moveTo>
                  <a:pt x="813007" y="641747"/>
                </a:moveTo>
                <a:lnTo>
                  <a:pt x="848410" y="641747"/>
                </a:lnTo>
                <a:lnTo>
                  <a:pt x="848410" y="642487"/>
                </a:lnTo>
                <a:lnTo>
                  <a:pt x="813007" y="642487"/>
                </a:lnTo>
                <a:close/>
                <a:moveTo>
                  <a:pt x="531863" y="642487"/>
                </a:moveTo>
                <a:lnTo>
                  <a:pt x="569765" y="642487"/>
                </a:lnTo>
                <a:lnTo>
                  <a:pt x="569765" y="643227"/>
                </a:lnTo>
                <a:lnTo>
                  <a:pt x="531863" y="643227"/>
                </a:lnTo>
                <a:close/>
                <a:moveTo>
                  <a:pt x="733454" y="638786"/>
                </a:moveTo>
                <a:lnTo>
                  <a:pt x="764692" y="638786"/>
                </a:lnTo>
                <a:lnTo>
                  <a:pt x="764692" y="643227"/>
                </a:lnTo>
                <a:lnTo>
                  <a:pt x="733454" y="643227"/>
                </a:lnTo>
                <a:close/>
                <a:moveTo>
                  <a:pt x="813840" y="642487"/>
                </a:moveTo>
                <a:lnTo>
                  <a:pt x="848827" y="642487"/>
                </a:lnTo>
                <a:lnTo>
                  <a:pt x="848827" y="643227"/>
                </a:lnTo>
                <a:lnTo>
                  <a:pt x="813840" y="643227"/>
                </a:lnTo>
                <a:close/>
                <a:moveTo>
                  <a:pt x="814257" y="643227"/>
                </a:moveTo>
                <a:lnTo>
                  <a:pt x="849243" y="643227"/>
                </a:lnTo>
                <a:lnTo>
                  <a:pt x="849243" y="643967"/>
                </a:lnTo>
                <a:lnTo>
                  <a:pt x="814257" y="643967"/>
                </a:lnTo>
                <a:close/>
                <a:moveTo>
                  <a:pt x="533113" y="643227"/>
                </a:moveTo>
                <a:lnTo>
                  <a:pt x="569765" y="643227"/>
                </a:lnTo>
                <a:lnTo>
                  <a:pt x="569765" y="643967"/>
                </a:lnTo>
                <a:lnTo>
                  <a:pt x="533113" y="643967"/>
                </a:lnTo>
                <a:close/>
                <a:moveTo>
                  <a:pt x="533946" y="643967"/>
                </a:moveTo>
                <a:lnTo>
                  <a:pt x="569765" y="643967"/>
                </a:lnTo>
                <a:lnTo>
                  <a:pt x="569765" y="644708"/>
                </a:lnTo>
                <a:lnTo>
                  <a:pt x="533946" y="644708"/>
                </a:lnTo>
                <a:close/>
                <a:moveTo>
                  <a:pt x="814257" y="643967"/>
                </a:moveTo>
                <a:lnTo>
                  <a:pt x="849660" y="643967"/>
                </a:lnTo>
                <a:lnTo>
                  <a:pt x="849660" y="644708"/>
                </a:lnTo>
                <a:lnTo>
                  <a:pt x="814257" y="644708"/>
                </a:lnTo>
                <a:close/>
                <a:moveTo>
                  <a:pt x="663480" y="641747"/>
                </a:moveTo>
                <a:lnTo>
                  <a:pt x="694718" y="641747"/>
                </a:lnTo>
                <a:lnTo>
                  <a:pt x="694718" y="645448"/>
                </a:lnTo>
                <a:lnTo>
                  <a:pt x="663480" y="645448"/>
                </a:lnTo>
                <a:close/>
                <a:moveTo>
                  <a:pt x="534362" y="644708"/>
                </a:moveTo>
                <a:lnTo>
                  <a:pt x="569765" y="644708"/>
                </a:lnTo>
                <a:lnTo>
                  <a:pt x="569765" y="645448"/>
                </a:lnTo>
                <a:lnTo>
                  <a:pt x="534362" y="645448"/>
                </a:lnTo>
                <a:close/>
                <a:moveTo>
                  <a:pt x="814673" y="644708"/>
                </a:moveTo>
                <a:lnTo>
                  <a:pt x="849660" y="644708"/>
                </a:lnTo>
                <a:lnTo>
                  <a:pt x="849660" y="645448"/>
                </a:lnTo>
                <a:lnTo>
                  <a:pt x="814673" y="645448"/>
                </a:lnTo>
                <a:close/>
                <a:moveTo>
                  <a:pt x="535195" y="645448"/>
                </a:moveTo>
                <a:lnTo>
                  <a:pt x="569765" y="645448"/>
                </a:lnTo>
                <a:lnTo>
                  <a:pt x="569765" y="646188"/>
                </a:lnTo>
                <a:lnTo>
                  <a:pt x="535195" y="646188"/>
                </a:lnTo>
                <a:close/>
                <a:moveTo>
                  <a:pt x="815090" y="645448"/>
                </a:moveTo>
                <a:lnTo>
                  <a:pt x="850076" y="645448"/>
                </a:lnTo>
                <a:lnTo>
                  <a:pt x="850076" y="646188"/>
                </a:lnTo>
                <a:lnTo>
                  <a:pt x="815090" y="646188"/>
                </a:lnTo>
                <a:close/>
                <a:moveTo>
                  <a:pt x="733037" y="643227"/>
                </a:moveTo>
                <a:lnTo>
                  <a:pt x="764275" y="643227"/>
                </a:lnTo>
                <a:lnTo>
                  <a:pt x="764275" y="646188"/>
                </a:lnTo>
                <a:lnTo>
                  <a:pt x="733037" y="646188"/>
                </a:lnTo>
                <a:close/>
                <a:moveTo>
                  <a:pt x="663480" y="645448"/>
                </a:moveTo>
                <a:lnTo>
                  <a:pt x="695135" y="645448"/>
                </a:lnTo>
                <a:lnTo>
                  <a:pt x="695135" y="646188"/>
                </a:lnTo>
                <a:lnTo>
                  <a:pt x="663480" y="646188"/>
                </a:lnTo>
                <a:close/>
                <a:moveTo>
                  <a:pt x="815506" y="646188"/>
                </a:moveTo>
                <a:lnTo>
                  <a:pt x="850493" y="646188"/>
                </a:lnTo>
                <a:lnTo>
                  <a:pt x="850493" y="646928"/>
                </a:lnTo>
                <a:lnTo>
                  <a:pt x="815506" y="646928"/>
                </a:lnTo>
                <a:close/>
                <a:moveTo>
                  <a:pt x="535612" y="646188"/>
                </a:moveTo>
                <a:lnTo>
                  <a:pt x="569765" y="646188"/>
                </a:lnTo>
                <a:lnTo>
                  <a:pt x="569765" y="646928"/>
                </a:lnTo>
                <a:lnTo>
                  <a:pt x="535612" y="646928"/>
                </a:lnTo>
                <a:close/>
                <a:moveTo>
                  <a:pt x="536445" y="646928"/>
                </a:moveTo>
                <a:lnTo>
                  <a:pt x="569765" y="646928"/>
                </a:lnTo>
                <a:lnTo>
                  <a:pt x="569765" y="647668"/>
                </a:lnTo>
                <a:lnTo>
                  <a:pt x="536445" y="647668"/>
                </a:lnTo>
                <a:close/>
                <a:moveTo>
                  <a:pt x="732621" y="646188"/>
                </a:moveTo>
                <a:lnTo>
                  <a:pt x="764275" y="646188"/>
                </a:lnTo>
                <a:lnTo>
                  <a:pt x="764275" y="647668"/>
                </a:lnTo>
                <a:lnTo>
                  <a:pt x="732621" y="647668"/>
                </a:lnTo>
                <a:close/>
                <a:moveTo>
                  <a:pt x="815506" y="646928"/>
                </a:moveTo>
                <a:lnTo>
                  <a:pt x="850909" y="646928"/>
                </a:lnTo>
                <a:lnTo>
                  <a:pt x="850909" y="647668"/>
                </a:lnTo>
                <a:lnTo>
                  <a:pt x="815506" y="647668"/>
                </a:lnTo>
                <a:close/>
                <a:moveTo>
                  <a:pt x="663897" y="646188"/>
                </a:moveTo>
                <a:lnTo>
                  <a:pt x="695135" y="646188"/>
                </a:lnTo>
                <a:lnTo>
                  <a:pt x="695135" y="647668"/>
                </a:lnTo>
                <a:lnTo>
                  <a:pt x="663897" y="647668"/>
                </a:lnTo>
                <a:close/>
                <a:moveTo>
                  <a:pt x="815923" y="647668"/>
                </a:moveTo>
                <a:lnTo>
                  <a:pt x="850909" y="647668"/>
                </a:lnTo>
                <a:lnTo>
                  <a:pt x="850909" y="648409"/>
                </a:lnTo>
                <a:lnTo>
                  <a:pt x="815923" y="648409"/>
                </a:lnTo>
                <a:close/>
                <a:moveTo>
                  <a:pt x="502707" y="647668"/>
                </a:moveTo>
                <a:lnTo>
                  <a:pt x="509371" y="647668"/>
                </a:lnTo>
                <a:lnTo>
                  <a:pt x="509371" y="648409"/>
                </a:lnTo>
                <a:lnTo>
                  <a:pt x="502707" y="648409"/>
                </a:lnTo>
                <a:close/>
                <a:moveTo>
                  <a:pt x="536861" y="647668"/>
                </a:moveTo>
                <a:lnTo>
                  <a:pt x="569765" y="647668"/>
                </a:lnTo>
                <a:lnTo>
                  <a:pt x="569765" y="648409"/>
                </a:lnTo>
                <a:lnTo>
                  <a:pt x="536861" y="648409"/>
                </a:lnTo>
                <a:close/>
                <a:moveTo>
                  <a:pt x="537278" y="648409"/>
                </a:moveTo>
                <a:lnTo>
                  <a:pt x="569765" y="648409"/>
                </a:lnTo>
                <a:lnTo>
                  <a:pt x="569765" y="649149"/>
                </a:lnTo>
                <a:lnTo>
                  <a:pt x="537278" y="649149"/>
                </a:lnTo>
                <a:close/>
                <a:moveTo>
                  <a:pt x="816339" y="648409"/>
                </a:moveTo>
                <a:lnTo>
                  <a:pt x="851326" y="648409"/>
                </a:lnTo>
                <a:lnTo>
                  <a:pt x="851326" y="649149"/>
                </a:lnTo>
                <a:lnTo>
                  <a:pt x="816339" y="649149"/>
                </a:lnTo>
                <a:close/>
                <a:moveTo>
                  <a:pt x="732621" y="647668"/>
                </a:moveTo>
                <a:lnTo>
                  <a:pt x="763859" y="647668"/>
                </a:lnTo>
                <a:lnTo>
                  <a:pt x="763859" y="649149"/>
                </a:lnTo>
                <a:lnTo>
                  <a:pt x="732621" y="649149"/>
                </a:lnTo>
                <a:close/>
                <a:moveTo>
                  <a:pt x="496460" y="648409"/>
                </a:moveTo>
                <a:lnTo>
                  <a:pt x="509371" y="648409"/>
                </a:lnTo>
                <a:lnTo>
                  <a:pt x="509371" y="649149"/>
                </a:lnTo>
                <a:lnTo>
                  <a:pt x="496460" y="649149"/>
                </a:lnTo>
                <a:close/>
                <a:moveTo>
                  <a:pt x="537278" y="649149"/>
                </a:moveTo>
                <a:lnTo>
                  <a:pt x="570182" y="649149"/>
                </a:lnTo>
                <a:lnTo>
                  <a:pt x="570182" y="649889"/>
                </a:lnTo>
                <a:lnTo>
                  <a:pt x="537278" y="649889"/>
                </a:lnTo>
                <a:close/>
                <a:moveTo>
                  <a:pt x="816339" y="649149"/>
                </a:moveTo>
                <a:lnTo>
                  <a:pt x="851743" y="649149"/>
                </a:lnTo>
                <a:lnTo>
                  <a:pt x="851743" y="649889"/>
                </a:lnTo>
                <a:lnTo>
                  <a:pt x="816339" y="649889"/>
                </a:lnTo>
                <a:close/>
                <a:moveTo>
                  <a:pt x="663897" y="647668"/>
                </a:moveTo>
                <a:lnTo>
                  <a:pt x="695551" y="647668"/>
                </a:lnTo>
                <a:lnTo>
                  <a:pt x="695551" y="649889"/>
                </a:lnTo>
                <a:lnTo>
                  <a:pt x="663897" y="649889"/>
                </a:lnTo>
                <a:close/>
                <a:moveTo>
                  <a:pt x="490212" y="649149"/>
                </a:moveTo>
                <a:lnTo>
                  <a:pt x="509371" y="649149"/>
                </a:lnTo>
                <a:lnTo>
                  <a:pt x="509371" y="649889"/>
                </a:lnTo>
                <a:lnTo>
                  <a:pt x="490212" y="649889"/>
                </a:lnTo>
                <a:close/>
                <a:moveTo>
                  <a:pt x="537694" y="649889"/>
                </a:moveTo>
                <a:lnTo>
                  <a:pt x="570182" y="649889"/>
                </a:lnTo>
                <a:lnTo>
                  <a:pt x="570182" y="650629"/>
                </a:lnTo>
                <a:lnTo>
                  <a:pt x="537694" y="650629"/>
                </a:lnTo>
                <a:close/>
                <a:moveTo>
                  <a:pt x="816756" y="649889"/>
                </a:moveTo>
                <a:lnTo>
                  <a:pt x="852159" y="649889"/>
                </a:lnTo>
                <a:lnTo>
                  <a:pt x="852159" y="650629"/>
                </a:lnTo>
                <a:lnTo>
                  <a:pt x="816756" y="650629"/>
                </a:lnTo>
                <a:close/>
                <a:moveTo>
                  <a:pt x="483964" y="649889"/>
                </a:moveTo>
                <a:lnTo>
                  <a:pt x="509371" y="649889"/>
                </a:lnTo>
                <a:lnTo>
                  <a:pt x="509371" y="650629"/>
                </a:lnTo>
                <a:lnTo>
                  <a:pt x="483964" y="650629"/>
                </a:lnTo>
                <a:close/>
                <a:moveTo>
                  <a:pt x="538111" y="650629"/>
                </a:moveTo>
                <a:lnTo>
                  <a:pt x="570182" y="650629"/>
                </a:lnTo>
                <a:lnTo>
                  <a:pt x="570182" y="651369"/>
                </a:lnTo>
                <a:lnTo>
                  <a:pt x="538111" y="651369"/>
                </a:lnTo>
                <a:close/>
                <a:moveTo>
                  <a:pt x="732204" y="649149"/>
                </a:moveTo>
                <a:lnTo>
                  <a:pt x="763859" y="649149"/>
                </a:lnTo>
                <a:lnTo>
                  <a:pt x="763859" y="651369"/>
                </a:lnTo>
                <a:lnTo>
                  <a:pt x="732204" y="651369"/>
                </a:lnTo>
                <a:close/>
                <a:moveTo>
                  <a:pt x="664313" y="649889"/>
                </a:moveTo>
                <a:lnTo>
                  <a:pt x="695968" y="649889"/>
                </a:lnTo>
                <a:lnTo>
                  <a:pt x="695968" y="652110"/>
                </a:lnTo>
                <a:lnTo>
                  <a:pt x="664313" y="652110"/>
                </a:lnTo>
                <a:close/>
                <a:moveTo>
                  <a:pt x="817172" y="650629"/>
                </a:moveTo>
                <a:lnTo>
                  <a:pt x="852576" y="650629"/>
                </a:lnTo>
                <a:lnTo>
                  <a:pt x="852576" y="652110"/>
                </a:lnTo>
                <a:lnTo>
                  <a:pt x="817172" y="652110"/>
                </a:lnTo>
                <a:close/>
                <a:moveTo>
                  <a:pt x="664313" y="652110"/>
                </a:moveTo>
                <a:lnTo>
                  <a:pt x="696384" y="652110"/>
                </a:lnTo>
                <a:lnTo>
                  <a:pt x="696384" y="652850"/>
                </a:lnTo>
                <a:lnTo>
                  <a:pt x="664313" y="652850"/>
                </a:lnTo>
                <a:close/>
                <a:moveTo>
                  <a:pt x="538527" y="651369"/>
                </a:moveTo>
                <a:lnTo>
                  <a:pt x="570182" y="651369"/>
                </a:lnTo>
                <a:lnTo>
                  <a:pt x="570182" y="652850"/>
                </a:lnTo>
                <a:lnTo>
                  <a:pt x="538527" y="652850"/>
                </a:lnTo>
                <a:close/>
                <a:moveTo>
                  <a:pt x="664730" y="652850"/>
                </a:moveTo>
                <a:lnTo>
                  <a:pt x="696384" y="652850"/>
                </a:lnTo>
                <a:lnTo>
                  <a:pt x="696384" y="653590"/>
                </a:lnTo>
                <a:lnTo>
                  <a:pt x="664730" y="653590"/>
                </a:lnTo>
                <a:close/>
                <a:moveTo>
                  <a:pt x="731788" y="651369"/>
                </a:moveTo>
                <a:lnTo>
                  <a:pt x="763442" y="651369"/>
                </a:lnTo>
                <a:lnTo>
                  <a:pt x="763442" y="653590"/>
                </a:lnTo>
                <a:lnTo>
                  <a:pt x="731788" y="653590"/>
                </a:lnTo>
                <a:close/>
                <a:moveTo>
                  <a:pt x="817589" y="652110"/>
                </a:moveTo>
                <a:lnTo>
                  <a:pt x="852992" y="652110"/>
                </a:lnTo>
                <a:lnTo>
                  <a:pt x="852992" y="653590"/>
                </a:lnTo>
                <a:lnTo>
                  <a:pt x="817589" y="653590"/>
                </a:lnTo>
                <a:close/>
                <a:moveTo>
                  <a:pt x="731371" y="653590"/>
                </a:moveTo>
                <a:lnTo>
                  <a:pt x="763442" y="653590"/>
                </a:lnTo>
                <a:lnTo>
                  <a:pt x="763442" y="654330"/>
                </a:lnTo>
                <a:lnTo>
                  <a:pt x="731371" y="654330"/>
                </a:lnTo>
                <a:close/>
                <a:moveTo>
                  <a:pt x="538944" y="652850"/>
                </a:moveTo>
                <a:lnTo>
                  <a:pt x="570182" y="652850"/>
                </a:lnTo>
                <a:lnTo>
                  <a:pt x="570182" y="654330"/>
                </a:lnTo>
                <a:lnTo>
                  <a:pt x="538944" y="654330"/>
                </a:lnTo>
                <a:close/>
                <a:moveTo>
                  <a:pt x="479799" y="650629"/>
                </a:moveTo>
                <a:lnTo>
                  <a:pt x="509788" y="650629"/>
                </a:lnTo>
                <a:lnTo>
                  <a:pt x="509788" y="654330"/>
                </a:lnTo>
                <a:lnTo>
                  <a:pt x="479799" y="654330"/>
                </a:lnTo>
                <a:close/>
                <a:moveTo>
                  <a:pt x="818005" y="653590"/>
                </a:moveTo>
                <a:lnTo>
                  <a:pt x="853409" y="653590"/>
                </a:lnTo>
                <a:lnTo>
                  <a:pt x="853409" y="654330"/>
                </a:lnTo>
                <a:lnTo>
                  <a:pt x="818005" y="654330"/>
                </a:lnTo>
                <a:close/>
                <a:moveTo>
                  <a:pt x="479799" y="654330"/>
                </a:moveTo>
                <a:lnTo>
                  <a:pt x="510204" y="654330"/>
                </a:lnTo>
                <a:lnTo>
                  <a:pt x="510204" y="655070"/>
                </a:lnTo>
                <a:lnTo>
                  <a:pt x="479799" y="655070"/>
                </a:lnTo>
                <a:close/>
                <a:moveTo>
                  <a:pt x="731371" y="654330"/>
                </a:moveTo>
                <a:lnTo>
                  <a:pt x="763026" y="654330"/>
                </a:lnTo>
                <a:lnTo>
                  <a:pt x="763026" y="655070"/>
                </a:lnTo>
                <a:lnTo>
                  <a:pt x="731371" y="655070"/>
                </a:lnTo>
                <a:close/>
                <a:moveTo>
                  <a:pt x="818005" y="654330"/>
                </a:moveTo>
                <a:lnTo>
                  <a:pt x="853825" y="654330"/>
                </a:lnTo>
                <a:lnTo>
                  <a:pt x="853825" y="655070"/>
                </a:lnTo>
                <a:lnTo>
                  <a:pt x="818005" y="655070"/>
                </a:lnTo>
                <a:close/>
                <a:moveTo>
                  <a:pt x="664730" y="653590"/>
                </a:moveTo>
                <a:lnTo>
                  <a:pt x="696801" y="653590"/>
                </a:lnTo>
                <a:lnTo>
                  <a:pt x="696801" y="655070"/>
                </a:lnTo>
                <a:lnTo>
                  <a:pt x="664730" y="655070"/>
                </a:lnTo>
                <a:close/>
                <a:moveTo>
                  <a:pt x="539360" y="654330"/>
                </a:moveTo>
                <a:lnTo>
                  <a:pt x="570182" y="654330"/>
                </a:lnTo>
                <a:lnTo>
                  <a:pt x="570182" y="655811"/>
                </a:lnTo>
                <a:lnTo>
                  <a:pt x="539360" y="655811"/>
                </a:lnTo>
                <a:close/>
                <a:moveTo>
                  <a:pt x="818422" y="655070"/>
                </a:moveTo>
                <a:lnTo>
                  <a:pt x="853825" y="655070"/>
                </a:lnTo>
                <a:lnTo>
                  <a:pt x="853825" y="655811"/>
                </a:lnTo>
                <a:lnTo>
                  <a:pt x="818422" y="655811"/>
                </a:lnTo>
                <a:close/>
                <a:moveTo>
                  <a:pt x="664730" y="655070"/>
                </a:moveTo>
                <a:lnTo>
                  <a:pt x="697217" y="655070"/>
                </a:lnTo>
                <a:lnTo>
                  <a:pt x="697217" y="655811"/>
                </a:lnTo>
                <a:lnTo>
                  <a:pt x="664730" y="655811"/>
                </a:lnTo>
                <a:close/>
                <a:moveTo>
                  <a:pt x="730955" y="655070"/>
                </a:moveTo>
                <a:lnTo>
                  <a:pt x="763026" y="655070"/>
                </a:lnTo>
                <a:lnTo>
                  <a:pt x="763026" y="656551"/>
                </a:lnTo>
                <a:lnTo>
                  <a:pt x="730955" y="656551"/>
                </a:lnTo>
                <a:close/>
                <a:moveTo>
                  <a:pt x="665146" y="655811"/>
                </a:moveTo>
                <a:lnTo>
                  <a:pt x="697217" y="655811"/>
                </a:lnTo>
                <a:lnTo>
                  <a:pt x="697217" y="656551"/>
                </a:lnTo>
                <a:lnTo>
                  <a:pt x="665146" y="656551"/>
                </a:lnTo>
                <a:close/>
                <a:moveTo>
                  <a:pt x="818422" y="655811"/>
                </a:moveTo>
                <a:lnTo>
                  <a:pt x="854242" y="655811"/>
                </a:lnTo>
                <a:lnTo>
                  <a:pt x="854242" y="656551"/>
                </a:lnTo>
                <a:lnTo>
                  <a:pt x="818422" y="656551"/>
                </a:lnTo>
                <a:close/>
                <a:moveTo>
                  <a:pt x="480216" y="655070"/>
                </a:moveTo>
                <a:lnTo>
                  <a:pt x="510204" y="655070"/>
                </a:lnTo>
                <a:lnTo>
                  <a:pt x="510204" y="657291"/>
                </a:lnTo>
                <a:lnTo>
                  <a:pt x="480216" y="657291"/>
                </a:lnTo>
                <a:close/>
                <a:moveTo>
                  <a:pt x="730538" y="656551"/>
                </a:moveTo>
                <a:lnTo>
                  <a:pt x="763026" y="656551"/>
                </a:lnTo>
                <a:lnTo>
                  <a:pt x="763026" y="657291"/>
                </a:lnTo>
                <a:lnTo>
                  <a:pt x="730538" y="657291"/>
                </a:lnTo>
                <a:close/>
                <a:moveTo>
                  <a:pt x="730538" y="657291"/>
                </a:moveTo>
                <a:lnTo>
                  <a:pt x="762609" y="657291"/>
                </a:lnTo>
                <a:lnTo>
                  <a:pt x="762609" y="658031"/>
                </a:lnTo>
                <a:lnTo>
                  <a:pt x="730538" y="658031"/>
                </a:lnTo>
                <a:close/>
                <a:moveTo>
                  <a:pt x="665146" y="656551"/>
                </a:moveTo>
                <a:lnTo>
                  <a:pt x="697634" y="656551"/>
                </a:lnTo>
                <a:lnTo>
                  <a:pt x="697634" y="658031"/>
                </a:lnTo>
                <a:lnTo>
                  <a:pt x="665146" y="658031"/>
                </a:lnTo>
                <a:close/>
                <a:moveTo>
                  <a:pt x="818838" y="656551"/>
                </a:moveTo>
                <a:lnTo>
                  <a:pt x="854658" y="656551"/>
                </a:lnTo>
                <a:lnTo>
                  <a:pt x="854658" y="658031"/>
                </a:lnTo>
                <a:lnTo>
                  <a:pt x="818838" y="658031"/>
                </a:lnTo>
                <a:close/>
                <a:moveTo>
                  <a:pt x="730122" y="658031"/>
                </a:moveTo>
                <a:lnTo>
                  <a:pt x="762609" y="658031"/>
                </a:lnTo>
                <a:lnTo>
                  <a:pt x="762609" y="658771"/>
                </a:lnTo>
                <a:lnTo>
                  <a:pt x="730122" y="658771"/>
                </a:lnTo>
                <a:close/>
                <a:moveTo>
                  <a:pt x="665563" y="658031"/>
                </a:moveTo>
                <a:lnTo>
                  <a:pt x="698050" y="658031"/>
                </a:lnTo>
                <a:lnTo>
                  <a:pt x="698050" y="658771"/>
                </a:lnTo>
                <a:lnTo>
                  <a:pt x="665563" y="658771"/>
                </a:lnTo>
                <a:close/>
                <a:moveTo>
                  <a:pt x="819255" y="658031"/>
                </a:moveTo>
                <a:lnTo>
                  <a:pt x="855075" y="658031"/>
                </a:lnTo>
                <a:lnTo>
                  <a:pt x="855075" y="659511"/>
                </a:lnTo>
                <a:lnTo>
                  <a:pt x="819255" y="659511"/>
                </a:lnTo>
                <a:close/>
                <a:moveTo>
                  <a:pt x="729705" y="658771"/>
                </a:moveTo>
                <a:lnTo>
                  <a:pt x="762609" y="658771"/>
                </a:lnTo>
                <a:lnTo>
                  <a:pt x="762609" y="659511"/>
                </a:lnTo>
                <a:lnTo>
                  <a:pt x="729705" y="659511"/>
                </a:lnTo>
                <a:close/>
                <a:moveTo>
                  <a:pt x="480216" y="657291"/>
                </a:moveTo>
                <a:lnTo>
                  <a:pt x="510621" y="657291"/>
                </a:lnTo>
                <a:lnTo>
                  <a:pt x="510621" y="659511"/>
                </a:lnTo>
                <a:lnTo>
                  <a:pt x="480216" y="659511"/>
                </a:lnTo>
                <a:close/>
                <a:moveTo>
                  <a:pt x="480216" y="659511"/>
                </a:moveTo>
                <a:lnTo>
                  <a:pt x="511038" y="659511"/>
                </a:lnTo>
                <a:lnTo>
                  <a:pt x="511038" y="660252"/>
                </a:lnTo>
                <a:lnTo>
                  <a:pt x="480216" y="660252"/>
                </a:lnTo>
                <a:close/>
                <a:moveTo>
                  <a:pt x="665563" y="658771"/>
                </a:moveTo>
                <a:lnTo>
                  <a:pt x="698467" y="658771"/>
                </a:lnTo>
                <a:lnTo>
                  <a:pt x="698467" y="660252"/>
                </a:lnTo>
                <a:lnTo>
                  <a:pt x="665563" y="660252"/>
                </a:lnTo>
                <a:close/>
                <a:moveTo>
                  <a:pt x="729705" y="659511"/>
                </a:moveTo>
                <a:lnTo>
                  <a:pt x="762193" y="659511"/>
                </a:lnTo>
                <a:lnTo>
                  <a:pt x="762193" y="660252"/>
                </a:lnTo>
                <a:lnTo>
                  <a:pt x="729705" y="660252"/>
                </a:lnTo>
                <a:close/>
                <a:moveTo>
                  <a:pt x="729289" y="660252"/>
                </a:moveTo>
                <a:lnTo>
                  <a:pt x="762193" y="660252"/>
                </a:lnTo>
                <a:lnTo>
                  <a:pt x="762193" y="660992"/>
                </a:lnTo>
                <a:lnTo>
                  <a:pt x="729289" y="660992"/>
                </a:lnTo>
                <a:close/>
                <a:moveTo>
                  <a:pt x="665979" y="660252"/>
                </a:moveTo>
                <a:lnTo>
                  <a:pt x="698883" y="660252"/>
                </a:lnTo>
                <a:lnTo>
                  <a:pt x="698883" y="660992"/>
                </a:lnTo>
                <a:lnTo>
                  <a:pt x="665979" y="660992"/>
                </a:lnTo>
                <a:close/>
                <a:moveTo>
                  <a:pt x="819671" y="659511"/>
                </a:moveTo>
                <a:lnTo>
                  <a:pt x="855491" y="659511"/>
                </a:lnTo>
                <a:lnTo>
                  <a:pt x="855491" y="660992"/>
                </a:lnTo>
                <a:lnTo>
                  <a:pt x="819671" y="660992"/>
                </a:lnTo>
                <a:close/>
                <a:moveTo>
                  <a:pt x="728872" y="660992"/>
                </a:moveTo>
                <a:lnTo>
                  <a:pt x="762193" y="660992"/>
                </a:lnTo>
                <a:lnTo>
                  <a:pt x="762193" y="661732"/>
                </a:lnTo>
                <a:lnTo>
                  <a:pt x="728872" y="661732"/>
                </a:lnTo>
                <a:close/>
                <a:moveTo>
                  <a:pt x="50378" y="660992"/>
                </a:moveTo>
                <a:lnTo>
                  <a:pt x="363593" y="660992"/>
                </a:lnTo>
                <a:lnTo>
                  <a:pt x="363593" y="661732"/>
                </a:lnTo>
                <a:lnTo>
                  <a:pt x="50378" y="661732"/>
                </a:lnTo>
                <a:close/>
                <a:moveTo>
                  <a:pt x="480632" y="660252"/>
                </a:moveTo>
                <a:lnTo>
                  <a:pt x="511038" y="660252"/>
                </a:lnTo>
                <a:lnTo>
                  <a:pt x="511038" y="661732"/>
                </a:lnTo>
                <a:lnTo>
                  <a:pt x="480632" y="661732"/>
                </a:lnTo>
                <a:close/>
                <a:moveTo>
                  <a:pt x="665979" y="660992"/>
                </a:moveTo>
                <a:lnTo>
                  <a:pt x="699300" y="660992"/>
                </a:lnTo>
                <a:lnTo>
                  <a:pt x="699300" y="661732"/>
                </a:lnTo>
                <a:lnTo>
                  <a:pt x="665979" y="661732"/>
                </a:lnTo>
                <a:close/>
                <a:moveTo>
                  <a:pt x="47879" y="661732"/>
                </a:moveTo>
                <a:lnTo>
                  <a:pt x="366092" y="661732"/>
                </a:lnTo>
                <a:lnTo>
                  <a:pt x="366092" y="662472"/>
                </a:lnTo>
                <a:lnTo>
                  <a:pt x="47879" y="662472"/>
                </a:lnTo>
                <a:close/>
                <a:moveTo>
                  <a:pt x="665979" y="661732"/>
                </a:moveTo>
                <a:lnTo>
                  <a:pt x="699716" y="661732"/>
                </a:lnTo>
                <a:lnTo>
                  <a:pt x="699716" y="662472"/>
                </a:lnTo>
                <a:lnTo>
                  <a:pt x="665979" y="662472"/>
                </a:lnTo>
                <a:close/>
                <a:moveTo>
                  <a:pt x="820088" y="660992"/>
                </a:moveTo>
                <a:lnTo>
                  <a:pt x="855908" y="660992"/>
                </a:lnTo>
                <a:lnTo>
                  <a:pt x="855908" y="662472"/>
                </a:lnTo>
                <a:lnTo>
                  <a:pt x="820088" y="662472"/>
                </a:lnTo>
                <a:close/>
                <a:moveTo>
                  <a:pt x="728456" y="661732"/>
                </a:moveTo>
                <a:lnTo>
                  <a:pt x="762193" y="661732"/>
                </a:lnTo>
                <a:lnTo>
                  <a:pt x="762193" y="662472"/>
                </a:lnTo>
                <a:lnTo>
                  <a:pt x="728456" y="662472"/>
                </a:lnTo>
                <a:close/>
                <a:moveTo>
                  <a:pt x="480632" y="661732"/>
                </a:moveTo>
                <a:lnTo>
                  <a:pt x="511454" y="661732"/>
                </a:lnTo>
                <a:lnTo>
                  <a:pt x="511454" y="663212"/>
                </a:lnTo>
                <a:lnTo>
                  <a:pt x="480632" y="663212"/>
                </a:lnTo>
                <a:close/>
                <a:moveTo>
                  <a:pt x="728456" y="662472"/>
                </a:moveTo>
                <a:lnTo>
                  <a:pt x="761776" y="662472"/>
                </a:lnTo>
                <a:lnTo>
                  <a:pt x="761776" y="663212"/>
                </a:lnTo>
                <a:lnTo>
                  <a:pt x="728456" y="663212"/>
                </a:lnTo>
                <a:close/>
                <a:moveTo>
                  <a:pt x="539777" y="655811"/>
                </a:moveTo>
                <a:lnTo>
                  <a:pt x="569765" y="655811"/>
                </a:lnTo>
                <a:lnTo>
                  <a:pt x="569765" y="663212"/>
                </a:lnTo>
                <a:lnTo>
                  <a:pt x="539777" y="663212"/>
                </a:lnTo>
                <a:close/>
                <a:moveTo>
                  <a:pt x="46629" y="662472"/>
                </a:moveTo>
                <a:lnTo>
                  <a:pt x="367342" y="662472"/>
                </a:lnTo>
                <a:lnTo>
                  <a:pt x="367342" y="663212"/>
                </a:lnTo>
                <a:lnTo>
                  <a:pt x="46629" y="663212"/>
                </a:lnTo>
                <a:close/>
                <a:moveTo>
                  <a:pt x="480632" y="663212"/>
                </a:moveTo>
                <a:lnTo>
                  <a:pt x="511871" y="663212"/>
                </a:lnTo>
                <a:lnTo>
                  <a:pt x="511871" y="663953"/>
                </a:lnTo>
                <a:lnTo>
                  <a:pt x="480632" y="663953"/>
                </a:lnTo>
                <a:close/>
                <a:moveTo>
                  <a:pt x="728039" y="663212"/>
                </a:moveTo>
                <a:lnTo>
                  <a:pt x="761776" y="663212"/>
                </a:lnTo>
                <a:lnTo>
                  <a:pt x="761776" y="663953"/>
                </a:lnTo>
                <a:lnTo>
                  <a:pt x="728039" y="663953"/>
                </a:lnTo>
                <a:close/>
                <a:moveTo>
                  <a:pt x="666396" y="662472"/>
                </a:moveTo>
                <a:lnTo>
                  <a:pt x="700133" y="662472"/>
                </a:lnTo>
                <a:lnTo>
                  <a:pt x="700133" y="663953"/>
                </a:lnTo>
                <a:lnTo>
                  <a:pt x="666396" y="663953"/>
                </a:lnTo>
                <a:close/>
                <a:moveTo>
                  <a:pt x="820504" y="662472"/>
                </a:moveTo>
                <a:lnTo>
                  <a:pt x="856324" y="662472"/>
                </a:lnTo>
                <a:lnTo>
                  <a:pt x="856324" y="663953"/>
                </a:lnTo>
                <a:lnTo>
                  <a:pt x="820504" y="663953"/>
                </a:lnTo>
                <a:close/>
                <a:moveTo>
                  <a:pt x="45796" y="663212"/>
                </a:moveTo>
                <a:lnTo>
                  <a:pt x="368175" y="663212"/>
                </a:lnTo>
                <a:lnTo>
                  <a:pt x="368175" y="663953"/>
                </a:lnTo>
                <a:lnTo>
                  <a:pt x="45796" y="663953"/>
                </a:lnTo>
                <a:close/>
                <a:moveTo>
                  <a:pt x="539777" y="663212"/>
                </a:moveTo>
                <a:lnTo>
                  <a:pt x="569349" y="663212"/>
                </a:lnTo>
                <a:lnTo>
                  <a:pt x="569349" y="664693"/>
                </a:lnTo>
                <a:lnTo>
                  <a:pt x="539777" y="664693"/>
                </a:lnTo>
                <a:close/>
                <a:moveTo>
                  <a:pt x="727623" y="663953"/>
                </a:moveTo>
                <a:lnTo>
                  <a:pt x="761360" y="663953"/>
                </a:lnTo>
                <a:lnTo>
                  <a:pt x="761360" y="664693"/>
                </a:lnTo>
                <a:lnTo>
                  <a:pt x="727623" y="664693"/>
                </a:lnTo>
                <a:close/>
                <a:moveTo>
                  <a:pt x="820921" y="663953"/>
                </a:moveTo>
                <a:lnTo>
                  <a:pt x="856324" y="663953"/>
                </a:lnTo>
                <a:lnTo>
                  <a:pt x="856324" y="664693"/>
                </a:lnTo>
                <a:lnTo>
                  <a:pt x="820921" y="664693"/>
                </a:lnTo>
                <a:close/>
                <a:moveTo>
                  <a:pt x="44963" y="663953"/>
                </a:moveTo>
                <a:lnTo>
                  <a:pt x="369008" y="663953"/>
                </a:lnTo>
                <a:lnTo>
                  <a:pt x="369008" y="664693"/>
                </a:lnTo>
                <a:lnTo>
                  <a:pt x="44963" y="664693"/>
                </a:lnTo>
                <a:close/>
                <a:moveTo>
                  <a:pt x="666396" y="663953"/>
                </a:moveTo>
                <a:lnTo>
                  <a:pt x="700966" y="663953"/>
                </a:lnTo>
                <a:lnTo>
                  <a:pt x="700966" y="664693"/>
                </a:lnTo>
                <a:lnTo>
                  <a:pt x="666396" y="664693"/>
                </a:lnTo>
                <a:close/>
                <a:moveTo>
                  <a:pt x="481049" y="663953"/>
                </a:moveTo>
                <a:lnTo>
                  <a:pt x="511871" y="663953"/>
                </a:lnTo>
                <a:lnTo>
                  <a:pt x="511871" y="664693"/>
                </a:lnTo>
                <a:lnTo>
                  <a:pt x="481049" y="664693"/>
                </a:lnTo>
                <a:close/>
                <a:moveTo>
                  <a:pt x="820921" y="664693"/>
                </a:moveTo>
                <a:lnTo>
                  <a:pt x="856741" y="664693"/>
                </a:lnTo>
                <a:lnTo>
                  <a:pt x="856741" y="665433"/>
                </a:lnTo>
                <a:lnTo>
                  <a:pt x="820921" y="665433"/>
                </a:lnTo>
                <a:close/>
                <a:moveTo>
                  <a:pt x="726790" y="664693"/>
                </a:moveTo>
                <a:lnTo>
                  <a:pt x="761360" y="664693"/>
                </a:lnTo>
                <a:lnTo>
                  <a:pt x="761360" y="665433"/>
                </a:lnTo>
                <a:lnTo>
                  <a:pt x="726790" y="665433"/>
                </a:lnTo>
                <a:close/>
                <a:moveTo>
                  <a:pt x="666812" y="664693"/>
                </a:moveTo>
                <a:lnTo>
                  <a:pt x="701382" y="664693"/>
                </a:lnTo>
                <a:lnTo>
                  <a:pt x="701382" y="665433"/>
                </a:lnTo>
                <a:lnTo>
                  <a:pt x="666812" y="665433"/>
                </a:lnTo>
                <a:close/>
                <a:moveTo>
                  <a:pt x="44547" y="664693"/>
                </a:moveTo>
                <a:lnTo>
                  <a:pt x="369841" y="664693"/>
                </a:lnTo>
                <a:lnTo>
                  <a:pt x="369841" y="665433"/>
                </a:lnTo>
                <a:lnTo>
                  <a:pt x="44547" y="665433"/>
                </a:lnTo>
                <a:close/>
                <a:moveTo>
                  <a:pt x="666812" y="665433"/>
                </a:moveTo>
                <a:lnTo>
                  <a:pt x="701799" y="665433"/>
                </a:lnTo>
                <a:lnTo>
                  <a:pt x="701799" y="666173"/>
                </a:lnTo>
                <a:lnTo>
                  <a:pt x="666812" y="666173"/>
                </a:lnTo>
                <a:close/>
                <a:moveTo>
                  <a:pt x="821337" y="665433"/>
                </a:moveTo>
                <a:lnTo>
                  <a:pt x="856741" y="665433"/>
                </a:lnTo>
                <a:lnTo>
                  <a:pt x="856741" y="666173"/>
                </a:lnTo>
                <a:lnTo>
                  <a:pt x="821337" y="666173"/>
                </a:lnTo>
                <a:close/>
                <a:moveTo>
                  <a:pt x="481049" y="664693"/>
                </a:moveTo>
                <a:lnTo>
                  <a:pt x="512287" y="664693"/>
                </a:lnTo>
                <a:lnTo>
                  <a:pt x="512287" y="666173"/>
                </a:lnTo>
                <a:lnTo>
                  <a:pt x="481049" y="666173"/>
                </a:lnTo>
                <a:close/>
                <a:moveTo>
                  <a:pt x="726373" y="665433"/>
                </a:moveTo>
                <a:lnTo>
                  <a:pt x="761360" y="665433"/>
                </a:lnTo>
                <a:lnTo>
                  <a:pt x="761360" y="666173"/>
                </a:lnTo>
                <a:lnTo>
                  <a:pt x="726373" y="666173"/>
                </a:lnTo>
                <a:close/>
                <a:moveTo>
                  <a:pt x="44130" y="665433"/>
                </a:moveTo>
                <a:lnTo>
                  <a:pt x="370257" y="665433"/>
                </a:lnTo>
                <a:lnTo>
                  <a:pt x="370257" y="666173"/>
                </a:lnTo>
                <a:lnTo>
                  <a:pt x="44130" y="666173"/>
                </a:lnTo>
                <a:close/>
                <a:moveTo>
                  <a:pt x="481049" y="666173"/>
                </a:moveTo>
                <a:lnTo>
                  <a:pt x="512704" y="666173"/>
                </a:lnTo>
                <a:lnTo>
                  <a:pt x="512704" y="666913"/>
                </a:lnTo>
                <a:lnTo>
                  <a:pt x="481049" y="666913"/>
                </a:lnTo>
                <a:close/>
                <a:moveTo>
                  <a:pt x="43297" y="666173"/>
                </a:moveTo>
                <a:lnTo>
                  <a:pt x="370674" y="666173"/>
                </a:lnTo>
                <a:lnTo>
                  <a:pt x="370674" y="666913"/>
                </a:lnTo>
                <a:lnTo>
                  <a:pt x="43297" y="666913"/>
                </a:lnTo>
                <a:close/>
                <a:moveTo>
                  <a:pt x="539360" y="664693"/>
                </a:moveTo>
                <a:lnTo>
                  <a:pt x="569349" y="664693"/>
                </a:lnTo>
                <a:lnTo>
                  <a:pt x="569349" y="666913"/>
                </a:lnTo>
                <a:lnTo>
                  <a:pt x="539360" y="666913"/>
                </a:lnTo>
                <a:close/>
                <a:moveTo>
                  <a:pt x="821337" y="666173"/>
                </a:moveTo>
                <a:lnTo>
                  <a:pt x="857157" y="666173"/>
                </a:lnTo>
                <a:lnTo>
                  <a:pt x="857157" y="666913"/>
                </a:lnTo>
                <a:lnTo>
                  <a:pt x="821337" y="666913"/>
                </a:lnTo>
                <a:close/>
                <a:moveTo>
                  <a:pt x="667229" y="666173"/>
                </a:moveTo>
                <a:lnTo>
                  <a:pt x="702216" y="666173"/>
                </a:lnTo>
                <a:lnTo>
                  <a:pt x="702216" y="666913"/>
                </a:lnTo>
                <a:lnTo>
                  <a:pt x="667229" y="666913"/>
                </a:lnTo>
                <a:close/>
                <a:moveTo>
                  <a:pt x="725957" y="666173"/>
                </a:moveTo>
                <a:lnTo>
                  <a:pt x="760943" y="666173"/>
                </a:lnTo>
                <a:lnTo>
                  <a:pt x="760943" y="666913"/>
                </a:lnTo>
                <a:lnTo>
                  <a:pt x="725957" y="666913"/>
                </a:lnTo>
                <a:close/>
                <a:moveTo>
                  <a:pt x="667229" y="666913"/>
                </a:moveTo>
                <a:lnTo>
                  <a:pt x="703049" y="666913"/>
                </a:lnTo>
                <a:lnTo>
                  <a:pt x="703049" y="667654"/>
                </a:lnTo>
                <a:lnTo>
                  <a:pt x="667229" y="667654"/>
                </a:lnTo>
                <a:close/>
                <a:moveTo>
                  <a:pt x="42881" y="666913"/>
                </a:moveTo>
                <a:lnTo>
                  <a:pt x="371090" y="666913"/>
                </a:lnTo>
                <a:lnTo>
                  <a:pt x="371090" y="667654"/>
                </a:lnTo>
                <a:lnTo>
                  <a:pt x="42881" y="667654"/>
                </a:lnTo>
                <a:close/>
                <a:moveTo>
                  <a:pt x="725540" y="666913"/>
                </a:moveTo>
                <a:lnTo>
                  <a:pt x="760943" y="666913"/>
                </a:lnTo>
                <a:lnTo>
                  <a:pt x="760943" y="667654"/>
                </a:lnTo>
                <a:lnTo>
                  <a:pt x="725540" y="667654"/>
                </a:lnTo>
                <a:close/>
                <a:moveTo>
                  <a:pt x="538944" y="666913"/>
                </a:moveTo>
                <a:lnTo>
                  <a:pt x="568932" y="666913"/>
                </a:lnTo>
                <a:lnTo>
                  <a:pt x="568932" y="668394"/>
                </a:lnTo>
                <a:lnTo>
                  <a:pt x="538944" y="668394"/>
                </a:lnTo>
                <a:close/>
                <a:moveTo>
                  <a:pt x="724707" y="667654"/>
                </a:moveTo>
                <a:lnTo>
                  <a:pt x="760943" y="667654"/>
                </a:lnTo>
                <a:lnTo>
                  <a:pt x="760943" y="668394"/>
                </a:lnTo>
                <a:lnTo>
                  <a:pt x="724707" y="668394"/>
                </a:lnTo>
                <a:close/>
                <a:moveTo>
                  <a:pt x="821754" y="666913"/>
                </a:moveTo>
                <a:lnTo>
                  <a:pt x="857574" y="666913"/>
                </a:lnTo>
                <a:lnTo>
                  <a:pt x="857574" y="668394"/>
                </a:lnTo>
                <a:lnTo>
                  <a:pt x="821754" y="668394"/>
                </a:lnTo>
                <a:close/>
                <a:moveTo>
                  <a:pt x="667229" y="667654"/>
                </a:moveTo>
                <a:lnTo>
                  <a:pt x="703465" y="667654"/>
                </a:lnTo>
                <a:lnTo>
                  <a:pt x="703465" y="668394"/>
                </a:lnTo>
                <a:lnTo>
                  <a:pt x="667229" y="668394"/>
                </a:lnTo>
                <a:close/>
                <a:moveTo>
                  <a:pt x="481465" y="666913"/>
                </a:moveTo>
                <a:lnTo>
                  <a:pt x="513120" y="666913"/>
                </a:lnTo>
                <a:lnTo>
                  <a:pt x="513120" y="668394"/>
                </a:lnTo>
                <a:lnTo>
                  <a:pt x="481465" y="668394"/>
                </a:lnTo>
                <a:close/>
                <a:moveTo>
                  <a:pt x="42464" y="667654"/>
                </a:moveTo>
                <a:lnTo>
                  <a:pt x="371507" y="667654"/>
                </a:lnTo>
                <a:lnTo>
                  <a:pt x="371507" y="668394"/>
                </a:lnTo>
                <a:lnTo>
                  <a:pt x="42464" y="668394"/>
                </a:lnTo>
                <a:close/>
                <a:moveTo>
                  <a:pt x="667645" y="668394"/>
                </a:moveTo>
                <a:lnTo>
                  <a:pt x="703882" y="668394"/>
                </a:lnTo>
                <a:lnTo>
                  <a:pt x="703882" y="669134"/>
                </a:lnTo>
                <a:lnTo>
                  <a:pt x="667645" y="669134"/>
                </a:lnTo>
                <a:close/>
                <a:moveTo>
                  <a:pt x="538527" y="668394"/>
                </a:moveTo>
                <a:lnTo>
                  <a:pt x="568932" y="668394"/>
                </a:lnTo>
                <a:lnTo>
                  <a:pt x="568932" y="669134"/>
                </a:lnTo>
                <a:lnTo>
                  <a:pt x="538527" y="669134"/>
                </a:lnTo>
                <a:close/>
                <a:moveTo>
                  <a:pt x="724291" y="668394"/>
                </a:moveTo>
                <a:lnTo>
                  <a:pt x="760527" y="668394"/>
                </a:lnTo>
                <a:lnTo>
                  <a:pt x="760527" y="669134"/>
                </a:lnTo>
                <a:lnTo>
                  <a:pt x="724291" y="669134"/>
                </a:lnTo>
                <a:close/>
                <a:moveTo>
                  <a:pt x="481882" y="668394"/>
                </a:moveTo>
                <a:lnTo>
                  <a:pt x="513537" y="668394"/>
                </a:lnTo>
                <a:lnTo>
                  <a:pt x="513537" y="669134"/>
                </a:lnTo>
                <a:lnTo>
                  <a:pt x="481882" y="669134"/>
                </a:lnTo>
                <a:close/>
                <a:moveTo>
                  <a:pt x="822170" y="668394"/>
                </a:moveTo>
                <a:lnTo>
                  <a:pt x="857574" y="668394"/>
                </a:lnTo>
                <a:lnTo>
                  <a:pt x="857574" y="669134"/>
                </a:lnTo>
                <a:lnTo>
                  <a:pt x="822170" y="669134"/>
                </a:lnTo>
                <a:close/>
                <a:moveTo>
                  <a:pt x="42464" y="668394"/>
                </a:moveTo>
                <a:lnTo>
                  <a:pt x="371923" y="668394"/>
                </a:lnTo>
                <a:lnTo>
                  <a:pt x="371923" y="669134"/>
                </a:lnTo>
                <a:lnTo>
                  <a:pt x="42464" y="669134"/>
                </a:lnTo>
                <a:close/>
                <a:moveTo>
                  <a:pt x="723458" y="669134"/>
                </a:moveTo>
                <a:lnTo>
                  <a:pt x="760527" y="669134"/>
                </a:lnTo>
                <a:lnTo>
                  <a:pt x="760527" y="669874"/>
                </a:lnTo>
                <a:lnTo>
                  <a:pt x="723458" y="669874"/>
                </a:lnTo>
                <a:close/>
                <a:moveTo>
                  <a:pt x="42047" y="669134"/>
                </a:moveTo>
                <a:lnTo>
                  <a:pt x="372340" y="669134"/>
                </a:lnTo>
                <a:lnTo>
                  <a:pt x="372340" y="669874"/>
                </a:lnTo>
                <a:lnTo>
                  <a:pt x="42047" y="669874"/>
                </a:lnTo>
                <a:close/>
                <a:moveTo>
                  <a:pt x="822170" y="669134"/>
                </a:moveTo>
                <a:lnTo>
                  <a:pt x="857990" y="669134"/>
                </a:lnTo>
                <a:lnTo>
                  <a:pt x="857990" y="669874"/>
                </a:lnTo>
                <a:lnTo>
                  <a:pt x="822170" y="669874"/>
                </a:lnTo>
                <a:close/>
                <a:moveTo>
                  <a:pt x="482715" y="669134"/>
                </a:moveTo>
                <a:lnTo>
                  <a:pt x="513953" y="669134"/>
                </a:lnTo>
                <a:lnTo>
                  <a:pt x="513953" y="669874"/>
                </a:lnTo>
                <a:lnTo>
                  <a:pt x="482715" y="669874"/>
                </a:lnTo>
                <a:close/>
                <a:moveTo>
                  <a:pt x="667645" y="669134"/>
                </a:moveTo>
                <a:lnTo>
                  <a:pt x="704715" y="669134"/>
                </a:lnTo>
                <a:lnTo>
                  <a:pt x="704715" y="669874"/>
                </a:lnTo>
                <a:lnTo>
                  <a:pt x="667645" y="669874"/>
                </a:lnTo>
                <a:close/>
                <a:moveTo>
                  <a:pt x="538111" y="669134"/>
                </a:moveTo>
                <a:lnTo>
                  <a:pt x="568932" y="669134"/>
                </a:lnTo>
                <a:lnTo>
                  <a:pt x="568932" y="669874"/>
                </a:lnTo>
                <a:lnTo>
                  <a:pt x="538111" y="669874"/>
                </a:lnTo>
                <a:close/>
                <a:moveTo>
                  <a:pt x="483964" y="669874"/>
                </a:moveTo>
                <a:lnTo>
                  <a:pt x="514370" y="669874"/>
                </a:lnTo>
                <a:lnTo>
                  <a:pt x="514370" y="670614"/>
                </a:lnTo>
                <a:lnTo>
                  <a:pt x="483964" y="670614"/>
                </a:lnTo>
                <a:close/>
                <a:moveTo>
                  <a:pt x="822587" y="669874"/>
                </a:moveTo>
                <a:lnTo>
                  <a:pt x="857990" y="669874"/>
                </a:lnTo>
                <a:lnTo>
                  <a:pt x="857990" y="670614"/>
                </a:lnTo>
                <a:lnTo>
                  <a:pt x="822587" y="670614"/>
                </a:lnTo>
                <a:close/>
                <a:moveTo>
                  <a:pt x="722624" y="669874"/>
                </a:moveTo>
                <a:lnTo>
                  <a:pt x="760110" y="669874"/>
                </a:lnTo>
                <a:lnTo>
                  <a:pt x="760110" y="670614"/>
                </a:lnTo>
                <a:lnTo>
                  <a:pt x="722624" y="670614"/>
                </a:lnTo>
                <a:close/>
                <a:moveTo>
                  <a:pt x="538111" y="669874"/>
                </a:moveTo>
                <a:lnTo>
                  <a:pt x="568516" y="669874"/>
                </a:lnTo>
                <a:lnTo>
                  <a:pt x="568516" y="670614"/>
                </a:lnTo>
                <a:lnTo>
                  <a:pt x="538111" y="670614"/>
                </a:lnTo>
                <a:close/>
                <a:moveTo>
                  <a:pt x="41631" y="669874"/>
                </a:moveTo>
                <a:lnTo>
                  <a:pt x="372756" y="669874"/>
                </a:lnTo>
                <a:lnTo>
                  <a:pt x="372756" y="670614"/>
                </a:lnTo>
                <a:lnTo>
                  <a:pt x="41631" y="670614"/>
                </a:lnTo>
                <a:close/>
                <a:moveTo>
                  <a:pt x="668062" y="669874"/>
                </a:moveTo>
                <a:lnTo>
                  <a:pt x="705548" y="669874"/>
                </a:lnTo>
                <a:lnTo>
                  <a:pt x="705548" y="670614"/>
                </a:lnTo>
                <a:lnTo>
                  <a:pt x="668062" y="670614"/>
                </a:lnTo>
                <a:close/>
                <a:moveTo>
                  <a:pt x="668062" y="670614"/>
                </a:moveTo>
                <a:lnTo>
                  <a:pt x="706797" y="670614"/>
                </a:lnTo>
                <a:lnTo>
                  <a:pt x="706797" y="671355"/>
                </a:lnTo>
                <a:lnTo>
                  <a:pt x="668062" y="671355"/>
                </a:lnTo>
                <a:close/>
                <a:moveTo>
                  <a:pt x="870069" y="634345"/>
                </a:moveTo>
                <a:lnTo>
                  <a:pt x="900891" y="634345"/>
                </a:lnTo>
                <a:lnTo>
                  <a:pt x="900891" y="671355"/>
                </a:lnTo>
                <a:lnTo>
                  <a:pt x="870069" y="671355"/>
                </a:lnTo>
                <a:close/>
                <a:moveTo>
                  <a:pt x="537694" y="670614"/>
                </a:moveTo>
                <a:lnTo>
                  <a:pt x="568516" y="670614"/>
                </a:lnTo>
                <a:lnTo>
                  <a:pt x="568516" y="671355"/>
                </a:lnTo>
                <a:lnTo>
                  <a:pt x="537694" y="671355"/>
                </a:lnTo>
                <a:close/>
                <a:moveTo>
                  <a:pt x="721375" y="670614"/>
                </a:moveTo>
                <a:lnTo>
                  <a:pt x="760110" y="670614"/>
                </a:lnTo>
                <a:lnTo>
                  <a:pt x="760110" y="671355"/>
                </a:lnTo>
                <a:lnTo>
                  <a:pt x="721375" y="671355"/>
                </a:lnTo>
                <a:close/>
                <a:moveTo>
                  <a:pt x="485214" y="670614"/>
                </a:moveTo>
                <a:lnTo>
                  <a:pt x="514786" y="670614"/>
                </a:lnTo>
                <a:lnTo>
                  <a:pt x="514786" y="671355"/>
                </a:lnTo>
                <a:lnTo>
                  <a:pt x="485214" y="671355"/>
                </a:lnTo>
                <a:close/>
                <a:moveTo>
                  <a:pt x="822587" y="670614"/>
                </a:moveTo>
                <a:lnTo>
                  <a:pt x="858407" y="670614"/>
                </a:lnTo>
                <a:lnTo>
                  <a:pt x="858407" y="671355"/>
                </a:lnTo>
                <a:lnTo>
                  <a:pt x="822587" y="671355"/>
                </a:lnTo>
                <a:close/>
                <a:moveTo>
                  <a:pt x="41214" y="670614"/>
                </a:moveTo>
                <a:lnTo>
                  <a:pt x="372756" y="670614"/>
                </a:lnTo>
                <a:lnTo>
                  <a:pt x="372756" y="671355"/>
                </a:lnTo>
                <a:lnTo>
                  <a:pt x="41214" y="671355"/>
                </a:lnTo>
                <a:close/>
                <a:moveTo>
                  <a:pt x="537278" y="671355"/>
                </a:moveTo>
                <a:lnTo>
                  <a:pt x="568516" y="671355"/>
                </a:lnTo>
                <a:lnTo>
                  <a:pt x="568516" y="672095"/>
                </a:lnTo>
                <a:lnTo>
                  <a:pt x="537278" y="672095"/>
                </a:lnTo>
                <a:close/>
                <a:moveTo>
                  <a:pt x="823003" y="671355"/>
                </a:moveTo>
                <a:lnTo>
                  <a:pt x="858407" y="671355"/>
                </a:lnTo>
                <a:lnTo>
                  <a:pt x="858407" y="672095"/>
                </a:lnTo>
                <a:lnTo>
                  <a:pt x="823003" y="672095"/>
                </a:lnTo>
                <a:close/>
                <a:moveTo>
                  <a:pt x="668478" y="671355"/>
                </a:moveTo>
                <a:lnTo>
                  <a:pt x="708047" y="671355"/>
                </a:lnTo>
                <a:lnTo>
                  <a:pt x="708047" y="672095"/>
                </a:lnTo>
                <a:lnTo>
                  <a:pt x="668478" y="672095"/>
                </a:lnTo>
                <a:close/>
                <a:moveTo>
                  <a:pt x="486047" y="671355"/>
                </a:moveTo>
                <a:lnTo>
                  <a:pt x="515203" y="671355"/>
                </a:lnTo>
                <a:lnTo>
                  <a:pt x="515203" y="672095"/>
                </a:lnTo>
                <a:lnTo>
                  <a:pt x="486047" y="672095"/>
                </a:lnTo>
                <a:close/>
                <a:moveTo>
                  <a:pt x="720125" y="671355"/>
                </a:moveTo>
                <a:lnTo>
                  <a:pt x="759694" y="671355"/>
                </a:lnTo>
                <a:lnTo>
                  <a:pt x="759694" y="672095"/>
                </a:lnTo>
                <a:lnTo>
                  <a:pt x="720125" y="672095"/>
                </a:lnTo>
                <a:close/>
                <a:moveTo>
                  <a:pt x="41214" y="671355"/>
                </a:moveTo>
                <a:lnTo>
                  <a:pt x="373173" y="671355"/>
                </a:lnTo>
                <a:lnTo>
                  <a:pt x="373173" y="672095"/>
                </a:lnTo>
                <a:lnTo>
                  <a:pt x="41214" y="672095"/>
                </a:lnTo>
                <a:close/>
                <a:moveTo>
                  <a:pt x="536861" y="672095"/>
                </a:moveTo>
                <a:lnTo>
                  <a:pt x="568099" y="672095"/>
                </a:lnTo>
                <a:lnTo>
                  <a:pt x="568099" y="672835"/>
                </a:lnTo>
                <a:lnTo>
                  <a:pt x="536861" y="672835"/>
                </a:lnTo>
                <a:close/>
                <a:moveTo>
                  <a:pt x="487296" y="672095"/>
                </a:moveTo>
                <a:lnTo>
                  <a:pt x="515619" y="672095"/>
                </a:lnTo>
                <a:lnTo>
                  <a:pt x="515619" y="672835"/>
                </a:lnTo>
                <a:lnTo>
                  <a:pt x="487296" y="672835"/>
                </a:lnTo>
                <a:close/>
                <a:moveTo>
                  <a:pt x="718459" y="672095"/>
                </a:moveTo>
                <a:lnTo>
                  <a:pt x="759694" y="672095"/>
                </a:lnTo>
                <a:lnTo>
                  <a:pt x="759694" y="672835"/>
                </a:lnTo>
                <a:lnTo>
                  <a:pt x="718459" y="672835"/>
                </a:lnTo>
                <a:close/>
                <a:moveTo>
                  <a:pt x="823003" y="672095"/>
                </a:moveTo>
                <a:lnTo>
                  <a:pt x="858823" y="672095"/>
                </a:lnTo>
                <a:lnTo>
                  <a:pt x="858823" y="672835"/>
                </a:lnTo>
                <a:lnTo>
                  <a:pt x="823003" y="672835"/>
                </a:lnTo>
                <a:close/>
                <a:moveTo>
                  <a:pt x="668478" y="672095"/>
                </a:moveTo>
                <a:lnTo>
                  <a:pt x="709713" y="672095"/>
                </a:lnTo>
                <a:lnTo>
                  <a:pt x="709713" y="672835"/>
                </a:lnTo>
                <a:lnTo>
                  <a:pt x="668478" y="672835"/>
                </a:lnTo>
                <a:close/>
                <a:moveTo>
                  <a:pt x="40798" y="672095"/>
                </a:moveTo>
                <a:lnTo>
                  <a:pt x="373589" y="672095"/>
                </a:lnTo>
                <a:lnTo>
                  <a:pt x="373589" y="673575"/>
                </a:lnTo>
                <a:lnTo>
                  <a:pt x="40798" y="673575"/>
                </a:lnTo>
                <a:close/>
                <a:moveTo>
                  <a:pt x="823420" y="672835"/>
                </a:moveTo>
                <a:lnTo>
                  <a:pt x="858823" y="672835"/>
                </a:lnTo>
                <a:lnTo>
                  <a:pt x="858823" y="673575"/>
                </a:lnTo>
                <a:lnTo>
                  <a:pt x="823420" y="673575"/>
                </a:lnTo>
                <a:close/>
                <a:moveTo>
                  <a:pt x="488129" y="672835"/>
                </a:moveTo>
                <a:lnTo>
                  <a:pt x="516036" y="672835"/>
                </a:lnTo>
                <a:lnTo>
                  <a:pt x="516036" y="673575"/>
                </a:lnTo>
                <a:lnTo>
                  <a:pt x="488129" y="673575"/>
                </a:lnTo>
                <a:close/>
                <a:moveTo>
                  <a:pt x="536445" y="672835"/>
                </a:moveTo>
                <a:lnTo>
                  <a:pt x="568099" y="672835"/>
                </a:lnTo>
                <a:lnTo>
                  <a:pt x="568099" y="673575"/>
                </a:lnTo>
                <a:lnTo>
                  <a:pt x="536445" y="673575"/>
                </a:lnTo>
                <a:close/>
                <a:moveTo>
                  <a:pt x="668895" y="672835"/>
                </a:moveTo>
                <a:lnTo>
                  <a:pt x="759277" y="672835"/>
                </a:lnTo>
                <a:lnTo>
                  <a:pt x="759277" y="674315"/>
                </a:lnTo>
                <a:lnTo>
                  <a:pt x="668895" y="674315"/>
                </a:lnTo>
                <a:close/>
                <a:moveTo>
                  <a:pt x="823420" y="673575"/>
                </a:moveTo>
                <a:lnTo>
                  <a:pt x="859240" y="673575"/>
                </a:lnTo>
                <a:lnTo>
                  <a:pt x="859240" y="674315"/>
                </a:lnTo>
                <a:lnTo>
                  <a:pt x="823420" y="674315"/>
                </a:lnTo>
                <a:close/>
                <a:moveTo>
                  <a:pt x="536028" y="673575"/>
                </a:moveTo>
                <a:lnTo>
                  <a:pt x="568099" y="673575"/>
                </a:lnTo>
                <a:lnTo>
                  <a:pt x="568099" y="674315"/>
                </a:lnTo>
                <a:lnTo>
                  <a:pt x="536028" y="674315"/>
                </a:lnTo>
                <a:close/>
                <a:moveTo>
                  <a:pt x="488962" y="673575"/>
                </a:moveTo>
                <a:lnTo>
                  <a:pt x="516869" y="673575"/>
                </a:lnTo>
                <a:lnTo>
                  <a:pt x="516869" y="674315"/>
                </a:lnTo>
                <a:lnTo>
                  <a:pt x="488962" y="674315"/>
                </a:lnTo>
                <a:close/>
                <a:moveTo>
                  <a:pt x="40381" y="673575"/>
                </a:moveTo>
                <a:lnTo>
                  <a:pt x="374006" y="673575"/>
                </a:lnTo>
                <a:lnTo>
                  <a:pt x="374006" y="675056"/>
                </a:lnTo>
                <a:lnTo>
                  <a:pt x="40381" y="675056"/>
                </a:lnTo>
                <a:close/>
                <a:moveTo>
                  <a:pt x="823836" y="674315"/>
                </a:moveTo>
                <a:lnTo>
                  <a:pt x="859240" y="674315"/>
                </a:lnTo>
                <a:lnTo>
                  <a:pt x="859240" y="675056"/>
                </a:lnTo>
                <a:lnTo>
                  <a:pt x="823836" y="675056"/>
                </a:lnTo>
                <a:close/>
                <a:moveTo>
                  <a:pt x="489796" y="674315"/>
                </a:moveTo>
                <a:lnTo>
                  <a:pt x="517285" y="674315"/>
                </a:lnTo>
                <a:lnTo>
                  <a:pt x="517285" y="675056"/>
                </a:lnTo>
                <a:lnTo>
                  <a:pt x="489796" y="675056"/>
                </a:lnTo>
                <a:close/>
                <a:moveTo>
                  <a:pt x="535612" y="674315"/>
                </a:moveTo>
                <a:lnTo>
                  <a:pt x="567683" y="674315"/>
                </a:lnTo>
                <a:lnTo>
                  <a:pt x="567683" y="675056"/>
                </a:lnTo>
                <a:lnTo>
                  <a:pt x="535612" y="675056"/>
                </a:lnTo>
                <a:close/>
                <a:moveTo>
                  <a:pt x="823836" y="675056"/>
                </a:moveTo>
                <a:lnTo>
                  <a:pt x="859656" y="675056"/>
                </a:lnTo>
                <a:lnTo>
                  <a:pt x="859656" y="675796"/>
                </a:lnTo>
                <a:lnTo>
                  <a:pt x="823836" y="675796"/>
                </a:lnTo>
                <a:close/>
                <a:moveTo>
                  <a:pt x="39965" y="675056"/>
                </a:moveTo>
                <a:lnTo>
                  <a:pt x="374006" y="675056"/>
                </a:lnTo>
                <a:lnTo>
                  <a:pt x="374006" y="675796"/>
                </a:lnTo>
                <a:lnTo>
                  <a:pt x="39965" y="675796"/>
                </a:lnTo>
                <a:close/>
                <a:moveTo>
                  <a:pt x="534779" y="675056"/>
                </a:moveTo>
                <a:lnTo>
                  <a:pt x="567683" y="675056"/>
                </a:lnTo>
                <a:lnTo>
                  <a:pt x="567683" y="675796"/>
                </a:lnTo>
                <a:lnTo>
                  <a:pt x="534779" y="675796"/>
                </a:lnTo>
                <a:close/>
                <a:moveTo>
                  <a:pt x="669311" y="674315"/>
                </a:moveTo>
                <a:lnTo>
                  <a:pt x="758861" y="674315"/>
                </a:lnTo>
                <a:lnTo>
                  <a:pt x="758861" y="675796"/>
                </a:lnTo>
                <a:lnTo>
                  <a:pt x="669311" y="675796"/>
                </a:lnTo>
                <a:close/>
                <a:moveTo>
                  <a:pt x="491045" y="675056"/>
                </a:moveTo>
                <a:lnTo>
                  <a:pt x="517702" y="675056"/>
                </a:lnTo>
                <a:lnTo>
                  <a:pt x="517702" y="675796"/>
                </a:lnTo>
                <a:lnTo>
                  <a:pt x="491045" y="675796"/>
                </a:lnTo>
                <a:close/>
                <a:moveTo>
                  <a:pt x="534362" y="675796"/>
                </a:moveTo>
                <a:lnTo>
                  <a:pt x="567683" y="675796"/>
                </a:lnTo>
                <a:lnTo>
                  <a:pt x="567683" y="676536"/>
                </a:lnTo>
                <a:lnTo>
                  <a:pt x="534362" y="676536"/>
                </a:lnTo>
                <a:close/>
                <a:moveTo>
                  <a:pt x="824253" y="675796"/>
                </a:moveTo>
                <a:lnTo>
                  <a:pt x="859656" y="675796"/>
                </a:lnTo>
                <a:lnTo>
                  <a:pt x="859656" y="676536"/>
                </a:lnTo>
                <a:lnTo>
                  <a:pt x="824253" y="676536"/>
                </a:lnTo>
                <a:close/>
                <a:moveTo>
                  <a:pt x="669728" y="675796"/>
                </a:moveTo>
                <a:lnTo>
                  <a:pt x="758444" y="675796"/>
                </a:lnTo>
                <a:lnTo>
                  <a:pt x="758444" y="676536"/>
                </a:lnTo>
                <a:lnTo>
                  <a:pt x="669728" y="676536"/>
                </a:lnTo>
                <a:close/>
                <a:moveTo>
                  <a:pt x="491878" y="675796"/>
                </a:moveTo>
                <a:lnTo>
                  <a:pt x="518535" y="675796"/>
                </a:lnTo>
                <a:lnTo>
                  <a:pt x="518535" y="676536"/>
                </a:lnTo>
                <a:lnTo>
                  <a:pt x="491878" y="676536"/>
                </a:lnTo>
                <a:close/>
                <a:moveTo>
                  <a:pt x="492295" y="676536"/>
                </a:moveTo>
                <a:lnTo>
                  <a:pt x="519784" y="676536"/>
                </a:lnTo>
                <a:lnTo>
                  <a:pt x="519784" y="677276"/>
                </a:lnTo>
                <a:lnTo>
                  <a:pt x="492295" y="677276"/>
                </a:lnTo>
                <a:close/>
                <a:moveTo>
                  <a:pt x="533529" y="676536"/>
                </a:moveTo>
                <a:lnTo>
                  <a:pt x="567266" y="676536"/>
                </a:lnTo>
                <a:lnTo>
                  <a:pt x="567266" y="677276"/>
                </a:lnTo>
                <a:lnTo>
                  <a:pt x="533529" y="677276"/>
                </a:lnTo>
                <a:close/>
                <a:moveTo>
                  <a:pt x="824253" y="676536"/>
                </a:moveTo>
                <a:lnTo>
                  <a:pt x="860073" y="676536"/>
                </a:lnTo>
                <a:lnTo>
                  <a:pt x="860073" y="677276"/>
                </a:lnTo>
                <a:lnTo>
                  <a:pt x="824253" y="677276"/>
                </a:lnTo>
                <a:close/>
                <a:moveTo>
                  <a:pt x="39965" y="675796"/>
                </a:moveTo>
                <a:lnTo>
                  <a:pt x="374422" y="675796"/>
                </a:lnTo>
                <a:lnTo>
                  <a:pt x="374422" y="677276"/>
                </a:lnTo>
                <a:lnTo>
                  <a:pt x="39965" y="677276"/>
                </a:lnTo>
                <a:close/>
                <a:moveTo>
                  <a:pt x="670144" y="676536"/>
                </a:moveTo>
                <a:lnTo>
                  <a:pt x="758444" y="676536"/>
                </a:lnTo>
                <a:lnTo>
                  <a:pt x="758444" y="677276"/>
                </a:lnTo>
                <a:lnTo>
                  <a:pt x="670144" y="677276"/>
                </a:lnTo>
                <a:close/>
                <a:moveTo>
                  <a:pt x="532280" y="677276"/>
                </a:moveTo>
                <a:lnTo>
                  <a:pt x="567266" y="677276"/>
                </a:lnTo>
                <a:lnTo>
                  <a:pt x="567266" y="678016"/>
                </a:lnTo>
                <a:lnTo>
                  <a:pt x="532280" y="678016"/>
                </a:lnTo>
                <a:close/>
                <a:moveTo>
                  <a:pt x="670144" y="677276"/>
                </a:moveTo>
                <a:lnTo>
                  <a:pt x="758028" y="677276"/>
                </a:lnTo>
                <a:lnTo>
                  <a:pt x="758028" y="678016"/>
                </a:lnTo>
                <a:lnTo>
                  <a:pt x="670144" y="678016"/>
                </a:lnTo>
                <a:close/>
                <a:moveTo>
                  <a:pt x="493128" y="677276"/>
                </a:moveTo>
                <a:lnTo>
                  <a:pt x="520617" y="677276"/>
                </a:lnTo>
                <a:lnTo>
                  <a:pt x="520617" y="678016"/>
                </a:lnTo>
                <a:lnTo>
                  <a:pt x="493128" y="678016"/>
                </a:lnTo>
                <a:close/>
                <a:moveTo>
                  <a:pt x="824669" y="677276"/>
                </a:moveTo>
                <a:lnTo>
                  <a:pt x="860073" y="677276"/>
                </a:lnTo>
                <a:lnTo>
                  <a:pt x="860073" y="678016"/>
                </a:lnTo>
                <a:lnTo>
                  <a:pt x="824669" y="678016"/>
                </a:lnTo>
                <a:close/>
                <a:moveTo>
                  <a:pt x="824669" y="678016"/>
                </a:moveTo>
                <a:lnTo>
                  <a:pt x="860489" y="678016"/>
                </a:lnTo>
                <a:lnTo>
                  <a:pt x="860489" y="678756"/>
                </a:lnTo>
                <a:lnTo>
                  <a:pt x="824669" y="678756"/>
                </a:lnTo>
                <a:close/>
                <a:moveTo>
                  <a:pt x="530613" y="678016"/>
                </a:moveTo>
                <a:lnTo>
                  <a:pt x="566850" y="678016"/>
                </a:lnTo>
                <a:lnTo>
                  <a:pt x="566850" y="678756"/>
                </a:lnTo>
                <a:lnTo>
                  <a:pt x="530613" y="678756"/>
                </a:lnTo>
                <a:close/>
                <a:moveTo>
                  <a:pt x="39548" y="677276"/>
                </a:moveTo>
                <a:lnTo>
                  <a:pt x="374422" y="677276"/>
                </a:lnTo>
                <a:lnTo>
                  <a:pt x="374422" y="678756"/>
                </a:lnTo>
                <a:lnTo>
                  <a:pt x="39548" y="678756"/>
                </a:lnTo>
                <a:close/>
                <a:moveTo>
                  <a:pt x="670561" y="678016"/>
                </a:moveTo>
                <a:lnTo>
                  <a:pt x="758028" y="678016"/>
                </a:lnTo>
                <a:lnTo>
                  <a:pt x="758028" y="678756"/>
                </a:lnTo>
                <a:lnTo>
                  <a:pt x="670561" y="678756"/>
                </a:lnTo>
                <a:close/>
                <a:moveTo>
                  <a:pt x="493961" y="678016"/>
                </a:moveTo>
                <a:lnTo>
                  <a:pt x="522283" y="678016"/>
                </a:lnTo>
                <a:lnTo>
                  <a:pt x="522283" y="678756"/>
                </a:lnTo>
                <a:lnTo>
                  <a:pt x="493961" y="678756"/>
                </a:lnTo>
                <a:close/>
                <a:moveTo>
                  <a:pt x="494794" y="678756"/>
                </a:moveTo>
                <a:lnTo>
                  <a:pt x="566850" y="678756"/>
                </a:lnTo>
                <a:lnTo>
                  <a:pt x="566850" y="679497"/>
                </a:lnTo>
                <a:lnTo>
                  <a:pt x="494794" y="679497"/>
                </a:lnTo>
                <a:close/>
                <a:moveTo>
                  <a:pt x="825086" y="678756"/>
                </a:moveTo>
                <a:lnTo>
                  <a:pt x="860489" y="678756"/>
                </a:lnTo>
                <a:lnTo>
                  <a:pt x="860489" y="679497"/>
                </a:lnTo>
                <a:lnTo>
                  <a:pt x="825086" y="679497"/>
                </a:lnTo>
                <a:close/>
                <a:moveTo>
                  <a:pt x="670561" y="678756"/>
                </a:moveTo>
                <a:lnTo>
                  <a:pt x="757611" y="678756"/>
                </a:lnTo>
                <a:lnTo>
                  <a:pt x="757611" y="679497"/>
                </a:lnTo>
                <a:lnTo>
                  <a:pt x="670561" y="679497"/>
                </a:lnTo>
                <a:close/>
                <a:moveTo>
                  <a:pt x="495627" y="679497"/>
                </a:moveTo>
                <a:lnTo>
                  <a:pt x="566433" y="679497"/>
                </a:lnTo>
                <a:lnTo>
                  <a:pt x="566433" y="680237"/>
                </a:lnTo>
                <a:lnTo>
                  <a:pt x="495627" y="680237"/>
                </a:lnTo>
                <a:close/>
                <a:moveTo>
                  <a:pt x="670977" y="679497"/>
                </a:moveTo>
                <a:lnTo>
                  <a:pt x="757195" y="679497"/>
                </a:lnTo>
                <a:lnTo>
                  <a:pt x="757195" y="680237"/>
                </a:lnTo>
                <a:lnTo>
                  <a:pt x="670977" y="680237"/>
                </a:lnTo>
                <a:close/>
                <a:moveTo>
                  <a:pt x="825086" y="679497"/>
                </a:moveTo>
                <a:lnTo>
                  <a:pt x="860906" y="679497"/>
                </a:lnTo>
                <a:lnTo>
                  <a:pt x="860906" y="680237"/>
                </a:lnTo>
                <a:lnTo>
                  <a:pt x="825086" y="680237"/>
                </a:lnTo>
                <a:close/>
                <a:moveTo>
                  <a:pt x="825502" y="680237"/>
                </a:moveTo>
                <a:lnTo>
                  <a:pt x="860906" y="680237"/>
                </a:lnTo>
                <a:lnTo>
                  <a:pt x="860906" y="680977"/>
                </a:lnTo>
                <a:lnTo>
                  <a:pt x="825502" y="680977"/>
                </a:lnTo>
                <a:close/>
                <a:moveTo>
                  <a:pt x="671394" y="680237"/>
                </a:moveTo>
                <a:lnTo>
                  <a:pt x="757195" y="680237"/>
                </a:lnTo>
                <a:lnTo>
                  <a:pt x="757195" y="680977"/>
                </a:lnTo>
                <a:lnTo>
                  <a:pt x="671394" y="680977"/>
                </a:lnTo>
                <a:close/>
                <a:moveTo>
                  <a:pt x="496043" y="680237"/>
                </a:moveTo>
                <a:lnTo>
                  <a:pt x="566433" y="680237"/>
                </a:lnTo>
                <a:lnTo>
                  <a:pt x="566433" y="680977"/>
                </a:lnTo>
                <a:lnTo>
                  <a:pt x="496043" y="680977"/>
                </a:lnTo>
                <a:close/>
                <a:moveTo>
                  <a:pt x="825502" y="680977"/>
                </a:moveTo>
                <a:lnTo>
                  <a:pt x="861322" y="680977"/>
                </a:lnTo>
                <a:lnTo>
                  <a:pt x="861322" y="681717"/>
                </a:lnTo>
                <a:lnTo>
                  <a:pt x="825502" y="681717"/>
                </a:lnTo>
                <a:close/>
                <a:moveTo>
                  <a:pt x="671394" y="680977"/>
                </a:moveTo>
                <a:lnTo>
                  <a:pt x="756778" y="680977"/>
                </a:lnTo>
                <a:lnTo>
                  <a:pt x="756778" y="681717"/>
                </a:lnTo>
                <a:lnTo>
                  <a:pt x="671394" y="681717"/>
                </a:lnTo>
                <a:close/>
                <a:moveTo>
                  <a:pt x="496876" y="680977"/>
                </a:moveTo>
                <a:lnTo>
                  <a:pt x="566017" y="680977"/>
                </a:lnTo>
                <a:lnTo>
                  <a:pt x="566017" y="681717"/>
                </a:lnTo>
                <a:lnTo>
                  <a:pt x="496876" y="681717"/>
                </a:lnTo>
                <a:close/>
                <a:moveTo>
                  <a:pt x="825919" y="681717"/>
                </a:moveTo>
                <a:lnTo>
                  <a:pt x="861322" y="681717"/>
                </a:lnTo>
                <a:lnTo>
                  <a:pt x="861322" y="682457"/>
                </a:lnTo>
                <a:lnTo>
                  <a:pt x="825919" y="682457"/>
                </a:lnTo>
                <a:close/>
                <a:moveTo>
                  <a:pt x="497293" y="681717"/>
                </a:moveTo>
                <a:lnTo>
                  <a:pt x="566017" y="681717"/>
                </a:lnTo>
                <a:lnTo>
                  <a:pt x="566017" y="682457"/>
                </a:lnTo>
                <a:lnTo>
                  <a:pt x="497293" y="682457"/>
                </a:lnTo>
                <a:close/>
                <a:moveTo>
                  <a:pt x="671810" y="681717"/>
                </a:moveTo>
                <a:lnTo>
                  <a:pt x="756362" y="681717"/>
                </a:lnTo>
                <a:lnTo>
                  <a:pt x="756362" y="682457"/>
                </a:lnTo>
                <a:lnTo>
                  <a:pt x="671810" y="682457"/>
                </a:lnTo>
                <a:close/>
                <a:moveTo>
                  <a:pt x="672227" y="682457"/>
                </a:moveTo>
                <a:lnTo>
                  <a:pt x="756362" y="682457"/>
                </a:lnTo>
                <a:lnTo>
                  <a:pt x="756362" y="683198"/>
                </a:lnTo>
                <a:lnTo>
                  <a:pt x="672227" y="683198"/>
                </a:lnTo>
                <a:close/>
                <a:moveTo>
                  <a:pt x="825919" y="682457"/>
                </a:moveTo>
                <a:lnTo>
                  <a:pt x="861739" y="682457"/>
                </a:lnTo>
                <a:lnTo>
                  <a:pt x="861739" y="683198"/>
                </a:lnTo>
                <a:lnTo>
                  <a:pt x="825919" y="683198"/>
                </a:lnTo>
                <a:close/>
                <a:moveTo>
                  <a:pt x="498126" y="682457"/>
                </a:moveTo>
                <a:lnTo>
                  <a:pt x="565600" y="682457"/>
                </a:lnTo>
                <a:lnTo>
                  <a:pt x="565600" y="683198"/>
                </a:lnTo>
                <a:lnTo>
                  <a:pt x="498126" y="683198"/>
                </a:lnTo>
                <a:close/>
                <a:moveTo>
                  <a:pt x="826335" y="683198"/>
                </a:moveTo>
                <a:lnTo>
                  <a:pt x="861739" y="683198"/>
                </a:lnTo>
                <a:lnTo>
                  <a:pt x="861739" y="683938"/>
                </a:lnTo>
                <a:lnTo>
                  <a:pt x="826335" y="683938"/>
                </a:lnTo>
                <a:close/>
                <a:moveTo>
                  <a:pt x="498959" y="683198"/>
                </a:moveTo>
                <a:lnTo>
                  <a:pt x="565600" y="683198"/>
                </a:lnTo>
                <a:lnTo>
                  <a:pt x="565600" y="683938"/>
                </a:lnTo>
                <a:lnTo>
                  <a:pt x="498959" y="683938"/>
                </a:lnTo>
                <a:close/>
                <a:moveTo>
                  <a:pt x="672227" y="683198"/>
                </a:moveTo>
                <a:lnTo>
                  <a:pt x="755945" y="683198"/>
                </a:lnTo>
                <a:lnTo>
                  <a:pt x="755945" y="683938"/>
                </a:lnTo>
                <a:lnTo>
                  <a:pt x="672227" y="683938"/>
                </a:lnTo>
                <a:close/>
                <a:moveTo>
                  <a:pt x="826335" y="683938"/>
                </a:moveTo>
                <a:lnTo>
                  <a:pt x="862155" y="683938"/>
                </a:lnTo>
                <a:lnTo>
                  <a:pt x="862155" y="684678"/>
                </a:lnTo>
                <a:lnTo>
                  <a:pt x="826335" y="684678"/>
                </a:lnTo>
                <a:close/>
                <a:moveTo>
                  <a:pt x="672643" y="683938"/>
                </a:moveTo>
                <a:lnTo>
                  <a:pt x="755529" y="683938"/>
                </a:lnTo>
                <a:lnTo>
                  <a:pt x="755529" y="684678"/>
                </a:lnTo>
                <a:lnTo>
                  <a:pt x="672643" y="684678"/>
                </a:lnTo>
                <a:close/>
                <a:moveTo>
                  <a:pt x="499375" y="683938"/>
                </a:moveTo>
                <a:lnTo>
                  <a:pt x="565184" y="683938"/>
                </a:lnTo>
                <a:lnTo>
                  <a:pt x="565184" y="684678"/>
                </a:lnTo>
                <a:lnTo>
                  <a:pt x="499375" y="684678"/>
                </a:lnTo>
                <a:close/>
                <a:moveTo>
                  <a:pt x="499792" y="684678"/>
                </a:moveTo>
                <a:lnTo>
                  <a:pt x="565184" y="684678"/>
                </a:lnTo>
                <a:lnTo>
                  <a:pt x="565184" y="685418"/>
                </a:lnTo>
                <a:lnTo>
                  <a:pt x="499792" y="685418"/>
                </a:lnTo>
                <a:close/>
                <a:moveTo>
                  <a:pt x="826752" y="684678"/>
                </a:moveTo>
                <a:lnTo>
                  <a:pt x="862155" y="684678"/>
                </a:lnTo>
                <a:lnTo>
                  <a:pt x="862155" y="685418"/>
                </a:lnTo>
                <a:lnTo>
                  <a:pt x="826752" y="685418"/>
                </a:lnTo>
                <a:close/>
                <a:moveTo>
                  <a:pt x="673060" y="684678"/>
                </a:moveTo>
                <a:lnTo>
                  <a:pt x="755529" y="684678"/>
                </a:lnTo>
                <a:lnTo>
                  <a:pt x="755529" y="685418"/>
                </a:lnTo>
                <a:lnTo>
                  <a:pt x="673060" y="685418"/>
                </a:lnTo>
                <a:close/>
                <a:moveTo>
                  <a:pt x="826752" y="685418"/>
                </a:moveTo>
                <a:lnTo>
                  <a:pt x="862572" y="685418"/>
                </a:lnTo>
                <a:lnTo>
                  <a:pt x="862572" y="686158"/>
                </a:lnTo>
                <a:lnTo>
                  <a:pt x="826752" y="686158"/>
                </a:lnTo>
                <a:close/>
                <a:moveTo>
                  <a:pt x="673060" y="685418"/>
                </a:moveTo>
                <a:lnTo>
                  <a:pt x="755112" y="685418"/>
                </a:lnTo>
                <a:lnTo>
                  <a:pt x="755112" y="686158"/>
                </a:lnTo>
                <a:lnTo>
                  <a:pt x="673060" y="686158"/>
                </a:lnTo>
                <a:close/>
                <a:moveTo>
                  <a:pt x="500625" y="685418"/>
                </a:moveTo>
                <a:lnTo>
                  <a:pt x="564767" y="685418"/>
                </a:lnTo>
                <a:lnTo>
                  <a:pt x="564767" y="686158"/>
                </a:lnTo>
                <a:lnTo>
                  <a:pt x="500625" y="686158"/>
                </a:lnTo>
                <a:close/>
                <a:moveTo>
                  <a:pt x="827168" y="686158"/>
                </a:moveTo>
                <a:lnTo>
                  <a:pt x="862572" y="686158"/>
                </a:lnTo>
                <a:lnTo>
                  <a:pt x="862572" y="686899"/>
                </a:lnTo>
                <a:lnTo>
                  <a:pt x="827168" y="686899"/>
                </a:lnTo>
                <a:close/>
                <a:moveTo>
                  <a:pt x="501041" y="686158"/>
                </a:moveTo>
                <a:lnTo>
                  <a:pt x="564767" y="686158"/>
                </a:lnTo>
                <a:lnTo>
                  <a:pt x="564767" y="686899"/>
                </a:lnTo>
                <a:lnTo>
                  <a:pt x="501041" y="686899"/>
                </a:lnTo>
                <a:close/>
                <a:moveTo>
                  <a:pt x="673476" y="686158"/>
                </a:moveTo>
                <a:lnTo>
                  <a:pt x="754696" y="686158"/>
                </a:lnTo>
                <a:lnTo>
                  <a:pt x="754696" y="686899"/>
                </a:lnTo>
                <a:lnTo>
                  <a:pt x="673476" y="686899"/>
                </a:lnTo>
                <a:close/>
                <a:moveTo>
                  <a:pt x="501458" y="686899"/>
                </a:moveTo>
                <a:lnTo>
                  <a:pt x="564351" y="686899"/>
                </a:lnTo>
                <a:lnTo>
                  <a:pt x="564351" y="687639"/>
                </a:lnTo>
                <a:lnTo>
                  <a:pt x="501458" y="687639"/>
                </a:lnTo>
                <a:close/>
                <a:moveTo>
                  <a:pt x="827168" y="686899"/>
                </a:moveTo>
                <a:lnTo>
                  <a:pt x="862988" y="686899"/>
                </a:lnTo>
                <a:lnTo>
                  <a:pt x="862988" y="687639"/>
                </a:lnTo>
                <a:lnTo>
                  <a:pt x="827168" y="687639"/>
                </a:lnTo>
                <a:close/>
                <a:moveTo>
                  <a:pt x="673893" y="686899"/>
                </a:moveTo>
                <a:lnTo>
                  <a:pt x="754279" y="686899"/>
                </a:lnTo>
                <a:lnTo>
                  <a:pt x="754279" y="687639"/>
                </a:lnTo>
                <a:lnTo>
                  <a:pt x="673893" y="687639"/>
                </a:lnTo>
                <a:close/>
                <a:moveTo>
                  <a:pt x="674309" y="687639"/>
                </a:moveTo>
                <a:lnTo>
                  <a:pt x="753863" y="687639"/>
                </a:lnTo>
                <a:lnTo>
                  <a:pt x="753863" y="688379"/>
                </a:lnTo>
                <a:lnTo>
                  <a:pt x="674309" y="688379"/>
                </a:lnTo>
                <a:close/>
                <a:moveTo>
                  <a:pt x="827585" y="687639"/>
                </a:moveTo>
                <a:lnTo>
                  <a:pt x="862988" y="687639"/>
                </a:lnTo>
                <a:lnTo>
                  <a:pt x="862988" y="688379"/>
                </a:lnTo>
                <a:lnTo>
                  <a:pt x="827585" y="688379"/>
                </a:lnTo>
                <a:close/>
                <a:moveTo>
                  <a:pt x="502291" y="687639"/>
                </a:moveTo>
                <a:lnTo>
                  <a:pt x="563934" y="687639"/>
                </a:lnTo>
                <a:lnTo>
                  <a:pt x="563934" y="688379"/>
                </a:lnTo>
                <a:lnTo>
                  <a:pt x="502291" y="688379"/>
                </a:lnTo>
                <a:close/>
                <a:moveTo>
                  <a:pt x="502707" y="688379"/>
                </a:moveTo>
                <a:lnTo>
                  <a:pt x="563518" y="688379"/>
                </a:lnTo>
                <a:lnTo>
                  <a:pt x="563518" y="689119"/>
                </a:lnTo>
                <a:lnTo>
                  <a:pt x="502707" y="689119"/>
                </a:lnTo>
                <a:close/>
                <a:moveTo>
                  <a:pt x="827585" y="688379"/>
                </a:moveTo>
                <a:lnTo>
                  <a:pt x="863405" y="688379"/>
                </a:lnTo>
                <a:lnTo>
                  <a:pt x="863405" y="689119"/>
                </a:lnTo>
                <a:lnTo>
                  <a:pt x="827585" y="689119"/>
                </a:lnTo>
                <a:close/>
                <a:moveTo>
                  <a:pt x="503124" y="689119"/>
                </a:moveTo>
                <a:lnTo>
                  <a:pt x="563518" y="689119"/>
                </a:lnTo>
                <a:lnTo>
                  <a:pt x="563518" y="689859"/>
                </a:lnTo>
                <a:lnTo>
                  <a:pt x="503124" y="689859"/>
                </a:lnTo>
                <a:close/>
                <a:moveTo>
                  <a:pt x="828001" y="689119"/>
                </a:moveTo>
                <a:lnTo>
                  <a:pt x="863405" y="689119"/>
                </a:lnTo>
                <a:lnTo>
                  <a:pt x="863405" y="689859"/>
                </a:lnTo>
                <a:lnTo>
                  <a:pt x="828001" y="689859"/>
                </a:lnTo>
                <a:close/>
                <a:moveTo>
                  <a:pt x="674726" y="688379"/>
                </a:moveTo>
                <a:lnTo>
                  <a:pt x="753446" y="688379"/>
                </a:lnTo>
                <a:lnTo>
                  <a:pt x="753446" y="689859"/>
                </a:lnTo>
                <a:lnTo>
                  <a:pt x="674726" y="689859"/>
                </a:lnTo>
                <a:close/>
                <a:moveTo>
                  <a:pt x="675559" y="689859"/>
                </a:moveTo>
                <a:lnTo>
                  <a:pt x="753030" y="689859"/>
                </a:lnTo>
                <a:lnTo>
                  <a:pt x="753030" y="690600"/>
                </a:lnTo>
                <a:lnTo>
                  <a:pt x="675559" y="690600"/>
                </a:lnTo>
                <a:close/>
                <a:moveTo>
                  <a:pt x="828418" y="689859"/>
                </a:moveTo>
                <a:lnTo>
                  <a:pt x="863405" y="689859"/>
                </a:lnTo>
                <a:lnTo>
                  <a:pt x="863405" y="690600"/>
                </a:lnTo>
                <a:lnTo>
                  <a:pt x="828418" y="690600"/>
                </a:lnTo>
                <a:close/>
                <a:moveTo>
                  <a:pt x="503957" y="689859"/>
                </a:moveTo>
                <a:lnTo>
                  <a:pt x="563101" y="689859"/>
                </a:lnTo>
                <a:lnTo>
                  <a:pt x="563101" y="690600"/>
                </a:lnTo>
                <a:lnTo>
                  <a:pt x="503957" y="690600"/>
                </a:lnTo>
                <a:close/>
                <a:moveTo>
                  <a:pt x="828418" y="690600"/>
                </a:moveTo>
                <a:lnTo>
                  <a:pt x="863821" y="690600"/>
                </a:lnTo>
                <a:lnTo>
                  <a:pt x="863821" y="691340"/>
                </a:lnTo>
                <a:lnTo>
                  <a:pt x="828418" y="691340"/>
                </a:lnTo>
                <a:close/>
                <a:moveTo>
                  <a:pt x="504373" y="690600"/>
                </a:moveTo>
                <a:lnTo>
                  <a:pt x="562685" y="690600"/>
                </a:lnTo>
                <a:lnTo>
                  <a:pt x="562685" y="691340"/>
                </a:lnTo>
                <a:lnTo>
                  <a:pt x="504373" y="691340"/>
                </a:lnTo>
                <a:close/>
                <a:moveTo>
                  <a:pt x="675559" y="690600"/>
                </a:moveTo>
                <a:lnTo>
                  <a:pt x="752613" y="690600"/>
                </a:lnTo>
                <a:lnTo>
                  <a:pt x="752613" y="691340"/>
                </a:lnTo>
                <a:lnTo>
                  <a:pt x="675559" y="691340"/>
                </a:lnTo>
                <a:close/>
                <a:moveTo>
                  <a:pt x="828418" y="691340"/>
                </a:moveTo>
                <a:lnTo>
                  <a:pt x="864238" y="691340"/>
                </a:lnTo>
                <a:lnTo>
                  <a:pt x="864238" y="692080"/>
                </a:lnTo>
                <a:lnTo>
                  <a:pt x="828418" y="692080"/>
                </a:lnTo>
                <a:close/>
                <a:moveTo>
                  <a:pt x="504790" y="691340"/>
                </a:moveTo>
                <a:lnTo>
                  <a:pt x="562685" y="691340"/>
                </a:lnTo>
                <a:lnTo>
                  <a:pt x="562685" y="692080"/>
                </a:lnTo>
                <a:lnTo>
                  <a:pt x="504790" y="692080"/>
                </a:lnTo>
                <a:close/>
                <a:moveTo>
                  <a:pt x="675975" y="691340"/>
                </a:moveTo>
                <a:lnTo>
                  <a:pt x="752197" y="691340"/>
                </a:lnTo>
                <a:lnTo>
                  <a:pt x="752197" y="692080"/>
                </a:lnTo>
                <a:lnTo>
                  <a:pt x="675975" y="692080"/>
                </a:lnTo>
                <a:close/>
                <a:moveTo>
                  <a:pt x="828834" y="692080"/>
                </a:moveTo>
                <a:lnTo>
                  <a:pt x="864238" y="692080"/>
                </a:lnTo>
                <a:lnTo>
                  <a:pt x="864238" y="692820"/>
                </a:lnTo>
                <a:lnTo>
                  <a:pt x="828834" y="692820"/>
                </a:lnTo>
                <a:close/>
                <a:moveTo>
                  <a:pt x="676392" y="692080"/>
                </a:moveTo>
                <a:lnTo>
                  <a:pt x="751780" y="692080"/>
                </a:lnTo>
                <a:lnTo>
                  <a:pt x="751780" y="692820"/>
                </a:lnTo>
                <a:lnTo>
                  <a:pt x="676392" y="692820"/>
                </a:lnTo>
                <a:close/>
                <a:moveTo>
                  <a:pt x="505206" y="692080"/>
                </a:moveTo>
                <a:lnTo>
                  <a:pt x="562268" y="692080"/>
                </a:lnTo>
                <a:lnTo>
                  <a:pt x="562268" y="692820"/>
                </a:lnTo>
                <a:lnTo>
                  <a:pt x="505206" y="692820"/>
                </a:lnTo>
                <a:close/>
                <a:moveTo>
                  <a:pt x="829251" y="692820"/>
                </a:moveTo>
                <a:lnTo>
                  <a:pt x="864238" y="692820"/>
                </a:lnTo>
                <a:lnTo>
                  <a:pt x="864238" y="693560"/>
                </a:lnTo>
                <a:lnTo>
                  <a:pt x="829251" y="693560"/>
                </a:lnTo>
                <a:close/>
                <a:moveTo>
                  <a:pt x="505623" y="692820"/>
                </a:moveTo>
                <a:lnTo>
                  <a:pt x="561852" y="692820"/>
                </a:lnTo>
                <a:lnTo>
                  <a:pt x="561852" y="693560"/>
                </a:lnTo>
                <a:lnTo>
                  <a:pt x="505623" y="693560"/>
                </a:lnTo>
                <a:close/>
                <a:moveTo>
                  <a:pt x="676808" y="692820"/>
                </a:moveTo>
                <a:lnTo>
                  <a:pt x="751364" y="692820"/>
                </a:lnTo>
                <a:lnTo>
                  <a:pt x="751364" y="693560"/>
                </a:lnTo>
                <a:lnTo>
                  <a:pt x="676808" y="693560"/>
                </a:lnTo>
                <a:close/>
                <a:moveTo>
                  <a:pt x="677225" y="693560"/>
                </a:moveTo>
                <a:lnTo>
                  <a:pt x="750947" y="693560"/>
                </a:lnTo>
                <a:lnTo>
                  <a:pt x="750947" y="694301"/>
                </a:lnTo>
                <a:lnTo>
                  <a:pt x="677225" y="694301"/>
                </a:lnTo>
                <a:close/>
                <a:moveTo>
                  <a:pt x="506039" y="693560"/>
                </a:moveTo>
                <a:lnTo>
                  <a:pt x="561435" y="693560"/>
                </a:lnTo>
                <a:lnTo>
                  <a:pt x="561435" y="694301"/>
                </a:lnTo>
                <a:lnTo>
                  <a:pt x="506039" y="694301"/>
                </a:lnTo>
                <a:close/>
                <a:moveTo>
                  <a:pt x="506456" y="694301"/>
                </a:moveTo>
                <a:lnTo>
                  <a:pt x="561019" y="694301"/>
                </a:lnTo>
                <a:lnTo>
                  <a:pt x="561019" y="695041"/>
                </a:lnTo>
                <a:lnTo>
                  <a:pt x="506456" y="695041"/>
                </a:lnTo>
                <a:close/>
                <a:moveTo>
                  <a:pt x="829251" y="693560"/>
                </a:moveTo>
                <a:lnTo>
                  <a:pt x="864654" y="693560"/>
                </a:lnTo>
                <a:lnTo>
                  <a:pt x="864654" y="695041"/>
                </a:lnTo>
                <a:lnTo>
                  <a:pt x="829251" y="695041"/>
                </a:lnTo>
                <a:close/>
                <a:moveTo>
                  <a:pt x="677641" y="694301"/>
                </a:moveTo>
                <a:lnTo>
                  <a:pt x="750531" y="694301"/>
                </a:lnTo>
                <a:lnTo>
                  <a:pt x="750531" y="695041"/>
                </a:lnTo>
                <a:lnTo>
                  <a:pt x="677641" y="695041"/>
                </a:lnTo>
                <a:close/>
                <a:moveTo>
                  <a:pt x="507289" y="695041"/>
                </a:moveTo>
                <a:lnTo>
                  <a:pt x="560602" y="695041"/>
                </a:lnTo>
                <a:lnTo>
                  <a:pt x="560602" y="695781"/>
                </a:lnTo>
                <a:lnTo>
                  <a:pt x="507289" y="695781"/>
                </a:lnTo>
                <a:close/>
                <a:moveTo>
                  <a:pt x="829667" y="695041"/>
                </a:moveTo>
                <a:lnTo>
                  <a:pt x="865071" y="695041"/>
                </a:lnTo>
                <a:lnTo>
                  <a:pt x="865071" y="695781"/>
                </a:lnTo>
                <a:lnTo>
                  <a:pt x="829667" y="695781"/>
                </a:lnTo>
                <a:close/>
                <a:moveTo>
                  <a:pt x="678058" y="695041"/>
                </a:moveTo>
                <a:lnTo>
                  <a:pt x="750114" y="695041"/>
                </a:lnTo>
                <a:lnTo>
                  <a:pt x="750114" y="695781"/>
                </a:lnTo>
                <a:lnTo>
                  <a:pt x="678058" y="695781"/>
                </a:lnTo>
                <a:close/>
                <a:moveTo>
                  <a:pt x="507705" y="695781"/>
                </a:moveTo>
                <a:lnTo>
                  <a:pt x="560186" y="695781"/>
                </a:lnTo>
                <a:lnTo>
                  <a:pt x="560186" y="696521"/>
                </a:lnTo>
                <a:lnTo>
                  <a:pt x="507705" y="696521"/>
                </a:lnTo>
                <a:close/>
                <a:moveTo>
                  <a:pt x="830084" y="695781"/>
                </a:moveTo>
                <a:lnTo>
                  <a:pt x="865071" y="695781"/>
                </a:lnTo>
                <a:lnTo>
                  <a:pt x="865071" y="696521"/>
                </a:lnTo>
                <a:lnTo>
                  <a:pt x="830084" y="696521"/>
                </a:lnTo>
                <a:close/>
                <a:moveTo>
                  <a:pt x="678474" y="695781"/>
                </a:moveTo>
                <a:lnTo>
                  <a:pt x="749698" y="695781"/>
                </a:lnTo>
                <a:lnTo>
                  <a:pt x="749698" y="696521"/>
                </a:lnTo>
                <a:lnTo>
                  <a:pt x="678474" y="696521"/>
                </a:lnTo>
                <a:close/>
                <a:moveTo>
                  <a:pt x="830084" y="696521"/>
                </a:moveTo>
                <a:lnTo>
                  <a:pt x="865487" y="696521"/>
                </a:lnTo>
                <a:lnTo>
                  <a:pt x="865487" y="697261"/>
                </a:lnTo>
                <a:lnTo>
                  <a:pt x="830084" y="697261"/>
                </a:lnTo>
                <a:close/>
                <a:moveTo>
                  <a:pt x="678891" y="696521"/>
                </a:moveTo>
                <a:lnTo>
                  <a:pt x="749281" y="696521"/>
                </a:lnTo>
                <a:lnTo>
                  <a:pt x="749281" y="697261"/>
                </a:lnTo>
                <a:lnTo>
                  <a:pt x="678891" y="697261"/>
                </a:lnTo>
                <a:close/>
                <a:moveTo>
                  <a:pt x="508122" y="696521"/>
                </a:moveTo>
                <a:lnTo>
                  <a:pt x="559769" y="696521"/>
                </a:lnTo>
                <a:lnTo>
                  <a:pt x="559769" y="697261"/>
                </a:lnTo>
                <a:lnTo>
                  <a:pt x="508122" y="697261"/>
                </a:lnTo>
                <a:close/>
                <a:moveTo>
                  <a:pt x="679724" y="697261"/>
                </a:moveTo>
                <a:lnTo>
                  <a:pt x="748448" y="697261"/>
                </a:lnTo>
                <a:lnTo>
                  <a:pt x="748448" y="698001"/>
                </a:lnTo>
                <a:lnTo>
                  <a:pt x="679724" y="698001"/>
                </a:lnTo>
                <a:close/>
                <a:moveTo>
                  <a:pt x="830501" y="697261"/>
                </a:moveTo>
                <a:lnTo>
                  <a:pt x="865487" y="697261"/>
                </a:lnTo>
                <a:lnTo>
                  <a:pt x="865487" y="698001"/>
                </a:lnTo>
                <a:lnTo>
                  <a:pt x="830501" y="698001"/>
                </a:lnTo>
                <a:close/>
                <a:moveTo>
                  <a:pt x="508538" y="697261"/>
                </a:moveTo>
                <a:lnTo>
                  <a:pt x="559353" y="697261"/>
                </a:lnTo>
                <a:lnTo>
                  <a:pt x="559353" y="698001"/>
                </a:lnTo>
                <a:lnTo>
                  <a:pt x="508538" y="698001"/>
                </a:lnTo>
                <a:close/>
                <a:moveTo>
                  <a:pt x="508955" y="698001"/>
                </a:moveTo>
                <a:lnTo>
                  <a:pt x="558936" y="698001"/>
                </a:lnTo>
                <a:lnTo>
                  <a:pt x="558936" y="698742"/>
                </a:lnTo>
                <a:lnTo>
                  <a:pt x="508955" y="698742"/>
                </a:lnTo>
                <a:close/>
                <a:moveTo>
                  <a:pt x="830501" y="698001"/>
                </a:moveTo>
                <a:lnTo>
                  <a:pt x="865904" y="698001"/>
                </a:lnTo>
                <a:lnTo>
                  <a:pt x="865904" y="698742"/>
                </a:lnTo>
                <a:lnTo>
                  <a:pt x="830501" y="698742"/>
                </a:lnTo>
                <a:close/>
                <a:moveTo>
                  <a:pt x="680140" y="698001"/>
                </a:moveTo>
                <a:lnTo>
                  <a:pt x="748032" y="698001"/>
                </a:lnTo>
                <a:lnTo>
                  <a:pt x="748032" y="698742"/>
                </a:lnTo>
                <a:lnTo>
                  <a:pt x="680140" y="698742"/>
                </a:lnTo>
                <a:close/>
                <a:moveTo>
                  <a:pt x="509371" y="698742"/>
                </a:moveTo>
                <a:lnTo>
                  <a:pt x="558520" y="698742"/>
                </a:lnTo>
                <a:lnTo>
                  <a:pt x="558520" y="699482"/>
                </a:lnTo>
                <a:lnTo>
                  <a:pt x="509371" y="699482"/>
                </a:lnTo>
                <a:close/>
                <a:moveTo>
                  <a:pt x="680557" y="698742"/>
                </a:moveTo>
                <a:lnTo>
                  <a:pt x="747615" y="698742"/>
                </a:lnTo>
                <a:lnTo>
                  <a:pt x="747615" y="699482"/>
                </a:lnTo>
                <a:lnTo>
                  <a:pt x="680557" y="699482"/>
                </a:lnTo>
                <a:close/>
                <a:moveTo>
                  <a:pt x="830917" y="698742"/>
                </a:moveTo>
                <a:lnTo>
                  <a:pt x="865904" y="698742"/>
                </a:lnTo>
                <a:lnTo>
                  <a:pt x="865904" y="699482"/>
                </a:lnTo>
                <a:lnTo>
                  <a:pt x="830917" y="699482"/>
                </a:lnTo>
                <a:close/>
                <a:moveTo>
                  <a:pt x="509788" y="699482"/>
                </a:moveTo>
                <a:lnTo>
                  <a:pt x="558103" y="699482"/>
                </a:lnTo>
                <a:lnTo>
                  <a:pt x="558103" y="700222"/>
                </a:lnTo>
                <a:lnTo>
                  <a:pt x="509788" y="700222"/>
                </a:lnTo>
                <a:close/>
                <a:moveTo>
                  <a:pt x="830917" y="699482"/>
                </a:moveTo>
                <a:lnTo>
                  <a:pt x="866320" y="699482"/>
                </a:lnTo>
                <a:lnTo>
                  <a:pt x="866320" y="700222"/>
                </a:lnTo>
                <a:lnTo>
                  <a:pt x="830917" y="700222"/>
                </a:lnTo>
                <a:close/>
                <a:moveTo>
                  <a:pt x="680974" y="699482"/>
                </a:moveTo>
                <a:lnTo>
                  <a:pt x="747199" y="699482"/>
                </a:lnTo>
                <a:lnTo>
                  <a:pt x="747199" y="700222"/>
                </a:lnTo>
                <a:lnTo>
                  <a:pt x="680974" y="700222"/>
                </a:lnTo>
                <a:close/>
                <a:moveTo>
                  <a:pt x="681390" y="700222"/>
                </a:moveTo>
                <a:lnTo>
                  <a:pt x="746366" y="700222"/>
                </a:lnTo>
                <a:lnTo>
                  <a:pt x="746366" y="700962"/>
                </a:lnTo>
                <a:lnTo>
                  <a:pt x="681390" y="700962"/>
                </a:lnTo>
                <a:close/>
                <a:moveTo>
                  <a:pt x="831334" y="700222"/>
                </a:moveTo>
                <a:lnTo>
                  <a:pt x="866320" y="700222"/>
                </a:lnTo>
                <a:lnTo>
                  <a:pt x="866320" y="700962"/>
                </a:lnTo>
                <a:lnTo>
                  <a:pt x="831334" y="700962"/>
                </a:lnTo>
                <a:close/>
                <a:moveTo>
                  <a:pt x="510204" y="700222"/>
                </a:moveTo>
                <a:lnTo>
                  <a:pt x="557687" y="700222"/>
                </a:lnTo>
                <a:lnTo>
                  <a:pt x="557687" y="700962"/>
                </a:lnTo>
                <a:lnTo>
                  <a:pt x="510204" y="700962"/>
                </a:lnTo>
                <a:close/>
                <a:moveTo>
                  <a:pt x="831334" y="700962"/>
                </a:moveTo>
                <a:lnTo>
                  <a:pt x="866737" y="700962"/>
                </a:lnTo>
                <a:lnTo>
                  <a:pt x="866737" y="701702"/>
                </a:lnTo>
                <a:lnTo>
                  <a:pt x="831334" y="701702"/>
                </a:lnTo>
                <a:close/>
                <a:moveTo>
                  <a:pt x="510621" y="700962"/>
                </a:moveTo>
                <a:lnTo>
                  <a:pt x="557270" y="700962"/>
                </a:lnTo>
                <a:lnTo>
                  <a:pt x="557270" y="701702"/>
                </a:lnTo>
                <a:lnTo>
                  <a:pt x="510621" y="701702"/>
                </a:lnTo>
                <a:close/>
                <a:moveTo>
                  <a:pt x="682223" y="700962"/>
                </a:moveTo>
                <a:lnTo>
                  <a:pt x="745949" y="700962"/>
                </a:lnTo>
                <a:lnTo>
                  <a:pt x="745949" y="701702"/>
                </a:lnTo>
                <a:lnTo>
                  <a:pt x="682223" y="701702"/>
                </a:lnTo>
                <a:close/>
                <a:moveTo>
                  <a:pt x="831750" y="701702"/>
                </a:moveTo>
                <a:lnTo>
                  <a:pt x="866737" y="701702"/>
                </a:lnTo>
                <a:lnTo>
                  <a:pt x="866737" y="702443"/>
                </a:lnTo>
                <a:lnTo>
                  <a:pt x="831750" y="702443"/>
                </a:lnTo>
                <a:close/>
                <a:moveTo>
                  <a:pt x="682640" y="701702"/>
                </a:moveTo>
                <a:lnTo>
                  <a:pt x="745533" y="701702"/>
                </a:lnTo>
                <a:lnTo>
                  <a:pt x="745533" y="702443"/>
                </a:lnTo>
                <a:lnTo>
                  <a:pt x="682640" y="702443"/>
                </a:lnTo>
                <a:close/>
                <a:moveTo>
                  <a:pt x="510621" y="701702"/>
                </a:moveTo>
                <a:lnTo>
                  <a:pt x="556437" y="701702"/>
                </a:lnTo>
                <a:lnTo>
                  <a:pt x="556437" y="702443"/>
                </a:lnTo>
                <a:lnTo>
                  <a:pt x="510621" y="702443"/>
                </a:lnTo>
                <a:close/>
                <a:moveTo>
                  <a:pt x="831750" y="702443"/>
                </a:moveTo>
                <a:lnTo>
                  <a:pt x="867153" y="702443"/>
                </a:lnTo>
                <a:lnTo>
                  <a:pt x="867153" y="703183"/>
                </a:lnTo>
                <a:lnTo>
                  <a:pt x="831750" y="703183"/>
                </a:lnTo>
                <a:close/>
                <a:moveTo>
                  <a:pt x="683473" y="702443"/>
                </a:moveTo>
                <a:lnTo>
                  <a:pt x="744700" y="702443"/>
                </a:lnTo>
                <a:lnTo>
                  <a:pt x="744700" y="703183"/>
                </a:lnTo>
                <a:lnTo>
                  <a:pt x="683473" y="703183"/>
                </a:lnTo>
                <a:close/>
                <a:moveTo>
                  <a:pt x="511038" y="702443"/>
                </a:moveTo>
                <a:lnTo>
                  <a:pt x="556021" y="702443"/>
                </a:lnTo>
                <a:lnTo>
                  <a:pt x="556021" y="703183"/>
                </a:lnTo>
                <a:lnTo>
                  <a:pt x="511038" y="703183"/>
                </a:lnTo>
                <a:close/>
                <a:moveTo>
                  <a:pt x="511454" y="703183"/>
                </a:moveTo>
                <a:lnTo>
                  <a:pt x="555188" y="703183"/>
                </a:lnTo>
                <a:lnTo>
                  <a:pt x="555188" y="703923"/>
                </a:lnTo>
                <a:lnTo>
                  <a:pt x="511454" y="703923"/>
                </a:lnTo>
                <a:close/>
                <a:moveTo>
                  <a:pt x="683889" y="703183"/>
                </a:moveTo>
                <a:lnTo>
                  <a:pt x="744283" y="703183"/>
                </a:lnTo>
                <a:lnTo>
                  <a:pt x="744283" y="703923"/>
                </a:lnTo>
                <a:lnTo>
                  <a:pt x="683889" y="703923"/>
                </a:lnTo>
                <a:close/>
                <a:moveTo>
                  <a:pt x="832167" y="703183"/>
                </a:moveTo>
                <a:lnTo>
                  <a:pt x="867153" y="703183"/>
                </a:lnTo>
                <a:lnTo>
                  <a:pt x="867153" y="703923"/>
                </a:lnTo>
                <a:lnTo>
                  <a:pt x="832167" y="703923"/>
                </a:lnTo>
                <a:close/>
                <a:moveTo>
                  <a:pt x="832167" y="703923"/>
                </a:moveTo>
                <a:lnTo>
                  <a:pt x="867570" y="703923"/>
                </a:lnTo>
                <a:lnTo>
                  <a:pt x="867570" y="704663"/>
                </a:lnTo>
                <a:lnTo>
                  <a:pt x="832167" y="704663"/>
                </a:lnTo>
                <a:close/>
                <a:moveTo>
                  <a:pt x="511871" y="703923"/>
                </a:moveTo>
                <a:lnTo>
                  <a:pt x="554771" y="703923"/>
                </a:lnTo>
                <a:lnTo>
                  <a:pt x="554771" y="704663"/>
                </a:lnTo>
                <a:lnTo>
                  <a:pt x="511871" y="704663"/>
                </a:lnTo>
                <a:close/>
                <a:moveTo>
                  <a:pt x="684722" y="703923"/>
                </a:moveTo>
                <a:lnTo>
                  <a:pt x="743450" y="703923"/>
                </a:lnTo>
                <a:lnTo>
                  <a:pt x="743450" y="704663"/>
                </a:lnTo>
                <a:lnTo>
                  <a:pt x="684722" y="704663"/>
                </a:lnTo>
                <a:close/>
                <a:moveTo>
                  <a:pt x="832583" y="704663"/>
                </a:moveTo>
                <a:lnTo>
                  <a:pt x="867570" y="704663"/>
                </a:lnTo>
                <a:lnTo>
                  <a:pt x="867570" y="705403"/>
                </a:lnTo>
                <a:lnTo>
                  <a:pt x="832583" y="705403"/>
                </a:lnTo>
                <a:close/>
                <a:moveTo>
                  <a:pt x="685555" y="704663"/>
                </a:moveTo>
                <a:lnTo>
                  <a:pt x="742617" y="704663"/>
                </a:lnTo>
                <a:lnTo>
                  <a:pt x="742617" y="705403"/>
                </a:lnTo>
                <a:lnTo>
                  <a:pt x="685555" y="705403"/>
                </a:lnTo>
                <a:close/>
                <a:moveTo>
                  <a:pt x="512287" y="704663"/>
                </a:moveTo>
                <a:lnTo>
                  <a:pt x="554355" y="704663"/>
                </a:lnTo>
                <a:lnTo>
                  <a:pt x="554355" y="705403"/>
                </a:lnTo>
                <a:lnTo>
                  <a:pt x="512287" y="705403"/>
                </a:lnTo>
                <a:close/>
                <a:moveTo>
                  <a:pt x="685972" y="705403"/>
                </a:moveTo>
                <a:lnTo>
                  <a:pt x="742200" y="705403"/>
                </a:lnTo>
                <a:lnTo>
                  <a:pt x="742200" y="706144"/>
                </a:lnTo>
                <a:lnTo>
                  <a:pt x="685972" y="706144"/>
                </a:lnTo>
                <a:close/>
                <a:moveTo>
                  <a:pt x="512704" y="705403"/>
                </a:moveTo>
                <a:lnTo>
                  <a:pt x="553522" y="705403"/>
                </a:lnTo>
                <a:lnTo>
                  <a:pt x="553522" y="706144"/>
                </a:lnTo>
                <a:lnTo>
                  <a:pt x="512704" y="706144"/>
                </a:lnTo>
                <a:close/>
                <a:moveTo>
                  <a:pt x="832583" y="705403"/>
                </a:moveTo>
                <a:lnTo>
                  <a:pt x="867986" y="705403"/>
                </a:lnTo>
                <a:lnTo>
                  <a:pt x="867986" y="706144"/>
                </a:lnTo>
                <a:lnTo>
                  <a:pt x="832583" y="706144"/>
                </a:lnTo>
                <a:close/>
                <a:moveTo>
                  <a:pt x="833000" y="706144"/>
                </a:moveTo>
                <a:lnTo>
                  <a:pt x="867986" y="706144"/>
                </a:lnTo>
                <a:lnTo>
                  <a:pt x="867986" y="706884"/>
                </a:lnTo>
                <a:lnTo>
                  <a:pt x="833000" y="706884"/>
                </a:lnTo>
                <a:close/>
                <a:moveTo>
                  <a:pt x="513120" y="706144"/>
                </a:moveTo>
                <a:lnTo>
                  <a:pt x="552688" y="706144"/>
                </a:lnTo>
                <a:lnTo>
                  <a:pt x="552688" y="706884"/>
                </a:lnTo>
                <a:lnTo>
                  <a:pt x="513120" y="706884"/>
                </a:lnTo>
                <a:close/>
                <a:moveTo>
                  <a:pt x="686805" y="706144"/>
                </a:moveTo>
                <a:lnTo>
                  <a:pt x="741367" y="706144"/>
                </a:lnTo>
                <a:lnTo>
                  <a:pt x="741367" y="706884"/>
                </a:lnTo>
                <a:lnTo>
                  <a:pt x="686805" y="706884"/>
                </a:lnTo>
                <a:close/>
                <a:moveTo>
                  <a:pt x="833000" y="706884"/>
                </a:moveTo>
                <a:lnTo>
                  <a:pt x="868403" y="706884"/>
                </a:lnTo>
                <a:lnTo>
                  <a:pt x="868403" y="707624"/>
                </a:lnTo>
                <a:lnTo>
                  <a:pt x="833000" y="707624"/>
                </a:lnTo>
                <a:close/>
                <a:moveTo>
                  <a:pt x="687638" y="706884"/>
                </a:moveTo>
                <a:lnTo>
                  <a:pt x="740534" y="706884"/>
                </a:lnTo>
                <a:lnTo>
                  <a:pt x="740534" y="707624"/>
                </a:lnTo>
                <a:lnTo>
                  <a:pt x="687638" y="707624"/>
                </a:lnTo>
                <a:close/>
                <a:moveTo>
                  <a:pt x="513120" y="706884"/>
                </a:moveTo>
                <a:lnTo>
                  <a:pt x="551855" y="706884"/>
                </a:lnTo>
                <a:lnTo>
                  <a:pt x="551855" y="707624"/>
                </a:lnTo>
                <a:lnTo>
                  <a:pt x="513120" y="707624"/>
                </a:lnTo>
                <a:close/>
                <a:moveTo>
                  <a:pt x="513537" y="707624"/>
                </a:moveTo>
                <a:lnTo>
                  <a:pt x="551022" y="707624"/>
                </a:lnTo>
                <a:lnTo>
                  <a:pt x="551022" y="708364"/>
                </a:lnTo>
                <a:lnTo>
                  <a:pt x="513537" y="708364"/>
                </a:lnTo>
                <a:close/>
                <a:moveTo>
                  <a:pt x="688471" y="707624"/>
                </a:moveTo>
                <a:lnTo>
                  <a:pt x="739701" y="707624"/>
                </a:lnTo>
                <a:lnTo>
                  <a:pt x="739701" y="708364"/>
                </a:lnTo>
                <a:lnTo>
                  <a:pt x="688471" y="708364"/>
                </a:lnTo>
                <a:close/>
                <a:moveTo>
                  <a:pt x="833416" y="707624"/>
                </a:moveTo>
                <a:lnTo>
                  <a:pt x="868403" y="707624"/>
                </a:lnTo>
                <a:lnTo>
                  <a:pt x="868403" y="708364"/>
                </a:lnTo>
                <a:lnTo>
                  <a:pt x="833416" y="708364"/>
                </a:lnTo>
                <a:close/>
                <a:moveTo>
                  <a:pt x="39548" y="678756"/>
                </a:moveTo>
                <a:lnTo>
                  <a:pt x="374839" y="678756"/>
                </a:lnTo>
                <a:lnTo>
                  <a:pt x="374839" y="708364"/>
                </a:lnTo>
                <a:lnTo>
                  <a:pt x="39548" y="708364"/>
                </a:lnTo>
                <a:close/>
                <a:moveTo>
                  <a:pt x="833416" y="708364"/>
                </a:moveTo>
                <a:lnTo>
                  <a:pt x="868819" y="708364"/>
                </a:lnTo>
                <a:lnTo>
                  <a:pt x="868819" y="709104"/>
                </a:lnTo>
                <a:lnTo>
                  <a:pt x="833416" y="709104"/>
                </a:lnTo>
                <a:close/>
                <a:moveTo>
                  <a:pt x="689304" y="708364"/>
                </a:moveTo>
                <a:lnTo>
                  <a:pt x="738868" y="708364"/>
                </a:lnTo>
                <a:lnTo>
                  <a:pt x="738868" y="709104"/>
                </a:lnTo>
                <a:lnTo>
                  <a:pt x="689304" y="709104"/>
                </a:lnTo>
                <a:close/>
                <a:moveTo>
                  <a:pt x="513953" y="708364"/>
                </a:moveTo>
                <a:lnTo>
                  <a:pt x="550189" y="708364"/>
                </a:lnTo>
                <a:lnTo>
                  <a:pt x="550189" y="709104"/>
                </a:lnTo>
                <a:lnTo>
                  <a:pt x="513953" y="709104"/>
                </a:lnTo>
                <a:close/>
                <a:moveTo>
                  <a:pt x="39548" y="708364"/>
                </a:moveTo>
                <a:lnTo>
                  <a:pt x="141593" y="708364"/>
                </a:lnTo>
                <a:lnTo>
                  <a:pt x="141593" y="709104"/>
                </a:lnTo>
                <a:lnTo>
                  <a:pt x="39548" y="709104"/>
                </a:lnTo>
                <a:close/>
                <a:moveTo>
                  <a:pt x="514370" y="709104"/>
                </a:moveTo>
                <a:lnTo>
                  <a:pt x="549356" y="709104"/>
                </a:lnTo>
                <a:lnTo>
                  <a:pt x="549356" y="709845"/>
                </a:lnTo>
                <a:lnTo>
                  <a:pt x="514370" y="709845"/>
                </a:lnTo>
                <a:close/>
                <a:moveTo>
                  <a:pt x="833833" y="709104"/>
                </a:moveTo>
                <a:lnTo>
                  <a:pt x="868819" y="709104"/>
                </a:lnTo>
                <a:lnTo>
                  <a:pt x="868819" y="709845"/>
                </a:lnTo>
                <a:lnTo>
                  <a:pt x="833833" y="709845"/>
                </a:lnTo>
                <a:close/>
                <a:moveTo>
                  <a:pt x="690137" y="709104"/>
                </a:moveTo>
                <a:lnTo>
                  <a:pt x="738035" y="709104"/>
                </a:lnTo>
                <a:lnTo>
                  <a:pt x="738035" y="709845"/>
                </a:lnTo>
                <a:lnTo>
                  <a:pt x="690137" y="709845"/>
                </a:lnTo>
                <a:close/>
                <a:moveTo>
                  <a:pt x="39548" y="709104"/>
                </a:moveTo>
                <a:lnTo>
                  <a:pt x="141177" y="709104"/>
                </a:lnTo>
                <a:lnTo>
                  <a:pt x="141177" y="710585"/>
                </a:lnTo>
                <a:lnTo>
                  <a:pt x="39548" y="710585"/>
                </a:lnTo>
                <a:close/>
                <a:moveTo>
                  <a:pt x="833833" y="709845"/>
                </a:moveTo>
                <a:lnTo>
                  <a:pt x="869236" y="709845"/>
                </a:lnTo>
                <a:lnTo>
                  <a:pt x="869236" y="710585"/>
                </a:lnTo>
                <a:lnTo>
                  <a:pt x="833833" y="710585"/>
                </a:lnTo>
                <a:close/>
                <a:moveTo>
                  <a:pt x="514786" y="709845"/>
                </a:moveTo>
                <a:lnTo>
                  <a:pt x="548523" y="709845"/>
                </a:lnTo>
                <a:lnTo>
                  <a:pt x="548523" y="710585"/>
                </a:lnTo>
                <a:lnTo>
                  <a:pt x="514786" y="710585"/>
                </a:lnTo>
                <a:close/>
                <a:moveTo>
                  <a:pt x="691386" y="709845"/>
                </a:moveTo>
                <a:lnTo>
                  <a:pt x="736786" y="709845"/>
                </a:lnTo>
                <a:lnTo>
                  <a:pt x="736786" y="710585"/>
                </a:lnTo>
                <a:lnTo>
                  <a:pt x="691386" y="710585"/>
                </a:lnTo>
                <a:close/>
                <a:moveTo>
                  <a:pt x="514786" y="710585"/>
                </a:moveTo>
                <a:lnTo>
                  <a:pt x="547274" y="710585"/>
                </a:lnTo>
                <a:lnTo>
                  <a:pt x="547274" y="711325"/>
                </a:lnTo>
                <a:lnTo>
                  <a:pt x="514786" y="711325"/>
                </a:lnTo>
                <a:close/>
                <a:moveTo>
                  <a:pt x="39548" y="710585"/>
                </a:moveTo>
                <a:lnTo>
                  <a:pt x="140760" y="710585"/>
                </a:lnTo>
                <a:lnTo>
                  <a:pt x="140760" y="711325"/>
                </a:lnTo>
                <a:lnTo>
                  <a:pt x="39548" y="711325"/>
                </a:lnTo>
                <a:close/>
                <a:moveTo>
                  <a:pt x="692636" y="710585"/>
                </a:moveTo>
                <a:lnTo>
                  <a:pt x="735953" y="710585"/>
                </a:lnTo>
                <a:lnTo>
                  <a:pt x="735953" y="711325"/>
                </a:lnTo>
                <a:lnTo>
                  <a:pt x="692636" y="711325"/>
                </a:lnTo>
                <a:close/>
                <a:moveTo>
                  <a:pt x="693885" y="711325"/>
                </a:moveTo>
                <a:lnTo>
                  <a:pt x="734703" y="711325"/>
                </a:lnTo>
                <a:lnTo>
                  <a:pt x="734703" y="712065"/>
                </a:lnTo>
                <a:lnTo>
                  <a:pt x="693885" y="712065"/>
                </a:lnTo>
                <a:close/>
                <a:moveTo>
                  <a:pt x="515203" y="711325"/>
                </a:moveTo>
                <a:lnTo>
                  <a:pt x="546441" y="711325"/>
                </a:lnTo>
                <a:lnTo>
                  <a:pt x="546441" y="712065"/>
                </a:lnTo>
                <a:lnTo>
                  <a:pt x="515203" y="712065"/>
                </a:lnTo>
                <a:close/>
                <a:moveTo>
                  <a:pt x="834249" y="710585"/>
                </a:moveTo>
                <a:lnTo>
                  <a:pt x="869236" y="710585"/>
                </a:lnTo>
                <a:lnTo>
                  <a:pt x="869236" y="712065"/>
                </a:lnTo>
                <a:lnTo>
                  <a:pt x="834249" y="712065"/>
                </a:lnTo>
                <a:close/>
                <a:moveTo>
                  <a:pt x="39548" y="711325"/>
                </a:moveTo>
                <a:lnTo>
                  <a:pt x="139927" y="711325"/>
                </a:lnTo>
                <a:lnTo>
                  <a:pt x="139927" y="712065"/>
                </a:lnTo>
                <a:lnTo>
                  <a:pt x="39548" y="712065"/>
                </a:lnTo>
                <a:close/>
                <a:moveTo>
                  <a:pt x="695135" y="712065"/>
                </a:moveTo>
                <a:lnTo>
                  <a:pt x="733454" y="712065"/>
                </a:lnTo>
                <a:lnTo>
                  <a:pt x="733454" y="712805"/>
                </a:lnTo>
                <a:lnTo>
                  <a:pt x="695135" y="712805"/>
                </a:lnTo>
                <a:close/>
                <a:moveTo>
                  <a:pt x="515619" y="712065"/>
                </a:moveTo>
                <a:lnTo>
                  <a:pt x="544775" y="712065"/>
                </a:lnTo>
                <a:lnTo>
                  <a:pt x="544775" y="712805"/>
                </a:lnTo>
                <a:lnTo>
                  <a:pt x="515619" y="712805"/>
                </a:lnTo>
                <a:close/>
                <a:moveTo>
                  <a:pt x="142010" y="708364"/>
                </a:moveTo>
                <a:lnTo>
                  <a:pt x="374839" y="708364"/>
                </a:lnTo>
                <a:lnTo>
                  <a:pt x="374839" y="712805"/>
                </a:lnTo>
                <a:lnTo>
                  <a:pt x="142010" y="712805"/>
                </a:lnTo>
                <a:close/>
                <a:moveTo>
                  <a:pt x="78700" y="712065"/>
                </a:moveTo>
                <a:lnTo>
                  <a:pt x="139094" y="712065"/>
                </a:lnTo>
                <a:lnTo>
                  <a:pt x="139094" y="712805"/>
                </a:lnTo>
                <a:lnTo>
                  <a:pt x="78700" y="712805"/>
                </a:lnTo>
                <a:close/>
                <a:moveTo>
                  <a:pt x="39548" y="712065"/>
                </a:moveTo>
                <a:lnTo>
                  <a:pt x="77451" y="712065"/>
                </a:lnTo>
                <a:lnTo>
                  <a:pt x="77451" y="712805"/>
                </a:lnTo>
                <a:lnTo>
                  <a:pt x="39548" y="712805"/>
                </a:lnTo>
                <a:close/>
                <a:moveTo>
                  <a:pt x="599754" y="572169"/>
                </a:moveTo>
                <a:lnTo>
                  <a:pt x="630576" y="572169"/>
                </a:lnTo>
                <a:lnTo>
                  <a:pt x="630576" y="713546"/>
                </a:lnTo>
                <a:lnTo>
                  <a:pt x="599754" y="713546"/>
                </a:lnTo>
                <a:close/>
                <a:moveTo>
                  <a:pt x="78284" y="712805"/>
                </a:moveTo>
                <a:lnTo>
                  <a:pt x="137012" y="712805"/>
                </a:lnTo>
                <a:lnTo>
                  <a:pt x="137012" y="713546"/>
                </a:lnTo>
                <a:lnTo>
                  <a:pt x="78284" y="713546"/>
                </a:lnTo>
                <a:close/>
                <a:moveTo>
                  <a:pt x="39548" y="712805"/>
                </a:moveTo>
                <a:lnTo>
                  <a:pt x="76618" y="712805"/>
                </a:lnTo>
                <a:lnTo>
                  <a:pt x="76618" y="713546"/>
                </a:lnTo>
                <a:lnTo>
                  <a:pt x="39548" y="713546"/>
                </a:lnTo>
                <a:close/>
                <a:moveTo>
                  <a:pt x="516036" y="712805"/>
                </a:moveTo>
                <a:lnTo>
                  <a:pt x="543525" y="712805"/>
                </a:lnTo>
                <a:lnTo>
                  <a:pt x="543525" y="713546"/>
                </a:lnTo>
                <a:lnTo>
                  <a:pt x="516036" y="713546"/>
                </a:lnTo>
                <a:close/>
                <a:moveTo>
                  <a:pt x="144509" y="712805"/>
                </a:moveTo>
                <a:lnTo>
                  <a:pt x="374839" y="712805"/>
                </a:lnTo>
                <a:lnTo>
                  <a:pt x="374839" y="713546"/>
                </a:lnTo>
                <a:lnTo>
                  <a:pt x="144509" y="713546"/>
                </a:lnTo>
                <a:close/>
                <a:moveTo>
                  <a:pt x="834666" y="712065"/>
                </a:moveTo>
                <a:lnTo>
                  <a:pt x="869652" y="712065"/>
                </a:lnTo>
                <a:lnTo>
                  <a:pt x="869652" y="713546"/>
                </a:lnTo>
                <a:lnTo>
                  <a:pt x="834666" y="713546"/>
                </a:lnTo>
                <a:close/>
                <a:moveTo>
                  <a:pt x="696801" y="712805"/>
                </a:moveTo>
                <a:lnTo>
                  <a:pt x="731788" y="712805"/>
                </a:lnTo>
                <a:lnTo>
                  <a:pt x="731788" y="713546"/>
                </a:lnTo>
                <a:lnTo>
                  <a:pt x="696801" y="713546"/>
                </a:lnTo>
                <a:close/>
                <a:moveTo>
                  <a:pt x="772189" y="637306"/>
                </a:moveTo>
                <a:lnTo>
                  <a:pt x="803427" y="637306"/>
                </a:lnTo>
                <a:lnTo>
                  <a:pt x="803427" y="713546"/>
                </a:lnTo>
                <a:lnTo>
                  <a:pt x="772189" y="713546"/>
                </a:lnTo>
                <a:close/>
                <a:moveTo>
                  <a:pt x="142010" y="712805"/>
                </a:moveTo>
                <a:lnTo>
                  <a:pt x="144092" y="712805"/>
                </a:lnTo>
                <a:lnTo>
                  <a:pt x="144092" y="713546"/>
                </a:lnTo>
                <a:lnTo>
                  <a:pt x="142010" y="713546"/>
                </a:lnTo>
                <a:close/>
                <a:moveTo>
                  <a:pt x="870069" y="671355"/>
                </a:moveTo>
                <a:lnTo>
                  <a:pt x="953787" y="671355"/>
                </a:lnTo>
                <a:lnTo>
                  <a:pt x="953787" y="713546"/>
                </a:lnTo>
                <a:lnTo>
                  <a:pt x="870069" y="713546"/>
                </a:lnTo>
                <a:close/>
                <a:moveTo>
                  <a:pt x="74535" y="713546"/>
                </a:moveTo>
                <a:lnTo>
                  <a:pt x="75785" y="713546"/>
                </a:lnTo>
                <a:lnTo>
                  <a:pt x="75785" y="714286"/>
                </a:lnTo>
                <a:lnTo>
                  <a:pt x="74535" y="714286"/>
                </a:lnTo>
                <a:close/>
                <a:moveTo>
                  <a:pt x="698467" y="713546"/>
                </a:moveTo>
                <a:lnTo>
                  <a:pt x="730538" y="713546"/>
                </a:lnTo>
                <a:lnTo>
                  <a:pt x="730538" y="714286"/>
                </a:lnTo>
                <a:lnTo>
                  <a:pt x="698467" y="714286"/>
                </a:lnTo>
                <a:close/>
                <a:moveTo>
                  <a:pt x="39548" y="713546"/>
                </a:moveTo>
                <a:lnTo>
                  <a:pt x="74119" y="713546"/>
                </a:lnTo>
                <a:lnTo>
                  <a:pt x="74119" y="714286"/>
                </a:lnTo>
                <a:lnTo>
                  <a:pt x="39548" y="714286"/>
                </a:lnTo>
                <a:close/>
                <a:moveTo>
                  <a:pt x="141593" y="713546"/>
                </a:moveTo>
                <a:lnTo>
                  <a:pt x="143676" y="713546"/>
                </a:lnTo>
                <a:lnTo>
                  <a:pt x="143676" y="714286"/>
                </a:lnTo>
                <a:lnTo>
                  <a:pt x="141593" y="714286"/>
                </a:lnTo>
                <a:close/>
                <a:moveTo>
                  <a:pt x="516036" y="713546"/>
                </a:moveTo>
                <a:lnTo>
                  <a:pt x="541859" y="713546"/>
                </a:lnTo>
                <a:lnTo>
                  <a:pt x="541859" y="714286"/>
                </a:lnTo>
                <a:lnTo>
                  <a:pt x="516036" y="714286"/>
                </a:lnTo>
                <a:close/>
                <a:moveTo>
                  <a:pt x="77867" y="713546"/>
                </a:moveTo>
                <a:lnTo>
                  <a:pt x="135762" y="713546"/>
                </a:lnTo>
                <a:lnTo>
                  <a:pt x="135762" y="714286"/>
                </a:lnTo>
                <a:lnTo>
                  <a:pt x="77867" y="714286"/>
                </a:lnTo>
                <a:close/>
                <a:moveTo>
                  <a:pt x="74119" y="714286"/>
                </a:moveTo>
                <a:lnTo>
                  <a:pt x="75368" y="714286"/>
                </a:lnTo>
                <a:lnTo>
                  <a:pt x="75368" y="715026"/>
                </a:lnTo>
                <a:lnTo>
                  <a:pt x="74119" y="715026"/>
                </a:lnTo>
                <a:close/>
                <a:moveTo>
                  <a:pt x="77451" y="714286"/>
                </a:moveTo>
                <a:lnTo>
                  <a:pt x="134513" y="714286"/>
                </a:lnTo>
                <a:lnTo>
                  <a:pt x="134513" y="715026"/>
                </a:lnTo>
                <a:lnTo>
                  <a:pt x="77451" y="715026"/>
                </a:lnTo>
                <a:close/>
                <a:moveTo>
                  <a:pt x="141593" y="714286"/>
                </a:moveTo>
                <a:lnTo>
                  <a:pt x="143259" y="714286"/>
                </a:lnTo>
                <a:lnTo>
                  <a:pt x="143259" y="715026"/>
                </a:lnTo>
                <a:lnTo>
                  <a:pt x="141593" y="715026"/>
                </a:lnTo>
                <a:close/>
                <a:moveTo>
                  <a:pt x="144092" y="713546"/>
                </a:moveTo>
                <a:lnTo>
                  <a:pt x="374839" y="713546"/>
                </a:lnTo>
                <a:lnTo>
                  <a:pt x="374839" y="715026"/>
                </a:lnTo>
                <a:lnTo>
                  <a:pt x="144092" y="715026"/>
                </a:lnTo>
                <a:close/>
                <a:moveTo>
                  <a:pt x="72453" y="714286"/>
                </a:moveTo>
                <a:lnTo>
                  <a:pt x="73702" y="714286"/>
                </a:lnTo>
                <a:lnTo>
                  <a:pt x="73702" y="715026"/>
                </a:lnTo>
                <a:lnTo>
                  <a:pt x="72453" y="715026"/>
                </a:lnTo>
                <a:close/>
                <a:moveTo>
                  <a:pt x="39548" y="714286"/>
                </a:moveTo>
                <a:lnTo>
                  <a:pt x="72036" y="714286"/>
                </a:lnTo>
                <a:lnTo>
                  <a:pt x="72036" y="715026"/>
                </a:lnTo>
                <a:lnTo>
                  <a:pt x="39548" y="715026"/>
                </a:lnTo>
                <a:close/>
                <a:moveTo>
                  <a:pt x="516452" y="714286"/>
                </a:moveTo>
                <a:lnTo>
                  <a:pt x="540193" y="714286"/>
                </a:lnTo>
                <a:lnTo>
                  <a:pt x="540193" y="715026"/>
                </a:lnTo>
                <a:lnTo>
                  <a:pt x="516452" y="715026"/>
                </a:lnTo>
                <a:close/>
                <a:moveTo>
                  <a:pt x="700133" y="714286"/>
                </a:moveTo>
                <a:lnTo>
                  <a:pt x="728456" y="714286"/>
                </a:lnTo>
                <a:lnTo>
                  <a:pt x="728456" y="715026"/>
                </a:lnTo>
                <a:lnTo>
                  <a:pt x="700133" y="715026"/>
                </a:lnTo>
                <a:close/>
                <a:moveTo>
                  <a:pt x="77451" y="715026"/>
                </a:moveTo>
                <a:lnTo>
                  <a:pt x="133263" y="715026"/>
                </a:lnTo>
                <a:lnTo>
                  <a:pt x="133263" y="715766"/>
                </a:lnTo>
                <a:lnTo>
                  <a:pt x="77451" y="715766"/>
                </a:lnTo>
                <a:close/>
                <a:moveTo>
                  <a:pt x="73286" y="715026"/>
                </a:moveTo>
                <a:lnTo>
                  <a:pt x="74535" y="715026"/>
                </a:lnTo>
                <a:lnTo>
                  <a:pt x="74535" y="715766"/>
                </a:lnTo>
                <a:lnTo>
                  <a:pt x="73286" y="715766"/>
                </a:lnTo>
                <a:close/>
                <a:moveTo>
                  <a:pt x="516869" y="715026"/>
                </a:moveTo>
                <a:lnTo>
                  <a:pt x="537694" y="715026"/>
                </a:lnTo>
                <a:lnTo>
                  <a:pt x="537694" y="715766"/>
                </a:lnTo>
                <a:lnTo>
                  <a:pt x="516869" y="715766"/>
                </a:lnTo>
                <a:close/>
                <a:moveTo>
                  <a:pt x="703049" y="715026"/>
                </a:moveTo>
                <a:lnTo>
                  <a:pt x="725957" y="715026"/>
                </a:lnTo>
                <a:lnTo>
                  <a:pt x="725957" y="715766"/>
                </a:lnTo>
                <a:lnTo>
                  <a:pt x="703049" y="715766"/>
                </a:lnTo>
                <a:close/>
                <a:moveTo>
                  <a:pt x="141177" y="715026"/>
                </a:moveTo>
                <a:lnTo>
                  <a:pt x="142843" y="715026"/>
                </a:lnTo>
                <a:lnTo>
                  <a:pt x="142843" y="715766"/>
                </a:lnTo>
                <a:lnTo>
                  <a:pt x="141177" y="715766"/>
                </a:lnTo>
                <a:close/>
                <a:moveTo>
                  <a:pt x="39548" y="715026"/>
                </a:moveTo>
                <a:lnTo>
                  <a:pt x="72869" y="715026"/>
                </a:lnTo>
                <a:lnTo>
                  <a:pt x="72869" y="715766"/>
                </a:lnTo>
                <a:lnTo>
                  <a:pt x="39548" y="715766"/>
                </a:lnTo>
                <a:close/>
                <a:moveTo>
                  <a:pt x="77034" y="715766"/>
                </a:moveTo>
                <a:lnTo>
                  <a:pt x="132014" y="715766"/>
                </a:lnTo>
                <a:lnTo>
                  <a:pt x="132014" y="716506"/>
                </a:lnTo>
                <a:lnTo>
                  <a:pt x="77034" y="716506"/>
                </a:lnTo>
                <a:close/>
                <a:moveTo>
                  <a:pt x="141177" y="715766"/>
                </a:moveTo>
                <a:lnTo>
                  <a:pt x="142426" y="715766"/>
                </a:lnTo>
                <a:lnTo>
                  <a:pt x="142426" y="716506"/>
                </a:lnTo>
                <a:lnTo>
                  <a:pt x="141177" y="716506"/>
                </a:lnTo>
                <a:close/>
                <a:moveTo>
                  <a:pt x="706381" y="715766"/>
                </a:moveTo>
                <a:lnTo>
                  <a:pt x="723041" y="715766"/>
                </a:lnTo>
                <a:lnTo>
                  <a:pt x="723041" y="716506"/>
                </a:lnTo>
                <a:lnTo>
                  <a:pt x="706381" y="716506"/>
                </a:lnTo>
                <a:close/>
                <a:moveTo>
                  <a:pt x="39548" y="715766"/>
                </a:moveTo>
                <a:lnTo>
                  <a:pt x="72453" y="715766"/>
                </a:lnTo>
                <a:lnTo>
                  <a:pt x="72453" y="716506"/>
                </a:lnTo>
                <a:lnTo>
                  <a:pt x="39548" y="716506"/>
                </a:lnTo>
                <a:close/>
                <a:moveTo>
                  <a:pt x="72869" y="715766"/>
                </a:moveTo>
                <a:lnTo>
                  <a:pt x="74119" y="715766"/>
                </a:lnTo>
                <a:lnTo>
                  <a:pt x="74119" y="716506"/>
                </a:lnTo>
                <a:lnTo>
                  <a:pt x="72869" y="716506"/>
                </a:lnTo>
                <a:close/>
                <a:moveTo>
                  <a:pt x="517285" y="715766"/>
                </a:moveTo>
                <a:lnTo>
                  <a:pt x="534362" y="715766"/>
                </a:lnTo>
                <a:lnTo>
                  <a:pt x="534362" y="716506"/>
                </a:lnTo>
                <a:lnTo>
                  <a:pt x="517285" y="716506"/>
                </a:lnTo>
                <a:close/>
                <a:moveTo>
                  <a:pt x="39548" y="716506"/>
                </a:moveTo>
                <a:lnTo>
                  <a:pt x="70370" y="716506"/>
                </a:lnTo>
                <a:lnTo>
                  <a:pt x="70370" y="717246"/>
                </a:lnTo>
                <a:lnTo>
                  <a:pt x="39548" y="717246"/>
                </a:lnTo>
                <a:close/>
                <a:moveTo>
                  <a:pt x="70787" y="716506"/>
                </a:moveTo>
                <a:lnTo>
                  <a:pt x="72036" y="716506"/>
                </a:lnTo>
                <a:lnTo>
                  <a:pt x="72036" y="717246"/>
                </a:lnTo>
                <a:lnTo>
                  <a:pt x="70787" y="717246"/>
                </a:lnTo>
                <a:close/>
                <a:moveTo>
                  <a:pt x="72453" y="716506"/>
                </a:moveTo>
                <a:lnTo>
                  <a:pt x="73702" y="716506"/>
                </a:lnTo>
                <a:lnTo>
                  <a:pt x="73702" y="717246"/>
                </a:lnTo>
                <a:lnTo>
                  <a:pt x="72453" y="717246"/>
                </a:lnTo>
                <a:close/>
                <a:moveTo>
                  <a:pt x="140760" y="716506"/>
                </a:moveTo>
                <a:lnTo>
                  <a:pt x="142426" y="716506"/>
                </a:lnTo>
                <a:lnTo>
                  <a:pt x="142426" y="717246"/>
                </a:lnTo>
                <a:lnTo>
                  <a:pt x="140760" y="717246"/>
                </a:lnTo>
                <a:close/>
                <a:moveTo>
                  <a:pt x="143676" y="715026"/>
                </a:moveTo>
                <a:lnTo>
                  <a:pt x="374839" y="715026"/>
                </a:lnTo>
                <a:lnTo>
                  <a:pt x="374839" y="717246"/>
                </a:lnTo>
                <a:lnTo>
                  <a:pt x="143676" y="717246"/>
                </a:lnTo>
                <a:close/>
                <a:moveTo>
                  <a:pt x="78284" y="716506"/>
                </a:moveTo>
                <a:lnTo>
                  <a:pt x="131181" y="716506"/>
                </a:lnTo>
                <a:lnTo>
                  <a:pt x="131181" y="717246"/>
                </a:lnTo>
                <a:lnTo>
                  <a:pt x="78284" y="717246"/>
                </a:lnTo>
                <a:close/>
                <a:moveTo>
                  <a:pt x="77034" y="716506"/>
                </a:moveTo>
                <a:lnTo>
                  <a:pt x="77867" y="716506"/>
                </a:lnTo>
                <a:lnTo>
                  <a:pt x="77867" y="717246"/>
                </a:lnTo>
                <a:lnTo>
                  <a:pt x="77034" y="717246"/>
                </a:lnTo>
                <a:close/>
                <a:moveTo>
                  <a:pt x="76618" y="717246"/>
                </a:moveTo>
                <a:lnTo>
                  <a:pt x="130348" y="717246"/>
                </a:lnTo>
                <a:lnTo>
                  <a:pt x="130348" y="717987"/>
                </a:lnTo>
                <a:lnTo>
                  <a:pt x="76618" y="717987"/>
                </a:lnTo>
                <a:close/>
                <a:moveTo>
                  <a:pt x="70370" y="717246"/>
                </a:moveTo>
                <a:lnTo>
                  <a:pt x="71620" y="717246"/>
                </a:lnTo>
                <a:lnTo>
                  <a:pt x="71620" y="717987"/>
                </a:lnTo>
                <a:lnTo>
                  <a:pt x="70370" y="717987"/>
                </a:lnTo>
                <a:close/>
                <a:moveTo>
                  <a:pt x="39548" y="717246"/>
                </a:moveTo>
                <a:lnTo>
                  <a:pt x="69954" y="717246"/>
                </a:lnTo>
                <a:lnTo>
                  <a:pt x="69954" y="717987"/>
                </a:lnTo>
                <a:lnTo>
                  <a:pt x="39548" y="717987"/>
                </a:lnTo>
                <a:close/>
                <a:moveTo>
                  <a:pt x="72036" y="717246"/>
                </a:moveTo>
                <a:lnTo>
                  <a:pt x="73286" y="717246"/>
                </a:lnTo>
                <a:lnTo>
                  <a:pt x="73286" y="717987"/>
                </a:lnTo>
                <a:lnTo>
                  <a:pt x="72036" y="717987"/>
                </a:lnTo>
                <a:close/>
                <a:moveTo>
                  <a:pt x="140344" y="717246"/>
                </a:moveTo>
                <a:lnTo>
                  <a:pt x="142010" y="717246"/>
                </a:lnTo>
                <a:lnTo>
                  <a:pt x="142010" y="717987"/>
                </a:lnTo>
                <a:lnTo>
                  <a:pt x="140344" y="717987"/>
                </a:lnTo>
                <a:close/>
                <a:moveTo>
                  <a:pt x="71620" y="717987"/>
                </a:moveTo>
                <a:lnTo>
                  <a:pt x="72869" y="717987"/>
                </a:lnTo>
                <a:lnTo>
                  <a:pt x="72869" y="718727"/>
                </a:lnTo>
                <a:lnTo>
                  <a:pt x="71620" y="718727"/>
                </a:lnTo>
                <a:close/>
                <a:moveTo>
                  <a:pt x="76618" y="717987"/>
                </a:moveTo>
                <a:lnTo>
                  <a:pt x="129515" y="717987"/>
                </a:lnTo>
                <a:lnTo>
                  <a:pt x="129515" y="718727"/>
                </a:lnTo>
                <a:lnTo>
                  <a:pt x="76618" y="718727"/>
                </a:lnTo>
                <a:close/>
                <a:moveTo>
                  <a:pt x="140344" y="717987"/>
                </a:moveTo>
                <a:lnTo>
                  <a:pt x="141593" y="717987"/>
                </a:lnTo>
                <a:lnTo>
                  <a:pt x="141593" y="718727"/>
                </a:lnTo>
                <a:lnTo>
                  <a:pt x="140344" y="718727"/>
                </a:lnTo>
                <a:close/>
                <a:moveTo>
                  <a:pt x="69954" y="717987"/>
                </a:moveTo>
                <a:lnTo>
                  <a:pt x="71203" y="717987"/>
                </a:lnTo>
                <a:lnTo>
                  <a:pt x="71203" y="718727"/>
                </a:lnTo>
                <a:lnTo>
                  <a:pt x="69954" y="718727"/>
                </a:lnTo>
                <a:close/>
                <a:moveTo>
                  <a:pt x="39548" y="717987"/>
                </a:moveTo>
                <a:lnTo>
                  <a:pt x="69537" y="717987"/>
                </a:lnTo>
                <a:lnTo>
                  <a:pt x="69537" y="718727"/>
                </a:lnTo>
                <a:lnTo>
                  <a:pt x="39548" y="718727"/>
                </a:lnTo>
                <a:close/>
                <a:moveTo>
                  <a:pt x="77451" y="718727"/>
                </a:moveTo>
                <a:lnTo>
                  <a:pt x="128682" y="718727"/>
                </a:lnTo>
                <a:lnTo>
                  <a:pt x="128682" y="719467"/>
                </a:lnTo>
                <a:lnTo>
                  <a:pt x="77451" y="719467"/>
                </a:lnTo>
                <a:close/>
                <a:moveTo>
                  <a:pt x="69537" y="718727"/>
                </a:moveTo>
                <a:lnTo>
                  <a:pt x="70787" y="718727"/>
                </a:lnTo>
                <a:lnTo>
                  <a:pt x="70787" y="719467"/>
                </a:lnTo>
                <a:lnTo>
                  <a:pt x="69537" y="719467"/>
                </a:lnTo>
                <a:close/>
                <a:moveTo>
                  <a:pt x="71203" y="718727"/>
                </a:moveTo>
                <a:lnTo>
                  <a:pt x="72453" y="718727"/>
                </a:lnTo>
                <a:lnTo>
                  <a:pt x="72453" y="719467"/>
                </a:lnTo>
                <a:lnTo>
                  <a:pt x="71203" y="719467"/>
                </a:lnTo>
                <a:close/>
                <a:moveTo>
                  <a:pt x="39548" y="718727"/>
                </a:moveTo>
                <a:lnTo>
                  <a:pt x="69121" y="718727"/>
                </a:lnTo>
                <a:lnTo>
                  <a:pt x="69121" y="719467"/>
                </a:lnTo>
                <a:lnTo>
                  <a:pt x="39548" y="719467"/>
                </a:lnTo>
                <a:close/>
                <a:moveTo>
                  <a:pt x="76201" y="718727"/>
                </a:moveTo>
                <a:lnTo>
                  <a:pt x="77034" y="718727"/>
                </a:lnTo>
                <a:lnTo>
                  <a:pt x="77034" y="719467"/>
                </a:lnTo>
                <a:lnTo>
                  <a:pt x="76201" y="719467"/>
                </a:lnTo>
                <a:close/>
                <a:moveTo>
                  <a:pt x="139511" y="718727"/>
                </a:moveTo>
                <a:lnTo>
                  <a:pt x="141177" y="718727"/>
                </a:lnTo>
                <a:lnTo>
                  <a:pt x="141177" y="719467"/>
                </a:lnTo>
                <a:lnTo>
                  <a:pt x="139511" y="719467"/>
                </a:lnTo>
                <a:close/>
                <a:moveTo>
                  <a:pt x="39548" y="719467"/>
                </a:moveTo>
                <a:lnTo>
                  <a:pt x="68704" y="719467"/>
                </a:lnTo>
                <a:lnTo>
                  <a:pt x="68704" y="720207"/>
                </a:lnTo>
                <a:lnTo>
                  <a:pt x="39548" y="720207"/>
                </a:lnTo>
                <a:close/>
                <a:moveTo>
                  <a:pt x="70787" y="719467"/>
                </a:moveTo>
                <a:lnTo>
                  <a:pt x="72036" y="719467"/>
                </a:lnTo>
                <a:lnTo>
                  <a:pt x="72036" y="720207"/>
                </a:lnTo>
                <a:lnTo>
                  <a:pt x="70787" y="720207"/>
                </a:lnTo>
                <a:close/>
                <a:moveTo>
                  <a:pt x="69121" y="719467"/>
                </a:moveTo>
                <a:lnTo>
                  <a:pt x="70370" y="719467"/>
                </a:lnTo>
                <a:lnTo>
                  <a:pt x="70370" y="720207"/>
                </a:lnTo>
                <a:lnTo>
                  <a:pt x="69121" y="720207"/>
                </a:lnTo>
                <a:close/>
                <a:moveTo>
                  <a:pt x="76201" y="719467"/>
                </a:moveTo>
                <a:lnTo>
                  <a:pt x="128682" y="719467"/>
                </a:lnTo>
                <a:lnTo>
                  <a:pt x="128682" y="720207"/>
                </a:lnTo>
                <a:lnTo>
                  <a:pt x="76201" y="720207"/>
                </a:lnTo>
                <a:close/>
                <a:moveTo>
                  <a:pt x="139094" y="719467"/>
                </a:moveTo>
                <a:lnTo>
                  <a:pt x="141177" y="719467"/>
                </a:lnTo>
                <a:lnTo>
                  <a:pt x="141177" y="720207"/>
                </a:lnTo>
                <a:lnTo>
                  <a:pt x="139094" y="720207"/>
                </a:lnTo>
                <a:close/>
                <a:moveTo>
                  <a:pt x="70370" y="720207"/>
                </a:moveTo>
                <a:lnTo>
                  <a:pt x="71620" y="720207"/>
                </a:lnTo>
                <a:lnTo>
                  <a:pt x="71620" y="720947"/>
                </a:lnTo>
                <a:lnTo>
                  <a:pt x="70370" y="720947"/>
                </a:lnTo>
                <a:close/>
                <a:moveTo>
                  <a:pt x="39548" y="720207"/>
                </a:moveTo>
                <a:lnTo>
                  <a:pt x="69954" y="720207"/>
                </a:lnTo>
                <a:lnTo>
                  <a:pt x="69954" y="720947"/>
                </a:lnTo>
                <a:lnTo>
                  <a:pt x="39548" y="720947"/>
                </a:lnTo>
                <a:close/>
                <a:moveTo>
                  <a:pt x="77034" y="720207"/>
                </a:moveTo>
                <a:lnTo>
                  <a:pt x="128265" y="720207"/>
                </a:lnTo>
                <a:lnTo>
                  <a:pt x="128265" y="720947"/>
                </a:lnTo>
                <a:lnTo>
                  <a:pt x="77034" y="720947"/>
                </a:lnTo>
                <a:close/>
                <a:moveTo>
                  <a:pt x="76201" y="720207"/>
                </a:moveTo>
                <a:lnTo>
                  <a:pt x="76618" y="720207"/>
                </a:lnTo>
                <a:lnTo>
                  <a:pt x="76618" y="720947"/>
                </a:lnTo>
                <a:lnTo>
                  <a:pt x="76201" y="720947"/>
                </a:lnTo>
                <a:close/>
                <a:moveTo>
                  <a:pt x="138678" y="720207"/>
                </a:moveTo>
                <a:lnTo>
                  <a:pt x="140760" y="720207"/>
                </a:lnTo>
                <a:lnTo>
                  <a:pt x="140760" y="720947"/>
                </a:lnTo>
                <a:lnTo>
                  <a:pt x="138678" y="720947"/>
                </a:lnTo>
                <a:close/>
                <a:moveTo>
                  <a:pt x="69954" y="720947"/>
                </a:moveTo>
                <a:lnTo>
                  <a:pt x="71620" y="720947"/>
                </a:lnTo>
                <a:lnTo>
                  <a:pt x="71620" y="721688"/>
                </a:lnTo>
                <a:lnTo>
                  <a:pt x="69954" y="721688"/>
                </a:lnTo>
                <a:close/>
                <a:moveTo>
                  <a:pt x="138261" y="720947"/>
                </a:moveTo>
                <a:lnTo>
                  <a:pt x="140760" y="720947"/>
                </a:lnTo>
                <a:lnTo>
                  <a:pt x="140760" y="721688"/>
                </a:lnTo>
                <a:lnTo>
                  <a:pt x="138261" y="721688"/>
                </a:lnTo>
                <a:close/>
                <a:moveTo>
                  <a:pt x="68704" y="720947"/>
                </a:moveTo>
                <a:lnTo>
                  <a:pt x="69537" y="720947"/>
                </a:lnTo>
                <a:lnTo>
                  <a:pt x="69537" y="721688"/>
                </a:lnTo>
                <a:lnTo>
                  <a:pt x="68704" y="721688"/>
                </a:lnTo>
                <a:close/>
                <a:moveTo>
                  <a:pt x="75785" y="720947"/>
                </a:moveTo>
                <a:lnTo>
                  <a:pt x="127849" y="720947"/>
                </a:lnTo>
                <a:lnTo>
                  <a:pt x="127849" y="721688"/>
                </a:lnTo>
                <a:lnTo>
                  <a:pt x="75785" y="721688"/>
                </a:lnTo>
                <a:close/>
                <a:moveTo>
                  <a:pt x="39548" y="720947"/>
                </a:moveTo>
                <a:lnTo>
                  <a:pt x="68288" y="720947"/>
                </a:lnTo>
                <a:lnTo>
                  <a:pt x="68288" y="721688"/>
                </a:lnTo>
                <a:lnTo>
                  <a:pt x="39548" y="721688"/>
                </a:lnTo>
                <a:close/>
                <a:moveTo>
                  <a:pt x="75785" y="721688"/>
                </a:moveTo>
                <a:lnTo>
                  <a:pt x="127015" y="721688"/>
                </a:lnTo>
                <a:lnTo>
                  <a:pt x="127015" y="722428"/>
                </a:lnTo>
                <a:lnTo>
                  <a:pt x="75785" y="722428"/>
                </a:lnTo>
                <a:close/>
                <a:moveTo>
                  <a:pt x="143259" y="717246"/>
                </a:moveTo>
                <a:lnTo>
                  <a:pt x="374839" y="717246"/>
                </a:lnTo>
                <a:lnTo>
                  <a:pt x="374839" y="722428"/>
                </a:lnTo>
                <a:lnTo>
                  <a:pt x="143259" y="722428"/>
                </a:lnTo>
                <a:close/>
                <a:moveTo>
                  <a:pt x="137845" y="721688"/>
                </a:moveTo>
                <a:lnTo>
                  <a:pt x="140760" y="721688"/>
                </a:lnTo>
                <a:lnTo>
                  <a:pt x="140760" y="722428"/>
                </a:lnTo>
                <a:lnTo>
                  <a:pt x="137845" y="722428"/>
                </a:lnTo>
                <a:close/>
                <a:moveTo>
                  <a:pt x="39548" y="721688"/>
                </a:moveTo>
                <a:lnTo>
                  <a:pt x="67871" y="721688"/>
                </a:lnTo>
                <a:lnTo>
                  <a:pt x="67871" y="722428"/>
                </a:lnTo>
                <a:lnTo>
                  <a:pt x="39548" y="722428"/>
                </a:lnTo>
                <a:close/>
                <a:moveTo>
                  <a:pt x="68288" y="721688"/>
                </a:moveTo>
                <a:lnTo>
                  <a:pt x="71203" y="721688"/>
                </a:lnTo>
                <a:lnTo>
                  <a:pt x="71203" y="722428"/>
                </a:lnTo>
                <a:lnTo>
                  <a:pt x="68288" y="722428"/>
                </a:lnTo>
                <a:close/>
                <a:moveTo>
                  <a:pt x="69537" y="722428"/>
                </a:moveTo>
                <a:lnTo>
                  <a:pt x="70787" y="722428"/>
                </a:lnTo>
                <a:lnTo>
                  <a:pt x="70787" y="723168"/>
                </a:lnTo>
                <a:lnTo>
                  <a:pt x="69537" y="723168"/>
                </a:lnTo>
                <a:close/>
                <a:moveTo>
                  <a:pt x="143676" y="722428"/>
                </a:moveTo>
                <a:lnTo>
                  <a:pt x="374839" y="722428"/>
                </a:lnTo>
                <a:lnTo>
                  <a:pt x="374839" y="723168"/>
                </a:lnTo>
                <a:lnTo>
                  <a:pt x="143676" y="723168"/>
                </a:lnTo>
                <a:close/>
                <a:moveTo>
                  <a:pt x="39548" y="722428"/>
                </a:moveTo>
                <a:lnTo>
                  <a:pt x="69121" y="722428"/>
                </a:lnTo>
                <a:lnTo>
                  <a:pt x="69121" y="723168"/>
                </a:lnTo>
                <a:lnTo>
                  <a:pt x="39548" y="723168"/>
                </a:lnTo>
                <a:close/>
                <a:moveTo>
                  <a:pt x="75785" y="722428"/>
                </a:moveTo>
                <a:lnTo>
                  <a:pt x="125766" y="722428"/>
                </a:lnTo>
                <a:lnTo>
                  <a:pt x="125766" y="723168"/>
                </a:lnTo>
                <a:lnTo>
                  <a:pt x="75785" y="723168"/>
                </a:lnTo>
                <a:close/>
                <a:moveTo>
                  <a:pt x="137012" y="722428"/>
                </a:moveTo>
                <a:lnTo>
                  <a:pt x="140344" y="722428"/>
                </a:lnTo>
                <a:lnTo>
                  <a:pt x="140344" y="723168"/>
                </a:lnTo>
                <a:lnTo>
                  <a:pt x="137012" y="723168"/>
                </a:lnTo>
                <a:close/>
                <a:moveTo>
                  <a:pt x="69121" y="723168"/>
                </a:moveTo>
                <a:lnTo>
                  <a:pt x="70787" y="723168"/>
                </a:lnTo>
                <a:lnTo>
                  <a:pt x="70787" y="723908"/>
                </a:lnTo>
                <a:lnTo>
                  <a:pt x="69121" y="723908"/>
                </a:lnTo>
                <a:close/>
                <a:moveTo>
                  <a:pt x="67871" y="723168"/>
                </a:moveTo>
                <a:lnTo>
                  <a:pt x="68704" y="723168"/>
                </a:lnTo>
                <a:lnTo>
                  <a:pt x="68704" y="723908"/>
                </a:lnTo>
                <a:lnTo>
                  <a:pt x="67871" y="723908"/>
                </a:lnTo>
                <a:close/>
                <a:moveTo>
                  <a:pt x="144092" y="723168"/>
                </a:moveTo>
                <a:lnTo>
                  <a:pt x="374839" y="723168"/>
                </a:lnTo>
                <a:lnTo>
                  <a:pt x="374839" y="723908"/>
                </a:lnTo>
                <a:lnTo>
                  <a:pt x="144092" y="723908"/>
                </a:lnTo>
                <a:close/>
                <a:moveTo>
                  <a:pt x="136595" y="723168"/>
                </a:moveTo>
                <a:lnTo>
                  <a:pt x="140344" y="723168"/>
                </a:lnTo>
                <a:lnTo>
                  <a:pt x="140344" y="723908"/>
                </a:lnTo>
                <a:lnTo>
                  <a:pt x="136595" y="723908"/>
                </a:lnTo>
                <a:close/>
                <a:moveTo>
                  <a:pt x="75368" y="723168"/>
                </a:moveTo>
                <a:lnTo>
                  <a:pt x="124933" y="723168"/>
                </a:lnTo>
                <a:lnTo>
                  <a:pt x="124933" y="723908"/>
                </a:lnTo>
                <a:lnTo>
                  <a:pt x="75368" y="723908"/>
                </a:lnTo>
                <a:close/>
                <a:moveTo>
                  <a:pt x="39548" y="723168"/>
                </a:moveTo>
                <a:lnTo>
                  <a:pt x="67455" y="723168"/>
                </a:lnTo>
                <a:lnTo>
                  <a:pt x="67455" y="723908"/>
                </a:lnTo>
                <a:lnTo>
                  <a:pt x="39548" y="723908"/>
                </a:lnTo>
                <a:close/>
                <a:moveTo>
                  <a:pt x="136179" y="723908"/>
                </a:moveTo>
                <a:lnTo>
                  <a:pt x="140344" y="723908"/>
                </a:lnTo>
                <a:lnTo>
                  <a:pt x="140344" y="724648"/>
                </a:lnTo>
                <a:lnTo>
                  <a:pt x="136179" y="724648"/>
                </a:lnTo>
                <a:close/>
                <a:moveTo>
                  <a:pt x="75368" y="723908"/>
                </a:moveTo>
                <a:lnTo>
                  <a:pt x="124516" y="723908"/>
                </a:lnTo>
                <a:lnTo>
                  <a:pt x="124516" y="724648"/>
                </a:lnTo>
                <a:lnTo>
                  <a:pt x="75368" y="724648"/>
                </a:lnTo>
                <a:close/>
                <a:moveTo>
                  <a:pt x="144509" y="723908"/>
                </a:moveTo>
                <a:lnTo>
                  <a:pt x="374839" y="723908"/>
                </a:lnTo>
                <a:lnTo>
                  <a:pt x="374839" y="724648"/>
                </a:lnTo>
                <a:lnTo>
                  <a:pt x="144509" y="724648"/>
                </a:lnTo>
                <a:close/>
                <a:moveTo>
                  <a:pt x="39548" y="723908"/>
                </a:moveTo>
                <a:lnTo>
                  <a:pt x="70370" y="723908"/>
                </a:lnTo>
                <a:lnTo>
                  <a:pt x="70370" y="724648"/>
                </a:lnTo>
                <a:lnTo>
                  <a:pt x="39548" y="724648"/>
                </a:lnTo>
                <a:close/>
                <a:moveTo>
                  <a:pt x="145342" y="724648"/>
                </a:moveTo>
                <a:lnTo>
                  <a:pt x="374839" y="724648"/>
                </a:lnTo>
                <a:lnTo>
                  <a:pt x="374839" y="725389"/>
                </a:lnTo>
                <a:lnTo>
                  <a:pt x="145342" y="725389"/>
                </a:lnTo>
                <a:close/>
                <a:moveTo>
                  <a:pt x="68704" y="724648"/>
                </a:moveTo>
                <a:lnTo>
                  <a:pt x="69954" y="724648"/>
                </a:lnTo>
                <a:lnTo>
                  <a:pt x="69954" y="725389"/>
                </a:lnTo>
                <a:lnTo>
                  <a:pt x="68704" y="725389"/>
                </a:lnTo>
                <a:close/>
                <a:moveTo>
                  <a:pt x="75368" y="724648"/>
                </a:moveTo>
                <a:lnTo>
                  <a:pt x="124100" y="724648"/>
                </a:lnTo>
                <a:lnTo>
                  <a:pt x="124100" y="725389"/>
                </a:lnTo>
                <a:lnTo>
                  <a:pt x="75368" y="725389"/>
                </a:lnTo>
                <a:close/>
                <a:moveTo>
                  <a:pt x="39548" y="724648"/>
                </a:moveTo>
                <a:lnTo>
                  <a:pt x="67038" y="724648"/>
                </a:lnTo>
                <a:lnTo>
                  <a:pt x="67038" y="725389"/>
                </a:lnTo>
                <a:lnTo>
                  <a:pt x="39548" y="725389"/>
                </a:lnTo>
                <a:close/>
                <a:moveTo>
                  <a:pt x="67455" y="724648"/>
                </a:moveTo>
                <a:lnTo>
                  <a:pt x="68288" y="724648"/>
                </a:lnTo>
                <a:lnTo>
                  <a:pt x="68288" y="725389"/>
                </a:lnTo>
                <a:lnTo>
                  <a:pt x="67455" y="725389"/>
                </a:lnTo>
                <a:close/>
                <a:moveTo>
                  <a:pt x="39548" y="725389"/>
                </a:moveTo>
                <a:lnTo>
                  <a:pt x="69954" y="725389"/>
                </a:lnTo>
                <a:lnTo>
                  <a:pt x="69954" y="726129"/>
                </a:lnTo>
                <a:lnTo>
                  <a:pt x="39548" y="726129"/>
                </a:lnTo>
                <a:close/>
                <a:moveTo>
                  <a:pt x="145758" y="725389"/>
                </a:moveTo>
                <a:lnTo>
                  <a:pt x="374839" y="725389"/>
                </a:lnTo>
                <a:lnTo>
                  <a:pt x="374839" y="726129"/>
                </a:lnTo>
                <a:lnTo>
                  <a:pt x="145758" y="726129"/>
                </a:lnTo>
                <a:close/>
                <a:moveTo>
                  <a:pt x="76201" y="725389"/>
                </a:moveTo>
                <a:lnTo>
                  <a:pt x="123267" y="725389"/>
                </a:lnTo>
                <a:lnTo>
                  <a:pt x="123267" y="726129"/>
                </a:lnTo>
                <a:lnTo>
                  <a:pt x="76201" y="726129"/>
                </a:lnTo>
                <a:close/>
                <a:moveTo>
                  <a:pt x="74952" y="725389"/>
                </a:moveTo>
                <a:lnTo>
                  <a:pt x="75785" y="725389"/>
                </a:lnTo>
                <a:lnTo>
                  <a:pt x="75785" y="726869"/>
                </a:lnTo>
                <a:lnTo>
                  <a:pt x="74952" y="726869"/>
                </a:lnTo>
                <a:close/>
                <a:moveTo>
                  <a:pt x="76201" y="726129"/>
                </a:moveTo>
                <a:lnTo>
                  <a:pt x="122850" y="726129"/>
                </a:lnTo>
                <a:lnTo>
                  <a:pt x="122850" y="726869"/>
                </a:lnTo>
                <a:lnTo>
                  <a:pt x="76201" y="726869"/>
                </a:lnTo>
                <a:close/>
                <a:moveTo>
                  <a:pt x="146591" y="726129"/>
                </a:moveTo>
                <a:lnTo>
                  <a:pt x="374839" y="726129"/>
                </a:lnTo>
                <a:lnTo>
                  <a:pt x="374839" y="726869"/>
                </a:lnTo>
                <a:lnTo>
                  <a:pt x="146591" y="726869"/>
                </a:lnTo>
                <a:close/>
                <a:moveTo>
                  <a:pt x="135762" y="724648"/>
                </a:moveTo>
                <a:lnTo>
                  <a:pt x="139927" y="724648"/>
                </a:lnTo>
                <a:lnTo>
                  <a:pt x="139927" y="726869"/>
                </a:lnTo>
                <a:lnTo>
                  <a:pt x="135762" y="726869"/>
                </a:lnTo>
                <a:close/>
                <a:moveTo>
                  <a:pt x="67038" y="726129"/>
                </a:moveTo>
                <a:lnTo>
                  <a:pt x="67871" y="726129"/>
                </a:lnTo>
                <a:lnTo>
                  <a:pt x="67871" y="727609"/>
                </a:lnTo>
                <a:lnTo>
                  <a:pt x="67038" y="727609"/>
                </a:lnTo>
                <a:close/>
                <a:moveTo>
                  <a:pt x="39548" y="726129"/>
                </a:moveTo>
                <a:lnTo>
                  <a:pt x="66622" y="726129"/>
                </a:lnTo>
                <a:lnTo>
                  <a:pt x="66622" y="727609"/>
                </a:lnTo>
                <a:lnTo>
                  <a:pt x="39548" y="727609"/>
                </a:lnTo>
                <a:close/>
                <a:moveTo>
                  <a:pt x="68288" y="726129"/>
                </a:moveTo>
                <a:lnTo>
                  <a:pt x="69537" y="726129"/>
                </a:lnTo>
                <a:lnTo>
                  <a:pt x="69537" y="727609"/>
                </a:lnTo>
                <a:lnTo>
                  <a:pt x="68288" y="727609"/>
                </a:lnTo>
                <a:close/>
                <a:moveTo>
                  <a:pt x="135346" y="726869"/>
                </a:moveTo>
                <a:lnTo>
                  <a:pt x="139511" y="726869"/>
                </a:lnTo>
                <a:lnTo>
                  <a:pt x="139511" y="727609"/>
                </a:lnTo>
                <a:lnTo>
                  <a:pt x="135346" y="727609"/>
                </a:lnTo>
                <a:close/>
                <a:moveTo>
                  <a:pt x="74952" y="726869"/>
                </a:moveTo>
                <a:lnTo>
                  <a:pt x="122850" y="726869"/>
                </a:lnTo>
                <a:lnTo>
                  <a:pt x="122850" y="727609"/>
                </a:lnTo>
                <a:lnTo>
                  <a:pt x="74952" y="727609"/>
                </a:lnTo>
                <a:close/>
                <a:moveTo>
                  <a:pt x="147008" y="726869"/>
                </a:moveTo>
                <a:lnTo>
                  <a:pt x="374839" y="726869"/>
                </a:lnTo>
                <a:lnTo>
                  <a:pt x="374839" y="727609"/>
                </a:lnTo>
                <a:lnTo>
                  <a:pt x="147008" y="727609"/>
                </a:lnTo>
                <a:close/>
                <a:moveTo>
                  <a:pt x="74535" y="727609"/>
                </a:moveTo>
                <a:lnTo>
                  <a:pt x="75785" y="727609"/>
                </a:lnTo>
                <a:lnTo>
                  <a:pt x="75785" y="728349"/>
                </a:lnTo>
                <a:lnTo>
                  <a:pt x="74535" y="728349"/>
                </a:lnTo>
                <a:close/>
                <a:moveTo>
                  <a:pt x="147841" y="727609"/>
                </a:moveTo>
                <a:lnTo>
                  <a:pt x="374839" y="727609"/>
                </a:lnTo>
                <a:lnTo>
                  <a:pt x="374839" y="728349"/>
                </a:lnTo>
                <a:lnTo>
                  <a:pt x="147841" y="728349"/>
                </a:lnTo>
                <a:close/>
                <a:moveTo>
                  <a:pt x="76201" y="727609"/>
                </a:moveTo>
                <a:lnTo>
                  <a:pt x="122434" y="727609"/>
                </a:lnTo>
                <a:lnTo>
                  <a:pt x="122434" y="728349"/>
                </a:lnTo>
                <a:lnTo>
                  <a:pt x="76201" y="728349"/>
                </a:lnTo>
                <a:close/>
                <a:moveTo>
                  <a:pt x="135346" y="727609"/>
                </a:moveTo>
                <a:lnTo>
                  <a:pt x="139094" y="727609"/>
                </a:lnTo>
                <a:lnTo>
                  <a:pt x="139094" y="728349"/>
                </a:lnTo>
                <a:lnTo>
                  <a:pt x="135346" y="728349"/>
                </a:lnTo>
                <a:close/>
                <a:moveTo>
                  <a:pt x="134929" y="728349"/>
                </a:moveTo>
                <a:lnTo>
                  <a:pt x="138678" y="728349"/>
                </a:lnTo>
                <a:lnTo>
                  <a:pt x="138678" y="729090"/>
                </a:lnTo>
                <a:lnTo>
                  <a:pt x="134929" y="729090"/>
                </a:lnTo>
                <a:close/>
                <a:moveTo>
                  <a:pt x="67871" y="727609"/>
                </a:moveTo>
                <a:lnTo>
                  <a:pt x="69121" y="727609"/>
                </a:lnTo>
                <a:lnTo>
                  <a:pt x="69121" y="729090"/>
                </a:lnTo>
                <a:lnTo>
                  <a:pt x="67871" y="729090"/>
                </a:lnTo>
                <a:close/>
                <a:moveTo>
                  <a:pt x="148257" y="728349"/>
                </a:moveTo>
                <a:lnTo>
                  <a:pt x="374839" y="728349"/>
                </a:lnTo>
                <a:lnTo>
                  <a:pt x="374839" y="729090"/>
                </a:lnTo>
                <a:lnTo>
                  <a:pt x="148257" y="729090"/>
                </a:lnTo>
                <a:close/>
                <a:moveTo>
                  <a:pt x="39548" y="727609"/>
                </a:moveTo>
                <a:lnTo>
                  <a:pt x="67455" y="727609"/>
                </a:lnTo>
                <a:lnTo>
                  <a:pt x="67455" y="729090"/>
                </a:lnTo>
                <a:lnTo>
                  <a:pt x="39548" y="729090"/>
                </a:lnTo>
                <a:close/>
                <a:moveTo>
                  <a:pt x="134929" y="729090"/>
                </a:moveTo>
                <a:lnTo>
                  <a:pt x="138261" y="729090"/>
                </a:lnTo>
                <a:lnTo>
                  <a:pt x="138261" y="729830"/>
                </a:lnTo>
                <a:lnTo>
                  <a:pt x="134929" y="729830"/>
                </a:lnTo>
                <a:close/>
                <a:moveTo>
                  <a:pt x="39548" y="729090"/>
                </a:moveTo>
                <a:lnTo>
                  <a:pt x="69121" y="729090"/>
                </a:lnTo>
                <a:lnTo>
                  <a:pt x="69121" y="729830"/>
                </a:lnTo>
                <a:lnTo>
                  <a:pt x="39548" y="729830"/>
                </a:lnTo>
                <a:close/>
                <a:moveTo>
                  <a:pt x="148674" y="729090"/>
                </a:moveTo>
                <a:lnTo>
                  <a:pt x="374839" y="729090"/>
                </a:lnTo>
                <a:lnTo>
                  <a:pt x="374839" y="729830"/>
                </a:lnTo>
                <a:lnTo>
                  <a:pt x="148674" y="729830"/>
                </a:lnTo>
                <a:close/>
                <a:moveTo>
                  <a:pt x="148674" y="729830"/>
                </a:moveTo>
                <a:lnTo>
                  <a:pt x="149507" y="729830"/>
                </a:lnTo>
                <a:lnTo>
                  <a:pt x="149507" y="730570"/>
                </a:lnTo>
                <a:lnTo>
                  <a:pt x="148674" y="730570"/>
                </a:lnTo>
                <a:close/>
                <a:moveTo>
                  <a:pt x="134929" y="729830"/>
                </a:moveTo>
                <a:lnTo>
                  <a:pt x="137845" y="729830"/>
                </a:lnTo>
                <a:lnTo>
                  <a:pt x="137845" y="730570"/>
                </a:lnTo>
                <a:lnTo>
                  <a:pt x="134929" y="730570"/>
                </a:lnTo>
                <a:close/>
                <a:moveTo>
                  <a:pt x="129098" y="729830"/>
                </a:moveTo>
                <a:lnTo>
                  <a:pt x="129515" y="729830"/>
                </a:lnTo>
                <a:lnTo>
                  <a:pt x="129515" y="730570"/>
                </a:lnTo>
                <a:lnTo>
                  <a:pt x="129098" y="730570"/>
                </a:lnTo>
                <a:close/>
                <a:moveTo>
                  <a:pt x="151173" y="729830"/>
                </a:moveTo>
                <a:lnTo>
                  <a:pt x="197406" y="729830"/>
                </a:lnTo>
                <a:lnTo>
                  <a:pt x="197406" y="730570"/>
                </a:lnTo>
                <a:lnTo>
                  <a:pt x="151173" y="730570"/>
                </a:lnTo>
                <a:close/>
                <a:moveTo>
                  <a:pt x="74535" y="728349"/>
                </a:moveTo>
                <a:lnTo>
                  <a:pt x="122017" y="728349"/>
                </a:lnTo>
                <a:lnTo>
                  <a:pt x="122017" y="730570"/>
                </a:lnTo>
                <a:lnTo>
                  <a:pt x="74535" y="730570"/>
                </a:lnTo>
                <a:close/>
                <a:moveTo>
                  <a:pt x="151590" y="730570"/>
                </a:moveTo>
                <a:lnTo>
                  <a:pt x="197406" y="730570"/>
                </a:lnTo>
                <a:lnTo>
                  <a:pt x="197406" y="731310"/>
                </a:lnTo>
                <a:lnTo>
                  <a:pt x="151590" y="731310"/>
                </a:lnTo>
                <a:close/>
                <a:moveTo>
                  <a:pt x="39548" y="729830"/>
                </a:moveTo>
                <a:lnTo>
                  <a:pt x="68704" y="729830"/>
                </a:lnTo>
                <a:lnTo>
                  <a:pt x="68704" y="731310"/>
                </a:lnTo>
                <a:lnTo>
                  <a:pt x="39548" y="731310"/>
                </a:lnTo>
                <a:close/>
                <a:moveTo>
                  <a:pt x="127849" y="730570"/>
                </a:moveTo>
                <a:lnTo>
                  <a:pt x="129515" y="730570"/>
                </a:lnTo>
                <a:lnTo>
                  <a:pt x="129515" y="731310"/>
                </a:lnTo>
                <a:lnTo>
                  <a:pt x="127849" y="731310"/>
                </a:lnTo>
                <a:close/>
                <a:moveTo>
                  <a:pt x="134513" y="730570"/>
                </a:moveTo>
                <a:lnTo>
                  <a:pt x="137845" y="730570"/>
                </a:lnTo>
                <a:lnTo>
                  <a:pt x="137845" y="731310"/>
                </a:lnTo>
                <a:lnTo>
                  <a:pt x="134513" y="731310"/>
                </a:lnTo>
                <a:close/>
                <a:moveTo>
                  <a:pt x="74119" y="730570"/>
                </a:moveTo>
                <a:lnTo>
                  <a:pt x="122017" y="730570"/>
                </a:lnTo>
                <a:lnTo>
                  <a:pt x="122017" y="731310"/>
                </a:lnTo>
                <a:lnTo>
                  <a:pt x="74119" y="731310"/>
                </a:lnTo>
                <a:close/>
                <a:moveTo>
                  <a:pt x="148674" y="730570"/>
                </a:moveTo>
                <a:lnTo>
                  <a:pt x="149091" y="730570"/>
                </a:lnTo>
                <a:lnTo>
                  <a:pt x="149091" y="731310"/>
                </a:lnTo>
                <a:lnTo>
                  <a:pt x="148674" y="731310"/>
                </a:lnTo>
                <a:close/>
                <a:moveTo>
                  <a:pt x="74119" y="731310"/>
                </a:moveTo>
                <a:lnTo>
                  <a:pt x="129515" y="731310"/>
                </a:lnTo>
                <a:lnTo>
                  <a:pt x="129515" y="732050"/>
                </a:lnTo>
                <a:lnTo>
                  <a:pt x="74119" y="732050"/>
                </a:lnTo>
                <a:close/>
                <a:moveTo>
                  <a:pt x="148257" y="731310"/>
                </a:moveTo>
                <a:lnTo>
                  <a:pt x="149091" y="731310"/>
                </a:lnTo>
                <a:lnTo>
                  <a:pt x="149091" y="732050"/>
                </a:lnTo>
                <a:lnTo>
                  <a:pt x="148257" y="732050"/>
                </a:lnTo>
                <a:close/>
                <a:moveTo>
                  <a:pt x="134513" y="731310"/>
                </a:moveTo>
                <a:lnTo>
                  <a:pt x="137428" y="731310"/>
                </a:lnTo>
                <a:lnTo>
                  <a:pt x="137428" y="732050"/>
                </a:lnTo>
                <a:lnTo>
                  <a:pt x="134513" y="732050"/>
                </a:lnTo>
                <a:close/>
                <a:moveTo>
                  <a:pt x="148257" y="732050"/>
                </a:moveTo>
                <a:lnTo>
                  <a:pt x="148674" y="732050"/>
                </a:lnTo>
                <a:lnTo>
                  <a:pt x="148674" y="732791"/>
                </a:lnTo>
                <a:lnTo>
                  <a:pt x="148257" y="732791"/>
                </a:lnTo>
                <a:close/>
                <a:moveTo>
                  <a:pt x="134513" y="732050"/>
                </a:moveTo>
                <a:lnTo>
                  <a:pt x="137012" y="732050"/>
                </a:lnTo>
                <a:lnTo>
                  <a:pt x="137012" y="732791"/>
                </a:lnTo>
                <a:lnTo>
                  <a:pt x="134513" y="732791"/>
                </a:lnTo>
                <a:close/>
                <a:moveTo>
                  <a:pt x="74119" y="732050"/>
                </a:moveTo>
                <a:lnTo>
                  <a:pt x="129098" y="732050"/>
                </a:lnTo>
                <a:lnTo>
                  <a:pt x="129098" y="733531"/>
                </a:lnTo>
                <a:lnTo>
                  <a:pt x="74119" y="733531"/>
                </a:lnTo>
                <a:close/>
                <a:moveTo>
                  <a:pt x="199072" y="729830"/>
                </a:moveTo>
                <a:lnTo>
                  <a:pt x="374839" y="729830"/>
                </a:lnTo>
                <a:lnTo>
                  <a:pt x="374839" y="733531"/>
                </a:lnTo>
                <a:lnTo>
                  <a:pt x="199072" y="733531"/>
                </a:lnTo>
                <a:close/>
                <a:moveTo>
                  <a:pt x="39548" y="731310"/>
                </a:moveTo>
                <a:lnTo>
                  <a:pt x="68288" y="731310"/>
                </a:lnTo>
                <a:lnTo>
                  <a:pt x="68288" y="733531"/>
                </a:lnTo>
                <a:lnTo>
                  <a:pt x="39548" y="733531"/>
                </a:lnTo>
                <a:close/>
                <a:moveTo>
                  <a:pt x="147841" y="732791"/>
                </a:moveTo>
                <a:lnTo>
                  <a:pt x="148257" y="732791"/>
                </a:lnTo>
                <a:lnTo>
                  <a:pt x="148257" y="733531"/>
                </a:lnTo>
                <a:lnTo>
                  <a:pt x="147841" y="733531"/>
                </a:lnTo>
                <a:close/>
                <a:moveTo>
                  <a:pt x="73702" y="733531"/>
                </a:moveTo>
                <a:lnTo>
                  <a:pt x="129098" y="733531"/>
                </a:lnTo>
                <a:lnTo>
                  <a:pt x="129098" y="734271"/>
                </a:lnTo>
                <a:lnTo>
                  <a:pt x="73702" y="734271"/>
                </a:lnTo>
                <a:close/>
                <a:moveTo>
                  <a:pt x="143676" y="733531"/>
                </a:moveTo>
                <a:lnTo>
                  <a:pt x="144509" y="733531"/>
                </a:lnTo>
                <a:lnTo>
                  <a:pt x="144509" y="734271"/>
                </a:lnTo>
                <a:lnTo>
                  <a:pt x="143676" y="734271"/>
                </a:lnTo>
                <a:close/>
                <a:moveTo>
                  <a:pt x="134096" y="732791"/>
                </a:moveTo>
                <a:lnTo>
                  <a:pt x="136595" y="732791"/>
                </a:lnTo>
                <a:lnTo>
                  <a:pt x="136595" y="734271"/>
                </a:lnTo>
                <a:lnTo>
                  <a:pt x="134096" y="734271"/>
                </a:lnTo>
                <a:close/>
                <a:moveTo>
                  <a:pt x="199072" y="733531"/>
                </a:moveTo>
                <a:lnTo>
                  <a:pt x="299867" y="733531"/>
                </a:lnTo>
                <a:lnTo>
                  <a:pt x="299867" y="734271"/>
                </a:lnTo>
                <a:lnTo>
                  <a:pt x="199072" y="734271"/>
                </a:lnTo>
                <a:close/>
                <a:moveTo>
                  <a:pt x="302366" y="733531"/>
                </a:moveTo>
                <a:lnTo>
                  <a:pt x="374839" y="733531"/>
                </a:lnTo>
                <a:lnTo>
                  <a:pt x="374839" y="734271"/>
                </a:lnTo>
                <a:lnTo>
                  <a:pt x="302366" y="734271"/>
                </a:lnTo>
                <a:close/>
                <a:moveTo>
                  <a:pt x="304449" y="734271"/>
                </a:moveTo>
                <a:lnTo>
                  <a:pt x="374839" y="734271"/>
                </a:lnTo>
                <a:lnTo>
                  <a:pt x="374839" y="735011"/>
                </a:lnTo>
                <a:lnTo>
                  <a:pt x="304449" y="735011"/>
                </a:lnTo>
                <a:close/>
                <a:moveTo>
                  <a:pt x="134096" y="734271"/>
                </a:moveTo>
                <a:lnTo>
                  <a:pt x="136179" y="734271"/>
                </a:lnTo>
                <a:lnTo>
                  <a:pt x="136179" y="735011"/>
                </a:lnTo>
                <a:lnTo>
                  <a:pt x="134096" y="735011"/>
                </a:lnTo>
                <a:close/>
                <a:moveTo>
                  <a:pt x="147424" y="733531"/>
                </a:moveTo>
                <a:lnTo>
                  <a:pt x="148257" y="733531"/>
                </a:lnTo>
                <a:lnTo>
                  <a:pt x="148257" y="735011"/>
                </a:lnTo>
                <a:lnTo>
                  <a:pt x="147424" y="735011"/>
                </a:lnTo>
                <a:close/>
                <a:moveTo>
                  <a:pt x="143259" y="734271"/>
                </a:moveTo>
                <a:lnTo>
                  <a:pt x="145758" y="734271"/>
                </a:lnTo>
                <a:lnTo>
                  <a:pt x="145758" y="735011"/>
                </a:lnTo>
                <a:lnTo>
                  <a:pt x="143259" y="735011"/>
                </a:lnTo>
                <a:close/>
                <a:moveTo>
                  <a:pt x="199072" y="734271"/>
                </a:moveTo>
                <a:lnTo>
                  <a:pt x="295285" y="734271"/>
                </a:lnTo>
                <a:lnTo>
                  <a:pt x="295285" y="735011"/>
                </a:lnTo>
                <a:lnTo>
                  <a:pt x="199072" y="735011"/>
                </a:lnTo>
                <a:close/>
                <a:moveTo>
                  <a:pt x="151173" y="731310"/>
                </a:moveTo>
                <a:lnTo>
                  <a:pt x="197406" y="731310"/>
                </a:lnTo>
                <a:lnTo>
                  <a:pt x="197406" y="735011"/>
                </a:lnTo>
                <a:lnTo>
                  <a:pt x="151173" y="735011"/>
                </a:lnTo>
                <a:close/>
                <a:moveTo>
                  <a:pt x="133680" y="735011"/>
                </a:moveTo>
                <a:lnTo>
                  <a:pt x="135762" y="735011"/>
                </a:lnTo>
                <a:lnTo>
                  <a:pt x="135762" y="735751"/>
                </a:lnTo>
                <a:lnTo>
                  <a:pt x="133680" y="735751"/>
                </a:lnTo>
                <a:close/>
                <a:moveTo>
                  <a:pt x="306115" y="735011"/>
                </a:moveTo>
                <a:lnTo>
                  <a:pt x="374839" y="735011"/>
                </a:lnTo>
                <a:lnTo>
                  <a:pt x="374839" y="735751"/>
                </a:lnTo>
                <a:lnTo>
                  <a:pt x="306115" y="735751"/>
                </a:lnTo>
                <a:close/>
                <a:moveTo>
                  <a:pt x="142843" y="735011"/>
                </a:moveTo>
                <a:lnTo>
                  <a:pt x="147841" y="735011"/>
                </a:lnTo>
                <a:lnTo>
                  <a:pt x="147841" y="735751"/>
                </a:lnTo>
                <a:lnTo>
                  <a:pt x="142843" y="735751"/>
                </a:lnTo>
                <a:close/>
                <a:moveTo>
                  <a:pt x="199072" y="735011"/>
                </a:moveTo>
                <a:lnTo>
                  <a:pt x="292786" y="735011"/>
                </a:lnTo>
                <a:lnTo>
                  <a:pt x="292786" y="735751"/>
                </a:lnTo>
                <a:lnTo>
                  <a:pt x="199072" y="735751"/>
                </a:lnTo>
                <a:close/>
                <a:moveTo>
                  <a:pt x="296118" y="735011"/>
                </a:moveTo>
                <a:lnTo>
                  <a:pt x="303616" y="735011"/>
                </a:lnTo>
                <a:lnTo>
                  <a:pt x="303616" y="735751"/>
                </a:lnTo>
                <a:lnTo>
                  <a:pt x="296118" y="735751"/>
                </a:lnTo>
                <a:close/>
                <a:moveTo>
                  <a:pt x="73702" y="734271"/>
                </a:moveTo>
                <a:lnTo>
                  <a:pt x="128682" y="734271"/>
                </a:lnTo>
                <a:lnTo>
                  <a:pt x="128682" y="736491"/>
                </a:lnTo>
                <a:lnTo>
                  <a:pt x="73702" y="736491"/>
                </a:lnTo>
                <a:close/>
                <a:moveTo>
                  <a:pt x="199072" y="735751"/>
                </a:moveTo>
                <a:lnTo>
                  <a:pt x="290704" y="735751"/>
                </a:lnTo>
                <a:lnTo>
                  <a:pt x="290704" y="736491"/>
                </a:lnTo>
                <a:lnTo>
                  <a:pt x="199072" y="736491"/>
                </a:lnTo>
                <a:close/>
                <a:moveTo>
                  <a:pt x="307781" y="735751"/>
                </a:moveTo>
                <a:lnTo>
                  <a:pt x="374839" y="735751"/>
                </a:lnTo>
                <a:lnTo>
                  <a:pt x="374839" y="736491"/>
                </a:lnTo>
                <a:lnTo>
                  <a:pt x="307781" y="736491"/>
                </a:lnTo>
                <a:close/>
                <a:moveTo>
                  <a:pt x="142426" y="735751"/>
                </a:moveTo>
                <a:lnTo>
                  <a:pt x="147841" y="735751"/>
                </a:lnTo>
                <a:lnTo>
                  <a:pt x="147841" y="736491"/>
                </a:lnTo>
                <a:lnTo>
                  <a:pt x="142426" y="736491"/>
                </a:lnTo>
                <a:close/>
                <a:moveTo>
                  <a:pt x="39548" y="733531"/>
                </a:moveTo>
                <a:lnTo>
                  <a:pt x="67871" y="733531"/>
                </a:lnTo>
                <a:lnTo>
                  <a:pt x="67871" y="736491"/>
                </a:lnTo>
                <a:lnTo>
                  <a:pt x="39548" y="736491"/>
                </a:lnTo>
                <a:close/>
                <a:moveTo>
                  <a:pt x="150757" y="735011"/>
                </a:moveTo>
                <a:lnTo>
                  <a:pt x="197406" y="735011"/>
                </a:lnTo>
                <a:lnTo>
                  <a:pt x="197406" y="736491"/>
                </a:lnTo>
                <a:lnTo>
                  <a:pt x="150757" y="736491"/>
                </a:lnTo>
                <a:close/>
                <a:moveTo>
                  <a:pt x="293619" y="735751"/>
                </a:moveTo>
                <a:lnTo>
                  <a:pt x="305282" y="735751"/>
                </a:lnTo>
                <a:lnTo>
                  <a:pt x="305282" y="736491"/>
                </a:lnTo>
                <a:lnTo>
                  <a:pt x="293619" y="736491"/>
                </a:lnTo>
                <a:close/>
                <a:moveTo>
                  <a:pt x="291537" y="736491"/>
                </a:moveTo>
                <a:lnTo>
                  <a:pt x="306948" y="736491"/>
                </a:lnTo>
                <a:lnTo>
                  <a:pt x="306948" y="737232"/>
                </a:lnTo>
                <a:lnTo>
                  <a:pt x="291537" y="737232"/>
                </a:lnTo>
                <a:close/>
                <a:moveTo>
                  <a:pt x="309030" y="736491"/>
                </a:moveTo>
                <a:lnTo>
                  <a:pt x="374839" y="736491"/>
                </a:lnTo>
                <a:lnTo>
                  <a:pt x="374839" y="737232"/>
                </a:lnTo>
                <a:lnTo>
                  <a:pt x="309030" y="737232"/>
                </a:lnTo>
                <a:close/>
                <a:moveTo>
                  <a:pt x="133680" y="735751"/>
                </a:moveTo>
                <a:lnTo>
                  <a:pt x="135346" y="735751"/>
                </a:lnTo>
                <a:lnTo>
                  <a:pt x="135346" y="737232"/>
                </a:lnTo>
                <a:lnTo>
                  <a:pt x="133680" y="737232"/>
                </a:lnTo>
                <a:close/>
                <a:moveTo>
                  <a:pt x="73702" y="736491"/>
                </a:moveTo>
                <a:lnTo>
                  <a:pt x="128265" y="736491"/>
                </a:lnTo>
                <a:lnTo>
                  <a:pt x="128265" y="737232"/>
                </a:lnTo>
                <a:lnTo>
                  <a:pt x="73702" y="737232"/>
                </a:lnTo>
                <a:close/>
                <a:moveTo>
                  <a:pt x="199072" y="736491"/>
                </a:moveTo>
                <a:lnTo>
                  <a:pt x="288621" y="736491"/>
                </a:lnTo>
                <a:lnTo>
                  <a:pt x="288621" y="737232"/>
                </a:lnTo>
                <a:lnTo>
                  <a:pt x="199072" y="737232"/>
                </a:lnTo>
                <a:close/>
                <a:moveTo>
                  <a:pt x="142010" y="736491"/>
                </a:moveTo>
                <a:lnTo>
                  <a:pt x="147841" y="736491"/>
                </a:lnTo>
                <a:lnTo>
                  <a:pt x="147841" y="737232"/>
                </a:lnTo>
                <a:lnTo>
                  <a:pt x="142010" y="737232"/>
                </a:lnTo>
                <a:close/>
                <a:moveTo>
                  <a:pt x="151173" y="736491"/>
                </a:moveTo>
                <a:lnTo>
                  <a:pt x="197406" y="736491"/>
                </a:lnTo>
                <a:lnTo>
                  <a:pt x="197406" y="737232"/>
                </a:lnTo>
                <a:lnTo>
                  <a:pt x="151173" y="737232"/>
                </a:lnTo>
                <a:close/>
                <a:moveTo>
                  <a:pt x="199072" y="737232"/>
                </a:moveTo>
                <a:lnTo>
                  <a:pt x="286955" y="737232"/>
                </a:lnTo>
                <a:lnTo>
                  <a:pt x="286955" y="737972"/>
                </a:lnTo>
                <a:lnTo>
                  <a:pt x="199072" y="737972"/>
                </a:lnTo>
                <a:close/>
                <a:moveTo>
                  <a:pt x="152006" y="737232"/>
                </a:moveTo>
                <a:lnTo>
                  <a:pt x="197406" y="737232"/>
                </a:lnTo>
                <a:lnTo>
                  <a:pt x="197406" y="737972"/>
                </a:lnTo>
                <a:lnTo>
                  <a:pt x="152006" y="737972"/>
                </a:lnTo>
                <a:close/>
                <a:moveTo>
                  <a:pt x="73286" y="737232"/>
                </a:moveTo>
                <a:lnTo>
                  <a:pt x="80366" y="737232"/>
                </a:lnTo>
                <a:lnTo>
                  <a:pt x="80366" y="737972"/>
                </a:lnTo>
                <a:lnTo>
                  <a:pt x="73286" y="737972"/>
                </a:lnTo>
                <a:close/>
                <a:moveTo>
                  <a:pt x="289454" y="737232"/>
                </a:moveTo>
                <a:lnTo>
                  <a:pt x="308197" y="737232"/>
                </a:lnTo>
                <a:lnTo>
                  <a:pt x="308197" y="737972"/>
                </a:lnTo>
                <a:lnTo>
                  <a:pt x="289454" y="737972"/>
                </a:lnTo>
                <a:close/>
                <a:moveTo>
                  <a:pt x="81616" y="737232"/>
                </a:moveTo>
                <a:lnTo>
                  <a:pt x="128265" y="737232"/>
                </a:lnTo>
                <a:lnTo>
                  <a:pt x="128265" y="737972"/>
                </a:lnTo>
                <a:lnTo>
                  <a:pt x="81616" y="737972"/>
                </a:lnTo>
                <a:close/>
                <a:moveTo>
                  <a:pt x="310280" y="737232"/>
                </a:moveTo>
                <a:lnTo>
                  <a:pt x="374839" y="737232"/>
                </a:lnTo>
                <a:lnTo>
                  <a:pt x="374839" y="737972"/>
                </a:lnTo>
                <a:lnTo>
                  <a:pt x="310280" y="737972"/>
                </a:lnTo>
                <a:close/>
                <a:moveTo>
                  <a:pt x="133263" y="737232"/>
                </a:moveTo>
                <a:lnTo>
                  <a:pt x="134929" y="737232"/>
                </a:lnTo>
                <a:lnTo>
                  <a:pt x="134929" y="737972"/>
                </a:lnTo>
                <a:lnTo>
                  <a:pt x="133263" y="737972"/>
                </a:lnTo>
                <a:close/>
                <a:moveTo>
                  <a:pt x="141593" y="737232"/>
                </a:moveTo>
                <a:lnTo>
                  <a:pt x="147841" y="737232"/>
                </a:lnTo>
                <a:lnTo>
                  <a:pt x="147841" y="737972"/>
                </a:lnTo>
                <a:lnTo>
                  <a:pt x="141593" y="737972"/>
                </a:lnTo>
                <a:close/>
                <a:moveTo>
                  <a:pt x="133263" y="737972"/>
                </a:moveTo>
                <a:lnTo>
                  <a:pt x="134513" y="737972"/>
                </a:lnTo>
                <a:lnTo>
                  <a:pt x="134513" y="738712"/>
                </a:lnTo>
                <a:lnTo>
                  <a:pt x="133263" y="738712"/>
                </a:lnTo>
                <a:close/>
                <a:moveTo>
                  <a:pt x="311529" y="737972"/>
                </a:moveTo>
                <a:lnTo>
                  <a:pt x="374839" y="737972"/>
                </a:lnTo>
                <a:lnTo>
                  <a:pt x="374839" y="738712"/>
                </a:lnTo>
                <a:lnTo>
                  <a:pt x="311529" y="738712"/>
                </a:lnTo>
                <a:close/>
                <a:moveTo>
                  <a:pt x="141593" y="737972"/>
                </a:moveTo>
                <a:lnTo>
                  <a:pt x="148674" y="737972"/>
                </a:lnTo>
                <a:lnTo>
                  <a:pt x="148674" y="738712"/>
                </a:lnTo>
                <a:lnTo>
                  <a:pt x="141593" y="738712"/>
                </a:lnTo>
                <a:close/>
                <a:moveTo>
                  <a:pt x="82449" y="737972"/>
                </a:moveTo>
                <a:lnTo>
                  <a:pt x="128265" y="737972"/>
                </a:lnTo>
                <a:lnTo>
                  <a:pt x="128265" y="738712"/>
                </a:lnTo>
                <a:lnTo>
                  <a:pt x="82449" y="738712"/>
                </a:lnTo>
                <a:close/>
                <a:moveTo>
                  <a:pt x="199072" y="737972"/>
                </a:moveTo>
                <a:lnTo>
                  <a:pt x="285706" y="737972"/>
                </a:lnTo>
                <a:lnTo>
                  <a:pt x="285706" y="738712"/>
                </a:lnTo>
                <a:lnTo>
                  <a:pt x="199072" y="738712"/>
                </a:lnTo>
                <a:close/>
                <a:moveTo>
                  <a:pt x="152839" y="737972"/>
                </a:moveTo>
                <a:lnTo>
                  <a:pt x="197406" y="737972"/>
                </a:lnTo>
                <a:lnTo>
                  <a:pt x="197406" y="738712"/>
                </a:lnTo>
                <a:lnTo>
                  <a:pt x="152839" y="738712"/>
                </a:lnTo>
                <a:close/>
                <a:moveTo>
                  <a:pt x="287788" y="737972"/>
                </a:moveTo>
                <a:lnTo>
                  <a:pt x="309863" y="737972"/>
                </a:lnTo>
                <a:lnTo>
                  <a:pt x="309863" y="738712"/>
                </a:lnTo>
                <a:lnTo>
                  <a:pt x="287788" y="738712"/>
                </a:lnTo>
                <a:close/>
                <a:moveTo>
                  <a:pt x="73286" y="737972"/>
                </a:moveTo>
                <a:lnTo>
                  <a:pt x="79533" y="737972"/>
                </a:lnTo>
                <a:lnTo>
                  <a:pt x="79533" y="738712"/>
                </a:lnTo>
                <a:lnTo>
                  <a:pt x="73286" y="738712"/>
                </a:lnTo>
                <a:close/>
                <a:moveTo>
                  <a:pt x="199072" y="738712"/>
                </a:moveTo>
                <a:lnTo>
                  <a:pt x="284040" y="738712"/>
                </a:lnTo>
                <a:lnTo>
                  <a:pt x="284040" y="739452"/>
                </a:lnTo>
                <a:lnTo>
                  <a:pt x="199072" y="739452"/>
                </a:lnTo>
                <a:close/>
                <a:moveTo>
                  <a:pt x="141177" y="738712"/>
                </a:moveTo>
                <a:lnTo>
                  <a:pt x="149091" y="738712"/>
                </a:lnTo>
                <a:lnTo>
                  <a:pt x="149091" y="739452"/>
                </a:lnTo>
                <a:lnTo>
                  <a:pt x="141177" y="739452"/>
                </a:lnTo>
                <a:close/>
                <a:moveTo>
                  <a:pt x="312779" y="738712"/>
                </a:moveTo>
                <a:lnTo>
                  <a:pt x="374839" y="738712"/>
                </a:lnTo>
                <a:lnTo>
                  <a:pt x="374839" y="739452"/>
                </a:lnTo>
                <a:lnTo>
                  <a:pt x="312779" y="739452"/>
                </a:lnTo>
                <a:close/>
                <a:moveTo>
                  <a:pt x="132847" y="738712"/>
                </a:moveTo>
                <a:lnTo>
                  <a:pt x="134513" y="738712"/>
                </a:lnTo>
                <a:lnTo>
                  <a:pt x="134513" y="739452"/>
                </a:lnTo>
                <a:lnTo>
                  <a:pt x="132847" y="739452"/>
                </a:lnTo>
                <a:close/>
                <a:moveTo>
                  <a:pt x="73286" y="738712"/>
                </a:moveTo>
                <a:lnTo>
                  <a:pt x="78700" y="738712"/>
                </a:lnTo>
                <a:lnTo>
                  <a:pt x="78700" y="739452"/>
                </a:lnTo>
                <a:lnTo>
                  <a:pt x="73286" y="739452"/>
                </a:lnTo>
                <a:close/>
                <a:moveTo>
                  <a:pt x="82865" y="738712"/>
                </a:moveTo>
                <a:lnTo>
                  <a:pt x="127849" y="738712"/>
                </a:lnTo>
                <a:lnTo>
                  <a:pt x="127849" y="739452"/>
                </a:lnTo>
                <a:lnTo>
                  <a:pt x="82865" y="739452"/>
                </a:lnTo>
                <a:close/>
                <a:moveTo>
                  <a:pt x="286122" y="738712"/>
                </a:moveTo>
                <a:lnTo>
                  <a:pt x="311113" y="738712"/>
                </a:lnTo>
                <a:lnTo>
                  <a:pt x="311113" y="739452"/>
                </a:lnTo>
                <a:lnTo>
                  <a:pt x="286122" y="739452"/>
                </a:lnTo>
                <a:close/>
                <a:moveTo>
                  <a:pt x="153672" y="738712"/>
                </a:moveTo>
                <a:lnTo>
                  <a:pt x="197406" y="738712"/>
                </a:lnTo>
                <a:lnTo>
                  <a:pt x="197406" y="739452"/>
                </a:lnTo>
                <a:lnTo>
                  <a:pt x="153672" y="739452"/>
                </a:lnTo>
                <a:close/>
                <a:moveTo>
                  <a:pt x="83282" y="739452"/>
                </a:moveTo>
                <a:lnTo>
                  <a:pt x="127849" y="739452"/>
                </a:lnTo>
                <a:lnTo>
                  <a:pt x="127849" y="740192"/>
                </a:lnTo>
                <a:lnTo>
                  <a:pt x="83282" y="740192"/>
                </a:lnTo>
                <a:close/>
                <a:moveTo>
                  <a:pt x="154089" y="739452"/>
                </a:moveTo>
                <a:lnTo>
                  <a:pt x="197406" y="739452"/>
                </a:lnTo>
                <a:lnTo>
                  <a:pt x="197406" y="740192"/>
                </a:lnTo>
                <a:lnTo>
                  <a:pt x="154089" y="740192"/>
                </a:lnTo>
                <a:close/>
                <a:moveTo>
                  <a:pt x="132847" y="739452"/>
                </a:moveTo>
                <a:lnTo>
                  <a:pt x="134096" y="739452"/>
                </a:lnTo>
                <a:lnTo>
                  <a:pt x="134096" y="740192"/>
                </a:lnTo>
                <a:lnTo>
                  <a:pt x="132847" y="740192"/>
                </a:lnTo>
                <a:close/>
                <a:moveTo>
                  <a:pt x="199072" y="739452"/>
                </a:moveTo>
                <a:lnTo>
                  <a:pt x="282790" y="739452"/>
                </a:lnTo>
                <a:lnTo>
                  <a:pt x="282790" y="740192"/>
                </a:lnTo>
                <a:lnTo>
                  <a:pt x="199072" y="740192"/>
                </a:lnTo>
                <a:close/>
                <a:moveTo>
                  <a:pt x="314028" y="739452"/>
                </a:moveTo>
                <a:lnTo>
                  <a:pt x="374839" y="739452"/>
                </a:lnTo>
                <a:lnTo>
                  <a:pt x="374839" y="740192"/>
                </a:lnTo>
                <a:lnTo>
                  <a:pt x="314028" y="740192"/>
                </a:lnTo>
                <a:close/>
                <a:moveTo>
                  <a:pt x="141177" y="739452"/>
                </a:moveTo>
                <a:lnTo>
                  <a:pt x="149924" y="739452"/>
                </a:lnTo>
                <a:lnTo>
                  <a:pt x="149924" y="740192"/>
                </a:lnTo>
                <a:lnTo>
                  <a:pt x="141177" y="740192"/>
                </a:lnTo>
                <a:close/>
                <a:moveTo>
                  <a:pt x="284873" y="739452"/>
                </a:moveTo>
                <a:lnTo>
                  <a:pt x="312362" y="739452"/>
                </a:lnTo>
                <a:lnTo>
                  <a:pt x="312362" y="740192"/>
                </a:lnTo>
                <a:lnTo>
                  <a:pt x="284873" y="740192"/>
                </a:lnTo>
                <a:close/>
                <a:moveTo>
                  <a:pt x="199072" y="740192"/>
                </a:moveTo>
                <a:lnTo>
                  <a:pt x="281541" y="740192"/>
                </a:lnTo>
                <a:lnTo>
                  <a:pt x="281541" y="740933"/>
                </a:lnTo>
                <a:lnTo>
                  <a:pt x="199072" y="740933"/>
                </a:lnTo>
                <a:close/>
                <a:moveTo>
                  <a:pt x="315278" y="740192"/>
                </a:moveTo>
                <a:lnTo>
                  <a:pt x="374839" y="740192"/>
                </a:lnTo>
                <a:lnTo>
                  <a:pt x="374839" y="740933"/>
                </a:lnTo>
                <a:lnTo>
                  <a:pt x="315278" y="740933"/>
                </a:lnTo>
                <a:close/>
                <a:moveTo>
                  <a:pt x="73286" y="739452"/>
                </a:moveTo>
                <a:lnTo>
                  <a:pt x="78284" y="739452"/>
                </a:lnTo>
                <a:lnTo>
                  <a:pt x="78284" y="740933"/>
                </a:lnTo>
                <a:lnTo>
                  <a:pt x="73286" y="740933"/>
                </a:lnTo>
                <a:close/>
                <a:moveTo>
                  <a:pt x="132847" y="740192"/>
                </a:moveTo>
                <a:lnTo>
                  <a:pt x="133680" y="740192"/>
                </a:lnTo>
                <a:lnTo>
                  <a:pt x="133680" y="740933"/>
                </a:lnTo>
                <a:lnTo>
                  <a:pt x="132847" y="740933"/>
                </a:lnTo>
                <a:close/>
                <a:moveTo>
                  <a:pt x="283623" y="740192"/>
                </a:moveTo>
                <a:lnTo>
                  <a:pt x="313195" y="740192"/>
                </a:lnTo>
                <a:lnTo>
                  <a:pt x="313195" y="740933"/>
                </a:lnTo>
                <a:lnTo>
                  <a:pt x="283623" y="740933"/>
                </a:lnTo>
                <a:close/>
                <a:moveTo>
                  <a:pt x="140760" y="740192"/>
                </a:moveTo>
                <a:lnTo>
                  <a:pt x="150757" y="740192"/>
                </a:lnTo>
                <a:lnTo>
                  <a:pt x="150757" y="740933"/>
                </a:lnTo>
                <a:lnTo>
                  <a:pt x="140760" y="740933"/>
                </a:lnTo>
                <a:close/>
                <a:moveTo>
                  <a:pt x="154922" y="740192"/>
                </a:moveTo>
                <a:lnTo>
                  <a:pt x="197406" y="740192"/>
                </a:lnTo>
                <a:lnTo>
                  <a:pt x="197406" y="740933"/>
                </a:lnTo>
                <a:lnTo>
                  <a:pt x="154922" y="740933"/>
                </a:lnTo>
                <a:close/>
                <a:moveTo>
                  <a:pt x="72869" y="740933"/>
                </a:moveTo>
                <a:lnTo>
                  <a:pt x="77867" y="740933"/>
                </a:lnTo>
                <a:lnTo>
                  <a:pt x="77867" y="741673"/>
                </a:lnTo>
                <a:lnTo>
                  <a:pt x="72869" y="741673"/>
                </a:lnTo>
                <a:close/>
                <a:moveTo>
                  <a:pt x="137845" y="740933"/>
                </a:moveTo>
                <a:lnTo>
                  <a:pt x="138261" y="740933"/>
                </a:lnTo>
                <a:lnTo>
                  <a:pt x="138261" y="741673"/>
                </a:lnTo>
                <a:lnTo>
                  <a:pt x="137845" y="741673"/>
                </a:lnTo>
                <a:close/>
                <a:moveTo>
                  <a:pt x="281957" y="740933"/>
                </a:moveTo>
                <a:lnTo>
                  <a:pt x="314445" y="740933"/>
                </a:lnTo>
                <a:lnTo>
                  <a:pt x="314445" y="741673"/>
                </a:lnTo>
                <a:lnTo>
                  <a:pt x="281957" y="741673"/>
                </a:lnTo>
                <a:close/>
                <a:moveTo>
                  <a:pt x="316111" y="740933"/>
                </a:moveTo>
                <a:lnTo>
                  <a:pt x="374839" y="740933"/>
                </a:lnTo>
                <a:lnTo>
                  <a:pt x="374839" y="741673"/>
                </a:lnTo>
                <a:lnTo>
                  <a:pt x="316111" y="741673"/>
                </a:lnTo>
                <a:close/>
                <a:moveTo>
                  <a:pt x="132430" y="740933"/>
                </a:moveTo>
                <a:lnTo>
                  <a:pt x="133680" y="740933"/>
                </a:lnTo>
                <a:lnTo>
                  <a:pt x="133680" y="741673"/>
                </a:lnTo>
                <a:lnTo>
                  <a:pt x="132430" y="741673"/>
                </a:lnTo>
                <a:close/>
                <a:moveTo>
                  <a:pt x="140760" y="740933"/>
                </a:moveTo>
                <a:lnTo>
                  <a:pt x="151590" y="740933"/>
                </a:lnTo>
                <a:lnTo>
                  <a:pt x="151590" y="741673"/>
                </a:lnTo>
                <a:lnTo>
                  <a:pt x="140760" y="741673"/>
                </a:lnTo>
                <a:close/>
                <a:moveTo>
                  <a:pt x="83698" y="740192"/>
                </a:moveTo>
                <a:lnTo>
                  <a:pt x="127432" y="740192"/>
                </a:lnTo>
                <a:lnTo>
                  <a:pt x="127432" y="741673"/>
                </a:lnTo>
                <a:lnTo>
                  <a:pt x="83698" y="741673"/>
                </a:lnTo>
                <a:close/>
                <a:moveTo>
                  <a:pt x="199072" y="740933"/>
                </a:moveTo>
                <a:lnTo>
                  <a:pt x="280291" y="740933"/>
                </a:lnTo>
                <a:lnTo>
                  <a:pt x="280291" y="741673"/>
                </a:lnTo>
                <a:lnTo>
                  <a:pt x="199072" y="741673"/>
                </a:lnTo>
                <a:close/>
                <a:moveTo>
                  <a:pt x="155755" y="740933"/>
                </a:moveTo>
                <a:lnTo>
                  <a:pt x="197406" y="740933"/>
                </a:lnTo>
                <a:lnTo>
                  <a:pt x="197406" y="741673"/>
                </a:lnTo>
                <a:lnTo>
                  <a:pt x="155755" y="741673"/>
                </a:lnTo>
                <a:close/>
                <a:moveTo>
                  <a:pt x="137428" y="741673"/>
                </a:moveTo>
                <a:lnTo>
                  <a:pt x="138261" y="741673"/>
                </a:lnTo>
                <a:lnTo>
                  <a:pt x="138261" y="742413"/>
                </a:lnTo>
                <a:lnTo>
                  <a:pt x="137428" y="742413"/>
                </a:lnTo>
                <a:close/>
                <a:moveTo>
                  <a:pt x="317360" y="741673"/>
                </a:moveTo>
                <a:lnTo>
                  <a:pt x="374839" y="741673"/>
                </a:lnTo>
                <a:lnTo>
                  <a:pt x="374839" y="742413"/>
                </a:lnTo>
                <a:lnTo>
                  <a:pt x="317360" y="742413"/>
                </a:lnTo>
                <a:close/>
                <a:moveTo>
                  <a:pt x="99526" y="741673"/>
                </a:moveTo>
                <a:lnTo>
                  <a:pt x="127432" y="741673"/>
                </a:lnTo>
                <a:lnTo>
                  <a:pt x="127432" y="742413"/>
                </a:lnTo>
                <a:lnTo>
                  <a:pt x="99526" y="742413"/>
                </a:lnTo>
                <a:close/>
                <a:moveTo>
                  <a:pt x="140760" y="741673"/>
                </a:moveTo>
                <a:lnTo>
                  <a:pt x="152423" y="741673"/>
                </a:lnTo>
                <a:lnTo>
                  <a:pt x="152423" y="742413"/>
                </a:lnTo>
                <a:lnTo>
                  <a:pt x="140760" y="742413"/>
                </a:lnTo>
                <a:close/>
                <a:moveTo>
                  <a:pt x="84115" y="741673"/>
                </a:moveTo>
                <a:lnTo>
                  <a:pt x="97860" y="741673"/>
                </a:lnTo>
                <a:lnTo>
                  <a:pt x="97860" y="742413"/>
                </a:lnTo>
                <a:lnTo>
                  <a:pt x="84115" y="742413"/>
                </a:lnTo>
                <a:close/>
                <a:moveTo>
                  <a:pt x="281124" y="741673"/>
                </a:moveTo>
                <a:lnTo>
                  <a:pt x="315694" y="741673"/>
                </a:lnTo>
                <a:lnTo>
                  <a:pt x="315694" y="742413"/>
                </a:lnTo>
                <a:lnTo>
                  <a:pt x="281124" y="742413"/>
                </a:lnTo>
                <a:close/>
                <a:moveTo>
                  <a:pt x="156588" y="741673"/>
                </a:moveTo>
                <a:lnTo>
                  <a:pt x="197406" y="741673"/>
                </a:lnTo>
                <a:lnTo>
                  <a:pt x="197406" y="742413"/>
                </a:lnTo>
                <a:lnTo>
                  <a:pt x="156588" y="742413"/>
                </a:lnTo>
                <a:close/>
                <a:moveTo>
                  <a:pt x="199072" y="741673"/>
                </a:moveTo>
                <a:lnTo>
                  <a:pt x="279042" y="741673"/>
                </a:lnTo>
                <a:lnTo>
                  <a:pt x="279042" y="742413"/>
                </a:lnTo>
                <a:lnTo>
                  <a:pt x="199072" y="742413"/>
                </a:lnTo>
                <a:close/>
                <a:moveTo>
                  <a:pt x="137012" y="742413"/>
                </a:moveTo>
                <a:lnTo>
                  <a:pt x="138261" y="742413"/>
                </a:lnTo>
                <a:lnTo>
                  <a:pt x="138261" y="743153"/>
                </a:lnTo>
                <a:lnTo>
                  <a:pt x="137012" y="743153"/>
                </a:lnTo>
                <a:close/>
                <a:moveTo>
                  <a:pt x="318193" y="742413"/>
                </a:moveTo>
                <a:lnTo>
                  <a:pt x="374839" y="742413"/>
                </a:lnTo>
                <a:lnTo>
                  <a:pt x="374839" y="743153"/>
                </a:lnTo>
                <a:lnTo>
                  <a:pt x="318193" y="743153"/>
                </a:lnTo>
                <a:close/>
                <a:moveTo>
                  <a:pt x="99526" y="742413"/>
                </a:moveTo>
                <a:lnTo>
                  <a:pt x="118685" y="742413"/>
                </a:lnTo>
                <a:lnTo>
                  <a:pt x="118685" y="743153"/>
                </a:lnTo>
                <a:lnTo>
                  <a:pt x="99526" y="743153"/>
                </a:lnTo>
                <a:close/>
                <a:moveTo>
                  <a:pt x="121601" y="742413"/>
                </a:moveTo>
                <a:lnTo>
                  <a:pt x="127432" y="742413"/>
                </a:lnTo>
                <a:lnTo>
                  <a:pt x="127432" y="743153"/>
                </a:lnTo>
                <a:lnTo>
                  <a:pt x="121601" y="743153"/>
                </a:lnTo>
                <a:close/>
                <a:moveTo>
                  <a:pt x="140344" y="742413"/>
                </a:moveTo>
                <a:lnTo>
                  <a:pt x="152839" y="742413"/>
                </a:lnTo>
                <a:lnTo>
                  <a:pt x="152839" y="743153"/>
                </a:lnTo>
                <a:lnTo>
                  <a:pt x="140344" y="743153"/>
                </a:lnTo>
                <a:close/>
                <a:moveTo>
                  <a:pt x="72869" y="741673"/>
                </a:moveTo>
                <a:lnTo>
                  <a:pt x="77451" y="741673"/>
                </a:lnTo>
                <a:lnTo>
                  <a:pt x="77451" y="743153"/>
                </a:lnTo>
                <a:lnTo>
                  <a:pt x="72869" y="743153"/>
                </a:lnTo>
                <a:close/>
                <a:moveTo>
                  <a:pt x="279875" y="742413"/>
                </a:moveTo>
                <a:lnTo>
                  <a:pt x="316527" y="742413"/>
                </a:lnTo>
                <a:lnTo>
                  <a:pt x="316527" y="743153"/>
                </a:lnTo>
                <a:lnTo>
                  <a:pt x="279875" y="743153"/>
                </a:lnTo>
                <a:close/>
                <a:moveTo>
                  <a:pt x="84115" y="742413"/>
                </a:moveTo>
                <a:lnTo>
                  <a:pt x="97443" y="742413"/>
                </a:lnTo>
                <a:lnTo>
                  <a:pt x="97443" y="743153"/>
                </a:lnTo>
                <a:lnTo>
                  <a:pt x="84115" y="743153"/>
                </a:lnTo>
                <a:close/>
                <a:moveTo>
                  <a:pt x="132430" y="741673"/>
                </a:moveTo>
                <a:lnTo>
                  <a:pt x="133263" y="741673"/>
                </a:lnTo>
                <a:lnTo>
                  <a:pt x="133263" y="743153"/>
                </a:lnTo>
                <a:lnTo>
                  <a:pt x="132430" y="743153"/>
                </a:lnTo>
                <a:close/>
                <a:moveTo>
                  <a:pt x="157421" y="742413"/>
                </a:moveTo>
                <a:lnTo>
                  <a:pt x="197406" y="742413"/>
                </a:lnTo>
                <a:lnTo>
                  <a:pt x="197406" y="743153"/>
                </a:lnTo>
                <a:lnTo>
                  <a:pt x="157421" y="743153"/>
                </a:lnTo>
                <a:close/>
                <a:moveTo>
                  <a:pt x="199072" y="742413"/>
                </a:moveTo>
                <a:lnTo>
                  <a:pt x="277792" y="742413"/>
                </a:lnTo>
                <a:lnTo>
                  <a:pt x="277792" y="743153"/>
                </a:lnTo>
                <a:lnTo>
                  <a:pt x="199072" y="743153"/>
                </a:lnTo>
                <a:close/>
                <a:moveTo>
                  <a:pt x="158254" y="743153"/>
                </a:moveTo>
                <a:lnTo>
                  <a:pt x="197406" y="743153"/>
                </a:lnTo>
                <a:lnTo>
                  <a:pt x="197406" y="743893"/>
                </a:lnTo>
                <a:lnTo>
                  <a:pt x="158254" y="743893"/>
                </a:lnTo>
                <a:close/>
                <a:moveTo>
                  <a:pt x="137012" y="743153"/>
                </a:moveTo>
                <a:lnTo>
                  <a:pt x="137845" y="743153"/>
                </a:lnTo>
                <a:lnTo>
                  <a:pt x="137845" y="743893"/>
                </a:lnTo>
                <a:lnTo>
                  <a:pt x="137012" y="743893"/>
                </a:lnTo>
                <a:close/>
                <a:moveTo>
                  <a:pt x="122017" y="743153"/>
                </a:moveTo>
                <a:lnTo>
                  <a:pt x="127432" y="743153"/>
                </a:lnTo>
                <a:lnTo>
                  <a:pt x="127432" y="743893"/>
                </a:lnTo>
                <a:lnTo>
                  <a:pt x="122017" y="743893"/>
                </a:lnTo>
                <a:close/>
                <a:moveTo>
                  <a:pt x="319026" y="743153"/>
                </a:moveTo>
                <a:lnTo>
                  <a:pt x="374839" y="743153"/>
                </a:lnTo>
                <a:lnTo>
                  <a:pt x="374839" y="743893"/>
                </a:lnTo>
                <a:lnTo>
                  <a:pt x="319026" y="743893"/>
                </a:lnTo>
                <a:close/>
                <a:moveTo>
                  <a:pt x="84531" y="743153"/>
                </a:moveTo>
                <a:lnTo>
                  <a:pt x="97443" y="743153"/>
                </a:lnTo>
                <a:lnTo>
                  <a:pt x="97443" y="743893"/>
                </a:lnTo>
                <a:lnTo>
                  <a:pt x="84531" y="743893"/>
                </a:lnTo>
                <a:close/>
                <a:moveTo>
                  <a:pt x="140344" y="743153"/>
                </a:moveTo>
                <a:lnTo>
                  <a:pt x="153672" y="743153"/>
                </a:lnTo>
                <a:lnTo>
                  <a:pt x="153672" y="743893"/>
                </a:lnTo>
                <a:lnTo>
                  <a:pt x="140344" y="743893"/>
                </a:lnTo>
                <a:close/>
                <a:moveTo>
                  <a:pt x="278625" y="743153"/>
                </a:moveTo>
                <a:lnTo>
                  <a:pt x="317360" y="743153"/>
                </a:lnTo>
                <a:lnTo>
                  <a:pt x="317360" y="743893"/>
                </a:lnTo>
                <a:lnTo>
                  <a:pt x="278625" y="743893"/>
                </a:lnTo>
                <a:close/>
                <a:moveTo>
                  <a:pt x="199072" y="743153"/>
                </a:moveTo>
                <a:lnTo>
                  <a:pt x="276542" y="743153"/>
                </a:lnTo>
                <a:lnTo>
                  <a:pt x="276542" y="743893"/>
                </a:lnTo>
                <a:lnTo>
                  <a:pt x="199072" y="743893"/>
                </a:lnTo>
                <a:close/>
                <a:moveTo>
                  <a:pt x="159087" y="743893"/>
                </a:moveTo>
                <a:lnTo>
                  <a:pt x="197406" y="743893"/>
                </a:lnTo>
                <a:lnTo>
                  <a:pt x="197406" y="744634"/>
                </a:lnTo>
                <a:lnTo>
                  <a:pt x="159087" y="744634"/>
                </a:lnTo>
                <a:close/>
                <a:moveTo>
                  <a:pt x="319860" y="743893"/>
                </a:moveTo>
                <a:lnTo>
                  <a:pt x="374839" y="743893"/>
                </a:lnTo>
                <a:lnTo>
                  <a:pt x="374839" y="744634"/>
                </a:lnTo>
                <a:lnTo>
                  <a:pt x="319860" y="744634"/>
                </a:lnTo>
                <a:close/>
                <a:moveTo>
                  <a:pt x="199072" y="743893"/>
                </a:moveTo>
                <a:lnTo>
                  <a:pt x="275709" y="743893"/>
                </a:lnTo>
                <a:lnTo>
                  <a:pt x="275709" y="744634"/>
                </a:lnTo>
                <a:lnTo>
                  <a:pt x="199072" y="744634"/>
                </a:lnTo>
                <a:close/>
                <a:moveTo>
                  <a:pt x="277376" y="743893"/>
                </a:moveTo>
                <a:lnTo>
                  <a:pt x="318610" y="743893"/>
                </a:lnTo>
                <a:lnTo>
                  <a:pt x="318610" y="744634"/>
                </a:lnTo>
                <a:lnTo>
                  <a:pt x="277376" y="744634"/>
                </a:lnTo>
                <a:close/>
                <a:moveTo>
                  <a:pt x="72869" y="743153"/>
                </a:moveTo>
                <a:lnTo>
                  <a:pt x="77034" y="743153"/>
                </a:lnTo>
                <a:lnTo>
                  <a:pt x="77034" y="744634"/>
                </a:lnTo>
                <a:lnTo>
                  <a:pt x="72869" y="744634"/>
                </a:lnTo>
                <a:close/>
                <a:moveTo>
                  <a:pt x="122434" y="743893"/>
                </a:moveTo>
                <a:lnTo>
                  <a:pt x="127015" y="743893"/>
                </a:lnTo>
                <a:lnTo>
                  <a:pt x="127015" y="744634"/>
                </a:lnTo>
                <a:lnTo>
                  <a:pt x="122434" y="744634"/>
                </a:lnTo>
                <a:close/>
                <a:moveTo>
                  <a:pt x="136595" y="743893"/>
                </a:moveTo>
                <a:lnTo>
                  <a:pt x="137845" y="743893"/>
                </a:lnTo>
                <a:lnTo>
                  <a:pt x="137845" y="744634"/>
                </a:lnTo>
                <a:lnTo>
                  <a:pt x="136595" y="744634"/>
                </a:lnTo>
                <a:close/>
                <a:moveTo>
                  <a:pt x="84531" y="743893"/>
                </a:moveTo>
                <a:lnTo>
                  <a:pt x="97027" y="743893"/>
                </a:lnTo>
                <a:lnTo>
                  <a:pt x="97027" y="744634"/>
                </a:lnTo>
                <a:lnTo>
                  <a:pt x="84531" y="744634"/>
                </a:lnTo>
                <a:close/>
                <a:moveTo>
                  <a:pt x="132014" y="743153"/>
                </a:moveTo>
                <a:lnTo>
                  <a:pt x="132847" y="743153"/>
                </a:lnTo>
                <a:lnTo>
                  <a:pt x="132847" y="744634"/>
                </a:lnTo>
                <a:lnTo>
                  <a:pt x="132014" y="744634"/>
                </a:lnTo>
                <a:close/>
                <a:moveTo>
                  <a:pt x="140344" y="743893"/>
                </a:moveTo>
                <a:lnTo>
                  <a:pt x="154505" y="743893"/>
                </a:lnTo>
                <a:lnTo>
                  <a:pt x="154505" y="744634"/>
                </a:lnTo>
                <a:lnTo>
                  <a:pt x="140344" y="744634"/>
                </a:lnTo>
                <a:close/>
                <a:moveTo>
                  <a:pt x="99526" y="743153"/>
                </a:moveTo>
                <a:lnTo>
                  <a:pt x="118269" y="743153"/>
                </a:lnTo>
                <a:lnTo>
                  <a:pt x="118269" y="745374"/>
                </a:lnTo>
                <a:lnTo>
                  <a:pt x="99526" y="745374"/>
                </a:lnTo>
                <a:close/>
                <a:moveTo>
                  <a:pt x="85781" y="744634"/>
                </a:moveTo>
                <a:lnTo>
                  <a:pt x="88697" y="744634"/>
                </a:lnTo>
                <a:lnTo>
                  <a:pt x="88697" y="745374"/>
                </a:lnTo>
                <a:lnTo>
                  <a:pt x="85781" y="745374"/>
                </a:lnTo>
                <a:close/>
                <a:moveTo>
                  <a:pt x="139927" y="744634"/>
                </a:moveTo>
                <a:lnTo>
                  <a:pt x="155338" y="744634"/>
                </a:lnTo>
                <a:lnTo>
                  <a:pt x="155338" y="745374"/>
                </a:lnTo>
                <a:lnTo>
                  <a:pt x="139927" y="745374"/>
                </a:lnTo>
                <a:close/>
                <a:moveTo>
                  <a:pt x="132014" y="744634"/>
                </a:moveTo>
                <a:lnTo>
                  <a:pt x="132430" y="744634"/>
                </a:lnTo>
                <a:lnTo>
                  <a:pt x="132430" y="745374"/>
                </a:lnTo>
                <a:lnTo>
                  <a:pt x="132014" y="745374"/>
                </a:lnTo>
                <a:close/>
                <a:moveTo>
                  <a:pt x="199072" y="744634"/>
                </a:moveTo>
                <a:lnTo>
                  <a:pt x="274460" y="744634"/>
                </a:lnTo>
                <a:lnTo>
                  <a:pt x="274460" y="745374"/>
                </a:lnTo>
                <a:lnTo>
                  <a:pt x="199072" y="745374"/>
                </a:lnTo>
                <a:close/>
                <a:moveTo>
                  <a:pt x="320693" y="744634"/>
                </a:moveTo>
                <a:lnTo>
                  <a:pt x="374839" y="744634"/>
                </a:lnTo>
                <a:lnTo>
                  <a:pt x="374839" y="745374"/>
                </a:lnTo>
                <a:lnTo>
                  <a:pt x="320693" y="745374"/>
                </a:lnTo>
                <a:close/>
                <a:moveTo>
                  <a:pt x="276126" y="744634"/>
                </a:moveTo>
                <a:lnTo>
                  <a:pt x="319443" y="744634"/>
                </a:lnTo>
                <a:lnTo>
                  <a:pt x="319443" y="745374"/>
                </a:lnTo>
                <a:lnTo>
                  <a:pt x="276126" y="745374"/>
                </a:lnTo>
                <a:close/>
                <a:moveTo>
                  <a:pt x="159920" y="744634"/>
                </a:moveTo>
                <a:lnTo>
                  <a:pt x="197406" y="744634"/>
                </a:lnTo>
                <a:lnTo>
                  <a:pt x="197406" y="745374"/>
                </a:lnTo>
                <a:lnTo>
                  <a:pt x="159920" y="745374"/>
                </a:lnTo>
                <a:close/>
                <a:moveTo>
                  <a:pt x="136179" y="744634"/>
                </a:moveTo>
                <a:lnTo>
                  <a:pt x="137428" y="744634"/>
                </a:lnTo>
                <a:lnTo>
                  <a:pt x="137428" y="745374"/>
                </a:lnTo>
                <a:lnTo>
                  <a:pt x="136179" y="745374"/>
                </a:lnTo>
                <a:close/>
                <a:moveTo>
                  <a:pt x="321526" y="745374"/>
                </a:moveTo>
                <a:lnTo>
                  <a:pt x="374839" y="745374"/>
                </a:lnTo>
                <a:lnTo>
                  <a:pt x="374839" y="746114"/>
                </a:lnTo>
                <a:lnTo>
                  <a:pt x="321526" y="746114"/>
                </a:lnTo>
                <a:close/>
                <a:moveTo>
                  <a:pt x="91196" y="744634"/>
                </a:moveTo>
                <a:lnTo>
                  <a:pt x="97027" y="744634"/>
                </a:lnTo>
                <a:lnTo>
                  <a:pt x="97027" y="746114"/>
                </a:lnTo>
                <a:lnTo>
                  <a:pt x="91196" y="746114"/>
                </a:lnTo>
                <a:close/>
                <a:moveTo>
                  <a:pt x="86198" y="745374"/>
                </a:moveTo>
                <a:lnTo>
                  <a:pt x="88697" y="745374"/>
                </a:lnTo>
                <a:lnTo>
                  <a:pt x="88697" y="746114"/>
                </a:lnTo>
                <a:lnTo>
                  <a:pt x="86198" y="746114"/>
                </a:lnTo>
                <a:close/>
                <a:moveTo>
                  <a:pt x="275293" y="745374"/>
                </a:moveTo>
                <a:lnTo>
                  <a:pt x="320276" y="745374"/>
                </a:lnTo>
                <a:lnTo>
                  <a:pt x="320276" y="746114"/>
                </a:lnTo>
                <a:lnTo>
                  <a:pt x="275293" y="746114"/>
                </a:lnTo>
                <a:close/>
                <a:moveTo>
                  <a:pt x="135762" y="745374"/>
                </a:moveTo>
                <a:lnTo>
                  <a:pt x="137428" y="745374"/>
                </a:lnTo>
                <a:lnTo>
                  <a:pt x="137428" y="746114"/>
                </a:lnTo>
                <a:lnTo>
                  <a:pt x="135762" y="746114"/>
                </a:lnTo>
                <a:close/>
                <a:moveTo>
                  <a:pt x="84531" y="744634"/>
                </a:moveTo>
                <a:lnTo>
                  <a:pt x="85365" y="744634"/>
                </a:lnTo>
                <a:lnTo>
                  <a:pt x="85365" y="746114"/>
                </a:lnTo>
                <a:lnTo>
                  <a:pt x="84531" y="746114"/>
                </a:lnTo>
                <a:close/>
                <a:moveTo>
                  <a:pt x="114104" y="745374"/>
                </a:moveTo>
                <a:lnTo>
                  <a:pt x="118685" y="745374"/>
                </a:lnTo>
                <a:lnTo>
                  <a:pt x="118685" y="746114"/>
                </a:lnTo>
                <a:lnTo>
                  <a:pt x="114104" y="746114"/>
                </a:lnTo>
                <a:close/>
                <a:moveTo>
                  <a:pt x="131597" y="745374"/>
                </a:moveTo>
                <a:lnTo>
                  <a:pt x="132430" y="745374"/>
                </a:lnTo>
                <a:lnTo>
                  <a:pt x="132430" y="746114"/>
                </a:lnTo>
                <a:lnTo>
                  <a:pt x="131597" y="746114"/>
                </a:lnTo>
                <a:close/>
                <a:moveTo>
                  <a:pt x="139927" y="745374"/>
                </a:moveTo>
                <a:lnTo>
                  <a:pt x="156171" y="745374"/>
                </a:lnTo>
                <a:lnTo>
                  <a:pt x="156171" y="746114"/>
                </a:lnTo>
                <a:lnTo>
                  <a:pt x="139927" y="746114"/>
                </a:lnTo>
                <a:close/>
                <a:moveTo>
                  <a:pt x="99526" y="745374"/>
                </a:moveTo>
                <a:lnTo>
                  <a:pt x="112021" y="745374"/>
                </a:lnTo>
                <a:lnTo>
                  <a:pt x="112021" y="746114"/>
                </a:lnTo>
                <a:lnTo>
                  <a:pt x="99526" y="746114"/>
                </a:lnTo>
                <a:close/>
                <a:moveTo>
                  <a:pt x="199072" y="745374"/>
                </a:moveTo>
                <a:lnTo>
                  <a:pt x="273627" y="745374"/>
                </a:lnTo>
                <a:lnTo>
                  <a:pt x="273627" y="746114"/>
                </a:lnTo>
                <a:lnTo>
                  <a:pt x="199072" y="746114"/>
                </a:lnTo>
                <a:close/>
                <a:moveTo>
                  <a:pt x="160336" y="745374"/>
                </a:moveTo>
                <a:lnTo>
                  <a:pt x="197406" y="745374"/>
                </a:lnTo>
                <a:lnTo>
                  <a:pt x="197406" y="746114"/>
                </a:lnTo>
                <a:lnTo>
                  <a:pt x="160336" y="746114"/>
                </a:lnTo>
                <a:close/>
                <a:moveTo>
                  <a:pt x="72869" y="744634"/>
                </a:moveTo>
                <a:lnTo>
                  <a:pt x="76618" y="744634"/>
                </a:lnTo>
                <a:lnTo>
                  <a:pt x="76618" y="746854"/>
                </a:lnTo>
                <a:lnTo>
                  <a:pt x="72869" y="746854"/>
                </a:lnTo>
                <a:close/>
                <a:moveTo>
                  <a:pt x="122850" y="744634"/>
                </a:moveTo>
                <a:lnTo>
                  <a:pt x="127015" y="744634"/>
                </a:lnTo>
                <a:lnTo>
                  <a:pt x="127015" y="746854"/>
                </a:lnTo>
                <a:lnTo>
                  <a:pt x="122850" y="746854"/>
                </a:lnTo>
                <a:close/>
                <a:moveTo>
                  <a:pt x="322359" y="746114"/>
                </a:moveTo>
                <a:lnTo>
                  <a:pt x="374839" y="746114"/>
                </a:lnTo>
                <a:lnTo>
                  <a:pt x="374839" y="746854"/>
                </a:lnTo>
                <a:lnTo>
                  <a:pt x="322359" y="746854"/>
                </a:lnTo>
                <a:close/>
                <a:moveTo>
                  <a:pt x="274043" y="746114"/>
                </a:moveTo>
                <a:lnTo>
                  <a:pt x="321109" y="746114"/>
                </a:lnTo>
                <a:lnTo>
                  <a:pt x="321109" y="746854"/>
                </a:lnTo>
                <a:lnTo>
                  <a:pt x="274043" y="746854"/>
                </a:lnTo>
                <a:close/>
                <a:moveTo>
                  <a:pt x="139927" y="746114"/>
                </a:moveTo>
                <a:lnTo>
                  <a:pt x="156588" y="746114"/>
                </a:lnTo>
                <a:lnTo>
                  <a:pt x="156588" y="746854"/>
                </a:lnTo>
                <a:lnTo>
                  <a:pt x="139927" y="746854"/>
                </a:lnTo>
                <a:close/>
                <a:moveTo>
                  <a:pt x="199072" y="746114"/>
                </a:moveTo>
                <a:lnTo>
                  <a:pt x="272794" y="746114"/>
                </a:lnTo>
                <a:lnTo>
                  <a:pt x="272794" y="746854"/>
                </a:lnTo>
                <a:lnTo>
                  <a:pt x="199072" y="746854"/>
                </a:lnTo>
                <a:close/>
                <a:moveTo>
                  <a:pt x="86198" y="746114"/>
                </a:moveTo>
                <a:lnTo>
                  <a:pt x="88280" y="746114"/>
                </a:lnTo>
                <a:lnTo>
                  <a:pt x="88280" y="746854"/>
                </a:lnTo>
                <a:lnTo>
                  <a:pt x="86198" y="746854"/>
                </a:lnTo>
                <a:close/>
                <a:moveTo>
                  <a:pt x="114520" y="746114"/>
                </a:moveTo>
                <a:lnTo>
                  <a:pt x="118685" y="746114"/>
                </a:lnTo>
                <a:lnTo>
                  <a:pt x="118685" y="746854"/>
                </a:lnTo>
                <a:lnTo>
                  <a:pt x="114520" y="746854"/>
                </a:lnTo>
                <a:close/>
                <a:moveTo>
                  <a:pt x="135346" y="746114"/>
                </a:moveTo>
                <a:lnTo>
                  <a:pt x="137428" y="746114"/>
                </a:lnTo>
                <a:lnTo>
                  <a:pt x="137428" y="746854"/>
                </a:lnTo>
                <a:lnTo>
                  <a:pt x="135346" y="746854"/>
                </a:lnTo>
                <a:close/>
                <a:moveTo>
                  <a:pt x="114937" y="746854"/>
                </a:moveTo>
                <a:lnTo>
                  <a:pt x="118269" y="746854"/>
                </a:lnTo>
                <a:lnTo>
                  <a:pt x="118269" y="747594"/>
                </a:lnTo>
                <a:lnTo>
                  <a:pt x="114937" y="747594"/>
                </a:lnTo>
                <a:close/>
                <a:moveTo>
                  <a:pt x="135346" y="746854"/>
                </a:moveTo>
                <a:lnTo>
                  <a:pt x="137012" y="746854"/>
                </a:lnTo>
                <a:lnTo>
                  <a:pt x="137012" y="747594"/>
                </a:lnTo>
                <a:lnTo>
                  <a:pt x="135346" y="747594"/>
                </a:lnTo>
                <a:close/>
                <a:moveTo>
                  <a:pt x="99526" y="746114"/>
                </a:moveTo>
                <a:lnTo>
                  <a:pt x="111605" y="746114"/>
                </a:lnTo>
                <a:lnTo>
                  <a:pt x="111605" y="747594"/>
                </a:lnTo>
                <a:lnTo>
                  <a:pt x="99526" y="747594"/>
                </a:lnTo>
                <a:close/>
                <a:moveTo>
                  <a:pt x="323192" y="746854"/>
                </a:moveTo>
                <a:lnTo>
                  <a:pt x="374839" y="746854"/>
                </a:lnTo>
                <a:lnTo>
                  <a:pt x="374839" y="747594"/>
                </a:lnTo>
                <a:lnTo>
                  <a:pt x="323192" y="747594"/>
                </a:lnTo>
                <a:close/>
                <a:moveTo>
                  <a:pt x="199072" y="746854"/>
                </a:moveTo>
                <a:lnTo>
                  <a:pt x="271961" y="746854"/>
                </a:lnTo>
                <a:lnTo>
                  <a:pt x="271961" y="747594"/>
                </a:lnTo>
                <a:lnTo>
                  <a:pt x="199072" y="747594"/>
                </a:lnTo>
                <a:close/>
                <a:moveTo>
                  <a:pt x="84948" y="746114"/>
                </a:moveTo>
                <a:lnTo>
                  <a:pt x="85365" y="746114"/>
                </a:lnTo>
                <a:lnTo>
                  <a:pt x="85365" y="747594"/>
                </a:lnTo>
                <a:lnTo>
                  <a:pt x="84948" y="747594"/>
                </a:lnTo>
                <a:close/>
                <a:moveTo>
                  <a:pt x="273210" y="746854"/>
                </a:moveTo>
                <a:lnTo>
                  <a:pt x="321942" y="746854"/>
                </a:lnTo>
                <a:lnTo>
                  <a:pt x="321942" y="747594"/>
                </a:lnTo>
                <a:lnTo>
                  <a:pt x="273210" y="747594"/>
                </a:lnTo>
                <a:close/>
                <a:moveTo>
                  <a:pt x="91612" y="746114"/>
                </a:moveTo>
                <a:lnTo>
                  <a:pt x="97027" y="746114"/>
                </a:lnTo>
                <a:lnTo>
                  <a:pt x="97027" y="747594"/>
                </a:lnTo>
                <a:lnTo>
                  <a:pt x="91612" y="747594"/>
                </a:lnTo>
                <a:close/>
                <a:moveTo>
                  <a:pt x="131597" y="746114"/>
                </a:moveTo>
                <a:lnTo>
                  <a:pt x="132014" y="746114"/>
                </a:lnTo>
                <a:lnTo>
                  <a:pt x="132014" y="747594"/>
                </a:lnTo>
                <a:lnTo>
                  <a:pt x="131597" y="747594"/>
                </a:lnTo>
                <a:close/>
                <a:moveTo>
                  <a:pt x="91612" y="747594"/>
                </a:moveTo>
                <a:lnTo>
                  <a:pt x="96610" y="747594"/>
                </a:lnTo>
                <a:lnTo>
                  <a:pt x="96610" y="748335"/>
                </a:lnTo>
                <a:lnTo>
                  <a:pt x="91612" y="748335"/>
                </a:lnTo>
                <a:close/>
                <a:moveTo>
                  <a:pt x="115353" y="747594"/>
                </a:moveTo>
                <a:lnTo>
                  <a:pt x="118269" y="747594"/>
                </a:lnTo>
                <a:lnTo>
                  <a:pt x="118269" y="748335"/>
                </a:lnTo>
                <a:lnTo>
                  <a:pt x="115353" y="748335"/>
                </a:lnTo>
                <a:close/>
                <a:moveTo>
                  <a:pt x="199072" y="747594"/>
                </a:moveTo>
                <a:lnTo>
                  <a:pt x="270711" y="747594"/>
                </a:lnTo>
                <a:lnTo>
                  <a:pt x="270711" y="748335"/>
                </a:lnTo>
                <a:lnTo>
                  <a:pt x="199072" y="748335"/>
                </a:lnTo>
                <a:close/>
                <a:moveTo>
                  <a:pt x="272377" y="747594"/>
                </a:moveTo>
                <a:lnTo>
                  <a:pt x="322775" y="747594"/>
                </a:lnTo>
                <a:lnTo>
                  <a:pt x="322775" y="748335"/>
                </a:lnTo>
                <a:lnTo>
                  <a:pt x="272377" y="748335"/>
                </a:lnTo>
                <a:close/>
                <a:moveTo>
                  <a:pt x="99526" y="747594"/>
                </a:moveTo>
                <a:lnTo>
                  <a:pt x="100359" y="747594"/>
                </a:lnTo>
                <a:lnTo>
                  <a:pt x="100359" y="748335"/>
                </a:lnTo>
                <a:lnTo>
                  <a:pt x="99526" y="748335"/>
                </a:lnTo>
                <a:close/>
                <a:moveTo>
                  <a:pt x="39548" y="736491"/>
                </a:moveTo>
                <a:lnTo>
                  <a:pt x="67455" y="736491"/>
                </a:lnTo>
                <a:lnTo>
                  <a:pt x="67455" y="748335"/>
                </a:lnTo>
                <a:lnTo>
                  <a:pt x="39548" y="748335"/>
                </a:lnTo>
                <a:close/>
                <a:moveTo>
                  <a:pt x="86614" y="746854"/>
                </a:moveTo>
                <a:lnTo>
                  <a:pt x="87864" y="746854"/>
                </a:lnTo>
                <a:lnTo>
                  <a:pt x="87864" y="748335"/>
                </a:lnTo>
                <a:lnTo>
                  <a:pt x="86614" y="748335"/>
                </a:lnTo>
                <a:close/>
                <a:moveTo>
                  <a:pt x="139511" y="746854"/>
                </a:moveTo>
                <a:lnTo>
                  <a:pt x="157004" y="746854"/>
                </a:lnTo>
                <a:lnTo>
                  <a:pt x="157004" y="748335"/>
                </a:lnTo>
                <a:lnTo>
                  <a:pt x="139511" y="748335"/>
                </a:lnTo>
                <a:close/>
                <a:moveTo>
                  <a:pt x="324025" y="747594"/>
                </a:moveTo>
                <a:lnTo>
                  <a:pt x="374839" y="747594"/>
                </a:lnTo>
                <a:lnTo>
                  <a:pt x="374839" y="748335"/>
                </a:lnTo>
                <a:lnTo>
                  <a:pt x="324025" y="748335"/>
                </a:lnTo>
                <a:close/>
                <a:moveTo>
                  <a:pt x="131181" y="747594"/>
                </a:moveTo>
                <a:lnTo>
                  <a:pt x="132014" y="747594"/>
                </a:lnTo>
                <a:lnTo>
                  <a:pt x="132014" y="748335"/>
                </a:lnTo>
                <a:lnTo>
                  <a:pt x="131181" y="748335"/>
                </a:lnTo>
                <a:close/>
                <a:moveTo>
                  <a:pt x="134929" y="747594"/>
                </a:moveTo>
                <a:lnTo>
                  <a:pt x="137012" y="747594"/>
                </a:lnTo>
                <a:lnTo>
                  <a:pt x="137012" y="748335"/>
                </a:lnTo>
                <a:lnTo>
                  <a:pt x="134929" y="748335"/>
                </a:lnTo>
                <a:close/>
                <a:moveTo>
                  <a:pt x="115770" y="748335"/>
                </a:moveTo>
                <a:lnTo>
                  <a:pt x="118269" y="748335"/>
                </a:lnTo>
                <a:lnTo>
                  <a:pt x="118269" y="749075"/>
                </a:lnTo>
                <a:lnTo>
                  <a:pt x="115770" y="749075"/>
                </a:lnTo>
                <a:close/>
                <a:moveTo>
                  <a:pt x="72869" y="746854"/>
                </a:moveTo>
                <a:lnTo>
                  <a:pt x="76201" y="746854"/>
                </a:lnTo>
                <a:lnTo>
                  <a:pt x="76201" y="749075"/>
                </a:lnTo>
                <a:lnTo>
                  <a:pt x="72869" y="749075"/>
                </a:lnTo>
                <a:close/>
                <a:moveTo>
                  <a:pt x="134513" y="748335"/>
                </a:moveTo>
                <a:lnTo>
                  <a:pt x="137012" y="748335"/>
                </a:lnTo>
                <a:lnTo>
                  <a:pt x="137012" y="749075"/>
                </a:lnTo>
                <a:lnTo>
                  <a:pt x="134513" y="749075"/>
                </a:lnTo>
                <a:close/>
                <a:moveTo>
                  <a:pt x="324858" y="748335"/>
                </a:moveTo>
                <a:lnTo>
                  <a:pt x="374839" y="748335"/>
                </a:lnTo>
                <a:lnTo>
                  <a:pt x="374839" y="749075"/>
                </a:lnTo>
                <a:lnTo>
                  <a:pt x="324858" y="749075"/>
                </a:lnTo>
                <a:close/>
                <a:moveTo>
                  <a:pt x="271544" y="748335"/>
                </a:moveTo>
                <a:lnTo>
                  <a:pt x="323608" y="748335"/>
                </a:lnTo>
                <a:lnTo>
                  <a:pt x="323608" y="749075"/>
                </a:lnTo>
                <a:lnTo>
                  <a:pt x="271544" y="749075"/>
                </a:lnTo>
                <a:close/>
                <a:moveTo>
                  <a:pt x="139511" y="748335"/>
                </a:moveTo>
                <a:lnTo>
                  <a:pt x="156588" y="748335"/>
                </a:lnTo>
                <a:lnTo>
                  <a:pt x="156588" y="749075"/>
                </a:lnTo>
                <a:lnTo>
                  <a:pt x="139511" y="749075"/>
                </a:lnTo>
                <a:close/>
                <a:moveTo>
                  <a:pt x="199072" y="748335"/>
                </a:moveTo>
                <a:lnTo>
                  <a:pt x="269878" y="748335"/>
                </a:lnTo>
                <a:lnTo>
                  <a:pt x="269878" y="749075"/>
                </a:lnTo>
                <a:lnTo>
                  <a:pt x="199072" y="749075"/>
                </a:lnTo>
                <a:close/>
                <a:moveTo>
                  <a:pt x="86614" y="748335"/>
                </a:moveTo>
                <a:lnTo>
                  <a:pt x="87447" y="748335"/>
                </a:lnTo>
                <a:lnTo>
                  <a:pt x="87447" y="749075"/>
                </a:lnTo>
                <a:lnTo>
                  <a:pt x="86614" y="749075"/>
                </a:lnTo>
                <a:close/>
                <a:moveTo>
                  <a:pt x="87031" y="749075"/>
                </a:moveTo>
                <a:lnTo>
                  <a:pt x="87447" y="749075"/>
                </a:lnTo>
                <a:lnTo>
                  <a:pt x="87447" y="749815"/>
                </a:lnTo>
                <a:lnTo>
                  <a:pt x="87031" y="749815"/>
                </a:lnTo>
                <a:close/>
                <a:moveTo>
                  <a:pt x="270711" y="749075"/>
                </a:moveTo>
                <a:lnTo>
                  <a:pt x="324441" y="749075"/>
                </a:lnTo>
                <a:lnTo>
                  <a:pt x="324441" y="749815"/>
                </a:lnTo>
                <a:lnTo>
                  <a:pt x="270711" y="749815"/>
                </a:lnTo>
                <a:close/>
                <a:moveTo>
                  <a:pt x="131181" y="748335"/>
                </a:moveTo>
                <a:lnTo>
                  <a:pt x="131597" y="748335"/>
                </a:lnTo>
                <a:lnTo>
                  <a:pt x="131597" y="749815"/>
                </a:lnTo>
                <a:lnTo>
                  <a:pt x="131181" y="749815"/>
                </a:lnTo>
                <a:close/>
                <a:moveTo>
                  <a:pt x="101192" y="747594"/>
                </a:moveTo>
                <a:lnTo>
                  <a:pt x="111188" y="747594"/>
                </a:lnTo>
                <a:lnTo>
                  <a:pt x="111188" y="749815"/>
                </a:lnTo>
                <a:lnTo>
                  <a:pt x="101192" y="749815"/>
                </a:lnTo>
                <a:close/>
                <a:moveTo>
                  <a:pt x="199072" y="749075"/>
                </a:moveTo>
                <a:lnTo>
                  <a:pt x="269045" y="749075"/>
                </a:lnTo>
                <a:lnTo>
                  <a:pt x="269045" y="749815"/>
                </a:lnTo>
                <a:lnTo>
                  <a:pt x="199072" y="749815"/>
                </a:lnTo>
                <a:close/>
                <a:moveTo>
                  <a:pt x="325691" y="749075"/>
                </a:moveTo>
                <a:lnTo>
                  <a:pt x="374839" y="749075"/>
                </a:lnTo>
                <a:lnTo>
                  <a:pt x="374839" y="749815"/>
                </a:lnTo>
                <a:lnTo>
                  <a:pt x="325691" y="749815"/>
                </a:lnTo>
                <a:close/>
                <a:moveTo>
                  <a:pt x="134513" y="749075"/>
                </a:moveTo>
                <a:lnTo>
                  <a:pt x="136595" y="749075"/>
                </a:lnTo>
                <a:lnTo>
                  <a:pt x="136595" y="749815"/>
                </a:lnTo>
                <a:lnTo>
                  <a:pt x="134513" y="749815"/>
                </a:lnTo>
                <a:close/>
                <a:moveTo>
                  <a:pt x="123267" y="746854"/>
                </a:moveTo>
                <a:lnTo>
                  <a:pt x="126599" y="746854"/>
                </a:lnTo>
                <a:lnTo>
                  <a:pt x="126599" y="749815"/>
                </a:lnTo>
                <a:lnTo>
                  <a:pt x="123267" y="749815"/>
                </a:lnTo>
                <a:close/>
                <a:moveTo>
                  <a:pt x="116186" y="749075"/>
                </a:moveTo>
                <a:lnTo>
                  <a:pt x="118269" y="749075"/>
                </a:lnTo>
                <a:lnTo>
                  <a:pt x="118269" y="749815"/>
                </a:lnTo>
                <a:lnTo>
                  <a:pt x="116186" y="749815"/>
                </a:lnTo>
                <a:close/>
                <a:moveTo>
                  <a:pt x="99526" y="748335"/>
                </a:moveTo>
                <a:lnTo>
                  <a:pt x="99942" y="748335"/>
                </a:lnTo>
                <a:lnTo>
                  <a:pt x="99942" y="749815"/>
                </a:lnTo>
                <a:lnTo>
                  <a:pt x="99526" y="749815"/>
                </a:lnTo>
                <a:close/>
                <a:moveTo>
                  <a:pt x="160753" y="746114"/>
                </a:moveTo>
                <a:lnTo>
                  <a:pt x="197406" y="746114"/>
                </a:lnTo>
                <a:lnTo>
                  <a:pt x="197406" y="750555"/>
                </a:lnTo>
                <a:lnTo>
                  <a:pt x="160753" y="750555"/>
                </a:lnTo>
                <a:close/>
                <a:moveTo>
                  <a:pt x="199072" y="749815"/>
                </a:moveTo>
                <a:lnTo>
                  <a:pt x="268212" y="749815"/>
                </a:lnTo>
                <a:lnTo>
                  <a:pt x="268212" y="750555"/>
                </a:lnTo>
                <a:lnTo>
                  <a:pt x="199072" y="750555"/>
                </a:lnTo>
                <a:close/>
                <a:moveTo>
                  <a:pt x="326107" y="749815"/>
                </a:moveTo>
                <a:lnTo>
                  <a:pt x="374839" y="749815"/>
                </a:lnTo>
                <a:lnTo>
                  <a:pt x="374839" y="750555"/>
                </a:lnTo>
                <a:lnTo>
                  <a:pt x="326107" y="750555"/>
                </a:lnTo>
                <a:close/>
                <a:moveTo>
                  <a:pt x="130764" y="749815"/>
                </a:moveTo>
                <a:lnTo>
                  <a:pt x="131597" y="749815"/>
                </a:lnTo>
                <a:lnTo>
                  <a:pt x="131597" y="750555"/>
                </a:lnTo>
                <a:lnTo>
                  <a:pt x="130764" y="750555"/>
                </a:lnTo>
                <a:close/>
                <a:moveTo>
                  <a:pt x="139094" y="749075"/>
                </a:moveTo>
                <a:lnTo>
                  <a:pt x="156588" y="749075"/>
                </a:lnTo>
                <a:lnTo>
                  <a:pt x="156588" y="750555"/>
                </a:lnTo>
                <a:lnTo>
                  <a:pt x="139094" y="750555"/>
                </a:lnTo>
                <a:close/>
                <a:moveTo>
                  <a:pt x="105357" y="749815"/>
                </a:moveTo>
                <a:lnTo>
                  <a:pt x="111188" y="749815"/>
                </a:lnTo>
                <a:lnTo>
                  <a:pt x="111188" y="750555"/>
                </a:lnTo>
                <a:lnTo>
                  <a:pt x="105357" y="750555"/>
                </a:lnTo>
                <a:close/>
                <a:moveTo>
                  <a:pt x="269462" y="749815"/>
                </a:moveTo>
                <a:lnTo>
                  <a:pt x="324858" y="749815"/>
                </a:lnTo>
                <a:lnTo>
                  <a:pt x="324858" y="750555"/>
                </a:lnTo>
                <a:lnTo>
                  <a:pt x="269462" y="750555"/>
                </a:lnTo>
                <a:close/>
                <a:moveTo>
                  <a:pt x="134096" y="749815"/>
                </a:moveTo>
                <a:lnTo>
                  <a:pt x="136595" y="749815"/>
                </a:lnTo>
                <a:lnTo>
                  <a:pt x="136595" y="751295"/>
                </a:lnTo>
                <a:lnTo>
                  <a:pt x="134096" y="751295"/>
                </a:lnTo>
                <a:close/>
                <a:moveTo>
                  <a:pt x="326940" y="750555"/>
                </a:moveTo>
                <a:lnTo>
                  <a:pt x="374839" y="750555"/>
                </a:lnTo>
                <a:lnTo>
                  <a:pt x="374839" y="751295"/>
                </a:lnTo>
                <a:lnTo>
                  <a:pt x="326940" y="751295"/>
                </a:lnTo>
                <a:close/>
                <a:moveTo>
                  <a:pt x="199072" y="750555"/>
                </a:moveTo>
                <a:lnTo>
                  <a:pt x="267379" y="750555"/>
                </a:lnTo>
                <a:lnTo>
                  <a:pt x="267379" y="751295"/>
                </a:lnTo>
                <a:lnTo>
                  <a:pt x="199072" y="751295"/>
                </a:lnTo>
                <a:close/>
                <a:moveTo>
                  <a:pt x="105773" y="750555"/>
                </a:moveTo>
                <a:lnTo>
                  <a:pt x="107440" y="750555"/>
                </a:lnTo>
                <a:lnTo>
                  <a:pt x="107440" y="751295"/>
                </a:lnTo>
                <a:lnTo>
                  <a:pt x="105773" y="751295"/>
                </a:lnTo>
                <a:close/>
                <a:moveTo>
                  <a:pt x="109106" y="750555"/>
                </a:moveTo>
                <a:lnTo>
                  <a:pt x="111188" y="750555"/>
                </a:lnTo>
                <a:lnTo>
                  <a:pt x="111188" y="751295"/>
                </a:lnTo>
                <a:lnTo>
                  <a:pt x="109106" y="751295"/>
                </a:lnTo>
                <a:close/>
                <a:moveTo>
                  <a:pt x="116186" y="749815"/>
                </a:moveTo>
                <a:lnTo>
                  <a:pt x="117852" y="749815"/>
                </a:lnTo>
                <a:lnTo>
                  <a:pt x="117852" y="751295"/>
                </a:lnTo>
                <a:lnTo>
                  <a:pt x="116186" y="751295"/>
                </a:lnTo>
                <a:close/>
                <a:moveTo>
                  <a:pt x="268629" y="750555"/>
                </a:moveTo>
                <a:lnTo>
                  <a:pt x="325691" y="750555"/>
                </a:lnTo>
                <a:lnTo>
                  <a:pt x="325691" y="751295"/>
                </a:lnTo>
                <a:lnTo>
                  <a:pt x="268629" y="751295"/>
                </a:lnTo>
                <a:close/>
                <a:moveTo>
                  <a:pt x="123683" y="749815"/>
                </a:moveTo>
                <a:lnTo>
                  <a:pt x="126182" y="749815"/>
                </a:lnTo>
                <a:lnTo>
                  <a:pt x="126182" y="752036"/>
                </a:lnTo>
                <a:lnTo>
                  <a:pt x="123683" y="752036"/>
                </a:lnTo>
                <a:close/>
                <a:moveTo>
                  <a:pt x="327357" y="751295"/>
                </a:moveTo>
                <a:lnTo>
                  <a:pt x="374839" y="751295"/>
                </a:lnTo>
                <a:lnTo>
                  <a:pt x="374839" y="752036"/>
                </a:lnTo>
                <a:lnTo>
                  <a:pt x="327357" y="752036"/>
                </a:lnTo>
                <a:close/>
                <a:moveTo>
                  <a:pt x="267796" y="751295"/>
                </a:moveTo>
                <a:lnTo>
                  <a:pt x="326524" y="751295"/>
                </a:lnTo>
                <a:lnTo>
                  <a:pt x="326524" y="752036"/>
                </a:lnTo>
                <a:lnTo>
                  <a:pt x="267796" y="752036"/>
                </a:lnTo>
                <a:close/>
                <a:moveTo>
                  <a:pt x="139094" y="750555"/>
                </a:moveTo>
                <a:lnTo>
                  <a:pt x="156171" y="750555"/>
                </a:lnTo>
                <a:lnTo>
                  <a:pt x="156171" y="752036"/>
                </a:lnTo>
                <a:lnTo>
                  <a:pt x="139094" y="752036"/>
                </a:lnTo>
                <a:close/>
                <a:moveTo>
                  <a:pt x="72869" y="749075"/>
                </a:moveTo>
                <a:lnTo>
                  <a:pt x="75785" y="749075"/>
                </a:lnTo>
                <a:lnTo>
                  <a:pt x="75785" y="752036"/>
                </a:lnTo>
                <a:lnTo>
                  <a:pt x="72869" y="752036"/>
                </a:lnTo>
                <a:close/>
                <a:moveTo>
                  <a:pt x="199072" y="751295"/>
                </a:moveTo>
                <a:lnTo>
                  <a:pt x="266546" y="751295"/>
                </a:lnTo>
                <a:lnTo>
                  <a:pt x="266546" y="752036"/>
                </a:lnTo>
                <a:lnTo>
                  <a:pt x="199072" y="752036"/>
                </a:lnTo>
                <a:close/>
                <a:moveTo>
                  <a:pt x="130764" y="750555"/>
                </a:moveTo>
                <a:lnTo>
                  <a:pt x="131181" y="750555"/>
                </a:lnTo>
                <a:lnTo>
                  <a:pt x="131181" y="752036"/>
                </a:lnTo>
                <a:lnTo>
                  <a:pt x="130764" y="752036"/>
                </a:lnTo>
                <a:close/>
                <a:moveTo>
                  <a:pt x="160336" y="750555"/>
                </a:moveTo>
                <a:lnTo>
                  <a:pt x="197406" y="750555"/>
                </a:lnTo>
                <a:lnTo>
                  <a:pt x="197406" y="752036"/>
                </a:lnTo>
                <a:lnTo>
                  <a:pt x="160336" y="752036"/>
                </a:lnTo>
                <a:close/>
                <a:moveTo>
                  <a:pt x="133680" y="751295"/>
                </a:moveTo>
                <a:lnTo>
                  <a:pt x="136179" y="751295"/>
                </a:lnTo>
                <a:lnTo>
                  <a:pt x="136179" y="752776"/>
                </a:lnTo>
                <a:lnTo>
                  <a:pt x="133680" y="752776"/>
                </a:lnTo>
                <a:close/>
                <a:moveTo>
                  <a:pt x="266963" y="752036"/>
                </a:moveTo>
                <a:lnTo>
                  <a:pt x="326940" y="752036"/>
                </a:lnTo>
                <a:lnTo>
                  <a:pt x="326940" y="752776"/>
                </a:lnTo>
                <a:lnTo>
                  <a:pt x="266963" y="752776"/>
                </a:lnTo>
                <a:close/>
                <a:moveTo>
                  <a:pt x="328190" y="752036"/>
                </a:moveTo>
                <a:lnTo>
                  <a:pt x="374839" y="752036"/>
                </a:lnTo>
                <a:lnTo>
                  <a:pt x="374839" y="752776"/>
                </a:lnTo>
                <a:lnTo>
                  <a:pt x="328190" y="752776"/>
                </a:lnTo>
                <a:close/>
                <a:moveTo>
                  <a:pt x="109522" y="751295"/>
                </a:moveTo>
                <a:lnTo>
                  <a:pt x="111188" y="751295"/>
                </a:lnTo>
                <a:lnTo>
                  <a:pt x="111188" y="752776"/>
                </a:lnTo>
                <a:lnTo>
                  <a:pt x="109522" y="752776"/>
                </a:lnTo>
                <a:close/>
                <a:moveTo>
                  <a:pt x="116603" y="751295"/>
                </a:moveTo>
                <a:lnTo>
                  <a:pt x="117852" y="751295"/>
                </a:lnTo>
                <a:lnTo>
                  <a:pt x="117852" y="752776"/>
                </a:lnTo>
                <a:lnTo>
                  <a:pt x="116603" y="752776"/>
                </a:lnTo>
                <a:close/>
                <a:moveTo>
                  <a:pt x="130348" y="752036"/>
                </a:moveTo>
                <a:lnTo>
                  <a:pt x="131181" y="752036"/>
                </a:lnTo>
                <a:lnTo>
                  <a:pt x="131181" y="752776"/>
                </a:lnTo>
                <a:lnTo>
                  <a:pt x="130348" y="752776"/>
                </a:lnTo>
                <a:close/>
                <a:moveTo>
                  <a:pt x="84115" y="751295"/>
                </a:moveTo>
                <a:lnTo>
                  <a:pt x="84531" y="751295"/>
                </a:lnTo>
                <a:lnTo>
                  <a:pt x="84531" y="752776"/>
                </a:lnTo>
                <a:lnTo>
                  <a:pt x="84115" y="752776"/>
                </a:lnTo>
                <a:close/>
                <a:moveTo>
                  <a:pt x="101192" y="749815"/>
                </a:moveTo>
                <a:lnTo>
                  <a:pt x="104107" y="749815"/>
                </a:lnTo>
                <a:lnTo>
                  <a:pt x="104107" y="752776"/>
                </a:lnTo>
                <a:lnTo>
                  <a:pt x="101192" y="752776"/>
                </a:lnTo>
                <a:close/>
                <a:moveTo>
                  <a:pt x="138678" y="752036"/>
                </a:moveTo>
                <a:lnTo>
                  <a:pt x="155755" y="752036"/>
                </a:lnTo>
                <a:lnTo>
                  <a:pt x="155755" y="752776"/>
                </a:lnTo>
                <a:lnTo>
                  <a:pt x="138678" y="752776"/>
                </a:lnTo>
                <a:close/>
                <a:moveTo>
                  <a:pt x="199072" y="752036"/>
                </a:moveTo>
                <a:lnTo>
                  <a:pt x="265713" y="752036"/>
                </a:lnTo>
                <a:lnTo>
                  <a:pt x="265713" y="752776"/>
                </a:lnTo>
                <a:lnTo>
                  <a:pt x="199072" y="752776"/>
                </a:lnTo>
                <a:close/>
                <a:moveTo>
                  <a:pt x="124100" y="752036"/>
                </a:moveTo>
                <a:lnTo>
                  <a:pt x="126182" y="752036"/>
                </a:lnTo>
                <a:lnTo>
                  <a:pt x="126182" y="753516"/>
                </a:lnTo>
                <a:lnTo>
                  <a:pt x="124100" y="753516"/>
                </a:lnTo>
                <a:close/>
                <a:moveTo>
                  <a:pt x="266130" y="752776"/>
                </a:moveTo>
                <a:lnTo>
                  <a:pt x="327773" y="752776"/>
                </a:lnTo>
                <a:lnTo>
                  <a:pt x="327773" y="753516"/>
                </a:lnTo>
                <a:lnTo>
                  <a:pt x="266130" y="753516"/>
                </a:lnTo>
                <a:close/>
                <a:moveTo>
                  <a:pt x="199072" y="752776"/>
                </a:moveTo>
                <a:lnTo>
                  <a:pt x="264880" y="752776"/>
                </a:lnTo>
                <a:lnTo>
                  <a:pt x="264880" y="753516"/>
                </a:lnTo>
                <a:lnTo>
                  <a:pt x="199072" y="753516"/>
                </a:lnTo>
                <a:close/>
                <a:moveTo>
                  <a:pt x="329023" y="752776"/>
                </a:moveTo>
                <a:lnTo>
                  <a:pt x="374839" y="752776"/>
                </a:lnTo>
                <a:lnTo>
                  <a:pt x="374839" y="753516"/>
                </a:lnTo>
                <a:lnTo>
                  <a:pt x="329023" y="753516"/>
                </a:lnTo>
                <a:close/>
                <a:moveTo>
                  <a:pt x="133263" y="752776"/>
                </a:moveTo>
                <a:lnTo>
                  <a:pt x="136179" y="752776"/>
                </a:lnTo>
                <a:lnTo>
                  <a:pt x="136179" y="753516"/>
                </a:lnTo>
                <a:lnTo>
                  <a:pt x="133263" y="753516"/>
                </a:lnTo>
                <a:close/>
                <a:moveTo>
                  <a:pt x="101608" y="752776"/>
                </a:moveTo>
                <a:lnTo>
                  <a:pt x="104107" y="752776"/>
                </a:lnTo>
                <a:lnTo>
                  <a:pt x="104107" y="753516"/>
                </a:lnTo>
                <a:lnTo>
                  <a:pt x="101608" y="753516"/>
                </a:lnTo>
                <a:close/>
                <a:moveTo>
                  <a:pt x="159920" y="752036"/>
                </a:moveTo>
                <a:lnTo>
                  <a:pt x="197406" y="752036"/>
                </a:lnTo>
                <a:lnTo>
                  <a:pt x="197406" y="753516"/>
                </a:lnTo>
                <a:lnTo>
                  <a:pt x="159920" y="753516"/>
                </a:lnTo>
                <a:close/>
                <a:moveTo>
                  <a:pt x="83698" y="752776"/>
                </a:moveTo>
                <a:lnTo>
                  <a:pt x="84531" y="752776"/>
                </a:lnTo>
                <a:lnTo>
                  <a:pt x="84531" y="754256"/>
                </a:lnTo>
                <a:lnTo>
                  <a:pt x="83698" y="754256"/>
                </a:lnTo>
                <a:close/>
                <a:moveTo>
                  <a:pt x="282790" y="753516"/>
                </a:moveTo>
                <a:lnTo>
                  <a:pt x="328190" y="753516"/>
                </a:lnTo>
                <a:lnTo>
                  <a:pt x="328190" y="754256"/>
                </a:lnTo>
                <a:lnTo>
                  <a:pt x="282790" y="754256"/>
                </a:lnTo>
                <a:close/>
                <a:moveTo>
                  <a:pt x="130348" y="752776"/>
                </a:moveTo>
                <a:lnTo>
                  <a:pt x="130764" y="752776"/>
                </a:lnTo>
                <a:lnTo>
                  <a:pt x="130764" y="754256"/>
                </a:lnTo>
                <a:lnTo>
                  <a:pt x="130348" y="754256"/>
                </a:lnTo>
                <a:close/>
                <a:moveTo>
                  <a:pt x="239890" y="753516"/>
                </a:moveTo>
                <a:lnTo>
                  <a:pt x="264047" y="753516"/>
                </a:lnTo>
                <a:lnTo>
                  <a:pt x="264047" y="754256"/>
                </a:lnTo>
                <a:lnTo>
                  <a:pt x="239890" y="754256"/>
                </a:lnTo>
                <a:close/>
                <a:moveTo>
                  <a:pt x="92029" y="748335"/>
                </a:moveTo>
                <a:lnTo>
                  <a:pt x="96610" y="748335"/>
                </a:lnTo>
                <a:lnTo>
                  <a:pt x="96610" y="754256"/>
                </a:lnTo>
                <a:lnTo>
                  <a:pt x="92029" y="754256"/>
                </a:lnTo>
                <a:close/>
                <a:moveTo>
                  <a:pt x="138678" y="752776"/>
                </a:moveTo>
                <a:lnTo>
                  <a:pt x="155338" y="752776"/>
                </a:lnTo>
                <a:lnTo>
                  <a:pt x="155338" y="754256"/>
                </a:lnTo>
                <a:lnTo>
                  <a:pt x="138678" y="754256"/>
                </a:lnTo>
                <a:close/>
                <a:moveTo>
                  <a:pt x="79950" y="753516"/>
                </a:moveTo>
                <a:lnTo>
                  <a:pt x="80366" y="753516"/>
                </a:lnTo>
                <a:lnTo>
                  <a:pt x="80366" y="754256"/>
                </a:lnTo>
                <a:lnTo>
                  <a:pt x="79950" y="754256"/>
                </a:lnTo>
                <a:close/>
                <a:moveTo>
                  <a:pt x="329439" y="753516"/>
                </a:moveTo>
                <a:lnTo>
                  <a:pt x="374839" y="753516"/>
                </a:lnTo>
                <a:lnTo>
                  <a:pt x="374839" y="754256"/>
                </a:lnTo>
                <a:lnTo>
                  <a:pt x="329439" y="754256"/>
                </a:lnTo>
                <a:close/>
                <a:moveTo>
                  <a:pt x="124100" y="753516"/>
                </a:moveTo>
                <a:lnTo>
                  <a:pt x="125766" y="753516"/>
                </a:lnTo>
                <a:lnTo>
                  <a:pt x="125766" y="754256"/>
                </a:lnTo>
                <a:lnTo>
                  <a:pt x="124100" y="754256"/>
                </a:lnTo>
                <a:close/>
                <a:moveTo>
                  <a:pt x="265297" y="753516"/>
                </a:moveTo>
                <a:lnTo>
                  <a:pt x="280708" y="753516"/>
                </a:lnTo>
                <a:lnTo>
                  <a:pt x="280708" y="754256"/>
                </a:lnTo>
                <a:lnTo>
                  <a:pt x="265297" y="754256"/>
                </a:lnTo>
                <a:close/>
                <a:moveTo>
                  <a:pt x="159503" y="753516"/>
                </a:moveTo>
                <a:lnTo>
                  <a:pt x="197406" y="753516"/>
                </a:lnTo>
                <a:lnTo>
                  <a:pt x="197406" y="754256"/>
                </a:lnTo>
                <a:lnTo>
                  <a:pt x="159503" y="754256"/>
                </a:lnTo>
                <a:close/>
                <a:moveTo>
                  <a:pt x="133263" y="753516"/>
                </a:moveTo>
                <a:lnTo>
                  <a:pt x="135762" y="753516"/>
                </a:lnTo>
                <a:lnTo>
                  <a:pt x="135762" y="754256"/>
                </a:lnTo>
                <a:lnTo>
                  <a:pt x="133263" y="754256"/>
                </a:lnTo>
                <a:close/>
                <a:moveTo>
                  <a:pt x="94944" y="754256"/>
                </a:moveTo>
                <a:lnTo>
                  <a:pt x="96610" y="754256"/>
                </a:lnTo>
                <a:lnTo>
                  <a:pt x="96610" y="754996"/>
                </a:lnTo>
                <a:lnTo>
                  <a:pt x="94944" y="754996"/>
                </a:lnTo>
                <a:close/>
                <a:moveTo>
                  <a:pt x="105773" y="751295"/>
                </a:moveTo>
                <a:lnTo>
                  <a:pt x="107023" y="751295"/>
                </a:lnTo>
                <a:lnTo>
                  <a:pt x="107023" y="754996"/>
                </a:lnTo>
                <a:lnTo>
                  <a:pt x="105773" y="754996"/>
                </a:lnTo>
                <a:close/>
                <a:moveTo>
                  <a:pt x="116603" y="752776"/>
                </a:moveTo>
                <a:lnTo>
                  <a:pt x="117436" y="752776"/>
                </a:lnTo>
                <a:lnTo>
                  <a:pt x="117436" y="754996"/>
                </a:lnTo>
                <a:lnTo>
                  <a:pt x="116603" y="754996"/>
                </a:lnTo>
                <a:close/>
                <a:moveTo>
                  <a:pt x="241972" y="754256"/>
                </a:moveTo>
                <a:lnTo>
                  <a:pt x="263214" y="754256"/>
                </a:lnTo>
                <a:lnTo>
                  <a:pt x="263214" y="754996"/>
                </a:lnTo>
                <a:lnTo>
                  <a:pt x="241972" y="754996"/>
                </a:lnTo>
                <a:close/>
                <a:moveTo>
                  <a:pt x="129931" y="754256"/>
                </a:moveTo>
                <a:lnTo>
                  <a:pt x="130764" y="754256"/>
                </a:lnTo>
                <a:lnTo>
                  <a:pt x="130764" y="754996"/>
                </a:lnTo>
                <a:lnTo>
                  <a:pt x="129931" y="754996"/>
                </a:lnTo>
                <a:close/>
                <a:moveTo>
                  <a:pt x="281541" y="754256"/>
                </a:moveTo>
                <a:lnTo>
                  <a:pt x="281957" y="754256"/>
                </a:lnTo>
                <a:lnTo>
                  <a:pt x="281957" y="754996"/>
                </a:lnTo>
                <a:lnTo>
                  <a:pt x="281541" y="754996"/>
                </a:lnTo>
                <a:close/>
                <a:moveTo>
                  <a:pt x="92029" y="754256"/>
                </a:moveTo>
                <a:lnTo>
                  <a:pt x="94111" y="754256"/>
                </a:lnTo>
                <a:lnTo>
                  <a:pt x="94111" y="754996"/>
                </a:lnTo>
                <a:lnTo>
                  <a:pt x="92029" y="754996"/>
                </a:lnTo>
                <a:close/>
                <a:moveTo>
                  <a:pt x="79533" y="754256"/>
                </a:moveTo>
                <a:lnTo>
                  <a:pt x="80366" y="754256"/>
                </a:lnTo>
                <a:lnTo>
                  <a:pt x="80366" y="754996"/>
                </a:lnTo>
                <a:lnTo>
                  <a:pt x="79533" y="754996"/>
                </a:lnTo>
                <a:close/>
                <a:moveTo>
                  <a:pt x="282790" y="754256"/>
                </a:moveTo>
                <a:lnTo>
                  <a:pt x="329023" y="754256"/>
                </a:lnTo>
                <a:lnTo>
                  <a:pt x="329023" y="754996"/>
                </a:lnTo>
                <a:lnTo>
                  <a:pt x="282790" y="754996"/>
                </a:lnTo>
                <a:close/>
                <a:moveTo>
                  <a:pt x="109939" y="752776"/>
                </a:moveTo>
                <a:lnTo>
                  <a:pt x="111605" y="752776"/>
                </a:lnTo>
                <a:lnTo>
                  <a:pt x="111605" y="754996"/>
                </a:lnTo>
                <a:lnTo>
                  <a:pt x="109939" y="754996"/>
                </a:lnTo>
                <a:close/>
                <a:moveTo>
                  <a:pt x="264464" y="754256"/>
                </a:moveTo>
                <a:lnTo>
                  <a:pt x="279458" y="754256"/>
                </a:lnTo>
                <a:lnTo>
                  <a:pt x="279458" y="754996"/>
                </a:lnTo>
                <a:lnTo>
                  <a:pt x="264464" y="754996"/>
                </a:lnTo>
                <a:close/>
                <a:moveTo>
                  <a:pt x="329856" y="754256"/>
                </a:moveTo>
                <a:lnTo>
                  <a:pt x="374839" y="754256"/>
                </a:lnTo>
                <a:lnTo>
                  <a:pt x="374839" y="754996"/>
                </a:lnTo>
                <a:lnTo>
                  <a:pt x="329856" y="754996"/>
                </a:lnTo>
                <a:close/>
                <a:moveTo>
                  <a:pt x="146175" y="754256"/>
                </a:moveTo>
                <a:lnTo>
                  <a:pt x="154922" y="754256"/>
                </a:lnTo>
                <a:lnTo>
                  <a:pt x="154922" y="754996"/>
                </a:lnTo>
                <a:lnTo>
                  <a:pt x="146175" y="754996"/>
                </a:lnTo>
                <a:close/>
                <a:moveTo>
                  <a:pt x="138678" y="754256"/>
                </a:moveTo>
                <a:lnTo>
                  <a:pt x="144925" y="754256"/>
                </a:lnTo>
                <a:lnTo>
                  <a:pt x="144925" y="754996"/>
                </a:lnTo>
                <a:lnTo>
                  <a:pt x="138678" y="754996"/>
                </a:lnTo>
                <a:close/>
                <a:moveTo>
                  <a:pt x="243222" y="754996"/>
                </a:moveTo>
                <a:lnTo>
                  <a:pt x="262381" y="754996"/>
                </a:lnTo>
                <a:lnTo>
                  <a:pt x="262381" y="755736"/>
                </a:lnTo>
                <a:lnTo>
                  <a:pt x="243222" y="755736"/>
                </a:lnTo>
                <a:close/>
                <a:moveTo>
                  <a:pt x="330689" y="754996"/>
                </a:moveTo>
                <a:lnTo>
                  <a:pt x="374839" y="754996"/>
                </a:lnTo>
                <a:lnTo>
                  <a:pt x="374839" y="755736"/>
                </a:lnTo>
                <a:lnTo>
                  <a:pt x="330689" y="755736"/>
                </a:lnTo>
                <a:close/>
                <a:moveTo>
                  <a:pt x="282790" y="754996"/>
                </a:moveTo>
                <a:lnTo>
                  <a:pt x="329439" y="754996"/>
                </a:lnTo>
                <a:lnTo>
                  <a:pt x="329439" y="755736"/>
                </a:lnTo>
                <a:lnTo>
                  <a:pt x="282790" y="755736"/>
                </a:lnTo>
                <a:close/>
                <a:moveTo>
                  <a:pt x="92445" y="754996"/>
                </a:moveTo>
                <a:lnTo>
                  <a:pt x="93695" y="754996"/>
                </a:lnTo>
                <a:lnTo>
                  <a:pt x="93695" y="755736"/>
                </a:lnTo>
                <a:lnTo>
                  <a:pt x="92445" y="755736"/>
                </a:lnTo>
                <a:close/>
                <a:moveTo>
                  <a:pt x="79117" y="754996"/>
                </a:moveTo>
                <a:lnTo>
                  <a:pt x="80366" y="754996"/>
                </a:lnTo>
                <a:lnTo>
                  <a:pt x="80366" y="755736"/>
                </a:lnTo>
                <a:lnTo>
                  <a:pt x="79117" y="755736"/>
                </a:lnTo>
                <a:close/>
                <a:moveTo>
                  <a:pt x="239057" y="754996"/>
                </a:moveTo>
                <a:lnTo>
                  <a:pt x="241139" y="754996"/>
                </a:lnTo>
                <a:lnTo>
                  <a:pt x="241139" y="755736"/>
                </a:lnTo>
                <a:lnTo>
                  <a:pt x="239057" y="755736"/>
                </a:lnTo>
                <a:close/>
                <a:moveTo>
                  <a:pt x="263631" y="754996"/>
                </a:moveTo>
                <a:lnTo>
                  <a:pt x="278209" y="754996"/>
                </a:lnTo>
                <a:lnTo>
                  <a:pt x="278209" y="755736"/>
                </a:lnTo>
                <a:lnTo>
                  <a:pt x="263631" y="755736"/>
                </a:lnTo>
                <a:close/>
                <a:moveTo>
                  <a:pt x="147008" y="754996"/>
                </a:moveTo>
                <a:lnTo>
                  <a:pt x="154505" y="754996"/>
                </a:lnTo>
                <a:lnTo>
                  <a:pt x="154505" y="755736"/>
                </a:lnTo>
                <a:lnTo>
                  <a:pt x="147008" y="755736"/>
                </a:lnTo>
                <a:close/>
                <a:moveTo>
                  <a:pt x="95777" y="754996"/>
                </a:moveTo>
                <a:lnTo>
                  <a:pt x="96610" y="754996"/>
                </a:lnTo>
                <a:lnTo>
                  <a:pt x="96610" y="755736"/>
                </a:lnTo>
                <a:lnTo>
                  <a:pt x="95777" y="755736"/>
                </a:lnTo>
                <a:close/>
                <a:moveTo>
                  <a:pt x="99109" y="749815"/>
                </a:moveTo>
                <a:lnTo>
                  <a:pt x="99526" y="749815"/>
                </a:lnTo>
                <a:lnTo>
                  <a:pt x="99526" y="755736"/>
                </a:lnTo>
                <a:lnTo>
                  <a:pt x="99109" y="755736"/>
                </a:lnTo>
                <a:close/>
                <a:moveTo>
                  <a:pt x="159087" y="754256"/>
                </a:moveTo>
                <a:lnTo>
                  <a:pt x="197406" y="754256"/>
                </a:lnTo>
                <a:lnTo>
                  <a:pt x="197406" y="755736"/>
                </a:lnTo>
                <a:lnTo>
                  <a:pt x="159087" y="755736"/>
                </a:lnTo>
                <a:close/>
                <a:moveTo>
                  <a:pt x="279875" y="754996"/>
                </a:moveTo>
                <a:lnTo>
                  <a:pt x="282374" y="754996"/>
                </a:lnTo>
                <a:lnTo>
                  <a:pt x="282374" y="755736"/>
                </a:lnTo>
                <a:lnTo>
                  <a:pt x="279875" y="755736"/>
                </a:lnTo>
                <a:close/>
                <a:moveTo>
                  <a:pt x="138261" y="754996"/>
                </a:moveTo>
                <a:lnTo>
                  <a:pt x="144925" y="754996"/>
                </a:lnTo>
                <a:lnTo>
                  <a:pt x="144925" y="755736"/>
                </a:lnTo>
                <a:lnTo>
                  <a:pt x="138261" y="755736"/>
                </a:lnTo>
                <a:close/>
                <a:moveTo>
                  <a:pt x="83282" y="754256"/>
                </a:moveTo>
                <a:lnTo>
                  <a:pt x="84531" y="754256"/>
                </a:lnTo>
                <a:lnTo>
                  <a:pt x="84531" y="755736"/>
                </a:lnTo>
                <a:lnTo>
                  <a:pt x="83282" y="755736"/>
                </a:lnTo>
                <a:close/>
                <a:moveTo>
                  <a:pt x="124516" y="754256"/>
                </a:moveTo>
                <a:lnTo>
                  <a:pt x="125766" y="754256"/>
                </a:lnTo>
                <a:lnTo>
                  <a:pt x="125766" y="755736"/>
                </a:lnTo>
                <a:lnTo>
                  <a:pt x="124516" y="755736"/>
                </a:lnTo>
                <a:close/>
                <a:moveTo>
                  <a:pt x="132847" y="754256"/>
                </a:moveTo>
                <a:lnTo>
                  <a:pt x="135762" y="754256"/>
                </a:lnTo>
                <a:lnTo>
                  <a:pt x="135762" y="755736"/>
                </a:lnTo>
                <a:lnTo>
                  <a:pt x="132847" y="755736"/>
                </a:lnTo>
                <a:close/>
                <a:moveTo>
                  <a:pt x="72869" y="752036"/>
                </a:moveTo>
                <a:lnTo>
                  <a:pt x="75368" y="752036"/>
                </a:lnTo>
                <a:lnTo>
                  <a:pt x="75368" y="755736"/>
                </a:lnTo>
                <a:lnTo>
                  <a:pt x="72869" y="755736"/>
                </a:lnTo>
                <a:close/>
                <a:moveTo>
                  <a:pt x="331105" y="755736"/>
                </a:moveTo>
                <a:lnTo>
                  <a:pt x="374839" y="755736"/>
                </a:lnTo>
                <a:lnTo>
                  <a:pt x="374839" y="756477"/>
                </a:lnTo>
                <a:lnTo>
                  <a:pt x="331105" y="756477"/>
                </a:lnTo>
                <a:close/>
                <a:moveTo>
                  <a:pt x="279042" y="755736"/>
                </a:moveTo>
                <a:lnTo>
                  <a:pt x="282374" y="755736"/>
                </a:lnTo>
                <a:lnTo>
                  <a:pt x="282374" y="756477"/>
                </a:lnTo>
                <a:lnTo>
                  <a:pt x="279042" y="756477"/>
                </a:lnTo>
                <a:close/>
                <a:moveTo>
                  <a:pt x="244055" y="755736"/>
                </a:moveTo>
                <a:lnTo>
                  <a:pt x="261548" y="755736"/>
                </a:lnTo>
                <a:lnTo>
                  <a:pt x="261548" y="756477"/>
                </a:lnTo>
                <a:lnTo>
                  <a:pt x="244055" y="756477"/>
                </a:lnTo>
                <a:close/>
                <a:moveTo>
                  <a:pt x="239057" y="755736"/>
                </a:moveTo>
                <a:lnTo>
                  <a:pt x="242389" y="755736"/>
                </a:lnTo>
                <a:lnTo>
                  <a:pt x="242389" y="756477"/>
                </a:lnTo>
                <a:lnTo>
                  <a:pt x="239057" y="756477"/>
                </a:lnTo>
                <a:close/>
                <a:moveTo>
                  <a:pt x="78700" y="755736"/>
                </a:moveTo>
                <a:lnTo>
                  <a:pt x="80366" y="755736"/>
                </a:lnTo>
                <a:lnTo>
                  <a:pt x="80366" y="756477"/>
                </a:lnTo>
                <a:lnTo>
                  <a:pt x="78700" y="756477"/>
                </a:lnTo>
                <a:close/>
                <a:moveTo>
                  <a:pt x="148257" y="755736"/>
                </a:moveTo>
                <a:lnTo>
                  <a:pt x="154089" y="755736"/>
                </a:lnTo>
                <a:lnTo>
                  <a:pt x="154089" y="756477"/>
                </a:lnTo>
                <a:lnTo>
                  <a:pt x="148257" y="756477"/>
                </a:lnTo>
                <a:close/>
                <a:moveTo>
                  <a:pt x="124516" y="755736"/>
                </a:moveTo>
                <a:lnTo>
                  <a:pt x="125349" y="755736"/>
                </a:lnTo>
                <a:lnTo>
                  <a:pt x="125349" y="756477"/>
                </a:lnTo>
                <a:lnTo>
                  <a:pt x="124516" y="756477"/>
                </a:lnTo>
                <a:close/>
                <a:moveTo>
                  <a:pt x="262798" y="755736"/>
                </a:moveTo>
                <a:lnTo>
                  <a:pt x="277376" y="755736"/>
                </a:lnTo>
                <a:lnTo>
                  <a:pt x="277376" y="756477"/>
                </a:lnTo>
                <a:lnTo>
                  <a:pt x="262798" y="756477"/>
                </a:lnTo>
                <a:close/>
                <a:moveTo>
                  <a:pt x="282790" y="755736"/>
                </a:moveTo>
                <a:lnTo>
                  <a:pt x="330272" y="755736"/>
                </a:lnTo>
                <a:lnTo>
                  <a:pt x="330272" y="756477"/>
                </a:lnTo>
                <a:lnTo>
                  <a:pt x="282790" y="756477"/>
                </a:lnTo>
                <a:close/>
                <a:moveTo>
                  <a:pt x="132430" y="755736"/>
                </a:moveTo>
                <a:lnTo>
                  <a:pt x="135762" y="755736"/>
                </a:lnTo>
                <a:lnTo>
                  <a:pt x="135762" y="756477"/>
                </a:lnTo>
                <a:lnTo>
                  <a:pt x="132430" y="756477"/>
                </a:lnTo>
                <a:close/>
                <a:moveTo>
                  <a:pt x="129931" y="754996"/>
                </a:moveTo>
                <a:lnTo>
                  <a:pt x="130348" y="754996"/>
                </a:lnTo>
                <a:lnTo>
                  <a:pt x="130348" y="756477"/>
                </a:lnTo>
                <a:lnTo>
                  <a:pt x="129931" y="756477"/>
                </a:lnTo>
                <a:close/>
                <a:moveTo>
                  <a:pt x="261965" y="756477"/>
                </a:moveTo>
                <a:lnTo>
                  <a:pt x="276959" y="756477"/>
                </a:lnTo>
                <a:lnTo>
                  <a:pt x="276959" y="757217"/>
                </a:lnTo>
                <a:lnTo>
                  <a:pt x="261965" y="757217"/>
                </a:lnTo>
                <a:close/>
                <a:moveTo>
                  <a:pt x="331522" y="756477"/>
                </a:moveTo>
                <a:lnTo>
                  <a:pt x="374839" y="756477"/>
                </a:lnTo>
                <a:lnTo>
                  <a:pt x="374839" y="757217"/>
                </a:lnTo>
                <a:lnTo>
                  <a:pt x="331522" y="757217"/>
                </a:lnTo>
                <a:close/>
                <a:moveTo>
                  <a:pt x="78284" y="756477"/>
                </a:moveTo>
                <a:lnTo>
                  <a:pt x="80366" y="756477"/>
                </a:lnTo>
                <a:lnTo>
                  <a:pt x="80366" y="757217"/>
                </a:lnTo>
                <a:lnTo>
                  <a:pt x="78284" y="757217"/>
                </a:lnTo>
                <a:close/>
                <a:moveTo>
                  <a:pt x="278209" y="756477"/>
                </a:moveTo>
                <a:lnTo>
                  <a:pt x="282374" y="756477"/>
                </a:lnTo>
                <a:lnTo>
                  <a:pt x="282374" y="757217"/>
                </a:lnTo>
                <a:lnTo>
                  <a:pt x="278209" y="757217"/>
                </a:lnTo>
                <a:close/>
                <a:moveTo>
                  <a:pt x="283207" y="756477"/>
                </a:moveTo>
                <a:lnTo>
                  <a:pt x="330689" y="756477"/>
                </a:lnTo>
                <a:lnTo>
                  <a:pt x="330689" y="757217"/>
                </a:lnTo>
                <a:lnTo>
                  <a:pt x="283207" y="757217"/>
                </a:lnTo>
                <a:close/>
                <a:moveTo>
                  <a:pt x="138261" y="755736"/>
                </a:moveTo>
                <a:lnTo>
                  <a:pt x="144509" y="755736"/>
                </a:lnTo>
                <a:lnTo>
                  <a:pt x="144509" y="757217"/>
                </a:lnTo>
                <a:lnTo>
                  <a:pt x="138261" y="757217"/>
                </a:lnTo>
                <a:close/>
                <a:moveTo>
                  <a:pt x="83282" y="755736"/>
                </a:moveTo>
                <a:lnTo>
                  <a:pt x="84115" y="755736"/>
                </a:lnTo>
                <a:lnTo>
                  <a:pt x="84115" y="757217"/>
                </a:lnTo>
                <a:lnTo>
                  <a:pt x="83282" y="757217"/>
                </a:lnTo>
                <a:close/>
                <a:moveTo>
                  <a:pt x="158670" y="755736"/>
                </a:moveTo>
                <a:lnTo>
                  <a:pt x="197406" y="755736"/>
                </a:lnTo>
                <a:lnTo>
                  <a:pt x="197406" y="757217"/>
                </a:lnTo>
                <a:lnTo>
                  <a:pt x="158670" y="757217"/>
                </a:lnTo>
                <a:close/>
                <a:moveTo>
                  <a:pt x="132430" y="756477"/>
                </a:moveTo>
                <a:lnTo>
                  <a:pt x="135346" y="756477"/>
                </a:lnTo>
                <a:lnTo>
                  <a:pt x="135346" y="757217"/>
                </a:lnTo>
                <a:lnTo>
                  <a:pt x="132430" y="757217"/>
                </a:lnTo>
                <a:close/>
                <a:moveTo>
                  <a:pt x="149091" y="756477"/>
                </a:moveTo>
                <a:lnTo>
                  <a:pt x="154089" y="756477"/>
                </a:lnTo>
                <a:lnTo>
                  <a:pt x="154089" y="757217"/>
                </a:lnTo>
                <a:lnTo>
                  <a:pt x="149091" y="757217"/>
                </a:lnTo>
                <a:close/>
                <a:moveTo>
                  <a:pt x="124933" y="756477"/>
                </a:moveTo>
                <a:lnTo>
                  <a:pt x="125349" y="756477"/>
                </a:lnTo>
                <a:lnTo>
                  <a:pt x="125349" y="757217"/>
                </a:lnTo>
                <a:lnTo>
                  <a:pt x="124933" y="757217"/>
                </a:lnTo>
                <a:close/>
                <a:moveTo>
                  <a:pt x="244888" y="756477"/>
                </a:moveTo>
                <a:lnTo>
                  <a:pt x="260715" y="756477"/>
                </a:lnTo>
                <a:lnTo>
                  <a:pt x="260715" y="757217"/>
                </a:lnTo>
                <a:lnTo>
                  <a:pt x="244888" y="757217"/>
                </a:lnTo>
                <a:close/>
                <a:moveTo>
                  <a:pt x="239057" y="756477"/>
                </a:moveTo>
                <a:lnTo>
                  <a:pt x="243222" y="756477"/>
                </a:lnTo>
                <a:lnTo>
                  <a:pt x="243222" y="757217"/>
                </a:lnTo>
                <a:lnTo>
                  <a:pt x="239057" y="757217"/>
                </a:lnTo>
                <a:close/>
                <a:moveTo>
                  <a:pt x="89113" y="756477"/>
                </a:moveTo>
                <a:lnTo>
                  <a:pt x="89530" y="756477"/>
                </a:lnTo>
                <a:lnTo>
                  <a:pt x="89530" y="757217"/>
                </a:lnTo>
                <a:lnTo>
                  <a:pt x="89113" y="757217"/>
                </a:lnTo>
                <a:close/>
                <a:moveTo>
                  <a:pt x="92445" y="755736"/>
                </a:moveTo>
                <a:lnTo>
                  <a:pt x="93278" y="755736"/>
                </a:lnTo>
                <a:lnTo>
                  <a:pt x="93278" y="757217"/>
                </a:lnTo>
                <a:lnTo>
                  <a:pt x="92445" y="757217"/>
                </a:lnTo>
                <a:close/>
                <a:moveTo>
                  <a:pt x="331938" y="757217"/>
                </a:moveTo>
                <a:lnTo>
                  <a:pt x="374839" y="757217"/>
                </a:lnTo>
                <a:lnTo>
                  <a:pt x="374839" y="757957"/>
                </a:lnTo>
                <a:lnTo>
                  <a:pt x="331938" y="757957"/>
                </a:lnTo>
                <a:close/>
                <a:moveTo>
                  <a:pt x="261132" y="757217"/>
                </a:moveTo>
                <a:lnTo>
                  <a:pt x="276126" y="757217"/>
                </a:lnTo>
                <a:lnTo>
                  <a:pt x="276126" y="757957"/>
                </a:lnTo>
                <a:lnTo>
                  <a:pt x="261132" y="757957"/>
                </a:lnTo>
                <a:close/>
                <a:moveTo>
                  <a:pt x="149924" y="757217"/>
                </a:moveTo>
                <a:lnTo>
                  <a:pt x="153672" y="757217"/>
                </a:lnTo>
                <a:lnTo>
                  <a:pt x="153672" y="757957"/>
                </a:lnTo>
                <a:lnTo>
                  <a:pt x="149924" y="757957"/>
                </a:lnTo>
                <a:close/>
                <a:moveTo>
                  <a:pt x="283207" y="757217"/>
                </a:moveTo>
                <a:lnTo>
                  <a:pt x="331105" y="757217"/>
                </a:lnTo>
                <a:lnTo>
                  <a:pt x="331105" y="757957"/>
                </a:lnTo>
                <a:lnTo>
                  <a:pt x="283207" y="757957"/>
                </a:lnTo>
                <a:close/>
                <a:moveTo>
                  <a:pt x="245304" y="757217"/>
                </a:moveTo>
                <a:lnTo>
                  <a:pt x="259882" y="757217"/>
                </a:lnTo>
                <a:lnTo>
                  <a:pt x="259882" y="757957"/>
                </a:lnTo>
                <a:lnTo>
                  <a:pt x="245304" y="757957"/>
                </a:lnTo>
                <a:close/>
                <a:moveTo>
                  <a:pt x="158254" y="757217"/>
                </a:moveTo>
                <a:lnTo>
                  <a:pt x="197406" y="757217"/>
                </a:lnTo>
                <a:lnTo>
                  <a:pt x="197406" y="757957"/>
                </a:lnTo>
                <a:lnTo>
                  <a:pt x="158254" y="757957"/>
                </a:lnTo>
                <a:close/>
                <a:moveTo>
                  <a:pt x="88280" y="757217"/>
                </a:moveTo>
                <a:lnTo>
                  <a:pt x="90363" y="757217"/>
                </a:lnTo>
                <a:lnTo>
                  <a:pt x="90363" y="757957"/>
                </a:lnTo>
                <a:lnTo>
                  <a:pt x="88280" y="757957"/>
                </a:lnTo>
                <a:close/>
                <a:moveTo>
                  <a:pt x="199072" y="753516"/>
                </a:moveTo>
                <a:lnTo>
                  <a:pt x="238640" y="753516"/>
                </a:lnTo>
                <a:lnTo>
                  <a:pt x="238640" y="757957"/>
                </a:lnTo>
                <a:lnTo>
                  <a:pt x="199072" y="757957"/>
                </a:lnTo>
                <a:close/>
                <a:moveTo>
                  <a:pt x="129515" y="756477"/>
                </a:moveTo>
                <a:lnTo>
                  <a:pt x="130348" y="756477"/>
                </a:lnTo>
                <a:lnTo>
                  <a:pt x="130348" y="757957"/>
                </a:lnTo>
                <a:lnTo>
                  <a:pt x="129515" y="757957"/>
                </a:lnTo>
                <a:close/>
                <a:moveTo>
                  <a:pt x="239057" y="757217"/>
                </a:moveTo>
                <a:lnTo>
                  <a:pt x="244055" y="757217"/>
                </a:lnTo>
                <a:lnTo>
                  <a:pt x="244055" y="757957"/>
                </a:lnTo>
                <a:lnTo>
                  <a:pt x="239057" y="757957"/>
                </a:lnTo>
                <a:close/>
                <a:moveTo>
                  <a:pt x="277376" y="757217"/>
                </a:moveTo>
                <a:lnTo>
                  <a:pt x="282374" y="757217"/>
                </a:lnTo>
                <a:lnTo>
                  <a:pt x="282374" y="757957"/>
                </a:lnTo>
                <a:lnTo>
                  <a:pt x="277376" y="757957"/>
                </a:lnTo>
                <a:close/>
                <a:moveTo>
                  <a:pt x="78284" y="757217"/>
                </a:moveTo>
                <a:lnTo>
                  <a:pt x="79950" y="757217"/>
                </a:lnTo>
                <a:lnTo>
                  <a:pt x="79950" y="757957"/>
                </a:lnTo>
                <a:lnTo>
                  <a:pt x="78284" y="757957"/>
                </a:lnTo>
                <a:close/>
                <a:moveTo>
                  <a:pt x="138261" y="757217"/>
                </a:moveTo>
                <a:lnTo>
                  <a:pt x="144092" y="757217"/>
                </a:lnTo>
                <a:lnTo>
                  <a:pt x="144092" y="757957"/>
                </a:lnTo>
                <a:lnTo>
                  <a:pt x="138261" y="757957"/>
                </a:lnTo>
                <a:close/>
                <a:moveTo>
                  <a:pt x="276542" y="757957"/>
                </a:moveTo>
                <a:lnTo>
                  <a:pt x="282790" y="757957"/>
                </a:lnTo>
                <a:lnTo>
                  <a:pt x="282790" y="758697"/>
                </a:lnTo>
                <a:lnTo>
                  <a:pt x="276542" y="758697"/>
                </a:lnTo>
                <a:close/>
                <a:moveTo>
                  <a:pt x="332771" y="757957"/>
                </a:moveTo>
                <a:lnTo>
                  <a:pt x="374839" y="757957"/>
                </a:lnTo>
                <a:lnTo>
                  <a:pt x="374839" y="758697"/>
                </a:lnTo>
                <a:lnTo>
                  <a:pt x="332771" y="758697"/>
                </a:lnTo>
                <a:close/>
                <a:moveTo>
                  <a:pt x="260299" y="757957"/>
                </a:moveTo>
                <a:lnTo>
                  <a:pt x="275293" y="757957"/>
                </a:lnTo>
                <a:lnTo>
                  <a:pt x="275293" y="758697"/>
                </a:lnTo>
                <a:lnTo>
                  <a:pt x="260299" y="758697"/>
                </a:lnTo>
                <a:close/>
                <a:moveTo>
                  <a:pt x="239057" y="757957"/>
                </a:moveTo>
                <a:lnTo>
                  <a:pt x="244888" y="757957"/>
                </a:lnTo>
                <a:lnTo>
                  <a:pt x="244888" y="758697"/>
                </a:lnTo>
                <a:lnTo>
                  <a:pt x="239057" y="758697"/>
                </a:lnTo>
                <a:close/>
                <a:moveTo>
                  <a:pt x="151173" y="757957"/>
                </a:moveTo>
                <a:lnTo>
                  <a:pt x="153256" y="757957"/>
                </a:lnTo>
                <a:lnTo>
                  <a:pt x="153256" y="758697"/>
                </a:lnTo>
                <a:lnTo>
                  <a:pt x="151173" y="758697"/>
                </a:lnTo>
                <a:close/>
                <a:moveTo>
                  <a:pt x="110355" y="754996"/>
                </a:moveTo>
                <a:lnTo>
                  <a:pt x="112021" y="754996"/>
                </a:lnTo>
                <a:lnTo>
                  <a:pt x="112021" y="758697"/>
                </a:lnTo>
                <a:lnTo>
                  <a:pt x="110355" y="758697"/>
                </a:lnTo>
                <a:close/>
                <a:moveTo>
                  <a:pt x="246137" y="757957"/>
                </a:moveTo>
                <a:lnTo>
                  <a:pt x="259049" y="757957"/>
                </a:lnTo>
                <a:lnTo>
                  <a:pt x="259049" y="758697"/>
                </a:lnTo>
                <a:lnTo>
                  <a:pt x="246137" y="758697"/>
                </a:lnTo>
                <a:close/>
                <a:moveTo>
                  <a:pt x="92445" y="757217"/>
                </a:moveTo>
                <a:lnTo>
                  <a:pt x="92862" y="757217"/>
                </a:lnTo>
                <a:lnTo>
                  <a:pt x="92862" y="758697"/>
                </a:lnTo>
                <a:lnTo>
                  <a:pt x="92445" y="758697"/>
                </a:lnTo>
                <a:close/>
                <a:moveTo>
                  <a:pt x="132014" y="757217"/>
                </a:moveTo>
                <a:lnTo>
                  <a:pt x="135346" y="757217"/>
                </a:lnTo>
                <a:lnTo>
                  <a:pt x="135346" y="758697"/>
                </a:lnTo>
                <a:lnTo>
                  <a:pt x="132014" y="758697"/>
                </a:lnTo>
                <a:close/>
                <a:moveTo>
                  <a:pt x="283207" y="757957"/>
                </a:moveTo>
                <a:lnTo>
                  <a:pt x="331522" y="757957"/>
                </a:lnTo>
                <a:lnTo>
                  <a:pt x="331522" y="758697"/>
                </a:lnTo>
                <a:lnTo>
                  <a:pt x="283207" y="758697"/>
                </a:lnTo>
                <a:close/>
                <a:moveTo>
                  <a:pt x="137845" y="757957"/>
                </a:moveTo>
                <a:lnTo>
                  <a:pt x="144092" y="757957"/>
                </a:lnTo>
                <a:lnTo>
                  <a:pt x="144092" y="758697"/>
                </a:lnTo>
                <a:lnTo>
                  <a:pt x="137845" y="758697"/>
                </a:lnTo>
                <a:close/>
                <a:moveTo>
                  <a:pt x="246554" y="758697"/>
                </a:moveTo>
                <a:lnTo>
                  <a:pt x="258216" y="758697"/>
                </a:lnTo>
                <a:lnTo>
                  <a:pt x="258216" y="759437"/>
                </a:lnTo>
                <a:lnTo>
                  <a:pt x="246554" y="759437"/>
                </a:lnTo>
                <a:close/>
                <a:moveTo>
                  <a:pt x="137845" y="758697"/>
                </a:moveTo>
                <a:lnTo>
                  <a:pt x="144509" y="758697"/>
                </a:lnTo>
                <a:lnTo>
                  <a:pt x="144509" y="759437"/>
                </a:lnTo>
                <a:lnTo>
                  <a:pt x="137845" y="759437"/>
                </a:lnTo>
                <a:close/>
                <a:moveTo>
                  <a:pt x="199072" y="757957"/>
                </a:moveTo>
                <a:lnTo>
                  <a:pt x="238224" y="757957"/>
                </a:lnTo>
                <a:lnTo>
                  <a:pt x="238224" y="759437"/>
                </a:lnTo>
                <a:lnTo>
                  <a:pt x="199072" y="759437"/>
                </a:lnTo>
                <a:close/>
                <a:moveTo>
                  <a:pt x="129515" y="757957"/>
                </a:moveTo>
                <a:lnTo>
                  <a:pt x="129931" y="757957"/>
                </a:lnTo>
                <a:lnTo>
                  <a:pt x="129931" y="759437"/>
                </a:lnTo>
                <a:lnTo>
                  <a:pt x="129515" y="759437"/>
                </a:lnTo>
                <a:close/>
                <a:moveTo>
                  <a:pt x="152423" y="758697"/>
                </a:moveTo>
                <a:lnTo>
                  <a:pt x="152839" y="758697"/>
                </a:lnTo>
                <a:lnTo>
                  <a:pt x="152839" y="759437"/>
                </a:lnTo>
                <a:lnTo>
                  <a:pt x="152423" y="759437"/>
                </a:lnTo>
                <a:close/>
                <a:moveTo>
                  <a:pt x="131597" y="758697"/>
                </a:moveTo>
                <a:lnTo>
                  <a:pt x="135346" y="758697"/>
                </a:lnTo>
                <a:lnTo>
                  <a:pt x="135346" y="759437"/>
                </a:lnTo>
                <a:lnTo>
                  <a:pt x="131597" y="759437"/>
                </a:lnTo>
                <a:close/>
                <a:moveTo>
                  <a:pt x="95361" y="758697"/>
                </a:moveTo>
                <a:lnTo>
                  <a:pt x="96610" y="758697"/>
                </a:lnTo>
                <a:lnTo>
                  <a:pt x="96610" y="759437"/>
                </a:lnTo>
                <a:lnTo>
                  <a:pt x="95361" y="759437"/>
                </a:lnTo>
                <a:close/>
                <a:moveTo>
                  <a:pt x="157837" y="757957"/>
                </a:moveTo>
                <a:lnTo>
                  <a:pt x="197406" y="757957"/>
                </a:lnTo>
                <a:lnTo>
                  <a:pt x="197406" y="759437"/>
                </a:lnTo>
                <a:lnTo>
                  <a:pt x="157837" y="759437"/>
                </a:lnTo>
                <a:close/>
                <a:moveTo>
                  <a:pt x="87864" y="757957"/>
                </a:moveTo>
                <a:lnTo>
                  <a:pt x="90363" y="757957"/>
                </a:lnTo>
                <a:lnTo>
                  <a:pt x="90363" y="759437"/>
                </a:lnTo>
                <a:lnTo>
                  <a:pt x="87864" y="759437"/>
                </a:lnTo>
                <a:close/>
                <a:moveTo>
                  <a:pt x="283207" y="758697"/>
                </a:moveTo>
                <a:lnTo>
                  <a:pt x="332355" y="758697"/>
                </a:lnTo>
                <a:lnTo>
                  <a:pt x="332355" y="759437"/>
                </a:lnTo>
                <a:lnTo>
                  <a:pt x="283207" y="759437"/>
                </a:lnTo>
                <a:close/>
                <a:moveTo>
                  <a:pt x="259466" y="758697"/>
                </a:moveTo>
                <a:lnTo>
                  <a:pt x="274876" y="758697"/>
                </a:lnTo>
                <a:lnTo>
                  <a:pt x="274876" y="759437"/>
                </a:lnTo>
                <a:lnTo>
                  <a:pt x="259466" y="759437"/>
                </a:lnTo>
                <a:close/>
                <a:moveTo>
                  <a:pt x="333188" y="758697"/>
                </a:moveTo>
                <a:lnTo>
                  <a:pt x="374839" y="758697"/>
                </a:lnTo>
                <a:lnTo>
                  <a:pt x="374839" y="759437"/>
                </a:lnTo>
                <a:lnTo>
                  <a:pt x="333188" y="759437"/>
                </a:lnTo>
                <a:close/>
                <a:moveTo>
                  <a:pt x="239057" y="758697"/>
                </a:moveTo>
                <a:lnTo>
                  <a:pt x="245304" y="758697"/>
                </a:lnTo>
                <a:lnTo>
                  <a:pt x="245304" y="759437"/>
                </a:lnTo>
                <a:lnTo>
                  <a:pt x="239057" y="759437"/>
                </a:lnTo>
                <a:close/>
                <a:moveTo>
                  <a:pt x="77867" y="757957"/>
                </a:moveTo>
                <a:lnTo>
                  <a:pt x="79950" y="757957"/>
                </a:lnTo>
                <a:lnTo>
                  <a:pt x="79950" y="759437"/>
                </a:lnTo>
                <a:lnTo>
                  <a:pt x="77867" y="759437"/>
                </a:lnTo>
                <a:close/>
                <a:moveTo>
                  <a:pt x="276126" y="758697"/>
                </a:moveTo>
                <a:lnTo>
                  <a:pt x="282790" y="758697"/>
                </a:lnTo>
                <a:lnTo>
                  <a:pt x="282790" y="759437"/>
                </a:lnTo>
                <a:lnTo>
                  <a:pt x="276126" y="759437"/>
                </a:lnTo>
                <a:close/>
                <a:moveTo>
                  <a:pt x="258633" y="759437"/>
                </a:moveTo>
                <a:lnTo>
                  <a:pt x="274460" y="759437"/>
                </a:lnTo>
                <a:lnTo>
                  <a:pt x="274460" y="760178"/>
                </a:lnTo>
                <a:lnTo>
                  <a:pt x="258633" y="760178"/>
                </a:lnTo>
                <a:close/>
                <a:moveTo>
                  <a:pt x="239057" y="759437"/>
                </a:moveTo>
                <a:lnTo>
                  <a:pt x="246137" y="759437"/>
                </a:lnTo>
                <a:lnTo>
                  <a:pt x="246137" y="760178"/>
                </a:lnTo>
                <a:lnTo>
                  <a:pt x="239057" y="760178"/>
                </a:lnTo>
                <a:close/>
                <a:moveTo>
                  <a:pt x="157421" y="759437"/>
                </a:moveTo>
                <a:lnTo>
                  <a:pt x="197406" y="759437"/>
                </a:lnTo>
                <a:lnTo>
                  <a:pt x="197406" y="760178"/>
                </a:lnTo>
                <a:lnTo>
                  <a:pt x="157421" y="760178"/>
                </a:lnTo>
                <a:close/>
                <a:moveTo>
                  <a:pt x="246970" y="759437"/>
                </a:moveTo>
                <a:lnTo>
                  <a:pt x="257383" y="759437"/>
                </a:lnTo>
                <a:lnTo>
                  <a:pt x="257383" y="760178"/>
                </a:lnTo>
                <a:lnTo>
                  <a:pt x="246970" y="760178"/>
                </a:lnTo>
                <a:close/>
                <a:moveTo>
                  <a:pt x="275293" y="759437"/>
                </a:moveTo>
                <a:lnTo>
                  <a:pt x="282790" y="759437"/>
                </a:lnTo>
                <a:lnTo>
                  <a:pt x="282790" y="760178"/>
                </a:lnTo>
                <a:lnTo>
                  <a:pt x="275293" y="760178"/>
                </a:lnTo>
                <a:close/>
                <a:moveTo>
                  <a:pt x="333604" y="759437"/>
                </a:moveTo>
                <a:lnTo>
                  <a:pt x="374839" y="759437"/>
                </a:lnTo>
                <a:lnTo>
                  <a:pt x="374839" y="760178"/>
                </a:lnTo>
                <a:lnTo>
                  <a:pt x="333604" y="760178"/>
                </a:lnTo>
                <a:close/>
                <a:moveTo>
                  <a:pt x="283207" y="759437"/>
                </a:moveTo>
                <a:lnTo>
                  <a:pt x="332771" y="759437"/>
                </a:lnTo>
                <a:lnTo>
                  <a:pt x="332771" y="760178"/>
                </a:lnTo>
                <a:lnTo>
                  <a:pt x="283207" y="760178"/>
                </a:lnTo>
                <a:close/>
                <a:moveTo>
                  <a:pt x="131597" y="759437"/>
                </a:moveTo>
                <a:lnTo>
                  <a:pt x="134929" y="759437"/>
                </a:lnTo>
                <a:lnTo>
                  <a:pt x="134929" y="760178"/>
                </a:lnTo>
                <a:lnTo>
                  <a:pt x="131597" y="760178"/>
                </a:lnTo>
                <a:close/>
                <a:moveTo>
                  <a:pt x="137845" y="759437"/>
                </a:moveTo>
                <a:lnTo>
                  <a:pt x="145342" y="759437"/>
                </a:lnTo>
                <a:lnTo>
                  <a:pt x="145342" y="760178"/>
                </a:lnTo>
                <a:lnTo>
                  <a:pt x="137845" y="760178"/>
                </a:lnTo>
                <a:close/>
                <a:moveTo>
                  <a:pt x="137845" y="760178"/>
                </a:moveTo>
                <a:lnTo>
                  <a:pt x="145758" y="760178"/>
                </a:lnTo>
                <a:lnTo>
                  <a:pt x="145758" y="760918"/>
                </a:lnTo>
                <a:lnTo>
                  <a:pt x="137845" y="760918"/>
                </a:lnTo>
                <a:close/>
                <a:moveTo>
                  <a:pt x="92029" y="758697"/>
                </a:moveTo>
                <a:lnTo>
                  <a:pt x="92862" y="758697"/>
                </a:lnTo>
                <a:lnTo>
                  <a:pt x="92862" y="760918"/>
                </a:lnTo>
                <a:lnTo>
                  <a:pt x="92029" y="760918"/>
                </a:lnTo>
                <a:close/>
                <a:moveTo>
                  <a:pt x="257800" y="760178"/>
                </a:moveTo>
                <a:lnTo>
                  <a:pt x="274043" y="760178"/>
                </a:lnTo>
                <a:lnTo>
                  <a:pt x="274043" y="760918"/>
                </a:lnTo>
                <a:lnTo>
                  <a:pt x="257800" y="760918"/>
                </a:lnTo>
                <a:close/>
                <a:moveTo>
                  <a:pt x="72869" y="755736"/>
                </a:moveTo>
                <a:lnTo>
                  <a:pt x="74952" y="755736"/>
                </a:lnTo>
                <a:lnTo>
                  <a:pt x="74952" y="760918"/>
                </a:lnTo>
                <a:lnTo>
                  <a:pt x="72869" y="760918"/>
                </a:lnTo>
                <a:close/>
                <a:moveTo>
                  <a:pt x="239057" y="760178"/>
                </a:moveTo>
                <a:lnTo>
                  <a:pt x="246554" y="760178"/>
                </a:lnTo>
                <a:lnTo>
                  <a:pt x="246554" y="760918"/>
                </a:lnTo>
                <a:lnTo>
                  <a:pt x="239057" y="760918"/>
                </a:lnTo>
                <a:close/>
                <a:moveTo>
                  <a:pt x="94944" y="759437"/>
                </a:moveTo>
                <a:lnTo>
                  <a:pt x="97443" y="759437"/>
                </a:lnTo>
                <a:lnTo>
                  <a:pt x="97443" y="760918"/>
                </a:lnTo>
                <a:lnTo>
                  <a:pt x="94944" y="760918"/>
                </a:lnTo>
                <a:close/>
                <a:moveTo>
                  <a:pt x="274876" y="760178"/>
                </a:moveTo>
                <a:lnTo>
                  <a:pt x="282790" y="760178"/>
                </a:lnTo>
                <a:lnTo>
                  <a:pt x="282790" y="760918"/>
                </a:lnTo>
                <a:lnTo>
                  <a:pt x="274876" y="760918"/>
                </a:lnTo>
                <a:close/>
                <a:moveTo>
                  <a:pt x="247387" y="760178"/>
                </a:moveTo>
                <a:lnTo>
                  <a:pt x="256550" y="760178"/>
                </a:lnTo>
                <a:lnTo>
                  <a:pt x="256550" y="760918"/>
                </a:lnTo>
                <a:lnTo>
                  <a:pt x="247387" y="760918"/>
                </a:lnTo>
                <a:close/>
                <a:moveTo>
                  <a:pt x="334021" y="760178"/>
                </a:moveTo>
                <a:lnTo>
                  <a:pt x="374839" y="760178"/>
                </a:lnTo>
                <a:lnTo>
                  <a:pt x="374839" y="761658"/>
                </a:lnTo>
                <a:lnTo>
                  <a:pt x="334021" y="761658"/>
                </a:lnTo>
                <a:close/>
                <a:moveTo>
                  <a:pt x="239057" y="760918"/>
                </a:moveTo>
                <a:lnTo>
                  <a:pt x="246970" y="760918"/>
                </a:lnTo>
                <a:lnTo>
                  <a:pt x="246970" y="761658"/>
                </a:lnTo>
                <a:lnTo>
                  <a:pt x="239057" y="761658"/>
                </a:lnTo>
                <a:close/>
                <a:moveTo>
                  <a:pt x="157004" y="760178"/>
                </a:moveTo>
                <a:lnTo>
                  <a:pt x="197406" y="760178"/>
                </a:lnTo>
                <a:lnTo>
                  <a:pt x="197406" y="761658"/>
                </a:lnTo>
                <a:lnTo>
                  <a:pt x="157004" y="761658"/>
                </a:lnTo>
                <a:close/>
                <a:moveTo>
                  <a:pt x="129098" y="759437"/>
                </a:moveTo>
                <a:lnTo>
                  <a:pt x="129931" y="759437"/>
                </a:lnTo>
                <a:lnTo>
                  <a:pt x="129931" y="761658"/>
                </a:lnTo>
                <a:lnTo>
                  <a:pt x="129098" y="761658"/>
                </a:lnTo>
                <a:close/>
                <a:moveTo>
                  <a:pt x="283207" y="760178"/>
                </a:moveTo>
                <a:lnTo>
                  <a:pt x="333188" y="760178"/>
                </a:lnTo>
                <a:lnTo>
                  <a:pt x="333188" y="761658"/>
                </a:lnTo>
                <a:lnTo>
                  <a:pt x="283207" y="761658"/>
                </a:lnTo>
                <a:close/>
                <a:moveTo>
                  <a:pt x="82865" y="757217"/>
                </a:moveTo>
                <a:lnTo>
                  <a:pt x="84115" y="757217"/>
                </a:lnTo>
                <a:lnTo>
                  <a:pt x="84115" y="761658"/>
                </a:lnTo>
                <a:lnTo>
                  <a:pt x="82865" y="761658"/>
                </a:lnTo>
                <a:close/>
                <a:moveTo>
                  <a:pt x="247803" y="760918"/>
                </a:moveTo>
                <a:lnTo>
                  <a:pt x="255717" y="760918"/>
                </a:lnTo>
                <a:lnTo>
                  <a:pt x="255717" y="761658"/>
                </a:lnTo>
                <a:lnTo>
                  <a:pt x="247803" y="761658"/>
                </a:lnTo>
                <a:close/>
                <a:moveTo>
                  <a:pt x="108273" y="760178"/>
                </a:moveTo>
                <a:lnTo>
                  <a:pt x="109106" y="760178"/>
                </a:lnTo>
                <a:lnTo>
                  <a:pt x="109106" y="761658"/>
                </a:lnTo>
                <a:lnTo>
                  <a:pt x="108273" y="761658"/>
                </a:lnTo>
                <a:close/>
                <a:moveTo>
                  <a:pt x="274460" y="760918"/>
                </a:moveTo>
                <a:lnTo>
                  <a:pt x="282790" y="760918"/>
                </a:lnTo>
                <a:lnTo>
                  <a:pt x="282790" y="761658"/>
                </a:lnTo>
                <a:lnTo>
                  <a:pt x="274460" y="761658"/>
                </a:lnTo>
                <a:close/>
                <a:moveTo>
                  <a:pt x="105773" y="754996"/>
                </a:moveTo>
                <a:lnTo>
                  <a:pt x="106607" y="754996"/>
                </a:lnTo>
                <a:lnTo>
                  <a:pt x="106607" y="761658"/>
                </a:lnTo>
                <a:lnTo>
                  <a:pt x="105773" y="761658"/>
                </a:lnTo>
                <a:close/>
                <a:moveTo>
                  <a:pt x="137428" y="760918"/>
                </a:moveTo>
                <a:lnTo>
                  <a:pt x="146591" y="760918"/>
                </a:lnTo>
                <a:lnTo>
                  <a:pt x="146591" y="761658"/>
                </a:lnTo>
                <a:lnTo>
                  <a:pt x="137428" y="761658"/>
                </a:lnTo>
                <a:close/>
                <a:moveTo>
                  <a:pt x="256967" y="760918"/>
                </a:moveTo>
                <a:lnTo>
                  <a:pt x="273627" y="760918"/>
                </a:lnTo>
                <a:lnTo>
                  <a:pt x="273627" y="761658"/>
                </a:lnTo>
                <a:lnTo>
                  <a:pt x="256967" y="761658"/>
                </a:lnTo>
                <a:close/>
                <a:moveTo>
                  <a:pt x="82449" y="761658"/>
                </a:moveTo>
                <a:lnTo>
                  <a:pt x="84115" y="761658"/>
                </a:lnTo>
                <a:lnTo>
                  <a:pt x="84115" y="762398"/>
                </a:lnTo>
                <a:lnTo>
                  <a:pt x="82449" y="762398"/>
                </a:lnTo>
                <a:close/>
                <a:moveTo>
                  <a:pt x="256134" y="761658"/>
                </a:moveTo>
                <a:lnTo>
                  <a:pt x="272794" y="761658"/>
                </a:lnTo>
                <a:lnTo>
                  <a:pt x="272794" y="762398"/>
                </a:lnTo>
                <a:lnTo>
                  <a:pt x="256134" y="762398"/>
                </a:lnTo>
                <a:close/>
                <a:moveTo>
                  <a:pt x="156588" y="761658"/>
                </a:moveTo>
                <a:lnTo>
                  <a:pt x="197406" y="761658"/>
                </a:lnTo>
                <a:lnTo>
                  <a:pt x="197406" y="762398"/>
                </a:lnTo>
                <a:lnTo>
                  <a:pt x="156588" y="762398"/>
                </a:lnTo>
                <a:close/>
                <a:moveTo>
                  <a:pt x="239057" y="761658"/>
                </a:moveTo>
                <a:lnTo>
                  <a:pt x="247387" y="761658"/>
                </a:lnTo>
                <a:lnTo>
                  <a:pt x="247387" y="762398"/>
                </a:lnTo>
                <a:lnTo>
                  <a:pt x="239057" y="762398"/>
                </a:lnTo>
                <a:close/>
                <a:moveTo>
                  <a:pt x="77451" y="759437"/>
                </a:moveTo>
                <a:lnTo>
                  <a:pt x="79950" y="759437"/>
                </a:lnTo>
                <a:lnTo>
                  <a:pt x="79950" y="762398"/>
                </a:lnTo>
                <a:lnTo>
                  <a:pt x="77451" y="762398"/>
                </a:lnTo>
                <a:close/>
                <a:moveTo>
                  <a:pt x="274043" y="761658"/>
                </a:moveTo>
                <a:lnTo>
                  <a:pt x="282790" y="761658"/>
                </a:lnTo>
                <a:lnTo>
                  <a:pt x="282790" y="762398"/>
                </a:lnTo>
                <a:lnTo>
                  <a:pt x="274043" y="762398"/>
                </a:lnTo>
                <a:close/>
                <a:moveTo>
                  <a:pt x="283207" y="761658"/>
                </a:moveTo>
                <a:lnTo>
                  <a:pt x="333604" y="761658"/>
                </a:lnTo>
                <a:lnTo>
                  <a:pt x="333604" y="762398"/>
                </a:lnTo>
                <a:lnTo>
                  <a:pt x="283207" y="762398"/>
                </a:lnTo>
                <a:close/>
                <a:moveTo>
                  <a:pt x="137428" y="761658"/>
                </a:moveTo>
                <a:lnTo>
                  <a:pt x="147424" y="761658"/>
                </a:lnTo>
                <a:lnTo>
                  <a:pt x="147424" y="762398"/>
                </a:lnTo>
                <a:lnTo>
                  <a:pt x="137428" y="762398"/>
                </a:lnTo>
                <a:close/>
                <a:moveTo>
                  <a:pt x="334437" y="761658"/>
                </a:moveTo>
                <a:lnTo>
                  <a:pt x="374839" y="761658"/>
                </a:lnTo>
                <a:lnTo>
                  <a:pt x="374839" y="762398"/>
                </a:lnTo>
                <a:lnTo>
                  <a:pt x="334437" y="762398"/>
                </a:lnTo>
                <a:close/>
                <a:moveTo>
                  <a:pt x="131181" y="760178"/>
                </a:moveTo>
                <a:lnTo>
                  <a:pt x="134929" y="760178"/>
                </a:lnTo>
                <a:lnTo>
                  <a:pt x="134929" y="762398"/>
                </a:lnTo>
                <a:lnTo>
                  <a:pt x="131181" y="762398"/>
                </a:lnTo>
                <a:close/>
                <a:moveTo>
                  <a:pt x="248220" y="761658"/>
                </a:moveTo>
                <a:lnTo>
                  <a:pt x="254884" y="761658"/>
                </a:lnTo>
                <a:lnTo>
                  <a:pt x="254884" y="762398"/>
                </a:lnTo>
                <a:lnTo>
                  <a:pt x="248220" y="762398"/>
                </a:lnTo>
                <a:close/>
                <a:moveTo>
                  <a:pt x="156171" y="762398"/>
                </a:moveTo>
                <a:lnTo>
                  <a:pt x="197406" y="762398"/>
                </a:lnTo>
                <a:lnTo>
                  <a:pt x="197406" y="763138"/>
                </a:lnTo>
                <a:lnTo>
                  <a:pt x="156171" y="763138"/>
                </a:lnTo>
                <a:close/>
                <a:moveTo>
                  <a:pt x="273627" y="762398"/>
                </a:moveTo>
                <a:lnTo>
                  <a:pt x="282790" y="762398"/>
                </a:lnTo>
                <a:lnTo>
                  <a:pt x="282790" y="763138"/>
                </a:lnTo>
                <a:lnTo>
                  <a:pt x="273627" y="763138"/>
                </a:lnTo>
                <a:close/>
                <a:moveTo>
                  <a:pt x="283207" y="762398"/>
                </a:moveTo>
                <a:lnTo>
                  <a:pt x="334021" y="762398"/>
                </a:lnTo>
                <a:lnTo>
                  <a:pt x="334021" y="763138"/>
                </a:lnTo>
                <a:lnTo>
                  <a:pt x="283207" y="763138"/>
                </a:lnTo>
                <a:close/>
                <a:moveTo>
                  <a:pt x="137428" y="762398"/>
                </a:moveTo>
                <a:lnTo>
                  <a:pt x="148257" y="762398"/>
                </a:lnTo>
                <a:lnTo>
                  <a:pt x="148257" y="763138"/>
                </a:lnTo>
                <a:lnTo>
                  <a:pt x="137428" y="763138"/>
                </a:lnTo>
                <a:close/>
                <a:moveTo>
                  <a:pt x="258216" y="762398"/>
                </a:moveTo>
                <a:lnTo>
                  <a:pt x="272377" y="762398"/>
                </a:lnTo>
                <a:lnTo>
                  <a:pt x="272377" y="763138"/>
                </a:lnTo>
                <a:lnTo>
                  <a:pt x="258216" y="763138"/>
                </a:lnTo>
                <a:close/>
                <a:moveTo>
                  <a:pt x="110772" y="758697"/>
                </a:moveTo>
                <a:lnTo>
                  <a:pt x="112438" y="758697"/>
                </a:lnTo>
                <a:lnTo>
                  <a:pt x="112438" y="763138"/>
                </a:lnTo>
                <a:lnTo>
                  <a:pt x="110772" y="763138"/>
                </a:lnTo>
                <a:close/>
                <a:moveTo>
                  <a:pt x="334854" y="762398"/>
                </a:moveTo>
                <a:lnTo>
                  <a:pt x="374839" y="762398"/>
                </a:lnTo>
                <a:lnTo>
                  <a:pt x="374839" y="763138"/>
                </a:lnTo>
                <a:lnTo>
                  <a:pt x="334854" y="763138"/>
                </a:lnTo>
                <a:close/>
                <a:moveTo>
                  <a:pt x="239057" y="762398"/>
                </a:moveTo>
                <a:lnTo>
                  <a:pt x="247803" y="762398"/>
                </a:lnTo>
                <a:lnTo>
                  <a:pt x="247803" y="763138"/>
                </a:lnTo>
                <a:lnTo>
                  <a:pt x="239057" y="763138"/>
                </a:lnTo>
                <a:close/>
                <a:moveTo>
                  <a:pt x="239057" y="763138"/>
                </a:moveTo>
                <a:lnTo>
                  <a:pt x="248220" y="763138"/>
                </a:lnTo>
                <a:lnTo>
                  <a:pt x="248220" y="763879"/>
                </a:lnTo>
                <a:lnTo>
                  <a:pt x="239057" y="763879"/>
                </a:lnTo>
                <a:close/>
                <a:moveTo>
                  <a:pt x="335270" y="763138"/>
                </a:moveTo>
                <a:lnTo>
                  <a:pt x="374839" y="763138"/>
                </a:lnTo>
                <a:lnTo>
                  <a:pt x="374839" y="763879"/>
                </a:lnTo>
                <a:lnTo>
                  <a:pt x="335270" y="763879"/>
                </a:lnTo>
                <a:close/>
                <a:moveTo>
                  <a:pt x="272794" y="763138"/>
                </a:moveTo>
                <a:lnTo>
                  <a:pt x="282790" y="763138"/>
                </a:lnTo>
                <a:lnTo>
                  <a:pt x="282790" y="763879"/>
                </a:lnTo>
                <a:lnTo>
                  <a:pt x="272794" y="763879"/>
                </a:lnTo>
                <a:close/>
                <a:moveTo>
                  <a:pt x="283207" y="763138"/>
                </a:moveTo>
                <a:lnTo>
                  <a:pt x="334437" y="763138"/>
                </a:lnTo>
                <a:lnTo>
                  <a:pt x="334437" y="763879"/>
                </a:lnTo>
                <a:lnTo>
                  <a:pt x="283207" y="763879"/>
                </a:lnTo>
                <a:close/>
                <a:moveTo>
                  <a:pt x="137428" y="763138"/>
                </a:moveTo>
                <a:lnTo>
                  <a:pt x="149507" y="763138"/>
                </a:lnTo>
                <a:lnTo>
                  <a:pt x="149507" y="763879"/>
                </a:lnTo>
                <a:lnTo>
                  <a:pt x="137428" y="763879"/>
                </a:lnTo>
                <a:close/>
                <a:moveTo>
                  <a:pt x="253634" y="763138"/>
                </a:moveTo>
                <a:lnTo>
                  <a:pt x="256550" y="763138"/>
                </a:lnTo>
                <a:lnTo>
                  <a:pt x="256550" y="763879"/>
                </a:lnTo>
                <a:lnTo>
                  <a:pt x="253634" y="763879"/>
                </a:lnTo>
                <a:close/>
                <a:moveTo>
                  <a:pt x="94528" y="760918"/>
                </a:moveTo>
                <a:lnTo>
                  <a:pt x="97443" y="760918"/>
                </a:lnTo>
                <a:lnTo>
                  <a:pt x="97443" y="763879"/>
                </a:lnTo>
                <a:lnTo>
                  <a:pt x="94528" y="763879"/>
                </a:lnTo>
                <a:close/>
                <a:moveTo>
                  <a:pt x="128682" y="761658"/>
                </a:moveTo>
                <a:lnTo>
                  <a:pt x="129515" y="761658"/>
                </a:lnTo>
                <a:lnTo>
                  <a:pt x="129515" y="763879"/>
                </a:lnTo>
                <a:lnTo>
                  <a:pt x="128682" y="763879"/>
                </a:lnTo>
                <a:close/>
                <a:moveTo>
                  <a:pt x="261132" y="763138"/>
                </a:moveTo>
                <a:lnTo>
                  <a:pt x="271961" y="763138"/>
                </a:lnTo>
                <a:lnTo>
                  <a:pt x="271961" y="763879"/>
                </a:lnTo>
                <a:lnTo>
                  <a:pt x="261132" y="763879"/>
                </a:lnTo>
                <a:close/>
                <a:moveTo>
                  <a:pt x="155755" y="763138"/>
                </a:moveTo>
                <a:lnTo>
                  <a:pt x="197406" y="763138"/>
                </a:lnTo>
                <a:lnTo>
                  <a:pt x="197406" y="763879"/>
                </a:lnTo>
                <a:lnTo>
                  <a:pt x="155755" y="763879"/>
                </a:lnTo>
                <a:close/>
                <a:moveTo>
                  <a:pt x="272377" y="763879"/>
                </a:moveTo>
                <a:lnTo>
                  <a:pt x="282790" y="763879"/>
                </a:lnTo>
                <a:lnTo>
                  <a:pt x="282790" y="764619"/>
                </a:lnTo>
                <a:lnTo>
                  <a:pt x="272377" y="764619"/>
                </a:lnTo>
                <a:close/>
                <a:moveTo>
                  <a:pt x="77034" y="762398"/>
                </a:moveTo>
                <a:lnTo>
                  <a:pt x="79533" y="762398"/>
                </a:lnTo>
                <a:lnTo>
                  <a:pt x="79533" y="764619"/>
                </a:lnTo>
                <a:lnTo>
                  <a:pt x="77034" y="764619"/>
                </a:lnTo>
                <a:close/>
                <a:moveTo>
                  <a:pt x="110772" y="763138"/>
                </a:moveTo>
                <a:lnTo>
                  <a:pt x="112854" y="763138"/>
                </a:lnTo>
                <a:lnTo>
                  <a:pt x="112854" y="764619"/>
                </a:lnTo>
                <a:lnTo>
                  <a:pt x="110772" y="764619"/>
                </a:lnTo>
                <a:close/>
                <a:moveTo>
                  <a:pt x="335687" y="763879"/>
                </a:moveTo>
                <a:lnTo>
                  <a:pt x="374839" y="763879"/>
                </a:lnTo>
                <a:lnTo>
                  <a:pt x="374839" y="764619"/>
                </a:lnTo>
                <a:lnTo>
                  <a:pt x="335687" y="764619"/>
                </a:lnTo>
                <a:close/>
                <a:moveTo>
                  <a:pt x="239057" y="763879"/>
                </a:moveTo>
                <a:lnTo>
                  <a:pt x="247387" y="763879"/>
                </a:lnTo>
                <a:lnTo>
                  <a:pt x="247387" y="764619"/>
                </a:lnTo>
                <a:lnTo>
                  <a:pt x="239057" y="764619"/>
                </a:lnTo>
                <a:close/>
                <a:moveTo>
                  <a:pt x="249886" y="763879"/>
                </a:moveTo>
                <a:lnTo>
                  <a:pt x="260299" y="763879"/>
                </a:lnTo>
                <a:lnTo>
                  <a:pt x="260299" y="764619"/>
                </a:lnTo>
                <a:lnTo>
                  <a:pt x="249886" y="764619"/>
                </a:lnTo>
                <a:close/>
                <a:moveTo>
                  <a:pt x="283207" y="763879"/>
                </a:moveTo>
                <a:lnTo>
                  <a:pt x="334854" y="763879"/>
                </a:lnTo>
                <a:lnTo>
                  <a:pt x="334854" y="764619"/>
                </a:lnTo>
                <a:lnTo>
                  <a:pt x="283207" y="764619"/>
                </a:lnTo>
                <a:close/>
                <a:moveTo>
                  <a:pt x="155338" y="763879"/>
                </a:moveTo>
                <a:lnTo>
                  <a:pt x="197406" y="763879"/>
                </a:lnTo>
                <a:lnTo>
                  <a:pt x="197406" y="764619"/>
                </a:lnTo>
                <a:lnTo>
                  <a:pt x="155338" y="764619"/>
                </a:lnTo>
                <a:close/>
                <a:moveTo>
                  <a:pt x="137428" y="763879"/>
                </a:moveTo>
                <a:lnTo>
                  <a:pt x="151173" y="763879"/>
                </a:lnTo>
                <a:lnTo>
                  <a:pt x="151173" y="764619"/>
                </a:lnTo>
                <a:lnTo>
                  <a:pt x="137428" y="764619"/>
                </a:lnTo>
                <a:close/>
                <a:moveTo>
                  <a:pt x="262798" y="763879"/>
                </a:moveTo>
                <a:lnTo>
                  <a:pt x="271544" y="763879"/>
                </a:lnTo>
                <a:lnTo>
                  <a:pt x="271544" y="764619"/>
                </a:lnTo>
                <a:lnTo>
                  <a:pt x="262798" y="764619"/>
                </a:lnTo>
                <a:close/>
                <a:moveTo>
                  <a:pt x="263214" y="764619"/>
                </a:moveTo>
                <a:lnTo>
                  <a:pt x="282790" y="764619"/>
                </a:lnTo>
                <a:lnTo>
                  <a:pt x="282790" y="765359"/>
                </a:lnTo>
                <a:lnTo>
                  <a:pt x="263214" y="765359"/>
                </a:lnTo>
                <a:close/>
                <a:moveTo>
                  <a:pt x="336103" y="764619"/>
                </a:moveTo>
                <a:lnTo>
                  <a:pt x="374839" y="764619"/>
                </a:lnTo>
                <a:lnTo>
                  <a:pt x="374839" y="765359"/>
                </a:lnTo>
                <a:lnTo>
                  <a:pt x="336103" y="765359"/>
                </a:lnTo>
                <a:close/>
                <a:moveTo>
                  <a:pt x="247803" y="764619"/>
                </a:moveTo>
                <a:lnTo>
                  <a:pt x="261965" y="764619"/>
                </a:lnTo>
                <a:lnTo>
                  <a:pt x="261965" y="765359"/>
                </a:lnTo>
                <a:lnTo>
                  <a:pt x="247803" y="765359"/>
                </a:lnTo>
                <a:close/>
                <a:moveTo>
                  <a:pt x="239473" y="764619"/>
                </a:moveTo>
                <a:lnTo>
                  <a:pt x="246970" y="764619"/>
                </a:lnTo>
                <a:lnTo>
                  <a:pt x="246970" y="765359"/>
                </a:lnTo>
                <a:lnTo>
                  <a:pt x="239473" y="765359"/>
                </a:lnTo>
                <a:close/>
                <a:moveTo>
                  <a:pt x="137012" y="764619"/>
                </a:moveTo>
                <a:lnTo>
                  <a:pt x="153256" y="764619"/>
                </a:lnTo>
                <a:lnTo>
                  <a:pt x="153256" y="765359"/>
                </a:lnTo>
                <a:lnTo>
                  <a:pt x="137012" y="765359"/>
                </a:lnTo>
                <a:close/>
                <a:moveTo>
                  <a:pt x="130764" y="762398"/>
                </a:moveTo>
                <a:lnTo>
                  <a:pt x="134513" y="762398"/>
                </a:lnTo>
                <a:lnTo>
                  <a:pt x="134513" y="765359"/>
                </a:lnTo>
                <a:lnTo>
                  <a:pt x="130764" y="765359"/>
                </a:lnTo>
                <a:close/>
                <a:moveTo>
                  <a:pt x="107856" y="761658"/>
                </a:moveTo>
                <a:lnTo>
                  <a:pt x="109522" y="761658"/>
                </a:lnTo>
                <a:lnTo>
                  <a:pt x="109522" y="765359"/>
                </a:lnTo>
                <a:lnTo>
                  <a:pt x="107856" y="765359"/>
                </a:lnTo>
                <a:close/>
                <a:moveTo>
                  <a:pt x="154922" y="764619"/>
                </a:moveTo>
                <a:lnTo>
                  <a:pt x="197406" y="764619"/>
                </a:lnTo>
                <a:lnTo>
                  <a:pt x="197406" y="765359"/>
                </a:lnTo>
                <a:lnTo>
                  <a:pt x="154922" y="765359"/>
                </a:lnTo>
                <a:close/>
                <a:moveTo>
                  <a:pt x="283207" y="764619"/>
                </a:moveTo>
                <a:lnTo>
                  <a:pt x="335270" y="764619"/>
                </a:lnTo>
                <a:lnTo>
                  <a:pt x="335270" y="765359"/>
                </a:lnTo>
                <a:lnTo>
                  <a:pt x="283207" y="765359"/>
                </a:lnTo>
                <a:close/>
                <a:moveTo>
                  <a:pt x="336520" y="765359"/>
                </a:moveTo>
                <a:lnTo>
                  <a:pt x="374839" y="765359"/>
                </a:lnTo>
                <a:lnTo>
                  <a:pt x="374839" y="766099"/>
                </a:lnTo>
                <a:lnTo>
                  <a:pt x="336520" y="766099"/>
                </a:lnTo>
                <a:close/>
                <a:moveTo>
                  <a:pt x="283207" y="765359"/>
                </a:moveTo>
                <a:lnTo>
                  <a:pt x="335687" y="765359"/>
                </a:lnTo>
                <a:lnTo>
                  <a:pt x="335687" y="766099"/>
                </a:lnTo>
                <a:lnTo>
                  <a:pt x="283207" y="766099"/>
                </a:lnTo>
                <a:close/>
                <a:moveTo>
                  <a:pt x="87447" y="759437"/>
                </a:moveTo>
                <a:lnTo>
                  <a:pt x="90363" y="759437"/>
                </a:lnTo>
                <a:lnTo>
                  <a:pt x="90363" y="766099"/>
                </a:lnTo>
                <a:lnTo>
                  <a:pt x="87447" y="766099"/>
                </a:lnTo>
                <a:close/>
                <a:moveTo>
                  <a:pt x="128265" y="763879"/>
                </a:moveTo>
                <a:lnTo>
                  <a:pt x="129515" y="763879"/>
                </a:lnTo>
                <a:lnTo>
                  <a:pt x="129515" y="766099"/>
                </a:lnTo>
                <a:lnTo>
                  <a:pt x="128265" y="766099"/>
                </a:lnTo>
                <a:close/>
                <a:moveTo>
                  <a:pt x="128265" y="766099"/>
                </a:moveTo>
                <a:lnTo>
                  <a:pt x="129098" y="766099"/>
                </a:lnTo>
                <a:lnTo>
                  <a:pt x="129098" y="766839"/>
                </a:lnTo>
                <a:lnTo>
                  <a:pt x="128265" y="766839"/>
                </a:lnTo>
                <a:close/>
                <a:moveTo>
                  <a:pt x="336936" y="766099"/>
                </a:moveTo>
                <a:lnTo>
                  <a:pt x="374839" y="766099"/>
                </a:lnTo>
                <a:lnTo>
                  <a:pt x="374839" y="766839"/>
                </a:lnTo>
                <a:lnTo>
                  <a:pt x="336936" y="766839"/>
                </a:lnTo>
                <a:close/>
                <a:moveTo>
                  <a:pt x="283207" y="766099"/>
                </a:moveTo>
                <a:lnTo>
                  <a:pt x="336103" y="766099"/>
                </a:lnTo>
                <a:lnTo>
                  <a:pt x="336103" y="766839"/>
                </a:lnTo>
                <a:lnTo>
                  <a:pt x="283207" y="766839"/>
                </a:lnTo>
                <a:close/>
                <a:moveTo>
                  <a:pt x="199072" y="759437"/>
                </a:moveTo>
                <a:lnTo>
                  <a:pt x="238640" y="759437"/>
                </a:lnTo>
                <a:lnTo>
                  <a:pt x="238640" y="766839"/>
                </a:lnTo>
                <a:lnTo>
                  <a:pt x="199072" y="766839"/>
                </a:lnTo>
                <a:close/>
                <a:moveTo>
                  <a:pt x="337353" y="766839"/>
                </a:moveTo>
                <a:lnTo>
                  <a:pt x="374839" y="766839"/>
                </a:lnTo>
                <a:lnTo>
                  <a:pt x="374839" y="767580"/>
                </a:lnTo>
                <a:lnTo>
                  <a:pt x="337353" y="767580"/>
                </a:lnTo>
                <a:close/>
                <a:moveTo>
                  <a:pt x="239473" y="765359"/>
                </a:moveTo>
                <a:lnTo>
                  <a:pt x="282790" y="765359"/>
                </a:lnTo>
                <a:lnTo>
                  <a:pt x="282790" y="767580"/>
                </a:lnTo>
                <a:lnTo>
                  <a:pt x="239473" y="767580"/>
                </a:lnTo>
                <a:close/>
                <a:moveTo>
                  <a:pt x="283207" y="766839"/>
                </a:moveTo>
                <a:lnTo>
                  <a:pt x="336520" y="766839"/>
                </a:lnTo>
                <a:lnTo>
                  <a:pt x="336520" y="767580"/>
                </a:lnTo>
                <a:lnTo>
                  <a:pt x="283207" y="767580"/>
                </a:lnTo>
                <a:close/>
                <a:moveTo>
                  <a:pt x="283207" y="767580"/>
                </a:moveTo>
                <a:lnTo>
                  <a:pt x="336936" y="767580"/>
                </a:lnTo>
                <a:lnTo>
                  <a:pt x="336936" y="768320"/>
                </a:lnTo>
                <a:lnTo>
                  <a:pt x="283207" y="768320"/>
                </a:lnTo>
                <a:close/>
                <a:moveTo>
                  <a:pt x="76618" y="764619"/>
                </a:moveTo>
                <a:lnTo>
                  <a:pt x="79533" y="764619"/>
                </a:lnTo>
                <a:lnTo>
                  <a:pt x="79533" y="768320"/>
                </a:lnTo>
                <a:lnTo>
                  <a:pt x="76618" y="768320"/>
                </a:lnTo>
                <a:close/>
                <a:moveTo>
                  <a:pt x="239473" y="767580"/>
                </a:moveTo>
                <a:lnTo>
                  <a:pt x="277792" y="767580"/>
                </a:lnTo>
                <a:lnTo>
                  <a:pt x="277792" y="768320"/>
                </a:lnTo>
                <a:lnTo>
                  <a:pt x="239473" y="768320"/>
                </a:lnTo>
                <a:close/>
                <a:moveTo>
                  <a:pt x="130348" y="765359"/>
                </a:moveTo>
                <a:lnTo>
                  <a:pt x="134096" y="765359"/>
                </a:lnTo>
                <a:lnTo>
                  <a:pt x="134096" y="769060"/>
                </a:lnTo>
                <a:lnTo>
                  <a:pt x="130348" y="769060"/>
                </a:lnTo>
                <a:close/>
                <a:moveTo>
                  <a:pt x="239473" y="768320"/>
                </a:moveTo>
                <a:lnTo>
                  <a:pt x="276959" y="768320"/>
                </a:lnTo>
                <a:lnTo>
                  <a:pt x="276959" y="769060"/>
                </a:lnTo>
                <a:lnTo>
                  <a:pt x="239473" y="769060"/>
                </a:lnTo>
                <a:close/>
                <a:moveTo>
                  <a:pt x="337769" y="767580"/>
                </a:moveTo>
                <a:lnTo>
                  <a:pt x="374839" y="767580"/>
                </a:lnTo>
                <a:lnTo>
                  <a:pt x="374839" y="769060"/>
                </a:lnTo>
                <a:lnTo>
                  <a:pt x="337769" y="769060"/>
                </a:lnTo>
                <a:close/>
                <a:moveTo>
                  <a:pt x="278209" y="767580"/>
                </a:moveTo>
                <a:lnTo>
                  <a:pt x="282790" y="767580"/>
                </a:lnTo>
                <a:lnTo>
                  <a:pt x="282790" y="769060"/>
                </a:lnTo>
                <a:lnTo>
                  <a:pt x="278209" y="769060"/>
                </a:lnTo>
                <a:close/>
                <a:moveTo>
                  <a:pt x="137012" y="765359"/>
                </a:moveTo>
                <a:lnTo>
                  <a:pt x="197406" y="765359"/>
                </a:lnTo>
                <a:lnTo>
                  <a:pt x="197406" y="769060"/>
                </a:lnTo>
                <a:lnTo>
                  <a:pt x="137012" y="769060"/>
                </a:lnTo>
                <a:close/>
                <a:moveTo>
                  <a:pt x="277376" y="769060"/>
                </a:moveTo>
                <a:lnTo>
                  <a:pt x="282790" y="769060"/>
                </a:lnTo>
                <a:lnTo>
                  <a:pt x="282790" y="769800"/>
                </a:lnTo>
                <a:lnTo>
                  <a:pt x="277376" y="769800"/>
                </a:lnTo>
                <a:close/>
                <a:moveTo>
                  <a:pt x="127849" y="766839"/>
                </a:moveTo>
                <a:lnTo>
                  <a:pt x="129098" y="766839"/>
                </a:lnTo>
                <a:lnTo>
                  <a:pt x="129098" y="769800"/>
                </a:lnTo>
                <a:lnTo>
                  <a:pt x="127849" y="769800"/>
                </a:lnTo>
                <a:close/>
                <a:moveTo>
                  <a:pt x="338186" y="769060"/>
                </a:moveTo>
                <a:lnTo>
                  <a:pt x="374839" y="769060"/>
                </a:lnTo>
                <a:lnTo>
                  <a:pt x="374839" y="769800"/>
                </a:lnTo>
                <a:lnTo>
                  <a:pt x="338186" y="769800"/>
                </a:lnTo>
                <a:close/>
                <a:moveTo>
                  <a:pt x="283207" y="768320"/>
                </a:moveTo>
                <a:lnTo>
                  <a:pt x="337353" y="768320"/>
                </a:lnTo>
                <a:lnTo>
                  <a:pt x="337353" y="769800"/>
                </a:lnTo>
                <a:lnTo>
                  <a:pt x="283207" y="769800"/>
                </a:lnTo>
                <a:close/>
                <a:moveTo>
                  <a:pt x="130348" y="769060"/>
                </a:moveTo>
                <a:lnTo>
                  <a:pt x="133680" y="769060"/>
                </a:lnTo>
                <a:lnTo>
                  <a:pt x="133680" y="769800"/>
                </a:lnTo>
                <a:lnTo>
                  <a:pt x="130348" y="769800"/>
                </a:lnTo>
                <a:close/>
                <a:moveTo>
                  <a:pt x="199072" y="766839"/>
                </a:moveTo>
                <a:lnTo>
                  <a:pt x="239057" y="766839"/>
                </a:lnTo>
                <a:lnTo>
                  <a:pt x="239057" y="769800"/>
                </a:lnTo>
                <a:lnTo>
                  <a:pt x="199072" y="769800"/>
                </a:lnTo>
                <a:close/>
                <a:moveTo>
                  <a:pt x="239890" y="769060"/>
                </a:moveTo>
                <a:lnTo>
                  <a:pt x="276542" y="769060"/>
                </a:lnTo>
                <a:lnTo>
                  <a:pt x="276542" y="769800"/>
                </a:lnTo>
                <a:lnTo>
                  <a:pt x="239890" y="769800"/>
                </a:lnTo>
                <a:close/>
                <a:moveTo>
                  <a:pt x="276959" y="769800"/>
                </a:moveTo>
                <a:lnTo>
                  <a:pt x="282790" y="769800"/>
                </a:lnTo>
                <a:lnTo>
                  <a:pt x="282790" y="770540"/>
                </a:lnTo>
                <a:lnTo>
                  <a:pt x="276959" y="770540"/>
                </a:lnTo>
                <a:close/>
                <a:moveTo>
                  <a:pt x="239890" y="769800"/>
                </a:moveTo>
                <a:lnTo>
                  <a:pt x="275709" y="769800"/>
                </a:lnTo>
                <a:lnTo>
                  <a:pt x="275709" y="770540"/>
                </a:lnTo>
                <a:lnTo>
                  <a:pt x="239890" y="770540"/>
                </a:lnTo>
                <a:close/>
                <a:moveTo>
                  <a:pt x="283207" y="769800"/>
                </a:moveTo>
                <a:lnTo>
                  <a:pt x="337769" y="769800"/>
                </a:lnTo>
                <a:lnTo>
                  <a:pt x="337769" y="770540"/>
                </a:lnTo>
                <a:lnTo>
                  <a:pt x="283207" y="770540"/>
                </a:lnTo>
                <a:close/>
                <a:moveTo>
                  <a:pt x="98693" y="755736"/>
                </a:moveTo>
                <a:lnTo>
                  <a:pt x="99526" y="755736"/>
                </a:lnTo>
                <a:lnTo>
                  <a:pt x="99526" y="770540"/>
                </a:lnTo>
                <a:lnTo>
                  <a:pt x="98693" y="770540"/>
                </a:lnTo>
                <a:close/>
                <a:moveTo>
                  <a:pt x="276542" y="770540"/>
                </a:moveTo>
                <a:lnTo>
                  <a:pt x="282790" y="770540"/>
                </a:lnTo>
                <a:lnTo>
                  <a:pt x="282790" y="771281"/>
                </a:lnTo>
                <a:lnTo>
                  <a:pt x="276542" y="771281"/>
                </a:lnTo>
                <a:close/>
                <a:moveTo>
                  <a:pt x="199072" y="769800"/>
                </a:moveTo>
                <a:lnTo>
                  <a:pt x="239473" y="769800"/>
                </a:lnTo>
                <a:lnTo>
                  <a:pt x="239473" y="771281"/>
                </a:lnTo>
                <a:lnTo>
                  <a:pt x="199072" y="771281"/>
                </a:lnTo>
                <a:close/>
                <a:moveTo>
                  <a:pt x="283623" y="770540"/>
                </a:moveTo>
                <a:lnTo>
                  <a:pt x="338186" y="770540"/>
                </a:lnTo>
                <a:lnTo>
                  <a:pt x="338186" y="771281"/>
                </a:lnTo>
                <a:lnTo>
                  <a:pt x="283623" y="771281"/>
                </a:lnTo>
                <a:close/>
                <a:moveTo>
                  <a:pt x="82449" y="762398"/>
                </a:moveTo>
                <a:lnTo>
                  <a:pt x="83698" y="762398"/>
                </a:lnTo>
                <a:lnTo>
                  <a:pt x="83698" y="771281"/>
                </a:lnTo>
                <a:lnTo>
                  <a:pt x="82449" y="771281"/>
                </a:lnTo>
                <a:close/>
                <a:moveTo>
                  <a:pt x="339019" y="769800"/>
                </a:moveTo>
                <a:lnTo>
                  <a:pt x="374839" y="769800"/>
                </a:lnTo>
                <a:lnTo>
                  <a:pt x="374839" y="771281"/>
                </a:lnTo>
                <a:lnTo>
                  <a:pt x="339019" y="771281"/>
                </a:lnTo>
                <a:close/>
                <a:moveTo>
                  <a:pt x="283623" y="771281"/>
                </a:moveTo>
                <a:lnTo>
                  <a:pt x="338602" y="771281"/>
                </a:lnTo>
                <a:lnTo>
                  <a:pt x="338602" y="772021"/>
                </a:lnTo>
                <a:lnTo>
                  <a:pt x="283623" y="772021"/>
                </a:lnTo>
                <a:close/>
                <a:moveTo>
                  <a:pt x="240306" y="770540"/>
                </a:moveTo>
                <a:lnTo>
                  <a:pt x="275709" y="770540"/>
                </a:lnTo>
                <a:lnTo>
                  <a:pt x="275709" y="772021"/>
                </a:lnTo>
                <a:lnTo>
                  <a:pt x="240306" y="772021"/>
                </a:lnTo>
                <a:close/>
                <a:moveTo>
                  <a:pt x="339435" y="771281"/>
                </a:moveTo>
                <a:lnTo>
                  <a:pt x="374839" y="771281"/>
                </a:lnTo>
                <a:lnTo>
                  <a:pt x="374839" y="772021"/>
                </a:lnTo>
                <a:lnTo>
                  <a:pt x="339435" y="772021"/>
                </a:lnTo>
                <a:close/>
                <a:moveTo>
                  <a:pt x="276126" y="771281"/>
                </a:moveTo>
                <a:lnTo>
                  <a:pt x="283207" y="771281"/>
                </a:lnTo>
                <a:lnTo>
                  <a:pt x="283207" y="772021"/>
                </a:lnTo>
                <a:lnTo>
                  <a:pt x="276126" y="772021"/>
                </a:lnTo>
                <a:close/>
                <a:moveTo>
                  <a:pt x="127432" y="769800"/>
                </a:moveTo>
                <a:lnTo>
                  <a:pt x="129098" y="769800"/>
                </a:lnTo>
                <a:lnTo>
                  <a:pt x="129098" y="772761"/>
                </a:lnTo>
                <a:lnTo>
                  <a:pt x="127432" y="772761"/>
                </a:lnTo>
                <a:close/>
                <a:moveTo>
                  <a:pt x="284040" y="772021"/>
                </a:moveTo>
                <a:lnTo>
                  <a:pt x="339019" y="772021"/>
                </a:lnTo>
                <a:lnTo>
                  <a:pt x="339019" y="772761"/>
                </a:lnTo>
                <a:lnTo>
                  <a:pt x="284040" y="772761"/>
                </a:lnTo>
                <a:close/>
                <a:moveTo>
                  <a:pt x="240723" y="772021"/>
                </a:moveTo>
                <a:lnTo>
                  <a:pt x="283207" y="772021"/>
                </a:lnTo>
                <a:lnTo>
                  <a:pt x="283207" y="772761"/>
                </a:lnTo>
                <a:lnTo>
                  <a:pt x="240723" y="772761"/>
                </a:lnTo>
                <a:close/>
                <a:moveTo>
                  <a:pt x="136595" y="769060"/>
                </a:moveTo>
                <a:lnTo>
                  <a:pt x="197406" y="769060"/>
                </a:lnTo>
                <a:lnTo>
                  <a:pt x="197406" y="772761"/>
                </a:lnTo>
                <a:lnTo>
                  <a:pt x="136595" y="772761"/>
                </a:lnTo>
                <a:close/>
                <a:moveTo>
                  <a:pt x="339852" y="772021"/>
                </a:moveTo>
                <a:lnTo>
                  <a:pt x="374839" y="772021"/>
                </a:lnTo>
                <a:lnTo>
                  <a:pt x="374839" y="772761"/>
                </a:lnTo>
                <a:lnTo>
                  <a:pt x="339852" y="772761"/>
                </a:lnTo>
                <a:close/>
                <a:moveTo>
                  <a:pt x="101192" y="753516"/>
                </a:moveTo>
                <a:lnTo>
                  <a:pt x="104107" y="753516"/>
                </a:lnTo>
                <a:lnTo>
                  <a:pt x="104107" y="772761"/>
                </a:lnTo>
                <a:lnTo>
                  <a:pt x="101192" y="772761"/>
                </a:lnTo>
                <a:close/>
                <a:moveTo>
                  <a:pt x="340268" y="772761"/>
                </a:moveTo>
                <a:lnTo>
                  <a:pt x="374839" y="772761"/>
                </a:lnTo>
                <a:lnTo>
                  <a:pt x="374839" y="773501"/>
                </a:lnTo>
                <a:lnTo>
                  <a:pt x="340268" y="773501"/>
                </a:lnTo>
                <a:close/>
                <a:moveTo>
                  <a:pt x="284040" y="772761"/>
                </a:moveTo>
                <a:lnTo>
                  <a:pt x="339435" y="772761"/>
                </a:lnTo>
                <a:lnTo>
                  <a:pt x="339435" y="773501"/>
                </a:lnTo>
                <a:lnTo>
                  <a:pt x="284040" y="773501"/>
                </a:lnTo>
                <a:close/>
                <a:moveTo>
                  <a:pt x="199072" y="771281"/>
                </a:moveTo>
                <a:lnTo>
                  <a:pt x="239890" y="771281"/>
                </a:lnTo>
                <a:lnTo>
                  <a:pt x="239890" y="773501"/>
                </a:lnTo>
                <a:lnTo>
                  <a:pt x="199072" y="773501"/>
                </a:lnTo>
                <a:close/>
                <a:moveTo>
                  <a:pt x="105773" y="761658"/>
                </a:moveTo>
                <a:lnTo>
                  <a:pt x="106190" y="761658"/>
                </a:lnTo>
                <a:lnTo>
                  <a:pt x="106190" y="773501"/>
                </a:lnTo>
                <a:lnTo>
                  <a:pt x="105773" y="773501"/>
                </a:lnTo>
                <a:close/>
                <a:moveTo>
                  <a:pt x="129931" y="769800"/>
                </a:moveTo>
                <a:lnTo>
                  <a:pt x="133680" y="769800"/>
                </a:lnTo>
                <a:lnTo>
                  <a:pt x="133680" y="773501"/>
                </a:lnTo>
                <a:lnTo>
                  <a:pt x="129931" y="773501"/>
                </a:lnTo>
                <a:close/>
                <a:moveTo>
                  <a:pt x="340685" y="773501"/>
                </a:moveTo>
                <a:lnTo>
                  <a:pt x="374839" y="773501"/>
                </a:lnTo>
                <a:lnTo>
                  <a:pt x="374839" y="774241"/>
                </a:lnTo>
                <a:lnTo>
                  <a:pt x="340685" y="774241"/>
                </a:lnTo>
                <a:close/>
                <a:moveTo>
                  <a:pt x="107856" y="765359"/>
                </a:moveTo>
                <a:lnTo>
                  <a:pt x="109939" y="765359"/>
                </a:lnTo>
                <a:lnTo>
                  <a:pt x="109939" y="774241"/>
                </a:lnTo>
                <a:lnTo>
                  <a:pt x="107856" y="774241"/>
                </a:lnTo>
                <a:close/>
                <a:moveTo>
                  <a:pt x="127015" y="772761"/>
                </a:moveTo>
                <a:lnTo>
                  <a:pt x="129098" y="772761"/>
                </a:lnTo>
                <a:lnTo>
                  <a:pt x="129098" y="774241"/>
                </a:lnTo>
                <a:lnTo>
                  <a:pt x="127015" y="774241"/>
                </a:lnTo>
                <a:close/>
                <a:moveTo>
                  <a:pt x="82032" y="771281"/>
                </a:moveTo>
                <a:lnTo>
                  <a:pt x="83698" y="771281"/>
                </a:lnTo>
                <a:lnTo>
                  <a:pt x="83698" y="774241"/>
                </a:lnTo>
                <a:lnTo>
                  <a:pt x="82032" y="774241"/>
                </a:lnTo>
                <a:close/>
                <a:moveTo>
                  <a:pt x="240723" y="772761"/>
                </a:moveTo>
                <a:lnTo>
                  <a:pt x="283623" y="772761"/>
                </a:lnTo>
                <a:lnTo>
                  <a:pt x="283623" y="774241"/>
                </a:lnTo>
                <a:lnTo>
                  <a:pt x="240723" y="774241"/>
                </a:lnTo>
                <a:close/>
                <a:moveTo>
                  <a:pt x="284456" y="773501"/>
                </a:moveTo>
                <a:lnTo>
                  <a:pt x="339852" y="773501"/>
                </a:lnTo>
                <a:lnTo>
                  <a:pt x="339852" y="774241"/>
                </a:lnTo>
                <a:lnTo>
                  <a:pt x="284456" y="774241"/>
                </a:lnTo>
                <a:close/>
                <a:moveTo>
                  <a:pt x="284456" y="774241"/>
                </a:moveTo>
                <a:lnTo>
                  <a:pt x="340268" y="774241"/>
                </a:lnTo>
                <a:lnTo>
                  <a:pt x="340268" y="774981"/>
                </a:lnTo>
                <a:lnTo>
                  <a:pt x="284456" y="774981"/>
                </a:lnTo>
                <a:close/>
                <a:moveTo>
                  <a:pt x="92029" y="760918"/>
                </a:moveTo>
                <a:lnTo>
                  <a:pt x="92445" y="760918"/>
                </a:lnTo>
                <a:lnTo>
                  <a:pt x="92445" y="774981"/>
                </a:lnTo>
                <a:lnTo>
                  <a:pt x="92029" y="774981"/>
                </a:lnTo>
                <a:close/>
                <a:moveTo>
                  <a:pt x="341102" y="774241"/>
                </a:moveTo>
                <a:lnTo>
                  <a:pt x="374839" y="774241"/>
                </a:lnTo>
                <a:lnTo>
                  <a:pt x="374839" y="774981"/>
                </a:lnTo>
                <a:lnTo>
                  <a:pt x="341102" y="774981"/>
                </a:lnTo>
                <a:close/>
                <a:moveTo>
                  <a:pt x="87031" y="766099"/>
                </a:moveTo>
                <a:lnTo>
                  <a:pt x="90363" y="766099"/>
                </a:lnTo>
                <a:lnTo>
                  <a:pt x="90363" y="774981"/>
                </a:lnTo>
                <a:lnTo>
                  <a:pt x="87031" y="774981"/>
                </a:lnTo>
                <a:close/>
                <a:moveTo>
                  <a:pt x="341518" y="774981"/>
                </a:moveTo>
                <a:lnTo>
                  <a:pt x="374839" y="774981"/>
                </a:lnTo>
                <a:lnTo>
                  <a:pt x="374839" y="775722"/>
                </a:lnTo>
                <a:lnTo>
                  <a:pt x="341518" y="775722"/>
                </a:lnTo>
                <a:close/>
                <a:moveTo>
                  <a:pt x="101192" y="772761"/>
                </a:moveTo>
                <a:lnTo>
                  <a:pt x="103691" y="772761"/>
                </a:lnTo>
                <a:lnTo>
                  <a:pt x="103691" y="775722"/>
                </a:lnTo>
                <a:lnTo>
                  <a:pt x="101192" y="775722"/>
                </a:lnTo>
                <a:close/>
                <a:moveTo>
                  <a:pt x="284456" y="774981"/>
                </a:moveTo>
                <a:lnTo>
                  <a:pt x="340685" y="774981"/>
                </a:lnTo>
                <a:lnTo>
                  <a:pt x="340685" y="775722"/>
                </a:lnTo>
                <a:lnTo>
                  <a:pt x="284456" y="775722"/>
                </a:lnTo>
                <a:close/>
                <a:moveTo>
                  <a:pt x="199072" y="773501"/>
                </a:moveTo>
                <a:lnTo>
                  <a:pt x="240306" y="773501"/>
                </a:lnTo>
                <a:lnTo>
                  <a:pt x="240306" y="775722"/>
                </a:lnTo>
                <a:lnTo>
                  <a:pt x="199072" y="775722"/>
                </a:lnTo>
                <a:close/>
                <a:moveTo>
                  <a:pt x="127015" y="774241"/>
                </a:moveTo>
                <a:lnTo>
                  <a:pt x="128682" y="774241"/>
                </a:lnTo>
                <a:lnTo>
                  <a:pt x="128682" y="776462"/>
                </a:lnTo>
                <a:lnTo>
                  <a:pt x="127015" y="776462"/>
                </a:lnTo>
                <a:close/>
                <a:moveTo>
                  <a:pt x="241139" y="774241"/>
                </a:moveTo>
                <a:lnTo>
                  <a:pt x="284040" y="774241"/>
                </a:lnTo>
                <a:lnTo>
                  <a:pt x="284040" y="776462"/>
                </a:lnTo>
                <a:lnTo>
                  <a:pt x="241139" y="776462"/>
                </a:lnTo>
                <a:close/>
                <a:moveTo>
                  <a:pt x="284873" y="775722"/>
                </a:moveTo>
                <a:lnTo>
                  <a:pt x="341102" y="775722"/>
                </a:lnTo>
                <a:lnTo>
                  <a:pt x="341102" y="776462"/>
                </a:lnTo>
                <a:lnTo>
                  <a:pt x="284873" y="776462"/>
                </a:lnTo>
                <a:close/>
                <a:moveTo>
                  <a:pt x="86614" y="774981"/>
                </a:moveTo>
                <a:lnTo>
                  <a:pt x="90363" y="774981"/>
                </a:lnTo>
                <a:lnTo>
                  <a:pt x="90363" y="776462"/>
                </a:lnTo>
                <a:lnTo>
                  <a:pt x="86614" y="776462"/>
                </a:lnTo>
                <a:close/>
                <a:moveTo>
                  <a:pt x="92029" y="774981"/>
                </a:moveTo>
                <a:lnTo>
                  <a:pt x="92862" y="774981"/>
                </a:lnTo>
                <a:lnTo>
                  <a:pt x="92862" y="776462"/>
                </a:lnTo>
                <a:lnTo>
                  <a:pt x="92029" y="776462"/>
                </a:lnTo>
                <a:close/>
                <a:moveTo>
                  <a:pt x="341935" y="775722"/>
                </a:moveTo>
                <a:lnTo>
                  <a:pt x="374839" y="775722"/>
                </a:lnTo>
                <a:lnTo>
                  <a:pt x="374839" y="776462"/>
                </a:lnTo>
                <a:lnTo>
                  <a:pt x="341935" y="776462"/>
                </a:lnTo>
                <a:close/>
                <a:moveTo>
                  <a:pt x="101608" y="775722"/>
                </a:moveTo>
                <a:lnTo>
                  <a:pt x="103274" y="775722"/>
                </a:lnTo>
                <a:lnTo>
                  <a:pt x="103274" y="777202"/>
                </a:lnTo>
                <a:lnTo>
                  <a:pt x="101608" y="777202"/>
                </a:lnTo>
                <a:close/>
                <a:moveTo>
                  <a:pt x="199072" y="775722"/>
                </a:moveTo>
                <a:lnTo>
                  <a:pt x="239890" y="775722"/>
                </a:lnTo>
                <a:lnTo>
                  <a:pt x="239890" y="777202"/>
                </a:lnTo>
                <a:lnTo>
                  <a:pt x="199072" y="777202"/>
                </a:lnTo>
                <a:close/>
                <a:moveTo>
                  <a:pt x="136179" y="772761"/>
                </a:moveTo>
                <a:lnTo>
                  <a:pt x="197406" y="772761"/>
                </a:lnTo>
                <a:lnTo>
                  <a:pt x="197406" y="777202"/>
                </a:lnTo>
                <a:lnTo>
                  <a:pt x="136179" y="777202"/>
                </a:lnTo>
                <a:close/>
                <a:moveTo>
                  <a:pt x="284873" y="776462"/>
                </a:moveTo>
                <a:lnTo>
                  <a:pt x="341518" y="776462"/>
                </a:lnTo>
                <a:lnTo>
                  <a:pt x="341518" y="777202"/>
                </a:lnTo>
                <a:lnTo>
                  <a:pt x="284873" y="777202"/>
                </a:lnTo>
                <a:close/>
                <a:moveTo>
                  <a:pt x="342351" y="776462"/>
                </a:moveTo>
                <a:lnTo>
                  <a:pt x="374839" y="776462"/>
                </a:lnTo>
                <a:lnTo>
                  <a:pt x="374839" y="777202"/>
                </a:lnTo>
                <a:lnTo>
                  <a:pt x="342351" y="777202"/>
                </a:lnTo>
                <a:close/>
                <a:moveTo>
                  <a:pt x="39548" y="748335"/>
                </a:moveTo>
                <a:lnTo>
                  <a:pt x="67038" y="748335"/>
                </a:lnTo>
                <a:lnTo>
                  <a:pt x="67038" y="777202"/>
                </a:lnTo>
                <a:lnTo>
                  <a:pt x="39548" y="777202"/>
                </a:lnTo>
                <a:close/>
                <a:moveTo>
                  <a:pt x="121184" y="777202"/>
                </a:moveTo>
                <a:lnTo>
                  <a:pt x="122017" y="777202"/>
                </a:lnTo>
                <a:lnTo>
                  <a:pt x="122017" y="777942"/>
                </a:lnTo>
                <a:lnTo>
                  <a:pt x="121184" y="777942"/>
                </a:lnTo>
                <a:close/>
                <a:moveTo>
                  <a:pt x="199072" y="777202"/>
                </a:moveTo>
                <a:lnTo>
                  <a:pt x="239473" y="777202"/>
                </a:lnTo>
                <a:lnTo>
                  <a:pt x="239473" y="777942"/>
                </a:lnTo>
                <a:lnTo>
                  <a:pt x="199072" y="777942"/>
                </a:lnTo>
                <a:close/>
                <a:moveTo>
                  <a:pt x="240306" y="776462"/>
                </a:moveTo>
                <a:lnTo>
                  <a:pt x="284456" y="776462"/>
                </a:lnTo>
                <a:lnTo>
                  <a:pt x="284456" y="777942"/>
                </a:lnTo>
                <a:lnTo>
                  <a:pt x="240306" y="777942"/>
                </a:lnTo>
                <a:close/>
                <a:moveTo>
                  <a:pt x="342768" y="777202"/>
                </a:moveTo>
                <a:lnTo>
                  <a:pt x="374839" y="777202"/>
                </a:lnTo>
                <a:lnTo>
                  <a:pt x="374839" y="777942"/>
                </a:lnTo>
                <a:lnTo>
                  <a:pt x="342768" y="777942"/>
                </a:lnTo>
                <a:close/>
                <a:moveTo>
                  <a:pt x="107856" y="774241"/>
                </a:moveTo>
                <a:lnTo>
                  <a:pt x="109522" y="774241"/>
                </a:lnTo>
                <a:lnTo>
                  <a:pt x="109522" y="777942"/>
                </a:lnTo>
                <a:lnTo>
                  <a:pt x="107856" y="777942"/>
                </a:lnTo>
                <a:close/>
                <a:moveTo>
                  <a:pt x="102025" y="777202"/>
                </a:moveTo>
                <a:lnTo>
                  <a:pt x="102858" y="777202"/>
                </a:lnTo>
                <a:lnTo>
                  <a:pt x="102858" y="777942"/>
                </a:lnTo>
                <a:lnTo>
                  <a:pt x="102025" y="777942"/>
                </a:lnTo>
                <a:close/>
                <a:moveTo>
                  <a:pt x="284873" y="777202"/>
                </a:moveTo>
                <a:lnTo>
                  <a:pt x="341935" y="777202"/>
                </a:lnTo>
                <a:lnTo>
                  <a:pt x="341935" y="777942"/>
                </a:lnTo>
                <a:lnTo>
                  <a:pt x="284873" y="777942"/>
                </a:lnTo>
                <a:close/>
                <a:moveTo>
                  <a:pt x="284873" y="777942"/>
                </a:moveTo>
                <a:lnTo>
                  <a:pt x="342351" y="777942"/>
                </a:lnTo>
                <a:lnTo>
                  <a:pt x="342351" y="778682"/>
                </a:lnTo>
                <a:lnTo>
                  <a:pt x="284873" y="778682"/>
                </a:lnTo>
                <a:close/>
                <a:moveTo>
                  <a:pt x="119935" y="777942"/>
                </a:moveTo>
                <a:lnTo>
                  <a:pt x="122434" y="777942"/>
                </a:lnTo>
                <a:lnTo>
                  <a:pt x="122434" y="778682"/>
                </a:lnTo>
                <a:lnTo>
                  <a:pt x="119935" y="778682"/>
                </a:lnTo>
                <a:close/>
                <a:moveTo>
                  <a:pt x="129931" y="773501"/>
                </a:moveTo>
                <a:lnTo>
                  <a:pt x="133263" y="773501"/>
                </a:lnTo>
                <a:lnTo>
                  <a:pt x="133263" y="778682"/>
                </a:lnTo>
                <a:lnTo>
                  <a:pt x="129931" y="778682"/>
                </a:lnTo>
                <a:close/>
                <a:moveTo>
                  <a:pt x="239890" y="777942"/>
                </a:moveTo>
                <a:lnTo>
                  <a:pt x="284456" y="777942"/>
                </a:lnTo>
                <a:lnTo>
                  <a:pt x="284456" y="778682"/>
                </a:lnTo>
                <a:lnTo>
                  <a:pt x="239890" y="778682"/>
                </a:lnTo>
                <a:close/>
                <a:moveTo>
                  <a:pt x="111188" y="764619"/>
                </a:moveTo>
                <a:lnTo>
                  <a:pt x="112854" y="764619"/>
                </a:lnTo>
                <a:lnTo>
                  <a:pt x="112854" y="778682"/>
                </a:lnTo>
                <a:lnTo>
                  <a:pt x="111188" y="778682"/>
                </a:lnTo>
                <a:close/>
                <a:moveTo>
                  <a:pt x="343184" y="777942"/>
                </a:moveTo>
                <a:lnTo>
                  <a:pt x="374839" y="777942"/>
                </a:lnTo>
                <a:lnTo>
                  <a:pt x="374839" y="778682"/>
                </a:lnTo>
                <a:lnTo>
                  <a:pt x="343184" y="778682"/>
                </a:lnTo>
                <a:close/>
                <a:moveTo>
                  <a:pt x="110772" y="778682"/>
                </a:moveTo>
                <a:lnTo>
                  <a:pt x="112854" y="778682"/>
                </a:lnTo>
                <a:lnTo>
                  <a:pt x="112854" y="779423"/>
                </a:lnTo>
                <a:lnTo>
                  <a:pt x="110772" y="779423"/>
                </a:lnTo>
                <a:close/>
                <a:moveTo>
                  <a:pt x="72869" y="760918"/>
                </a:moveTo>
                <a:lnTo>
                  <a:pt x="74535" y="760918"/>
                </a:lnTo>
                <a:lnTo>
                  <a:pt x="74535" y="779423"/>
                </a:lnTo>
                <a:lnTo>
                  <a:pt x="72869" y="779423"/>
                </a:lnTo>
                <a:close/>
                <a:moveTo>
                  <a:pt x="119102" y="778682"/>
                </a:moveTo>
                <a:lnTo>
                  <a:pt x="122850" y="778682"/>
                </a:lnTo>
                <a:lnTo>
                  <a:pt x="122850" y="779423"/>
                </a:lnTo>
                <a:lnTo>
                  <a:pt x="119102" y="779423"/>
                </a:lnTo>
                <a:close/>
                <a:moveTo>
                  <a:pt x="94111" y="763879"/>
                </a:moveTo>
                <a:lnTo>
                  <a:pt x="97027" y="763879"/>
                </a:lnTo>
                <a:lnTo>
                  <a:pt x="97027" y="779423"/>
                </a:lnTo>
                <a:lnTo>
                  <a:pt x="94111" y="779423"/>
                </a:lnTo>
                <a:close/>
                <a:moveTo>
                  <a:pt x="105773" y="773501"/>
                </a:moveTo>
                <a:lnTo>
                  <a:pt x="106607" y="773501"/>
                </a:lnTo>
                <a:lnTo>
                  <a:pt x="106607" y="779423"/>
                </a:lnTo>
                <a:lnTo>
                  <a:pt x="105773" y="779423"/>
                </a:lnTo>
                <a:close/>
                <a:moveTo>
                  <a:pt x="108273" y="777942"/>
                </a:moveTo>
                <a:lnTo>
                  <a:pt x="109106" y="777942"/>
                </a:lnTo>
                <a:lnTo>
                  <a:pt x="109106" y="779423"/>
                </a:lnTo>
                <a:lnTo>
                  <a:pt x="108273" y="779423"/>
                </a:lnTo>
                <a:close/>
                <a:moveTo>
                  <a:pt x="284873" y="778682"/>
                </a:moveTo>
                <a:lnTo>
                  <a:pt x="342768" y="778682"/>
                </a:lnTo>
                <a:lnTo>
                  <a:pt x="342768" y="779423"/>
                </a:lnTo>
                <a:lnTo>
                  <a:pt x="284873" y="779423"/>
                </a:lnTo>
                <a:close/>
                <a:moveTo>
                  <a:pt x="343601" y="778682"/>
                </a:moveTo>
                <a:lnTo>
                  <a:pt x="374839" y="778682"/>
                </a:lnTo>
                <a:lnTo>
                  <a:pt x="374839" y="779423"/>
                </a:lnTo>
                <a:lnTo>
                  <a:pt x="343601" y="779423"/>
                </a:lnTo>
                <a:close/>
                <a:moveTo>
                  <a:pt x="199072" y="777942"/>
                </a:moveTo>
                <a:lnTo>
                  <a:pt x="239057" y="777942"/>
                </a:lnTo>
                <a:lnTo>
                  <a:pt x="239057" y="779423"/>
                </a:lnTo>
                <a:lnTo>
                  <a:pt x="199072" y="779423"/>
                </a:lnTo>
                <a:close/>
                <a:moveTo>
                  <a:pt x="344434" y="779423"/>
                </a:moveTo>
                <a:lnTo>
                  <a:pt x="374839" y="779423"/>
                </a:lnTo>
                <a:lnTo>
                  <a:pt x="374839" y="780163"/>
                </a:lnTo>
                <a:lnTo>
                  <a:pt x="344434" y="780163"/>
                </a:lnTo>
                <a:close/>
                <a:moveTo>
                  <a:pt x="94528" y="779423"/>
                </a:moveTo>
                <a:lnTo>
                  <a:pt x="97027" y="779423"/>
                </a:lnTo>
                <a:lnTo>
                  <a:pt x="97027" y="780163"/>
                </a:lnTo>
                <a:lnTo>
                  <a:pt x="94528" y="780163"/>
                </a:lnTo>
                <a:close/>
                <a:moveTo>
                  <a:pt x="118685" y="779423"/>
                </a:moveTo>
                <a:lnTo>
                  <a:pt x="122434" y="779423"/>
                </a:lnTo>
                <a:lnTo>
                  <a:pt x="122434" y="780163"/>
                </a:lnTo>
                <a:lnTo>
                  <a:pt x="118685" y="780163"/>
                </a:lnTo>
                <a:close/>
                <a:moveTo>
                  <a:pt x="126599" y="776462"/>
                </a:moveTo>
                <a:lnTo>
                  <a:pt x="128682" y="776462"/>
                </a:lnTo>
                <a:lnTo>
                  <a:pt x="128682" y="780163"/>
                </a:lnTo>
                <a:lnTo>
                  <a:pt x="126599" y="780163"/>
                </a:lnTo>
                <a:close/>
                <a:moveTo>
                  <a:pt x="284873" y="779423"/>
                </a:moveTo>
                <a:lnTo>
                  <a:pt x="343184" y="779423"/>
                </a:lnTo>
                <a:lnTo>
                  <a:pt x="343184" y="780163"/>
                </a:lnTo>
                <a:lnTo>
                  <a:pt x="284873" y="780163"/>
                </a:lnTo>
                <a:close/>
                <a:moveTo>
                  <a:pt x="130348" y="778682"/>
                </a:moveTo>
                <a:lnTo>
                  <a:pt x="132847" y="778682"/>
                </a:lnTo>
                <a:lnTo>
                  <a:pt x="132847" y="780163"/>
                </a:lnTo>
                <a:lnTo>
                  <a:pt x="130348" y="780163"/>
                </a:lnTo>
                <a:close/>
                <a:moveTo>
                  <a:pt x="130764" y="780163"/>
                </a:moveTo>
                <a:lnTo>
                  <a:pt x="132847" y="780163"/>
                </a:lnTo>
                <a:lnTo>
                  <a:pt x="132847" y="780903"/>
                </a:lnTo>
                <a:lnTo>
                  <a:pt x="130764" y="780903"/>
                </a:lnTo>
                <a:close/>
                <a:moveTo>
                  <a:pt x="344850" y="780163"/>
                </a:moveTo>
                <a:lnTo>
                  <a:pt x="374839" y="780163"/>
                </a:lnTo>
                <a:lnTo>
                  <a:pt x="374839" y="780903"/>
                </a:lnTo>
                <a:lnTo>
                  <a:pt x="344850" y="780903"/>
                </a:lnTo>
                <a:close/>
                <a:moveTo>
                  <a:pt x="106190" y="779423"/>
                </a:moveTo>
                <a:lnTo>
                  <a:pt x="106607" y="779423"/>
                </a:lnTo>
                <a:lnTo>
                  <a:pt x="106607" y="780903"/>
                </a:lnTo>
                <a:lnTo>
                  <a:pt x="106190" y="780903"/>
                </a:lnTo>
                <a:close/>
                <a:moveTo>
                  <a:pt x="239473" y="778682"/>
                </a:moveTo>
                <a:lnTo>
                  <a:pt x="284456" y="778682"/>
                </a:lnTo>
                <a:lnTo>
                  <a:pt x="284456" y="780903"/>
                </a:lnTo>
                <a:lnTo>
                  <a:pt x="239473" y="780903"/>
                </a:lnTo>
                <a:close/>
                <a:moveTo>
                  <a:pt x="91612" y="776462"/>
                </a:moveTo>
                <a:lnTo>
                  <a:pt x="92862" y="776462"/>
                </a:lnTo>
                <a:lnTo>
                  <a:pt x="92862" y="780903"/>
                </a:lnTo>
                <a:lnTo>
                  <a:pt x="91612" y="780903"/>
                </a:lnTo>
                <a:close/>
                <a:moveTo>
                  <a:pt x="284873" y="780163"/>
                </a:moveTo>
                <a:lnTo>
                  <a:pt x="344017" y="780163"/>
                </a:lnTo>
                <a:lnTo>
                  <a:pt x="344017" y="780903"/>
                </a:lnTo>
                <a:lnTo>
                  <a:pt x="284873" y="780903"/>
                </a:lnTo>
                <a:close/>
                <a:moveTo>
                  <a:pt x="76201" y="768320"/>
                </a:moveTo>
                <a:lnTo>
                  <a:pt x="79533" y="768320"/>
                </a:lnTo>
                <a:lnTo>
                  <a:pt x="79533" y="781643"/>
                </a:lnTo>
                <a:lnTo>
                  <a:pt x="76201" y="781643"/>
                </a:lnTo>
                <a:close/>
                <a:moveTo>
                  <a:pt x="247803" y="780903"/>
                </a:moveTo>
                <a:lnTo>
                  <a:pt x="284456" y="780903"/>
                </a:lnTo>
                <a:lnTo>
                  <a:pt x="284456" y="781643"/>
                </a:lnTo>
                <a:lnTo>
                  <a:pt x="247803" y="781643"/>
                </a:lnTo>
                <a:close/>
                <a:moveTo>
                  <a:pt x="345267" y="780903"/>
                </a:moveTo>
                <a:lnTo>
                  <a:pt x="374839" y="780903"/>
                </a:lnTo>
                <a:lnTo>
                  <a:pt x="374839" y="781643"/>
                </a:lnTo>
                <a:lnTo>
                  <a:pt x="345267" y="781643"/>
                </a:lnTo>
                <a:close/>
                <a:moveTo>
                  <a:pt x="82032" y="774241"/>
                </a:moveTo>
                <a:lnTo>
                  <a:pt x="83282" y="774241"/>
                </a:lnTo>
                <a:lnTo>
                  <a:pt x="83282" y="781643"/>
                </a:lnTo>
                <a:lnTo>
                  <a:pt x="82032" y="781643"/>
                </a:lnTo>
                <a:close/>
                <a:moveTo>
                  <a:pt x="131181" y="780903"/>
                </a:moveTo>
                <a:lnTo>
                  <a:pt x="132014" y="780903"/>
                </a:lnTo>
                <a:lnTo>
                  <a:pt x="132014" y="781643"/>
                </a:lnTo>
                <a:lnTo>
                  <a:pt x="131181" y="781643"/>
                </a:lnTo>
                <a:close/>
                <a:moveTo>
                  <a:pt x="117852" y="780163"/>
                </a:moveTo>
                <a:lnTo>
                  <a:pt x="122434" y="780163"/>
                </a:lnTo>
                <a:lnTo>
                  <a:pt x="122434" y="781643"/>
                </a:lnTo>
                <a:lnTo>
                  <a:pt x="117852" y="781643"/>
                </a:lnTo>
                <a:close/>
                <a:moveTo>
                  <a:pt x="199072" y="779423"/>
                </a:moveTo>
                <a:lnTo>
                  <a:pt x="238640" y="779423"/>
                </a:lnTo>
                <a:lnTo>
                  <a:pt x="238640" y="781643"/>
                </a:lnTo>
                <a:lnTo>
                  <a:pt x="199072" y="781643"/>
                </a:lnTo>
                <a:close/>
                <a:moveTo>
                  <a:pt x="126182" y="780163"/>
                </a:moveTo>
                <a:lnTo>
                  <a:pt x="128682" y="780163"/>
                </a:lnTo>
                <a:lnTo>
                  <a:pt x="128682" y="781643"/>
                </a:lnTo>
                <a:lnTo>
                  <a:pt x="126182" y="781643"/>
                </a:lnTo>
                <a:close/>
                <a:moveTo>
                  <a:pt x="239057" y="780903"/>
                </a:moveTo>
                <a:lnTo>
                  <a:pt x="246554" y="780903"/>
                </a:lnTo>
                <a:lnTo>
                  <a:pt x="246554" y="781643"/>
                </a:lnTo>
                <a:lnTo>
                  <a:pt x="239057" y="781643"/>
                </a:lnTo>
                <a:close/>
                <a:moveTo>
                  <a:pt x="135762" y="777202"/>
                </a:moveTo>
                <a:lnTo>
                  <a:pt x="197406" y="777202"/>
                </a:lnTo>
                <a:lnTo>
                  <a:pt x="197406" y="781643"/>
                </a:lnTo>
                <a:lnTo>
                  <a:pt x="135762" y="781643"/>
                </a:lnTo>
                <a:close/>
                <a:moveTo>
                  <a:pt x="284873" y="780903"/>
                </a:moveTo>
                <a:lnTo>
                  <a:pt x="344434" y="780903"/>
                </a:lnTo>
                <a:lnTo>
                  <a:pt x="344434" y="781643"/>
                </a:lnTo>
                <a:lnTo>
                  <a:pt x="284873" y="781643"/>
                </a:lnTo>
                <a:close/>
                <a:moveTo>
                  <a:pt x="94528" y="780163"/>
                </a:moveTo>
                <a:lnTo>
                  <a:pt x="96610" y="780163"/>
                </a:lnTo>
                <a:lnTo>
                  <a:pt x="96610" y="782383"/>
                </a:lnTo>
                <a:lnTo>
                  <a:pt x="94528" y="782383"/>
                </a:lnTo>
                <a:close/>
                <a:moveTo>
                  <a:pt x="345683" y="781643"/>
                </a:moveTo>
                <a:lnTo>
                  <a:pt x="374839" y="781643"/>
                </a:lnTo>
                <a:lnTo>
                  <a:pt x="374839" y="782383"/>
                </a:lnTo>
                <a:lnTo>
                  <a:pt x="345683" y="782383"/>
                </a:lnTo>
                <a:close/>
                <a:moveTo>
                  <a:pt x="284873" y="781643"/>
                </a:moveTo>
                <a:lnTo>
                  <a:pt x="344850" y="781643"/>
                </a:lnTo>
                <a:lnTo>
                  <a:pt x="344850" y="782383"/>
                </a:lnTo>
                <a:lnTo>
                  <a:pt x="284873" y="782383"/>
                </a:lnTo>
                <a:close/>
                <a:moveTo>
                  <a:pt x="73286" y="779423"/>
                </a:moveTo>
                <a:lnTo>
                  <a:pt x="74535" y="779423"/>
                </a:lnTo>
                <a:lnTo>
                  <a:pt x="74535" y="782383"/>
                </a:lnTo>
                <a:lnTo>
                  <a:pt x="73286" y="782383"/>
                </a:lnTo>
                <a:close/>
                <a:moveTo>
                  <a:pt x="239057" y="781643"/>
                </a:moveTo>
                <a:lnTo>
                  <a:pt x="246137" y="781643"/>
                </a:lnTo>
                <a:lnTo>
                  <a:pt x="246137" y="782383"/>
                </a:lnTo>
                <a:lnTo>
                  <a:pt x="239057" y="782383"/>
                </a:lnTo>
                <a:close/>
                <a:moveTo>
                  <a:pt x="248220" y="781643"/>
                </a:moveTo>
                <a:lnTo>
                  <a:pt x="284456" y="781643"/>
                </a:lnTo>
                <a:lnTo>
                  <a:pt x="284456" y="782383"/>
                </a:lnTo>
                <a:lnTo>
                  <a:pt x="248220" y="782383"/>
                </a:lnTo>
                <a:close/>
                <a:moveTo>
                  <a:pt x="110772" y="779423"/>
                </a:moveTo>
                <a:lnTo>
                  <a:pt x="112438" y="779423"/>
                </a:lnTo>
                <a:lnTo>
                  <a:pt x="112438" y="782383"/>
                </a:lnTo>
                <a:lnTo>
                  <a:pt x="110772" y="782383"/>
                </a:lnTo>
                <a:close/>
                <a:moveTo>
                  <a:pt x="268212" y="782383"/>
                </a:moveTo>
                <a:lnTo>
                  <a:pt x="284456" y="782383"/>
                </a:lnTo>
                <a:lnTo>
                  <a:pt x="284456" y="783124"/>
                </a:lnTo>
                <a:lnTo>
                  <a:pt x="268212" y="783124"/>
                </a:lnTo>
                <a:close/>
                <a:moveTo>
                  <a:pt x="117019" y="781643"/>
                </a:moveTo>
                <a:lnTo>
                  <a:pt x="122434" y="781643"/>
                </a:lnTo>
                <a:lnTo>
                  <a:pt x="122434" y="783124"/>
                </a:lnTo>
                <a:lnTo>
                  <a:pt x="117019" y="783124"/>
                </a:lnTo>
                <a:close/>
                <a:moveTo>
                  <a:pt x="346100" y="782383"/>
                </a:moveTo>
                <a:lnTo>
                  <a:pt x="374839" y="782383"/>
                </a:lnTo>
                <a:lnTo>
                  <a:pt x="374839" y="783124"/>
                </a:lnTo>
                <a:lnTo>
                  <a:pt x="346100" y="783124"/>
                </a:lnTo>
                <a:close/>
                <a:moveTo>
                  <a:pt x="248220" y="782383"/>
                </a:moveTo>
                <a:lnTo>
                  <a:pt x="266546" y="782383"/>
                </a:lnTo>
                <a:lnTo>
                  <a:pt x="266546" y="783124"/>
                </a:lnTo>
                <a:lnTo>
                  <a:pt x="248220" y="783124"/>
                </a:lnTo>
                <a:close/>
                <a:moveTo>
                  <a:pt x="284873" y="782383"/>
                </a:moveTo>
                <a:lnTo>
                  <a:pt x="345267" y="782383"/>
                </a:lnTo>
                <a:lnTo>
                  <a:pt x="345267" y="783124"/>
                </a:lnTo>
                <a:lnTo>
                  <a:pt x="284873" y="783124"/>
                </a:lnTo>
                <a:close/>
                <a:moveTo>
                  <a:pt x="98693" y="770540"/>
                </a:moveTo>
                <a:lnTo>
                  <a:pt x="99942" y="770540"/>
                </a:lnTo>
                <a:lnTo>
                  <a:pt x="99942" y="783124"/>
                </a:lnTo>
                <a:lnTo>
                  <a:pt x="98693" y="783124"/>
                </a:lnTo>
                <a:close/>
                <a:moveTo>
                  <a:pt x="116603" y="783124"/>
                </a:moveTo>
                <a:lnTo>
                  <a:pt x="122017" y="783124"/>
                </a:lnTo>
                <a:lnTo>
                  <a:pt x="122017" y="783864"/>
                </a:lnTo>
                <a:lnTo>
                  <a:pt x="116603" y="783864"/>
                </a:lnTo>
                <a:close/>
                <a:moveTo>
                  <a:pt x="248220" y="783124"/>
                </a:moveTo>
                <a:lnTo>
                  <a:pt x="266130" y="783124"/>
                </a:lnTo>
                <a:lnTo>
                  <a:pt x="266130" y="783864"/>
                </a:lnTo>
                <a:lnTo>
                  <a:pt x="248220" y="783864"/>
                </a:lnTo>
                <a:close/>
                <a:moveTo>
                  <a:pt x="199072" y="781643"/>
                </a:moveTo>
                <a:lnTo>
                  <a:pt x="238224" y="781643"/>
                </a:lnTo>
                <a:lnTo>
                  <a:pt x="238224" y="783864"/>
                </a:lnTo>
                <a:lnTo>
                  <a:pt x="199072" y="783864"/>
                </a:lnTo>
                <a:close/>
                <a:moveTo>
                  <a:pt x="346516" y="783124"/>
                </a:moveTo>
                <a:lnTo>
                  <a:pt x="374839" y="783124"/>
                </a:lnTo>
                <a:lnTo>
                  <a:pt x="374839" y="783864"/>
                </a:lnTo>
                <a:lnTo>
                  <a:pt x="346516" y="783864"/>
                </a:lnTo>
                <a:close/>
                <a:moveTo>
                  <a:pt x="110772" y="782383"/>
                </a:moveTo>
                <a:lnTo>
                  <a:pt x="112021" y="782383"/>
                </a:lnTo>
                <a:lnTo>
                  <a:pt x="112021" y="783864"/>
                </a:lnTo>
                <a:lnTo>
                  <a:pt x="110772" y="783864"/>
                </a:lnTo>
                <a:close/>
                <a:moveTo>
                  <a:pt x="91612" y="780903"/>
                </a:moveTo>
                <a:lnTo>
                  <a:pt x="93278" y="780903"/>
                </a:lnTo>
                <a:lnTo>
                  <a:pt x="93278" y="783864"/>
                </a:lnTo>
                <a:lnTo>
                  <a:pt x="91612" y="783864"/>
                </a:lnTo>
                <a:close/>
                <a:moveTo>
                  <a:pt x="94944" y="782383"/>
                </a:moveTo>
                <a:lnTo>
                  <a:pt x="96194" y="782383"/>
                </a:lnTo>
                <a:lnTo>
                  <a:pt x="96194" y="783864"/>
                </a:lnTo>
                <a:lnTo>
                  <a:pt x="94944" y="783864"/>
                </a:lnTo>
                <a:close/>
                <a:moveTo>
                  <a:pt x="284873" y="783124"/>
                </a:moveTo>
                <a:lnTo>
                  <a:pt x="345683" y="783124"/>
                </a:lnTo>
                <a:lnTo>
                  <a:pt x="345683" y="783864"/>
                </a:lnTo>
                <a:lnTo>
                  <a:pt x="284873" y="783864"/>
                </a:lnTo>
                <a:close/>
                <a:moveTo>
                  <a:pt x="116186" y="783864"/>
                </a:moveTo>
                <a:lnTo>
                  <a:pt x="122017" y="783864"/>
                </a:lnTo>
                <a:lnTo>
                  <a:pt x="122017" y="784604"/>
                </a:lnTo>
                <a:lnTo>
                  <a:pt x="116186" y="784604"/>
                </a:lnTo>
                <a:close/>
                <a:moveTo>
                  <a:pt x="76201" y="781643"/>
                </a:moveTo>
                <a:lnTo>
                  <a:pt x="79950" y="781643"/>
                </a:lnTo>
                <a:lnTo>
                  <a:pt x="79950" y="784604"/>
                </a:lnTo>
                <a:lnTo>
                  <a:pt x="76201" y="784604"/>
                </a:lnTo>
                <a:close/>
                <a:moveTo>
                  <a:pt x="284873" y="783864"/>
                </a:moveTo>
                <a:lnTo>
                  <a:pt x="346100" y="783864"/>
                </a:lnTo>
                <a:lnTo>
                  <a:pt x="346100" y="784604"/>
                </a:lnTo>
                <a:lnTo>
                  <a:pt x="284873" y="784604"/>
                </a:lnTo>
                <a:close/>
                <a:moveTo>
                  <a:pt x="110355" y="783864"/>
                </a:moveTo>
                <a:lnTo>
                  <a:pt x="112021" y="783864"/>
                </a:lnTo>
                <a:lnTo>
                  <a:pt x="112021" y="784604"/>
                </a:lnTo>
                <a:lnTo>
                  <a:pt x="110355" y="784604"/>
                </a:lnTo>
                <a:close/>
                <a:moveTo>
                  <a:pt x="268629" y="783124"/>
                </a:moveTo>
                <a:lnTo>
                  <a:pt x="284456" y="783124"/>
                </a:lnTo>
                <a:lnTo>
                  <a:pt x="284456" y="784604"/>
                </a:lnTo>
                <a:lnTo>
                  <a:pt x="268629" y="784604"/>
                </a:lnTo>
                <a:close/>
                <a:moveTo>
                  <a:pt x="95777" y="783864"/>
                </a:moveTo>
                <a:lnTo>
                  <a:pt x="96610" y="783864"/>
                </a:lnTo>
                <a:lnTo>
                  <a:pt x="96610" y="784604"/>
                </a:lnTo>
                <a:lnTo>
                  <a:pt x="95777" y="784604"/>
                </a:lnTo>
                <a:close/>
                <a:moveTo>
                  <a:pt x="82449" y="781643"/>
                </a:moveTo>
                <a:lnTo>
                  <a:pt x="83282" y="781643"/>
                </a:lnTo>
                <a:lnTo>
                  <a:pt x="83282" y="784604"/>
                </a:lnTo>
                <a:lnTo>
                  <a:pt x="82449" y="784604"/>
                </a:lnTo>
                <a:close/>
                <a:moveTo>
                  <a:pt x="106190" y="780903"/>
                </a:moveTo>
                <a:lnTo>
                  <a:pt x="107023" y="780903"/>
                </a:lnTo>
                <a:lnTo>
                  <a:pt x="107023" y="784604"/>
                </a:lnTo>
                <a:lnTo>
                  <a:pt x="106190" y="784604"/>
                </a:lnTo>
                <a:close/>
                <a:moveTo>
                  <a:pt x="347349" y="783864"/>
                </a:moveTo>
                <a:lnTo>
                  <a:pt x="374839" y="783864"/>
                </a:lnTo>
                <a:lnTo>
                  <a:pt x="374839" y="784604"/>
                </a:lnTo>
                <a:lnTo>
                  <a:pt x="347349" y="784604"/>
                </a:lnTo>
                <a:close/>
                <a:moveTo>
                  <a:pt x="238640" y="782383"/>
                </a:moveTo>
                <a:lnTo>
                  <a:pt x="245721" y="782383"/>
                </a:lnTo>
                <a:lnTo>
                  <a:pt x="245721" y="784604"/>
                </a:lnTo>
                <a:lnTo>
                  <a:pt x="238640" y="784604"/>
                </a:lnTo>
                <a:close/>
                <a:moveTo>
                  <a:pt x="268629" y="784604"/>
                </a:moveTo>
                <a:lnTo>
                  <a:pt x="346933" y="784604"/>
                </a:lnTo>
                <a:lnTo>
                  <a:pt x="346933" y="785344"/>
                </a:lnTo>
                <a:lnTo>
                  <a:pt x="268629" y="785344"/>
                </a:lnTo>
                <a:close/>
                <a:moveTo>
                  <a:pt x="115770" y="784604"/>
                </a:moveTo>
                <a:lnTo>
                  <a:pt x="122017" y="784604"/>
                </a:lnTo>
                <a:lnTo>
                  <a:pt x="122017" y="785344"/>
                </a:lnTo>
                <a:lnTo>
                  <a:pt x="115770" y="785344"/>
                </a:lnTo>
                <a:close/>
                <a:moveTo>
                  <a:pt x="347766" y="784604"/>
                </a:moveTo>
                <a:lnTo>
                  <a:pt x="374839" y="784604"/>
                </a:lnTo>
                <a:lnTo>
                  <a:pt x="374839" y="785344"/>
                </a:lnTo>
                <a:lnTo>
                  <a:pt x="347766" y="785344"/>
                </a:lnTo>
                <a:close/>
                <a:moveTo>
                  <a:pt x="248220" y="783864"/>
                </a:moveTo>
                <a:lnTo>
                  <a:pt x="265713" y="783864"/>
                </a:lnTo>
                <a:lnTo>
                  <a:pt x="265713" y="785344"/>
                </a:lnTo>
                <a:lnTo>
                  <a:pt x="248220" y="785344"/>
                </a:lnTo>
                <a:close/>
                <a:moveTo>
                  <a:pt x="126182" y="781643"/>
                </a:moveTo>
                <a:lnTo>
                  <a:pt x="129098" y="781643"/>
                </a:lnTo>
                <a:lnTo>
                  <a:pt x="129098" y="785344"/>
                </a:lnTo>
                <a:lnTo>
                  <a:pt x="126182" y="785344"/>
                </a:lnTo>
                <a:close/>
                <a:moveTo>
                  <a:pt x="110355" y="784604"/>
                </a:moveTo>
                <a:lnTo>
                  <a:pt x="111605" y="784604"/>
                </a:lnTo>
                <a:lnTo>
                  <a:pt x="111605" y="786084"/>
                </a:lnTo>
                <a:lnTo>
                  <a:pt x="110355" y="786084"/>
                </a:lnTo>
                <a:close/>
                <a:moveTo>
                  <a:pt x="91612" y="783864"/>
                </a:moveTo>
                <a:lnTo>
                  <a:pt x="93695" y="783864"/>
                </a:lnTo>
                <a:lnTo>
                  <a:pt x="93695" y="786084"/>
                </a:lnTo>
                <a:lnTo>
                  <a:pt x="91612" y="786084"/>
                </a:lnTo>
                <a:close/>
                <a:moveTo>
                  <a:pt x="98693" y="783124"/>
                </a:moveTo>
                <a:lnTo>
                  <a:pt x="100359" y="783124"/>
                </a:lnTo>
                <a:lnTo>
                  <a:pt x="100359" y="786084"/>
                </a:lnTo>
                <a:lnTo>
                  <a:pt x="98693" y="786084"/>
                </a:lnTo>
                <a:close/>
                <a:moveTo>
                  <a:pt x="238640" y="784604"/>
                </a:moveTo>
                <a:lnTo>
                  <a:pt x="245304" y="784604"/>
                </a:lnTo>
                <a:lnTo>
                  <a:pt x="245304" y="786084"/>
                </a:lnTo>
                <a:lnTo>
                  <a:pt x="238640" y="786084"/>
                </a:lnTo>
                <a:close/>
                <a:moveTo>
                  <a:pt x="268629" y="785344"/>
                </a:moveTo>
                <a:lnTo>
                  <a:pt x="347349" y="785344"/>
                </a:lnTo>
                <a:lnTo>
                  <a:pt x="347349" y="786084"/>
                </a:lnTo>
                <a:lnTo>
                  <a:pt x="268629" y="786084"/>
                </a:lnTo>
                <a:close/>
                <a:moveTo>
                  <a:pt x="115353" y="785344"/>
                </a:moveTo>
                <a:lnTo>
                  <a:pt x="122017" y="785344"/>
                </a:lnTo>
                <a:lnTo>
                  <a:pt x="122017" y="786084"/>
                </a:lnTo>
                <a:lnTo>
                  <a:pt x="115353" y="786084"/>
                </a:lnTo>
                <a:close/>
                <a:moveTo>
                  <a:pt x="348599" y="785344"/>
                </a:moveTo>
                <a:lnTo>
                  <a:pt x="374839" y="785344"/>
                </a:lnTo>
                <a:lnTo>
                  <a:pt x="374839" y="786084"/>
                </a:lnTo>
                <a:lnTo>
                  <a:pt x="348599" y="786084"/>
                </a:lnTo>
                <a:close/>
                <a:moveTo>
                  <a:pt x="106190" y="784604"/>
                </a:moveTo>
                <a:lnTo>
                  <a:pt x="107440" y="784604"/>
                </a:lnTo>
                <a:lnTo>
                  <a:pt x="107440" y="786084"/>
                </a:lnTo>
                <a:lnTo>
                  <a:pt x="106190" y="786084"/>
                </a:lnTo>
                <a:close/>
                <a:moveTo>
                  <a:pt x="349015" y="786084"/>
                </a:moveTo>
                <a:lnTo>
                  <a:pt x="374839" y="786084"/>
                </a:lnTo>
                <a:lnTo>
                  <a:pt x="374839" y="786825"/>
                </a:lnTo>
                <a:lnTo>
                  <a:pt x="349015" y="786825"/>
                </a:lnTo>
                <a:close/>
                <a:moveTo>
                  <a:pt x="135346" y="781643"/>
                </a:moveTo>
                <a:lnTo>
                  <a:pt x="197406" y="781643"/>
                </a:lnTo>
                <a:lnTo>
                  <a:pt x="197406" y="786825"/>
                </a:lnTo>
                <a:lnTo>
                  <a:pt x="135346" y="786825"/>
                </a:lnTo>
                <a:close/>
                <a:moveTo>
                  <a:pt x="98693" y="786084"/>
                </a:moveTo>
                <a:lnTo>
                  <a:pt x="100775" y="786084"/>
                </a:lnTo>
                <a:lnTo>
                  <a:pt x="100775" y="786825"/>
                </a:lnTo>
                <a:lnTo>
                  <a:pt x="98693" y="786825"/>
                </a:lnTo>
                <a:close/>
                <a:moveTo>
                  <a:pt x="114937" y="786084"/>
                </a:moveTo>
                <a:lnTo>
                  <a:pt x="122017" y="786084"/>
                </a:lnTo>
                <a:lnTo>
                  <a:pt x="122017" y="786825"/>
                </a:lnTo>
                <a:lnTo>
                  <a:pt x="114937" y="786825"/>
                </a:lnTo>
                <a:close/>
                <a:moveTo>
                  <a:pt x="109939" y="786084"/>
                </a:moveTo>
                <a:lnTo>
                  <a:pt x="111605" y="786084"/>
                </a:lnTo>
                <a:lnTo>
                  <a:pt x="111605" y="786825"/>
                </a:lnTo>
                <a:lnTo>
                  <a:pt x="109939" y="786825"/>
                </a:lnTo>
                <a:close/>
                <a:moveTo>
                  <a:pt x="76618" y="784604"/>
                </a:moveTo>
                <a:lnTo>
                  <a:pt x="79950" y="784604"/>
                </a:lnTo>
                <a:lnTo>
                  <a:pt x="79950" y="786825"/>
                </a:lnTo>
                <a:lnTo>
                  <a:pt x="76618" y="786825"/>
                </a:lnTo>
                <a:close/>
                <a:moveTo>
                  <a:pt x="268629" y="786084"/>
                </a:moveTo>
                <a:lnTo>
                  <a:pt x="347766" y="786084"/>
                </a:lnTo>
                <a:lnTo>
                  <a:pt x="347766" y="786825"/>
                </a:lnTo>
                <a:lnTo>
                  <a:pt x="268629" y="786825"/>
                </a:lnTo>
                <a:close/>
                <a:moveTo>
                  <a:pt x="350265" y="786825"/>
                </a:moveTo>
                <a:lnTo>
                  <a:pt x="374839" y="786825"/>
                </a:lnTo>
                <a:lnTo>
                  <a:pt x="374839" y="787565"/>
                </a:lnTo>
                <a:lnTo>
                  <a:pt x="350265" y="787565"/>
                </a:lnTo>
                <a:close/>
                <a:moveTo>
                  <a:pt x="106190" y="786084"/>
                </a:moveTo>
                <a:lnTo>
                  <a:pt x="107856" y="786084"/>
                </a:lnTo>
                <a:lnTo>
                  <a:pt x="107856" y="787565"/>
                </a:lnTo>
                <a:lnTo>
                  <a:pt x="106190" y="787565"/>
                </a:lnTo>
                <a:close/>
                <a:moveTo>
                  <a:pt x="114937" y="786825"/>
                </a:moveTo>
                <a:lnTo>
                  <a:pt x="121601" y="786825"/>
                </a:lnTo>
                <a:lnTo>
                  <a:pt x="121601" y="787565"/>
                </a:lnTo>
                <a:lnTo>
                  <a:pt x="114937" y="787565"/>
                </a:lnTo>
                <a:close/>
                <a:moveTo>
                  <a:pt x="91612" y="786084"/>
                </a:moveTo>
                <a:lnTo>
                  <a:pt x="94111" y="786084"/>
                </a:lnTo>
                <a:lnTo>
                  <a:pt x="94111" y="787565"/>
                </a:lnTo>
                <a:lnTo>
                  <a:pt x="91612" y="787565"/>
                </a:lnTo>
                <a:close/>
                <a:moveTo>
                  <a:pt x="268629" y="786825"/>
                </a:moveTo>
                <a:lnTo>
                  <a:pt x="348599" y="786825"/>
                </a:lnTo>
                <a:lnTo>
                  <a:pt x="348599" y="787565"/>
                </a:lnTo>
                <a:lnTo>
                  <a:pt x="268629" y="787565"/>
                </a:lnTo>
                <a:close/>
                <a:moveTo>
                  <a:pt x="109522" y="786825"/>
                </a:moveTo>
                <a:lnTo>
                  <a:pt x="111188" y="786825"/>
                </a:lnTo>
                <a:lnTo>
                  <a:pt x="111188" y="787565"/>
                </a:lnTo>
                <a:lnTo>
                  <a:pt x="109522" y="787565"/>
                </a:lnTo>
                <a:close/>
                <a:moveTo>
                  <a:pt x="73286" y="782383"/>
                </a:moveTo>
                <a:lnTo>
                  <a:pt x="74952" y="782383"/>
                </a:lnTo>
                <a:lnTo>
                  <a:pt x="74952" y="787565"/>
                </a:lnTo>
                <a:lnTo>
                  <a:pt x="73286" y="787565"/>
                </a:lnTo>
                <a:close/>
                <a:moveTo>
                  <a:pt x="98693" y="786825"/>
                </a:moveTo>
                <a:lnTo>
                  <a:pt x="101192" y="786825"/>
                </a:lnTo>
                <a:lnTo>
                  <a:pt x="101192" y="787565"/>
                </a:lnTo>
                <a:lnTo>
                  <a:pt x="98693" y="787565"/>
                </a:lnTo>
                <a:close/>
                <a:moveTo>
                  <a:pt x="86614" y="776462"/>
                </a:moveTo>
                <a:lnTo>
                  <a:pt x="89946" y="776462"/>
                </a:lnTo>
                <a:lnTo>
                  <a:pt x="89946" y="787565"/>
                </a:lnTo>
                <a:lnTo>
                  <a:pt x="86614" y="787565"/>
                </a:lnTo>
                <a:close/>
                <a:moveTo>
                  <a:pt x="76618" y="786825"/>
                </a:moveTo>
                <a:lnTo>
                  <a:pt x="80366" y="786825"/>
                </a:lnTo>
                <a:lnTo>
                  <a:pt x="80366" y="788305"/>
                </a:lnTo>
                <a:lnTo>
                  <a:pt x="76618" y="788305"/>
                </a:lnTo>
                <a:close/>
                <a:moveTo>
                  <a:pt x="98693" y="787565"/>
                </a:moveTo>
                <a:lnTo>
                  <a:pt x="101608" y="787565"/>
                </a:lnTo>
                <a:lnTo>
                  <a:pt x="101608" y="788305"/>
                </a:lnTo>
                <a:lnTo>
                  <a:pt x="98693" y="788305"/>
                </a:lnTo>
                <a:close/>
                <a:moveTo>
                  <a:pt x="114520" y="787565"/>
                </a:moveTo>
                <a:lnTo>
                  <a:pt x="121601" y="787565"/>
                </a:lnTo>
                <a:lnTo>
                  <a:pt x="121601" y="788305"/>
                </a:lnTo>
                <a:lnTo>
                  <a:pt x="114520" y="788305"/>
                </a:lnTo>
                <a:close/>
                <a:moveTo>
                  <a:pt x="351514" y="787565"/>
                </a:moveTo>
                <a:lnTo>
                  <a:pt x="374839" y="787565"/>
                </a:lnTo>
                <a:lnTo>
                  <a:pt x="374839" y="788305"/>
                </a:lnTo>
                <a:lnTo>
                  <a:pt x="351514" y="788305"/>
                </a:lnTo>
                <a:close/>
                <a:moveTo>
                  <a:pt x="91612" y="787565"/>
                </a:moveTo>
                <a:lnTo>
                  <a:pt x="94528" y="787565"/>
                </a:lnTo>
                <a:lnTo>
                  <a:pt x="94528" y="788305"/>
                </a:lnTo>
                <a:lnTo>
                  <a:pt x="91612" y="788305"/>
                </a:lnTo>
                <a:close/>
                <a:moveTo>
                  <a:pt x="268629" y="787565"/>
                </a:moveTo>
                <a:lnTo>
                  <a:pt x="349015" y="787565"/>
                </a:lnTo>
                <a:lnTo>
                  <a:pt x="349015" y="788305"/>
                </a:lnTo>
                <a:lnTo>
                  <a:pt x="268629" y="788305"/>
                </a:lnTo>
                <a:close/>
                <a:moveTo>
                  <a:pt x="106190" y="787565"/>
                </a:moveTo>
                <a:lnTo>
                  <a:pt x="111188" y="787565"/>
                </a:lnTo>
                <a:lnTo>
                  <a:pt x="111188" y="789045"/>
                </a:lnTo>
                <a:lnTo>
                  <a:pt x="106190" y="789045"/>
                </a:lnTo>
                <a:close/>
                <a:moveTo>
                  <a:pt x="91612" y="788305"/>
                </a:moveTo>
                <a:lnTo>
                  <a:pt x="94944" y="788305"/>
                </a:lnTo>
                <a:lnTo>
                  <a:pt x="94944" y="789045"/>
                </a:lnTo>
                <a:lnTo>
                  <a:pt x="91612" y="789045"/>
                </a:lnTo>
                <a:close/>
                <a:moveTo>
                  <a:pt x="268629" y="788305"/>
                </a:moveTo>
                <a:lnTo>
                  <a:pt x="350681" y="788305"/>
                </a:lnTo>
                <a:lnTo>
                  <a:pt x="350681" y="789045"/>
                </a:lnTo>
                <a:lnTo>
                  <a:pt x="268629" y="789045"/>
                </a:lnTo>
                <a:close/>
                <a:moveTo>
                  <a:pt x="39548" y="777202"/>
                </a:moveTo>
                <a:lnTo>
                  <a:pt x="66622" y="777202"/>
                </a:lnTo>
                <a:lnTo>
                  <a:pt x="66622" y="789045"/>
                </a:lnTo>
                <a:lnTo>
                  <a:pt x="39548" y="789045"/>
                </a:lnTo>
                <a:close/>
                <a:moveTo>
                  <a:pt x="248220" y="785344"/>
                </a:moveTo>
                <a:lnTo>
                  <a:pt x="265297" y="785344"/>
                </a:lnTo>
                <a:lnTo>
                  <a:pt x="265297" y="789045"/>
                </a:lnTo>
                <a:lnTo>
                  <a:pt x="248220" y="789045"/>
                </a:lnTo>
                <a:close/>
                <a:moveTo>
                  <a:pt x="125766" y="785344"/>
                </a:moveTo>
                <a:lnTo>
                  <a:pt x="129098" y="785344"/>
                </a:lnTo>
                <a:lnTo>
                  <a:pt x="129098" y="789045"/>
                </a:lnTo>
                <a:lnTo>
                  <a:pt x="125766" y="789045"/>
                </a:lnTo>
                <a:close/>
                <a:moveTo>
                  <a:pt x="352347" y="788305"/>
                </a:moveTo>
                <a:lnTo>
                  <a:pt x="374839" y="788305"/>
                </a:lnTo>
                <a:lnTo>
                  <a:pt x="374839" y="789045"/>
                </a:lnTo>
                <a:lnTo>
                  <a:pt x="352347" y="789045"/>
                </a:lnTo>
                <a:close/>
                <a:moveTo>
                  <a:pt x="199072" y="783864"/>
                </a:moveTo>
                <a:lnTo>
                  <a:pt x="237807" y="783864"/>
                </a:lnTo>
                <a:lnTo>
                  <a:pt x="237807" y="789045"/>
                </a:lnTo>
                <a:lnTo>
                  <a:pt x="199072" y="789045"/>
                </a:lnTo>
                <a:close/>
                <a:moveTo>
                  <a:pt x="113687" y="788305"/>
                </a:moveTo>
                <a:lnTo>
                  <a:pt x="121601" y="788305"/>
                </a:lnTo>
                <a:lnTo>
                  <a:pt x="121601" y="789045"/>
                </a:lnTo>
                <a:lnTo>
                  <a:pt x="113687" y="789045"/>
                </a:lnTo>
                <a:close/>
                <a:moveTo>
                  <a:pt x="82449" y="784604"/>
                </a:moveTo>
                <a:lnTo>
                  <a:pt x="83698" y="784604"/>
                </a:lnTo>
                <a:lnTo>
                  <a:pt x="83698" y="789045"/>
                </a:lnTo>
                <a:lnTo>
                  <a:pt x="82449" y="789045"/>
                </a:lnTo>
                <a:close/>
                <a:moveTo>
                  <a:pt x="199072" y="789045"/>
                </a:moveTo>
                <a:lnTo>
                  <a:pt x="237391" y="789045"/>
                </a:lnTo>
                <a:lnTo>
                  <a:pt x="237391" y="789785"/>
                </a:lnTo>
                <a:lnTo>
                  <a:pt x="199072" y="789785"/>
                </a:lnTo>
                <a:close/>
                <a:moveTo>
                  <a:pt x="353180" y="789045"/>
                </a:moveTo>
                <a:lnTo>
                  <a:pt x="374839" y="789045"/>
                </a:lnTo>
                <a:lnTo>
                  <a:pt x="374839" y="789785"/>
                </a:lnTo>
                <a:lnTo>
                  <a:pt x="353180" y="789785"/>
                </a:lnTo>
                <a:close/>
                <a:moveTo>
                  <a:pt x="91612" y="789045"/>
                </a:moveTo>
                <a:lnTo>
                  <a:pt x="95361" y="789045"/>
                </a:lnTo>
                <a:lnTo>
                  <a:pt x="95361" y="789785"/>
                </a:lnTo>
                <a:lnTo>
                  <a:pt x="91612" y="789785"/>
                </a:lnTo>
                <a:close/>
                <a:moveTo>
                  <a:pt x="98693" y="788305"/>
                </a:moveTo>
                <a:lnTo>
                  <a:pt x="104524" y="788305"/>
                </a:lnTo>
                <a:lnTo>
                  <a:pt x="104524" y="789785"/>
                </a:lnTo>
                <a:lnTo>
                  <a:pt x="98693" y="789785"/>
                </a:lnTo>
                <a:close/>
                <a:moveTo>
                  <a:pt x="105773" y="789045"/>
                </a:moveTo>
                <a:lnTo>
                  <a:pt x="121601" y="789045"/>
                </a:lnTo>
                <a:lnTo>
                  <a:pt x="121601" y="789785"/>
                </a:lnTo>
                <a:lnTo>
                  <a:pt x="105773" y="789785"/>
                </a:lnTo>
                <a:close/>
                <a:moveTo>
                  <a:pt x="268629" y="789045"/>
                </a:moveTo>
                <a:lnTo>
                  <a:pt x="351931" y="789045"/>
                </a:lnTo>
                <a:lnTo>
                  <a:pt x="351931" y="789785"/>
                </a:lnTo>
                <a:lnTo>
                  <a:pt x="268629" y="789785"/>
                </a:lnTo>
                <a:close/>
                <a:moveTo>
                  <a:pt x="98276" y="789785"/>
                </a:moveTo>
                <a:lnTo>
                  <a:pt x="104524" y="789785"/>
                </a:lnTo>
                <a:lnTo>
                  <a:pt x="104524" y="790526"/>
                </a:lnTo>
                <a:lnTo>
                  <a:pt x="98276" y="790526"/>
                </a:lnTo>
                <a:close/>
                <a:moveTo>
                  <a:pt x="247803" y="789045"/>
                </a:moveTo>
                <a:lnTo>
                  <a:pt x="265297" y="789045"/>
                </a:lnTo>
                <a:lnTo>
                  <a:pt x="265297" y="790526"/>
                </a:lnTo>
                <a:lnTo>
                  <a:pt x="247803" y="790526"/>
                </a:lnTo>
                <a:close/>
                <a:moveTo>
                  <a:pt x="82449" y="789045"/>
                </a:moveTo>
                <a:lnTo>
                  <a:pt x="84115" y="789045"/>
                </a:lnTo>
                <a:lnTo>
                  <a:pt x="84115" y="790526"/>
                </a:lnTo>
                <a:lnTo>
                  <a:pt x="82449" y="790526"/>
                </a:lnTo>
                <a:close/>
                <a:moveTo>
                  <a:pt x="91612" y="789785"/>
                </a:moveTo>
                <a:lnTo>
                  <a:pt x="96194" y="789785"/>
                </a:lnTo>
                <a:lnTo>
                  <a:pt x="96194" y="790526"/>
                </a:lnTo>
                <a:lnTo>
                  <a:pt x="91612" y="790526"/>
                </a:lnTo>
                <a:close/>
                <a:moveTo>
                  <a:pt x="105357" y="789785"/>
                </a:moveTo>
                <a:lnTo>
                  <a:pt x="121601" y="789785"/>
                </a:lnTo>
                <a:lnTo>
                  <a:pt x="121601" y="790526"/>
                </a:lnTo>
                <a:lnTo>
                  <a:pt x="105357" y="790526"/>
                </a:lnTo>
                <a:close/>
                <a:moveTo>
                  <a:pt x="77034" y="788305"/>
                </a:moveTo>
                <a:lnTo>
                  <a:pt x="80366" y="788305"/>
                </a:lnTo>
                <a:lnTo>
                  <a:pt x="80366" y="790526"/>
                </a:lnTo>
                <a:lnTo>
                  <a:pt x="77034" y="790526"/>
                </a:lnTo>
                <a:close/>
                <a:moveTo>
                  <a:pt x="353597" y="789785"/>
                </a:moveTo>
                <a:lnTo>
                  <a:pt x="374839" y="789785"/>
                </a:lnTo>
                <a:lnTo>
                  <a:pt x="374839" y="790526"/>
                </a:lnTo>
                <a:lnTo>
                  <a:pt x="353597" y="790526"/>
                </a:lnTo>
                <a:close/>
                <a:moveTo>
                  <a:pt x="268212" y="789785"/>
                </a:moveTo>
                <a:lnTo>
                  <a:pt x="352764" y="789785"/>
                </a:lnTo>
                <a:lnTo>
                  <a:pt x="352764" y="790526"/>
                </a:lnTo>
                <a:lnTo>
                  <a:pt x="268212" y="790526"/>
                </a:lnTo>
                <a:close/>
                <a:moveTo>
                  <a:pt x="199072" y="789785"/>
                </a:moveTo>
                <a:lnTo>
                  <a:pt x="236141" y="789785"/>
                </a:lnTo>
                <a:lnTo>
                  <a:pt x="236141" y="790526"/>
                </a:lnTo>
                <a:lnTo>
                  <a:pt x="199072" y="790526"/>
                </a:lnTo>
                <a:close/>
                <a:moveTo>
                  <a:pt x="91612" y="790526"/>
                </a:moveTo>
                <a:lnTo>
                  <a:pt x="96610" y="790526"/>
                </a:lnTo>
                <a:lnTo>
                  <a:pt x="96610" y="791266"/>
                </a:lnTo>
                <a:lnTo>
                  <a:pt x="91612" y="791266"/>
                </a:lnTo>
                <a:close/>
                <a:moveTo>
                  <a:pt x="125766" y="789045"/>
                </a:moveTo>
                <a:lnTo>
                  <a:pt x="129515" y="789045"/>
                </a:lnTo>
                <a:lnTo>
                  <a:pt x="129515" y="791266"/>
                </a:lnTo>
                <a:lnTo>
                  <a:pt x="125766" y="791266"/>
                </a:lnTo>
                <a:close/>
                <a:moveTo>
                  <a:pt x="238224" y="786084"/>
                </a:moveTo>
                <a:lnTo>
                  <a:pt x="245304" y="786084"/>
                </a:lnTo>
                <a:lnTo>
                  <a:pt x="245304" y="791266"/>
                </a:lnTo>
                <a:lnTo>
                  <a:pt x="238224" y="791266"/>
                </a:lnTo>
                <a:close/>
                <a:moveTo>
                  <a:pt x="236974" y="790526"/>
                </a:moveTo>
                <a:lnTo>
                  <a:pt x="237391" y="790526"/>
                </a:lnTo>
                <a:lnTo>
                  <a:pt x="237391" y="791266"/>
                </a:lnTo>
                <a:lnTo>
                  <a:pt x="236974" y="791266"/>
                </a:lnTo>
                <a:close/>
                <a:moveTo>
                  <a:pt x="77451" y="790526"/>
                </a:moveTo>
                <a:lnTo>
                  <a:pt x="80783" y="790526"/>
                </a:lnTo>
                <a:lnTo>
                  <a:pt x="80783" y="791266"/>
                </a:lnTo>
                <a:lnTo>
                  <a:pt x="77451" y="791266"/>
                </a:lnTo>
                <a:close/>
                <a:moveTo>
                  <a:pt x="199072" y="790526"/>
                </a:moveTo>
                <a:lnTo>
                  <a:pt x="234475" y="790526"/>
                </a:lnTo>
                <a:lnTo>
                  <a:pt x="234475" y="791266"/>
                </a:lnTo>
                <a:lnTo>
                  <a:pt x="199072" y="791266"/>
                </a:lnTo>
                <a:close/>
                <a:moveTo>
                  <a:pt x="247387" y="790526"/>
                </a:moveTo>
                <a:lnTo>
                  <a:pt x="265297" y="790526"/>
                </a:lnTo>
                <a:lnTo>
                  <a:pt x="265297" y="791266"/>
                </a:lnTo>
                <a:lnTo>
                  <a:pt x="247387" y="791266"/>
                </a:lnTo>
                <a:close/>
                <a:moveTo>
                  <a:pt x="354430" y="790526"/>
                </a:moveTo>
                <a:lnTo>
                  <a:pt x="374839" y="790526"/>
                </a:lnTo>
                <a:lnTo>
                  <a:pt x="374839" y="791266"/>
                </a:lnTo>
                <a:lnTo>
                  <a:pt x="354430" y="791266"/>
                </a:lnTo>
                <a:close/>
                <a:moveTo>
                  <a:pt x="98276" y="790526"/>
                </a:moveTo>
                <a:lnTo>
                  <a:pt x="121601" y="790526"/>
                </a:lnTo>
                <a:lnTo>
                  <a:pt x="121601" y="791266"/>
                </a:lnTo>
                <a:lnTo>
                  <a:pt x="98276" y="791266"/>
                </a:lnTo>
                <a:close/>
                <a:moveTo>
                  <a:pt x="267796" y="790526"/>
                </a:moveTo>
                <a:lnTo>
                  <a:pt x="353180" y="790526"/>
                </a:lnTo>
                <a:lnTo>
                  <a:pt x="353180" y="791266"/>
                </a:lnTo>
                <a:lnTo>
                  <a:pt x="267796" y="791266"/>
                </a:lnTo>
                <a:close/>
                <a:moveTo>
                  <a:pt x="87031" y="787565"/>
                </a:moveTo>
                <a:lnTo>
                  <a:pt x="89946" y="787565"/>
                </a:lnTo>
                <a:lnTo>
                  <a:pt x="89946" y="792006"/>
                </a:lnTo>
                <a:lnTo>
                  <a:pt x="87031" y="792006"/>
                </a:lnTo>
                <a:close/>
                <a:moveTo>
                  <a:pt x="199072" y="791266"/>
                </a:moveTo>
                <a:lnTo>
                  <a:pt x="233225" y="791266"/>
                </a:lnTo>
                <a:lnTo>
                  <a:pt x="233225" y="792006"/>
                </a:lnTo>
                <a:lnTo>
                  <a:pt x="199072" y="792006"/>
                </a:lnTo>
                <a:close/>
                <a:moveTo>
                  <a:pt x="246970" y="791266"/>
                </a:moveTo>
                <a:lnTo>
                  <a:pt x="265297" y="791266"/>
                </a:lnTo>
                <a:lnTo>
                  <a:pt x="265297" y="792006"/>
                </a:lnTo>
                <a:lnTo>
                  <a:pt x="246970" y="792006"/>
                </a:lnTo>
                <a:close/>
                <a:moveTo>
                  <a:pt x="300284" y="791266"/>
                </a:moveTo>
                <a:lnTo>
                  <a:pt x="354013" y="791266"/>
                </a:lnTo>
                <a:lnTo>
                  <a:pt x="354013" y="792006"/>
                </a:lnTo>
                <a:lnTo>
                  <a:pt x="300284" y="792006"/>
                </a:lnTo>
                <a:close/>
                <a:moveTo>
                  <a:pt x="82449" y="790526"/>
                </a:moveTo>
                <a:lnTo>
                  <a:pt x="84531" y="790526"/>
                </a:lnTo>
                <a:lnTo>
                  <a:pt x="84531" y="792006"/>
                </a:lnTo>
                <a:lnTo>
                  <a:pt x="82449" y="792006"/>
                </a:lnTo>
                <a:close/>
                <a:moveTo>
                  <a:pt x="77867" y="791266"/>
                </a:moveTo>
                <a:lnTo>
                  <a:pt x="80366" y="791266"/>
                </a:lnTo>
                <a:lnTo>
                  <a:pt x="80366" y="792006"/>
                </a:lnTo>
                <a:lnTo>
                  <a:pt x="77867" y="792006"/>
                </a:lnTo>
                <a:close/>
                <a:moveTo>
                  <a:pt x="267796" y="791266"/>
                </a:moveTo>
                <a:lnTo>
                  <a:pt x="299867" y="791266"/>
                </a:lnTo>
                <a:lnTo>
                  <a:pt x="299867" y="792006"/>
                </a:lnTo>
                <a:lnTo>
                  <a:pt x="267796" y="792006"/>
                </a:lnTo>
                <a:close/>
                <a:moveTo>
                  <a:pt x="125766" y="791266"/>
                </a:moveTo>
                <a:lnTo>
                  <a:pt x="129931" y="791266"/>
                </a:lnTo>
                <a:lnTo>
                  <a:pt x="129931" y="792006"/>
                </a:lnTo>
                <a:lnTo>
                  <a:pt x="125766" y="792006"/>
                </a:lnTo>
                <a:close/>
                <a:moveTo>
                  <a:pt x="237807" y="791266"/>
                </a:moveTo>
                <a:lnTo>
                  <a:pt x="245721" y="791266"/>
                </a:lnTo>
                <a:lnTo>
                  <a:pt x="245721" y="792006"/>
                </a:lnTo>
                <a:lnTo>
                  <a:pt x="237807" y="792006"/>
                </a:lnTo>
                <a:close/>
                <a:moveTo>
                  <a:pt x="235308" y="791266"/>
                </a:moveTo>
                <a:lnTo>
                  <a:pt x="237391" y="791266"/>
                </a:lnTo>
                <a:lnTo>
                  <a:pt x="237391" y="792006"/>
                </a:lnTo>
                <a:lnTo>
                  <a:pt x="235308" y="792006"/>
                </a:lnTo>
                <a:close/>
                <a:moveTo>
                  <a:pt x="354846" y="791266"/>
                </a:moveTo>
                <a:lnTo>
                  <a:pt x="374839" y="791266"/>
                </a:lnTo>
                <a:lnTo>
                  <a:pt x="374839" y="792006"/>
                </a:lnTo>
                <a:lnTo>
                  <a:pt x="354846" y="792006"/>
                </a:lnTo>
                <a:close/>
                <a:moveTo>
                  <a:pt x="73286" y="787565"/>
                </a:moveTo>
                <a:lnTo>
                  <a:pt x="75368" y="787565"/>
                </a:lnTo>
                <a:lnTo>
                  <a:pt x="75368" y="792006"/>
                </a:lnTo>
                <a:lnTo>
                  <a:pt x="73286" y="792006"/>
                </a:lnTo>
                <a:close/>
                <a:moveTo>
                  <a:pt x="234059" y="792006"/>
                </a:moveTo>
                <a:lnTo>
                  <a:pt x="237391" y="792006"/>
                </a:lnTo>
                <a:lnTo>
                  <a:pt x="237391" y="792746"/>
                </a:lnTo>
                <a:lnTo>
                  <a:pt x="234059" y="792746"/>
                </a:lnTo>
                <a:close/>
                <a:moveTo>
                  <a:pt x="355679" y="792006"/>
                </a:moveTo>
                <a:lnTo>
                  <a:pt x="374839" y="792006"/>
                </a:lnTo>
                <a:lnTo>
                  <a:pt x="374839" y="792746"/>
                </a:lnTo>
                <a:lnTo>
                  <a:pt x="355679" y="792746"/>
                </a:lnTo>
                <a:close/>
                <a:moveTo>
                  <a:pt x="266963" y="792006"/>
                </a:moveTo>
                <a:lnTo>
                  <a:pt x="299867" y="792006"/>
                </a:lnTo>
                <a:lnTo>
                  <a:pt x="299867" y="792746"/>
                </a:lnTo>
                <a:lnTo>
                  <a:pt x="266963" y="792746"/>
                </a:lnTo>
                <a:close/>
                <a:moveTo>
                  <a:pt x="301117" y="792006"/>
                </a:moveTo>
                <a:lnTo>
                  <a:pt x="354430" y="792006"/>
                </a:lnTo>
                <a:lnTo>
                  <a:pt x="354430" y="792746"/>
                </a:lnTo>
                <a:lnTo>
                  <a:pt x="301117" y="792746"/>
                </a:lnTo>
                <a:close/>
                <a:moveTo>
                  <a:pt x="237807" y="792006"/>
                </a:moveTo>
                <a:lnTo>
                  <a:pt x="266130" y="792006"/>
                </a:lnTo>
                <a:lnTo>
                  <a:pt x="266130" y="792746"/>
                </a:lnTo>
                <a:lnTo>
                  <a:pt x="237807" y="792746"/>
                </a:lnTo>
                <a:close/>
                <a:moveTo>
                  <a:pt x="77867" y="792006"/>
                </a:moveTo>
                <a:lnTo>
                  <a:pt x="79533" y="792006"/>
                </a:lnTo>
                <a:lnTo>
                  <a:pt x="79533" y="792746"/>
                </a:lnTo>
                <a:lnTo>
                  <a:pt x="77867" y="792746"/>
                </a:lnTo>
                <a:close/>
                <a:moveTo>
                  <a:pt x="125766" y="792006"/>
                </a:moveTo>
                <a:lnTo>
                  <a:pt x="130764" y="792006"/>
                </a:lnTo>
                <a:lnTo>
                  <a:pt x="130764" y="792746"/>
                </a:lnTo>
                <a:lnTo>
                  <a:pt x="125766" y="792746"/>
                </a:lnTo>
                <a:close/>
                <a:moveTo>
                  <a:pt x="199072" y="792006"/>
                </a:moveTo>
                <a:lnTo>
                  <a:pt x="231976" y="792006"/>
                </a:lnTo>
                <a:lnTo>
                  <a:pt x="231976" y="792746"/>
                </a:lnTo>
                <a:lnTo>
                  <a:pt x="199072" y="792746"/>
                </a:lnTo>
                <a:close/>
                <a:moveTo>
                  <a:pt x="199072" y="792746"/>
                </a:moveTo>
                <a:lnTo>
                  <a:pt x="230726" y="792746"/>
                </a:lnTo>
                <a:lnTo>
                  <a:pt x="230726" y="793486"/>
                </a:lnTo>
                <a:lnTo>
                  <a:pt x="199072" y="793486"/>
                </a:lnTo>
                <a:close/>
                <a:moveTo>
                  <a:pt x="237807" y="792746"/>
                </a:moveTo>
                <a:lnTo>
                  <a:pt x="300284" y="792746"/>
                </a:lnTo>
                <a:lnTo>
                  <a:pt x="300284" y="793486"/>
                </a:lnTo>
                <a:lnTo>
                  <a:pt x="237807" y="793486"/>
                </a:lnTo>
                <a:close/>
                <a:moveTo>
                  <a:pt x="356096" y="792746"/>
                </a:moveTo>
                <a:lnTo>
                  <a:pt x="374839" y="792746"/>
                </a:lnTo>
                <a:lnTo>
                  <a:pt x="374839" y="793486"/>
                </a:lnTo>
                <a:lnTo>
                  <a:pt x="356096" y="793486"/>
                </a:lnTo>
                <a:close/>
                <a:moveTo>
                  <a:pt x="87031" y="792006"/>
                </a:moveTo>
                <a:lnTo>
                  <a:pt x="90363" y="792006"/>
                </a:lnTo>
                <a:lnTo>
                  <a:pt x="90363" y="793486"/>
                </a:lnTo>
                <a:lnTo>
                  <a:pt x="87031" y="793486"/>
                </a:lnTo>
                <a:close/>
                <a:moveTo>
                  <a:pt x="125766" y="792746"/>
                </a:moveTo>
                <a:lnTo>
                  <a:pt x="131181" y="792746"/>
                </a:lnTo>
                <a:lnTo>
                  <a:pt x="131181" y="793486"/>
                </a:lnTo>
                <a:lnTo>
                  <a:pt x="125766" y="793486"/>
                </a:lnTo>
                <a:close/>
                <a:moveTo>
                  <a:pt x="82449" y="792006"/>
                </a:moveTo>
                <a:lnTo>
                  <a:pt x="84948" y="792006"/>
                </a:lnTo>
                <a:lnTo>
                  <a:pt x="84948" y="793486"/>
                </a:lnTo>
                <a:lnTo>
                  <a:pt x="82449" y="793486"/>
                </a:lnTo>
                <a:close/>
                <a:moveTo>
                  <a:pt x="134929" y="786825"/>
                </a:moveTo>
                <a:lnTo>
                  <a:pt x="197406" y="786825"/>
                </a:lnTo>
                <a:lnTo>
                  <a:pt x="197406" y="793486"/>
                </a:lnTo>
                <a:lnTo>
                  <a:pt x="134929" y="793486"/>
                </a:lnTo>
                <a:close/>
                <a:moveTo>
                  <a:pt x="301950" y="792746"/>
                </a:moveTo>
                <a:lnTo>
                  <a:pt x="355263" y="792746"/>
                </a:lnTo>
                <a:lnTo>
                  <a:pt x="355263" y="793486"/>
                </a:lnTo>
                <a:lnTo>
                  <a:pt x="301950" y="793486"/>
                </a:lnTo>
                <a:close/>
                <a:moveTo>
                  <a:pt x="232392" y="792746"/>
                </a:moveTo>
                <a:lnTo>
                  <a:pt x="237391" y="792746"/>
                </a:lnTo>
                <a:lnTo>
                  <a:pt x="237391" y="793486"/>
                </a:lnTo>
                <a:lnTo>
                  <a:pt x="232392" y="793486"/>
                </a:lnTo>
                <a:close/>
                <a:moveTo>
                  <a:pt x="82449" y="793486"/>
                </a:moveTo>
                <a:lnTo>
                  <a:pt x="85781" y="793486"/>
                </a:lnTo>
                <a:lnTo>
                  <a:pt x="85781" y="794226"/>
                </a:lnTo>
                <a:lnTo>
                  <a:pt x="82449" y="794226"/>
                </a:lnTo>
                <a:close/>
                <a:moveTo>
                  <a:pt x="199072" y="793486"/>
                </a:moveTo>
                <a:lnTo>
                  <a:pt x="229060" y="793486"/>
                </a:lnTo>
                <a:lnTo>
                  <a:pt x="229060" y="794226"/>
                </a:lnTo>
                <a:lnTo>
                  <a:pt x="199072" y="794226"/>
                </a:lnTo>
                <a:close/>
                <a:moveTo>
                  <a:pt x="231143" y="793486"/>
                </a:moveTo>
                <a:lnTo>
                  <a:pt x="236974" y="793486"/>
                </a:lnTo>
                <a:lnTo>
                  <a:pt x="236974" y="794226"/>
                </a:lnTo>
                <a:lnTo>
                  <a:pt x="231143" y="794226"/>
                </a:lnTo>
                <a:close/>
                <a:moveTo>
                  <a:pt x="87031" y="793486"/>
                </a:moveTo>
                <a:lnTo>
                  <a:pt x="90779" y="793486"/>
                </a:lnTo>
                <a:lnTo>
                  <a:pt x="90779" y="794226"/>
                </a:lnTo>
                <a:lnTo>
                  <a:pt x="87031" y="794226"/>
                </a:lnTo>
                <a:close/>
                <a:moveTo>
                  <a:pt x="91612" y="791266"/>
                </a:moveTo>
                <a:lnTo>
                  <a:pt x="121601" y="791266"/>
                </a:lnTo>
                <a:lnTo>
                  <a:pt x="121601" y="794226"/>
                </a:lnTo>
                <a:lnTo>
                  <a:pt x="91612" y="794226"/>
                </a:lnTo>
                <a:close/>
                <a:moveTo>
                  <a:pt x="302783" y="793486"/>
                </a:moveTo>
                <a:lnTo>
                  <a:pt x="355679" y="793486"/>
                </a:lnTo>
                <a:lnTo>
                  <a:pt x="355679" y="794226"/>
                </a:lnTo>
                <a:lnTo>
                  <a:pt x="302783" y="794226"/>
                </a:lnTo>
                <a:close/>
                <a:moveTo>
                  <a:pt x="356929" y="793486"/>
                </a:moveTo>
                <a:lnTo>
                  <a:pt x="374839" y="793486"/>
                </a:lnTo>
                <a:lnTo>
                  <a:pt x="374839" y="794226"/>
                </a:lnTo>
                <a:lnTo>
                  <a:pt x="356929" y="794226"/>
                </a:lnTo>
                <a:close/>
                <a:moveTo>
                  <a:pt x="237807" y="793486"/>
                </a:moveTo>
                <a:lnTo>
                  <a:pt x="301533" y="793486"/>
                </a:lnTo>
                <a:lnTo>
                  <a:pt x="301533" y="794226"/>
                </a:lnTo>
                <a:lnTo>
                  <a:pt x="237807" y="794226"/>
                </a:lnTo>
                <a:close/>
                <a:moveTo>
                  <a:pt x="199072" y="794226"/>
                </a:moveTo>
                <a:lnTo>
                  <a:pt x="227811" y="794226"/>
                </a:lnTo>
                <a:lnTo>
                  <a:pt x="227811" y="794967"/>
                </a:lnTo>
                <a:lnTo>
                  <a:pt x="199072" y="794967"/>
                </a:lnTo>
                <a:close/>
                <a:moveTo>
                  <a:pt x="134513" y="793486"/>
                </a:moveTo>
                <a:lnTo>
                  <a:pt x="197406" y="793486"/>
                </a:lnTo>
                <a:lnTo>
                  <a:pt x="197406" y="794967"/>
                </a:lnTo>
                <a:lnTo>
                  <a:pt x="134513" y="794967"/>
                </a:lnTo>
                <a:close/>
                <a:moveTo>
                  <a:pt x="357345" y="794226"/>
                </a:moveTo>
                <a:lnTo>
                  <a:pt x="374839" y="794226"/>
                </a:lnTo>
                <a:lnTo>
                  <a:pt x="374839" y="794967"/>
                </a:lnTo>
                <a:lnTo>
                  <a:pt x="357345" y="794967"/>
                </a:lnTo>
                <a:close/>
                <a:moveTo>
                  <a:pt x="229893" y="794226"/>
                </a:moveTo>
                <a:lnTo>
                  <a:pt x="236974" y="794226"/>
                </a:lnTo>
                <a:lnTo>
                  <a:pt x="236974" y="794967"/>
                </a:lnTo>
                <a:lnTo>
                  <a:pt x="229893" y="794967"/>
                </a:lnTo>
                <a:close/>
                <a:moveTo>
                  <a:pt x="237807" y="794226"/>
                </a:moveTo>
                <a:lnTo>
                  <a:pt x="302366" y="794226"/>
                </a:lnTo>
                <a:lnTo>
                  <a:pt x="302366" y="794967"/>
                </a:lnTo>
                <a:lnTo>
                  <a:pt x="237807" y="794967"/>
                </a:lnTo>
                <a:close/>
                <a:moveTo>
                  <a:pt x="303616" y="794226"/>
                </a:moveTo>
                <a:lnTo>
                  <a:pt x="356512" y="794226"/>
                </a:lnTo>
                <a:lnTo>
                  <a:pt x="356512" y="794967"/>
                </a:lnTo>
                <a:lnTo>
                  <a:pt x="303616" y="794967"/>
                </a:lnTo>
                <a:close/>
                <a:moveTo>
                  <a:pt x="199072" y="794967"/>
                </a:moveTo>
                <a:lnTo>
                  <a:pt x="226561" y="794967"/>
                </a:lnTo>
                <a:lnTo>
                  <a:pt x="226561" y="795707"/>
                </a:lnTo>
                <a:lnTo>
                  <a:pt x="199072" y="795707"/>
                </a:lnTo>
                <a:close/>
                <a:moveTo>
                  <a:pt x="358178" y="794967"/>
                </a:moveTo>
                <a:lnTo>
                  <a:pt x="374839" y="794967"/>
                </a:lnTo>
                <a:lnTo>
                  <a:pt x="374839" y="795707"/>
                </a:lnTo>
                <a:lnTo>
                  <a:pt x="358178" y="795707"/>
                </a:lnTo>
                <a:close/>
                <a:moveTo>
                  <a:pt x="304449" y="794967"/>
                </a:moveTo>
                <a:lnTo>
                  <a:pt x="356929" y="794967"/>
                </a:lnTo>
                <a:lnTo>
                  <a:pt x="356929" y="795707"/>
                </a:lnTo>
                <a:lnTo>
                  <a:pt x="304449" y="795707"/>
                </a:lnTo>
                <a:close/>
                <a:moveTo>
                  <a:pt x="231976" y="794967"/>
                </a:moveTo>
                <a:lnTo>
                  <a:pt x="236974" y="794967"/>
                </a:lnTo>
                <a:lnTo>
                  <a:pt x="236974" y="795707"/>
                </a:lnTo>
                <a:lnTo>
                  <a:pt x="231976" y="795707"/>
                </a:lnTo>
                <a:close/>
                <a:moveTo>
                  <a:pt x="73286" y="792006"/>
                </a:moveTo>
                <a:lnTo>
                  <a:pt x="75785" y="792006"/>
                </a:lnTo>
                <a:lnTo>
                  <a:pt x="75785" y="795707"/>
                </a:lnTo>
                <a:lnTo>
                  <a:pt x="73286" y="795707"/>
                </a:lnTo>
                <a:close/>
                <a:moveTo>
                  <a:pt x="237807" y="794967"/>
                </a:moveTo>
                <a:lnTo>
                  <a:pt x="303199" y="794967"/>
                </a:lnTo>
                <a:lnTo>
                  <a:pt x="303199" y="795707"/>
                </a:lnTo>
                <a:lnTo>
                  <a:pt x="237807" y="795707"/>
                </a:lnTo>
                <a:close/>
                <a:moveTo>
                  <a:pt x="237807" y="795707"/>
                </a:moveTo>
                <a:lnTo>
                  <a:pt x="304032" y="795707"/>
                </a:lnTo>
                <a:lnTo>
                  <a:pt x="304032" y="796447"/>
                </a:lnTo>
                <a:lnTo>
                  <a:pt x="237807" y="796447"/>
                </a:lnTo>
                <a:close/>
                <a:moveTo>
                  <a:pt x="126182" y="793486"/>
                </a:moveTo>
                <a:lnTo>
                  <a:pt x="131181" y="793486"/>
                </a:lnTo>
                <a:lnTo>
                  <a:pt x="131181" y="796447"/>
                </a:lnTo>
                <a:lnTo>
                  <a:pt x="126182" y="796447"/>
                </a:lnTo>
                <a:close/>
                <a:moveTo>
                  <a:pt x="199072" y="795707"/>
                </a:moveTo>
                <a:lnTo>
                  <a:pt x="229893" y="795707"/>
                </a:lnTo>
                <a:lnTo>
                  <a:pt x="229893" y="796447"/>
                </a:lnTo>
                <a:lnTo>
                  <a:pt x="199072" y="796447"/>
                </a:lnTo>
                <a:close/>
                <a:moveTo>
                  <a:pt x="305282" y="795707"/>
                </a:moveTo>
                <a:lnTo>
                  <a:pt x="357345" y="795707"/>
                </a:lnTo>
                <a:lnTo>
                  <a:pt x="357345" y="796447"/>
                </a:lnTo>
                <a:lnTo>
                  <a:pt x="305282" y="796447"/>
                </a:lnTo>
                <a:close/>
                <a:moveTo>
                  <a:pt x="358595" y="795707"/>
                </a:moveTo>
                <a:lnTo>
                  <a:pt x="374839" y="795707"/>
                </a:lnTo>
                <a:lnTo>
                  <a:pt x="374839" y="796447"/>
                </a:lnTo>
                <a:lnTo>
                  <a:pt x="358595" y="796447"/>
                </a:lnTo>
                <a:close/>
                <a:moveTo>
                  <a:pt x="199072" y="796447"/>
                </a:moveTo>
                <a:lnTo>
                  <a:pt x="235725" y="796447"/>
                </a:lnTo>
                <a:lnTo>
                  <a:pt x="235725" y="797187"/>
                </a:lnTo>
                <a:lnTo>
                  <a:pt x="199072" y="797187"/>
                </a:lnTo>
                <a:close/>
                <a:moveTo>
                  <a:pt x="359011" y="796447"/>
                </a:moveTo>
                <a:lnTo>
                  <a:pt x="374839" y="796447"/>
                </a:lnTo>
                <a:lnTo>
                  <a:pt x="374839" y="797187"/>
                </a:lnTo>
                <a:lnTo>
                  <a:pt x="359011" y="797187"/>
                </a:lnTo>
                <a:close/>
                <a:moveTo>
                  <a:pt x="82449" y="794226"/>
                </a:moveTo>
                <a:lnTo>
                  <a:pt x="121601" y="794226"/>
                </a:lnTo>
                <a:lnTo>
                  <a:pt x="121601" y="797187"/>
                </a:lnTo>
                <a:lnTo>
                  <a:pt x="82449" y="797187"/>
                </a:lnTo>
                <a:close/>
                <a:moveTo>
                  <a:pt x="239473" y="796447"/>
                </a:moveTo>
                <a:lnTo>
                  <a:pt x="304865" y="796447"/>
                </a:lnTo>
                <a:lnTo>
                  <a:pt x="304865" y="797187"/>
                </a:lnTo>
                <a:lnTo>
                  <a:pt x="239473" y="797187"/>
                </a:lnTo>
                <a:close/>
                <a:moveTo>
                  <a:pt x="306115" y="796447"/>
                </a:moveTo>
                <a:lnTo>
                  <a:pt x="358178" y="796447"/>
                </a:lnTo>
                <a:lnTo>
                  <a:pt x="358178" y="797187"/>
                </a:lnTo>
                <a:lnTo>
                  <a:pt x="306115" y="797187"/>
                </a:lnTo>
                <a:close/>
                <a:moveTo>
                  <a:pt x="134929" y="794967"/>
                </a:moveTo>
                <a:lnTo>
                  <a:pt x="197406" y="794967"/>
                </a:lnTo>
                <a:lnTo>
                  <a:pt x="197406" y="797187"/>
                </a:lnTo>
                <a:lnTo>
                  <a:pt x="134929" y="797187"/>
                </a:lnTo>
                <a:close/>
                <a:moveTo>
                  <a:pt x="306948" y="797187"/>
                </a:moveTo>
                <a:lnTo>
                  <a:pt x="354013" y="797187"/>
                </a:lnTo>
                <a:lnTo>
                  <a:pt x="354013" y="797927"/>
                </a:lnTo>
                <a:lnTo>
                  <a:pt x="306948" y="797927"/>
                </a:lnTo>
                <a:close/>
                <a:moveTo>
                  <a:pt x="241139" y="797187"/>
                </a:moveTo>
                <a:lnTo>
                  <a:pt x="305698" y="797187"/>
                </a:lnTo>
                <a:lnTo>
                  <a:pt x="305698" y="797927"/>
                </a:lnTo>
                <a:lnTo>
                  <a:pt x="241139" y="797927"/>
                </a:lnTo>
                <a:close/>
                <a:moveTo>
                  <a:pt x="73286" y="795707"/>
                </a:moveTo>
                <a:lnTo>
                  <a:pt x="76201" y="795707"/>
                </a:lnTo>
                <a:lnTo>
                  <a:pt x="76201" y="797927"/>
                </a:lnTo>
                <a:lnTo>
                  <a:pt x="73286" y="797927"/>
                </a:lnTo>
                <a:close/>
                <a:moveTo>
                  <a:pt x="359428" y="797187"/>
                </a:moveTo>
                <a:lnTo>
                  <a:pt x="374839" y="797187"/>
                </a:lnTo>
                <a:lnTo>
                  <a:pt x="374839" y="797927"/>
                </a:lnTo>
                <a:lnTo>
                  <a:pt x="359428" y="797927"/>
                </a:lnTo>
                <a:close/>
                <a:moveTo>
                  <a:pt x="126599" y="796447"/>
                </a:moveTo>
                <a:lnTo>
                  <a:pt x="131181" y="796447"/>
                </a:lnTo>
                <a:lnTo>
                  <a:pt x="131181" y="797927"/>
                </a:lnTo>
                <a:lnTo>
                  <a:pt x="126599" y="797927"/>
                </a:lnTo>
                <a:close/>
                <a:moveTo>
                  <a:pt x="356929" y="797187"/>
                </a:moveTo>
                <a:lnTo>
                  <a:pt x="358595" y="797187"/>
                </a:lnTo>
                <a:lnTo>
                  <a:pt x="358595" y="797927"/>
                </a:lnTo>
                <a:lnTo>
                  <a:pt x="356929" y="797927"/>
                </a:lnTo>
                <a:close/>
                <a:moveTo>
                  <a:pt x="237391" y="797187"/>
                </a:moveTo>
                <a:lnTo>
                  <a:pt x="238640" y="797187"/>
                </a:lnTo>
                <a:lnTo>
                  <a:pt x="238640" y="797927"/>
                </a:lnTo>
                <a:lnTo>
                  <a:pt x="237391" y="797927"/>
                </a:lnTo>
                <a:close/>
                <a:moveTo>
                  <a:pt x="135346" y="797187"/>
                </a:moveTo>
                <a:lnTo>
                  <a:pt x="197406" y="797187"/>
                </a:lnTo>
                <a:lnTo>
                  <a:pt x="197406" y="797927"/>
                </a:lnTo>
                <a:lnTo>
                  <a:pt x="135346" y="797927"/>
                </a:lnTo>
                <a:close/>
                <a:moveTo>
                  <a:pt x="354430" y="797187"/>
                </a:moveTo>
                <a:lnTo>
                  <a:pt x="356512" y="797187"/>
                </a:lnTo>
                <a:lnTo>
                  <a:pt x="356512" y="798668"/>
                </a:lnTo>
                <a:lnTo>
                  <a:pt x="354430" y="798668"/>
                </a:lnTo>
                <a:close/>
                <a:moveTo>
                  <a:pt x="357345" y="797927"/>
                </a:moveTo>
                <a:lnTo>
                  <a:pt x="359011" y="797927"/>
                </a:lnTo>
                <a:lnTo>
                  <a:pt x="359011" y="798668"/>
                </a:lnTo>
                <a:lnTo>
                  <a:pt x="357345" y="798668"/>
                </a:lnTo>
                <a:close/>
                <a:moveTo>
                  <a:pt x="237391" y="797927"/>
                </a:moveTo>
                <a:lnTo>
                  <a:pt x="240723" y="797927"/>
                </a:lnTo>
                <a:lnTo>
                  <a:pt x="240723" y="798668"/>
                </a:lnTo>
                <a:lnTo>
                  <a:pt x="237391" y="798668"/>
                </a:lnTo>
                <a:close/>
                <a:moveTo>
                  <a:pt x="135762" y="797927"/>
                </a:moveTo>
                <a:lnTo>
                  <a:pt x="197406" y="797927"/>
                </a:lnTo>
                <a:lnTo>
                  <a:pt x="197406" y="798668"/>
                </a:lnTo>
                <a:lnTo>
                  <a:pt x="135762" y="798668"/>
                </a:lnTo>
                <a:close/>
                <a:moveTo>
                  <a:pt x="242389" y="797927"/>
                </a:moveTo>
                <a:lnTo>
                  <a:pt x="306115" y="797927"/>
                </a:lnTo>
                <a:lnTo>
                  <a:pt x="306115" y="798668"/>
                </a:lnTo>
                <a:lnTo>
                  <a:pt x="242389" y="798668"/>
                </a:lnTo>
                <a:close/>
                <a:moveTo>
                  <a:pt x="307781" y="797927"/>
                </a:moveTo>
                <a:lnTo>
                  <a:pt x="354013" y="797927"/>
                </a:lnTo>
                <a:lnTo>
                  <a:pt x="354013" y="798668"/>
                </a:lnTo>
                <a:lnTo>
                  <a:pt x="307781" y="798668"/>
                </a:lnTo>
                <a:close/>
                <a:moveTo>
                  <a:pt x="242389" y="798668"/>
                </a:moveTo>
                <a:lnTo>
                  <a:pt x="306948" y="798668"/>
                </a:lnTo>
                <a:lnTo>
                  <a:pt x="306948" y="799408"/>
                </a:lnTo>
                <a:lnTo>
                  <a:pt x="242389" y="799408"/>
                </a:lnTo>
                <a:close/>
                <a:moveTo>
                  <a:pt x="138261" y="798668"/>
                </a:moveTo>
                <a:lnTo>
                  <a:pt x="197406" y="798668"/>
                </a:lnTo>
                <a:lnTo>
                  <a:pt x="197406" y="799408"/>
                </a:lnTo>
                <a:lnTo>
                  <a:pt x="138261" y="799408"/>
                </a:lnTo>
                <a:close/>
                <a:moveTo>
                  <a:pt x="127015" y="797927"/>
                </a:moveTo>
                <a:lnTo>
                  <a:pt x="131181" y="797927"/>
                </a:lnTo>
                <a:lnTo>
                  <a:pt x="131181" y="799408"/>
                </a:lnTo>
                <a:lnTo>
                  <a:pt x="127015" y="799408"/>
                </a:lnTo>
                <a:close/>
                <a:moveTo>
                  <a:pt x="73286" y="797927"/>
                </a:moveTo>
                <a:lnTo>
                  <a:pt x="76618" y="797927"/>
                </a:lnTo>
                <a:lnTo>
                  <a:pt x="76618" y="799408"/>
                </a:lnTo>
                <a:lnTo>
                  <a:pt x="73286" y="799408"/>
                </a:lnTo>
                <a:close/>
                <a:moveTo>
                  <a:pt x="308197" y="798668"/>
                </a:moveTo>
                <a:lnTo>
                  <a:pt x="324441" y="798668"/>
                </a:lnTo>
                <a:lnTo>
                  <a:pt x="324441" y="799408"/>
                </a:lnTo>
                <a:lnTo>
                  <a:pt x="308197" y="799408"/>
                </a:lnTo>
                <a:close/>
                <a:moveTo>
                  <a:pt x="354846" y="798668"/>
                </a:moveTo>
                <a:lnTo>
                  <a:pt x="356929" y="798668"/>
                </a:lnTo>
                <a:lnTo>
                  <a:pt x="356929" y="799408"/>
                </a:lnTo>
                <a:lnTo>
                  <a:pt x="354846" y="799408"/>
                </a:lnTo>
                <a:close/>
                <a:moveTo>
                  <a:pt x="82865" y="797187"/>
                </a:moveTo>
                <a:lnTo>
                  <a:pt x="121601" y="797187"/>
                </a:lnTo>
                <a:lnTo>
                  <a:pt x="121601" y="799408"/>
                </a:lnTo>
                <a:lnTo>
                  <a:pt x="82865" y="799408"/>
                </a:lnTo>
                <a:close/>
                <a:moveTo>
                  <a:pt x="237391" y="798668"/>
                </a:moveTo>
                <a:lnTo>
                  <a:pt x="241972" y="798668"/>
                </a:lnTo>
                <a:lnTo>
                  <a:pt x="241972" y="799408"/>
                </a:lnTo>
                <a:lnTo>
                  <a:pt x="237391" y="799408"/>
                </a:lnTo>
                <a:close/>
                <a:moveTo>
                  <a:pt x="336103" y="798668"/>
                </a:moveTo>
                <a:lnTo>
                  <a:pt x="354013" y="798668"/>
                </a:lnTo>
                <a:lnTo>
                  <a:pt x="354013" y="799408"/>
                </a:lnTo>
                <a:lnTo>
                  <a:pt x="336103" y="799408"/>
                </a:lnTo>
                <a:close/>
                <a:moveTo>
                  <a:pt x="357762" y="798668"/>
                </a:moveTo>
                <a:lnTo>
                  <a:pt x="359011" y="798668"/>
                </a:lnTo>
                <a:lnTo>
                  <a:pt x="359011" y="799408"/>
                </a:lnTo>
                <a:lnTo>
                  <a:pt x="357762" y="799408"/>
                </a:lnTo>
                <a:close/>
                <a:moveTo>
                  <a:pt x="127432" y="799408"/>
                </a:moveTo>
                <a:lnTo>
                  <a:pt x="131597" y="799408"/>
                </a:lnTo>
                <a:lnTo>
                  <a:pt x="131597" y="800148"/>
                </a:lnTo>
                <a:lnTo>
                  <a:pt x="127432" y="800148"/>
                </a:lnTo>
                <a:close/>
                <a:moveTo>
                  <a:pt x="327357" y="799408"/>
                </a:moveTo>
                <a:lnTo>
                  <a:pt x="333604" y="799408"/>
                </a:lnTo>
                <a:lnTo>
                  <a:pt x="333604" y="800148"/>
                </a:lnTo>
                <a:lnTo>
                  <a:pt x="327357" y="800148"/>
                </a:lnTo>
                <a:close/>
                <a:moveTo>
                  <a:pt x="237391" y="799408"/>
                </a:moveTo>
                <a:lnTo>
                  <a:pt x="307781" y="799408"/>
                </a:lnTo>
                <a:lnTo>
                  <a:pt x="307781" y="800148"/>
                </a:lnTo>
                <a:lnTo>
                  <a:pt x="237391" y="800148"/>
                </a:lnTo>
                <a:close/>
                <a:moveTo>
                  <a:pt x="309030" y="799408"/>
                </a:moveTo>
                <a:lnTo>
                  <a:pt x="318610" y="799408"/>
                </a:lnTo>
                <a:lnTo>
                  <a:pt x="318610" y="800148"/>
                </a:lnTo>
                <a:lnTo>
                  <a:pt x="309030" y="800148"/>
                </a:lnTo>
                <a:close/>
                <a:moveTo>
                  <a:pt x="341102" y="799408"/>
                </a:moveTo>
                <a:lnTo>
                  <a:pt x="354013" y="799408"/>
                </a:lnTo>
                <a:lnTo>
                  <a:pt x="354013" y="800148"/>
                </a:lnTo>
                <a:lnTo>
                  <a:pt x="341102" y="800148"/>
                </a:lnTo>
                <a:close/>
                <a:moveTo>
                  <a:pt x="357762" y="799408"/>
                </a:moveTo>
                <a:lnTo>
                  <a:pt x="359428" y="799408"/>
                </a:lnTo>
                <a:lnTo>
                  <a:pt x="359428" y="800148"/>
                </a:lnTo>
                <a:lnTo>
                  <a:pt x="357762" y="800148"/>
                </a:lnTo>
                <a:close/>
                <a:moveTo>
                  <a:pt x="284456" y="800148"/>
                </a:moveTo>
                <a:lnTo>
                  <a:pt x="308614" y="800148"/>
                </a:lnTo>
                <a:lnTo>
                  <a:pt x="308614" y="800888"/>
                </a:lnTo>
                <a:lnTo>
                  <a:pt x="284456" y="800888"/>
                </a:lnTo>
                <a:close/>
                <a:moveTo>
                  <a:pt x="354846" y="799408"/>
                </a:moveTo>
                <a:lnTo>
                  <a:pt x="357345" y="799408"/>
                </a:lnTo>
                <a:lnTo>
                  <a:pt x="357345" y="800888"/>
                </a:lnTo>
                <a:lnTo>
                  <a:pt x="354846" y="800888"/>
                </a:lnTo>
                <a:close/>
                <a:moveTo>
                  <a:pt x="129515" y="800148"/>
                </a:moveTo>
                <a:lnTo>
                  <a:pt x="131597" y="800148"/>
                </a:lnTo>
                <a:lnTo>
                  <a:pt x="131597" y="800888"/>
                </a:lnTo>
                <a:lnTo>
                  <a:pt x="129515" y="800888"/>
                </a:lnTo>
                <a:close/>
                <a:moveTo>
                  <a:pt x="309863" y="800148"/>
                </a:moveTo>
                <a:lnTo>
                  <a:pt x="314861" y="800148"/>
                </a:lnTo>
                <a:lnTo>
                  <a:pt x="314861" y="800888"/>
                </a:lnTo>
                <a:lnTo>
                  <a:pt x="309863" y="800888"/>
                </a:lnTo>
                <a:close/>
                <a:moveTo>
                  <a:pt x="344017" y="800148"/>
                </a:moveTo>
                <a:lnTo>
                  <a:pt x="354430" y="800148"/>
                </a:lnTo>
                <a:lnTo>
                  <a:pt x="354430" y="800888"/>
                </a:lnTo>
                <a:lnTo>
                  <a:pt x="344017" y="800888"/>
                </a:lnTo>
                <a:close/>
                <a:moveTo>
                  <a:pt x="237391" y="800148"/>
                </a:moveTo>
                <a:lnTo>
                  <a:pt x="283623" y="800148"/>
                </a:lnTo>
                <a:lnTo>
                  <a:pt x="283623" y="800888"/>
                </a:lnTo>
                <a:lnTo>
                  <a:pt x="237391" y="800888"/>
                </a:lnTo>
                <a:close/>
                <a:moveTo>
                  <a:pt x="319860" y="800148"/>
                </a:moveTo>
                <a:lnTo>
                  <a:pt x="339852" y="800148"/>
                </a:lnTo>
                <a:lnTo>
                  <a:pt x="339852" y="800888"/>
                </a:lnTo>
                <a:lnTo>
                  <a:pt x="319860" y="800888"/>
                </a:lnTo>
                <a:close/>
                <a:moveTo>
                  <a:pt x="73286" y="799408"/>
                </a:moveTo>
                <a:lnTo>
                  <a:pt x="77034" y="799408"/>
                </a:lnTo>
                <a:lnTo>
                  <a:pt x="77034" y="800888"/>
                </a:lnTo>
                <a:lnTo>
                  <a:pt x="73286" y="800888"/>
                </a:lnTo>
                <a:close/>
                <a:moveTo>
                  <a:pt x="358178" y="800148"/>
                </a:moveTo>
                <a:lnTo>
                  <a:pt x="359428" y="800148"/>
                </a:lnTo>
                <a:lnTo>
                  <a:pt x="359428" y="800888"/>
                </a:lnTo>
                <a:lnTo>
                  <a:pt x="358178" y="800888"/>
                </a:lnTo>
                <a:close/>
                <a:moveTo>
                  <a:pt x="359844" y="797927"/>
                </a:moveTo>
                <a:lnTo>
                  <a:pt x="374839" y="797927"/>
                </a:lnTo>
                <a:lnTo>
                  <a:pt x="374839" y="801628"/>
                </a:lnTo>
                <a:lnTo>
                  <a:pt x="359844" y="801628"/>
                </a:lnTo>
                <a:close/>
                <a:moveTo>
                  <a:pt x="129931" y="800888"/>
                </a:moveTo>
                <a:lnTo>
                  <a:pt x="131597" y="800888"/>
                </a:lnTo>
                <a:lnTo>
                  <a:pt x="131597" y="801628"/>
                </a:lnTo>
                <a:lnTo>
                  <a:pt x="129931" y="801628"/>
                </a:lnTo>
                <a:close/>
                <a:moveTo>
                  <a:pt x="284040" y="800888"/>
                </a:moveTo>
                <a:lnTo>
                  <a:pt x="309447" y="800888"/>
                </a:lnTo>
                <a:lnTo>
                  <a:pt x="309447" y="801628"/>
                </a:lnTo>
                <a:lnTo>
                  <a:pt x="284040" y="801628"/>
                </a:lnTo>
                <a:close/>
                <a:moveTo>
                  <a:pt x="346100" y="800888"/>
                </a:moveTo>
                <a:lnTo>
                  <a:pt x="354430" y="800888"/>
                </a:lnTo>
                <a:lnTo>
                  <a:pt x="354430" y="801628"/>
                </a:lnTo>
                <a:lnTo>
                  <a:pt x="346100" y="801628"/>
                </a:lnTo>
                <a:close/>
                <a:moveTo>
                  <a:pt x="315694" y="800888"/>
                </a:moveTo>
                <a:lnTo>
                  <a:pt x="342351" y="800888"/>
                </a:lnTo>
                <a:lnTo>
                  <a:pt x="342351" y="801628"/>
                </a:lnTo>
                <a:lnTo>
                  <a:pt x="315694" y="801628"/>
                </a:lnTo>
                <a:close/>
                <a:moveTo>
                  <a:pt x="138678" y="799408"/>
                </a:moveTo>
                <a:lnTo>
                  <a:pt x="197406" y="799408"/>
                </a:lnTo>
                <a:lnTo>
                  <a:pt x="197406" y="801628"/>
                </a:lnTo>
                <a:lnTo>
                  <a:pt x="138678" y="801628"/>
                </a:lnTo>
                <a:close/>
                <a:moveTo>
                  <a:pt x="257800" y="800888"/>
                </a:moveTo>
                <a:lnTo>
                  <a:pt x="283623" y="800888"/>
                </a:lnTo>
                <a:lnTo>
                  <a:pt x="283623" y="801628"/>
                </a:lnTo>
                <a:lnTo>
                  <a:pt x="257800" y="801628"/>
                </a:lnTo>
                <a:close/>
                <a:moveTo>
                  <a:pt x="237391" y="800888"/>
                </a:moveTo>
                <a:lnTo>
                  <a:pt x="253634" y="800888"/>
                </a:lnTo>
                <a:lnTo>
                  <a:pt x="253634" y="801628"/>
                </a:lnTo>
                <a:lnTo>
                  <a:pt x="237391" y="801628"/>
                </a:lnTo>
                <a:close/>
                <a:moveTo>
                  <a:pt x="310280" y="800888"/>
                </a:moveTo>
                <a:lnTo>
                  <a:pt x="311529" y="800888"/>
                </a:lnTo>
                <a:lnTo>
                  <a:pt x="311529" y="801628"/>
                </a:lnTo>
                <a:lnTo>
                  <a:pt x="310280" y="801628"/>
                </a:lnTo>
                <a:close/>
                <a:moveTo>
                  <a:pt x="358178" y="800888"/>
                </a:moveTo>
                <a:lnTo>
                  <a:pt x="359011" y="800888"/>
                </a:lnTo>
                <a:lnTo>
                  <a:pt x="359011" y="801628"/>
                </a:lnTo>
                <a:lnTo>
                  <a:pt x="358178" y="801628"/>
                </a:lnTo>
                <a:close/>
                <a:moveTo>
                  <a:pt x="284040" y="801628"/>
                </a:moveTo>
                <a:lnTo>
                  <a:pt x="309863" y="801628"/>
                </a:lnTo>
                <a:lnTo>
                  <a:pt x="309863" y="802369"/>
                </a:lnTo>
                <a:lnTo>
                  <a:pt x="284040" y="802369"/>
                </a:lnTo>
                <a:close/>
                <a:moveTo>
                  <a:pt x="73286" y="800888"/>
                </a:moveTo>
                <a:lnTo>
                  <a:pt x="77451" y="800888"/>
                </a:lnTo>
                <a:lnTo>
                  <a:pt x="77451" y="802369"/>
                </a:lnTo>
                <a:lnTo>
                  <a:pt x="73286" y="802369"/>
                </a:lnTo>
                <a:close/>
                <a:moveTo>
                  <a:pt x="312779" y="801628"/>
                </a:moveTo>
                <a:lnTo>
                  <a:pt x="345267" y="801628"/>
                </a:lnTo>
                <a:lnTo>
                  <a:pt x="345267" y="802369"/>
                </a:lnTo>
                <a:lnTo>
                  <a:pt x="312779" y="802369"/>
                </a:lnTo>
                <a:close/>
                <a:moveTo>
                  <a:pt x="347766" y="801628"/>
                </a:moveTo>
                <a:lnTo>
                  <a:pt x="354430" y="801628"/>
                </a:lnTo>
                <a:lnTo>
                  <a:pt x="354430" y="802369"/>
                </a:lnTo>
                <a:lnTo>
                  <a:pt x="347766" y="802369"/>
                </a:lnTo>
                <a:close/>
                <a:moveTo>
                  <a:pt x="237391" y="801628"/>
                </a:moveTo>
                <a:lnTo>
                  <a:pt x="253218" y="801628"/>
                </a:lnTo>
                <a:lnTo>
                  <a:pt x="253218" y="802369"/>
                </a:lnTo>
                <a:lnTo>
                  <a:pt x="237391" y="802369"/>
                </a:lnTo>
                <a:close/>
                <a:moveTo>
                  <a:pt x="355263" y="800888"/>
                </a:moveTo>
                <a:lnTo>
                  <a:pt x="357762" y="800888"/>
                </a:lnTo>
                <a:lnTo>
                  <a:pt x="357762" y="803109"/>
                </a:lnTo>
                <a:lnTo>
                  <a:pt x="355263" y="803109"/>
                </a:lnTo>
                <a:close/>
                <a:moveTo>
                  <a:pt x="199072" y="797187"/>
                </a:moveTo>
                <a:lnTo>
                  <a:pt x="236974" y="797187"/>
                </a:lnTo>
                <a:lnTo>
                  <a:pt x="236974" y="803109"/>
                </a:lnTo>
                <a:lnTo>
                  <a:pt x="199072" y="803109"/>
                </a:lnTo>
                <a:close/>
                <a:moveTo>
                  <a:pt x="73286" y="802369"/>
                </a:moveTo>
                <a:lnTo>
                  <a:pt x="78284" y="802369"/>
                </a:lnTo>
                <a:lnTo>
                  <a:pt x="78284" y="803109"/>
                </a:lnTo>
                <a:lnTo>
                  <a:pt x="73286" y="803109"/>
                </a:lnTo>
                <a:close/>
                <a:moveTo>
                  <a:pt x="284040" y="802369"/>
                </a:moveTo>
                <a:lnTo>
                  <a:pt x="310696" y="802369"/>
                </a:lnTo>
                <a:lnTo>
                  <a:pt x="310696" y="803109"/>
                </a:lnTo>
                <a:lnTo>
                  <a:pt x="284040" y="803109"/>
                </a:lnTo>
                <a:close/>
                <a:moveTo>
                  <a:pt x="311946" y="802369"/>
                </a:moveTo>
                <a:lnTo>
                  <a:pt x="346933" y="802369"/>
                </a:lnTo>
                <a:lnTo>
                  <a:pt x="346933" y="803109"/>
                </a:lnTo>
                <a:lnTo>
                  <a:pt x="311946" y="803109"/>
                </a:lnTo>
                <a:close/>
                <a:moveTo>
                  <a:pt x="359428" y="801628"/>
                </a:moveTo>
                <a:lnTo>
                  <a:pt x="374839" y="801628"/>
                </a:lnTo>
                <a:lnTo>
                  <a:pt x="374839" y="803109"/>
                </a:lnTo>
                <a:lnTo>
                  <a:pt x="359428" y="803109"/>
                </a:lnTo>
                <a:close/>
                <a:moveTo>
                  <a:pt x="349432" y="802369"/>
                </a:moveTo>
                <a:lnTo>
                  <a:pt x="354430" y="802369"/>
                </a:lnTo>
                <a:lnTo>
                  <a:pt x="354430" y="803109"/>
                </a:lnTo>
                <a:lnTo>
                  <a:pt x="349432" y="803109"/>
                </a:lnTo>
                <a:close/>
                <a:moveTo>
                  <a:pt x="130348" y="801628"/>
                </a:moveTo>
                <a:lnTo>
                  <a:pt x="132014" y="801628"/>
                </a:lnTo>
                <a:lnTo>
                  <a:pt x="132014" y="803109"/>
                </a:lnTo>
                <a:lnTo>
                  <a:pt x="130348" y="803109"/>
                </a:lnTo>
                <a:close/>
                <a:moveTo>
                  <a:pt x="237391" y="802369"/>
                </a:moveTo>
                <a:lnTo>
                  <a:pt x="239057" y="802369"/>
                </a:lnTo>
                <a:lnTo>
                  <a:pt x="239057" y="803109"/>
                </a:lnTo>
                <a:lnTo>
                  <a:pt x="237391" y="803109"/>
                </a:lnTo>
                <a:close/>
                <a:moveTo>
                  <a:pt x="241139" y="802369"/>
                </a:moveTo>
                <a:lnTo>
                  <a:pt x="252801" y="802369"/>
                </a:lnTo>
                <a:lnTo>
                  <a:pt x="252801" y="803109"/>
                </a:lnTo>
                <a:lnTo>
                  <a:pt x="241139" y="803109"/>
                </a:lnTo>
                <a:close/>
                <a:moveTo>
                  <a:pt x="82865" y="799408"/>
                </a:moveTo>
                <a:lnTo>
                  <a:pt x="121184" y="799408"/>
                </a:lnTo>
                <a:lnTo>
                  <a:pt x="121184" y="803109"/>
                </a:lnTo>
                <a:lnTo>
                  <a:pt x="82865" y="803109"/>
                </a:lnTo>
                <a:close/>
                <a:moveTo>
                  <a:pt x="73286" y="803109"/>
                </a:moveTo>
                <a:lnTo>
                  <a:pt x="79117" y="803109"/>
                </a:lnTo>
                <a:lnTo>
                  <a:pt x="79117" y="803849"/>
                </a:lnTo>
                <a:lnTo>
                  <a:pt x="73286" y="803849"/>
                </a:lnTo>
                <a:close/>
                <a:moveTo>
                  <a:pt x="239473" y="803109"/>
                </a:moveTo>
                <a:lnTo>
                  <a:pt x="252801" y="803109"/>
                </a:lnTo>
                <a:lnTo>
                  <a:pt x="252801" y="803849"/>
                </a:lnTo>
                <a:lnTo>
                  <a:pt x="239473" y="803849"/>
                </a:lnTo>
                <a:close/>
                <a:moveTo>
                  <a:pt x="130348" y="803109"/>
                </a:moveTo>
                <a:lnTo>
                  <a:pt x="132430" y="803109"/>
                </a:lnTo>
                <a:lnTo>
                  <a:pt x="132430" y="803849"/>
                </a:lnTo>
                <a:lnTo>
                  <a:pt x="130348" y="803849"/>
                </a:lnTo>
                <a:close/>
                <a:moveTo>
                  <a:pt x="350681" y="803109"/>
                </a:moveTo>
                <a:lnTo>
                  <a:pt x="354430" y="803109"/>
                </a:lnTo>
                <a:lnTo>
                  <a:pt x="354430" y="803849"/>
                </a:lnTo>
                <a:lnTo>
                  <a:pt x="350681" y="803849"/>
                </a:lnTo>
                <a:close/>
                <a:moveTo>
                  <a:pt x="82865" y="803109"/>
                </a:moveTo>
                <a:lnTo>
                  <a:pt x="121601" y="803109"/>
                </a:lnTo>
                <a:lnTo>
                  <a:pt x="121601" y="803849"/>
                </a:lnTo>
                <a:lnTo>
                  <a:pt x="82865" y="803849"/>
                </a:lnTo>
                <a:close/>
                <a:moveTo>
                  <a:pt x="199072" y="803109"/>
                </a:moveTo>
                <a:lnTo>
                  <a:pt x="236558" y="803109"/>
                </a:lnTo>
                <a:lnTo>
                  <a:pt x="236558" y="803849"/>
                </a:lnTo>
                <a:lnTo>
                  <a:pt x="199072" y="803849"/>
                </a:lnTo>
                <a:close/>
                <a:moveTo>
                  <a:pt x="312362" y="803109"/>
                </a:moveTo>
                <a:lnTo>
                  <a:pt x="348599" y="803109"/>
                </a:lnTo>
                <a:lnTo>
                  <a:pt x="348599" y="803849"/>
                </a:lnTo>
                <a:lnTo>
                  <a:pt x="312362" y="803849"/>
                </a:lnTo>
                <a:close/>
                <a:moveTo>
                  <a:pt x="258216" y="801628"/>
                </a:moveTo>
                <a:lnTo>
                  <a:pt x="283207" y="801628"/>
                </a:lnTo>
                <a:lnTo>
                  <a:pt x="283207" y="803849"/>
                </a:lnTo>
                <a:lnTo>
                  <a:pt x="258216" y="803849"/>
                </a:lnTo>
                <a:close/>
                <a:moveTo>
                  <a:pt x="355263" y="803109"/>
                </a:moveTo>
                <a:lnTo>
                  <a:pt x="356929" y="803109"/>
                </a:lnTo>
                <a:lnTo>
                  <a:pt x="356929" y="803849"/>
                </a:lnTo>
                <a:lnTo>
                  <a:pt x="355263" y="803849"/>
                </a:lnTo>
                <a:close/>
                <a:moveTo>
                  <a:pt x="358595" y="803109"/>
                </a:moveTo>
                <a:lnTo>
                  <a:pt x="374839" y="803109"/>
                </a:lnTo>
                <a:lnTo>
                  <a:pt x="374839" y="803849"/>
                </a:lnTo>
                <a:lnTo>
                  <a:pt x="358595" y="803849"/>
                </a:lnTo>
                <a:close/>
                <a:moveTo>
                  <a:pt x="283623" y="803109"/>
                </a:moveTo>
                <a:lnTo>
                  <a:pt x="311113" y="803109"/>
                </a:lnTo>
                <a:lnTo>
                  <a:pt x="311113" y="803849"/>
                </a:lnTo>
                <a:lnTo>
                  <a:pt x="283623" y="803849"/>
                </a:lnTo>
                <a:close/>
                <a:moveTo>
                  <a:pt x="357762" y="803849"/>
                </a:moveTo>
                <a:lnTo>
                  <a:pt x="374839" y="803849"/>
                </a:lnTo>
                <a:lnTo>
                  <a:pt x="374839" y="804589"/>
                </a:lnTo>
                <a:lnTo>
                  <a:pt x="357762" y="804589"/>
                </a:lnTo>
                <a:close/>
                <a:moveTo>
                  <a:pt x="283623" y="803849"/>
                </a:moveTo>
                <a:lnTo>
                  <a:pt x="311946" y="803849"/>
                </a:lnTo>
                <a:lnTo>
                  <a:pt x="311946" y="804589"/>
                </a:lnTo>
                <a:lnTo>
                  <a:pt x="283623" y="804589"/>
                </a:lnTo>
                <a:close/>
                <a:moveTo>
                  <a:pt x="130348" y="803849"/>
                </a:moveTo>
                <a:lnTo>
                  <a:pt x="132847" y="803849"/>
                </a:lnTo>
                <a:lnTo>
                  <a:pt x="132847" y="804589"/>
                </a:lnTo>
                <a:lnTo>
                  <a:pt x="130348" y="804589"/>
                </a:lnTo>
                <a:close/>
                <a:moveTo>
                  <a:pt x="139094" y="801628"/>
                </a:moveTo>
                <a:lnTo>
                  <a:pt x="197406" y="801628"/>
                </a:lnTo>
                <a:lnTo>
                  <a:pt x="197406" y="804589"/>
                </a:lnTo>
                <a:lnTo>
                  <a:pt x="139094" y="804589"/>
                </a:lnTo>
                <a:close/>
                <a:moveTo>
                  <a:pt x="199072" y="803849"/>
                </a:moveTo>
                <a:lnTo>
                  <a:pt x="234892" y="803849"/>
                </a:lnTo>
                <a:lnTo>
                  <a:pt x="234892" y="804589"/>
                </a:lnTo>
                <a:lnTo>
                  <a:pt x="199072" y="804589"/>
                </a:lnTo>
                <a:close/>
                <a:moveTo>
                  <a:pt x="312779" y="803849"/>
                </a:moveTo>
                <a:lnTo>
                  <a:pt x="349848" y="803849"/>
                </a:lnTo>
                <a:lnTo>
                  <a:pt x="349848" y="804589"/>
                </a:lnTo>
                <a:lnTo>
                  <a:pt x="312779" y="804589"/>
                </a:lnTo>
                <a:close/>
                <a:moveTo>
                  <a:pt x="39548" y="789045"/>
                </a:moveTo>
                <a:lnTo>
                  <a:pt x="66205" y="789045"/>
                </a:lnTo>
                <a:lnTo>
                  <a:pt x="66205" y="805329"/>
                </a:lnTo>
                <a:lnTo>
                  <a:pt x="39548" y="805329"/>
                </a:lnTo>
                <a:close/>
                <a:moveTo>
                  <a:pt x="199072" y="804589"/>
                </a:moveTo>
                <a:lnTo>
                  <a:pt x="233225" y="804589"/>
                </a:lnTo>
                <a:lnTo>
                  <a:pt x="233225" y="805329"/>
                </a:lnTo>
                <a:lnTo>
                  <a:pt x="199072" y="805329"/>
                </a:lnTo>
                <a:close/>
                <a:moveTo>
                  <a:pt x="313612" y="804589"/>
                </a:moveTo>
                <a:lnTo>
                  <a:pt x="352347" y="804589"/>
                </a:lnTo>
                <a:lnTo>
                  <a:pt x="352347" y="805329"/>
                </a:lnTo>
                <a:lnTo>
                  <a:pt x="313612" y="805329"/>
                </a:lnTo>
                <a:close/>
                <a:moveTo>
                  <a:pt x="355679" y="804589"/>
                </a:moveTo>
                <a:lnTo>
                  <a:pt x="374839" y="804589"/>
                </a:lnTo>
                <a:lnTo>
                  <a:pt x="374839" y="805329"/>
                </a:lnTo>
                <a:lnTo>
                  <a:pt x="355679" y="805329"/>
                </a:lnTo>
                <a:close/>
                <a:moveTo>
                  <a:pt x="237807" y="803849"/>
                </a:moveTo>
                <a:lnTo>
                  <a:pt x="252801" y="803849"/>
                </a:lnTo>
                <a:lnTo>
                  <a:pt x="252801" y="805329"/>
                </a:lnTo>
                <a:lnTo>
                  <a:pt x="237807" y="805329"/>
                </a:lnTo>
                <a:close/>
                <a:moveTo>
                  <a:pt x="130348" y="804589"/>
                </a:moveTo>
                <a:lnTo>
                  <a:pt x="133680" y="804589"/>
                </a:lnTo>
                <a:lnTo>
                  <a:pt x="133680" y="805329"/>
                </a:lnTo>
                <a:lnTo>
                  <a:pt x="130348" y="805329"/>
                </a:lnTo>
                <a:close/>
                <a:moveTo>
                  <a:pt x="83282" y="803849"/>
                </a:moveTo>
                <a:lnTo>
                  <a:pt x="121601" y="803849"/>
                </a:lnTo>
                <a:lnTo>
                  <a:pt x="121601" y="805329"/>
                </a:lnTo>
                <a:lnTo>
                  <a:pt x="83282" y="805329"/>
                </a:lnTo>
                <a:close/>
                <a:moveTo>
                  <a:pt x="138678" y="804589"/>
                </a:moveTo>
                <a:lnTo>
                  <a:pt x="197406" y="804589"/>
                </a:lnTo>
                <a:lnTo>
                  <a:pt x="197406" y="805329"/>
                </a:lnTo>
                <a:lnTo>
                  <a:pt x="138678" y="805329"/>
                </a:lnTo>
                <a:close/>
                <a:moveTo>
                  <a:pt x="283207" y="804589"/>
                </a:moveTo>
                <a:lnTo>
                  <a:pt x="284456" y="804589"/>
                </a:lnTo>
                <a:lnTo>
                  <a:pt x="284456" y="805329"/>
                </a:lnTo>
                <a:lnTo>
                  <a:pt x="283207" y="805329"/>
                </a:lnTo>
                <a:close/>
                <a:moveTo>
                  <a:pt x="73702" y="803849"/>
                </a:moveTo>
                <a:lnTo>
                  <a:pt x="79533" y="803849"/>
                </a:lnTo>
                <a:lnTo>
                  <a:pt x="79533" y="805329"/>
                </a:lnTo>
                <a:lnTo>
                  <a:pt x="73702" y="805329"/>
                </a:lnTo>
                <a:close/>
                <a:moveTo>
                  <a:pt x="284873" y="804589"/>
                </a:moveTo>
                <a:lnTo>
                  <a:pt x="312362" y="804589"/>
                </a:lnTo>
                <a:lnTo>
                  <a:pt x="312362" y="805329"/>
                </a:lnTo>
                <a:lnTo>
                  <a:pt x="284873" y="805329"/>
                </a:lnTo>
                <a:close/>
                <a:moveTo>
                  <a:pt x="235725" y="804589"/>
                </a:moveTo>
                <a:lnTo>
                  <a:pt x="237391" y="804589"/>
                </a:lnTo>
                <a:lnTo>
                  <a:pt x="237391" y="805329"/>
                </a:lnTo>
                <a:lnTo>
                  <a:pt x="235725" y="805329"/>
                </a:lnTo>
                <a:close/>
                <a:moveTo>
                  <a:pt x="258216" y="803849"/>
                </a:moveTo>
                <a:lnTo>
                  <a:pt x="282790" y="803849"/>
                </a:lnTo>
                <a:lnTo>
                  <a:pt x="282790" y="805329"/>
                </a:lnTo>
                <a:lnTo>
                  <a:pt x="258216" y="805329"/>
                </a:lnTo>
                <a:close/>
                <a:moveTo>
                  <a:pt x="83698" y="805329"/>
                </a:moveTo>
                <a:lnTo>
                  <a:pt x="122017" y="805329"/>
                </a:lnTo>
                <a:lnTo>
                  <a:pt x="122017" y="806070"/>
                </a:lnTo>
                <a:lnTo>
                  <a:pt x="83698" y="806070"/>
                </a:lnTo>
                <a:close/>
                <a:moveTo>
                  <a:pt x="234059" y="805329"/>
                </a:moveTo>
                <a:lnTo>
                  <a:pt x="237391" y="805329"/>
                </a:lnTo>
                <a:lnTo>
                  <a:pt x="237391" y="806070"/>
                </a:lnTo>
                <a:lnTo>
                  <a:pt x="234059" y="806070"/>
                </a:lnTo>
                <a:close/>
                <a:moveTo>
                  <a:pt x="136179" y="805329"/>
                </a:moveTo>
                <a:lnTo>
                  <a:pt x="197406" y="805329"/>
                </a:lnTo>
                <a:lnTo>
                  <a:pt x="197406" y="806070"/>
                </a:lnTo>
                <a:lnTo>
                  <a:pt x="136179" y="806070"/>
                </a:lnTo>
                <a:close/>
                <a:moveTo>
                  <a:pt x="237807" y="805329"/>
                </a:moveTo>
                <a:lnTo>
                  <a:pt x="253218" y="805329"/>
                </a:lnTo>
                <a:lnTo>
                  <a:pt x="253218" y="806070"/>
                </a:lnTo>
                <a:lnTo>
                  <a:pt x="237807" y="806070"/>
                </a:lnTo>
                <a:close/>
                <a:moveTo>
                  <a:pt x="283207" y="805329"/>
                </a:moveTo>
                <a:lnTo>
                  <a:pt x="284040" y="805329"/>
                </a:lnTo>
                <a:lnTo>
                  <a:pt x="284040" y="806070"/>
                </a:lnTo>
                <a:lnTo>
                  <a:pt x="283207" y="806070"/>
                </a:lnTo>
                <a:close/>
                <a:moveTo>
                  <a:pt x="286955" y="805329"/>
                </a:moveTo>
                <a:lnTo>
                  <a:pt x="313195" y="805329"/>
                </a:lnTo>
                <a:lnTo>
                  <a:pt x="313195" y="806070"/>
                </a:lnTo>
                <a:lnTo>
                  <a:pt x="286955" y="806070"/>
                </a:lnTo>
                <a:close/>
                <a:moveTo>
                  <a:pt x="130348" y="805329"/>
                </a:moveTo>
                <a:lnTo>
                  <a:pt x="135346" y="805329"/>
                </a:lnTo>
                <a:lnTo>
                  <a:pt x="135346" y="806070"/>
                </a:lnTo>
                <a:lnTo>
                  <a:pt x="130348" y="806070"/>
                </a:lnTo>
                <a:close/>
                <a:moveTo>
                  <a:pt x="314028" y="805329"/>
                </a:moveTo>
                <a:lnTo>
                  <a:pt x="374839" y="805329"/>
                </a:lnTo>
                <a:lnTo>
                  <a:pt x="374839" y="806070"/>
                </a:lnTo>
                <a:lnTo>
                  <a:pt x="314028" y="806070"/>
                </a:lnTo>
                <a:close/>
                <a:moveTo>
                  <a:pt x="199072" y="805329"/>
                </a:moveTo>
                <a:lnTo>
                  <a:pt x="231559" y="805329"/>
                </a:lnTo>
                <a:lnTo>
                  <a:pt x="231559" y="806070"/>
                </a:lnTo>
                <a:lnTo>
                  <a:pt x="199072" y="806070"/>
                </a:lnTo>
                <a:close/>
                <a:moveTo>
                  <a:pt x="257800" y="805329"/>
                </a:moveTo>
                <a:lnTo>
                  <a:pt x="282374" y="805329"/>
                </a:lnTo>
                <a:lnTo>
                  <a:pt x="282374" y="806070"/>
                </a:lnTo>
                <a:lnTo>
                  <a:pt x="257800" y="806070"/>
                </a:lnTo>
                <a:close/>
                <a:moveTo>
                  <a:pt x="74119" y="805329"/>
                </a:moveTo>
                <a:lnTo>
                  <a:pt x="79533" y="805329"/>
                </a:lnTo>
                <a:lnTo>
                  <a:pt x="79533" y="806810"/>
                </a:lnTo>
                <a:lnTo>
                  <a:pt x="74119" y="806810"/>
                </a:lnTo>
                <a:close/>
                <a:moveTo>
                  <a:pt x="84115" y="806070"/>
                </a:moveTo>
                <a:lnTo>
                  <a:pt x="122434" y="806070"/>
                </a:lnTo>
                <a:lnTo>
                  <a:pt x="122434" y="806810"/>
                </a:lnTo>
                <a:lnTo>
                  <a:pt x="84115" y="806810"/>
                </a:lnTo>
                <a:close/>
                <a:moveTo>
                  <a:pt x="231976" y="806070"/>
                </a:moveTo>
                <a:lnTo>
                  <a:pt x="237391" y="806070"/>
                </a:lnTo>
                <a:lnTo>
                  <a:pt x="237391" y="806810"/>
                </a:lnTo>
                <a:lnTo>
                  <a:pt x="231976" y="806810"/>
                </a:lnTo>
                <a:close/>
                <a:moveTo>
                  <a:pt x="314445" y="806070"/>
                </a:moveTo>
                <a:lnTo>
                  <a:pt x="374839" y="806070"/>
                </a:lnTo>
                <a:lnTo>
                  <a:pt x="374839" y="806810"/>
                </a:lnTo>
                <a:lnTo>
                  <a:pt x="314445" y="806810"/>
                </a:lnTo>
                <a:close/>
                <a:moveTo>
                  <a:pt x="238224" y="806070"/>
                </a:moveTo>
                <a:lnTo>
                  <a:pt x="254467" y="806070"/>
                </a:lnTo>
                <a:lnTo>
                  <a:pt x="254467" y="806810"/>
                </a:lnTo>
                <a:lnTo>
                  <a:pt x="238224" y="806810"/>
                </a:lnTo>
                <a:close/>
                <a:moveTo>
                  <a:pt x="289038" y="806070"/>
                </a:moveTo>
                <a:lnTo>
                  <a:pt x="313612" y="806070"/>
                </a:lnTo>
                <a:lnTo>
                  <a:pt x="313612" y="806810"/>
                </a:lnTo>
                <a:lnTo>
                  <a:pt x="289038" y="806810"/>
                </a:lnTo>
                <a:close/>
                <a:moveTo>
                  <a:pt x="282790" y="806070"/>
                </a:moveTo>
                <a:lnTo>
                  <a:pt x="286122" y="806070"/>
                </a:lnTo>
                <a:lnTo>
                  <a:pt x="286122" y="806810"/>
                </a:lnTo>
                <a:lnTo>
                  <a:pt x="282790" y="806810"/>
                </a:lnTo>
                <a:close/>
                <a:moveTo>
                  <a:pt x="256550" y="806070"/>
                </a:moveTo>
                <a:lnTo>
                  <a:pt x="281957" y="806070"/>
                </a:lnTo>
                <a:lnTo>
                  <a:pt x="281957" y="806810"/>
                </a:lnTo>
                <a:lnTo>
                  <a:pt x="256550" y="806810"/>
                </a:lnTo>
                <a:close/>
                <a:moveTo>
                  <a:pt x="130348" y="806070"/>
                </a:moveTo>
                <a:lnTo>
                  <a:pt x="197406" y="806070"/>
                </a:lnTo>
                <a:lnTo>
                  <a:pt x="197406" y="806810"/>
                </a:lnTo>
                <a:lnTo>
                  <a:pt x="130348" y="806810"/>
                </a:lnTo>
                <a:close/>
                <a:moveTo>
                  <a:pt x="199072" y="806070"/>
                </a:moveTo>
                <a:lnTo>
                  <a:pt x="229477" y="806070"/>
                </a:lnTo>
                <a:lnTo>
                  <a:pt x="229477" y="806810"/>
                </a:lnTo>
                <a:lnTo>
                  <a:pt x="199072" y="806810"/>
                </a:lnTo>
                <a:close/>
                <a:moveTo>
                  <a:pt x="238224" y="806810"/>
                </a:moveTo>
                <a:lnTo>
                  <a:pt x="254884" y="806810"/>
                </a:lnTo>
                <a:lnTo>
                  <a:pt x="254884" y="807550"/>
                </a:lnTo>
                <a:lnTo>
                  <a:pt x="238224" y="807550"/>
                </a:lnTo>
                <a:close/>
                <a:moveTo>
                  <a:pt x="314861" y="806810"/>
                </a:moveTo>
                <a:lnTo>
                  <a:pt x="374839" y="806810"/>
                </a:lnTo>
                <a:lnTo>
                  <a:pt x="374839" y="807550"/>
                </a:lnTo>
                <a:lnTo>
                  <a:pt x="314861" y="807550"/>
                </a:lnTo>
                <a:close/>
                <a:moveTo>
                  <a:pt x="290704" y="806810"/>
                </a:moveTo>
                <a:lnTo>
                  <a:pt x="314028" y="806810"/>
                </a:lnTo>
                <a:lnTo>
                  <a:pt x="314028" y="807550"/>
                </a:lnTo>
                <a:lnTo>
                  <a:pt x="290704" y="807550"/>
                </a:lnTo>
                <a:close/>
                <a:moveTo>
                  <a:pt x="87031" y="806810"/>
                </a:moveTo>
                <a:lnTo>
                  <a:pt x="122850" y="806810"/>
                </a:lnTo>
                <a:lnTo>
                  <a:pt x="122850" y="807550"/>
                </a:lnTo>
                <a:lnTo>
                  <a:pt x="87031" y="807550"/>
                </a:lnTo>
                <a:close/>
                <a:moveTo>
                  <a:pt x="256134" y="806810"/>
                </a:moveTo>
                <a:lnTo>
                  <a:pt x="281957" y="806810"/>
                </a:lnTo>
                <a:lnTo>
                  <a:pt x="281957" y="807550"/>
                </a:lnTo>
                <a:lnTo>
                  <a:pt x="256134" y="807550"/>
                </a:lnTo>
                <a:close/>
                <a:moveTo>
                  <a:pt x="74535" y="806810"/>
                </a:moveTo>
                <a:lnTo>
                  <a:pt x="79533" y="806810"/>
                </a:lnTo>
                <a:lnTo>
                  <a:pt x="79533" y="807550"/>
                </a:lnTo>
                <a:lnTo>
                  <a:pt x="74535" y="807550"/>
                </a:lnTo>
                <a:close/>
                <a:moveTo>
                  <a:pt x="282790" y="806810"/>
                </a:moveTo>
                <a:lnTo>
                  <a:pt x="288205" y="806810"/>
                </a:lnTo>
                <a:lnTo>
                  <a:pt x="288205" y="807550"/>
                </a:lnTo>
                <a:lnTo>
                  <a:pt x="282790" y="807550"/>
                </a:lnTo>
                <a:close/>
                <a:moveTo>
                  <a:pt x="128682" y="806810"/>
                </a:moveTo>
                <a:lnTo>
                  <a:pt x="197406" y="806810"/>
                </a:lnTo>
                <a:lnTo>
                  <a:pt x="197406" y="807550"/>
                </a:lnTo>
                <a:lnTo>
                  <a:pt x="128682" y="807550"/>
                </a:lnTo>
                <a:close/>
                <a:moveTo>
                  <a:pt x="230310" y="806810"/>
                </a:moveTo>
                <a:lnTo>
                  <a:pt x="237807" y="806810"/>
                </a:lnTo>
                <a:lnTo>
                  <a:pt x="237807" y="807550"/>
                </a:lnTo>
                <a:lnTo>
                  <a:pt x="230310" y="807550"/>
                </a:lnTo>
                <a:close/>
                <a:moveTo>
                  <a:pt x="292786" y="807550"/>
                </a:moveTo>
                <a:lnTo>
                  <a:pt x="312362" y="807550"/>
                </a:lnTo>
                <a:lnTo>
                  <a:pt x="312362" y="808290"/>
                </a:lnTo>
                <a:lnTo>
                  <a:pt x="292786" y="808290"/>
                </a:lnTo>
                <a:close/>
                <a:moveTo>
                  <a:pt x="282374" y="807550"/>
                </a:moveTo>
                <a:lnTo>
                  <a:pt x="289871" y="807550"/>
                </a:lnTo>
                <a:lnTo>
                  <a:pt x="289871" y="808290"/>
                </a:lnTo>
                <a:lnTo>
                  <a:pt x="282374" y="808290"/>
                </a:lnTo>
                <a:close/>
                <a:moveTo>
                  <a:pt x="256134" y="807550"/>
                </a:moveTo>
                <a:lnTo>
                  <a:pt x="281541" y="807550"/>
                </a:lnTo>
                <a:lnTo>
                  <a:pt x="281541" y="808290"/>
                </a:lnTo>
                <a:lnTo>
                  <a:pt x="256134" y="808290"/>
                </a:lnTo>
                <a:close/>
                <a:moveTo>
                  <a:pt x="238640" y="807550"/>
                </a:moveTo>
                <a:lnTo>
                  <a:pt x="254884" y="807550"/>
                </a:lnTo>
                <a:lnTo>
                  <a:pt x="254884" y="808290"/>
                </a:lnTo>
                <a:lnTo>
                  <a:pt x="238640" y="808290"/>
                </a:lnTo>
                <a:close/>
                <a:moveTo>
                  <a:pt x="312779" y="807550"/>
                </a:moveTo>
                <a:lnTo>
                  <a:pt x="314445" y="807550"/>
                </a:lnTo>
                <a:lnTo>
                  <a:pt x="314445" y="808290"/>
                </a:lnTo>
                <a:lnTo>
                  <a:pt x="312779" y="808290"/>
                </a:lnTo>
                <a:close/>
                <a:moveTo>
                  <a:pt x="74535" y="807550"/>
                </a:moveTo>
                <a:lnTo>
                  <a:pt x="79950" y="807550"/>
                </a:lnTo>
                <a:lnTo>
                  <a:pt x="79950" y="808290"/>
                </a:lnTo>
                <a:lnTo>
                  <a:pt x="74535" y="808290"/>
                </a:lnTo>
                <a:close/>
                <a:moveTo>
                  <a:pt x="39548" y="805329"/>
                </a:moveTo>
                <a:lnTo>
                  <a:pt x="66622" y="805329"/>
                </a:lnTo>
                <a:lnTo>
                  <a:pt x="66622" y="808290"/>
                </a:lnTo>
                <a:lnTo>
                  <a:pt x="39548" y="808290"/>
                </a:lnTo>
                <a:close/>
                <a:moveTo>
                  <a:pt x="229060" y="807550"/>
                </a:moveTo>
                <a:lnTo>
                  <a:pt x="237807" y="807550"/>
                </a:lnTo>
                <a:lnTo>
                  <a:pt x="237807" y="808290"/>
                </a:lnTo>
                <a:lnTo>
                  <a:pt x="229060" y="808290"/>
                </a:lnTo>
                <a:close/>
                <a:moveTo>
                  <a:pt x="87031" y="807550"/>
                </a:moveTo>
                <a:lnTo>
                  <a:pt x="197406" y="807550"/>
                </a:lnTo>
                <a:lnTo>
                  <a:pt x="197406" y="808290"/>
                </a:lnTo>
                <a:lnTo>
                  <a:pt x="87031" y="808290"/>
                </a:lnTo>
                <a:close/>
                <a:moveTo>
                  <a:pt x="199072" y="806810"/>
                </a:moveTo>
                <a:lnTo>
                  <a:pt x="228227" y="806810"/>
                </a:lnTo>
                <a:lnTo>
                  <a:pt x="228227" y="808290"/>
                </a:lnTo>
                <a:lnTo>
                  <a:pt x="199072" y="808290"/>
                </a:lnTo>
                <a:close/>
                <a:moveTo>
                  <a:pt x="294869" y="808290"/>
                </a:moveTo>
                <a:lnTo>
                  <a:pt x="309447" y="808290"/>
                </a:lnTo>
                <a:lnTo>
                  <a:pt x="309447" y="809030"/>
                </a:lnTo>
                <a:lnTo>
                  <a:pt x="294869" y="809030"/>
                </a:lnTo>
                <a:close/>
                <a:moveTo>
                  <a:pt x="315278" y="807550"/>
                </a:moveTo>
                <a:lnTo>
                  <a:pt x="374839" y="807550"/>
                </a:lnTo>
                <a:lnTo>
                  <a:pt x="374839" y="809030"/>
                </a:lnTo>
                <a:lnTo>
                  <a:pt x="315278" y="809030"/>
                </a:lnTo>
                <a:close/>
                <a:moveTo>
                  <a:pt x="239057" y="808290"/>
                </a:moveTo>
                <a:lnTo>
                  <a:pt x="254884" y="808290"/>
                </a:lnTo>
                <a:lnTo>
                  <a:pt x="254884" y="809030"/>
                </a:lnTo>
                <a:lnTo>
                  <a:pt x="239057" y="809030"/>
                </a:lnTo>
                <a:close/>
                <a:moveTo>
                  <a:pt x="256134" y="808290"/>
                </a:moveTo>
                <a:lnTo>
                  <a:pt x="281124" y="808290"/>
                </a:lnTo>
                <a:lnTo>
                  <a:pt x="281124" y="809030"/>
                </a:lnTo>
                <a:lnTo>
                  <a:pt x="256134" y="809030"/>
                </a:lnTo>
                <a:close/>
                <a:moveTo>
                  <a:pt x="199072" y="808290"/>
                </a:moveTo>
                <a:lnTo>
                  <a:pt x="238224" y="808290"/>
                </a:lnTo>
                <a:lnTo>
                  <a:pt x="238224" y="809030"/>
                </a:lnTo>
                <a:lnTo>
                  <a:pt x="199072" y="809030"/>
                </a:lnTo>
                <a:close/>
                <a:moveTo>
                  <a:pt x="74952" y="808290"/>
                </a:moveTo>
                <a:lnTo>
                  <a:pt x="79950" y="808290"/>
                </a:lnTo>
                <a:lnTo>
                  <a:pt x="79950" y="809030"/>
                </a:lnTo>
                <a:lnTo>
                  <a:pt x="74952" y="809030"/>
                </a:lnTo>
                <a:close/>
                <a:moveTo>
                  <a:pt x="310280" y="808290"/>
                </a:moveTo>
                <a:lnTo>
                  <a:pt x="311946" y="808290"/>
                </a:lnTo>
                <a:lnTo>
                  <a:pt x="311946" y="809030"/>
                </a:lnTo>
                <a:lnTo>
                  <a:pt x="310280" y="809030"/>
                </a:lnTo>
                <a:close/>
                <a:moveTo>
                  <a:pt x="281957" y="808290"/>
                </a:moveTo>
                <a:lnTo>
                  <a:pt x="291953" y="808290"/>
                </a:lnTo>
                <a:lnTo>
                  <a:pt x="291953" y="809030"/>
                </a:lnTo>
                <a:lnTo>
                  <a:pt x="281957" y="809030"/>
                </a:lnTo>
                <a:close/>
                <a:moveTo>
                  <a:pt x="313195" y="808290"/>
                </a:moveTo>
                <a:lnTo>
                  <a:pt x="314861" y="808290"/>
                </a:lnTo>
                <a:lnTo>
                  <a:pt x="314861" y="809771"/>
                </a:lnTo>
                <a:lnTo>
                  <a:pt x="313195" y="809771"/>
                </a:lnTo>
                <a:close/>
                <a:moveTo>
                  <a:pt x="199072" y="809030"/>
                </a:moveTo>
                <a:lnTo>
                  <a:pt x="238640" y="809030"/>
                </a:lnTo>
                <a:lnTo>
                  <a:pt x="238640" y="809771"/>
                </a:lnTo>
                <a:lnTo>
                  <a:pt x="199072" y="809771"/>
                </a:lnTo>
                <a:close/>
                <a:moveTo>
                  <a:pt x="39548" y="808290"/>
                </a:moveTo>
                <a:lnTo>
                  <a:pt x="67038" y="808290"/>
                </a:lnTo>
                <a:lnTo>
                  <a:pt x="67038" y="809771"/>
                </a:lnTo>
                <a:lnTo>
                  <a:pt x="39548" y="809771"/>
                </a:lnTo>
                <a:close/>
                <a:moveTo>
                  <a:pt x="75785" y="809030"/>
                </a:moveTo>
                <a:lnTo>
                  <a:pt x="77451" y="809030"/>
                </a:lnTo>
                <a:lnTo>
                  <a:pt x="77451" y="809771"/>
                </a:lnTo>
                <a:lnTo>
                  <a:pt x="75785" y="809771"/>
                </a:lnTo>
                <a:close/>
                <a:moveTo>
                  <a:pt x="256134" y="809030"/>
                </a:moveTo>
                <a:lnTo>
                  <a:pt x="280708" y="809030"/>
                </a:lnTo>
                <a:lnTo>
                  <a:pt x="280708" y="809771"/>
                </a:lnTo>
                <a:lnTo>
                  <a:pt x="256134" y="809771"/>
                </a:lnTo>
                <a:close/>
                <a:moveTo>
                  <a:pt x="78284" y="809030"/>
                </a:moveTo>
                <a:lnTo>
                  <a:pt x="79950" y="809030"/>
                </a:lnTo>
                <a:lnTo>
                  <a:pt x="79950" y="809771"/>
                </a:lnTo>
                <a:lnTo>
                  <a:pt x="78284" y="809771"/>
                </a:lnTo>
                <a:close/>
                <a:moveTo>
                  <a:pt x="281541" y="809030"/>
                </a:moveTo>
                <a:lnTo>
                  <a:pt x="294036" y="809030"/>
                </a:lnTo>
                <a:lnTo>
                  <a:pt x="294036" y="809771"/>
                </a:lnTo>
                <a:lnTo>
                  <a:pt x="281541" y="809771"/>
                </a:lnTo>
                <a:close/>
                <a:moveTo>
                  <a:pt x="296535" y="809030"/>
                </a:moveTo>
                <a:lnTo>
                  <a:pt x="309863" y="809030"/>
                </a:lnTo>
                <a:lnTo>
                  <a:pt x="309863" y="809771"/>
                </a:lnTo>
                <a:lnTo>
                  <a:pt x="296535" y="809771"/>
                </a:lnTo>
                <a:close/>
                <a:moveTo>
                  <a:pt x="239473" y="809030"/>
                </a:moveTo>
                <a:lnTo>
                  <a:pt x="254884" y="809030"/>
                </a:lnTo>
                <a:lnTo>
                  <a:pt x="254884" y="809771"/>
                </a:lnTo>
                <a:lnTo>
                  <a:pt x="239473" y="809771"/>
                </a:lnTo>
                <a:close/>
                <a:moveTo>
                  <a:pt x="310280" y="809030"/>
                </a:moveTo>
                <a:lnTo>
                  <a:pt x="312779" y="809030"/>
                </a:lnTo>
                <a:lnTo>
                  <a:pt x="312779" y="809771"/>
                </a:lnTo>
                <a:lnTo>
                  <a:pt x="310280" y="809771"/>
                </a:lnTo>
                <a:close/>
                <a:moveTo>
                  <a:pt x="240723" y="809771"/>
                </a:moveTo>
                <a:lnTo>
                  <a:pt x="254884" y="809771"/>
                </a:lnTo>
                <a:lnTo>
                  <a:pt x="254884" y="810511"/>
                </a:lnTo>
                <a:lnTo>
                  <a:pt x="240723" y="810511"/>
                </a:lnTo>
                <a:close/>
                <a:moveTo>
                  <a:pt x="256967" y="809771"/>
                </a:moveTo>
                <a:lnTo>
                  <a:pt x="280291" y="809771"/>
                </a:lnTo>
                <a:lnTo>
                  <a:pt x="280291" y="810511"/>
                </a:lnTo>
                <a:lnTo>
                  <a:pt x="256967" y="810511"/>
                </a:lnTo>
                <a:close/>
                <a:moveTo>
                  <a:pt x="281124" y="809771"/>
                </a:moveTo>
                <a:lnTo>
                  <a:pt x="295702" y="809771"/>
                </a:lnTo>
                <a:lnTo>
                  <a:pt x="295702" y="810511"/>
                </a:lnTo>
                <a:lnTo>
                  <a:pt x="281124" y="810511"/>
                </a:lnTo>
                <a:close/>
                <a:moveTo>
                  <a:pt x="79117" y="809771"/>
                </a:moveTo>
                <a:lnTo>
                  <a:pt x="80366" y="809771"/>
                </a:lnTo>
                <a:lnTo>
                  <a:pt x="80366" y="810511"/>
                </a:lnTo>
                <a:lnTo>
                  <a:pt x="79117" y="810511"/>
                </a:lnTo>
                <a:close/>
                <a:moveTo>
                  <a:pt x="310696" y="809771"/>
                </a:moveTo>
                <a:lnTo>
                  <a:pt x="312779" y="809771"/>
                </a:lnTo>
                <a:lnTo>
                  <a:pt x="312779" y="810511"/>
                </a:lnTo>
                <a:lnTo>
                  <a:pt x="310696" y="810511"/>
                </a:lnTo>
                <a:close/>
                <a:moveTo>
                  <a:pt x="199072" y="809771"/>
                </a:moveTo>
                <a:lnTo>
                  <a:pt x="239057" y="809771"/>
                </a:lnTo>
                <a:lnTo>
                  <a:pt x="239057" y="810511"/>
                </a:lnTo>
                <a:lnTo>
                  <a:pt x="199072" y="810511"/>
                </a:lnTo>
                <a:close/>
                <a:moveTo>
                  <a:pt x="298618" y="809771"/>
                </a:moveTo>
                <a:lnTo>
                  <a:pt x="309863" y="809771"/>
                </a:lnTo>
                <a:lnTo>
                  <a:pt x="309863" y="810511"/>
                </a:lnTo>
                <a:lnTo>
                  <a:pt x="298618" y="810511"/>
                </a:lnTo>
                <a:close/>
                <a:moveTo>
                  <a:pt x="313612" y="809771"/>
                </a:moveTo>
                <a:lnTo>
                  <a:pt x="315278" y="809771"/>
                </a:lnTo>
                <a:lnTo>
                  <a:pt x="315278" y="810511"/>
                </a:lnTo>
                <a:lnTo>
                  <a:pt x="313612" y="810511"/>
                </a:lnTo>
                <a:close/>
                <a:moveTo>
                  <a:pt x="314028" y="810511"/>
                </a:moveTo>
                <a:lnTo>
                  <a:pt x="315278" y="810511"/>
                </a:lnTo>
                <a:lnTo>
                  <a:pt x="315278" y="811251"/>
                </a:lnTo>
                <a:lnTo>
                  <a:pt x="314028" y="811251"/>
                </a:lnTo>
                <a:close/>
                <a:moveTo>
                  <a:pt x="199072" y="810511"/>
                </a:moveTo>
                <a:lnTo>
                  <a:pt x="239890" y="810511"/>
                </a:lnTo>
                <a:lnTo>
                  <a:pt x="239890" y="811251"/>
                </a:lnTo>
                <a:lnTo>
                  <a:pt x="199072" y="811251"/>
                </a:lnTo>
                <a:close/>
                <a:moveTo>
                  <a:pt x="79533" y="810511"/>
                </a:moveTo>
                <a:lnTo>
                  <a:pt x="80366" y="810511"/>
                </a:lnTo>
                <a:lnTo>
                  <a:pt x="80366" y="811251"/>
                </a:lnTo>
                <a:lnTo>
                  <a:pt x="79533" y="811251"/>
                </a:lnTo>
                <a:close/>
                <a:moveTo>
                  <a:pt x="241972" y="810511"/>
                </a:moveTo>
                <a:lnTo>
                  <a:pt x="254467" y="810511"/>
                </a:lnTo>
                <a:lnTo>
                  <a:pt x="254467" y="811251"/>
                </a:lnTo>
                <a:lnTo>
                  <a:pt x="241972" y="811251"/>
                </a:lnTo>
                <a:close/>
                <a:moveTo>
                  <a:pt x="257383" y="810511"/>
                </a:moveTo>
                <a:lnTo>
                  <a:pt x="279458" y="810511"/>
                </a:lnTo>
                <a:lnTo>
                  <a:pt x="279458" y="811251"/>
                </a:lnTo>
                <a:lnTo>
                  <a:pt x="257383" y="811251"/>
                </a:lnTo>
                <a:close/>
                <a:moveTo>
                  <a:pt x="300284" y="810511"/>
                </a:moveTo>
                <a:lnTo>
                  <a:pt x="310280" y="810511"/>
                </a:lnTo>
                <a:lnTo>
                  <a:pt x="310280" y="811251"/>
                </a:lnTo>
                <a:lnTo>
                  <a:pt x="300284" y="811251"/>
                </a:lnTo>
                <a:close/>
                <a:moveTo>
                  <a:pt x="280708" y="810511"/>
                </a:moveTo>
                <a:lnTo>
                  <a:pt x="297784" y="810511"/>
                </a:lnTo>
                <a:lnTo>
                  <a:pt x="297784" y="811251"/>
                </a:lnTo>
                <a:lnTo>
                  <a:pt x="280708" y="811251"/>
                </a:lnTo>
                <a:close/>
                <a:moveTo>
                  <a:pt x="87447" y="808290"/>
                </a:moveTo>
                <a:lnTo>
                  <a:pt x="197406" y="808290"/>
                </a:lnTo>
                <a:lnTo>
                  <a:pt x="197406" y="811251"/>
                </a:lnTo>
                <a:lnTo>
                  <a:pt x="87447" y="811251"/>
                </a:lnTo>
                <a:close/>
                <a:moveTo>
                  <a:pt x="39548" y="809771"/>
                </a:moveTo>
                <a:lnTo>
                  <a:pt x="67455" y="809771"/>
                </a:lnTo>
                <a:lnTo>
                  <a:pt x="67455" y="811251"/>
                </a:lnTo>
                <a:lnTo>
                  <a:pt x="39548" y="811251"/>
                </a:lnTo>
                <a:close/>
                <a:moveTo>
                  <a:pt x="243638" y="811251"/>
                </a:moveTo>
                <a:lnTo>
                  <a:pt x="254467" y="811251"/>
                </a:lnTo>
                <a:lnTo>
                  <a:pt x="254467" y="811991"/>
                </a:lnTo>
                <a:lnTo>
                  <a:pt x="243638" y="811991"/>
                </a:lnTo>
                <a:close/>
                <a:moveTo>
                  <a:pt x="257383" y="811251"/>
                </a:moveTo>
                <a:lnTo>
                  <a:pt x="278625" y="811251"/>
                </a:lnTo>
                <a:lnTo>
                  <a:pt x="278625" y="811991"/>
                </a:lnTo>
                <a:lnTo>
                  <a:pt x="257383" y="811991"/>
                </a:lnTo>
                <a:close/>
                <a:moveTo>
                  <a:pt x="199072" y="811251"/>
                </a:moveTo>
                <a:lnTo>
                  <a:pt x="241139" y="811251"/>
                </a:lnTo>
                <a:lnTo>
                  <a:pt x="241139" y="811991"/>
                </a:lnTo>
                <a:lnTo>
                  <a:pt x="199072" y="811991"/>
                </a:lnTo>
                <a:close/>
                <a:moveTo>
                  <a:pt x="314028" y="811251"/>
                </a:moveTo>
                <a:lnTo>
                  <a:pt x="314861" y="811251"/>
                </a:lnTo>
                <a:lnTo>
                  <a:pt x="314861" y="811991"/>
                </a:lnTo>
                <a:lnTo>
                  <a:pt x="314028" y="811991"/>
                </a:lnTo>
                <a:close/>
                <a:moveTo>
                  <a:pt x="315694" y="809030"/>
                </a:moveTo>
                <a:lnTo>
                  <a:pt x="374839" y="809030"/>
                </a:lnTo>
                <a:lnTo>
                  <a:pt x="374839" y="811991"/>
                </a:lnTo>
                <a:lnTo>
                  <a:pt x="315694" y="811991"/>
                </a:lnTo>
                <a:close/>
                <a:moveTo>
                  <a:pt x="279875" y="811251"/>
                </a:moveTo>
                <a:lnTo>
                  <a:pt x="299451" y="811251"/>
                </a:lnTo>
                <a:lnTo>
                  <a:pt x="299451" y="811991"/>
                </a:lnTo>
                <a:lnTo>
                  <a:pt x="279875" y="811991"/>
                </a:lnTo>
                <a:close/>
                <a:moveTo>
                  <a:pt x="310696" y="810511"/>
                </a:moveTo>
                <a:lnTo>
                  <a:pt x="313195" y="810511"/>
                </a:lnTo>
                <a:lnTo>
                  <a:pt x="313195" y="811991"/>
                </a:lnTo>
                <a:lnTo>
                  <a:pt x="310696" y="811991"/>
                </a:lnTo>
                <a:close/>
                <a:moveTo>
                  <a:pt x="301950" y="811251"/>
                </a:moveTo>
                <a:lnTo>
                  <a:pt x="310280" y="811251"/>
                </a:lnTo>
                <a:lnTo>
                  <a:pt x="310280" y="811991"/>
                </a:lnTo>
                <a:lnTo>
                  <a:pt x="301950" y="811991"/>
                </a:lnTo>
                <a:close/>
                <a:moveTo>
                  <a:pt x="39548" y="811251"/>
                </a:moveTo>
                <a:lnTo>
                  <a:pt x="67871" y="811251"/>
                </a:lnTo>
                <a:lnTo>
                  <a:pt x="67871" y="811991"/>
                </a:lnTo>
                <a:lnTo>
                  <a:pt x="39548" y="811991"/>
                </a:lnTo>
                <a:close/>
                <a:moveTo>
                  <a:pt x="79533" y="811251"/>
                </a:moveTo>
                <a:lnTo>
                  <a:pt x="80783" y="811251"/>
                </a:lnTo>
                <a:lnTo>
                  <a:pt x="80783" y="811991"/>
                </a:lnTo>
                <a:lnTo>
                  <a:pt x="79533" y="811991"/>
                </a:lnTo>
                <a:close/>
                <a:moveTo>
                  <a:pt x="315278" y="811991"/>
                </a:moveTo>
                <a:lnTo>
                  <a:pt x="374839" y="811991"/>
                </a:lnTo>
                <a:lnTo>
                  <a:pt x="374839" y="812731"/>
                </a:lnTo>
                <a:lnTo>
                  <a:pt x="315278" y="812731"/>
                </a:lnTo>
                <a:close/>
                <a:moveTo>
                  <a:pt x="279042" y="811991"/>
                </a:moveTo>
                <a:lnTo>
                  <a:pt x="301117" y="811991"/>
                </a:lnTo>
                <a:lnTo>
                  <a:pt x="301117" y="812731"/>
                </a:lnTo>
                <a:lnTo>
                  <a:pt x="279042" y="812731"/>
                </a:lnTo>
                <a:close/>
                <a:moveTo>
                  <a:pt x="303616" y="811991"/>
                </a:moveTo>
                <a:lnTo>
                  <a:pt x="310280" y="811991"/>
                </a:lnTo>
                <a:lnTo>
                  <a:pt x="310280" y="812731"/>
                </a:lnTo>
                <a:lnTo>
                  <a:pt x="303616" y="812731"/>
                </a:lnTo>
                <a:close/>
                <a:moveTo>
                  <a:pt x="79950" y="811991"/>
                </a:moveTo>
                <a:lnTo>
                  <a:pt x="81199" y="811991"/>
                </a:lnTo>
                <a:lnTo>
                  <a:pt x="81199" y="812731"/>
                </a:lnTo>
                <a:lnTo>
                  <a:pt x="79950" y="812731"/>
                </a:lnTo>
                <a:close/>
                <a:moveTo>
                  <a:pt x="314028" y="811991"/>
                </a:moveTo>
                <a:lnTo>
                  <a:pt x="314445" y="811991"/>
                </a:lnTo>
                <a:lnTo>
                  <a:pt x="314445" y="812731"/>
                </a:lnTo>
                <a:lnTo>
                  <a:pt x="314028" y="812731"/>
                </a:lnTo>
                <a:close/>
                <a:moveTo>
                  <a:pt x="199072" y="811991"/>
                </a:moveTo>
                <a:lnTo>
                  <a:pt x="242805" y="811991"/>
                </a:lnTo>
                <a:lnTo>
                  <a:pt x="242805" y="812731"/>
                </a:lnTo>
                <a:lnTo>
                  <a:pt x="199072" y="812731"/>
                </a:lnTo>
                <a:close/>
                <a:moveTo>
                  <a:pt x="87864" y="811251"/>
                </a:moveTo>
                <a:lnTo>
                  <a:pt x="197406" y="811251"/>
                </a:lnTo>
                <a:lnTo>
                  <a:pt x="197406" y="812731"/>
                </a:lnTo>
                <a:lnTo>
                  <a:pt x="87864" y="812731"/>
                </a:lnTo>
                <a:close/>
                <a:moveTo>
                  <a:pt x="199072" y="812731"/>
                </a:moveTo>
                <a:lnTo>
                  <a:pt x="302783" y="812731"/>
                </a:lnTo>
                <a:lnTo>
                  <a:pt x="302783" y="813472"/>
                </a:lnTo>
                <a:lnTo>
                  <a:pt x="199072" y="813472"/>
                </a:lnTo>
                <a:close/>
                <a:moveTo>
                  <a:pt x="310696" y="811991"/>
                </a:moveTo>
                <a:lnTo>
                  <a:pt x="313612" y="811991"/>
                </a:lnTo>
                <a:lnTo>
                  <a:pt x="313612" y="813472"/>
                </a:lnTo>
                <a:lnTo>
                  <a:pt x="310696" y="813472"/>
                </a:lnTo>
                <a:close/>
                <a:moveTo>
                  <a:pt x="304865" y="812731"/>
                </a:moveTo>
                <a:lnTo>
                  <a:pt x="310280" y="812731"/>
                </a:lnTo>
                <a:lnTo>
                  <a:pt x="310280" y="813472"/>
                </a:lnTo>
                <a:lnTo>
                  <a:pt x="304865" y="813472"/>
                </a:lnTo>
                <a:close/>
                <a:moveTo>
                  <a:pt x="87031" y="812731"/>
                </a:moveTo>
                <a:lnTo>
                  <a:pt x="197406" y="812731"/>
                </a:lnTo>
                <a:lnTo>
                  <a:pt x="197406" y="813472"/>
                </a:lnTo>
                <a:lnTo>
                  <a:pt x="87031" y="813472"/>
                </a:lnTo>
                <a:close/>
                <a:moveTo>
                  <a:pt x="314861" y="812731"/>
                </a:moveTo>
                <a:lnTo>
                  <a:pt x="374839" y="812731"/>
                </a:lnTo>
                <a:lnTo>
                  <a:pt x="374839" y="813472"/>
                </a:lnTo>
                <a:lnTo>
                  <a:pt x="314861" y="813472"/>
                </a:lnTo>
                <a:close/>
                <a:moveTo>
                  <a:pt x="79950" y="812731"/>
                </a:moveTo>
                <a:lnTo>
                  <a:pt x="81616" y="812731"/>
                </a:lnTo>
                <a:lnTo>
                  <a:pt x="81616" y="813472"/>
                </a:lnTo>
                <a:lnTo>
                  <a:pt x="79950" y="813472"/>
                </a:lnTo>
                <a:close/>
                <a:moveTo>
                  <a:pt x="39548" y="811991"/>
                </a:moveTo>
                <a:lnTo>
                  <a:pt x="68288" y="811991"/>
                </a:lnTo>
                <a:lnTo>
                  <a:pt x="68288" y="813472"/>
                </a:lnTo>
                <a:lnTo>
                  <a:pt x="39548" y="813472"/>
                </a:lnTo>
                <a:close/>
                <a:moveTo>
                  <a:pt x="306115" y="813472"/>
                </a:moveTo>
                <a:lnTo>
                  <a:pt x="310280" y="813472"/>
                </a:lnTo>
                <a:lnTo>
                  <a:pt x="310280" y="814212"/>
                </a:lnTo>
                <a:lnTo>
                  <a:pt x="306115" y="814212"/>
                </a:lnTo>
                <a:close/>
                <a:moveTo>
                  <a:pt x="310696" y="813472"/>
                </a:moveTo>
                <a:lnTo>
                  <a:pt x="312779" y="813472"/>
                </a:lnTo>
                <a:lnTo>
                  <a:pt x="312779" y="814212"/>
                </a:lnTo>
                <a:lnTo>
                  <a:pt x="310696" y="814212"/>
                </a:lnTo>
                <a:close/>
                <a:moveTo>
                  <a:pt x="199072" y="813472"/>
                </a:moveTo>
                <a:lnTo>
                  <a:pt x="304449" y="813472"/>
                </a:lnTo>
                <a:lnTo>
                  <a:pt x="304449" y="814212"/>
                </a:lnTo>
                <a:lnTo>
                  <a:pt x="199072" y="814212"/>
                </a:lnTo>
                <a:close/>
                <a:moveTo>
                  <a:pt x="314445" y="813472"/>
                </a:moveTo>
                <a:lnTo>
                  <a:pt x="374839" y="813472"/>
                </a:lnTo>
                <a:lnTo>
                  <a:pt x="374839" y="814212"/>
                </a:lnTo>
                <a:lnTo>
                  <a:pt x="314445" y="814212"/>
                </a:lnTo>
                <a:close/>
                <a:moveTo>
                  <a:pt x="80366" y="813472"/>
                </a:moveTo>
                <a:lnTo>
                  <a:pt x="82865" y="813472"/>
                </a:lnTo>
                <a:lnTo>
                  <a:pt x="82865" y="814212"/>
                </a:lnTo>
                <a:lnTo>
                  <a:pt x="80366" y="814212"/>
                </a:lnTo>
                <a:close/>
                <a:moveTo>
                  <a:pt x="39548" y="813472"/>
                </a:moveTo>
                <a:lnTo>
                  <a:pt x="69121" y="813472"/>
                </a:lnTo>
                <a:lnTo>
                  <a:pt x="69121" y="814212"/>
                </a:lnTo>
                <a:lnTo>
                  <a:pt x="39548" y="814212"/>
                </a:lnTo>
                <a:close/>
                <a:moveTo>
                  <a:pt x="85365" y="813472"/>
                </a:moveTo>
                <a:lnTo>
                  <a:pt x="197406" y="813472"/>
                </a:lnTo>
                <a:lnTo>
                  <a:pt x="197406" y="814212"/>
                </a:lnTo>
                <a:lnTo>
                  <a:pt x="85365" y="814212"/>
                </a:lnTo>
                <a:close/>
                <a:moveTo>
                  <a:pt x="313612" y="814212"/>
                </a:moveTo>
                <a:lnTo>
                  <a:pt x="374839" y="814212"/>
                </a:lnTo>
                <a:lnTo>
                  <a:pt x="374839" y="814952"/>
                </a:lnTo>
                <a:lnTo>
                  <a:pt x="313612" y="814952"/>
                </a:lnTo>
                <a:close/>
                <a:moveTo>
                  <a:pt x="199072" y="814212"/>
                </a:moveTo>
                <a:lnTo>
                  <a:pt x="305698" y="814212"/>
                </a:lnTo>
                <a:lnTo>
                  <a:pt x="305698" y="814952"/>
                </a:lnTo>
                <a:lnTo>
                  <a:pt x="199072" y="814952"/>
                </a:lnTo>
                <a:close/>
                <a:moveTo>
                  <a:pt x="39548" y="814212"/>
                </a:moveTo>
                <a:lnTo>
                  <a:pt x="69537" y="814212"/>
                </a:lnTo>
                <a:lnTo>
                  <a:pt x="69537" y="814952"/>
                </a:lnTo>
                <a:lnTo>
                  <a:pt x="39548" y="814952"/>
                </a:lnTo>
                <a:close/>
                <a:moveTo>
                  <a:pt x="199072" y="814952"/>
                </a:moveTo>
                <a:lnTo>
                  <a:pt x="307781" y="814952"/>
                </a:lnTo>
                <a:lnTo>
                  <a:pt x="307781" y="815692"/>
                </a:lnTo>
                <a:lnTo>
                  <a:pt x="199072" y="815692"/>
                </a:lnTo>
                <a:close/>
                <a:moveTo>
                  <a:pt x="311529" y="814952"/>
                </a:moveTo>
                <a:lnTo>
                  <a:pt x="374839" y="814952"/>
                </a:lnTo>
                <a:lnTo>
                  <a:pt x="374839" y="815692"/>
                </a:lnTo>
                <a:lnTo>
                  <a:pt x="311529" y="815692"/>
                </a:lnTo>
                <a:close/>
                <a:moveTo>
                  <a:pt x="39548" y="814952"/>
                </a:moveTo>
                <a:lnTo>
                  <a:pt x="69954" y="814952"/>
                </a:lnTo>
                <a:lnTo>
                  <a:pt x="69954" y="815692"/>
                </a:lnTo>
                <a:lnTo>
                  <a:pt x="39548" y="815692"/>
                </a:lnTo>
                <a:close/>
                <a:moveTo>
                  <a:pt x="39548" y="815692"/>
                </a:moveTo>
                <a:lnTo>
                  <a:pt x="70787" y="815692"/>
                </a:lnTo>
                <a:lnTo>
                  <a:pt x="70787" y="816432"/>
                </a:lnTo>
                <a:lnTo>
                  <a:pt x="39548" y="816432"/>
                </a:lnTo>
                <a:close/>
                <a:moveTo>
                  <a:pt x="39548" y="816432"/>
                </a:moveTo>
                <a:lnTo>
                  <a:pt x="71620" y="816432"/>
                </a:lnTo>
                <a:lnTo>
                  <a:pt x="71620" y="817172"/>
                </a:lnTo>
                <a:lnTo>
                  <a:pt x="39548" y="817172"/>
                </a:lnTo>
                <a:close/>
                <a:moveTo>
                  <a:pt x="80366" y="814212"/>
                </a:moveTo>
                <a:lnTo>
                  <a:pt x="197406" y="814212"/>
                </a:lnTo>
                <a:lnTo>
                  <a:pt x="197406" y="817913"/>
                </a:lnTo>
                <a:lnTo>
                  <a:pt x="80366" y="817913"/>
                </a:lnTo>
                <a:close/>
                <a:moveTo>
                  <a:pt x="39548" y="817172"/>
                </a:moveTo>
                <a:lnTo>
                  <a:pt x="72453" y="817172"/>
                </a:lnTo>
                <a:lnTo>
                  <a:pt x="72453" y="817913"/>
                </a:lnTo>
                <a:lnTo>
                  <a:pt x="39548" y="817913"/>
                </a:lnTo>
                <a:close/>
                <a:moveTo>
                  <a:pt x="39548" y="817913"/>
                </a:moveTo>
                <a:lnTo>
                  <a:pt x="73702" y="817913"/>
                </a:lnTo>
                <a:lnTo>
                  <a:pt x="73702" y="818653"/>
                </a:lnTo>
                <a:lnTo>
                  <a:pt x="39548" y="818653"/>
                </a:lnTo>
                <a:close/>
                <a:moveTo>
                  <a:pt x="79950" y="817913"/>
                </a:moveTo>
                <a:lnTo>
                  <a:pt x="197406" y="817913"/>
                </a:lnTo>
                <a:lnTo>
                  <a:pt x="197406" y="818653"/>
                </a:lnTo>
                <a:lnTo>
                  <a:pt x="79950" y="818653"/>
                </a:lnTo>
                <a:close/>
                <a:moveTo>
                  <a:pt x="39548" y="818653"/>
                </a:moveTo>
                <a:lnTo>
                  <a:pt x="76618" y="818653"/>
                </a:lnTo>
                <a:lnTo>
                  <a:pt x="76618" y="819393"/>
                </a:lnTo>
                <a:lnTo>
                  <a:pt x="39548" y="819393"/>
                </a:lnTo>
                <a:close/>
                <a:moveTo>
                  <a:pt x="77451" y="818653"/>
                </a:moveTo>
                <a:lnTo>
                  <a:pt x="197406" y="818653"/>
                </a:lnTo>
                <a:lnTo>
                  <a:pt x="197406" y="819393"/>
                </a:lnTo>
                <a:lnTo>
                  <a:pt x="77451" y="819393"/>
                </a:lnTo>
                <a:close/>
                <a:moveTo>
                  <a:pt x="199072" y="815692"/>
                </a:moveTo>
                <a:lnTo>
                  <a:pt x="374839" y="815692"/>
                </a:lnTo>
                <a:lnTo>
                  <a:pt x="374839" y="838638"/>
                </a:lnTo>
                <a:lnTo>
                  <a:pt x="199072" y="838638"/>
                </a:lnTo>
                <a:close/>
                <a:moveTo>
                  <a:pt x="39548" y="819393"/>
                </a:moveTo>
                <a:lnTo>
                  <a:pt x="197406" y="819393"/>
                </a:lnTo>
                <a:lnTo>
                  <a:pt x="197406" y="839378"/>
                </a:lnTo>
                <a:lnTo>
                  <a:pt x="39548" y="839378"/>
                </a:lnTo>
                <a:close/>
                <a:moveTo>
                  <a:pt x="250302" y="838638"/>
                </a:moveTo>
                <a:lnTo>
                  <a:pt x="374839" y="838638"/>
                </a:lnTo>
                <a:lnTo>
                  <a:pt x="374839" y="839378"/>
                </a:lnTo>
                <a:lnTo>
                  <a:pt x="250302" y="839378"/>
                </a:lnTo>
                <a:close/>
                <a:moveTo>
                  <a:pt x="88280" y="839378"/>
                </a:moveTo>
                <a:lnTo>
                  <a:pt x="197406" y="839378"/>
                </a:lnTo>
                <a:lnTo>
                  <a:pt x="197406" y="840118"/>
                </a:lnTo>
                <a:lnTo>
                  <a:pt x="88280" y="840118"/>
                </a:lnTo>
                <a:close/>
                <a:moveTo>
                  <a:pt x="250719" y="839378"/>
                </a:moveTo>
                <a:lnTo>
                  <a:pt x="335270" y="839378"/>
                </a:lnTo>
                <a:lnTo>
                  <a:pt x="335270" y="840118"/>
                </a:lnTo>
                <a:lnTo>
                  <a:pt x="250719" y="840118"/>
                </a:lnTo>
                <a:close/>
                <a:moveTo>
                  <a:pt x="39548" y="839378"/>
                </a:moveTo>
                <a:lnTo>
                  <a:pt x="86614" y="839378"/>
                </a:lnTo>
                <a:lnTo>
                  <a:pt x="86614" y="840118"/>
                </a:lnTo>
                <a:lnTo>
                  <a:pt x="39548" y="840118"/>
                </a:lnTo>
                <a:close/>
                <a:moveTo>
                  <a:pt x="336520" y="839378"/>
                </a:moveTo>
                <a:lnTo>
                  <a:pt x="374839" y="839378"/>
                </a:lnTo>
                <a:lnTo>
                  <a:pt x="374839" y="840118"/>
                </a:lnTo>
                <a:lnTo>
                  <a:pt x="336520" y="840118"/>
                </a:lnTo>
                <a:close/>
                <a:moveTo>
                  <a:pt x="88280" y="840118"/>
                </a:moveTo>
                <a:lnTo>
                  <a:pt x="111605" y="840118"/>
                </a:lnTo>
                <a:lnTo>
                  <a:pt x="111605" y="840859"/>
                </a:lnTo>
                <a:lnTo>
                  <a:pt x="88280" y="840859"/>
                </a:lnTo>
                <a:close/>
                <a:moveTo>
                  <a:pt x="251135" y="840118"/>
                </a:moveTo>
                <a:lnTo>
                  <a:pt x="334854" y="840118"/>
                </a:lnTo>
                <a:lnTo>
                  <a:pt x="334854" y="840859"/>
                </a:lnTo>
                <a:lnTo>
                  <a:pt x="251135" y="840859"/>
                </a:lnTo>
                <a:close/>
                <a:moveTo>
                  <a:pt x="113271" y="840118"/>
                </a:moveTo>
                <a:lnTo>
                  <a:pt x="134096" y="840118"/>
                </a:lnTo>
                <a:lnTo>
                  <a:pt x="134096" y="840859"/>
                </a:lnTo>
                <a:lnTo>
                  <a:pt x="113271" y="840859"/>
                </a:lnTo>
                <a:close/>
                <a:moveTo>
                  <a:pt x="39548" y="840118"/>
                </a:moveTo>
                <a:lnTo>
                  <a:pt x="86198" y="840118"/>
                </a:lnTo>
                <a:lnTo>
                  <a:pt x="86198" y="840859"/>
                </a:lnTo>
                <a:lnTo>
                  <a:pt x="39548" y="840859"/>
                </a:lnTo>
                <a:close/>
                <a:moveTo>
                  <a:pt x="135346" y="840118"/>
                </a:moveTo>
                <a:lnTo>
                  <a:pt x="197406" y="840118"/>
                </a:lnTo>
                <a:lnTo>
                  <a:pt x="197406" y="840859"/>
                </a:lnTo>
                <a:lnTo>
                  <a:pt x="135346" y="840859"/>
                </a:lnTo>
                <a:close/>
                <a:moveTo>
                  <a:pt x="336936" y="840118"/>
                </a:moveTo>
                <a:lnTo>
                  <a:pt x="374839" y="840118"/>
                </a:lnTo>
                <a:lnTo>
                  <a:pt x="374839" y="840859"/>
                </a:lnTo>
                <a:lnTo>
                  <a:pt x="336936" y="840859"/>
                </a:lnTo>
                <a:close/>
                <a:moveTo>
                  <a:pt x="39548" y="840859"/>
                </a:moveTo>
                <a:lnTo>
                  <a:pt x="85781" y="840859"/>
                </a:lnTo>
                <a:lnTo>
                  <a:pt x="85781" y="841599"/>
                </a:lnTo>
                <a:lnTo>
                  <a:pt x="39548" y="841599"/>
                </a:lnTo>
                <a:close/>
                <a:moveTo>
                  <a:pt x="251135" y="840859"/>
                </a:moveTo>
                <a:lnTo>
                  <a:pt x="334437" y="840859"/>
                </a:lnTo>
                <a:lnTo>
                  <a:pt x="334437" y="841599"/>
                </a:lnTo>
                <a:lnTo>
                  <a:pt x="251135" y="841599"/>
                </a:lnTo>
                <a:close/>
                <a:moveTo>
                  <a:pt x="39548" y="841599"/>
                </a:moveTo>
                <a:lnTo>
                  <a:pt x="85365" y="841599"/>
                </a:lnTo>
                <a:lnTo>
                  <a:pt x="85365" y="842339"/>
                </a:lnTo>
                <a:lnTo>
                  <a:pt x="39548" y="842339"/>
                </a:lnTo>
                <a:close/>
                <a:moveTo>
                  <a:pt x="135762" y="840859"/>
                </a:moveTo>
                <a:lnTo>
                  <a:pt x="197406" y="840859"/>
                </a:lnTo>
                <a:lnTo>
                  <a:pt x="197406" y="842339"/>
                </a:lnTo>
                <a:lnTo>
                  <a:pt x="135762" y="842339"/>
                </a:lnTo>
                <a:close/>
                <a:moveTo>
                  <a:pt x="251135" y="841599"/>
                </a:moveTo>
                <a:lnTo>
                  <a:pt x="334021" y="841599"/>
                </a:lnTo>
                <a:lnTo>
                  <a:pt x="334021" y="842339"/>
                </a:lnTo>
                <a:lnTo>
                  <a:pt x="251135" y="842339"/>
                </a:lnTo>
                <a:close/>
                <a:moveTo>
                  <a:pt x="251135" y="842339"/>
                </a:moveTo>
                <a:lnTo>
                  <a:pt x="333188" y="842339"/>
                </a:lnTo>
                <a:lnTo>
                  <a:pt x="333188" y="843079"/>
                </a:lnTo>
                <a:lnTo>
                  <a:pt x="251135" y="843079"/>
                </a:lnTo>
                <a:close/>
                <a:moveTo>
                  <a:pt x="68288" y="842339"/>
                </a:moveTo>
                <a:lnTo>
                  <a:pt x="84531" y="842339"/>
                </a:lnTo>
                <a:lnTo>
                  <a:pt x="84531" y="843079"/>
                </a:lnTo>
                <a:lnTo>
                  <a:pt x="68288" y="843079"/>
                </a:lnTo>
                <a:close/>
                <a:moveTo>
                  <a:pt x="39548" y="842339"/>
                </a:moveTo>
                <a:lnTo>
                  <a:pt x="66622" y="842339"/>
                </a:lnTo>
                <a:lnTo>
                  <a:pt x="66622" y="843079"/>
                </a:lnTo>
                <a:lnTo>
                  <a:pt x="39548" y="843079"/>
                </a:lnTo>
                <a:close/>
                <a:moveTo>
                  <a:pt x="113687" y="840859"/>
                </a:moveTo>
                <a:lnTo>
                  <a:pt x="133680" y="840859"/>
                </a:lnTo>
                <a:lnTo>
                  <a:pt x="133680" y="843079"/>
                </a:lnTo>
                <a:lnTo>
                  <a:pt x="113687" y="843079"/>
                </a:lnTo>
                <a:close/>
                <a:moveTo>
                  <a:pt x="88697" y="840859"/>
                </a:moveTo>
                <a:lnTo>
                  <a:pt x="111605" y="840859"/>
                </a:lnTo>
                <a:lnTo>
                  <a:pt x="111605" y="843079"/>
                </a:lnTo>
                <a:lnTo>
                  <a:pt x="88697" y="843079"/>
                </a:lnTo>
                <a:close/>
                <a:moveTo>
                  <a:pt x="164501" y="842339"/>
                </a:moveTo>
                <a:lnTo>
                  <a:pt x="197406" y="842339"/>
                </a:lnTo>
                <a:lnTo>
                  <a:pt x="197406" y="843079"/>
                </a:lnTo>
                <a:lnTo>
                  <a:pt x="164501" y="843079"/>
                </a:lnTo>
                <a:close/>
                <a:moveTo>
                  <a:pt x="39548" y="843079"/>
                </a:moveTo>
                <a:lnTo>
                  <a:pt x="66205" y="843079"/>
                </a:lnTo>
                <a:lnTo>
                  <a:pt x="66205" y="843819"/>
                </a:lnTo>
                <a:lnTo>
                  <a:pt x="39548" y="843819"/>
                </a:lnTo>
                <a:close/>
                <a:moveTo>
                  <a:pt x="337353" y="840859"/>
                </a:moveTo>
                <a:lnTo>
                  <a:pt x="374839" y="840859"/>
                </a:lnTo>
                <a:lnTo>
                  <a:pt x="374839" y="843819"/>
                </a:lnTo>
                <a:lnTo>
                  <a:pt x="337353" y="843819"/>
                </a:lnTo>
                <a:close/>
                <a:moveTo>
                  <a:pt x="68704" y="843079"/>
                </a:moveTo>
                <a:lnTo>
                  <a:pt x="84115" y="843079"/>
                </a:lnTo>
                <a:lnTo>
                  <a:pt x="84115" y="843819"/>
                </a:lnTo>
                <a:lnTo>
                  <a:pt x="68704" y="843819"/>
                </a:lnTo>
                <a:close/>
                <a:moveTo>
                  <a:pt x="104107" y="843079"/>
                </a:moveTo>
                <a:lnTo>
                  <a:pt x="106607" y="843079"/>
                </a:lnTo>
                <a:lnTo>
                  <a:pt x="106607" y="843819"/>
                </a:lnTo>
                <a:lnTo>
                  <a:pt x="104107" y="843819"/>
                </a:lnTo>
                <a:close/>
                <a:moveTo>
                  <a:pt x="135762" y="842339"/>
                </a:moveTo>
                <a:lnTo>
                  <a:pt x="162835" y="842339"/>
                </a:lnTo>
                <a:lnTo>
                  <a:pt x="162835" y="843819"/>
                </a:lnTo>
                <a:lnTo>
                  <a:pt x="135762" y="843819"/>
                </a:lnTo>
                <a:close/>
                <a:moveTo>
                  <a:pt x="251135" y="843079"/>
                </a:moveTo>
                <a:lnTo>
                  <a:pt x="318193" y="843079"/>
                </a:lnTo>
                <a:lnTo>
                  <a:pt x="318193" y="843819"/>
                </a:lnTo>
                <a:lnTo>
                  <a:pt x="251135" y="843819"/>
                </a:lnTo>
                <a:close/>
                <a:moveTo>
                  <a:pt x="89113" y="843079"/>
                </a:moveTo>
                <a:lnTo>
                  <a:pt x="102025" y="843079"/>
                </a:lnTo>
                <a:lnTo>
                  <a:pt x="102025" y="843819"/>
                </a:lnTo>
                <a:lnTo>
                  <a:pt x="89113" y="843819"/>
                </a:lnTo>
                <a:close/>
                <a:moveTo>
                  <a:pt x="118685" y="843079"/>
                </a:moveTo>
                <a:lnTo>
                  <a:pt x="133680" y="843079"/>
                </a:lnTo>
                <a:lnTo>
                  <a:pt x="133680" y="843819"/>
                </a:lnTo>
                <a:lnTo>
                  <a:pt x="118685" y="843819"/>
                </a:lnTo>
                <a:close/>
                <a:moveTo>
                  <a:pt x="322359" y="843079"/>
                </a:moveTo>
                <a:lnTo>
                  <a:pt x="332771" y="843079"/>
                </a:lnTo>
                <a:lnTo>
                  <a:pt x="332771" y="843819"/>
                </a:lnTo>
                <a:lnTo>
                  <a:pt x="322359" y="843819"/>
                </a:lnTo>
                <a:close/>
                <a:moveTo>
                  <a:pt x="104107" y="843819"/>
                </a:moveTo>
                <a:lnTo>
                  <a:pt x="105773" y="843819"/>
                </a:lnTo>
                <a:lnTo>
                  <a:pt x="105773" y="844560"/>
                </a:lnTo>
                <a:lnTo>
                  <a:pt x="104107" y="844560"/>
                </a:lnTo>
                <a:close/>
                <a:moveTo>
                  <a:pt x="39548" y="843819"/>
                </a:moveTo>
                <a:lnTo>
                  <a:pt x="59124" y="843819"/>
                </a:lnTo>
                <a:lnTo>
                  <a:pt x="59124" y="844560"/>
                </a:lnTo>
                <a:lnTo>
                  <a:pt x="39548" y="844560"/>
                </a:lnTo>
                <a:close/>
                <a:moveTo>
                  <a:pt x="90363" y="843819"/>
                </a:moveTo>
                <a:lnTo>
                  <a:pt x="101608" y="843819"/>
                </a:lnTo>
                <a:lnTo>
                  <a:pt x="101608" y="844560"/>
                </a:lnTo>
                <a:lnTo>
                  <a:pt x="90363" y="844560"/>
                </a:lnTo>
                <a:close/>
                <a:moveTo>
                  <a:pt x="119518" y="843819"/>
                </a:moveTo>
                <a:lnTo>
                  <a:pt x="129931" y="843819"/>
                </a:lnTo>
                <a:lnTo>
                  <a:pt x="129931" y="844560"/>
                </a:lnTo>
                <a:lnTo>
                  <a:pt x="119518" y="844560"/>
                </a:lnTo>
                <a:close/>
                <a:moveTo>
                  <a:pt x="336520" y="843819"/>
                </a:moveTo>
                <a:lnTo>
                  <a:pt x="374839" y="843819"/>
                </a:lnTo>
                <a:lnTo>
                  <a:pt x="374839" y="844560"/>
                </a:lnTo>
                <a:lnTo>
                  <a:pt x="336520" y="844560"/>
                </a:lnTo>
                <a:close/>
                <a:moveTo>
                  <a:pt x="61207" y="843819"/>
                </a:moveTo>
                <a:lnTo>
                  <a:pt x="65789" y="843819"/>
                </a:lnTo>
                <a:lnTo>
                  <a:pt x="65789" y="844560"/>
                </a:lnTo>
                <a:lnTo>
                  <a:pt x="61207" y="844560"/>
                </a:lnTo>
                <a:close/>
                <a:moveTo>
                  <a:pt x="251135" y="843819"/>
                </a:moveTo>
                <a:lnTo>
                  <a:pt x="316944" y="843819"/>
                </a:lnTo>
                <a:lnTo>
                  <a:pt x="316944" y="844560"/>
                </a:lnTo>
                <a:lnTo>
                  <a:pt x="251135" y="844560"/>
                </a:lnTo>
                <a:close/>
                <a:moveTo>
                  <a:pt x="142843" y="843819"/>
                </a:moveTo>
                <a:lnTo>
                  <a:pt x="162419" y="843819"/>
                </a:lnTo>
                <a:lnTo>
                  <a:pt x="162419" y="844560"/>
                </a:lnTo>
                <a:lnTo>
                  <a:pt x="142843" y="844560"/>
                </a:lnTo>
                <a:close/>
                <a:moveTo>
                  <a:pt x="323192" y="843819"/>
                </a:moveTo>
                <a:lnTo>
                  <a:pt x="332355" y="843819"/>
                </a:lnTo>
                <a:lnTo>
                  <a:pt x="332355" y="844560"/>
                </a:lnTo>
                <a:lnTo>
                  <a:pt x="323192" y="844560"/>
                </a:lnTo>
                <a:close/>
                <a:moveTo>
                  <a:pt x="68704" y="843819"/>
                </a:moveTo>
                <a:lnTo>
                  <a:pt x="83698" y="843819"/>
                </a:lnTo>
                <a:lnTo>
                  <a:pt x="83698" y="844560"/>
                </a:lnTo>
                <a:lnTo>
                  <a:pt x="68704" y="844560"/>
                </a:lnTo>
                <a:close/>
                <a:moveTo>
                  <a:pt x="68704" y="844560"/>
                </a:moveTo>
                <a:lnTo>
                  <a:pt x="83282" y="844560"/>
                </a:lnTo>
                <a:lnTo>
                  <a:pt x="83282" y="845300"/>
                </a:lnTo>
                <a:lnTo>
                  <a:pt x="68704" y="845300"/>
                </a:lnTo>
                <a:close/>
                <a:moveTo>
                  <a:pt x="154089" y="844560"/>
                </a:moveTo>
                <a:lnTo>
                  <a:pt x="162419" y="844560"/>
                </a:lnTo>
                <a:lnTo>
                  <a:pt x="162419" y="845300"/>
                </a:lnTo>
                <a:lnTo>
                  <a:pt x="154089" y="845300"/>
                </a:lnTo>
                <a:close/>
                <a:moveTo>
                  <a:pt x="323608" y="844560"/>
                </a:moveTo>
                <a:lnTo>
                  <a:pt x="331938" y="844560"/>
                </a:lnTo>
                <a:lnTo>
                  <a:pt x="331938" y="845300"/>
                </a:lnTo>
                <a:lnTo>
                  <a:pt x="323608" y="845300"/>
                </a:lnTo>
                <a:close/>
                <a:moveTo>
                  <a:pt x="336103" y="844560"/>
                </a:moveTo>
                <a:lnTo>
                  <a:pt x="374839" y="844560"/>
                </a:lnTo>
                <a:lnTo>
                  <a:pt x="374839" y="845300"/>
                </a:lnTo>
                <a:lnTo>
                  <a:pt x="336103" y="845300"/>
                </a:lnTo>
                <a:close/>
                <a:moveTo>
                  <a:pt x="61623" y="844560"/>
                </a:moveTo>
                <a:lnTo>
                  <a:pt x="65789" y="844560"/>
                </a:lnTo>
                <a:lnTo>
                  <a:pt x="65789" y="845300"/>
                </a:lnTo>
                <a:lnTo>
                  <a:pt x="61623" y="845300"/>
                </a:lnTo>
                <a:close/>
                <a:moveTo>
                  <a:pt x="143259" y="844560"/>
                </a:moveTo>
                <a:lnTo>
                  <a:pt x="152423" y="844560"/>
                </a:lnTo>
                <a:lnTo>
                  <a:pt x="152423" y="845300"/>
                </a:lnTo>
                <a:lnTo>
                  <a:pt x="143259" y="845300"/>
                </a:lnTo>
                <a:close/>
                <a:moveTo>
                  <a:pt x="91196" y="844560"/>
                </a:moveTo>
                <a:lnTo>
                  <a:pt x="101608" y="844560"/>
                </a:lnTo>
                <a:lnTo>
                  <a:pt x="101608" y="845300"/>
                </a:lnTo>
                <a:lnTo>
                  <a:pt x="91196" y="845300"/>
                </a:lnTo>
                <a:close/>
                <a:moveTo>
                  <a:pt x="251135" y="844560"/>
                </a:moveTo>
                <a:lnTo>
                  <a:pt x="316527" y="844560"/>
                </a:lnTo>
                <a:lnTo>
                  <a:pt x="316527" y="845300"/>
                </a:lnTo>
                <a:lnTo>
                  <a:pt x="251135" y="845300"/>
                </a:lnTo>
                <a:close/>
                <a:moveTo>
                  <a:pt x="104524" y="844560"/>
                </a:moveTo>
                <a:lnTo>
                  <a:pt x="105773" y="844560"/>
                </a:lnTo>
                <a:lnTo>
                  <a:pt x="105773" y="846040"/>
                </a:lnTo>
                <a:lnTo>
                  <a:pt x="104524" y="846040"/>
                </a:lnTo>
                <a:close/>
                <a:moveTo>
                  <a:pt x="335687" y="845300"/>
                </a:moveTo>
                <a:lnTo>
                  <a:pt x="374839" y="845300"/>
                </a:lnTo>
                <a:lnTo>
                  <a:pt x="374839" y="846040"/>
                </a:lnTo>
                <a:lnTo>
                  <a:pt x="335687" y="846040"/>
                </a:lnTo>
                <a:close/>
                <a:moveTo>
                  <a:pt x="92445" y="845300"/>
                </a:moveTo>
                <a:lnTo>
                  <a:pt x="101608" y="845300"/>
                </a:lnTo>
                <a:lnTo>
                  <a:pt x="101608" y="846040"/>
                </a:lnTo>
                <a:lnTo>
                  <a:pt x="92445" y="846040"/>
                </a:lnTo>
                <a:close/>
                <a:moveTo>
                  <a:pt x="68704" y="845300"/>
                </a:moveTo>
                <a:lnTo>
                  <a:pt x="82865" y="845300"/>
                </a:lnTo>
                <a:lnTo>
                  <a:pt x="82865" y="846040"/>
                </a:lnTo>
                <a:lnTo>
                  <a:pt x="68704" y="846040"/>
                </a:lnTo>
                <a:close/>
                <a:moveTo>
                  <a:pt x="39548" y="844560"/>
                </a:moveTo>
                <a:lnTo>
                  <a:pt x="58708" y="844560"/>
                </a:lnTo>
                <a:lnTo>
                  <a:pt x="58708" y="846040"/>
                </a:lnTo>
                <a:lnTo>
                  <a:pt x="39548" y="846040"/>
                </a:lnTo>
                <a:close/>
                <a:moveTo>
                  <a:pt x="119518" y="844560"/>
                </a:moveTo>
                <a:lnTo>
                  <a:pt x="125766" y="844560"/>
                </a:lnTo>
                <a:lnTo>
                  <a:pt x="125766" y="846040"/>
                </a:lnTo>
                <a:lnTo>
                  <a:pt x="119518" y="846040"/>
                </a:lnTo>
                <a:close/>
                <a:moveTo>
                  <a:pt x="323608" y="845300"/>
                </a:moveTo>
                <a:lnTo>
                  <a:pt x="331522" y="845300"/>
                </a:lnTo>
                <a:lnTo>
                  <a:pt x="331522" y="846040"/>
                </a:lnTo>
                <a:lnTo>
                  <a:pt x="323608" y="846040"/>
                </a:lnTo>
                <a:close/>
                <a:moveTo>
                  <a:pt x="154505" y="845300"/>
                </a:moveTo>
                <a:lnTo>
                  <a:pt x="155338" y="845300"/>
                </a:lnTo>
                <a:lnTo>
                  <a:pt x="155338" y="846040"/>
                </a:lnTo>
                <a:lnTo>
                  <a:pt x="154505" y="846040"/>
                </a:lnTo>
                <a:close/>
                <a:moveTo>
                  <a:pt x="127849" y="844560"/>
                </a:moveTo>
                <a:lnTo>
                  <a:pt x="129098" y="844560"/>
                </a:lnTo>
                <a:lnTo>
                  <a:pt x="129098" y="846040"/>
                </a:lnTo>
                <a:lnTo>
                  <a:pt x="127849" y="846040"/>
                </a:lnTo>
                <a:close/>
                <a:moveTo>
                  <a:pt x="164918" y="843079"/>
                </a:moveTo>
                <a:lnTo>
                  <a:pt x="197406" y="843079"/>
                </a:lnTo>
                <a:lnTo>
                  <a:pt x="197406" y="846040"/>
                </a:lnTo>
                <a:lnTo>
                  <a:pt x="164918" y="846040"/>
                </a:lnTo>
                <a:close/>
                <a:moveTo>
                  <a:pt x="93278" y="846040"/>
                </a:moveTo>
                <a:lnTo>
                  <a:pt x="101608" y="846040"/>
                </a:lnTo>
                <a:lnTo>
                  <a:pt x="101608" y="846780"/>
                </a:lnTo>
                <a:lnTo>
                  <a:pt x="93278" y="846780"/>
                </a:lnTo>
                <a:close/>
                <a:moveTo>
                  <a:pt x="62040" y="845300"/>
                </a:moveTo>
                <a:lnTo>
                  <a:pt x="65372" y="845300"/>
                </a:lnTo>
                <a:lnTo>
                  <a:pt x="65372" y="846780"/>
                </a:lnTo>
                <a:lnTo>
                  <a:pt x="62040" y="846780"/>
                </a:lnTo>
                <a:close/>
                <a:moveTo>
                  <a:pt x="119102" y="846040"/>
                </a:moveTo>
                <a:lnTo>
                  <a:pt x="125766" y="846040"/>
                </a:lnTo>
                <a:lnTo>
                  <a:pt x="125766" y="846780"/>
                </a:lnTo>
                <a:lnTo>
                  <a:pt x="119102" y="846780"/>
                </a:lnTo>
                <a:close/>
                <a:moveTo>
                  <a:pt x="157004" y="845300"/>
                </a:moveTo>
                <a:lnTo>
                  <a:pt x="162002" y="845300"/>
                </a:lnTo>
                <a:lnTo>
                  <a:pt x="162002" y="846780"/>
                </a:lnTo>
                <a:lnTo>
                  <a:pt x="157004" y="846780"/>
                </a:lnTo>
                <a:close/>
                <a:moveTo>
                  <a:pt x="251135" y="845300"/>
                </a:moveTo>
                <a:lnTo>
                  <a:pt x="315694" y="845300"/>
                </a:lnTo>
                <a:lnTo>
                  <a:pt x="315694" y="846780"/>
                </a:lnTo>
                <a:lnTo>
                  <a:pt x="251135" y="846780"/>
                </a:lnTo>
                <a:close/>
                <a:moveTo>
                  <a:pt x="334854" y="846040"/>
                </a:moveTo>
                <a:lnTo>
                  <a:pt x="374839" y="846040"/>
                </a:lnTo>
                <a:lnTo>
                  <a:pt x="374839" y="846780"/>
                </a:lnTo>
                <a:lnTo>
                  <a:pt x="334854" y="846780"/>
                </a:lnTo>
                <a:close/>
                <a:moveTo>
                  <a:pt x="104524" y="846040"/>
                </a:moveTo>
                <a:lnTo>
                  <a:pt x="106190" y="846040"/>
                </a:lnTo>
                <a:lnTo>
                  <a:pt x="106190" y="846780"/>
                </a:lnTo>
                <a:lnTo>
                  <a:pt x="104524" y="846780"/>
                </a:lnTo>
                <a:close/>
                <a:moveTo>
                  <a:pt x="68704" y="846040"/>
                </a:moveTo>
                <a:lnTo>
                  <a:pt x="82449" y="846040"/>
                </a:lnTo>
                <a:lnTo>
                  <a:pt x="82449" y="846780"/>
                </a:lnTo>
                <a:lnTo>
                  <a:pt x="68704" y="846780"/>
                </a:lnTo>
                <a:close/>
                <a:moveTo>
                  <a:pt x="104107" y="846780"/>
                </a:moveTo>
                <a:lnTo>
                  <a:pt x="109522" y="846780"/>
                </a:lnTo>
                <a:lnTo>
                  <a:pt x="109522" y="847520"/>
                </a:lnTo>
                <a:lnTo>
                  <a:pt x="104107" y="847520"/>
                </a:lnTo>
                <a:close/>
                <a:moveTo>
                  <a:pt x="323608" y="846040"/>
                </a:moveTo>
                <a:lnTo>
                  <a:pt x="331938" y="846040"/>
                </a:lnTo>
                <a:lnTo>
                  <a:pt x="331938" y="847520"/>
                </a:lnTo>
                <a:lnTo>
                  <a:pt x="323608" y="847520"/>
                </a:lnTo>
                <a:close/>
                <a:moveTo>
                  <a:pt x="68288" y="846780"/>
                </a:moveTo>
                <a:lnTo>
                  <a:pt x="82032" y="846780"/>
                </a:lnTo>
                <a:lnTo>
                  <a:pt x="82032" y="847520"/>
                </a:lnTo>
                <a:lnTo>
                  <a:pt x="68288" y="847520"/>
                </a:lnTo>
                <a:close/>
                <a:moveTo>
                  <a:pt x="94111" y="846780"/>
                </a:moveTo>
                <a:lnTo>
                  <a:pt x="101608" y="846780"/>
                </a:lnTo>
                <a:lnTo>
                  <a:pt x="101608" y="847520"/>
                </a:lnTo>
                <a:lnTo>
                  <a:pt x="94111" y="847520"/>
                </a:lnTo>
                <a:close/>
                <a:moveTo>
                  <a:pt x="128265" y="846040"/>
                </a:moveTo>
                <a:lnTo>
                  <a:pt x="129098" y="846040"/>
                </a:lnTo>
                <a:lnTo>
                  <a:pt x="129098" y="847520"/>
                </a:lnTo>
                <a:lnTo>
                  <a:pt x="128265" y="847520"/>
                </a:lnTo>
                <a:close/>
                <a:moveTo>
                  <a:pt x="85781" y="846780"/>
                </a:moveTo>
                <a:lnTo>
                  <a:pt x="87447" y="846780"/>
                </a:lnTo>
                <a:lnTo>
                  <a:pt x="87447" y="847520"/>
                </a:lnTo>
                <a:lnTo>
                  <a:pt x="85781" y="847520"/>
                </a:lnTo>
                <a:close/>
                <a:moveTo>
                  <a:pt x="334437" y="846780"/>
                </a:moveTo>
                <a:lnTo>
                  <a:pt x="374839" y="846780"/>
                </a:lnTo>
                <a:lnTo>
                  <a:pt x="374839" y="847520"/>
                </a:lnTo>
                <a:lnTo>
                  <a:pt x="334437" y="847520"/>
                </a:lnTo>
                <a:close/>
                <a:moveTo>
                  <a:pt x="143676" y="845300"/>
                </a:moveTo>
                <a:lnTo>
                  <a:pt x="152006" y="845300"/>
                </a:lnTo>
                <a:lnTo>
                  <a:pt x="152006" y="847520"/>
                </a:lnTo>
                <a:lnTo>
                  <a:pt x="143676" y="847520"/>
                </a:lnTo>
                <a:close/>
                <a:moveTo>
                  <a:pt x="164501" y="846040"/>
                </a:moveTo>
                <a:lnTo>
                  <a:pt x="197406" y="846040"/>
                </a:lnTo>
                <a:lnTo>
                  <a:pt x="197406" y="847520"/>
                </a:lnTo>
                <a:lnTo>
                  <a:pt x="164501" y="847520"/>
                </a:lnTo>
                <a:close/>
                <a:moveTo>
                  <a:pt x="334021" y="847520"/>
                </a:moveTo>
                <a:lnTo>
                  <a:pt x="374839" y="847520"/>
                </a:lnTo>
                <a:lnTo>
                  <a:pt x="374839" y="848261"/>
                </a:lnTo>
                <a:lnTo>
                  <a:pt x="334021" y="848261"/>
                </a:lnTo>
                <a:close/>
                <a:moveTo>
                  <a:pt x="67871" y="847520"/>
                </a:moveTo>
                <a:lnTo>
                  <a:pt x="81616" y="847520"/>
                </a:lnTo>
                <a:lnTo>
                  <a:pt x="81616" y="848261"/>
                </a:lnTo>
                <a:lnTo>
                  <a:pt x="67871" y="848261"/>
                </a:lnTo>
                <a:close/>
                <a:moveTo>
                  <a:pt x="251135" y="846780"/>
                </a:moveTo>
                <a:lnTo>
                  <a:pt x="315278" y="846780"/>
                </a:lnTo>
                <a:lnTo>
                  <a:pt x="315278" y="848261"/>
                </a:lnTo>
                <a:lnTo>
                  <a:pt x="251135" y="848261"/>
                </a:lnTo>
                <a:close/>
                <a:moveTo>
                  <a:pt x="143676" y="847520"/>
                </a:moveTo>
                <a:lnTo>
                  <a:pt x="151590" y="847520"/>
                </a:lnTo>
                <a:lnTo>
                  <a:pt x="151590" y="848261"/>
                </a:lnTo>
                <a:lnTo>
                  <a:pt x="143676" y="848261"/>
                </a:lnTo>
                <a:close/>
                <a:moveTo>
                  <a:pt x="39548" y="846040"/>
                </a:moveTo>
                <a:lnTo>
                  <a:pt x="58291" y="846040"/>
                </a:lnTo>
                <a:lnTo>
                  <a:pt x="58291" y="848261"/>
                </a:lnTo>
                <a:lnTo>
                  <a:pt x="39548" y="848261"/>
                </a:lnTo>
                <a:close/>
                <a:moveTo>
                  <a:pt x="323608" y="847520"/>
                </a:moveTo>
                <a:lnTo>
                  <a:pt x="332355" y="847520"/>
                </a:lnTo>
                <a:lnTo>
                  <a:pt x="332355" y="848261"/>
                </a:lnTo>
                <a:lnTo>
                  <a:pt x="323608" y="848261"/>
                </a:lnTo>
                <a:close/>
                <a:moveTo>
                  <a:pt x="85365" y="847520"/>
                </a:moveTo>
                <a:lnTo>
                  <a:pt x="88280" y="847520"/>
                </a:lnTo>
                <a:lnTo>
                  <a:pt x="88280" y="848261"/>
                </a:lnTo>
                <a:lnTo>
                  <a:pt x="85365" y="848261"/>
                </a:lnTo>
                <a:close/>
                <a:moveTo>
                  <a:pt x="154505" y="846040"/>
                </a:moveTo>
                <a:lnTo>
                  <a:pt x="154922" y="846040"/>
                </a:lnTo>
                <a:lnTo>
                  <a:pt x="154922" y="848261"/>
                </a:lnTo>
                <a:lnTo>
                  <a:pt x="154505" y="848261"/>
                </a:lnTo>
                <a:close/>
                <a:moveTo>
                  <a:pt x="157421" y="846780"/>
                </a:moveTo>
                <a:lnTo>
                  <a:pt x="161586" y="846780"/>
                </a:lnTo>
                <a:lnTo>
                  <a:pt x="161586" y="848261"/>
                </a:lnTo>
                <a:lnTo>
                  <a:pt x="157421" y="848261"/>
                </a:lnTo>
                <a:close/>
                <a:moveTo>
                  <a:pt x="103691" y="847520"/>
                </a:moveTo>
                <a:lnTo>
                  <a:pt x="109522" y="847520"/>
                </a:lnTo>
                <a:lnTo>
                  <a:pt x="109522" y="848261"/>
                </a:lnTo>
                <a:lnTo>
                  <a:pt x="103691" y="848261"/>
                </a:lnTo>
                <a:close/>
                <a:moveTo>
                  <a:pt x="115353" y="846780"/>
                </a:moveTo>
                <a:lnTo>
                  <a:pt x="125766" y="846780"/>
                </a:lnTo>
                <a:lnTo>
                  <a:pt x="125766" y="848261"/>
                </a:lnTo>
                <a:lnTo>
                  <a:pt x="115353" y="848261"/>
                </a:lnTo>
                <a:close/>
                <a:moveTo>
                  <a:pt x="128265" y="847520"/>
                </a:moveTo>
                <a:lnTo>
                  <a:pt x="129515" y="847520"/>
                </a:lnTo>
                <a:lnTo>
                  <a:pt x="129515" y="848261"/>
                </a:lnTo>
                <a:lnTo>
                  <a:pt x="128265" y="848261"/>
                </a:lnTo>
                <a:close/>
                <a:moveTo>
                  <a:pt x="94528" y="847520"/>
                </a:moveTo>
                <a:lnTo>
                  <a:pt x="102441" y="847520"/>
                </a:lnTo>
                <a:lnTo>
                  <a:pt x="102441" y="848261"/>
                </a:lnTo>
                <a:lnTo>
                  <a:pt x="94528" y="848261"/>
                </a:lnTo>
                <a:close/>
                <a:moveTo>
                  <a:pt x="62040" y="846780"/>
                </a:moveTo>
                <a:lnTo>
                  <a:pt x="64956" y="846780"/>
                </a:lnTo>
                <a:lnTo>
                  <a:pt x="64956" y="848261"/>
                </a:lnTo>
                <a:lnTo>
                  <a:pt x="62040" y="848261"/>
                </a:lnTo>
                <a:close/>
                <a:moveTo>
                  <a:pt x="61623" y="848261"/>
                </a:moveTo>
                <a:lnTo>
                  <a:pt x="64539" y="848261"/>
                </a:lnTo>
                <a:lnTo>
                  <a:pt x="64539" y="849001"/>
                </a:lnTo>
                <a:lnTo>
                  <a:pt x="61623" y="849001"/>
                </a:lnTo>
                <a:close/>
                <a:moveTo>
                  <a:pt x="84948" y="848261"/>
                </a:moveTo>
                <a:lnTo>
                  <a:pt x="89530" y="848261"/>
                </a:lnTo>
                <a:lnTo>
                  <a:pt x="89530" y="849001"/>
                </a:lnTo>
                <a:lnTo>
                  <a:pt x="84948" y="849001"/>
                </a:lnTo>
                <a:close/>
                <a:moveTo>
                  <a:pt x="128265" y="848261"/>
                </a:moveTo>
                <a:lnTo>
                  <a:pt x="141177" y="848261"/>
                </a:lnTo>
                <a:lnTo>
                  <a:pt x="141177" y="849001"/>
                </a:lnTo>
                <a:lnTo>
                  <a:pt x="128265" y="849001"/>
                </a:lnTo>
                <a:close/>
                <a:moveTo>
                  <a:pt x="111605" y="846780"/>
                </a:moveTo>
                <a:lnTo>
                  <a:pt x="113271" y="846780"/>
                </a:lnTo>
                <a:lnTo>
                  <a:pt x="113271" y="849001"/>
                </a:lnTo>
                <a:lnTo>
                  <a:pt x="111605" y="849001"/>
                </a:lnTo>
                <a:close/>
                <a:moveTo>
                  <a:pt x="333604" y="848261"/>
                </a:moveTo>
                <a:lnTo>
                  <a:pt x="374839" y="848261"/>
                </a:lnTo>
                <a:lnTo>
                  <a:pt x="374839" y="849001"/>
                </a:lnTo>
                <a:lnTo>
                  <a:pt x="333604" y="849001"/>
                </a:lnTo>
                <a:close/>
                <a:moveTo>
                  <a:pt x="67871" y="848261"/>
                </a:moveTo>
                <a:lnTo>
                  <a:pt x="81199" y="848261"/>
                </a:lnTo>
                <a:lnTo>
                  <a:pt x="81199" y="849001"/>
                </a:lnTo>
                <a:lnTo>
                  <a:pt x="67871" y="849001"/>
                </a:lnTo>
                <a:close/>
                <a:moveTo>
                  <a:pt x="323192" y="848261"/>
                </a:moveTo>
                <a:lnTo>
                  <a:pt x="332771" y="848261"/>
                </a:lnTo>
                <a:lnTo>
                  <a:pt x="332771" y="849001"/>
                </a:lnTo>
                <a:lnTo>
                  <a:pt x="323192" y="849001"/>
                </a:lnTo>
                <a:close/>
                <a:moveTo>
                  <a:pt x="39548" y="848261"/>
                </a:moveTo>
                <a:lnTo>
                  <a:pt x="58708" y="848261"/>
                </a:lnTo>
                <a:lnTo>
                  <a:pt x="58708" y="849001"/>
                </a:lnTo>
                <a:lnTo>
                  <a:pt x="39548" y="849001"/>
                </a:lnTo>
                <a:close/>
                <a:moveTo>
                  <a:pt x="94528" y="848261"/>
                </a:moveTo>
                <a:lnTo>
                  <a:pt x="107023" y="848261"/>
                </a:lnTo>
                <a:lnTo>
                  <a:pt x="107023" y="849001"/>
                </a:lnTo>
                <a:lnTo>
                  <a:pt x="94528" y="849001"/>
                </a:lnTo>
                <a:close/>
                <a:moveTo>
                  <a:pt x="320276" y="848261"/>
                </a:moveTo>
                <a:lnTo>
                  <a:pt x="321526" y="848261"/>
                </a:lnTo>
                <a:lnTo>
                  <a:pt x="321526" y="849001"/>
                </a:lnTo>
                <a:lnTo>
                  <a:pt x="320276" y="849001"/>
                </a:lnTo>
                <a:close/>
                <a:moveTo>
                  <a:pt x="94528" y="849001"/>
                </a:moveTo>
                <a:lnTo>
                  <a:pt x="106190" y="849001"/>
                </a:lnTo>
                <a:lnTo>
                  <a:pt x="106190" y="849741"/>
                </a:lnTo>
                <a:lnTo>
                  <a:pt x="94528" y="849741"/>
                </a:lnTo>
                <a:close/>
                <a:moveTo>
                  <a:pt x="39548" y="849001"/>
                </a:moveTo>
                <a:lnTo>
                  <a:pt x="59124" y="849001"/>
                </a:lnTo>
                <a:lnTo>
                  <a:pt x="59124" y="849741"/>
                </a:lnTo>
                <a:lnTo>
                  <a:pt x="39548" y="849741"/>
                </a:lnTo>
                <a:close/>
                <a:moveTo>
                  <a:pt x="319026" y="849001"/>
                </a:moveTo>
                <a:lnTo>
                  <a:pt x="374839" y="849001"/>
                </a:lnTo>
                <a:lnTo>
                  <a:pt x="374839" y="849741"/>
                </a:lnTo>
                <a:lnTo>
                  <a:pt x="319026" y="849741"/>
                </a:lnTo>
                <a:close/>
                <a:moveTo>
                  <a:pt x="117852" y="848261"/>
                </a:moveTo>
                <a:lnTo>
                  <a:pt x="125766" y="848261"/>
                </a:lnTo>
                <a:lnTo>
                  <a:pt x="125766" y="849741"/>
                </a:lnTo>
                <a:lnTo>
                  <a:pt x="117852" y="849741"/>
                </a:lnTo>
                <a:close/>
                <a:moveTo>
                  <a:pt x="157421" y="848261"/>
                </a:moveTo>
                <a:lnTo>
                  <a:pt x="161169" y="848261"/>
                </a:lnTo>
                <a:lnTo>
                  <a:pt x="161169" y="849741"/>
                </a:lnTo>
                <a:lnTo>
                  <a:pt x="157421" y="849741"/>
                </a:lnTo>
                <a:close/>
                <a:moveTo>
                  <a:pt x="164085" y="847520"/>
                </a:moveTo>
                <a:lnTo>
                  <a:pt x="197406" y="847520"/>
                </a:lnTo>
                <a:lnTo>
                  <a:pt x="197406" y="849741"/>
                </a:lnTo>
                <a:lnTo>
                  <a:pt x="164085" y="849741"/>
                </a:lnTo>
                <a:close/>
                <a:moveTo>
                  <a:pt x="128265" y="849001"/>
                </a:moveTo>
                <a:lnTo>
                  <a:pt x="141593" y="849001"/>
                </a:lnTo>
                <a:lnTo>
                  <a:pt x="141593" y="849741"/>
                </a:lnTo>
                <a:lnTo>
                  <a:pt x="128265" y="849741"/>
                </a:lnTo>
                <a:close/>
                <a:moveTo>
                  <a:pt x="84115" y="849001"/>
                </a:moveTo>
                <a:lnTo>
                  <a:pt x="90779" y="849001"/>
                </a:lnTo>
                <a:lnTo>
                  <a:pt x="90779" y="849741"/>
                </a:lnTo>
                <a:lnTo>
                  <a:pt x="84115" y="849741"/>
                </a:lnTo>
                <a:close/>
                <a:moveTo>
                  <a:pt x="128265" y="849741"/>
                </a:moveTo>
                <a:lnTo>
                  <a:pt x="138261" y="849741"/>
                </a:lnTo>
                <a:lnTo>
                  <a:pt x="138261" y="850481"/>
                </a:lnTo>
                <a:lnTo>
                  <a:pt x="128265" y="850481"/>
                </a:lnTo>
                <a:close/>
                <a:moveTo>
                  <a:pt x="251135" y="848261"/>
                </a:moveTo>
                <a:lnTo>
                  <a:pt x="314861" y="848261"/>
                </a:lnTo>
                <a:lnTo>
                  <a:pt x="314861" y="850481"/>
                </a:lnTo>
                <a:lnTo>
                  <a:pt x="251135" y="850481"/>
                </a:lnTo>
                <a:close/>
                <a:moveTo>
                  <a:pt x="87031" y="849741"/>
                </a:moveTo>
                <a:lnTo>
                  <a:pt x="91196" y="849741"/>
                </a:lnTo>
                <a:lnTo>
                  <a:pt x="91196" y="850481"/>
                </a:lnTo>
                <a:lnTo>
                  <a:pt x="87031" y="850481"/>
                </a:lnTo>
                <a:close/>
                <a:moveTo>
                  <a:pt x="84115" y="849741"/>
                </a:moveTo>
                <a:lnTo>
                  <a:pt x="86198" y="849741"/>
                </a:lnTo>
                <a:lnTo>
                  <a:pt x="86198" y="850481"/>
                </a:lnTo>
                <a:lnTo>
                  <a:pt x="84115" y="850481"/>
                </a:lnTo>
                <a:close/>
                <a:moveTo>
                  <a:pt x="61207" y="849001"/>
                </a:moveTo>
                <a:lnTo>
                  <a:pt x="64539" y="849001"/>
                </a:lnTo>
                <a:lnTo>
                  <a:pt x="64539" y="850481"/>
                </a:lnTo>
                <a:lnTo>
                  <a:pt x="61207" y="850481"/>
                </a:lnTo>
                <a:close/>
                <a:moveTo>
                  <a:pt x="318610" y="849741"/>
                </a:moveTo>
                <a:lnTo>
                  <a:pt x="374839" y="849741"/>
                </a:lnTo>
                <a:lnTo>
                  <a:pt x="374839" y="850481"/>
                </a:lnTo>
                <a:lnTo>
                  <a:pt x="318610" y="850481"/>
                </a:lnTo>
                <a:close/>
                <a:moveTo>
                  <a:pt x="165334" y="849741"/>
                </a:moveTo>
                <a:lnTo>
                  <a:pt x="197406" y="849741"/>
                </a:lnTo>
                <a:lnTo>
                  <a:pt x="197406" y="850481"/>
                </a:lnTo>
                <a:lnTo>
                  <a:pt x="165334" y="850481"/>
                </a:lnTo>
                <a:close/>
                <a:moveTo>
                  <a:pt x="67455" y="849001"/>
                </a:moveTo>
                <a:lnTo>
                  <a:pt x="81199" y="849001"/>
                </a:lnTo>
                <a:lnTo>
                  <a:pt x="81199" y="850481"/>
                </a:lnTo>
                <a:lnTo>
                  <a:pt x="67455" y="850481"/>
                </a:lnTo>
                <a:close/>
                <a:moveTo>
                  <a:pt x="144092" y="848261"/>
                </a:moveTo>
                <a:lnTo>
                  <a:pt x="151590" y="848261"/>
                </a:lnTo>
                <a:lnTo>
                  <a:pt x="151590" y="850481"/>
                </a:lnTo>
                <a:lnTo>
                  <a:pt x="144092" y="850481"/>
                </a:lnTo>
                <a:close/>
                <a:moveTo>
                  <a:pt x="108689" y="848261"/>
                </a:moveTo>
                <a:lnTo>
                  <a:pt x="109522" y="848261"/>
                </a:lnTo>
                <a:lnTo>
                  <a:pt x="109522" y="850481"/>
                </a:lnTo>
                <a:lnTo>
                  <a:pt x="108689" y="850481"/>
                </a:lnTo>
                <a:close/>
                <a:moveTo>
                  <a:pt x="139511" y="849741"/>
                </a:moveTo>
                <a:lnTo>
                  <a:pt x="141593" y="849741"/>
                </a:lnTo>
                <a:lnTo>
                  <a:pt x="141593" y="850481"/>
                </a:lnTo>
                <a:lnTo>
                  <a:pt x="139511" y="850481"/>
                </a:lnTo>
                <a:close/>
                <a:moveTo>
                  <a:pt x="306531" y="850481"/>
                </a:moveTo>
                <a:lnTo>
                  <a:pt x="314861" y="850481"/>
                </a:lnTo>
                <a:lnTo>
                  <a:pt x="314861" y="851221"/>
                </a:lnTo>
                <a:lnTo>
                  <a:pt x="306531" y="851221"/>
                </a:lnTo>
                <a:close/>
                <a:moveTo>
                  <a:pt x="94111" y="849741"/>
                </a:moveTo>
                <a:lnTo>
                  <a:pt x="106190" y="849741"/>
                </a:lnTo>
                <a:lnTo>
                  <a:pt x="106190" y="851221"/>
                </a:lnTo>
                <a:lnTo>
                  <a:pt x="94111" y="851221"/>
                </a:lnTo>
                <a:close/>
                <a:moveTo>
                  <a:pt x="157421" y="849741"/>
                </a:moveTo>
                <a:lnTo>
                  <a:pt x="160753" y="849741"/>
                </a:lnTo>
                <a:lnTo>
                  <a:pt x="160753" y="851221"/>
                </a:lnTo>
                <a:lnTo>
                  <a:pt x="157421" y="851221"/>
                </a:lnTo>
                <a:close/>
                <a:moveTo>
                  <a:pt x="301950" y="850481"/>
                </a:moveTo>
                <a:lnTo>
                  <a:pt x="305282" y="850481"/>
                </a:lnTo>
                <a:lnTo>
                  <a:pt x="305282" y="851221"/>
                </a:lnTo>
                <a:lnTo>
                  <a:pt x="301950" y="851221"/>
                </a:lnTo>
                <a:close/>
                <a:moveTo>
                  <a:pt x="115353" y="848261"/>
                </a:moveTo>
                <a:lnTo>
                  <a:pt x="116603" y="848261"/>
                </a:lnTo>
                <a:lnTo>
                  <a:pt x="116603" y="851221"/>
                </a:lnTo>
                <a:lnTo>
                  <a:pt x="115353" y="851221"/>
                </a:lnTo>
                <a:close/>
                <a:moveTo>
                  <a:pt x="139927" y="850481"/>
                </a:moveTo>
                <a:lnTo>
                  <a:pt x="141593" y="850481"/>
                </a:lnTo>
                <a:lnTo>
                  <a:pt x="141593" y="851221"/>
                </a:lnTo>
                <a:lnTo>
                  <a:pt x="139927" y="851221"/>
                </a:lnTo>
                <a:close/>
                <a:moveTo>
                  <a:pt x="89113" y="850481"/>
                </a:moveTo>
                <a:lnTo>
                  <a:pt x="91196" y="850481"/>
                </a:lnTo>
                <a:lnTo>
                  <a:pt x="91196" y="851221"/>
                </a:lnTo>
                <a:lnTo>
                  <a:pt x="89113" y="851221"/>
                </a:lnTo>
                <a:close/>
                <a:moveTo>
                  <a:pt x="251135" y="850481"/>
                </a:moveTo>
                <a:lnTo>
                  <a:pt x="287372" y="850481"/>
                </a:lnTo>
                <a:lnTo>
                  <a:pt x="287372" y="851221"/>
                </a:lnTo>
                <a:lnTo>
                  <a:pt x="251135" y="851221"/>
                </a:lnTo>
                <a:close/>
                <a:moveTo>
                  <a:pt x="154089" y="848261"/>
                </a:moveTo>
                <a:lnTo>
                  <a:pt x="154922" y="848261"/>
                </a:lnTo>
                <a:lnTo>
                  <a:pt x="154922" y="851221"/>
                </a:lnTo>
                <a:lnTo>
                  <a:pt x="154089" y="851221"/>
                </a:lnTo>
                <a:close/>
                <a:moveTo>
                  <a:pt x="107856" y="850481"/>
                </a:moveTo>
                <a:lnTo>
                  <a:pt x="109106" y="850481"/>
                </a:lnTo>
                <a:lnTo>
                  <a:pt x="109106" y="851221"/>
                </a:lnTo>
                <a:lnTo>
                  <a:pt x="107856" y="851221"/>
                </a:lnTo>
                <a:close/>
                <a:moveTo>
                  <a:pt x="333188" y="850481"/>
                </a:moveTo>
                <a:lnTo>
                  <a:pt x="374839" y="850481"/>
                </a:lnTo>
                <a:lnTo>
                  <a:pt x="374839" y="851221"/>
                </a:lnTo>
                <a:lnTo>
                  <a:pt x="333188" y="851221"/>
                </a:lnTo>
                <a:close/>
                <a:moveTo>
                  <a:pt x="83282" y="850481"/>
                </a:moveTo>
                <a:lnTo>
                  <a:pt x="85781" y="850481"/>
                </a:lnTo>
                <a:lnTo>
                  <a:pt x="85781" y="851221"/>
                </a:lnTo>
                <a:lnTo>
                  <a:pt x="83282" y="851221"/>
                </a:lnTo>
                <a:close/>
                <a:moveTo>
                  <a:pt x="118269" y="849741"/>
                </a:moveTo>
                <a:lnTo>
                  <a:pt x="125766" y="849741"/>
                </a:lnTo>
                <a:lnTo>
                  <a:pt x="125766" y="851221"/>
                </a:lnTo>
                <a:lnTo>
                  <a:pt x="118269" y="851221"/>
                </a:lnTo>
                <a:close/>
                <a:moveTo>
                  <a:pt x="288621" y="850481"/>
                </a:moveTo>
                <a:lnTo>
                  <a:pt x="300700" y="850481"/>
                </a:lnTo>
                <a:lnTo>
                  <a:pt x="300700" y="851221"/>
                </a:lnTo>
                <a:lnTo>
                  <a:pt x="288621" y="851221"/>
                </a:lnTo>
                <a:close/>
                <a:moveTo>
                  <a:pt x="39548" y="849741"/>
                </a:moveTo>
                <a:lnTo>
                  <a:pt x="56209" y="849741"/>
                </a:lnTo>
                <a:lnTo>
                  <a:pt x="56209" y="851221"/>
                </a:lnTo>
                <a:lnTo>
                  <a:pt x="39548" y="851221"/>
                </a:lnTo>
                <a:close/>
                <a:moveTo>
                  <a:pt x="67038" y="850481"/>
                </a:moveTo>
                <a:lnTo>
                  <a:pt x="81616" y="850481"/>
                </a:lnTo>
                <a:lnTo>
                  <a:pt x="81616" y="851221"/>
                </a:lnTo>
                <a:lnTo>
                  <a:pt x="67038" y="851221"/>
                </a:lnTo>
                <a:close/>
                <a:moveTo>
                  <a:pt x="133680" y="850481"/>
                </a:moveTo>
                <a:lnTo>
                  <a:pt x="137845" y="850481"/>
                </a:lnTo>
                <a:lnTo>
                  <a:pt x="137845" y="851221"/>
                </a:lnTo>
                <a:lnTo>
                  <a:pt x="133680" y="851221"/>
                </a:lnTo>
                <a:close/>
                <a:moveTo>
                  <a:pt x="318610" y="850481"/>
                </a:moveTo>
                <a:lnTo>
                  <a:pt x="331938" y="850481"/>
                </a:lnTo>
                <a:lnTo>
                  <a:pt x="331938" y="851221"/>
                </a:lnTo>
                <a:lnTo>
                  <a:pt x="318610" y="851221"/>
                </a:lnTo>
                <a:close/>
                <a:moveTo>
                  <a:pt x="128265" y="850481"/>
                </a:moveTo>
                <a:lnTo>
                  <a:pt x="132014" y="850481"/>
                </a:lnTo>
                <a:lnTo>
                  <a:pt x="132014" y="851221"/>
                </a:lnTo>
                <a:lnTo>
                  <a:pt x="128265" y="851221"/>
                </a:lnTo>
                <a:close/>
                <a:moveTo>
                  <a:pt x="169499" y="850481"/>
                </a:moveTo>
                <a:lnTo>
                  <a:pt x="197406" y="850481"/>
                </a:lnTo>
                <a:lnTo>
                  <a:pt x="197406" y="851221"/>
                </a:lnTo>
                <a:lnTo>
                  <a:pt x="169499" y="851221"/>
                </a:lnTo>
                <a:close/>
                <a:moveTo>
                  <a:pt x="263214" y="851221"/>
                </a:moveTo>
                <a:lnTo>
                  <a:pt x="268212" y="851221"/>
                </a:lnTo>
                <a:lnTo>
                  <a:pt x="268212" y="851962"/>
                </a:lnTo>
                <a:lnTo>
                  <a:pt x="263214" y="851962"/>
                </a:lnTo>
                <a:close/>
                <a:moveTo>
                  <a:pt x="169916" y="851221"/>
                </a:moveTo>
                <a:lnTo>
                  <a:pt x="197406" y="851221"/>
                </a:lnTo>
                <a:lnTo>
                  <a:pt x="197406" y="851962"/>
                </a:lnTo>
                <a:lnTo>
                  <a:pt x="169916" y="851962"/>
                </a:lnTo>
                <a:close/>
                <a:moveTo>
                  <a:pt x="335270" y="851221"/>
                </a:moveTo>
                <a:lnTo>
                  <a:pt x="374839" y="851221"/>
                </a:lnTo>
                <a:lnTo>
                  <a:pt x="374839" y="851962"/>
                </a:lnTo>
                <a:lnTo>
                  <a:pt x="335270" y="851962"/>
                </a:lnTo>
                <a:close/>
                <a:moveTo>
                  <a:pt x="318610" y="851221"/>
                </a:moveTo>
                <a:lnTo>
                  <a:pt x="329856" y="851221"/>
                </a:lnTo>
                <a:lnTo>
                  <a:pt x="329856" y="851962"/>
                </a:lnTo>
                <a:lnTo>
                  <a:pt x="318610" y="851962"/>
                </a:lnTo>
                <a:close/>
                <a:moveTo>
                  <a:pt x="271128" y="851221"/>
                </a:moveTo>
                <a:lnTo>
                  <a:pt x="285289" y="851221"/>
                </a:lnTo>
                <a:lnTo>
                  <a:pt x="285289" y="851962"/>
                </a:lnTo>
                <a:lnTo>
                  <a:pt x="271128" y="851962"/>
                </a:lnTo>
                <a:close/>
                <a:moveTo>
                  <a:pt x="290287" y="851221"/>
                </a:moveTo>
                <a:lnTo>
                  <a:pt x="298618" y="851221"/>
                </a:lnTo>
                <a:lnTo>
                  <a:pt x="298618" y="851962"/>
                </a:lnTo>
                <a:lnTo>
                  <a:pt x="290287" y="851962"/>
                </a:lnTo>
                <a:close/>
                <a:moveTo>
                  <a:pt x="144092" y="850481"/>
                </a:moveTo>
                <a:lnTo>
                  <a:pt x="151173" y="850481"/>
                </a:lnTo>
                <a:lnTo>
                  <a:pt x="151173" y="851962"/>
                </a:lnTo>
                <a:lnTo>
                  <a:pt x="144092" y="851962"/>
                </a:lnTo>
                <a:close/>
                <a:moveTo>
                  <a:pt x="251135" y="851221"/>
                </a:moveTo>
                <a:lnTo>
                  <a:pt x="260715" y="851221"/>
                </a:lnTo>
                <a:lnTo>
                  <a:pt x="260715" y="851962"/>
                </a:lnTo>
                <a:lnTo>
                  <a:pt x="251135" y="851962"/>
                </a:lnTo>
                <a:close/>
                <a:moveTo>
                  <a:pt x="93695" y="851221"/>
                </a:moveTo>
                <a:lnTo>
                  <a:pt x="106607" y="851221"/>
                </a:lnTo>
                <a:lnTo>
                  <a:pt x="106607" y="851962"/>
                </a:lnTo>
                <a:lnTo>
                  <a:pt x="93695" y="851962"/>
                </a:lnTo>
                <a:close/>
                <a:moveTo>
                  <a:pt x="118685" y="851221"/>
                </a:moveTo>
                <a:lnTo>
                  <a:pt x="125766" y="851221"/>
                </a:lnTo>
                <a:lnTo>
                  <a:pt x="125766" y="851962"/>
                </a:lnTo>
                <a:lnTo>
                  <a:pt x="118685" y="851962"/>
                </a:lnTo>
                <a:close/>
                <a:moveTo>
                  <a:pt x="140344" y="851221"/>
                </a:moveTo>
                <a:lnTo>
                  <a:pt x="141593" y="851221"/>
                </a:lnTo>
                <a:lnTo>
                  <a:pt x="141593" y="851962"/>
                </a:lnTo>
                <a:lnTo>
                  <a:pt x="140344" y="851962"/>
                </a:lnTo>
                <a:close/>
                <a:moveTo>
                  <a:pt x="303616" y="851221"/>
                </a:moveTo>
                <a:lnTo>
                  <a:pt x="304865" y="851221"/>
                </a:lnTo>
                <a:lnTo>
                  <a:pt x="304865" y="851962"/>
                </a:lnTo>
                <a:lnTo>
                  <a:pt x="303616" y="851962"/>
                </a:lnTo>
                <a:close/>
                <a:moveTo>
                  <a:pt x="70370" y="851221"/>
                </a:moveTo>
                <a:lnTo>
                  <a:pt x="85365" y="851221"/>
                </a:lnTo>
                <a:lnTo>
                  <a:pt x="85365" y="851962"/>
                </a:lnTo>
                <a:lnTo>
                  <a:pt x="70370" y="851962"/>
                </a:lnTo>
                <a:close/>
                <a:moveTo>
                  <a:pt x="89530" y="851221"/>
                </a:moveTo>
                <a:lnTo>
                  <a:pt x="91196" y="851221"/>
                </a:lnTo>
                <a:lnTo>
                  <a:pt x="91196" y="851962"/>
                </a:lnTo>
                <a:lnTo>
                  <a:pt x="89530" y="851962"/>
                </a:lnTo>
                <a:close/>
                <a:moveTo>
                  <a:pt x="111188" y="849001"/>
                </a:moveTo>
                <a:lnTo>
                  <a:pt x="113271" y="849001"/>
                </a:lnTo>
                <a:lnTo>
                  <a:pt x="113271" y="851962"/>
                </a:lnTo>
                <a:lnTo>
                  <a:pt x="111188" y="851962"/>
                </a:lnTo>
                <a:close/>
                <a:moveTo>
                  <a:pt x="107023" y="851221"/>
                </a:moveTo>
                <a:lnTo>
                  <a:pt x="108689" y="851221"/>
                </a:lnTo>
                <a:lnTo>
                  <a:pt x="108689" y="851962"/>
                </a:lnTo>
                <a:lnTo>
                  <a:pt x="107023" y="851962"/>
                </a:lnTo>
                <a:close/>
                <a:moveTo>
                  <a:pt x="127849" y="851221"/>
                </a:moveTo>
                <a:lnTo>
                  <a:pt x="132014" y="851221"/>
                </a:lnTo>
                <a:lnTo>
                  <a:pt x="132014" y="851962"/>
                </a:lnTo>
                <a:lnTo>
                  <a:pt x="127849" y="851962"/>
                </a:lnTo>
                <a:close/>
                <a:moveTo>
                  <a:pt x="158254" y="851221"/>
                </a:moveTo>
                <a:lnTo>
                  <a:pt x="160336" y="851221"/>
                </a:lnTo>
                <a:lnTo>
                  <a:pt x="160336" y="851962"/>
                </a:lnTo>
                <a:lnTo>
                  <a:pt x="158254" y="851962"/>
                </a:lnTo>
                <a:close/>
                <a:moveTo>
                  <a:pt x="127432" y="851962"/>
                </a:moveTo>
                <a:lnTo>
                  <a:pt x="131597" y="851962"/>
                </a:lnTo>
                <a:lnTo>
                  <a:pt x="131597" y="852702"/>
                </a:lnTo>
                <a:lnTo>
                  <a:pt x="127432" y="852702"/>
                </a:lnTo>
                <a:close/>
                <a:moveTo>
                  <a:pt x="336103" y="851962"/>
                </a:moveTo>
                <a:lnTo>
                  <a:pt x="374839" y="851962"/>
                </a:lnTo>
                <a:lnTo>
                  <a:pt x="374839" y="852702"/>
                </a:lnTo>
                <a:lnTo>
                  <a:pt x="336103" y="852702"/>
                </a:lnTo>
                <a:close/>
                <a:moveTo>
                  <a:pt x="143676" y="851962"/>
                </a:moveTo>
                <a:lnTo>
                  <a:pt x="151173" y="851962"/>
                </a:lnTo>
                <a:lnTo>
                  <a:pt x="151173" y="852702"/>
                </a:lnTo>
                <a:lnTo>
                  <a:pt x="143676" y="852702"/>
                </a:lnTo>
                <a:close/>
                <a:moveTo>
                  <a:pt x="39548" y="851221"/>
                </a:moveTo>
                <a:lnTo>
                  <a:pt x="55792" y="851221"/>
                </a:lnTo>
                <a:lnTo>
                  <a:pt x="55792" y="852702"/>
                </a:lnTo>
                <a:lnTo>
                  <a:pt x="39548" y="852702"/>
                </a:lnTo>
                <a:close/>
                <a:moveTo>
                  <a:pt x="318610" y="851962"/>
                </a:moveTo>
                <a:lnTo>
                  <a:pt x="329023" y="851962"/>
                </a:lnTo>
                <a:lnTo>
                  <a:pt x="329023" y="852702"/>
                </a:lnTo>
                <a:lnTo>
                  <a:pt x="318610" y="852702"/>
                </a:lnTo>
                <a:close/>
                <a:moveTo>
                  <a:pt x="110772" y="851962"/>
                </a:moveTo>
                <a:lnTo>
                  <a:pt x="113271" y="851962"/>
                </a:lnTo>
                <a:lnTo>
                  <a:pt x="113271" y="852702"/>
                </a:lnTo>
                <a:lnTo>
                  <a:pt x="110772" y="852702"/>
                </a:lnTo>
                <a:close/>
                <a:moveTo>
                  <a:pt x="307364" y="851221"/>
                </a:moveTo>
                <a:lnTo>
                  <a:pt x="314861" y="851221"/>
                </a:lnTo>
                <a:lnTo>
                  <a:pt x="314861" y="852702"/>
                </a:lnTo>
                <a:lnTo>
                  <a:pt x="307364" y="852702"/>
                </a:lnTo>
                <a:close/>
                <a:moveTo>
                  <a:pt x="271544" y="851962"/>
                </a:moveTo>
                <a:lnTo>
                  <a:pt x="284456" y="851962"/>
                </a:lnTo>
                <a:lnTo>
                  <a:pt x="284456" y="852702"/>
                </a:lnTo>
                <a:lnTo>
                  <a:pt x="271544" y="852702"/>
                </a:lnTo>
                <a:close/>
                <a:moveTo>
                  <a:pt x="115353" y="851221"/>
                </a:moveTo>
                <a:lnTo>
                  <a:pt x="117019" y="851221"/>
                </a:lnTo>
                <a:lnTo>
                  <a:pt x="117019" y="852702"/>
                </a:lnTo>
                <a:lnTo>
                  <a:pt x="115353" y="852702"/>
                </a:lnTo>
                <a:close/>
                <a:moveTo>
                  <a:pt x="291120" y="851962"/>
                </a:moveTo>
                <a:lnTo>
                  <a:pt x="297784" y="851962"/>
                </a:lnTo>
                <a:lnTo>
                  <a:pt x="297784" y="852702"/>
                </a:lnTo>
                <a:lnTo>
                  <a:pt x="291120" y="852702"/>
                </a:lnTo>
                <a:close/>
                <a:moveTo>
                  <a:pt x="159087" y="851962"/>
                </a:moveTo>
                <a:lnTo>
                  <a:pt x="160336" y="851962"/>
                </a:lnTo>
                <a:lnTo>
                  <a:pt x="160336" y="852702"/>
                </a:lnTo>
                <a:lnTo>
                  <a:pt x="159087" y="852702"/>
                </a:lnTo>
                <a:close/>
                <a:moveTo>
                  <a:pt x="103274" y="851962"/>
                </a:moveTo>
                <a:lnTo>
                  <a:pt x="108273" y="851962"/>
                </a:lnTo>
                <a:lnTo>
                  <a:pt x="108273" y="852702"/>
                </a:lnTo>
                <a:lnTo>
                  <a:pt x="103274" y="852702"/>
                </a:lnTo>
                <a:close/>
                <a:moveTo>
                  <a:pt x="118685" y="851962"/>
                </a:moveTo>
                <a:lnTo>
                  <a:pt x="126182" y="851962"/>
                </a:lnTo>
                <a:lnTo>
                  <a:pt x="126182" y="852702"/>
                </a:lnTo>
                <a:lnTo>
                  <a:pt x="118685" y="852702"/>
                </a:lnTo>
                <a:close/>
                <a:moveTo>
                  <a:pt x="140344" y="851962"/>
                </a:moveTo>
                <a:lnTo>
                  <a:pt x="142010" y="851962"/>
                </a:lnTo>
                <a:lnTo>
                  <a:pt x="142010" y="852702"/>
                </a:lnTo>
                <a:lnTo>
                  <a:pt x="140344" y="852702"/>
                </a:lnTo>
                <a:close/>
                <a:moveTo>
                  <a:pt x="93695" y="851962"/>
                </a:moveTo>
                <a:lnTo>
                  <a:pt x="101192" y="851962"/>
                </a:lnTo>
                <a:lnTo>
                  <a:pt x="101192" y="852702"/>
                </a:lnTo>
                <a:lnTo>
                  <a:pt x="93695" y="852702"/>
                </a:lnTo>
                <a:close/>
                <a:moveTo>
                  <a:pt x="103274" y="852702"/>
                </a:moveTo>
                <a:lnTo>
                  <a:pt x="107440" y="852702"/>
                </a:lnTo>
                <a:lnTo>
                  <a:pt x="107440" y="853442"/>
                </a:lnTo>
                <a:lnTo>
                  <a:pt x="103274" y="853442"/>
                </a:lnTo>
                <a:close/>
                <a:moveTo>
                  <a:pt x="319026" y="852702"/>
                </a:moveTo>
                <a:lnTo>
                  <a:pt x="328606" y="852702"/>
                </a:lnTo>
                <a:lnTo>
                  <a:pt x="328606" y="853442"/>
                </a:lnTo>
                <a:lnTo>
                  <a:pt x="319026" y="853442"/>
                </a:lnTo>
                <a:close/>
                <a:moveTo>
                  <a:pt x="110772" y="852702"/>
                </a:moveTo>
                <a:lnTo>
                  <a:pt x="111605" y="852702"/>
                </a:lnTo>
                <a:lnTo>
                  <a:pt x="111605" y="853442"/>
                </a:lnTo>
                <a:lnTo>
                  <a:pt x="110772" y="853442"/>
                </a:lnTo>
                <a:close/>
                <a:moveTo>
                  <a:pt x="264047" y="851962"/>
                </a:moveTo>
                <a:lnTo>
                  <a:pt x="267796" y="851962"/>
                </a:lnTo>
                <a:lnTo>
                  <a:pt x="267796" y="853442"/>
                </a:lnTo>
                <a:lnTo>
                  <a:pt x="264047" y="853442"/>
                </a:lnTo>
                <a:close/>
                <a:moveTo>
                  <a:pt x="307781" y="852702"/>
                </a:moveTo>
                <a:lnTo>
                  <a:pt x="314445" y="852702"/>
                </a:lnTo>
                <a:lnTo>
                  <a:pt x="314445" y="853442"/>
                </a:lnTo>
                <a:lnTo>
                  <a:pt x="307781" y="853442"/>
                </a:lnTo>
                <a:close/>
                <a:moveTo>
                  <a:pt x="336520" y="852702"/>
                </a:moveTo>
                <a:lnTo>
                  <a:pt x="374839" y="852702"/>
                </a:lnTo>
                <a:lnTo>
                  <a:pt x="374839" y="853442"/>
                </a:lnTo>
                <a:lnTo>
                  <a:pt x="336520" y="853442"/>
                </a:lnTo>
                <a:close/>
                <a:moveTo>
                  <a:pt x="118685" y="852702"/>
                </a:moveTo>
                <a:lnTo>
                  <a:pt x="131597" y="852702"/>
                </a:lnTo>
                <a:lnTo>
                  <a:pt x="131597" y="853442"/>
                </a:lnTo>
                <a:lnTo>
                  <a:pt x="118685" y="853442"/>
                </a:lnTo>
                <a:close/>
                <a:moveTo>
                  <a:pt x="89946" y="851962"/>
                </a:moveTo>
                <a:lnTo>
                  <a:pt x="90779" y="851962"/>
                </a:lnTo>
                <a:lnTo>
                  <a:pt x="90779" y="853442"/>
                </a:lnTo>
                <a:lnTo>
                  <a:pt x="89946" y="853442"/>
                </a:lnTo>
                <a:close/>
                <a:moveTo>
                  <a:pt x="271961" y="852702"/>
                </a:moveTo>
                <a:lnTo>
                  <a:pt x="283623" y="852702"/>
                </a:lnTo>
                <a:lnTo>
                  <a:pt x="283623" y="853442"/>
                </a:lnTo>
                <a:lnTo>
                  <a:pt x="271961" y="853442"/>
                </a:lnTo>
                <a:close/>
                <a:moveTo>
                  <a:pt x="39548" y="852702"/>
                </a:moveTo>
                <a:lnTo>
                  <a:pt x="56209" y="852702"/>
                </a:lnTo>
                <a:lnTo>
                  <a:pt x="56209" y="853442"/>
                </a:lnTo>
                <a:lnTo>
                  <a:pt x="39548" y="853442"/>
                </a:lnTo>
                <a:close/>
                <a:moveTo>
                  <a:pt x="71203" y="851962"/>
                </a:moveTo>
                <a:lnTo>
                  <a:pt x="85365" y="851962"/>
                </a:lnTo>
                <a:lnTo>
                  <a:pt x="85365" y="853442"/>
                </a:lnTo>
                <a:lnTo>
                  <a:pt x="71203" y="853442"/>
                </a:lnTo>
                <a:close/>
                <a:moveTo>
                  <a:pt x="291537" y="852702"/>
                </a:moveTo>
                <a:lnTo>
                  <a:pt x="296951" y="852702"/>
                </a:lnTo>
                <a:lnTo>
                  <a:pt x="296951" y="853442"/>
                </a:lnTo>
                <a:lnTo>
                  <a:pt x="291537" y="853442"/>
                </a:lnTo>
                <a:close/>
                <a:moveTo>
                  <a:pt x="115353" y="852702"/>
                </a:moveTo>
                <a:lnTo>
                  <a:pt x="117436" y="852702"/>
                </a:lnTo>
                <a:lnTo>
                  <a:pt x="117436" y="853442"/>
                </a:lnTo>
                <a:lnTo>
                  <a:pt x="115353" y="853442"/>
                </a:lnTo>
                <a:close/>
                <a:moveTo>
                  <a:pt x="39548" y="853442"/>
                </a:moveTo>
                <a:lnTo>
                  <a:pt x="56625" y="853442"/>
                </a:lnTo>
                <a:lnTo>
                  <a:pt x="56625" y="854182"/>
                </a:lnTo>
                <a:lnTo>
                  <a:pt x="39548" y="854182"/>
                </a:lnTo>
                <a:close/>
                <a:moveTo>
                  <a:pt x="134096" y="851221"/>
                </a:moveTo>
                <a:lnTo>
                  <a:pt x="137845" y="851221"/>
                </a:lnTo>
                <a:lnTo>
                  <a:pt x="137845" y="854182"/>
                </a:lnTo>
                <a:lnTo>
                  <a:pt x="134096" y="854182"/>
                </a:lnTo>
                <a:close/>
                <a:moveTo>
                  <a:pt x="71203" y="853442"/>
                </a:moveTo>
                <a:lnTo>
                  <a:pt x="85781" y="853442"/>
                </a:lnTo>
                <a:lnTo>
                  <a:pt x="85781" y="854182"/>
                </a:lnTo>
                <a:lnTo>
                  <a:pt x="71203" y="854182"/>
                </a:lnTo>
                <a:close/>
                <a:moveTo>
                  <a:pt x="115353" y="853442"/>
                </a:moveTo>
                <a:lnTo>
                  <a:pt x="131181" y="853442"/>
                </a:lnTo>
                <a:lnTo>
                  <a:pt x="131181" y="854182"/>
                </a:lnTo>
                <a:lnTo>
                  <a:pt x="115353" y="854182"/>
                </a:lnTo>
                <a:close/>
                <a:moveTo>
                  <a:pt x="103691" y="853442"/>
                </a:moveTo>
                <a:lnTo>
                  <a:pt x="106607" y="853442"/>
                </a:lnTo>
                <a:lnTo>
                  <a:pt x="106607" y="854182"/>
                </a:lnTo>
                <a:lnTo>
                  <a:pt x="103691" y="854182"/>
                </a:lnTo>
                <a:close/>
                <a:moveTo>
                  <a:pt x="271961" y="853442"/>
                </a:moveTo>
                <a:lnTo>
                  <a:pt x="283207" y="853442"/>
                </a:lnTo>
                <a:lnTo>
                  <a:pt x="283207" y="854182"/>
                </a:lnTo>
                <a:lnTo>
                  <a:pt x="271961" y="854182"/>
                </a:lnTo>
                <a:close/>
                <a:moveTo>
                  <a:pt x="336936" y="853442"/>
                </a:moveTo>
                <a:lnTo>
                  <a:pt x="374839" y="853442"/>
                </a:lnTo>
                <a:lnTo>
                  <a:pt x="374839" y="854182"/>
                </a:lnTo>
                <a:lnTo>
                  <a:pt x="336936" y="854182"/>
                </a:lnTo>
                <a:close/>
                <a:moveTo>
                  <a:pt x="291537" y="853442"/>
                </a:moveTo>
                <a:lnTo>
                  <a:pt x="296535" y="853442"/>
                </a:lnTo>
                <a:lnTo>
                  <a:pt x="296535" y="854182"/>
                </a:lnTo>
                <a:lnTo>
                  <a:pt x="291537" y="854182"/>
                </a:lnTo>
                <a:close/>
                <a:moveTo>
                  <a:pt x="110355" y="853442"/>
                </a:moveTo>
                <a:lnTo>
                  <a:pt x="111188" y="853442"/>
                </a:lnTo>
                <a:lnTo>
                  <a:pt x="111188" y="854182"/>
                </a:lnTo>
                <a:lnTo>
                  <a:pt x="110355" y="854182"/>
                </a:lnTo>
                <a:close/>
                <a:moveTo>
                  <a:pt x="322775" y="853442"/>
                </a:moveTo>
                <a:lnTo>
                  <a:pt x="328190" y="853442"/>
                </a:lnTo>
                <a:lnTo>
                  <a:pt x="328190" y="854182"/>
                </a:lnTo>
                <a:lnTo>
                  <a:pt x="322775" y="854182"/>
                </a:lnTo>
                <a:close/>
                <a:moveTo>
                  <a:pt x="159503" y="852702"/>
                </a:moveTo>
                <a:lnTo>
                  <a:pt x="159920" y="852702"/>
                </a:lnTo>
                <a:lnTo>
                  <a:pt x="159920" y="854182"/>
                </a:lnTo>
                <a:lnTo>
                  <a:pt x="159503" y="854182"/>
                </a:lnTo>
                <a:close/>
                <a:moveTo>
                  <a:pt x="140344" y="852702"/>
                </a:moveTo>
                <a:lnTo>
                  <a:pt x="150757" y="852702"/>
                </a:lnTo>
                <a:lnTo>
                  <a:pt x="150757" y="854182"/>
                </a:lnTo>
                <a:lnTo>
                  <a:pt x="140344" y="854182"/>
                </a:lnTo>
                <a:close/>
                <a:moveTo>
                  <a:pt x="89530" y="853442"/>
                </a:moveTo>
                <a:lnTo>
                  <a:pt x="90363" y="853442"/>
                </a:lnTo>
                <a:lnTo>
                  <a:pt x="90363" y="854182"/>
                </a:lnTo>
                <a:lnTo>
                  <a:pt x="89530" y="854182"/>
                </a:lnTo>
                <a:close/>
                <a:moveTo>
                  <a:pt x="271961" y="854182"/>
                </a:moveTo>
                <a:lnTo>
                  <a:pt x="282790" y="854182"/>
                </a:lnTo>
                <a:lnTo>
                  <a:pt x="282790" y="854922"/>
                </a:lnTo>
                <a:lnTo>
                  <a:pt x="271961" y="854922"/>
                </a:lnTo>
                <a:close/>
                <a:moveTo>
                  <a:pt x="71203" y="854182"/>
                </a:moveTo>
                <a:lnTo>
                  <a:pt x="87031" y="854182"/>
                </a:lnTo>
                <a:lnTo>
                  <a:pt x="87031" y="854922"/>
                </a:lnTo>
                <a:lnTo>
                  <a:pt x="71203" y="854922"/>
                </a:lnTo>
                <a:close/>
                <a:moveTo>
                  <a:pt x="115353" y="854182"/>
                </a:moveTo>
                <a:lnTo>
                  <a:pt x="127432" y="854182"/>
                </a:lnTo>
                <a:lnTo>
                  <a:pt x="127432" y="854922"/>
                </a:lnTo>
                <a:lnTo>
                  <a:pt x="115353" y="854922"/>
                </a:lnTo>
                <a:close/>
                <a:moveTo>
                  <a:pt x="291537" y="854182"/>
                </a:moveTo>
                <a:lnTo>
                  <a:pt x="296118" y="854182"/>
                </a:lnTo>
                <a:lnTo>
                  <a:pt x="296118" y="854922"/>
                </a:lnTo>
                <a:lnTo>
                  <a:pt x="291537" y="854922"/>
                </a:lnTo>
                <a:close/>
                <a:moveTo>
                  <a:pt x="39548" y="854182"/>
                </a:moveTo>
                <a:lnTo>
                  <a:pt x="60374" y="854182"/>
                </a:lnTo>
                <a:lnTo>
                  <a:pt x="60374" y="854922"/>
                </a:lnTo>
                <a:lnTo>
                  <a:pt x="39548" y="854922"/>
                </a:lnTo>
                <a:close/>
                <a:moveTo>
                  <a:pt x="162419" y="854182"/>
                </a:moveTo>
                <a:lnTo>
                  <a:pt x="165751" y="854182"/>
                </a:lnTo>
                <a:lnTo>
                  <a:pt x="165751" y="854922"/>
                </a:lnTo>
                <a:lnTo>
                  <a:pt x="162419" y="854922"/>
                </a:lnTo>
                <a:close/>
                <a:moveTo>
                  <a:pt x="322775" y="854182"/>
                </a:moveTo>
                <a:lnTo>
                  <a:pt x="327773" y="854182"/>
                </a:lnTo>
                <a:lnTo>
                  <a:pt x="327773" y="854922"/>
                </a:lnTo>
                <a:lnTo>
                  <a:pt x="322775" y="854922"/>
                </a:lnTo>
                <a:close/>
                <a:moveTo>
                  <a:pt x="109939" y="854182"/>
                </a:moveTo>
                <a:lnTo>
                  <a:pt x="111188" y="854182"/>
                </a:lnTo>
                <a:lnTo>
                  <a:pt x="111188" y="854922"/>
                </a:lnTo>
                <a:lnTo>
                  <a:pt x="109939" y="854922"/>
                </a:lnTo>
                <a:close/>
                <a:moveTo>
                  <a:pt x="93278" y="852702"/>
                </a:moveTo>
                <a:lnTo>
                  <a:pt x="100775" y="852702"/>
                </a:lnTo>
                <a:lnTo>
                  <a:pt x="100775" y="854922"/>
                </a:lnTo>
                <a:lnTo>
                  <a:pt x="93278" y="854922"/>
                </a:lnTo>
                <a:close/>
                <a:moveTo>
                  <a:pt x="134096" y="854182"/>
                </a:moveTo>
                <a:lnTo>
                  <a:pt x="138261" y="854182"/>
                </a:lnTo>
                <a:lnTo>
                  <a:pt x="138261" y="854922"/>
                </a:lnTo>
                <a:lnTo>
                  <a:pt x="134096" y="854922"/>
                </a:lnTo>
                <a:close/>
                <a:moveTo>
                  <a:pt x="337353" y="854182"/>
                </a:moveTo>
                <a:lnTo>
                  <a:pt x="374839" y="854182"/>
                </a:lnTo>
                <a:lnTo>
                  <a:pt x="374839" y="854922"/>
                </a:lnTo>
                <a:lnTo>
                  <a:pt x="337353" y="854922"/>
                </a:lnTo>
                <a:close/>
                <a:moveTo>
                  <a:pt x="89113" y="854182"/>
                </a:moveTo>
                <a:lnTo>
                  <a:pt x="90363" y="854182"/>
                </a:lnTo>
                <a:lnTo>
                  <a:pt x="90363" y="854922"/>
                </a:lnTo>
                <a:lnTo>
                  <a:pt x="89113" y="854922"/>
                </a:lnTo>
                <a:close/>
                <a:moveTo>
                  <a:pt x="139927" y="854182"/>
                </a:moveTo>
                <a:lnTo>
                  <a:pt x="150757" y="854182"/>
                </a:lnTo>
                <a:lnTo>
                  <a:pt x="150757" y="854922"/>
                </a:lnTo>
                <a:lnTo>
                  <a:pt x="139927" y="854922"/>
                </a:lnTo>
                <a:close/>
                <a:moveTo>
                  <a:pt x="70787" y="854922"/>
                </a:moveTo>
                <a:lnTo>
                  <a:pt x="84531" y="854922"/>
                </a:lnTo>
                <a:lnTo>
                  <a:pt x="84531" y="855662"/>
                </a:lnTo>
                <a:lnTo>
                  <a:pt x="70787" y="855662"/>
                </a:lnTo>
                <a:close/>
                <a:moveTo>
                  <a:pt x="137845" y="854922"/>
                </a:moveTo>
                <a:lnTo>
                  <a:pt x="138261" y="854922"/>
                </a:lnTo>
                <a:lnTo>
                  <a:pt x="138261" y="855662"/>
                </a:lnTo>
                <a:lnTo>
                  <a:pt x="137845" y="855662"/>
                </a:lnTo>
                <a:close/>
                <a:moveTo>
                  <a:pt x="103691" y="854182"/>
                </a:moveTo>
                <a:lnTo>
                  <a:pt x="106190" y="854182"/>
                </a:lnTo>
                <a:lnTo>
                  <a:pt x="106190" y="855662"/>
                </a:lnTo>
                <a:lnTo>
                  <a:pt x="103691" y="855662"/>
                </a:lnTo>
                <a:close/>
                <a:moveTo>
                  <a:pt x="153256" y="854922"/>
                </a:moveTo>
                <a:lnTo>
                  <a:pt x="153672" y="854922"/>
                </a:lnTo>
                <a:lnTo>
                  <a:pt x="153672" y="855662"/>
                </a:lnTo>
                <a:lnTo>
                  <a:pt x="153256" y="855662"/>
                </a:lnTo>
                <a:close/>
                <a:moveTo>
                  <a:pt x="337769" y="854922"/>
                </a:moveTo>
                <a:lnTo>
                  <a:pt x="374839" y="854922"/>
                </a:lnTo>
                <a:lnTo>
                  <a:pt x="374839" y="855662"/>
                </a:lnTo>
                <a:lnTo>
                  <a:pt x="337769" y="855662"/>
                </a:lnTo>
                <a:close/>
                <a:moveTo>
                  <a:pt x="139927" y="854922"/>
                </a:moveTo>
                <a:lnTo>
                  <a:pt x="150340" y="854922"/>
                </a:lnTo>
                <a:lnTo>
                  <a:pt x="150340" y="855662"/>
                </a:lnTo>
                <a:lnTo>
                  <a:pt x="139927" y="855662"/>
                </a:lnTo>
                <a:close/>
                <a:moveTo>
                  <a:pt x="39548" y="854922"/>
                </a:moveTo>
                <a:lnTo>
                  <a:pt x="65789" y="854922"/>
                </a:lnTo>
                <a:lnTo>
                  <a:pt x="65789" y="855662"/>
                </a:lnTo>
                <a:lnTo>
                  <a:pt x="39548" y="855662"/>
                </a:lnTo>
                <a:close/>
                <a:moveTo>
                  <a:pt x="85781" y="854922"/>
                </a:moveTo>
                <a:lnTo>
                  <a:pt x="89946" y="854922"/>
                </a:lnTo>
                <a:lnTo>
                  <a:pt x="89946" y="855662"/>
                </a:lnTo>
                <a:lnTo>
                  <a:pt x="85781" y="855662"/>
                </a:lnTo>
                <a:close/>
                <a:moveTo>
                  <a:pt x="109522" y="854922"/>
                </a:moveTo>
                <a:lnTo>
                  <a:pt x="111188" y="854922"/>
                </a:lnTo>
                <a:lnTo>
                  <a:pt x="111188" y="855662"/>
                </a:lnTo>
                <a:lnTo>
                  <a:pt x="109522" y="855662"/>
                </a:lnTo>
                <a:close/>
                <a:moveTo>
                  <a:pt x="114937" y="854922"/>
                </a:moveTo>
                <a:lnTo>
                  <a:pt x="127015" y="854922"/>
                </a:lnTo>
                <a:lnTo>
                  <a:pt x="127015" y="855662"/>
                </a:lnTo>
                <a:lnTo>
                  <a:pt x="114937" y="855662"/>
                </a:lnTo>
                <a:close/>
                <a:moveTo>
                  <a:pt x="103274" y="855662"/>
                </a:moveTo>
                <a:lnTo>
                  <a:pt x="106190" y="855662"/>
                </a:lnTo>
                <a:lnTo>
                  <a:pt x="106190" y="856403"/>
                </a:lnTo>
                <a:lnTo>
                  <a:pt x="103274" y="856403"/>
                </a:lnTo>
                <a:close/>
                <a:moveTo>
                  <a:pt x="92862" y="854922"/>
                </a:moveTo>
                <a:lnTo>
                  <a:pt x="100775" y="854922"/>
                </a:lnTo>
                <a:lnTo>
                  <a:pt x="100775" y="856403"/>
                </a:lnTo>
                <a:lnTo>
                  <a:pt x="92862" y="856403"/>
                </a:lnTo>
                <a:close/>
                <a:moveTo>
                  <a:pt x="332355" y="855662"/>
                </a:moveTo>
                <a:lnTo>
                  <a:pt x="333188" y="855662"/>
                </a:lnTo>
                <a:lnTo>
                  <a:pt x="333188" y="856403"/>
                </a:lnTo>
                <a:lnTo>
                  <a:pt x="332355" y="856403"/>
                </a:lnTo>
                <a:close/>
                <a:moveTo>
                  <a:pt x="108689" y="855662"/>
                </a:moveTo>
                <a:lnTo>
                  <a:pt x="111188" y="855662"/>
                </a:lnTo>
                <a:lnTo>
                  <a:pt x="111188" y="856403"/>
                </a:lnTo>
                <a:lnTo>
                  <a:pt x="108689" y="856403"/>
                </a:lnTo>
                <a:close/>
                <a:moveTo>
                  <a:pt x="323192" y="854922"/>
                </a:moveTo>
                <a:lnTo>
                  <a:pt x="327357" y="854922"/>
                </a:lnTo>
                <a:lnTo>
                  <a:pt x="327357" y="856403"/>
                </a:lnTo>
                <a:lnTo>
                  <a:pt x="323192" y="856403"/>
                </a:lnTo>
                <a:close/>
                <a:moveTo>
                  <a:pt x="142843" y="855662"/>
                </a:moveTo>
                <a:lnTo>
                  <a:pt x="150340" y="855662"/>
                </a:lnTo>
                <a:lnTo>
                  <a:pt x="150340" y="856403"/>
                </a:lnTo>
                <a:lnTo>
                  <a:pt x="142843" y="856403"/>
                </a:lnTo>
                <a:close/>
                <a:moveTo>
                  <a:pt x="39548" y="855662"/>
                </a:moveTo>
                <a:lnTo>
                  <a:pt x="84115" y="855662"/>
                </a:lnTo>
                <a:lnTo>
                  <a:pt x="84115" y="856403"/>
                </a:lnTo>
                <a:lnTo>
                  <a:pt x="39548" y="856403"/>
                </a:lnTo>
                <a:close/>
                <a:moveTo>
                  <a:pt x="271961" y="854922"/>
                </a:moveTo>
                <a:lnTo>
                  <a:pt x="282374" y="854922"/>
                </a:lnTo>
                <a:lnTo>
                  <a:pt x="282374" y="856403"/>
                </a:lnTo>
                <a:lnTo>
                  <a:pt x="271961" y="856403"/>
                </a:lnTo>
                <a:close/>
                <a:moveTo>
                  <a:pt x="291537" y="854922"/>
                </a:moveTo>
                <a:lnTo>
                  <a:pt x="295702" y="854922"/>
                </a:lnTo>
                <a:lnTo>
                  <a:pt x="295702" y="856403"/>
                </a:lnTo>
                <a:lnTo>
                  <a:pt x="291537" y="856403"/>
                </a:lnTo>
                <a:close/>
                <a:moveTo>
                  <a:pt x="102858" y="856403"/>
                </a:moveTo>
                <a:lnTo>
                  <a:pt x="106190" y="856403"/>
                </a:lnTo>
                <a:lnTo>
                  <a:pt x="106190" y="857143"/>
                </a:lnTo>
                <a:lnTo>
                  <a:pt x="102858" y="857143"/>
                </a:lnTo>
                <a:close/>
                <a:moveTo>
                  <a:pt x="39548" y="856403"/>
                </a:moveTo>
                <a:lnTo>
                  <a:pt x="83282" y="856403"/>
                </a:lnTo>
                <a:lnTo>
                  <a:pt x="83282" y="857143"/>
                </a:lnTo>
                <a:lnTo>
                  <a:pt x="39548" y="857143"/>
                </a:lnTo>
                <a:close/>
                <a:moveTo>
                  <a:pt x="287372" y="856403"/>
                </a:moveTo>
                <a:lnTo>
                  <a:pt x="289871" y="856403"/>
                </a:lnTo>
                <a:lnTo>
                  <a:pt x="289871" y="857143"/>
                </a:lnTo>
                <a:lnTo>
                  <a:pt x="287372" y="857143"/>
                </a:lnTo>
                <a:close/>
                <a:moveTo>
                  <a:pt x="143259" y="856403"/>
                </a:moveTo>
                <a:lnTo>
                  <a:pt x="150340" y="856403"/>
                </a:lnTo>
                <a:lnTo>
                  <a:pt x="150340" y="857143"/>
                </a:lnTo>
                <a:lnTo>
                  <a:pt x="143259" y="857143"/>
                </a:lnTo>
                <a:close/>
                <a:moveTo>
                  <a:pt x="300700" y="856403"/>
                </a:moveTo>
                <a:lnTo>
                  <a:pt x="303199" y="856403"/>
                </a:lnTo>
                <a:lnTo>
                  <a:pt x="303199" y="857143"/>
                </a:lnTo>
                <a:lnTo>
                  <a:pt x="300700" y="857143"/>
                </a:lnTo>
                <a:close/>
                <a:moveTo>
                  <a:pt x="331105" y="856403"/>
                </a:moveTo>
                <a:lnTo>
                  <a:pt x="334021" y="856403"/>
                </a:lnTo>
                <a:lnTo>
                  <a:pt x="334021" y="857143"/>
                </a:lnTo>
                <a:lnTo>
                  <a:pt x="331105" y="857143"/>
                </a:lnTo>
                <a:close/>
                <a:moveTo>
                  <a:pt x="291120" y="856403"/>
                </a:moveTo>
                <a:lnTo>
                  <a:pt x="295285" y="856403"/>
                </a:lnTo>
                <a:lnTo>
                  <a:pt x="295285" y="857143"/>
                </a:lnTo>
                <a:lnTo>
                  <a:pt x="291120" y="857143"/>
                </a:lnTo>
                <a:close/>
                <a:moveTo>
                  <a:pt x="108273" y="856403"/>
                </a:moveTo>
                <a:lnTo>
                  <a:pt x="111605" y="856403"/>
                </a:lnTo>
                <a:lnTo>
                  <a:pt x="111605" y="857143"/>
                </a:lnTo>
                <a:lnTo>
                  <a:pt x="108273" y="857143"/>
                </a:lnTo>
                <a:close/>
                <a:moveTo>
                  <a:pt x="114520" y="855662"/>
                </a:moveTo>
                <a:lnTo>
                  <a:pt x="127015" y="855662"/>
                </a:lnTo>
                <a:lnTo>
                  <a:pt x="127015" y="857143"/>
                </a:lnTo>
                <a:lnTo>
                  <a:pt x="114520" y="857143"/>
                </a:lnTo>
                <a:close/>
                <a:moveTo>
                  <a:pt x="92445" y="856403"/>
                </a:moveTo>
                <a:lnTo>
                  <a:pt x="101608" y="856403"/>
                </a:lnTo>
                <a:lnTo>
                  <a:pt x="101608" y="857143"/>
                </a:lnTo>
                <a:lnTo>
                  <a:pt x="92445" y="857143"/>
                </a:lnTo>
                <a:close/>
                <a:moveTo>
                  <a:pt x="162002" y="854922"/>
                </a:moveTo>
                <a:lnTo>
                  <a:pt x="167833" y="854922"/>
                </a:lnTo>
                <a:lnTo>
                  <a:pt x="167833" y="857143"/>
                </a:lnTo>
                <a:lnTo>
                  <a:pt x="162002" y="857143"/>
                </a:lnTo>
                <a:close/>
                <a:moveTo>
                  <a:pt x="157421" y="855662"/>
                </a:moveTo>
                <a:lnTo>
                  <a:pt x="159503" y="855662"/>
                </a:lnTo>
                <a:lnTo>
                  <a:pt x="159503" y="857883"/>
                </a:lnTo>
                <a:lnTo>
                  <a:pt x="157421" y="857883"/>
                </a:lnTo>
                <a:close/>
                <a:moveTo>
                  <a:pt x="307781" y="853442"/>
                </a:moveTo>
                <a:lnTo>
                  <a:pt x="311946" y="853442"/>
                </a:lnTo>
                <a:lnTo>
                  <a:pt x="311946" y="857883"/>
                </a:lnTo>
                <a:lnTo>
                  <a:pt x="307781" y="857883"/>
                </a:lnTo>
                <a:close/>
                <a:moveTo>
                  <a:pt x="117436" y="857143"/>
                </a:moveTo>
                <a:lnTo>
                  <a:pt x="127015" y="857143"/>
                </a:lnTo>
                <a:lnTo>
                  <a:pt x="127015" y="857883"/>
                </a:lnTo>
                <a:lnTo>
                  <a:pt x="117436" y="857883"/>
                </a:lnTo>
                <a:close/>
                <a:moveTo>
                  <a:pt x="152839" y="855662"/>
                </a:moveTo>
                <a:lnTo>
                  <a:pt x="154922" y="855662"/>
                </a:lnTo>
                <a:lnTo>
                  <a:pt x="154922" y="857883"/>
                </a:lnTo>
                <a:lnTo>
                  <a:pt x="152839" y="857883"/>
                </a:lnTo>
                <a:close/>
                <a:moveTo>
                  <a:pt x="299867" y="857143"/>
                </a:moveTo>
                <a:lnTo>
                  <a:pt x="304032" y="857143"/>
                </a:lnTo>
                <a:lnTo>
                  <a:pt x="304032" y="857883"/>
                </a:lnTo>
                <a:lnTo>
                  <a:pt x="299867" y="857883"/>
                </a:lnTo>
                <a:close/>
                <a:moveTo>
                  <a:pt x="322775" y="856403"/>
                </a:moveTo>
                <a:lnTo>
                  <a:pt x="326940" y="856403"/>
                </a:lnTo>
                <a:lnTo>
                  <a:pt x="326940" y="857883"/>
                </a:lnTo>
                <a:lnTo>
                  <a:pt x="322775" y="857883"/>
                </a:lnTo>
                <a:close/>
                <a:moveTo>
                  <a:pt x="286955" y="857143"/>
                </a:moveTo>
                <a:lnTo>
                  <a:pt x="295285" y="857143"/>
                </a:lnTo>
                <a:lnTo>
                  <a:pt x="295285" y="857883"/>
                </a:lnTo>
                <a:lnTo>
                  <a:pt x="286955" y="857883"/>
                </a:lnTo>
                <a:close/>
                <a:moveTo>
                  <a:pt x="39548" y="857143"/>
                </a:moveTo>
                <a:lnTo>
                  <a:pt x="82865" y="857143"/>
                </a:lnTo>
                <a:lnTo>
                  <a:pt x="82865" y="857883"/>
                </a:lnTo>
                <a:lnTo>
                  <a:pt x="39548" y="857883"/>
                </a:lnTo>
                <a:close/>
                <a:moveTo>
                  <a:pt x="92445" y="857143"/>
                </a:moveTo>
                <a:lnTo>
                  <a:pt x="106607" y="857143"/>
                </a:lnTo>
                <a:lnTo>
                  <a:pt x="106607" y="857883"/>
                </a:lnTo>
                <a:lnTo>
                  <a:pt x="92445" y="857883"/>
                </a:lnTo>
                <a:close/>
                <a:moveTo>
                  <a:pt x="161586" y="857143"/>
                </a:moveTo>
                <a:lnTo>
                  <a:pt x="167833" y="857143"/>
                </a:lnTo>
                <a:lnTo>
                  <a:pt x="167833" y="857883"/>
                </a:lnTo>
                <a:lnTo>
                  <a:pt x="161586" y="857883"/>
                </a:lnTo>
                <a:close/>
                <a:moveTo>
                  <a:pt x="286539" y="857883"/>
                </a:moveTo>
                <a:lnTo>
                  <a:pt x="294869" y="857883"/>
                </a:lnTo>
                <a:lnTo>
                  <a:pt x="294869" y="858623"/>
                </a:lnTo>
                <a:lnTo>
                  <a:pt x="286539" y="858623"/>
                </a:lnTo>
                <a:close/>
                <a:moveTo>
                  <a:pt x="271961" y="856403"/>
                </a:moveTo>
                <a:lnTo>
                  <a:pt x="281957" y="856403"/>
                </a:lnTo>
                <a:lnTo>
                  <a:pt x="281957" y="858623"/>
                </a:lnTo>
                <a:lnTo>
                  <a:pt x="271961" y="858623"/>
                </a:lnTo>
                <a:close/>
                <a:moveTo>
                  <a:pt x="170333" y="851962"/>
                </a:moveTo>
                <a:lnTo>
                  <a:pt x="197406" y="851962"/>
                </a:lnTo>
                <a:lnTo>
                  <a:pt x="197406" y="858623"/>
                </a:lnTo>
                <a:lnTo>
                  <a:pt x="170333" y="858623"/>
                </a:lnTo>
                <a:close/>
                <a:moveTo>
                  <a:pt x="39548" y="857883"/>
                </a:moveTo>
                <a:lnTo>
                  <a:pt x="82449" y="857883"/>
                </a:lnTo>
                <a:lnTo>
                  <a:pt x="82449" y="858623"/>
                </a:lnTo>
                <a:lnTo>
                  <a:pt x="39548" y="858623"/>
                </a:lnTo>
                <a:close/>
                <a:moveTo>
                  <a:pt x="307781" y="857883"/>
                </a:moveTo>
                <a:lnTo>
                  <a:pt x="312362" y="857883"/>
                </a:lnTo>
                <a:lnTo>
                  <a:pt x="312362" y="858623"/>
                </a:lnTo>
                <a:lnTo>
                  <a:pt x="307781" y="858623"/>
                </a:lnTo>
                <a:close/>
                <a:moveTo>
                  <a:pt x="117852" y="857883"/>
                </a:moveTo>
                <a:lnTo>
                  <a:pt x="127849" y="857883"/>
                </a:lnTo>
                <a:lnTo>
                  <a:pt x="127849" y="858623"/>
                </a:lnTo>
                <a:lnTo>
                  <a:pt x="117852" y="858623"/>
                </a:lnTo>
                <a:close/>
                <a:moveTo>
                  <a:pt x="143676" y="857143"/>
                </a:moveTo>
                <a:lnTo>
                  <a:pt x="150340" y="857143"/>
                </a:lnTo>
                <a:lnTo>
                  <a:pt x="150340" y="858623"/>
                </a:lnTo>
                <a:lnTo>
                  <a:pt x="143676" y="858623"/>
                </a:lnTo>
                <a:close/>
                <a:moveTo>
                  <a:pt x="322359" y="857883"/>
                </a:moveTo>
                <a:lnTo>
                  <a:pt x="326940" y="857883"/>
                </a:lnTo>
                <a:lnTo>
                  <a:pt x="326940" y="858623"/>
                </a:lnTo>
                <a:lnTo>
                  <a:pt x="322359" y="858623"/>
                </a:lnTo>
                <a:close/>
                <a:moveTo>
                  <a:pt x="330689" y="857143"/>
                </a:moveTo>
                <a:lnTo>
                  <a:pt x="334437" y="857143"/>
                </a:lnTo>
                <a:lnTo>
                  <a:pt x="334437" y="858623"/>
                </a:lnTo>
                <a:lnTo>
                  <a:pt x="330689" y="858623"/>
                </a:lnTo>
                <a:close/>
                <a:moveTo>
                  <a:pt x="86198" y="855662"/>
                </a:moveTo>
                <a:lnTo>
                  <a:pt x="89946" y="855662"/>
                </a:lnTo>
                <a:lnTo>
                  <a:pt x="89946" y="858623"/>
                </a:lnTo>
                <a:lnTo>
                  <a:pt x="86198" y="858623"/>
                </a:lnTo>
                <a:close/>
                <a:moveTo>
                  <a:pt x="157421" y="857883"/>
                </a:moveTo>
                <a:lnTo>
                  <a:pt x="167833" y="857883"/>
                </a:lnTo>
                <a:lnTo>
                  <a:pt x="167833" y="858623"/>
                </a:lnTo>
                <a:lnTo>
                  <a:pt x="157421" y="858623"/>
                </a:lnTo>
                <a:close/>
                <a:moveTo>
                  <a:pt x="152423" y="857883"/>
                </a:moveTo>
                <a:lnTo>
                  <a:pt x="154922" y="857883"/>
                </a:lnTo>
                <a:lnTo>
                  <a:pt x="154922" y="858623"/>
                </a:lnTo>
                <a:lnTo>
                  <a:pt x="152423" y="858623"/>
                </a:lnTo>
                <a:close/>
                <a:moveTo>
                  <a:pt x="162419" y="858623"/>
                </a:moveTo>
                <a:lnTo>
                  <a:pt x="167833" y="858623"/>
                </a:lnTo>
                <a:lnTo>
                  <a:pt x="167833" y="859363"/>
                </a:lnTo>
                <a:lnTo>
                  <a:pt x="162419" y="859363"/>
                </a:lnTo>
                <a:close/>
                <a:moveTo>
                  <a:pt x="286122" y="858623"/>
                </a:moveTo>
                <a:lnTo>
                  <a:pt x="294869" y="858623"/>
                </a:lnTo>
                <a:lnTo>
                  <a:pt x="294869" y="859363"/>
                </a:lnTo>
                <a:lnTo>
                  <a:pt x="286122" y="859363"/>
                </a:lnTo>
                <a:close/>
                <a:moveTo>
                  <a:pt x="39548" y="858623"/>
                </a:moveTo>
                <a:lnTo>
                  <a:pt x="82032" y="858623"/>
                </a:lnTo>
                <a:lnTo>
                  <a:pt x="82032" y="859363"/>
                </a:lnTo>
                <a:lnTo>
                  <a:pt x="39548" y="859363"/>
                </a:lnTo>
                <a:close/>
                <a:moveTo>
                  <a:pt x="87864" y="858623"/>
                </a:moveTo>
                <a:lnTo>
                  <a:pt x="89946" y="858623"/>
                </a:lnTo>
                <a:lnTo>
                  <a:pt x="89946" y="859363"/>
                </a:lnTo>
                <a:lnTo>
                  <a:pt x="87864" y="859363"/>
                </a:lnTo>
                <a:close/>
                <a:moveTo>
                  <a:pt x="158670" y="858623"/>
                </a:moveTo>
                <a:lnTo>
                  <a:pt x="162002" y="858623"/>
                </a:lnTo>
                <a:lnTo>
                  <a:pt x="162002" y="859363"/>
                </a:lnTo>
                <a:lnTo>
                  <a:pt x="158670" y="859363"/>
                </a:lnTo>
                <a:close/>
                <a:moveTo>
                  <a:pt x="330272" y="858623"/>
                </a:moveTo>
                <a:lnTo>
                  <a:pt x="334021" y="858623"/>
                </a:lnTo>
                <a:lnTo>
                  <a:pt x="334021" y="859363"/>
                </a:lnTo>
                <a:lnTo>
                  <a:pt x="330272" y="859363"/>
                </a:lnTo>
                <a:close/>
                <a:moveTo>
                  <a:pt x="143259" y="858623"/>
                </a:moveTo>
                <a:lnTo>
                  <a:pt x="150757" y="858623"/>
                </a:lnTo>
                <a:lnTo>
                  <a:pt x="150757" y="859363"/>
                </a:lnTo>
                <a:lnTo>
                  <a:pt x="143259" y="859363"/>
                </a:lnTo>
                <a:close/>
                <a:moveTo>
                  <a:pt x="299451" y="857883"/>
                </a:moveTo>
                <a:lnTo>
                  <a:pt x="304032" y="857883"/>
                </a:lnTo>
                <a:lnTo>
                  <a:pt x="304032" y="859363"/>
                </a:lnTo>
                <a:lnTo>
                  <a:pt x="299451" y="859363"/>
                </a:lnTo>
                <a:close/>
                <a:moveTo>
                  <a:pt x="92029" y="857883"/>
                </a:moveTo>
                <a:lnTo>
                  <a:pt x="106190" y="857883"/>
                </a:lnTo>
                <a:lnTo>
                  <a:pt x="106190" y="859363"/>
                </a:lnTo>
                <a:lnTo>
                  <a:pt x="92029" y="859363"/>
                </a:lnTo>
                <a:close/>
                <a:moveTo>
                  <a:pt x="338186" y="855662"/>
                </a:moveTo>
                <a:lnTo>
                  <a:pt x="374839" y="855662"/>
                </a:lnTo>
                <a:lnTo>
                  <a:pt x="374839" y="859363"/>
                </a:lnTo>
                <a:lnTo>
                  <a:pt x="338186" y="859363"/>
                </a:lnTo>
                <a:close/>
                <a:moveTo>
                  <a:pt x="318610" y="858623"/>
                </a:moveTo>
                <a:lnTo>
                  <a:pt x="326940" y="858623"/>
                </a:lnTo>
                <a:lnTo>
                  <a:pt x="326940" y="859363"/>
                </a:lnTo>
                <a:lnTo>
                  <a:pt x="318610" y="859363"/>
                </a:lnTo>
                <a:close/>
                <a:moveTo>
                  <a:pt x="117852" y="858623"/>
                </a:moveTo>
                <a:lnTo>
                  <a:pt x="129931" y="858623"/>
                </a:lnTo>
                <a:lnTo>
                  <a:pt x="129931" y="859363"/>
                </a:lnTo>
                <a:lnTo>
                  <a:pt x="117852" y="859363"/>
                </a:lnTo>
                <a:close/>
                <a:moveTo>
                  <a:pt x="85781" y="858623"/>
                </a:moveTo>
                <a:lnTo>
                  <a:pt x="86614" y="858623"/>
                </a:lnTo>
                <a:lnTo>
                  <a:pt x="86614" y="859363"/>
                </a:lnTo>
                <a:lnTo>
                  <a:pt x="85781" y="859363"/>
                </a:lnTo>
                <a:close/>
                <a:moveTo>
                  <a:pt x="152006" y="858623"/>
                </a:moveTo>
                <a:lnTo>
                  <a:pt x="154922" y="858623"/>
                </a:lnTo>
                <a:lnTo>
                  <a:pt x="154922" y="859363"/>
                </a:lnTo>
                <a:lnTo>
                  <a:pt x="152006" y="859363"/>
                </a:lnTo>
                <a:close/>
                <a:moveTo>
                  <a:pt x="89113" y="859363"/>
                </a:moveTo>
                <a:lnTo>
                  <a:pt x="106607" y="859363"/>
                </a:lnTo>
                <a:lnTo>
                  <a:pt x="106607" y="860104"/>
                </a:lnTo>
                <a:lnTo>
                  <a:pt x="89113" y="860104"/>
                </a:lnTo>
                <a:close/>
                <a:moveTo>
                  <a:pt x="132430" y="859363"/>
                </a:moveTo>
                <a:lnTo>
                  <a:pt x="138261" y="859363"/>
                </a:lnTo>
                <a:lnTo>
                  <a:pt x="138261" y="860104"/>
                </a:lnTo>
                <a:lnTo>
                  <a:pt x="132430" y="860104"/>
                </a:lnTo>
                <a:close/>
                <a:moveTo>
                  <a:pt x="330272" y="859363"/>
                </a:moveTo>
                <a:lnTo>
                  <a:pt x="331522" y="859363"/>
                </a:lnTo>
                <a:lnTo>
                  <a:pt x="331522" y="860104"/>
                </a:lnTo>
                <a:lnTo>
                  <a:pt x="330272" y="860104"/>
                </a:lnTo>
                <a:close/>
                <a:moveTo>
                  <a:pt x="60374" y="859363"/>
                </a:moveTo>
                <a:lnTo>
                  <a:pt x="81616" y="859363"/>
                </a:lnTo>
                <a:lnTo>
                  <a:pt x="81616" y="860104"/>
                </a:lnTo>
                <a:lnTo>
                  <a:pt x="60374" y="860104"/>
                </a:lnTo>
                <a:close/>
                <a:moveTo>
                  <a:pt x="39548" y="859363"/>
                </a:moveTo>
                <a:lnTo>
                  <a:pt x="58291" y="859363"/>
                </a:lnTo>
                <a:lnTo>
                  <a:pt x="58291" y="860104"/>
                </a:lnTo>
                <a:lnTo>
                  <a:pt x="39548" y="860104"/>
                </a:lnTo>
                <a:close/>
                <a:moveTo>
                  <a:pt x="159087" y="859363"/>
                </a:moveTo>
                <a:lnTo>
                  <a:pt x="161169" y="859363"/>
                </a:lnTo>
                <a:lnTo>
                  <a:pt x="161169" y="860104"/>
                </a:lnTo>
                <a:lnTo>
                  <a:pt x="159087" y="860104"/>
                </a:lnTo>
                <a:close/>
                <a:moveTo>
                  <a:pt x="85365" y="859363"/>
                </a:moveTo>
                <a:lnTo>
                  <a:pt x="86198" y="859363"/>
                </a:lnTo>
                <a:lnTo>
                  <a:pt x="86198" y="860104"/>
                </a:lnTo>
                <a:lnTo>
                  <a:pt x="85365" y="860104"/>
                </a:lnTo>
                <a:close/>
                <a:moveTo>
                  <a:pt x="143259" y="859363"/>
                </a:moveTo>
                <a:lnTo>
                  <a:pt x="154922" y="859363"/>
                </a:lnTo>
                <a:lnTo>
                  <a:pt x="154922" y="860104"/>
                </a:lnTo>
                <a:lnTo>
                  <a:pt x="143259" y="860104"/>
                </a:lnTo>
                <a:close/>
                <a:moveTo>
                  <a:pt x="65789" y="860104"/>
                </a:moveTo>
                <a:lnTo>
                  <a:pt x="81199" y="860104"/>
                </a:lnTo>
                <a:lnTo>
                  <a:pt x="81199" y="860844"/>
                </a:lnTo>
                <a:lnTo>
                  <a:pt x="65789" y="860844"/>
                </a:lnTo>
                <a:close/>
                <a:moveTo>
                  <a:pt x="89946" y="860104"/>
                </a:moveTo>
                <a:lnTo>
                  <a:pt x="116186" y="860104"/>
                </a:lnTo>
                <a:lnTo>
                  <a:pt x="116186" y="860844"/>
                </a:lnTo>
                <a:lnTo>
                  <a:pt x="89946" y="860844"/>
                </a:lnTo>
                <a:close/>
                <a:moveTo>
                  <a:pt x="117852" y="859363"/>
                </a:moveTo>
                <a:lnTo>
                  <a:pt x="129515" y="859363"/>
                </a:lnTo>
                <a:lnTo>
                  <a:pt x="129515" y="860844"/>
                </a:lnTo>
                <a:lnTo>
                  <a:pt x="117852" y="860844"/>
                </a:lnTo>
                <a:close/>
                <a:moveTo>
                  <a:pt x="84948" y="860104"/>
                </a:moveTo>
                <a:lnTo>
                  <a:pt x="86198" y="860104"/>
                </a:lnTo>
                <a:lnTo>
                  <a:pt x="86198" y="860844"/>
                </a:lnTo>
                <a:lnTo>
                  <a:pt x="84948" y="860844"/>
                </a:lnTo>
                <a:close/>
                <a:moveTo>
                  <a:pt x="299034" y="859363"/>
                </a:moveTo>
                <a:lnTo>
                  <a:pt x="304032" y="859363"/>
                </a:lnTo>
                <a:lnTo>
                  <a:pt x="304032" y="860844"/>
                </a:lnTo>
                <a:lnTo>
                  <a:pt x="299034" y="860844"/>
                </a:lnTo>
                <a:close/>
                <a:moveTo>
                  <a:pt x="338602" y="859363"/>
                </a:moveTo>
                <a:lnTo>
                  <a:pt x="374839" y="859363"/>
                </a:lnTo>
                <a:lnTo>
                  <a:pt x="374839" y="860844"/>
                </a:lnTo>
                <a:lnTo>
                  <a:pt x="338602" y="860844"/>
                </a:lnTo>
                <a:close/>
                <a:moveTo>
                  <a:pt x="132430" y="860104"/>
                </a:moveTo>
                <a:lnTo>
                  <a:pt x="136595" y="860104"/>
                </a:lnTo>
                <a:lnTo>
                  <a:pt x="136595" y="860844"/>
                </a:lnTo>
                <a:lnTo>
                  <a:pt x="132430" y="860844"/>
                </a:lnTo>
                <a:close/>
                <a:moveTo>
                  <a:pt x="163252" y="859363"/>
                </a:moveTo>
                <a:lnTo>
                  <a:pt x="167417" y="859363"/>
                </a:lnTo>
                <a:lnTo>
                  <a:pt x="167417" y="860844"/>
                </a:lnTo>
                <a:lnTo>
                  <a:pt x="163252" y="860844"/>
                </a:lnTo>
                <a:close/>
                <a:moveTo>
                  <a:pt x="137845" y="860104"/>
                </a:moveTo>
                <a:lnTo>
                  <a:pt x="153672" y="860104"/>
                </a:lnTo>
                <a:lnTo>
                  <a:pt x="153672" y="860844"/>
                </a:lnTo>
                <a:lnTo>
                  <a:pt x="137845" y="860844"/>
                </a:lnTo>
                <a:close/>
                <a:moveTo>
                  <a:pt x="91196" y="860844"/>
                </a:moveTo>
                <a:lnTo>
                  <a:pt x="115770" y="860844"/>
                </a:lnTo>
                <a:lnTo>
                  <a:pt x="115770" y="861584"/>
                </a:lnTo>
                <a:lnTo>
                  <a:pt x="91196" y="861584"/>
                </a:lnTo>
                <a:close/>
                <a:moveTo>
                  <a:pt x="138261" y="860844"/>
                </a:moveTo>
                <a:lnTo>
                  <a:pt x="151590" y="860844"/>
                </a:lnTo>
                <a:lnTo>
                  <a:pt x="151590" y="861584"/>
                </a:lnTo>
                <a:lnTo>
                  <a:pt x="138261" y="861584"/>
                </a:lnTo>
                <a:close/>
                <a:moveTo>
                  <a:pt x="166167" y="860844"/>
                </a:moveTo>
                <a:lnTo>
                  <a:pt x="167417" y="860844"/>
                </a:lnTo>
                <a:lnTo>
                  <a:pt x="167417" y="861584"/>
                </a:lnTo>
                <a:lnTo>
                  <a:pt x="166167" y="861584"/>
                </a:lnTo>
                <a:close/>
                <a:moveTo>
                  <a:pt x="84531" y="860844"/>
                </a:moveTo>
                <a:lnTo>
                  <a:pt x="86198" y="860844"/>
                </a:lnTo>
                <a:lnTo>
                  <a:pt x="86198" y="861584"/>
                </a:lnTo>
                <a:lnTo>
                  <a:pt x="84531" y="861584"/>
                </a:lnTo>
                <a:close/>
                <a:moveTo>
                  <a:pt x="69121" y="860844"/>
                </a:moveTo>
                <a:lnTo>
                  <a:pt x="80783" y="860844"/>
                </a:lnTo>
                <a:lnTo>
                  <a:pt x="80783" y="861584"/>
                </a:lnTo>
                <a:lnTo>
                  <a:pt x="69121" y="861584"/>
                </a:lnTo>
                <a:close/>
                <a:moveTo>
                  <a:pt x="299034" y="860844"/>
                </a:moveTo>
                <a:lnTo>
                  <a:pt x="304449" y="860844"/>
                </a:lnTo>
                <a:lnTo>
                  <a:pt x="304449" y="861584"/>
                </a:lnTo>
                <a:lnTo>
                  <a:pt x="299034" y="861584"/>
                </a:lnTo>
                <a:close/>
                <a:moveTo>
                  <a:pt x="117852" y="860844"/>
                </a:moveTo>
                <a:lnTo>
                  <a:pt x="129098" y="860844"/>
                </a:lnTo>
                <a:lnTo>
                  <a:pt x="129098" y="862324"/>
                </a:lnTo>
                <a:lnTo>
                  <a:pt x="117852" y="862324"/>
                </a:lnTo>
                <a:close/>
                <a:moveTo>
                  <a:pt x="84115" y="861584"/>
                </a:moveTo>
                <a:lnTo>
                  <a:pt x="86198" y="861584"/>
                </a:lnTo>
                <a:lnTo>
                  <a:pt x="86198" y="862324"/>
                </a:lnTo>
                <a:lnTo>
                  <a:pt x="84115" y="862324"/>
                </a:lnTo>
                <a:close/>
                <a:moveTo>
                  <a:pt x="138678" y="861584"/>
                </a:moveTo>
                <a:lnTo>
                  <a:pt x="151173" y="861584"/>
                </a:lnTo>
                <a:lnTo>
                  <a:pt x="151173" y="862324"/>
                </a:lnTo>
                <a:lnTo>
                  <a:pt x="138678" y="862324"/>
                </a:lnTo>
                <a:close/>
                <a:moveTo>
                  <a:pt x="69121" y="861584"/>
                </a:moveTo>
                <a:lnTo>
                  <a:pt x="80366" y="861584"/>
                </a:lnTo>
                <a:lnTo>
                  <a:pt x="80366" y="862324"/>
                </a:lnTo>
                <a:lnTo>
                  <a:pt x="69121" y="862324"/>
                </a:lnTo>
                <a:close/>
                <a:moveTo>
                  <a:pt x="132014" y="860844"/>
                </a:moveTo>
                <a:lnTo>
                  <a:pt x="136179" y="860844"/>
                </a:lnTo>
                <a:lnTo>
                  <a:pt x="136179" y="862324"/>
                </a:lnTo>
                <a:lnTo>
                  <a:pt x="132014" y="862324"/>
                </a:lnTo>
                <a:close/>
                <a:moveTo>
                  <a:pt x="159087" y="860104"/>
                </a:moveTo>
                <a:lnTo>
                  <a:pt x="160753" y="860104"/>
                </a:lnTo>
                <a:lnTo>
                  <a:pt x="160753" y="862324"/>
                </a:lnTo>
                <a:lnTo>
                  <a:pt x="159087" y="862324"/>
                </a:lnTo>
                <a:close/>
                <a:moveTo>
                  <a:pt x="92445" y="861584"/>
                </a:moveTo>
                <a:lnTo>
                  <a:pt x="107023" y="861584"/>
                </a:lnTo>
                <a:lnTo>
                  <a:pt x="107023" y="862324"/>
                </a:lnTo>
                <a:lnTo>
                  <a:pt x="92445" y="862324"/>
                </a:lnTo>
                <a:close/>
                <a:moveTo>
                  <a:pt x="338186" y="860844"/>
                </a:moveTo>
                <a:lnTo>
                  <a:pt x="374839" y="860844"/>
                </a:lnTo>
                <a:lnTo>
                  <a:pt x="374839" y="862324"/>
                </a:lnTo>
                <a:lnTo>
                  <a:pt x="338186" y="862324"/>
                </a:lnTo>
                <a:close/>
                <a:moveTo>
                  <a:pt x="298618" y="861584"/>
                </a:moveTo>
                <a:lnTo>
                  <a:pt x="304449" y="861584"/>
                </a:lnTo>
                <a:lnTo>
                  <a:pt x="304449" y="862324"/>
                </a:lnTo>
                <a:lnTo>
                  <a:pt x="298618" y="862324"/>
                </a:lnTo>
                <a:close/>
                <a:moveTo>
                  <a:pt x="39548" y="860104"/>
                </a:moveTo>
                <a:lnTo>
                  <a:pt x="57875" y="860104"/>
                </a:lnTo>
                <a:lnTo>
                  <a:pt x="57875" y="863064"/>
                </a:lnTo>
                <a:lnTo>
                  <a:pt x="39548" y="863064"/>
                </a:lnTo>
                <a:close/>
                <a:moveTo>
                  <a:pt x="69537" y="862324"/>
                </a:moveTo>
                <a:lnTo>
                  <a:pt x="79533" y="862324"/>
                </a:lnTo>
                <a:lnTo>
                  <a:pt x="79533" y="863064"/>
                </a:lnTo>
                <a:lnTo>
                  <a:pt x="69537" y="863064"/>
                </a:lnTo>
                <a:close/>
                <a:moveTo>
                  <a:pt x="337353" y="862324"/>
                </a:moveTo>
                <a:lnTo>
                  <a:pt x="374839" y="862324"/>
                </a:lnTo>
                <a:lnTo>
                  <a:pt x="374839" y="863064"/>
                </a:lnTo>
                <a:lnTo>
                  <a:pt x="337353" y="863064"/>
                </a:lnTo>
                <a:close/>
                <a:moveTo>
                  <a:pt x="83698" y="862324"/>
                </a:moveTo>
                <a:lnTo>
                  <a:pt x="86614" y="862324"/>
                </a:lnTo>
                <a:lnTo>
                  <a:pt x="86614" y="863064"/>
                </a:lnTo>
                <a:lnTo>
                  <a:pt x="83698" y="863064"/>
                </a:lnTo>
                <a:close/>
                <a:moveTo>
                  <a:pt x="138678" y="862324"/>
                </a:moveTo>
                <a:lnTo>
                  <a:pt x="139927" y="862324"/>
                </a:lnTo>
                <a:lnTo>
                  <a:pt x="139927" y="863064"/>
                </a:lnTo>
                <a:lnTo>
                  <a:pt x="138678" y="863064"/>
                </a:lnTo>
                <a:close/>
                <a:moveTo>
                  <a:pt x="158670" y="862324"/>
                </a:moveTo>
                <a:lnTo>
                  <a:pt x="160336" y="862324"/>
                </a:lnTo>
                <a:lnTo>
                  <a:pt x="160336" y="863064"/>
                </a:lnTo>
                <a:lnTo>
                  <a:pt x="158670" y="863064"/>
                </a:lnTo>
                <a:close/>
                <a:moveTo>
                  <a:pt x="163252" y="860844"/>
                </a:moveTo>
                <a:lnTo>
                  <a:pt x="164085" y="860844"/>
                </a:lnTo>
                <a:lnTo>
                  <a:pt x="164085" y="863064"/>
                </a:lnTo>
                <a:lnTo>
                  <a:pt x="163252" y="863064"/>
                </a:lnTo>
                <a:close/>
                <a:moveTo>
                  <a:pt x="92862" y="862324"/>
                </a:moveTo>
                <a:lnTo>
                  <a:pt x="106607" y="862324"/>
                </a:lnTo>
                <a:lnTo>
                  <a:pt x="106607" y="863064"/>
                </a:lnTo>
                <a:lnTo>
                  <a:pt x="92862" y="863064"/>
                </a:lnTo>
                <a:close/>
                <a:moveTo>
                  <a:pt x="82865" y="863064"/>
                </a:moveTo>
                <a:lnTo>
                  <a:pt x="87447" y="863064"/>
                </a:lnTo>
                <a:lnTo>
                  <a:pt x="87447" y="863805"/>
                </a:lnTo>
                <a:lnTo>
                  <a:pt x="82865" y="863805"/>
                </a:lnTo>
                <a:close/>
                <a:moveTo>
                  <a:pt x="69537" y="863064"/>
                </a:moveTo>
                <a:lnTo>
                  <a:pt x="79117" y="863064"/>
                </a:lnTo>
                <a:lnTo>
                  <a:pt x="79117" y="863805"/>
                </a:lnTo>
                <a:lnTo>
                  <a:pt x="69537" y="863805"/>
                </a:lnTo>
                <a:close/>
                <a:moveTo>
                  <a:pt x="93278" y="863064"/>
                </a:moveTo>
                <a:lnTo>
                  <a:pt x="106607" y="863064"/>
                </a:lnTo>
                <a:lnTo>
                  <a:pt x="106607" y="863805"/>
                </a:lnTo>
                <a:lnTo>
                  <a:pt x="93278" y="863805"/>
                </a:lnTo>
                <a:close/>
                <a:moveTo>
                  <a:pt x="318610" y="859363"/>
                </a:moveTo>
                <a:lnTo>
                  <a:pt x="326524" y="859363"/>
                </a:lnTo>
                <a:lnTo>
                  <a:pt x="326524" y="863805"/>
                </a:lnTo>
                <a:lnTo>
                  <a:pt x="318610" y="863805"/>
                </a:lnTo>
                <a:close/>
                <a:moveTo>
                  <a:pt x="39548" y="863064"/>
                </a:moveTo>
                <a:lnTo>
                  <a:pt x="58291" y="863064"/>
                </a:lnTo>
                <a:lnTo>
                  <a:pt x="58291" y="863805"/>
                </a:lnTo>
                <a:lnTo>
                  <a:pt x="39548" y="863805"/>
                </a:lnTo>
                <a:close/>
                <a:moveTo>
                  <a:pt x="166584" y="861584"/>
                </a:moveTo>
                <a:lnTo>
                  <a:pt x="167417" y="861584"/>
                </a:lnTo>
                <a:lnTo>
                  <a:pt x="167417" y="863805"/>
                </a:lnTo>
                <a:lnTo>
                  <a:pt x="166584" y="863805"/>
                </a:lnTo>
                <a:close/>
                <a:moveTo>
                  <a:pt x="157421" y="863064"/>
                </a:moveTo>
                <a:lnTo>
                  <a:pt x="160336" y="863064"/>
                </a:lnTo>
                <a:lnTo>
                  <a:pt x="160336" y="863805"/>
                </a:lnTo>
                <a:lnTo>
                  <a:pt x="157421" y="863805"/>
                </a:lnTo>
                <a:close/>
                <a:moveTo>
                  <a:pt x="334854" y="863064"/>
                </a:moveTo>
                <a:lnTo>
                  <a:pt x="374839" y="863064"/>
                </a:lnTo>
                <a:lnTo>
                  <a:pt x="374839" y="863805"/>
                </a:lnTo>
                <a:lnTo>
                  <a:pt x="334854" y="863805"/>
                </a:lnTo>
                <a:close/>
                <a:moveTo>
                  <a:pt x="117852" y="862324"/>
                </a:moveTo>
                <a:lnTo>
                  <a:pt x="128682" y="862324"/>
                </a:lnTo>
                <a:lnTo>
                  <a:pt x="128682" y="863805"/>
                </a:lnTo>
                <a:lnTo>
                  <a:pt x="117852" y="863805"/>
                </a:lnTo>
                <a:close/>
                <a:moveTo>
                  <a:pt x="142426" y="862324"/>
                </a:moveTo>
                <a:lnTo>
                  <a:pt x="151173" y="862324"/>
                </a:lnTo>
                <a:lnTo>
                  <a:pt x="151173" y="863805"/>
                </a:lnTo>
                <a:lnTo>
                  <a:pt x="142426" y="863805"/>
                </a:lnTo>
                <a:close/>
                <a:moveTo>
                  <a:pt x="131597" y="862324"/>
                </a:moveTo>
                <a:lnTo>
                  <a:pt x="136179" y="862324"/>
                </a:lnTo>
                <a:lnTo>
                  <a:pt x="136179" y="863805"/>
                </a:lnTo>
                <a:lnTo>
                  <a:pt x="131597" y="863805"/>
                </a:lnTo>
                <a:close/>
                <a:moveTo>
                  <a:pt x="285706" y="859363"/>
                </a:moveTo>
                <a:lnTo>
                  <a:pt x="294869" y="859363"/>
                </a:lnTo>
                <a:lnTo>
                  <a:pt x="294869" y="864545"/>
                </a:lnTo>
                <a:lnTo>
                  <a:pt x="285706" y="864545"/>
                </a:lnTo>
                <a:close/>
                <a:moveTo>
                  <a:pt x="69121" y="863805"/>
                </a:moveTo>
                <a:lnTo>
                  <a:pt x="79117" y="863805"/>
                </a:lnTo>
                <a:lnTo>
                  <a:pt x="79117" y="864545"/>
                </a:lnTo>
                <a:lnTo>
                  <a:pt x="69121" y="864545"/>
                </a:lnTo>
                <a:close/>
                <a:moveTo>
                  <a:pt x="142843" y="863805"/>
                </a:moveTo>
                <a:lnTo>
                  <a:pt x="151173" y="863805"/>
                </a:lnTo>
                <a:lnTo>
                  <a:pt x="151173" y="864545"/>
                </a:lnTo>
                <a:lnTo>
                  <a:pt x="142843" y="864545"/>
                </a:lnTo>
                <a:close/>
                <a:moveTo>
                  <a:pt x="93278" y="863805"/>
                </a:moveTo>
                <a:lnTo>
                  <a:pt x="102858" y="863805"/>
                </a:lnTo>
                <a:lnTo>
                  <a:pt x="102858" y="864545"/>
                </a:lnTo>
                <a:lnTo>
                  <a:pt x="93278" y="864545"/>
                </a:lnTo>
                <a:close/>
                <a:moveTo>
                  <a:pt x="117436" y="863805"/>
                </a:moveTo>
                <a:lnTo>
                  <a:pt x="128265" y="863805"/>
                </a:lnTo>
                <a:lnTo>
                  <a:pt x="128265" y="864545"/>
                </a:lnTo>
                <a:lnTo>
                  <a:pt x="117436" y="864545"/>
                </a:lnTo>
                <a:close/>
                <a:moveTo>
                  <a:pt x="307781" y="858623"/>
                </a:moveTo>
                <a:lnTo>
                  <a:pt x="314861" y="858623"/>
                </a:lnTo>
                <a:lnTo>
                  <a:pt x="314861" y="864545"/>
                </a:lnTo>
                <a:lnTo>
                  <a:pt x="307781" y="864545"/>
                </a:lnTo>
                <a:close/>
                <a:moveTo>
                  <a:pt x="104524" y="863805"/>
                </a:moveTo>
                <a:lnTo>
                  <a:pt x="106190" y="863805"/>
                </a:lnTo>
                <a:lnTo>
                  <a:pt x="106190" y="864545"/>
                </a:lnTo>
                <a:lnTo>
                  <a:pt x="104524" y="864545"/>
                </a:lnTo>
                <a:close/>
                <a:moveTo>
                  <a:pt x="131181" y="863805"/>
                </a:moveTo>
                <a:lnTo>
                  <a:pt x="135762" y="863805"/>
                </a:lnTo>
                <a:lnTo>
                  <a:pt x="135762" y="864545"/>
                </a:lnTo>
                <a:lnTo>
                  <a:pt x="131181" y="864545"/>
                </a:lnTo>
                <a:close/>
                <a:moveTo>
                  <a:pt x="332355" y="863805"/>
                </a:moveTo>
                <a:lnTo>
                  <a:pt x="374839" y="863805"/>
                </a:lnTo>
                <a:lnTo>
                  <a:pt x="374839" y="864545"/>
                </a:lnTo>
                <a:lnTo>
                  <a:pt x="332355" y="864545"/>
                </a:lnTo>
                <a:close/>
                <a:moveTo>
                  <a:pt x="39548" y="863805"/>
                </a:moveTo>
                <a:lnTo>
                  <a:pt x="60790" y="863805"/>
                </a:lnTo>
                <a:lnTo>
                  <a:pt x="60790" y="864545"/>
                </a:lnTo>
                <a:lnTo>
                  <a:pt x="39548" y="864545"/>
                </a:lnTo>
                <a:close/>
                <a:moveTo>
                  <a:pt x="162835" y="863064"/>
                </a:moveTo>
                <a:lnTo>
                  <a:pt x="163668" y="863064"/>
                </a:lnTo>
                <a:lnTo>
                  <a:pt x="163668" y="864545"/>
                </a:lnTo>
                <a:lnTo>
                  <a:pt x="162835" y="864545"/>
                </a:lnTo>
                <a:close/>
                <a:moveTo>
                  <a:pt x="82865" y="863805"/>
                </a:moveTo>
                <a:lnTo>
                  <a:pt x="88280" y="863805"/>
                </a:lnTo>
                <a:lnTo>
                  <a:pt x="88280" y="864545"/>
                </a:lnTo>
                <a:lnTo>
                  <a:pt x="82865" y="864545"/>
                </a:lnTo>
                <a:close/>
                <a:moveTo>
                  <a:pt x="299034" y="862324"/>
                </a:moveTo>
                <a:lnTo>
                  <a:pt x="304449" y="862324"/>
                </a:lnTo>
                <a:lnTo>
                  <a:pt x="304449" y="864545"/>
                </a:lnTo>
                <a:lnTo>
                  <a:pt x="299034" y="864545"/>
                </a:lnTo>
                <a:close/>
                <a:moveTo>
                  <a:pt x="39548" y="864545"/>
                </a:moveTo>
                <a:lnTo>
                  <a:pt x="66205" y="864545"/>
                </a:lnTo>
                <a:lnTo>
                  <a:pt x="66205" y="865285"/>
                </a:lnTo>
                <a:lnTo>
                  <a:pt x="39548" y="865285"/>
                </a:lnTo>
                <a:close/>
                <a:moveTo>
                  <a:pt x="330689" y="864545"/>
                </a:moveTo>
                <a:lnTo>
                  <a:pt x="374839" y="864545"/>
                </a:lnTo>
                <a:lnTo>
                  <a:pt x="374839" y="865285"/>
                </a:lnTo>
                <a:lnTo>
                  <a:pt x="330689" y="865285"/>
                </a:lnTo>
                <a:close/>
                <a:moveTo>
                  <a:pt x="68704" y="864545"/>
                </a:moveTo>
                <a:lnTo>
                  <a:pt x="79117" y="864545"/>
                </a:lnTo>
                <a:lnTo>
                  <a:pt x="79117" y="865285"/>
                </a:lnTo>
                <a:lnTo>
                  <a:pt x="68704" y="865285"/>
                </a:lnTo>
                <a:close/>
                <a:moveTo>
                  <a:pt x="286122" y="864545"/>
                </a:moveTo>
                <a:lnTo>
                  <a:pt x="294869" y="864545"/>
                </a:lnTo>
                <a:lnTo>
                  <a:pt x="294869" y="865285"/>
                </a:lnTo>
                <a:lnTo>
                  <a:pt x="286122" y="865285"/>
                </a:lnTo>
                <a:close/>
                <a:moveTo>
                  <a:pt x="162835" y="864545"/>
                </a:moveTo>
                <a:lnTo>
                  <a:pt x="163252" y="864545"/>
                </a:lnTo>
                <a:lnTo>
                  <a:pt x="163252" y="865285"/>
                </a:lnTo>
                <a:lnTo>
                  <a:pt x="162835" y="865285"/>
                </a:lnTo>
                <a:close/>
                <a:moveTo>
                  <a:pt x="166167" y="863805"/>
                </a:moveTo>
                <a:lnTo>
                  <a:pt x="167417" y="863805"/>
                </a:lnTo>
                <a:lnTo>
                  <a:pt x="167417" y="865285"/>
                </a:lnTo>
                <a:lnTo>
                  <a:pt x="166167" y="865285"/>
                </a:lnTo>
                <a:close/>
                <a:moveTo>
                  <a:pt x="108273" y="864545"/>
                </a:moveTo>
                <a:lnTo>
                  <a:pt x="128265" y="864545"/>
                </a:lnTo>
                <a:lnTo>
                  <a:pt x="128265" y="865285"/>
                </a:lnTo>
                <a:lnTo>
                  <a:pt x="108273" y="865285"/>
                </a:lnTo>
                <a:close/>
                <a:moveTo>
                  <a:pt x="82032" y="864545"/>
                </a:moveTo>
                <a:lnTo>
                  <a:pt x="89530" y="864545"/>
                </a:lnTo>
                <a:lnTo>
                  <a:pt x="89530" y="865285"/>
                </a:lnTo>
                <a:lnTo>
                  <a:pt x="82032" y="865285"/>
                </a:lnTo>
                <a:close/>
                <a:moveTo>
                  <a:pt x="153672" y="864545"/>
                </a:moveTo>
                <a:lnTo>
                  <a:pt x="154922" y="864545"/>
                </a:lnTo>
                <a:lnTo>
                  <a:pt x="154922" y="865285"/>
                </a:lnTo>
                <a:lnTo>
                  <a:pt x="153672" y="865285"/>
                </a:lnTo>
                <a:close/>
                <a:moveTo>
                  <a:pt x="142843" y="864545"/>
                </a:moveTo>
                <a:lnTo>
                  <a:pt x="151590" y="864545"/>
                </a:lnTo>
                <a:lnTo>
                  <a:pt x="151590" y="865285"/>
                </a:lnTo>
                <a:lnTo>
                  <a:pt x="142843" y="865285"/>
                </a:lnTo>
                <a:close/>
                <a:moveTo>
                  <a:pt x="157421" y="863805"/>
                </a:moveTo>
                <a:lnTo>
                  <a:pt x="159920" y="863805"/>
                </a:lnTo>
                <a:lnTo>
                  <a:pt x="159920" y="865285"/>
                </a:lnTo>
                <a:lnTo>
                  <a:pt x="157421" y="865285"/>
                </a:lnTo>
                <a:close/>
                <a:moveTo>
                  <a:pt x="271961" y="858623"/>
                </a:moveTo>
                <a:lnTo>
                  <a:pt x="281541" y="858623"/>
                </a:lnTo>
                <a:lnTo>
                  <a:pt x="281541" y="865285"/>
                </a:lnTo>
                <a:lnTo>
                  <a:pt x="271961" y="865285"/>
                </a:lnTo>
                <a:close/>
                <a:moveTo>
                  <a:pt x="131181" y="864545"/>
                </a:moveTo>
                <a:lnTo>
                  <a:pt x="134929" y="864545"/>
                </a:lnTo>
                <a:lnTo>
                  <a:pt x="134929" y="865285"/>
                </a:lnTo>
                <a:lnTo>
                  <a:pt x="131181" y="865285"/>
                </a:lnTo>
                <a:close/>
                <a:moveTo>
                  <a:pt x="108273" y="865285"/>
                </a:moveTo>
                <a:lnTo>
                  <a:pt x="127849" y="865285"/>
                </a:lnTo>
                <a:lnTo>
                  <a:pt x="127849" y="866025"/>
                </a:lnTo>
                <a:lnTo>
                  <a:pt x="108273" y="866025"/>
                </a:lnTo>
                <a:close/>
                <a:moveTo>
                  <a:pt x="264464" y="853442"/>
                </a:moveTo>
                <a:lnTo>
                  <a:pt x="267796" y="853442"/>
                </a:lnTo>
                <a:lnTo>
                  <a:pt x="267796" y="866025"/>
                </a:lnTo>
                <a:lnTo>
                  <a:pt x="264464" y="866025"/>
                </a:lnTo>
                <a:close/>
                <a:moveTo>
                  <a:pt x="286539" y="865285"/>
                </a:moveTo>
                <a:lnTo>
                  <a:pt x="294869" y="865285"/>
                </a:lnTo>
                <a:lnTo>
                  <a:pt x="294869" y="866025"/>
                </a:lnTo>
                <a:lnTo>
                  <a:pt x="286539" y="866025"/>
                </a:lnTo>
                <a:close/>
                <a:moveTo>
                  <a:pt x="162419" y="865285"/>
                </a:moveTo>
                <a:lnTo>
                  <a:pt x="163252" y="865285"/>
                </a:lnTo>
                <a:lnTo>
                  <a:pt x="163252" y="866025"/>
                </a:lnTo>
                <a:lnTo>
                  <a:pt x="162419" y="866025"/>
                </a:lnTo>
                <a:close/>
                <a:moveTo>
                  <a:pt x="81616" y="865285"/>
                </a:moveTo>
                <a:lnTo>
                  <a:pt x="90363" y="865285"/>
                </a:lnTo>
                <a:lnTo>
                  <a:pt x="90363" y="866025"/>
                </a:lnTo>
                <a:lnTo>
                  <a:pt x="81616" y="866025"/>
                </a:lnTo>
                <a:close/>
                <a:moveTo>
                  <a:pt x="130764" y="865285"/>
                </a:moveTo>
                <a:lnTo>
                  <a:pt x="133263" y="865285"/>
                </a:lnTo>
                <a:lnTo>
                  <a:pt x="133263" y="866025"/>
                </a:lnTo>
                <a:lnTo>
                  <a:pt x="130764" y="866025"/>
                </a:lnTo>
                <a:close/>
                <a:moveTo>
                  <a:pt x="142426" y="865285"/>
                </a:moveTo>
                <a:lnTo>
                  <a:pt x="154922" y="865285"/>
                </a:lnTo>
                <a:lnTo>
                  <a:pt x="154922" y="866025"/>
                </a:lnTo>
                <a:lnTo>
                  <a:pt x="142426" y="866025"/>
                </a:lnTo>
                <a:close/>
                <a:moveTo>
                  <a:pt x="93278" y="864545"/>
                </a:moveTo>
                <a:lnTo>
                  <a:pt x="102441" y="864545"/>
                </a:lnTo>
                <a:lnTo>
                  <a:pt x="102441" y="866025"/>
                </a:lnTo>
                <a:lnTo>
                  <a:pt x="93278" y="866025"/>
                </a:lnTo>
                <a:close/>
                <a:moveTo>
                  <a:pt x="299451" y="864545"/>
                </a:moveTo>
                <a:lnTo>
                  <a:pt x="304449" y="864545"/>
                </a:lnTo>
                <a:lnTo>
                  <a:pt x="304449" y="866025"/>
                </a:lnTo>
                <a:lnTo>
                  <a:pt x="299451" y="866025"/>
                </a:lnTo>
                <a:close/>
                <a:moveTo>
                  <a:pt x="169916" y="858623"/>
                </a:moveTo>
                <a:lnTo>
                  <a:pt x="197406" y="858623"/>
                </a:lnTo>
                <a:lnTo>
                  <a:pt x="197406" y="866765"/>
                </a:lnTo>
                <a:lnTo>
                  <a:pt x="169916" y="866765"/>
                </a:lnTo>
                <a:close/>
                <a:moveTo>
                  <a:pt x="331105" y="865285"/>
                </a:moveTo>
                <a:lnTo>
                  <a:pt x="374839" y="865285"/>
                </a:lnTo>
                <a:lnTo>
                  <a:pt x="374839" y="866765"/>
                </a:lnTo>
                <a:lnTo>
                  <a:pt x="331105" y="866765"/>
                </a:lnTo>
                <a:close/>
                <a:moveTo>
                  <a:pt x="104940" y="864545"/>
                </a:moveTo>
                <a:lnTo>
                  <a:pt x="106190" y="864545"/>
                </a:lnTo>
                <a:lnTo>
                  <a:pt x="106190" y="866765"/>
                </a:lnTo>
                <a:lnTo>
                  <a:pt x="104940" y="866765"/>
                </a:lnTo>
                <a:close/>
                <a:moveTo>
                  <a:pt x="308197" y="864545"/>
                </a:moveTo>
                <a:lnTo>
                  <a:pt x="314861" y="864545"/>
                </a:lnTo>
                <a:lnTo>
                  <a:pt x="314861" y="866765"/>
                </a:lnTo>
                <a:lnTo>
                  <a:pt x="308197" y="866765"/>
                </a:lnTo>
                <a:close/>
                <a:moveTo>
                  <a:pt x="299867" y="866025"/>
                </a:moveTo>
                <a:lnTo>
                  <a:pt x="304865" y="866025"/>
                </a:lnTo>
                <a:lnTo>
                  <a:pt x="304865" y="866765"/>
                </a:lnTo>
                <a:lnTo>
                  <a:pt x="299867" y="866765"/>
                </a:lnTo>
                <a:close/>
                <a:moveTo>
                  <a:pt x="130764" y="866025"/>
                </a:moveTo>
                <a:lnTo>
                  <a:pt x="132014" y="866025"/>
                </a:lnTo>
                <a:lnTo>
                  <a:pt x="132014" y="866765"/>
                </a:lnTo>
                <a:lnTo>
                  <a:pt x="130764" y="866765"/>
                </a:lnTo>
                <a:close/>
                <a:moveTo>
                  <a:pt x="199072" y="838638"/>
                </a:moveTo>
                <a:lnTo>
                  <a:pt x="246970" y="838638"/>
                </a:lnTo>
                <a:lnTo>
                  <a:pt x="246970" y="866765"/>
                </a:lnTo>
                <a:lnTo>
                  <a:pt x="199072" y="866765"/>
                </a:lnTo>
                <a:close/>
                <a:moveTo>
                  <a:pt x="81199" y="866025"/>
                </a:moveTo>
                <a:lnTo>
                  <a:pt x="83698" y="866025"/>
                </a:lnTo>
                <a:lnTo>
                  <a:pt x="83698" y="866765"/>
                </a:lnTo>
                <a:lnTo>
                  <a:pt x="81199" y="866765"/>
                </a:lnTo>
                <a:close/>
                <a:moveTo>
                  <a:pt x="87447" y="866025"/>
                </a:moveTo>
                <a:lnTo>
                  <a:pt x="90363" y="866025"/>
                </a:lnTo>
                <a:lnTo>
                  <a:pt x="90363" y="866765"/>
                </a:lnTo>
                <a:lnTo>
                  <a:pt x="87447" y="866765"/>
                </a:lnTo>
                <a:close/>
                <a:moveTo>
                  <a:pt x="318610" y="863805"/>
                </a:moveTo>
                <a:lnTo>
                  <a:pt x="326940" y="863805"/>
                </a:lnTo>
                <a:lnTo>
                  <a:pt x="326940" y="866765"/>
                </a:lnTo>
                <a:lnTo>
                  <a:pt x="318610" y="866765"/>
                </a:lnTo>
                <a:close/>
                <a:moveTo>
                  <a:pt x="39548" y="865285"/>
                </a:moveTo>
                <a:lnTo>
                  <a:pt x="79117" y="865285"/>
                </a:lnTo>
                <a:lnTo>
                  <a:pt x="79117" y="866765"/>
                </a:lnTo>
                <a:lnTo>
                  <a:pt x="39548" y="866765"/>
                </a:lnTo>
                <a:close/>
                <a:moveTo>
                  <a:pt x="286955" y="866025"/>
                </a:moveTo>
                <a:lnTo>
                  <a:pt x="295285" y="866025"/>
                </a:lnTo>
                <a:lnTo>
                  <a:pt x="295285" y="866765"/>
                </a:lnTo>
                <a:lnTo>
                  <a:pt x="286955" y="866765"/>
                </a:lnTo>
                <a:close/>
                <a:moveTo>
                  <a:pt x="264880" y="866025"/>
                </a:moveTo>
                <a:lnTo>
                  <a:pt x="267796" y="866025"/>
                </a:lnTo>
                <a:lnTo>
                  <a:pt x="267796" y="866765"/>
                </a:lnTo>
                <a:lnTo>
                  <a:pt x="264880" y="866765"/>
                </a:lnTo>
                <a:close/>
                <a:moveTo>
                  <a:pt x="142010" y="866025"/>
                </a:moveTo>
                <a:lnTo>
                  <a:pt x="154922" y="866025"/>
                </a:lnTo>
                <a:lnTo>
                  <a:pt x="154922" y="866765"/>
                </a:lnTo>
                <a:lnTo>
                  <a:pt x="142010" y="866765"/>
                </a:lnTo>
                <a:close/>
                <a:moveTo>
                  <a:pt x="162419" y="866025"/>
                </a:moveTo>
                <a:lnTo>
                  <a:pt x="162835" y="866025"/>
                </a:lnTo>
                <a:lnTo>
                  <a:pt x="162835" y="866765"/>
                </a:lnTo>
                <a:lnTo>
                  <a:pt x="162419" y="866765"/>
                </a:lnTo>
                <a:close/>
                <a:moveTo>
                  <a:pt x="251135" y="851962"/>
                </a:moveTo>
                <a:lnTo>
                  <a:pt x="260299" y="851962"/>
                </a:lnTo>
                <a:lnTo>
                  <a:pt x="260299" y="866765"/>
                </a:lnTo>
                <a:lnTo>
                  <a:pt x="251135" y="866765"/>
                </a:lnTo>
                <a:close/>
                <a:moveTo>
                  <a:pt x="117436" y="866025"/>
                </a:moveTo>
                <a:lnTo>
                  <a:pt x="127849" y="866025"/>
                </a:lnTo>
                <a:lnTo>
                  <a:pt x="127849" y="866765"/>
                </a:lnTo>
                <a:lnTo>
                  <a:pt x="117436" y="866765"/>
                </a:lnTo>
                <a:close/>
                <a:moveTo>
                  <a:pt x="92862" y="866025"/>
                </a:moveTo>
                <a:lnTo>
                  <a:pt x="102025" y="866025"/>
                </a:lnTo>
                <a:lnTo>
                  <a:pt x="102025" y="867506"/>
                </a:lnTo>
                <a:lnTo>
                  <a:pt x="92862" y="867506"/>
                </a:lnTo>
                <a:close/>
                <a:moveTo>
                  <a:pt x="165751" y="865285"/>
                </a:moveTo>
                <a:lnTo>
                  <a:pt x="167417" y="865285"/>
                </a:lnTo>
                <a:lnTo>
                  <a:pt x="167417" y="867506"/>
                </a:lnTo>
                <a:lnTo>
                  <a:pt x="165751" y="867506"/>
                </a:lnTo>
                <a:close/>
                <a:moveTo>
                  <a:pt x="331938" y="866765"/>
                </a:moveTo>
                <a:lnTo>
                  <a:pt x="336103" y="866765"/>
                </a:lnTo>
                <a:lnTo>
                  <a:pt x="336103" y="867506"/>
                </a:lnTo>
                <a:lnTo>
                  <a:pt x="331938" y="867506"/>
                </a:lnTo>
                <a:close/>
                <a:moveTo>
                  <a:pt x="300700" y="866765"/>
                </a:moveTo>
                <a:lnTo>
                  <a:pt x="303199" y="866765"/>
                </a:lnTo>
                <a:lnTo>
                  <a:pt x="303199" y="867506"/>
                </a:lnTo>
                <a:lnTo>
                  <a:pt x="300700" y="867506"/>
                </a:lnTo>
                <a:close/>
                <a:moveTo>
                  <a:pt x="271961" y="865285"/>
                </a:moveTo>
                <a:lnTo>
                  <a:pt x="281957" y="865285"/>
                </a:lnTo>
                <a:lnTo>
                  <a:pt x="281957" y="867506"/>
                </a:lnTo>
                <a:lnTo>
                  <a:pt x="271961" y="867506"/>
                </a:lnTo>
                <a:close/>
                <a:moveTo>
                  <a:pt x="287788" y="866765"/>
                </a:moveTo>
                <a:lnTo>
                  <a:pt x="289871" y="866765"/>
                </a:lnTo>
                <a:lnTo>
                  <a:pt x="289871" y="867506"/>
                </a:lnTo>
                <a:lnTo>
                  <a:pt x="287788" y="867506"/>
                </a:lnTo>
                <a:close/>
                <a:moveTo>
                  <a:pt x="140344" y="866765"/>
                </a:moveTo>
                <a:lnTo>
                  <a:pt x="154922" y="866765"/>
                </a:lnTo>
                <a:lnTo>
                  <a:pt x="154922" y="867506"/>
                </a:lnTo>
                <a:lnTo>
                  <a:pt x="140344" y="867506"/>
                </a:lnTo>
                <a:close/>
                <a:moveTo>
                  <a:pt x="291120" y="866765"/>
                </a:moveTo>
                <a:lnTo>
                  <a:pt x="295285" y="866765"/>
                </a:lnTo>
                <a:lnTo>
                  <a:pt x="295285" y="867506"/>
                </a:lnTo>
                <a:lnTo>
                  <a:pt x="291120" y="867506"/>
                </a:lnTo>
                <a:close/>
                <a:moveTo>
                  <a:pt x="304449" y="866765"/>
                </a:moveTo>
                <a:lnTo>
                  <a:pt x="304865" y="866765"/>
                </a:lnTo>
                <a:lnTo>
                  <a:pt x="304865" y="867506"/>
                </a:lnTo>
                <a:lnTo>
                  <a:pt x="304449" y="867506"/>
                </a:lnTo>
                <a:close/>
                <a:moveTo>
                  <a:pt x="265297" y="866765"/>
                </a:moveTo>
                <a:lnTo>
                  <a:pt x="267379" y="866765"/>
                </a:lnTo>
                <a:lnTo>
                  <a:pt x="267379" y="867506"/>
                </a:lnTo>
                <a:lnTo>
                  <a:pt x="265297" y="867506"/>
                </a:lnTo>
                <a:close/>
                <a:moveTo>
                  <a:pt x="169916" y="866765"/>
                </a:moveTo>
                <a:lnTo>
                  <a:pt x="246970" y="866765"/>
                </a:lnTo>
                <a:lnTo>
                  <a:pt x="246970" y="867506"/>
                </a:lnTo>
                <a:lnTo>
                  <a:pt x="169916" y="867506"/>
                </a:lnTo>
                <a:close/>
                <a:moveTo>
                  <a:pt x="118269" y="866765"/>
                </a:moveTo>
                <a:lnTo>
                  <a:pt x="127432" y="866765"/>
                </a:lnTo>
                <a:lnTo>
                  <a:pt x="127432" y="867506"/>
                </a:lnTo>
                <a:lnTo>
                  <a:pt x="118269" y="867506"/>
                </a:lnTo>
                <a:close/>
                <a:moveTo>
                  <a:pt x="130348" y="866765"/>
                </a:moveTo>
                <a:lnTo>
                  <a:pt x="131597" y="866765"/>
                </a:lnTo>
                <a:lnTo>
                  <a:pt x="131597" y="868246"/>
                </a:lnTo>
                <a:lnTo>
                  <a:pt x="130348" y="868246"/>
                </a:lnTo>
                <a:close/>
                <a:moveTo>
                  <a:pt x="87864" y="866765"/>
                </a:moveTo>
                <a:lnTo>
                  <a:pt x="89946" y="866765"/>
                </a:lnTo>
                <a:lnTo>
                  <a:pt x="89946" y="868246"/>
                </a:lnTo>
                <a:lnTo>
                  <a:pt x="87864" y="868246"/>
                </a:lnTo>
                <a:close/>
                <a:moveTo>
                  <a:pt x="138678" y="867506"/>
                </a:moveTo>
                <a:lnTo>
                  <a:pt x="154922" y="867506"/>
                </a:lnTo>
                <a:lnTo>
                  <a:pt x="154922" y="868246"/>
                </a:lnTo>
                <a:lnTo>
                  <a:pt x="138678" y="868246"/>
                </a:lnTo>
                <a:close/>
                <a:moveTo>
                  <a:pt x="165334" y="867506"/>
                </a:moveTo>
                <a:lnTo>
                  <a:pt x="167417" y="867506"/>
                </a:lnTo>
                <a:lnTo>
                  <a:pt x="167417" y="868246"/>
                </a:lnTo>
                <a:lnTo>
                  <a:pt x="165334" y="868246"/>
                </a:lnTo>
                <a:close/>
                <a:moveTo>
                  <a:pt x="104524" y="866765"/>
                </a:moveTo>
                <a:lnTo>
                  <a:pt x="106190" y="866765"/>
                </a:lnTo>
                <a:lnTo>
                  <a:pt x="106190" y="868246"/>
                </a:lnTo>
                <a:lnTo>
                  <a:pt x="104524" y="868246"/>
                </a:lnTo>
                <a:close/>
                <a:moveTo>
                  <a:pt x="271961" y="867506"/>
                </a:moveTo>
                <a:lnTo>
                  <a:pt x="282374" y="867506"/>
                </a:lnTo>
                <a:lnTo>
                  <a:pt x="282374" y="868246"/>
                </a:lnTo>
                <a:lnTo>
                  <a:pt x="271961" y="868246"/>
                </a:lnTo>
                <a:close/>
                <a:moveTo>
                  <a:pt x="118685" y="867506"/>
                </a:moveTo>
                <a:lnTo>
                  <a:pt x="127432" y="867506"/>
                </a:lnTo>
                <a:lnTo>
                  <a:pt x="127432" y="868246"/>
                </a:lnTo>
                <a:lnTo>
                  <a:pt x="118685" y="868246"/>
                </a:lnTo>
                <a:close/>
                <a:moveTo>
                  <a:pt x="92862" y="867506"/>
                </a:moveTo>
                <a:lnTo>
                  <a:pt x="101608" y="867506"/>
                </a:lnTo>
                <a:lnTo>
                  <a:pt x="101608" y="868246"/>
                </a:lnTo>
                <a:lnTo>
                  <a:pt x="92862" y="868246"/>
                </a:lnTo>
                <a:close/>
                <a:moveTo>
                  <a:pt x="162002" y="866765"/>
                </a:moveTo>
                <a:lnTo>
                  <a:pt x="162835" y="866765"/>
                </a:lnTo>
                <a:lnTo>
                  <a:pt x="162835" y="868246"/>
                </a:lnTo>
                <a:lnTo>
                  <a:pt x="162002" y="868246"/>
                </a:lnTo>
                <a:close/>
                <a:moveTo>
                  <a:pt x="318610" y="866765"/>
                </a:moveTo>
                <a:lnTo>
                  <a:pt x="327357" y="866765"/>
                </a:lnTo>
                <a:lnTo>
                  <a:pt x="327357" y="868246"/>
                </a:lnTo>
                <a:lnTo>
                  <a:pt x="318610" y="868246"/>
                </a:lnTo>
                <a:close/>
                <a:moveTo>
                  <a:pt x="271961" y="868246"/>
                </a:moveTo>
                <a:lnTo>
                  <a:pt x="282790" y="868246"/>
                </a:lnTo>
                <a:lnTo>
                  <a:pt x="282790" y="868986"/>
                </a:lnTo>
                <a:lnTo>
                  <a:pt x="271961" y="868986"/>
                </a:lnTo>
                <a:close/>
                <a:moveTo>
                  <a:pt x="165334" y="868246"/>
                </a:moveTo>
                <a:lnTo>
                  <a:pt x="167000" y="868246"/>
                </a:lnTo>
                <a:lnTo>
                  <a:pt x="167000" y="868986"/>
                </a:lnTo>
                <a:lnTo>
                  <a:pt x="165334" y="868986"/>
                </a:lnTo>
                <a:close/>
                <a:moveTo>
                  <a:pt x="318610" y="868246"/>
                </a:moveTo>
                <a:lnTo>
                  <a:pt x="327773" y="868246"/>
                </a:lnTo>
                <a:lnTo>
                  <a:pt x="327773" y="868986"/>
                </a:lnTo>
                <a:lnTo>
                  <a:pt x="318610" y="868986"/>
                </a:lnTo>
                <a:close/>
                <a:moveTo>
                  <a:pt x="104107" y="868246"/>
                </a:moveTo>
                <a:lnTo>
                  <a:pt x="106190" y="868246"/>
                </a:lnTo>
                <a:lnTo>
                  <a:pt x="106190" y="868986"/>
                </a:lnTo>
                <a:lnTo>
                  <a:pt x="104107" y="868986"/>
                </a:lnTo>
                <a:close/>
                <a:moveTo>
                  <a:pt x="256967" y="866765"/>
                </a:moveTo>
                <a:lnTo>
                  <a:pt x="260715" y="866765"/>
                </a:lnTo>
                <a:lnTo>
                  <a:pt x="260715" y="868986"/>
                </a:lnTo>
                <a:lnTo>
                  <a:pt x="256967" y="868986"/>
                </a:lnTo>
                <a:close/>
                <a:moveTo>
                  <a:pt x="92445" y="868246"/>
                </a:moveTo>
                <a:lnTo>
                  <a:pt x="101608" y="868246"/>
                </a:lnTo>
                <a:lnTo>
                  <a:pt x="101608" y="868986"/>
                </a:lnTo>
                <a:lnTo>
                  <a:pt x="92445" y="868986"/>
                </a:lnTo>
                <a:close/>
                <a:moveTo>
                  <a:pt x="161586" y="868246"/>
                </a:moveTo>
                <a:lnTo>
                  <a:pt x="162835" y="868246"/>
                </a:lnTo>
                <a:lnTo>
                  <a:pt x="162835" y="868986"/>
                </a:lnTo>
                <a:lnTo>
                  <a:pt x="161586" y="868986"/>
                </a:lnTo>
                <a:close/>
                <a:moveTo>
                  <a:pt x="291537" y="867506"/>
                </a:moveTo>
                <a:lnTo>
                  <a:pt x="295702" y="867506"/>
                </a:lnTo>
                <a:lnTo>
                  <a:pt x="295702" y="868986"/>
                </a:lnTo>
                <a:lnTo>
                  <a:pt x="291537" y="868986"/>
                </a:lnTo>
                <a:close/>
                <a:moveTo>
                  <a:pt x="157421" y="865285"/>
                </a:moveTo>
                <a:lnTo>
                  <a:pt x="159503" y="865285"/>
                </a:lnTo>
                <a:lnTo>
                  <a:pt x="159503" y="869726"/>
                </a:lnTo>
                <a:lnTo>
                  <a:pt x="157421" y="869726"/>
                </a:lnTo>
                <a:close/>
                <a:moveTo>
                  <a:pt x="161586" y="868986"/>
                </a:moveTo>
                <a:lnTo>
                  <a:pt x="163252" y="868986"/>
                </a:lnTo>
                <a:lnTo>
                  <a:pt x="163252" y="869726"/>
                </a:lnTo>
                <a:lnTo>
                  <a:pt x="161586" y="869726"/>
                </a:lnTo>
                <a:close/>
                <a:moveTo>
                  <a:pt x="118685" y="868246"/>
                </a:moveTo>
                <a:lnTo>
                  <a:pt x="127015" y="868246"/>
                </a:lnTo>
                <a:lnTo>
                  <a:pt x="127015" y="869726"/>
                </a:lnTo>
                <a:lnTo>
                  <a:pt x="118685" y="869726"/>
                </a:lnTo>
                <a:close/>
                <a:moveTo>
                  <a:pt x="271961" y="868986"/>
                </a:moveTo>
                <a:lnTo>
                  <a:pt x="283207" y="868986"/>
                </a:lnTo>
                <a:lnTo>
                  <a:pt x="283207" y="869726"/>
                </a:lnTo>
                <a:lnTo>
                  <a:pt x="271961" y="869726"/>
                </a:lnTo>
                <a:close/>
                <a:moveTo>
                  <a:pt x="39548" y="866765"/>
                </a:moveTo>
                <a:lnTo>
                  <a:pt x="83698" y="866765"/>
                </a:lnTo>
                <a:lnTo>
                  <a:pt x="83698" y="869726"/>
                </a:lnTo>
                <a:lnTo>
                  <a:pt x="39548" y="869726"/>
                </a:lnTo>
                <a:close/>
                <a:moveTo>
                  <a:pt x="92445" y="868986"/>
                </a:moveTo>
                <a:lnTo>
                  <a:pt x="101192" y="868986"/>
                </a:lnTo>
                <a:lnTo>
                  <a:pt x="101192" y="869726"/>
                </a:lnTo>
                <a:lnTo>
                  <a:pt x="92445" y="869726"/>
                </a:lnTo>
                <a:close/>
                <a:moveTo>
                  <a:pt x="291953" y="868986"/>
                </a:moveTo>
                <a:lnTo>
                  <a:pt x="296118" y="868986"/>
                </a:lnTo>
                <a:lnTo>
                  <a:pt x="296118" y="869726"/>
                </a:lnTo>
                <a:lnTo>
                  <a:pt x="291953" y="869726"/>
                </a:lnTo>
                <a:close/>
                <a:moveTo>
                  <a:pt x="104107" y="868986"/>
                </a:moveTo>
                <a:lnTo>
                  <a:pt x="106607" y="868986"/>
                </a:lnTo>
                <a:lnTo>
                  <a:pt x="106607" y="869726"/>
                </a:lnTo>
                <a:lnTo>
                  <a:pt x="104107" y="869726"/>
                </a:lnTo>
                <a:close/>
                <a:moveTo>
                  <a:pt x="256967" y="868986"/>
                </a:moveTo>
                <a:lnTo>
                  <a:pt x="261132" y="868986"/>
                </a:lnTo>
                <a:lnTo>
                  <a:pt x="261132" y="869726"/>
                </a:lnTo>
                <a:lnTo>
                  <a:pt x="256967" y="869726"/>
                </a:lnTo>
                <a:close/>
                <a:moveTo>
                  <a:pt x="318610" y="868986"/>
                </a:moveTo>
                <a:lnTo>
                  <a:pt x="328190" y="868986"/>
                </a:lnTo>
                <a:lnTo>
                  <a:pt x="328190" y="869726"/>
                </a:lnTo>
                <a:lnTo>
                  <a:pt x="318610" y="869726"/>
                </a:lnTo>
                <a:close/>
                <a:moveTo>
                  <a:pt x="164918" y="868986"/>
                </a:moveTo>
                <a:lnTo>
                  <a:pt x="167000" y="868986"/>
                </a:lnTo>
                <a:lnTo>
                  <a:pt x="167000" y="869726"/>
                </a:lnTo>
                <a:lnTo>
                  <a:pt x="164918" y="869726"/>
                </a:lnTo>
                <a:close/>
                <a:moveTo>
                  <a:pt x="87864" y="868246"/>
                </a:moveTo>
                <a:lnTo>
                  <a:pt x="89530" y="868246"/>
                </a:lnTo>
                <a:lnTo>
                  <a:pt x="89530" y="869726"/>
                </a:lnTo>
                <a:lnTo>
                  <a:pt x="87864" y="869726"/>
                </a:lnTo>
                <a:close/>
                <a:moveTo>
                  <a:pt x="129931" y="868246"/>
                </a:moveTo>
                <a:lnTo>
                  <a:pt x="131597" y="868246"/>
                </a:lnTo>
                <a:lnTo>
                  <a:pt x="131597" y="869726"/>
                </a:lnTo>
                <a:lnTo>
                  <a:pt x="129931" y="869726"/>
                </a:lnTo>
                <a:close/>
                <a:moveTo>
                  <a:pt x="133680" y="869726"/>
                </a:moveTo>
                <a:lnTo>
                  <a:pt x="135762" y="869726"/>
                </a:lnTo>
                <a:lnTo>
                  <a:pt x="135762" y="870466"/>
                </a:lnTo>
                <a:lnTo>
                  <a:pt x="133680" y="870466"/>
                </a:lnTo>
                <a:close/>
                <a:moveTo>
                  <a:pt x="256967" y="869726"/>
                </a:moveTo>
                <a:lnTo>
                  <a:pt x="261548" y="869726"/>
                </a:lnTo>
                <a:lnTo>
                  <a:pt x="261548" y="870466"/>
                </a:lnTo>
                <a:lnTo>
                  <a:pt x="256967" y="870466"/>
                </a:lnTo>
                <a:close/>
                <a:moveTo>
                  <a:pt x="157421" y="869726"/>
                </a:moveTo>
                <a:lnTo>
                  <a:pt x="167000" y="869726"/>
                </a:lnTo>
                <a:lnTo>
                  <a:pt x="167000" y="870466"/>
                </a:lnTo>
                <a:lnTo>
                  <a:pt x="157421" y="870466"/>
                </a:lnTo>
                <a:close/>
                <a:moveTo>
                  <a:pt x="138261" y="868246"/>
                </a:moveTo>
                <a:lnTo>
                  <a:pt x="154922" y="868246"/>
                </a:lnTo>
                <a:lnTo>
                  <a:pt x="154922" y="870466"/>
                </a:lnTo>
                <a:lnTo>
                  <a:pt x="138261" y="870466"/>
                </a:lnTo>
                <a:close/>
                <a:moveTo>
                  <a:pt x="92029" y="869726"/>
                </a:moveTo>
                <a:lnTo>
                  <a:pt x="101192" y="869726"/>
                </a:lnTo>
                <a:lnTo>
                  <a:pt x="101192" y="870466"/>
                </a:lnTo>
                <a:lnTo>
                  <a:pt x="92029" y="870466"/>
                </a:lnTo>
                <a:close/>
                <a:moveTo>
                  <a:pt x="72453" y="869726"/>
                </a:moveTo>
                <a:lnTo>
                  <a:pt x="84948" y="869726"/>
                </a:lnTo>
                <a:lnTo>
                  <a:pt x="84948" y="870466"/>
                </a:lnTo>
                <a:lnTo>
                  <a:pt x="72453" y="870466"/>
                </a:lnTo>
                <a:close/>
                <a:moveTo>
                  <a:pt x="291537" y="869726"/>
                </a:moveTo>
                <a:lnTo>
                  <a:pt x="296535" y="869726"/>
                </a:lnTo>
                <a:lnTo>
                  <a:pt x="296535" y="870466"/>
                </a:lnTo>
                <a:lnTo>
                  <a:pt x="291537" y="870466"/>
                </a:lnTo>
                <a:close/>
                <a:moveTo>
                  <a:pt x="271544" y="869726"/>
                </a:moveTo>
                <a:lnTo>
                  <a:pt x="283623" y="869726"/>
                </a:lnTo>
                <a:lnTo>
                  <a:pt x="283623" y="870466"/>
                </a:lnTo>
                <a:lnTo>
                  <a:pt x="271544" y="870466"/>
                </a:lnTo>
                <a:close/>
                <a:moveTo>
                  <a:pt x="87447" y="869726"/>
                </a:moveTo>
                <a:lnTo>
                  <a:pt x="89530" y="869726"/>
                </a:lnTo>
                <a:lnTo>
                  <a:pt x="89530" y="870466"/>
                </a:lnTo>
                <a:lnTo>
                  <a:pt x="87447" y="870466"/>
                </a:lnTo>
                <a:close/>
                <a:moveTo>
                  <a:pt x="169499" y="867506"/>
                </a:moveTo>
                <a:lnTo>
                  <a:pt x="246970" y="867506"/>
                </a:lnTo>
                <a:lnTo>
                  <a:pt x="246970" y="870466"/>
                </a:lnTo>
                <a:lnTo>
                  <a:pt x="169499" y="870466"/>
                </a:lnTo>
                <a:close/>
                <a:moveTo>
                  <a:pt x="129515" y="869726"/>
                </a:moveTo>
                <a:lnTo>
                  <a:pt x="132014" y="869726"/>
                </a:lnTo>
                <a:lnTo>
                  <a:pt x="132014" y="870466"/>
                </a:lnTo>
                <a:lnTo>
                  <a:pt x="129515" y="870466"/>
                </a:lnTo>
                <a:close/>
                <a:moveTo>
                  <a:pt x="318610" y="869726"/>
                </a:moveTo>
                <a:lnTo>
                  <a:pt x="328606" y="869726"/>
                </a:lnTo>
                <a:lnTo>
                  <a:pt x="328606" y="870466"/>
                </a:lnTo>
                <a:lnTo>
                  <a:pt x="318610" y="870466"/>
                </a:lnTo>
                <a:close/>
                <a:moveTo>
                  <a:pt x="92029" y="870466"/>
                </a:moveTo>
                <a:lnTo>
                  <a:pt x="100775" y="870466"/>
                </a:lnTo>
                <a:lnTo>
                  <a:pt x="100775" y="871207"/>
                </a:lnTo>
                <a:lnTo>
                  <a:pt x="92029" y="871207"/>
                </a:lnTo>
                <a:close/>
                <a:moveTo>
                  <a:pt x="129515" y="870466"/>
                </a:moveTo>
                <a:lnTo>
                  <a:pt x="135762" y="870466"/>
                </a:lnTo>
                <a:lnTo>
                  <a:pt x="135762" y="871207"/>
                </a:lnTo>
                <a:lnTo>
                  <a:pt x="129515" y="871207"/>
                </a:lnTo>
                <a:close/>
                <a:moveTo>
                  <a:pt x="118685" y="869726"/>
                </a:moveTo>
                <a:lnTo>
                  <a:pt x="126599" y="869726"/>
                </a:lnTo>
                <a:lnTo>
                  <a:pt x="126599" y="871207"/>
                </a:lnTo>
                <a:lnTo>
                  <a:pt x="118685" y="871207"/>
                </a:lnTo>
                <a:close/>
                <a:moveTo>
                  <a:pt x="157421" y="870466"/>
                </a:moveTo>
                <a:lnTo>
                  <a:pt x="165751" y="870466"/>
                </a:lnTo>
                <a:lnTo>
                  <a:pt x="165751" y="871207"/>
                </a:lnTo>
                <a:lnTo>
                  <a:pt x="157421" y="871207"/>
                </a:lnTo>
                <a:close/>
                <a:moveTo>
                  <a:pt x="169499" y="870466"/>
                </a:moveTo>
                <a:lnTo>
                  <a:pt x="247387" y="870466"/>
                </a:lnTo>
                <a:lnTo>
                  <a:pt x="247387" y="871207"/>
                </a:lnTo>
                <a:lnTo>
                  <a:pt x="169499" y="871207"/>
                </a:lnTo>
                <a:close/>
                <a:moveTo>
                  <a:pt x="337769" y="866765"/>
                </a:moveTo>
                <a:lnTo>
                  <a:pt x="374839" y="866765"/>
                </a:lnTo>
                <a:lnTo>
                  <a:pt x="374839" y="871207"/>
                </a:lnTo>
                <a:lnTo>
                  <a:pt x="337769" y="871207"/>
                </a:lnTo>
                <a:close/>
                <a:moveTo>
                  <a:pt x="318610" y="870466"/>
                </a:moveTo>
                <a:lnTo>
                  <a:pt x="329023" y="870466"/>
                </a:lnTo>
                <a:lnTo>
                  <a:pt x="329023" y="871207"/>
                </a:lnTo>
                <a:lnTo>
                  <a:pt x="318610" y="871207"/>
                </a:lnTo>
                <a:close/>
                <a:moveTo>
                  <a:pt x="256967" y="870466"/>
                </a:moveTo>
                <a:lnTo>
                  <a:pt x="261965" y="870466"/>
                </a:lnTo>
                <a:lnTo>
                  <a:pt x="261965" y="871207"/>
                </a:lnTo>
                <a:lnTo>
                  <a:pt x="256967" y="871207"/>
                </a:lnTo>
                <a:close/>
                <a:moveTo>
                  <a:pt x="141177" y="870466"/>
                </a:moveTo>
                <a:lnTo>
                  <a:pt x="154922" y="870466"/>
                </a:lnTo>
                <a:lnTo>
                  <a:pt x="154922" y="871207"/>
                </a:lnTo>
                <a:lnTo>
                  <a:pt x="141177" y="871207"/>
                </a:lnTo>
                <a:close/>
                <a:moveTo>
                  <a:pt x="308614" y="866765"/>
                </a:moveTo>
                <a:lnTo>
                  <a:pt x="314861" y="866765"/>
                </a:lnTo>
                <a:lnTo>
                  <a:pt x="314861" y="871207"/>
                </a:lnTo>
                <a:lnTo>
                  <a:pt x="308614" y="871207"/>
                </a:lnTo>
                <a:close/>
                <a:moveTo>
                  <a:pt x="103691" y="869726"/>
                </a:moveTo>
                <a:lnTo>
                  <a:pt x="116603" y="869726"/>
                </a:lnTo>
                <a:lnTo>
                  <a:pt x="116603" y="871207"/>
                </a:lnTo>
                <a:lnTo>
                  <a:pt x="103691" y="871207"/>
                </a:lnTo>
                <a:close/>
                <a:moveTo>
                  <a:pt x="304865" y="869726"/>
                </a:moveTo>
                <a:lnTo>
                  <a:pt x="305282" y="869726"/>
                </a:lnTo>
                <a:lnTo>
                  <a:pt x="305282" y="871207"/>
                </a:lnTo>
                <a:lnTo>
                  <a:pt x="304865" y="871207"/>
                </a:lnTo>
                <a:close/>
                <a:moveTo>
                  <a:pt x="291537" y="870466"/>
                </a:moveTo>
                <a:lnTo>
                  <a:pt x="296951" y="870466"/>
                </a:lnTo>
                <a:lnTo>
                  <a:pt x="296951" y="871207"/>
                </a:lnTo>
                <a:lnTo>
                  <a:pt x="291537" y="871207"/>
                </a:lnTo>
                <a:close/>
                <a:moveTo>
                  <a:pt x="271128" y="870466"/>
                </a:moveTo>
                <a:lnTo>
                  <a:pt x="284040" y="870466"/>
                </a:lnTo>
                <a:lnTo>
                  <a:pt x="284040" y="871207"/>
                </a:lnTo>
                <a:lnTo>
                  <a:pt x="271128" y="871207"/>
                </a:lnTo>
                <a:close/>
                <a:moveTo>
                  <a:pt x="142843" y="871207"/>
                </a:moveTo>
                <a:lnTo>
                  <a:pt x="154922" y="871207"/>
                </a:lnTo>
                <a:lnTo>
                  <a:pt x="154922" y="871947"/>
                </a:lnTo>
                <a:lnTo>
                  <a:pt x="142843" y="871947"/>
                </a:lnTo>
                <a:close/>
                <a:moveTo>
                  <a:pt x="103274" y="871207"/>
                </a:moveTo>
                <a:lnTo>
                  <a:pt x="116186" y="871207"/>
                </a:lnTo>
                <a:lnTo>
                  <a:pt x="116186" y="871947"/>
                </a:lnTo>
                <a:lnTo>
                  <a:pt x="103274" y="871947"/>
                </a:lnTo>
                <a:close/>
                <a:moveTo>
                  <a:pt x="72869" y="870466"/>
                </a:moveTo>
                <a:lnTo>
                  <a:pt x="89113" y="870466"/>
                </a:lnTo>
                <a:lnTo>
                  <a:pt x="89113" y="871947"/>
                </a:lnTo>
                <a:lnTo>
                  <a:pt x="72869" y="871947"/>
                </a:lnTo>
                <a:close/>
                <a:moveTo>
                  <a:pt x="304449" y="871207"/>
                </a:moveTo>
                <a:lnTo>
                  <a:pt x="305698" y="871207"/>
                </a:lnTo>
                <a:lnTo>
                  <a:pt x="305698" y="871947"/>
                </a:lnTo>
                <a:lnTo>
                  <a:pt x="304449" y="871947"/>
                </a:lnTo>
                <a:close/>
                <a:moveTo>
                  <a:pt x="291120" y="871207"/>
                </a:moveTo>
                <a:lnTo>
                  <a:pt x="297784" y="871207"/>
                </a:lnTo>
                <a:lnTo>
                  <a:pt x="297784" y="871947"/>
                </a:lnTo>
                <a:lnTo>
                  <a:pt x="291120" y="871947"/>
                </a:lnTo>
                <a:close/>
                <a:moveTo>
                  <a:pt x="337353" y="871207"/>
                </a:moveTo>
                <a:lnTo>
                  <a:pt x="374839" y="871207"/>
                </a:lnTo>
                <a:lnTo>
                  <a:pt x="374839" y="871947"/>
                </a:lnTo>
                <a:lnTo>
                  <a:pt x="337353" y="871947"/>
                </a:lnTo>
                <a:close/>
                <a:moveTo>
                  <a:pt x="169499" y="871207"/>
                </a:moveTo>
                <a:lnTo>
                  <a:pt x="247803" y="871207"/>
                </a:lnTo>
                <a:lnTo>
                  <a:pt x="247803" y="871947"/>
                </a:lnTo>
                <a:lnTo>
                  <a:pt x="169499" y="871947"/>
                </a:lnTo>
                <a:close/>
                <a:moveTo>
                  <a:pt x="318610" y="871207"/>
                </a:moveTo>
                <a:lnTo>
                  <a:pt x="329439" y="871207"/>
                </a:lnTo>
                <a:lnTo>
                  <a:pt x="329439" y="871947"/>
                </a:lnTo>
                <a:lnTo>
                  <a:pt x="318610" y="871947"/>
                </a:lnTo>
                <a:close/>
                <a:moveTo>
                  <a:pt x="256967" y="871207"/>
                </a:moveTo>
                <a:lnTo>
                  <a:pt x="262381" y="871207"/>
                </a:lnTo>
                <a:lnTo>
                  <a:pt x="262381" y="871947"/>
                </a:lnTo>
                <a:lnTo>
                  <a:pt x="256967" y="871947"/>
                </a:lnTo>
                <a:close/>
                <a:moveTo>
                  <a:pt x="308614" y="871207"/>
                </a:moveTo>
                <a:lnTo>
                  <a:pt x="315278" y="871207"/>
                </a:lnTo>
                <a:lnTo>
                  <a:pt x="315278" y="871947"/>
                </a:lnTo>
                <a:lnTo>
                  <a:pt x="308614" y="871947"/>
                </a:lnTo>
                <a:close/>
                <a:moveTo>
                  <a:pt x="270711" y="871207"/>
                </a:moveTo>
                <a:lnTo>
                  <a:pt x="284456" y="871207"/>
                </a:lnTo>
                <a:lnTo>
                  <a:pt x="284456" y="871947"/>
                </a:lnTo>
                <a:lnTo>
                  <a:pt x="270711" y="871947"/>
                </a:lnTo>
                <a:close/>
                <a:moveTo>
                  <a:pt x="72869" y="871947"/>
                </a:moveTo>
                <a:lnTo>
                  <a:pt x="88697" y="871947"/>
                </a:lnTo>
                <a:lnTo>
                  <a:pt x="88697" y="872687"/>
                </a:lnTo>
                <a:lnTo>
                  <a:pt x="72869" y="872687"/>
                </a:lnTo>
                <a:close/>
                <a:moveTo>
                  <a:pt x="336520" y="871947"/>
                </a:moveTo>
                <a:lnTo>
                  <a:pt x="374839" y="871947"/>
                </a:lnTo>
                <a:lnTo>
                  <a:pt x="374839" y="872687"/>
                </a:lnTo>
                <a:lnTo>
                  <a:pt x="336520" y="872687"/>
                </a:lnTo>
                <a:close/>
                <a:moveTo>
                  <a:pt x="304032" y="871947"/>
                </a:moveTo>
                <a:lnTo>
                  <a:pt x="306115" y="871947"/>
                </a:lnTo>
                <a:lnTo>
                  <a:pt x="306115" y="872687"/>
                </a:lnTo>
                <a:lnTo>
                  <a:pt x="304032" y="872687"/>
                </a:lnTo>
                <a:close/>
                <a:moveTo>
                  <a:pt x="290704" y="871947"/>
                </a:moveTo>
                <a:lnTo>
                  <a:pt x="298618" y="871947"/>
                </a:lnTo>
                <a:lnTo>
                  <a:pt x="298618" y="872687"/>
                </a:lnTo>
                <a:lnTo>
                  <a:pt x="290704" y="872687"/>
                </a:lnTo>
                <a:close/>
                <a:moveTo>
                  <a:pt x="118685" y="871207"/>
                </a:moveTo>
                <a:lnTo>
                  <a:pt x="126182" y="871207"/>
                </a:lnTo>
                <a:lnTo>
                  <a:pt x="126182" y="872687"/>
                </a:lnTo>
                <a:lnTo>
                  <a:pt x="118685" y="872687"/>
                </a:lnTo>
                <a:close/>
                <a:moveTo>
                  <a:pt x="318610" y="871947"/>
                </a:moveTo>
                <a:lnTo>
                  <a:pt x="330689" y="871947"/>
                </a:lnTo>
                <a:lnTo>
                  <a:pt x="330689" y="872687"/>
                </a:lnTo>
                <a:lnTo>
                  <a:pt x="318610" y="872687"/>
                </a:lnTo>
                <a:close/>
                <a:moveTo>
                  <a:pt x="256550" y="871947"/>
                </a:moveTo>
                <a:lnTo>
                  <a:pt x="263631" y="871947"/>
                </a:lnTo>
                <a:lnTo>
                  <a:pt x="263631" y="872687"/>
                </a:lnTo>
                <a:lnTo>
                  <a:pt x="256550" y="872687"/>
                </a:lnTo>
                <a:close/>
                <a:moveTo>
                  <a:pt x="157421" y="871207"/>
                </a:moveTo>
                <a:lnTo>
                  <a:pt x="165334" y="871207"/>
                </a:lnTo>
                <a:lnTo>
                  <a:pt x="165334" y="872687"/>
                </a:lnTo>
                <a:lnTo>
                  <a:pt x="157421" y="872687"/>
                </a:lnTo>
                <a:close/>
                <a:moveTo>
                  <a:pt x="308197" y="871947"/>
                </a:moveTo>
                <a:lnTo>
                  <a:pt x="315694" y="871947"/>
                </a:lnTo>
                <a:lnTo>
                  <a:pt x="315694" y="872687"/>
                </a:lnTo>
                <a:lnTo>
                  <a:pt x="308197" y="872687"/>
                </a:lnTo>
                <a:close/>
                <a:moveTo>
                  <a:pt x="269462" y="871947"/>
                </a:moveTo>
                <a:lnTo>
                  <a:pt x="285706" y="871947"/>
                </a:lnTo>
                <a:lnTo>
                  <a:pt x="285706" y="872687"/>
                </a:lnTo>
                <a:lnTo>
                  <a:pt x="269462" y="872687"/>
                </a:lnTo>
                <a:close/>
                <a:moveTo>
                  <a:pt x="169499" y="871947"/>
                </a:moveTo>
                <a:lnTo>
                  <a:pt x="248220" y="871947"/>
                </a:lnTo>
                <a:lnTo>
                  <a:pt x="248220" y="872687"/>
                </a:lnTo>
                <a:lnTo>
                  <a:pt x="169499" y="872687"/>
                </a:lnTo>
                <a:close/>
                <a:moveTo>
                  <a:pt x="129098" y="871207"/>
                </a:moveTo>
                <a:lnTo>
                  <a:pt x="135762" y="871207"/>
                </a:lnTo>
                <a:lnTo>
                  <a:pt x="135762" y="872687"/>
                </a:lnTo>
                <a:lnTo>
                  <a:pt x="129098" y="872687"/>
                </a:lnTo>
                <a:close/>
                <a:moveTo>
                  <a:pt x="72453" y="872687"/>
                </a:moveTo>
                <a:lnTo>
                  <a:pt x="88697" y="872687"/>
                </a:lnTo>
                <a:lnTo>
                  <a:pt x="88697" y="873427"/>
                </a:lnTo>
                <a:lnTo>
                  <a:pt x="72453" y="873427"/>
                </a:lnTo>
                <a:close/>
                <a:moveTo>
                  <a:pt x="169499" y="872687"/>
                </a:moveTo>
                <a:lnTo>
                  <a:pt x="374839" y="872687"/>
                </a:lnTo>
                <a:lnTo>
                  <a:pt x="374839" y="873427"/>
                </a:lnTo>
                <a:lnTo>
                  <a:pt x="169499" y="873427"/>
                </a:lnTo>
                <a:close/>
                <a:moveTo>
                  <a:pt x="39548" y="869726"/>
                </a:moveTo>
                <a:lnTo>
                  <a:pt x="54543" y="869726"/>
                </a:lnTo>
                <a:lnTo>
                  <a:pt x="54543" y="873427"/>
                </a:lnTo>
                <a:lnTo>
                  <a:pt x="39548" y="873427"/>
                </a:lnTo>
                <a:close/>
                <a:moveTo>
                  <a:pt x="103274" y="871947"/>
                </a:moveTo>
                <a:lnTo>
                  <a:pt x="113271" y="871947"/>
                </a:lnTo>
                <a:lnTo>
                  <a:pt x="113271" y="873427"/>
                </a:lnTo>
                <a:lnTo>
                  <a:pt x="103274" y="873427"/>
                </a:lnTo>
                <a:close/>
                <a:moveTo>
                  <a:pt x="143259" y="871947"/>
                </a:moveTo>
                <a:lnTo>
                  <a:pt x="154922" y="871947"/>
                </a:lnTo>
                <a:lnTo>
                  <a:pt x="154922" y="873427"/>
                </a:lnTo>
                <a:lnTo>
                  <a:pt x="143259" y="873427"/>
                </a:lnTo>
                <a:close/>
                <a:moveTo>
                  <a:pt x="91612" y="871207"/>
                </a:moveTo>
                <a:lnTo>
                  <a:pt x="100775" y="871207"/>
                </a:lnTo>
                <a:lnTo>
                  <a:pt x="100775" y="873427"/>
                </a:lnTo>
                <a:lnTo>
                  <a:pt x="91612" y="873427"/>
                </a:lnTo>
                <a:close/>
                <a:moveTo>
                  <a:pt x="102858" y="873427"/>
                </a:moveTo>
                <a:lnTo>
                  <a:pt x="112854" y="873427"/>
                </a:lnTo>
                <a:lnTo>
                  <a:pt x="112854" y="874167"/>
                </a:lnTo>
                <a:lnTo>
                  <a:pt x="102858" y="874167"/>
                </a:lnTo>
                <a:close/>
                <a:moveTo>
                  <a:pt x="157004" y="872687"/>
                </a:moveTo>
                <a:lnTo>
                  <a:pt x="165334" y="872687"/>
                </a:lnTo>
                <a:lnTo>
                  <a:pt x="165334" y="874167"/>
                </a:lnTo>
                <a:lnTo>
                  <a:pt x="157004" y="874167"/>
                </a:lnTo>
                <a:close/>
                <a:moveTo>
                  <a:pt x="72036" y="873427"/>
                </a:moveTo>
                <a:lnTo>
                  <a:pt x="88697" y="873427"/>
                </a:lnTo>
                <a:lnTo>
                  <a:pt x="88697" y="874167"/>
                </a:lnTo>
                <a:lnTo>
                  <a:pt x="72036" y="874167"/>
                </a:lnTo>
                <a:close/>
                <a:moveTo>
                  <a:pt x="39548" y="873427"/>
                </a:moveTo>
                <a:lnTo>
                  <a:pt x="54959" y="873427"/>
                </a:lnTo>
                <a:lnTo>
                  <a:pt x="54959" y="874167"/>
                </a:lnTo>
                <a:lnTo>
                  <a:pt x="39548" y="874167"/>
                </a:lnTo>
                <a:close/>
                <a:moveTo>
                  <a:pt x="91196" y="873427"/>
                </a:moveTo>
                <a:lnTo>
                  <a:pt x="100775" y="873427"/>
                </a:lnTo>
                <a:lnTo>
                  <a:pt x="100775" y="874167"/>
                </a:lnTo>
                <a:lnTo>
                  <a:pt x="91196" y="874167"/>
                </a:lnTo>
                <a:close/>
                <a:moveTo>
                  <a:pt x="143259" y="873427"/>
                </a:moveTo>
                <a:lnTo>
                  <a:pt x="155338" y="873427"/>
                </a:lnTo>
                <a:lnTo>
                  <a:pt x="155338" y="874167"/>
                </a:lnTo>
                <a:lnTo>
                  <a:pt x="143259" y="874167"/>
                </a:lnTo>
                <a:close/>
                <a:moveTo>
                  <a:pt x="169083" y="873427"/>
                </a:moveTo>
                <a:lnTo>
                  <a:pt x="374839" y="873427"/>
                </a:lnTo>
                <a:lnTo>
                  <a:pt x="374839" y="874167"/>
                </a:lnTo>
                <a:lnTo>
                  <a:pt x="169083" y="874167"/>
                </a:lnTo>
                <a:close/>
                <a:moveTo>
                  <a:pt x="118269" y="872687"/>
                </a:moveTo>
                <a:lnTo>
                  <a:pt x="126182" y="872687"/>
                </a:lnTo>
                <a:lnTo>
                  <a:pt x="126182" y="874167"/>
                </a:lnTo>
                <a:lnTo>
                  <a:pt x="118269" y="874167"/>
                </a:lnTo>
                <a:close/>
                <a:moveTo>
                  <a:pt x="128682" y="872687"/>
                </a:moveTo>
                <a:lnTo>
                  <a:pt x="135762" y="872687"/>
                </a:lnTo>
                <a:lnTo>
                  <a:pt x="135762" y="874167"/>
                </a:lnTo>
                <a:lnTo>
                  <a:pt x="128682" y="874167"/>
                </a:lnTo>
                <a:close/>
                <a:moveTo>
                  <a:pt x="117852" y="874167"/>
                </a:moveTo>
                <a:lnTo>
                  <a:pt x="126599" y="874167"/>
                </a:lnTo>
                <a:lnTo>
                  <a:pt x="126599" y="874907"/>
                </a:lnTo>
                <a:lnTo>
                  <a:pt x="117852" y="874907"/>
                </a:lnTo>
                <a:close/>
                <a:moveTo>
                  <a:pt x="90779" y="874167"/>
                </a:moveTo>
                <a:lnTo>
                  <a:pt x="101192" y="874167"/>
                </a:lnTo>
                <a:lnTo>
                  <a:pt x="101192" y="874907"/>
                </a:lnTo>
                <a:lnTo>
                  <a:pt x="90779" y="874907"/>
                </a:lnTo>
                <a:close/>
                <a:moveTo>
                  <a:pt x="142843" y="874167"/>
                </a:moveTo>
                <a:lnTo>
                  <a:pt x="166167" y="874167"/>
                </a:lnTo>
                <a:lnTo>
                  <a:pt x="166167" y="874907"/>
                </a:lnTo>
                <a:lnTo>
                  <a:pt x="142843" y="874907"/>
                </a:lnTo>
                <a:close/>
                <a:moveTo>
                  <a:pt x="102441" y="874167"/>
                </a:moveTo>
                <a:lnTo>
                  <a:pt x="113271" y="874167"/>
                </a:lnTo>
                <a:lnTo>
                  <a:pt x="113271" y="874907"/>
                </a:lnTo>
                <a:lnTo>
                  <a:pt x="102441" y="874907"/>
                </a:lnTo>
                <a:close/>
                <a:moveTo>
                  <a:pt x="39548" y="874167"/>
                </a:moveTo>
                <a:lnTo>
                  <a:pt x="89113" y="874167"/>
                </a:lnTo>
                <a:lnTo>
                  <a:pt x="89113" y="874907"/>
                </a:lnTo>
                <a:lnTo>
                  <a:pt x="39548" y="874907"/>
                </a:lnTo>
                <a:close/>
                <a:moveTo>
                  <a:pt x="168666" y="874167"/>
                </a:moveTo>
                <a:lnTo>
                  <a:pt x="374839" y="874167"/>
                </a:lnTo>
                <a:lnTo>
                  <a:pt x="374839" y="874907"/>
                </a:lnTo>
                <a:lnTo>
                  <a:pt x="168666" y="874907"/>
                </a:lnTo>
                <a:close/>
                <a:moveTo>
                  <a:pt x="128265" y="874167"/>
                </a:moveTo>
                <a:lnTo>
                  <a:pt x="136595" y="874167"/>
                </a:lnTo>
                <a:lnTo>
                  <a:pt x="136595" y="874907"/>
                </a:lnTo>
                <a:lnTo>
                  <a:pt x="128265" y="874907"/>
                </a:lnTo>
                <a:close/>
                <a:moveTo>
                  <a:pt x="39548" y="874907"/>
                </a:moveTo>
                <a:lnTo>
                  <a:pt x="113271" y="874907"/>
                </a:lnTo>
                <a:lnTo>
                  <a:pt x="113271" y="875648"/>
                </a:lnTo>
                <a:lnTo>
                  <a:pt x="39548" y="875648"/>
                </a:lnTo>
                <a:close/>
                <a:moveTo>
                  <a:pt x="142426" y="874907"/>
                </a:moveTo>
                <a:lnTo>
                  <a:pt x="374839" y="874907"/>
                </a:lnTo>
                <a:lnTo>
                  <a:pt x="374839" y="875648"/>
                </a:lnTo>
                <a:lnTo>
                  <a:pt x="142426" y="875648"/>
                </a:lnTo>
                <a:close/>
                <a:moveTo>
                  <a:pt x="117019" y="874907"/>
                </a:moveTo>
                <a:lnTo>
                  <a:pt x="142010" y="874907"/>
                </a:lnTo>
                <a:lnTo>
                  <a:pt x="142010" y="875648"/>
                </a:lnTo>
                <a:lnTo>
                  <a:pt x="117019" y="875648"/>
                </a:lnTo>
                <a:close/>
                <a:moveTo>
                  <a:pt x="39548" y="875648"/>
                </a:moveTo>
                <a:lnTo>
                  <a:pt x="374839" y="875648"/>
                </a:lnTo>
                <a:lnTo>
                  <a:pt x="374839" y="905255"/>
                </a:lnTo>
                <a:lnTo>
                  <a:pt x="39548" y="905255"/>
                </a:lnTo>
                <a:close/>
                <a:moveTo>
                  <a:pt x="39548" y="905255"/>
                </a:moveTo>
                <a:lnTo>
                  <a:pt x="374422" y="905255"/>
                </a:lnTo>
                <a:lnTo>
                  <a:pt x="374422" y="905996"/>
                </a:lnTo>
                <a:lnTo>
                  <a:pt x="39548" y="905996"/>
                </a:lnTo>
                <a:close/>
                <a:moveTo>
                  <a:pt x="39965" y="905996"/>
                </a:moveTo>
                <a:lnTo>
                  <a:pt x="374422" y="905996"/>
                </a:lnTo>
                <a:lnTo>
                  <a:pt x="374422" y="908216"/>
                </a:lnTo>
                <a:lnTo>
                  <a:pt x="39965" y="908216"/>
                </a:lnTo>
                <a:close/>
                <a:moveTo>
                  <a:pt x="39965" y="908216"/>
                </a:moveTo>
                <a:lnTo>
                  <a:pt x="374006" y="908216"/>
                </a:lnTo>
                <a:lnTo>
                  <a:pt x="374006" y="908956"/>
                </a:lnTo>
                <a:lnTo>
                  <a:pt x="39965" y="908956"/>
                </a:lnTo>
                <a:close/>
                <a:moveTo>
                  <a:pt x="40381" y="908956"/>
                </a:moveTo>
                <a:lnTo>
                  <a:pt x="374006" y="908956"/>
                </a:lnTo>
                <a:lnTo>
                  <a:pt x="374006" y="909697"/>
                </a:lnTo>
                <a:lnTo>
                  <a:pt x="40381" y="909697"/>
                </a:lnTo>
                <a:close/>
                <a:moveTo>
                  <a:pt x="40381" y="909697"/>
                </a:moveTo>
                <a:lnTo>
                  <a:pt x="373589" y="909697"/>
                </a:lnTo>
                <a:lnTo>
                  <a:pt x="373589" y="910437"/>
                </a:lnTo>
                <a:lnTo>
                  <a:pt x="40381" y="910437"/>
                </a:lnTo>
                <a:close/>
                <a:moveTo>
                  <a:pt x="40798" y="910437"/>
                </a:moveTo>
                <a:lnTo>
                  <a:pt x="373589" y="910437"/>
                </a:lnTo>
                <a:lnTo>
                  <a:pt x="373589" y="911177"/>
                </a:lnTo>
                <a:lnTo>
                  <a:pt x="40798" y="911177"/>
                </a:lnTo>
                <a:close/>
                <a:moveTo>
                  <a:pt x="40798" y="911177"/>
                </a:moveTo>
                <a:lnTo>
                  <a:pt x="373173" y="911177"/>
                </a:lnTo>
                <a:lnTo>
                  <a:pt x="373173" y="911917"/>
                </a:lnTo>
                <a:lnTo>
                  <a:pt x="40798" y="911917"/>
                </a:lnTo>
                <a:close/>
                <a:moveTo>
                  <a:pt x="41214" y="911917"/>
                </a:moveTo>
                <a:lnTo>
                  <a:pt x="373173" y="911917"/>
                </a:lnTo>
                <a:lnTo>
                  <a:pt x="373173" y="912657"/>
                </a:lnTo>
                <a:lnTo>
                  <a:pt x="41214" y="912657"/>
                </a:lnTo>
                <a:close/>
                <a:moveTo>
                  <a:pt x="41214" y="912657"/>
                </a:moveTo>
                <a:lnTo>
                  <a:pt x="372756" y="912657"/>
                </a:lnTo>
                <a:lnTo>
                  <a:pt x="372756" y="913397"/>
                </a:lnTo>
                <a:lnTo>
                  <a:pt x="41214" y="913397"/>
                </a:lnTo>
                <a:close/>
                <a:moveTo>
                  <a:pt x="41631" y="913397"/>
                </a:moveTo>
                <a:lnTo>
                  <a:pt x="372756" y="913397"/>
                </a:lnTo>
                <a:lnTo>
                  <a:pt x="372756" y="914138"/>
                </a:lnTo>
                <a:lnTo>
                  <a:pt x="41631" y="914138"/>
                </a:lnTo>
                <a:close/>
                <a:moveTo>
                  <a:pt x="42047" y="914138"/>
                </a:moveTo>
                <a:lnTo>
                  <a:pt x="372340" y="914138"/>
                </a:lnTo>
                <a:lnTo>
                  <a:pt x="372340" y="914878"/>
                </a:lnTo>
                <a:lnTo>
                  <a:pt x="42047" y="914878"/>
                </a:lnTo>
                <a:close/>
                <a:moveTo>
                  <a:pt x="42464" y="914878"/>
                </a:moveTo>
                <a:lnTo>
                  <a:pt x="371923" y="914878"/>
                </a:lnTo>
                <a:lnTo>
                  <a:pt x="371923" y="915618"/>
                </a:lnTo>
                <a:lnTo>
                  <a:pt x="42464" y="915618"/>
                </a:lnTo>
                <a:close/>
                <a:moveTo>
                  <a:pt x="42464" y="915618"/>
                </a:moveTo>
                <a:lnTo>
                  <a:pt x="371507" y="915618"/>
                </a:lnTo>
                <a:lnTo>
                  <a:pt x="371507" y="916358"/>
                </a:lnTo>
                <a:lnTo>
                  <a:pt x="42464" y="916358"/>
                </a:lnTo>
                <a:close/>
                <a:moveTo>
                  <a:pt x="43297" y="916358"/>
                </a:moveTo>
                <a:lnTo>
                  <a:pt x="371090" y="916358"/>
                </a:lnTo>
                <a:lnTo>
                  <a:pt x="371090" y="917098"/>
                </a:lnTo>
                <a:lnTo>
                  <a:pt x="43297" y="917098"/>
                </a:lnTo>
                <a:close/>
                <a:moveTo>
                  <a:pt x="43714" y="917098"/>
                </a:moveTo>
                <a:lnTo>
                  <a:pt x="370674" y="917098"/>
                </a:lnTo>
                <a:lnTo>
                  <a:pt x="370674" y="917839"/>
                </a:lnTo>
                <a:lnTo>
                  <a:pt x="43714" y="917839"/>
                </a:lnTo>
                <a:close/>
                <a:moveTo>
                  <a:pt x="44130" y="917839"/>
                </a:moveTo>
                <a:lnTo>
                  <a:pt x="370257" y="917839"/>
                </a:lnTo>
                <a:lnTo>
                  <a:pt x="370257" y="918579"/>
                </a:lnTo>
                <a:lnTo>
                  <a:pt x="44130" y="918579"/>
                </a:lnTo>
                <a:close/>
                <a:moveTo>
                  <a:pt x="44547" y="918579"/>
                </a:moveTo>
                <a:lnTo>
                  <a:pt x="369424" y="918579"/>
                </a:lnTo>
                <a:lnTo>
                  <a:pt x="369424" y="919319"/>
                </a:lnTo>
                <a:lnTo>
                  <a:pt x="44547" y="919319"/>
                </a:lnTo>
                <a:close/>
                <a:moveTo>
                  <a:pt x="45380" y="919319"/>
                </a:moveTo>
                <a:lnTo>
                  <a:pt x="369008" y="919319"/>
                </a:lnTo>
                <a:lnTo>
                  <a:pt x="369008" y="920059"/>
                </a:lnTo>
                <a:lnTo>
                  <a:pt x="45380" y="920059"/>
                </a:lnTo>
                <a:close/>
                <a:moveTo>
                  <a:pt x="46213" y="920059"/>
                </a:moveTo>
                <a:lnTo>
                  <a:pt x="368175" y="920059"/>
                </a:lnTo>
                <a:lnTo>
                  <a:pt x="368175" y="920799"/>
                </a:lnTo>
                <a:lnTo>
                  <a:pt x="46213" y="920799"/>
                </a:lnTo>
                <a:close/>
                <a:moveTo>
                  <a:pt x="47046" y="920799"/>
                </a:moveTo>
                <a:lnTo>
                  <a:pt x="366925" y="920799"/>
                </a:lnTo>
                <a:lnTo>
                  <a:pt x="366925" y="921540"/>
                </a:lnTo>
                <a:lnTo>
                  <a:pt x="47046" y="921540"/>
                </a:lnTo>
                <a:close/>
                <a:moveTo>
                  <a:pt x="48295" y="921540"/>
                </a:moveTo>
                <a:lnTo>
                  <a:pt x="365676" y="921540"/>
                </a:lnTo>
                <a:lnTo>
                  <a:pt x="365676" y="922280"/>
                </a:lnTo>
                <a:lnTo>
                  <a:pt x="48295" y="922280"/>
                </a:lnTo>
                <a:close/>
              </a:path>
            </a:pathLst>
          </a:custGeom>
          <a:solidFill>
            <a:srgbClr val="087FBD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651538" y="5791022"/>
            <a:ext cx="4622775" cy="554025"/>
          </a:xfrm>
          <a:prstGeom prst="rect">
            <a:avLst/>
          </a:prstGeom>
          <a:solidFill>
            <a:srgbClr val="082B49"/>
          </a:solidFill>
          <a:ln w="9525">
            <a:solidFill>
              <a:srgbClr val="F1F7F8"/>
            </a:solidFill>
            <a:prstDash val="solid"/>
          </a:ln>
        </p:spPr>
      </p:sp>
      <p:sp>
        <p:nvSpPr>
          <p:cNvPr id="4" name="文本框 3"/>
          <p:cNvSpPr>
            <a:spLocks noGrp="1"/>
          </p:cNvSpPr>
          <p:nvPr/>
        </p:nvSpPr>
        <p:spPr>
          <a:xfrm>
            <a:off x="3745230" y="5800090"/>
            <a:ext cx="6461125" cy="5086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r">
              <a:lnSpc>
                <a:spcPct val="105000"/>
              </a:lnSpc>
              <a:buNone/>
              <a:defRPr sz="2325" b="1">
                <a:solidFill>
                  <a:srgbClr val="FAFC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00" b="1">
                <a:solidFill>
                  <a:srgbClr val="FAFCFF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rPr>
              <a:t>医者初心</a:t>
            </a:r>
            <a:endParaRPr sz="1400" b="1">
              <a:solidFill>
                <a:srgbClr val="FAFCFF"/>
              </a:solidFill>
              <a:latin typeface="微软雅黑" panose="020B0503020204020204" charset="-122"/>
              <a:ea typeface="微软雅黑" panose="020B0503020204020204" charset="-122"/>
              <a:cs typeface="Noto Sans CJK SC Medium"/>
            </a:endParaRPr>
          </a:p>
          <a:p>
            <a:pPr algn="r">
              <a:lnSpc>
                <a:spcPct val="105000"/>
              </a:lnSpc>
              <a:buNone/>
              <a:defRPr sz="2325" b="1">
                <a:solidFill>
                  <a:srgbClr val="FAFC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00" b="1">
                <a:solidFill>
                  <a:srgbClr val="FAFCFF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rPr>
              <a:t>构建宠物健康养护新生态</a:t>
            </a:r>
            <a:endParaRPr sz="1400" b="1">
              <a:solidFill>
                <a:srgbClr val="FAFCFF"/>
              </a:solidFill>
              <a:latin typeface="微软雅黑" panose="020B0503020204020204" charset="-122"/>
              <a:ea typeface="微软雅黑" panose="020B0503020204020204" charset="-122"/>
              <a:cs typeface="Noto Sans CJK S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097280" y="938657"/>
            <a:ext cx="9997440" cy="5618353"/>
            <a:chOff x="1755" y="1478"/>
            <a:chExt cx="15744" cy="8848"/>
          </a:xfrm>
        </p:grpSpPr>
        <p:sp>
          <p:nvSpPr>
            <p:cNvPr id="2" name="矩形 1"/>
            <p:cNvSpPr>
              <a:spLocks noGrp="1"/>
            </p:cNvSpPr>
            <p:nvPr/>
          </p:nvSpPr>
          <p:spPr>
            <a:xfrm>
              <a:off x="1755" y="1478"/>
              <a:ext cx="15744" cy="8848"/>
            </a:xfrm>
            <a:prstGeom prst="rect">
              <a:avLst/>
            </a:prstGeom>
            <a:solidFill>
              <a:srgbClr val="F1F7F8"/>
            </a:solidFill>
            <a:ln w="9525">
              <a:solidFill>
                <a:srgbClr val="F1F7F8"/>
              </a:solidFill>
              <a:prstDash val="solid"/>
            </a:ln>
          </p:spPr>
        </p:sp>
        <p:sp>
          <p:nvSpPr>
            <p:cNvPr id="3" name="文本框 2"/>
            <p:cNvSpPr>
              <a:spLocks noGrp="1"/>
            </p:cNvSpPr>
            <p:nvPr/>
          </p:nvSpPr>
          <p:spPr>
            <a:xfrm>
              <a:off x="2277" y="1844"/>
              <a:ext cx="2612" cy="5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l">
                <a:lnSpc>
                  <a:spcPct val="105000"/>
                </a:lnSpc>
                <a:buNone/>
                <a:defRPr sz="1230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1400" b="1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LOVE PET DAY</a:t>
              </a:r>
              <a:endParaRPr sz="1400" b="1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</p:txBody>
        </p:sp>
        <p:sp>
          <p:nvSpPr>
            <p:cNvPr id="4" name="文本框 4"/>
            <p:cNvSpPr>
              <a:spLocks noGrp="1"/>
            </p:cNvSpPr>
            <p:nvPr/>
          </p:nvSpPr>
          <p:spPr>
            <a:xfrm>
              <a:off x="7916" y="1804"/>
              <a:ext cx="2058" cy="5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l">
                <a:lnSpc>
                  <a:spcPct val="105000"/>
                </a:lnSpc>
                <a:buNone/>
                <a:defRPr sz="1230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1400" b="1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SINCE 2009</a:t>
              </a:r>
              <a:endParaRPr sz="1400" b="1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</p:txBody>
        </p:sp>
        <p:sp>
          <p:nvSpPr>
            <p:cNvPr id="5" name="圆角矩形 5"/>
            <p:cNvSpPr>
              <a:spLocks noGrp="1"/>
            </p:cNvSpPr>
            <p:nvPr/>
          </p:nvSpPr>
          <p:spPr>
            <a:xfrm>
              <a:off x="12098" y="1834"/>
              <a:ext cx="4715" cy="485"/>
            </a:xfrm>
            <a:prstGeom prst="roundRect">
              <a:avLst>
                <a:gd name="adj" fmla="val 24762"/>
              </a:avLst>
            </a:prstGeom>
            <a:solidFill>
              <a:srgbClr val="D0EAF2"/>
            </a:solidFill>
            <a:ln w="0">
              <a:noFill/>
              <a:prstDash val="solid"/>
            </a:ln>
          </p:spPr>
        </p:sp>
        <p:sp>
          <p:nvSpPr>
            <p:cNvPr id="6" name="文本框 6"/>
            <p:cNvSpPr>
              <a:spLocks noGrp="1"/>
            </p:cNvSpPr>
            <p:nvPr/>
          </p:nvSpPr>
          <p:spPr>
            <a:xfrm>
              <a:off x="12491" y="1853"/>
              <a:ext cx="4411" cy="43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l">
                <a:lnSpc>
                  <a:spcPct val="105000"/>
                </a:lnSpc>
                <a:buNone/>
                <a:defRPr sz="98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1090" b="1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兰多湾 × LU CAFE × FUR · 创始人</a:t>
              </a:r>
              <a:endParaRPr sz="1090" b="1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圆角矩形 7"/>
            <p:cNvSpPr>
              <a:spLocks noGrp="1"/>
            </p:cNvSpPr>
            <p:nvPr/>
          </p:nvSpPr>
          <p:spPr>
            <a:xfrm>
              <a:off x="2424" y="2852"/>
              <a:ext cx="7557" cy="7077"/>
            </a:xfrm>
            <a:prstGeom prst="roundRect">
              <a:avLst>
                <a:gd name="adj" fmla="val 1696"/>
              </a:avLst>
            </a:prstGeom>
            <a:solidFill>
              <a:srgbClr val="D0EAF2"/>
            </a:solidFill>
            <a:ln w="9525">
              <a:solidFill>
                <a:srgbClr val="D0EAF2"/>
              </a:solidFill>
              <a:prstDash val="solid"/>
            </a:ln>
          </p:spPr>
        </p:sp>
        <p:sp>
          <p:nvSpPr>
            <p:cNvPr id="8" name="圆角矩形 16"/>
            <p:cNvSpPr>
              <a:spLocks noGrp="1"/>
            </p:cNvSpPr>
            <p:nvPr/>
          </p:nvSpPr>
          <p:spPr>
            <a:xfrm>
              <a:off x="10225" y="8478"/>
              <a:ext cx="6589" cy="1451"/>
            </a:xfrm>
            <a:prstGeom prst="roundRect">
              <a:avLst>
                <a:gd name="adj" fmla="val 8268"/>
              </a:avLst>
            </a:prstGeom>
            <a:solidFill>
              <a:srgbClr val="D0EAF2"/>
            </a:solidFill>
            <a:ln w="9525">
              <a:solidFill>
                <a:srgbClr val="D0EAF2"/>
              </a:solidFill>
              <a:prstDash val="solid"/>
            </a:ln>
          </p:spPr>
        </p:sp>
        <p:sp>
          <p:nvSpPr>
            <p:cNvPr id="9" name="圆角矩形 18"/>
            <p:cNvSpPr>
              <a:spLocks noGrp="1"/>
            </p:cNvSpPr>
            <p:nvPr/>
          </p:nvSpPr>
          <p:spPr>
            <a:xfrm>
              <a:off x="10225" y="5631"/>
              <a:ext cx="3178" cy="2563"/>
            </a:xfrm>
            <a:prstGeom prst="roundRect">
              <a:avLst>
                <a:gd name="adj" fmla="val 4681"/>
              </a:avLst>
            </a:prstGeom>
            <a:noFill/>
            <a:ln w="0">
              <a:noFill/>
              <a:prstDash val="solid"/>
            </a:ln>
          </p:spPr>
        </p:sp>
        <p:sp>
          <p:nvSpPr>
            <p:cNvPr id="10" name="圆角矩形 19"/>
            <p:cNvSpPr>
              <a:spLocks noGrp="1"/>
            </p:cNvSpPr>
            <p:nvPr/>
          </p:nvSpPr>
          <p:spPr>
            <a:xfrm>
              <a:off x="13643" y="5631"/>
              <a:ext cx="3177" cy="2563"/>
            </a:xfrm>
            <a:prstGeom prst="roundRect">
              <a:avLst>
                <a:gd name="adj" fmla="val 4681"/>
              </a:avLst>
            </a:prstGeom>
            <a:solidFill>
              <a:srgbClr val="082B49"/>
            </a:solidFill>
            <a:ln w="9525">
              <a:solidFill>
                <a:srgbClr val="082B49"/>
              </a:solidFill>
              <a:prstDash val="solid"/>
            </a:ln>
          </p:spPr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/>
            <a:srcRect t="10" b="10"/>
            <a:stretch>
              <a:fillRect/>
            </a:stretch>
          </p:blipFill>
          <p:spPr>
            <a:xfrm>
              <a:off x="14303" y="6052"/>
              <a:ext cx="1856" cy="85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3"/>
            <a:srcRect t="164" b="164"/>
            <a:stretch>
              <a:fillRect/>
            </a:stretch>
          </p:blipFill>
          <p:spPr>
            <a:xfrm>
              <a:off x="14011" y="7132"/>
              <a:ext cx="2478" cy="166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/>
            <a:srcRect l="20" r="20"/>
            <a:stretch>
              <a:fillRect/>
            </a:stretch>
          </p:blipFill>
          <p:spPr>
            <a:xfrm>
              <a:off x="14011" y="7485"/>
              <a:ext cx="2478" cy="254"/>
            </a:xfrm>
            <a:prstGeom prst="rect">
              <a:avLst/>
            </a:prstGeom>
          </p:spPr>
        </p:pic>
        <p:sp>
          <p:nvSpPr>
            <p:cNvPr id="14" name="圆角矩形 14"/>
            <p:cNvSpPr>
              <a:spLocks noGrp="1"/>
            </p:cNvSpPr>
            <p:nvPr/>
          </p:nvSpPr>
          <p:spPr>
            <a:xfrm>
              <a:off x="13661" y="2852"/>
              <a:ext cx="3178" cy="2563"/>
            </a:xfrm>
            <a:prstGeom prst="roundRect">
              <a:avLst>
                <a:gd name="adj" fmla="val 4681"/>
              </a:avLst>
            </a:prstGeom>
            <a:noFill/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5" name="圆角矩形 17"/>
            <p:cNvSpPr>
              <a:spLocks noGrp="1"/>
            </p:cNvSpPr>
            <p:nvPr/>
          </p:nvSpPr>
          <p:spPr>
            <a:xfrm>
              <a:off x="10232" y="2852"/>
              <a:ext cx="3177" cy="2563"/>
            </a:xfrm>
            <a:prstGeom prst="roundRect">
              <a:avLst>
                <a:gd name="adj" fmla="val 4681"/>
              </a:avLst>
            </a:prstGeom>
            <a:solidFill>
              <a:srgbClr val="087FBD"/>
            </a:solidFill>
            <a:ln w="9525">
              <a:solidFill>
                <a:srgbClr val="D0EAF2"/>
              </a:solidFill>
              <a:prstDash val="solid"/>
            </a:ln>
          </p:spPr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5"/>
            <a:srcRect t="1" b="1"/>
            <a:stretch>
              <a:fillRect/>
            </a:stretch>
          </p:blipFill>
          <p:spPr>
            <a:xfrm>
              <a:off x="10574" y="3192"/>
              <a:ext cx="2478" cy="1932"/>
            </a:xfrm>
            <a:prstGeom prst="rect">
              <a:avLst/>
            </a:prstGeom>
          </p:spPr>
        </p:pic>
        <p:sp>
          <p:nvSpPr>
            <p:cNvPr id="45" name="Kimate circled colour correction 45"/>
            <p:cNvSpPr/>
            <p:nvPr/>
          </p:nvSpPr>
          <p:spPr>
            <a:xfrm>
              <a:off x="10574" y="3192"/>
              <a:ext cx="2478" cy="1932"/>
            </a:xfrm>
            <a:custGeom>
              <a:avLst/>
              <a:gdLst/>
              <a:ahLst/>
              <a:cxnLst/>
              <a:rect l="0" t="0" r="r" b="b"/>
              <a:pathLst>
                <a:path w="1000000" h="1000000" stroke="0" extrusionOk="0">
                  <a:moveTo>
                    <a:pt x="0" y="0"/>
                  </a:moveTo>
                  <a:lnTo>
                    <a:pt x="1000000" y="0"/>
                  </a:lnTo>
                  <a:lnTo>
                    <a:pt x="1000000" y="1061"/>
                  </a:lnTo>
                  <a:lnTo>
                    <a:pt x="0" y="1061"/>
                  </a:lnTo>
                  <a:close/>
                  <a:moveTo>
                    <a:pt x="0" y="1061"/>
                  </a:moveTo>
                  <a:lnTo>
                    <a:pt x="753756" y="1061"/>
                  </a:lnTo>
                  <a:lnTo>
                    <a:pt x="753756" y="2131"/>
                  </a:lnTo>
                  <a:lnTo>
                    <a:pt x="0" y="2131"/>
                  </a:lnTo>
                  <a:close/>
                  <a:moveTo>
                    <a:pt x="754591" y="1061"/>
                  </a:moveTo>
                  <a:lnTo>
                    <a:pt x="1000000" y="1061"/>
                  </a:lnTo>
                  <a:lnTo>
                    <a:pt x="1000000" y="3202"/>
                  </a:lnTo>
                  <a:lnTo>
                    <a:pt x="754591" y="3202"/>
                  </a:lnTo>
                  <a:close/>
                  <a:moveTo>
                    <a:pt x="0" y="2131"/>
                  </a:moveTo>
                  <a:lnTo>
                    <a:pt x="752922" y="2131"/>
                  </a:lnTo>
                  <a:lnTo>
                    <a:pt x="752922" y="5343"/>
                  </a:lnTo>
                  <a:lnTo>
                    <a:pt x="0" y="5343"/>
                  </a:lnTo>
                  <a:close/>
                  <a:moveTo>
                    <a:pt x="0" y="5343"/>
                  </a:moveTo>
                  <a:lnTo>
                    <a:pt x="752087" y="5343"/>
                  </a:lnTo>
                  <a:lnTo>
                    <a:pt x="752087" y="6414"/>
                  </a:lnTo>
                  <a:lnTo>
                    <a:pt x="0" y="6414"/>
                  </a:lnTo>
                  <a:close/>
                  <a:moveTo>
                    <a:pt x="0" y="6414"/>
                  </a:moveTo>
                  <a:lnTo>
                    <a:pt x="750417" y="6414"/>
                  </a:lnTo>
                  <a:lnTo>
                    <a:pt x="750417" y="9626"/>
                  </a:lnTo>
                  <a:lnTo>
                    <a:pt x="0" y="9626"/>
                  </a:lnTo>
                  <a:close/>
                  <a:moveTo>
                    <a:pt x="0" y="9626"/>
                  </a:moveTo>
                  <a:lnTo>
                    <a:pt x="749583" y="9626"/>
                  </a:lnTo>
                  <a:lnTo>
                    <a:pt x="749583" y="10697"/>
                  </a:lnTo>
                  <a:lnTo>
                    <a:pt x="0" y="10697"/>
                  </a:lnTo>
                  <a:close/>
                  <a:moveTo>
                    <a:pt x="0" y="10697"/>
                  </a:moveTo>
                  <a:lnTo>
                    <a:pt x="748748" y="10697"/>
                  </a:lnTo>
                  <a:lnTo>
                    <a:pt x="748748" y="11768"/>
                  </a:lnTo>
                  <a:lnTo>
                    <a:pt x="0" y="11768"/>
                  </a:lnTo>
                  <a:close/>
                  <a:moveTo>
                    <a:pt x="0" y="11768"/>
                  </a:moveTo>
                  <a:lnTo>
                    <a:pt x="747913" y="11768"/>
                  </a:lnTo>
                  <a:lnTo>
                    <a:pt x="747913" y="12838"/>
                  </a:lnTo>
                  <a:lnTo>
                    <a:pt x="0" y="12838"/>
                  </a:lnTo>
                  <a:close/>
                  <a:moveTo>
                    <a:pt x="0" y="12838"/>
                  </a:moveTo>
                  <a:lnTo>
                    <a:pt x="747078" y="12838"/>
                  </a:lnTo>
                  <a:lnTo>
                    <a:pt x="747078" y="13909"/>
                  </a:lnTo>
                  <a:lnTo>
                    <a:pt x="0" y="13909"/>
                  </a:lnTo>
                  <a:close/>
                  <a:moveTo>
                    <a:pt x="0" y="13909"/>
                  </a:moveTo>
                  <a:lnTo>
                    <a:pt x="745409" y="13909"/>
                  </a:lnTo>
                  <a:lnTo>
                    <a:pt x="745409" y="16050"/>
                  </a:lnTo>
                  <a:lnTo>
                    <a:pt x="0" y="16050"/>
                  </a:lnTo>
                  <a:close/>
                  <a:moveTo>
                    <a:pt x="0" y="16050"/>
                  </a:moveTo>
                  <a:lnTo>
                    <a:pt x="743740" y="16050"/>
                  </a:lnTo>
                  <a:lnTo>
                    <a:pt x="743740" y="17121"/>
                  </a:lnTo>
                  <a:lnTo>
                    <a:pt x="0" y="17121"/>
                  </a:lnTo>
                  <a:close/>
                  <a:moveTo>
                    <a:pt x="0" y="17121"/>
                  </a:moveTo>
                  <a:lnTo>
                    <a:pt x="742070" y="17121"/>
                  </a:lnTo>
                  <a:lnTo>
                    <a:pt x="742070" y="19262"/>
                  </a:lnTo>
                  <a:lnTo>
                    <a:pt x="0" y="19262"/>
                  </a:lnTo>
                  <a:close/>
                  <a:moveTo>
                    <a:pt x="0" y="19262"/>
                  </a:moveTo>
                  <a:lnTo>
                    <a:pt x="244574" y="19262"/>
                  </a:lnTo>
                  <a:lnTo>
                    <a:pt x="244574" y="20333"/>
                  </a:lnTo>
                  <a:lnTo>
                    <a:pt x="0" y="20333"/>
                  </a:lnTo>
                  <a:close/>
                  <a:moveTo>
                    <a:pt x="245409" y="19262"/>
                  </a:moveTo>
                  <a:lnTo>
                    <a:pt x="741235" y="19262"/>
                  </a:lnTo>
                  <a:lnTo>
                    <a:pt x="741235" y="20333"/>
                  </a:lnTo>
                  <a:lnTo>
                    <a:pt x="245409" y="20333"/>
                  </a:lnTo>
                  <a:close/>
                  <a:moveTo>
                    <a:pt x="0" y="20333"/>
                  </a:moveTo>
                  <a:lnTo>
                    <a:pt x="240401" y="20333"/>
                  </a:lnTo>
                  <a:lnTo>
                    <a:pt x="240401" y="21404"/>
                  </a:lnTo>
                  <a:lnTo>
                    <a:pt x="0" y="21404"/>
                  </a:lnTo>
                  <a:close/>
                  <a:moveTo>
                    <a:pt x="246244" y="20333"/>
                  </a:moveTo>
                  <a:lnTo>
                    <a:pt x="738731" y="20333"/>
                  </a:lnTo>
                  <a:lnTo>
                    <a:pt x="738731" y="21404"/>
                  </a:lnTo>
                  <a:lnTo>
                    <a:pt x="246244" y="21404"/>
                  </a:lnTo>
                  <a:close/>
                  <a:moveTo>
                    <a:pt x="755426" y="3202"/>
                  </a:moveTo>
                  <a:lnTo>
                    <a:pt x="1000000" y="3202"/>
                  </a:lnTo>
                  <a:lnTo>
                    <a:pt x="1000000" y="22474"/>
                  </a:lnTo>
                  <a:lnTo>
                    <a:pt x="755426" y="22474"/>
                  </a:lnTo>
                  <a:close/>
                  <a:moveTo>
                    <a:pt x="246244" y="21404"/>
                  </a:moveTo>
                  <a:lnTo>
                    <a:pt x="737062" y="21404"/>
                  </a:lnTo>
                  <a:lnTo>
                    <a:pt x="737062" y="22474"/>
                  </a:lnTo>
                  <a:lnTo>
                    <a:pt x="246244" y="22474"/>
                  </a:lnTo>
                  <a:close/>
                  <a:moveTo>
                    <a:pt x="0" y="21404"/>
                  </a:moveTo>
                  <a:lnTo>
                    <a:pt x="239566" y="21404"/>
                  </a:lnTo>
                  <a:lnTo>
                    <a:pt x="239566" y="22474"/>
                  </a:lnTo>
                  <a:lnTo>
                    <a:pt x="0" y="22474"/>
                  </a:lnTo>
                  <a:close/>
                  <a:moveTo>
                    <a:pt x="244574" y="22474"/>
                  </a:moveTo>
                  <a:lnTo>
                    <a:pt x="736227" y="22474"/>
                  </a:lnTo>
                  <a:lnTo>
                    <a:pt x="736227" y="23545"/>
                  </a:lnTo>
                  <a:lnTo>
                    <a:pt x="244574" y="23545"/>
                  </a:lnTo>
                  <a:close/>
                  <a:moveTo>
                    <a:pt x="0" y="22474"/>
                  </a:moveTo>
                  <a:lnTo>
                    <a:pt x="237896" y="22474"/>
                  </a:lnTo>
                  <a:lnTo>
                    <a:pt x="237896" y="23545"/>
                  </a:lnTo>
                  <a:lnTo>
                    <a:pt x="0" y="23545"/>
                  </a:lnTo>
                  <a:close/>
                  <a:moveTo>
                    <a:pt x="243740" y="23545"/>
                  </a:moveTo>
                  <a:lnTo>
                    <a:pt x="731219" y="23545"/>
                  </a:lnTo>
                  <a:lnTo>
                    <a:pt x="731219" y="24616"/>
                  </a:lnTo>
                  <a:lnTo>
                    <a:pt x="243740" y="24616"/>
                  </a:lnTo>
                  <a:close/>
                  <a:moveTo>
                    <a:pt x="0" y="23545"/>
                  </a:moveTo>
                  <a:lnTo>
                    <a:pt x="234558" y="23545"/>
                  </a:lnTo>
                  <a:lnTo>
                    <a:pt x="234558" y="24616"/>
                  </a:lnTo>
                  <a:lnTo>
                    <a:pt x="0" y="24616"/>
                  </a:lnTo>
                  <a:close/>
                  <a:moveTo>
                    <a:pt x="725376" y="24616"/>
                  </a:moveTo>
                  <a:lnTo>
                    <a:pt x="727880" y="24616"/>
                  </a:lnTo>
                  <a:lnTo>
                    <a:pt x="727880" y="25686"/>
                  </a:lnTo>
                  <a:lnTo>
                    <a:pt x="725376" y="25686"/>
                  </a:lnTo>
                  <a:close/>
                  <a:moveTo>
                    <a:pt x="0" y="24616"/>
                  </a:moveTo>
                  <a:lnTo>
                    <a:pt x="232888" y="24616"/>
                  </a:lnTo>
                  <a:lnTo>
                    <a:pt x="232888" y="25686"/>
                  </a:lnTo>
                  <a:lnTo>
                    <a:pt x="0" y="25686"/>
                  </a:lnTo>
                  <a:close/>
                  <a:moveTo>
                    <a:pt x="243740" y="24616"/>
                  </a:moveTo>
                  <a:lnTo>
                    <a:pt x="724541" y="24616"/>
                  </a:lnTo>
                  <a:lnTo>
                    <a:pt x="724541" y="25686"/>
                  </a:lnTo>
                  <a:lnTo>
                    <a:pt x="243740" y="25686"/>
                  </a:lnTo>
                  <a:close/>
                  <a:moveTo>
                    <a:pt x="0" y="25686"/>
                  </a:moveTo>
                  <a:lnTo>
                    <a:pt x="231219" y="25686"/>
                  </a:lnTo>
                  <a:lnTo>
                    <a:pt x="231219" y="26757"/>
                  </a:lnTo>
                  <a:lnTo>
                    <a:pt x="0" y="26757"/>
                  </a:lnTo>
                  <a:close/>
                  <a:moveTo>
                    <a:pt x="242905" y="25686"/>
                  </a:moveTo>
                  <a:lnTo>
                    <a:pt x="722037" y="25686"/>
                  </a:lnTo>
                  <a:lnTo>
                    <a:pt x="722037" y="26757"/>
                  </a:lnTo>
                  <a:lnTo>
                    <a:pt x="242905" y="26757"/>
                  </a:lnTo>
                  <a:close/>
                  <a:moveTo>
                    <a:pt x="242070" y="26757"/>
                  </a:moveTo>
                  <a:lnTo>
                    <a:pt x="717863" y="26757"/>
                  </a:lnTo>
                  <a:lnTo>
                    <a:pt x="717863" y="27828"/>
                  </a:lnTo>
                  <a:lnTo>
                    <a:pt x="242070" y="27828"/>
                  </a:lnTo>
                  <a:close/>
                  <a:moveTo>
                    <a:pt x="0" y="26757"/>
                  </a:moveTo>
                  <a:lnTo>
                    <a:pt x="228715" y="26757"/>
                  </a:lnTo>
                  <a:lnTo>
                    <a:pt x="228715" y="27828"/>
                  </a:lnTo>
                  <a:lnTo>
                    <a:pt x="0" y="27828"/>
                  </a:lnTo>
                  <a:close/>
                  <a:moveTo>
                    <a:pt x="754591" y="22474"/>
                  </a:moveTo>
                  <a:lnTo>
                    <a:pt x="1000000" y="22474"/>
                  </a:lnTo>
                  <a:lnTo>
                    <a:pt x="1000000" y="27828"/>
                  </a:lnTo>
                  <a:lnTo>
                    <a:pt x="754591" y="27828"/>
                  </a:lnTo>
                  <a:close/>
                  <a:moveTo>
                    <a:pt x="754591" y="27828"/>
                  </a:moveTo>
                  <a:lnTo>
                    <a:pt x="772955" y="27828"/>
                  </a:lnTo>
                  <a:lnTo>
                    <a:pt x="772955" y="28899"/>
                  </a:lnTo>
                  <a:lnTo>
                    <a:pt x="754591" y="28899"/>
                  </a:lnTo>
                  <a:close/>
                  <a:moveTo>
                    <a:pt x="775459" y="27828"/>
                  </a:moveTo>
                  <a:lnTo>
                    <a:pt x="1000000" y="27828"/>
                  </a:lnTo>
                  <a:lnTo>
                    <a:pt x="1000000" y="28899"/>
                  </a:lnTo>
                  <a:lnTo>
                    <a:pt x="775459" y="28899"/>
                  </a:lnTo>
                  <a:close/>
                  <a:moveTo>
                    <a:pt x="241235" y="27828"/>
                  </a:moveTo>
                  <a:lnTo>
                    <a:pt x="714524" y="27828"/>
                  </a:lnTo>
                  <a:lnTo>
                    <a:pt x="714524" y="28899"/>
                  </a:lnTo>
                  <a:lnTo>
                    <a:pt x="241235" y="28899"/>
                  </a:lnTo>
                  <a:close/>
                  <a:moveTo>
                    <a:pt x="0" y="27828"/>
                  </a:moveTo>
                  <a:lnTo>
                    <a:pt x="214524" y="27828"/>
                  </a:lnTo>
                  <a:lnTo>
                    <a:pt x="214524" y="28899"/>
                  </a:lnTo>
                  <a:lnTo>
                    <a:pt x="0" y="28899"/>
                  </a:lnTo>
                  <a:close/>
                  <a:moveTo>
                    <a:pt x="216194" y="27828"/>
                  </a:moveTo>
                  <a:lnTo>
                    <a:pt x="227880" y="27828"/>
                  </a:lnTo>
                  <a:lnTo>
                    <a:pt x="227880" y="28899"/>
                  </a:lnTo>
                  <a:lnTo>
                    <a:pt x="216194" y="28899"/>
                  </a:lnTo>
                  <a:close/>
                  <a:moveTo>
                    <a:pt x="0" y="28899"/>
                  </a:moveTo>
                  <a:lnTo>
                    <a:pt x="227045" y="28899"/>
                  </a:lnTo>
                  <a:lnTo>
                    <a:pt x="227045" y="29969"/>
                  </a:lnTo>
                  <a:lnTo>
                    <a:pt x="0" y="29969"/>
                  </a:lnTo>
                  <a:close/>
                  <a:moveTo>
                    <a:pt x="774624" y="28899"/>
                  </a:moveTo>
                  <a:lnTo>
                    <a:pt x="1000000" y="28899"/>
                  </a:lnTo>
                  <a:lnTo>
                    <a:pt x="1000000" y="29969"/>
                  </a:lnTo>
                  <a:lnTo>
                    <a:pt x="774624" y="29969"/>
                  </a:lnTo>
                  <a:close/>
                  <a:moveTo>
                    <a:pt x="754591" y="28899"/>
                  </a:moveTo>
                  <a:lnTo>
                    <a:pt x="772120" y="28899"/>
                  </a:lnTo>
                  <a:lnTo>
                    <a:pt x="772120" y="29969"/>
                  </a:lnTo>
                  <a:lnTo>
                    <a:pt x="754591" y="29969"/>
                  </a:lnTo>
                  <a:close/>
                  <a:moveTo>
                    <a:pt x="240401" y="28899"/>
                  </a:moveTo>
                  <a:lnTo>
                    <a:pt x="712855" y="28899"/>
                  </a:lnTo>
                  <a:lnTo>
                    <a:pt x="712855" y="29969"/>
                  </a:lnTo>
                  <a:lnTo>
                    <a:pt x="240401" y="29969"/>
                  </a:lnTo>
                  <a:close/>
                  <a:moveTo>
                    <a:pt x="754591" y="29969"/>
                  </a:moveTo>
                  <a:lnTo>
                    <a:pt x="771285" y="29969"/>
                  </a:lnTo>
                  <a:lnTo>
                    <a:pt x="771285" y="31040"/>
                  </a:lnTo>
                  <a:lnTo>
                    <a:pt x="754591" y="31040"/>
                  </a:lnTo>
                  <a:close/>
                  <a:moveTo>
                    <a:pt x="240401" y="29969"/>
                  </a:moveTo>
                  <a:lnTo>
                    <a:pt x="709516" y="29969"/>
                  </a:lnTo>
                  <a:lnTo>
                    <a:pt x="709516" y="31040"/>
                  </a:lnTo>
                  <a:lnTo>
                    <a:pt x="240401" y="31040"/>
                  </a:lnTo>
                  <a:close/>
                  <a:moveTo>
                    <a:pt x="0" y="29969"/>
                  </a:moveTo>
                  <a:lnTo>
                    <a:pt x="225376" y="29969"/>
                  </a:lnTo>
                  <a:lnTo>
                    <a:pt x="225376" y="31040"/>
                  </a:lnTo>
                  <a:lnTo>
                    <a:pt x="0" y="31040"/>
                  </a:lnTo>
                  <a:close/>
                  <a:moveTo>
                    <a:pt x="200334" y="31040"/>
                  </a:moveTo>
                  <a:lnTo>
                    <a:pt x="210351" y="31040"/>
                  </a:lnTo>
                  <a:lnTo>
                    <a:pt x="210351" y="32111"/>
                  </a:lnTo>
                  <a:lnTo>
                    <a:pt x="200334" y="32111"/>
                  </a:lnTo>
                  <a:close/>
                  <a:moveTo>
                    <a:pt x="212855" y="31040"/>
                  </a:moveTo>
                  <a:lnTo>
                    <a:pt x="222871" y="31040"/>
                  </a:lnTo>
                  <a:lnTo>
                    <a:pt x="222871" y="32111"/>
                  </a:lnTo>
                  <a:lnTo>
                    <a:pt x="212855" y="32111"/>
                  </a:lnTo>
                  <a:close/>
                  <a:moveTo>
                    <a:pt x="239566" y="31040"/>
                  </a:moveTo>
                  <a:lnTo>
                    <a:pt x="706177" y="31040"/>
                  </a:lnTo>
                  <a:lnTo>
                    <a:pt x="706177" y="32111"/>
                  </a:lnTo>
                  <a:lnTo>
                    <a:pt x="239566" y="32111"/>
                  </a:lnTo>
                  <a:close/>
                  <a:moveTo>
                    <a:pt x="0" y="31040"/>
                  </a:moveTo>
                  <a:lnTo>
                    <a:pt x="198664" y="31040"/>
                  </a:lnTo>
                  <a:lnTo>
                    <a:pt x="198664" y="32111"/>
                  </a:lnTo>
                  <a:lnTo>
                    <a:pt x="0" y="32111"/>
                  </a:lnTo>
                  <a:close/>
                  <a:moveTo>
                    <a:pt x="753756" y="31040"/>
                  </a:moveTo>
                  <a:lnTo>
                    <a:pt x="770451" y="31040"/>
                  </a:lnTo>
                  <a:lnTo>
                    <a:pt x="770451" y="32111"/>
                  </a:lnTo>
                  <a:lnTo>
                    <a:pt x="753756" y="32111"/>
                  </a:lnTo>
                  <a:close/>
                  <a:moveTo>
                    <a:pt x="0" y="32111"/>
                  </a:moveTo>
                  <a:lnTo>
                    <a:pt x="222037" y="32111"/>
                  </a:lnTo>
                  <a:lnTo>
                    <a:pt x="222037" y="33181"/>
                  </a:lnTo>
                  <a:lnTo>
                    <a:pt x="0" y="33181"/>
                  </a:lnTo>
                  <a:close/>
                  <a:moveTo>
                    <a:pt x="753756" y="32111"/>
                  </a:moveTo>
                  <a:lnTo>
                    <a:pt x="769616" y="32111"/>
                  </a:lnTo>
                  <a:lnTo>
                    <a:pt x="769616" y="33181"/>
                  </a:lnTo>
                  <a:lnTo>
                    <a:pt x="753756" y="33181"/>
                  </a:lnTo>
                  <a:close/>
                  <a:moveTo>
                    <a:pt x="238731" y="32111"/>
                  </a:moveTo>
                  <a:lnTo>
                    <a:pt x="705342" y="32111"/>
                  </a:lnTo>
                  <a:lnTo>
                    <a:pt x="705342" y="33181"/>
                  </a:lnTo>
                  <a:lnTo>
                    <a:pt x="238731" y="33181"/>
                  </a:lnTo>
                  <a:close/>
                  <a:moveTo>
                    <a:pt x="0" y="33181"/>
                  </a:moveTo>
                  <a:lnTo>
                    <a:pt x="221202" y="33181"/>
                  </a:lnTo>
                  <a:lnTo>
                    <a:pt x="221202" y="34252"/>
                  </a:lnTo>
                  <a:lnTo>
                    <a:pt x="0" y="34252"/>
                  </a:lnTo>
                  <a:close/>
                  <a:moveTo>
                    <a:pt x="773790" y="29969"/>
                  </a:moveTo>
                  <a:lnTo>
                    <a:pt x="1000000" y="29969"/>
                  </a:lnTo>
                  <a:lnTo>
                    <a:pt x="1000000" y="34252"/>
                  </a:lnTo>
                  <a:lnTo>
                    <a:pt x="773790" y="34252"/>
                  </a:lnTo>
                  <a:close/>
                  <a:moveTo>
                    <a:pt x="237896" y="33181"/>
                  </a:moveTo>
                  <a:lnTo>
                    <a:pt x="702838" y="33181"/>
                  </a:lnTo>
                  <a:lnTo>
                    <a:pt x="702838" y="34252"/>
                  </a:lnTo>
                  <a:lnTo>
                    <a:pt x="237896" y="34252"/>
                  </a:lnTo>
                  <a:close/>
                  <a:moveTo>
                    <a:pt x="752922" y="33181"/>
                  </a:moveTo>
                  <a:lnTo>
                    <a:pt x="769616" y="33181"/>
                  </a:lnTo>
                  <a:lnTo>
                    <a:pt x="769616" y="34252"/>
                  </a:lnTo>
                  <a:lnTo>
                    <a:pt x="752922" y="34252"/>
                  </a:lnTo>
                  <a:close/>
                  <a:moveTo>
                    <a:pt x="752087" y="34252"/>
                  </a:moveTo>
                  <a:lnTo>
                    <a:pt x="767947" y="34252"/>
                  </a:lnTo>
                  <a:lnTo>
                    <a:pt x="767947" y="35323"/>
                  </a:lnTo>
                  <a:lnTo>
                    <a:pt x="752087" y="35323"/>
                  </a:lnTo>
                  <a:close/>
                  <a:moveTo>
                    <a:pt x="208681" y="34252"/>
                  </a:moveTo>
                  <a:lnTo>
                    <a:pt x="218698" y="34252"/>
                  </a:lnTo>
                  <a:lnTo>
                    <a:pt x="218698" y="35323"/>
                  </a:lnTo>
                  <a:lnTo>
                    <a:pt x="208681" y="35323"/>
                  </a:lnTo>
                  <a:close/>
                  <a:moveTo>
                    <a:pt x="196160" y="34252"/>
                  </a:moveTo>
                  <a:lnTo>
                    <a:pt x="206177" y="34252"/>
                  </a:lnTo>
                  <a:lnTo>
                    <a:pt x="206177" y="35323"/>
                  </a:lnTo>
                  <a:lnTo>
                    <a:pt x="196160" y="35323"/>
                  </a:lnTo>
                  <a:close/>
                  <a:moveTo>
                    <a:pt x="237896" y="34252"/>
                  </a:moveTo>
                  <a:lnTo>
                    <a:pt x="698664" y="34252"/>
                  </a:lnTo>
                  <a:lnTo>
                    <a:pt x="698664" y="35323"/>
                  </a:lnTo>
                  <a:lnTo>
                    <a:pt x="237896" y="35323"/>
                  </a:lnTo>
                  <a:close/>
                  <a:moveTo>
                    <a:pt x="0" y="34252"/>
                  </a:moveTo>
                  <a:lnTo>
                    <a:pt x="195326" y="34252"/>
                  </a:lnTo>
                  <a:lnTo>
                    <a:pt x="195326" y="35323"/>
                  </a:lnTo>
                  <a:lnTo>
                    <a:pt x="0" y="35323"/>
                  </a:lnTo>
                  <a:close/>
                  <a:moveTo>
                    <a:pt x="772955" y="34252"/>
                  </a:moveTo>
                  <a:lnTo>
                    <a:pt x="1000000" y="34252"/>
                  </a:lnTo>
                  <a:lnTo>
                    <a:pt x="1000000" y="35323"/>
                  </a:lnTo>
                  <a:lnTo>
                    <a:pt x="772955" y="35323"/>
                  </a:lnTo>
                  <a:close/>
                  <a:moveTo>
                    <a:pt x="207846" y="35323"/>
                  </a:moveTo>
                  <a:lnTo>
                    <a:pt x="217863" y="35323"/>
                  </a:lnTo>
                  <a:lnTo>
                    <a:pt x="217863" y="36393"/>
                  </a:lnTo>
                  <a:lnTo>
                    <a:pt x="207846" y="36393"/>
                  </a:lnTo>
                  <a:close/>
                  <a:moveTo>
                    <a:pt x="237896" y="35323"/>
                  </a:moveTo>
                  <a:lnTo>
                    <a:pt x="696995" y="35323"/>
                  </a:lnTo>
                  <a:lnTo>
                    <a:pt x="696995" y="36393"/>
                  </a:lnTo>
                  <a:lnTo>
                    <a:pt x="237896" y="36393"/>
                  </a:lnTo>
                  <a:close/>
                  <a:moveTo>
                    <a:pt x="772120" y="35323"/>
                  </a:moveTo>
                  <a:lnTo>
                    <a:pt x="1000000" y="35323"/>
                  </a:lnTo>
                  <a:lnTo>
                    <a:pt x="1000000" y="36393"/>
                  </a:lnTo>
                  <a:lnTo>
                    <a:pt x="772120" y="36393"/>
                  </a:lnTo>
                  <a:close/>
                  <a:moveTo>
                    <a:pt x="0" y="35323"/>
                  </a:moveTo>
                  <a:lnTo>
                    <a:pt x="206177" y="35323"/>
                  </a:lnTo>
                  <a:lnTo>
                    <a:pt x="206177" y="36393"/>
                  </a:lnTo>
                  <a:lnTo>
                    <a:pt x="0" y="36393"/>
                  </a:lnTo>
                  <a:close/>
                  <a:moveTo>
                    <a:pt x="752087" y="35323"/>
                  </a:moveTo>
                  <a:lnTo>
                    <a:pt x="767112" y="35323"/>
                  </a:lnTo>
                  <a:lnTo>
                    <a:pt x="767112" y="37464"/>
                  </a:lnTo>
                  <a:lnTo>
                    <a:pt x="752087" y="37464"/>
                  </a:lnTo>
                  <a:close/>
                  <a:moveTo>
                    <a:pt x="0" y="36393"/>
                  </a:moveTo>
                  <a:lnTo>
                    <a:pt x="204508" y="36393"/>
                  </a:lnTo>
                  <a:lnTo>
                    <a:pt x="204508" y="37464"/>
                  </a:lnTo>
                  <a:lnTo>
                    <a:pt x="0" y="37464"/>
                  </a:lnTo>
                  <a:close/>
                  <a:moveTo>
                    <a:pt x="237062" y="36393"/>
                  </a:moveTo>
                  <a:lnTo>
                    <a:pt x="695326" y="36393"/>
                  </a:lnTo>
                  <a:lnTo>
                    <a:pt x="695326" y="37464"/>
                  </a:lnTo>
                  <a:lnTo>
                    <a:pt x="237062" y="37464"/>
                  </a:lnTo>
                  <a:close/>
                  <a:moveTo>
                    <a:pt x="205342" y="36393"/>
                  </a:moveTo>
                  <a:lnTo>
                    <a:pt x="217028" y="36393"/>
                  </a:lnTo>
                  <a:lnTo>
                    <a:pt x="217028" y="37464"/>
                  </a:lnTo>
                  <a:lnTo>
                    <a:pt x="205342" y="37464"/>
                  </a:lnTo>
                  <a:close/>
                  <a:moveTo>
                    <a:pt x="752087" y="37464"/>
                  </a:moveTo>
                  <a:lnTo>
                    <a:pt x="765442" y="37464"/>
                  </a:lnTo>
                  <a:lnTo>
                    <a:pt x="765442" y="38535"/>
                  </a:lnTo>
                  <a:lnTo>
                    <a:pt x="752087" y="38535"/>
                  </a:lnTo>
                  <a:close/>
                  <a:moveTo>
                    <a:pt x="191987" y="37464"/>
                  </a:moveTo>
                  <a:lnTo>
                    <a:pt x="202838" y="37464"/>
                  </a:lnTo>
                  <a:lnTo>
                    <a:pt x="202838" y="38535"/>
                  </a:lnTo>
                  <a:lnTo>
                    <a:pt x="191987" y="38535"/>
                  </a:lnTo>
                  <a:close/>
                  <a:moveTo>
                    <a:pt x="205342" y="37464"/>
                  </a:moveTo>
                  <a:lnTo>
                    <a:pt x="215359" y="37464"/>
                  </a:lnTo>
                  <a:lnTo>
                    <a:pt x="215359" y="38535"/>
                  </a:lnTo>
                  <a:lnTo>
                    <a:pt x="205342" y="38535"/>
                  </a:lnTo>
                  <a:close/>
                  <a:moveTo>
                    <a:pt x="236227" y="37464"/>
                  </a:moveTo>
                  <a:lnTo>
                    <a:pt x="691152" y="37464"/>
                  </a:lnTo>
                  <a:lnTo>
                    <a:pt x="691152" y="38535"/>
                  </a:lnTo>
                  <a:lnTo>
                    <a:pt x="236227" y="38535"/>
                  </a:lnTo>
                  <a:close/>
                  <a:moveTo>
                    <a:pt x="0" y="37464"/>
                  </a:moveTo>
                  <a:lnTo>
                    <a:pt x="190317" y="37464"/>
                  </a:lnTo>
                  <a:lnTo>
                    <a:pt x="190317" y="39605"/>
                  </a:lnTo>
                  <a:lnTo>
                    <a:pt x="0" y="39605"/>
                  </a:lnTo>
                  <a:close/>
                  <a:moveTo>
                    <a:pt x="204508" y="38535"/>
                  </a:moveTo>
                  <a:lnTo>
                    <a:pt x="214524" y="38535"/>
                  </a:lnTo>
                  <a:lnTo>
                    <a:pt x="214524" y="39605"/>
                  </a:lnTo>
                  <a:lnTo>
                    <a:pt x="204508" y="39605"/>
                  </a:lnTo>
                  <a:close/>
                  <a:moveTo>
                    <a:pt x="191987" y="38535"/>
                  </a:moveTo>
                  <a:lnTo>
                    <a:pt x="201169" y="38535"/>
                  </a:lnTo>
                  <a:lnTo>
                    <a:pt x="201169" y="39605"/>
                  </a:lnTo>
                  <a:lnTo>
                    <a:pt x="191987" y="39605"/>
                  </a:lnTo>
                  <a:close/>
                  <a:moveTo>
                    <a:pt x="235392" y="38535"/>
                  </a:moveTo>
                  <a:lnTo>
                    <a:pt x="689482" y="38535"/>
                  </a:lnTo>
                  <a:lnTo>
                    <a:pt x="689482" y="39605"/>
                  </a:lnTo>
                  <a:lnTo>
                    <a:pt x="235392" y="39605"/>
                  </a:lnTo>
                  <a:close/>
                  <a:moveTo>
                    <a:pt x="0" y="39605"/>
                  </a:moveTo>
                  <a:lnTo>
                    <a:pt x="201169" y="39605"/>
                  </a:lnTo>
                  <a:lnTo>
                    <a:pt x="201169" y="40676"/>
                  </a:lnTo>
                  <a:lnTo>
                    <a:pt x="0" y="40676"/>
                  </a:lnTo>
                  <a:close/>
                  <a:moveTo>
                    <a:pt x="202838" y="39605"/>
                  </a:moveTo>
                  <a:lnTo>
                    <a:pt x="213689" y="39605"/>
                  </a:lnTo>
                  <a:lnTo>
                    <a:pt x="213689" y="40676"/>
                  </a:lnTo>
                  <a:lnTo>
                    <a:pt x="202838" y="40676"/>
                  </a:lnTo>
                  <a:close/>
                  <a:moveTo>
                    <a:pt x="771285" y="36393"/>
                  </a:moveTo>
                  <a:lnTo>
                    <a:pt x="1000000" y="36393"/>
                  </a:lnTo>
                  <a:lnTo>
                    <a:pt x="1000000" y="40676"/>
                  </a:lnTo>
                  <a:lnTo>
                    <a:pt x="771285" y="40676"/>
                  </a:lnTo>
                  <a:close/>
                  <a:moveTo>
                    <a:pt x="751252" y="38535"/>
                  </a:moveTo>
                  <a:lnTo>
                    <a:pt x="764608" y="38535"/>
                  </a:lnTo>
                  <a:lnTo>
                    <a:pt x="764608" y="40676"/>
                  </a:lnTo>
                  <a:lnTo>
                    <a:pt x="751252" y="40676"/>
                  </a:lnTo>
                  <a:close/>
                  <a:moveTo>
                    <a:pt x="235392" y="39605"/>
                  </a:moveTo>
                  <a:lnTo>
                    <a:pt x="688648" y="39605"/>
                  </a:lnTo>
                  <a:lnTo>
                    <a:pt x="688648" y="40676"/>
                  </a:lnTo>
                  <a:lnTo>
                    <a:pt x="235392" y="40676"/>
                  </a:lnTo>
                  <a:close/>
                  <a:moveTo>
                    <a:pt x="202003" y="40676"/>
                  </a:moveTo>
                  <a:lnTo>
                    <a:pt x="212855" y="40676"/>
                  </a:lnTo>
                  <a:lnTo>
                    <a:pt x="212855" y="41747"/>
                  </a:lnTo>
                  <a:lnTo>
                    <a:pt x="202003" y="41747"/>
                  </a:lnTo>
                  <a:close/>
                  <a:moveTo>
                    <a:pt x="750417" y="40676"/>
                  </a:moveTo>
                  <a:lnTo>
                    <a:pt x="763773" y="40676"/>
                  </a:lnTo>
                  <a:lnTo>
                    <a:pt x="763773" y="41747"/>
                  </a:lnTo>
                  <a:lnTo>
                    <a:pt x="750417" y="41747"/>
                  </a:lnTo>
                  <a:close/>
                  <a:moveTo>
                    <a:pt x="0" y="40676"/>
                  </a:moveTo>
                  <a:lnTo>
                    <a:pt x="186978" y="40676"/>
                  </a:lnTo>
                  <a:lnTo>
                    <a:pt x="186978" y="41747"/>
                  </a:lnTo>
                  <a:lnTo>
                    <a:pt x="0" y="41747"/>
                  </a:lnTo>
                  <a:close/>
                  <a:moveTo>
                    <a:pt x="235392" y="40676"/>
                  </a:moveTo>
                  <a:lnTo>
                    <a:pt x="684474" y="40676"/>
                  </a:lnTo>
                  <a:lnTo>
                    <a:pt x="684474" y="41747"/>
                  </a:lnTo>
                  <a:lnTo>
                    <a:pt x="235392" y="41747"/>
                  </a:lnTo>
                  <a:close/>
                  <a:moveTo>
                    <a:pt x="188648" y="40676"/>
                  </a:moveTo>
                  <a:lnTo>
                    <a:pt x="199499" y="40676"/>
                  </a:lnTo>
                  <a:lnTo>
                    <a:pt x="199499" y="41747"/>
                  </a:lnTo>
                  <a:lnTo>
                    <a:pt x="188648" y="41747"/>
                  </a:lnTo>
                  <a:close/>
                  <a:moveTo>
                    <a:pt x="202003" y="41747"/>
                  </a:moveTo>
                  <a:lnTo>
                    <a:pt x="211185" y="41747"/>
                  </a:lnTo>
                  <a:lnTo>
                    <a:pt x="211185" y="42817"/>
                  </a:lnTo>
                  <a:lnTo>
                    <a:pt x="202003" y="42817"/>
                  </a:lnTo>
                  <a:close/>
                  <a:moveTo>
                    <a:pt x="234558" y="41747"/>
                  </a:moveTo>
                  <a:lnTo>
                    <a:pt x="681135" y="41747"/>
                  </a:lnTo>
                  <a:lnTo>
                    <a:pt x="681135" y="42817"/>
                  </a:lnTo>
                  <a:lnTo>
                    <a:pt x="234558" y="42817"/>
                  </a:lnTo>
                  <a:close/>
                  <a:moveTo>
                    <a:pt x="770451" y="40676"/>
                  </a:moveTo>
                  <a:lnTo>
                    <a:pt x="1000000" y="40676"/>
                  </a:lnTo>
                  <a:lnTo>
                    <a:pt x="1000000" y="42817"/>
                  </a:lnTo>
                  <a:lnTo>
                    <a:pt x="770451" y="42817"/>
                  </a:lnTo>
                  <a:close/>
                  <a:moveTo>
                    <a:pt x="749583" y="41747"/>
                  </a:moveTo>
                  <a:lnTo>
                    <a:pt x="762938" y="41747"/>
                  </a:lnTo>
                  <a:lnTo>
                    <a:pt x="762938" y="42817"/>
                  </a:lnTo>
                  <a:lnTo>
                    <a:pt x="749583" y="42817"/>
                  </a:lnTo>
                  <a:close/>
                  <a:moveTo>
                    <a:pt x="188648" y="41747"/>
                  </a:moveTo>
                  <a:lnTo>
                    <a:pt x="198664" y="41747"/>
                  </a:lnTo>
                  <a:lnTo>
                    <a:pt x="198664" y="42817"/>
                  </a:lnTo>
                  <a:lnTo>
                    <a:pt x="188648" y="42817"/>
                  </a:lnTo>
                  <a:close/>
                  <a:moveTo>
                    <a:pt x="200334" y="42817"/>
                  </a:moveTo>
                  <a:lnTo>
                    <a:pt x="211185" y="42817"/>
                  </a:lnTo>
                  <a:lnTo>
                    <a:pt x="211185" y="43888"/>
                  </a:lnTo>
                  <a:lnTo>
                    <a:pt x="200334" y="43888"/>
                  </a:lnTo>
                  <a:close/>
                  <a:moveTo>
                    <a:pt x="769616" y="42817"/>
                  </a:moveTo>
                  <a:lnTo>
                    <a:pt x="1000000" y="42817"/>
                  </a:lnTo>
                  <a:lnTo>
                    <a:pt x="1000000" y="43888"/>
                  </a:lnTo>
                  <a:lnTo>
                    <a:pt x="769616" y="43888"/>
                  </a:lnTo>
                  <a:close/>
                  <a:moveTo>
                    <a:pt x="749583" y="42817"/>
                  </a:moveTo>
                  <a:lnTo>
                    <a:pt x="762104" y="42817"/>
                  </a:lnTo>
                  <a:lnTo>
                    <a:pt x="762104" y="43888"/>
                  </a:lnTo>
                  <a:lnTo>
                    <a:pt x="749583" y="43888"/>
                  </a:lnTo>
                  <a:close/>
                  <a:moveTo>
                    <a:pt x="233723" y="42817"/>
                  </a:moveTo>
                  <a:lnTo>
                    <a:pt x="680301" y="42817"/>
                  </a:lnTo>
                  <a:lnTo>
                    <a:pt x="680301" y="43888"/>
                  </a:lnTo>
                  <a:lnTo>
                    <a:pt x="233723" y="43888"/>
                  </a:lnTo>
                  <a:close/>
                  <a:moveTo>
                    <a:pt x="0" y="41747"/>
                  </a:moveTo>
                  <a:lnTo>
                    <a:pt x="186144" y="41747"/>
                  </a:lnTo>
                  <a:lnTo>
                    <a:pt x="186144" y="43888"/>
                  </a:lnTo>
                  <a:lnTo>
                    <a:pt x="0" y="43888"/>
                  </a:lnTo>
                  <a:close/>
                  <a:moveTo>
                    <a:pt x="187813" y="42817"/>
                  </a:moveTo>
                  <a:lnTo>
                    <a:pt x="197830" y="42817"/>
                  </a:lnTo>
                  <a:lnTo>
                    <a:pt x="197830" y="43888"/>
                  </a:lnTo>
                  <a:lnTo>
                    <a:pt x="187813" y="43888"/>
                  </a:lnTo>
                  <a:close/>
                  <a:moveTo>
                    <a:pt x="0" y="43888"/>
                  </a:moveTo>
                  <a:lnTo>
                    <a:pt x="184474" y="43888"/>
                  </a:lnTo>
                  <a:lnTo>
                    <a:pt x="184474" y="44959"/>
                  </a:lnTo>
                  <a:lnTo>
                    <a:pt x="0" y="44959"/>
                  </a:lnTo>
                  <a:close/>
                  <a:moveTo>
                    <a:pt x="198664" y="43888"/>
                  </a:moveTo>
                  <a:lnTo>
                    <a:pt x="209516" y="43888"/>
                  </a:lnTo>
                  <a:lnTo>
                    <a:pt x="209516" y="44959"/>
                  </a:lnTo>
                  <a:lnTo>
                    <a:pt x="198664" y="44959"/>
                  </a:lnTo>
                  <a:close/>
                  <a:moveTo>
                    <a:pt x="232888" y="43888"/>
                  </a:moveTo>
                  <a:lnTo>
                    <a:pt x="678631" y="43888"/>
                  </a:lnTo>
                  <a:lnTo>
                    <a:pt x="678631" y="44959"/>
                  </a:lnTo>
                  <a:lnTo>
                    <a:pt x="232888" y="44959"/>
                  </a:lnTo>
                  <a:close/>
                  <a:moveTo>
                    <a:pt x="186144" y="43888"/>
                  </a:moveTo>
                  <a:lnTo>
                    <a:pt x="196160" y="43888"/>
                  </a:lnTo>
                  <a:lnTo>
                    <a:pt x="196160" y="44959"/>
                  </a:lnTo>
                  <a:lnTo>
                    <a:pt x="186144" y="44959"/>
                  </a:lnTo>
                  <a:close/>
                  <a:moveTo>
                    <a:pt x="749583" y="43888"/>
                  </a:moveTo>
                  <a:lnTo>
                    <a:pt x="761269" y="43888"/>
                  </a:lnTo>
                  <a:lnTo>
                    <a:pt x="761269" y="44959"/>
                  </a:lnTo>
                  <a:lnTo>
                    <a:pt x="749583" y="44959"/>
                  </a:lnTo>
                  <a:close/>
                  <a:moveTo>
                    <a:pt x="185309" y="44959"/>
                  </a:moveTo>
                  <a:lnTo>
                    <a:pt x="195326" y="44959"/>
                  </a:lnTo>
                  <a:lnTo>
                    <a:pt x="195326" y="46029"/>
                  </a:lnTo>
                  <a:lnTo>
                    <a:pt x="185309" y="46029"/>
                  </a:lnTo>
                  <a:close/>
                  <a:moveTo>
                    <a:pt x="197830" y="44959"/>
                  </a:moveTo>
                  <a:lnTo>
                    <a:pt x="208681" y="44959"/>
                  </a:lnTo>
                  <a:lnTo>
                    <a:pt x="208681" y="46029"/>
                  </a:lnTo>
                  <a:lnTo>
                    <a:pt x="197830" y="46029"/>
                  </a:lnTo>
                  <a:close/>
                  <a:moveTo>
                    <a:pt x="232888" y="44959"/>
                  </a:moveTo>
                  <a:lnTo>
                    <a:pt x="676127" y="44959"/>
                  </a:lnTo>
                  <a:lnTo>
                    <a:pt x="676127" y="46029"/>
                  </a:lnTo>
                  <a:lnTo>
                    <a:pt x="232888" y="46029"/>
                  </a:lnTo>
                  <a:close/>
                  <a:moveTo>
                    <a:pt x="0" y="44959"/>
                  </a:moveTo>
                  <a:lnTo>
                    <a:pt x="182805" y="44959"/>
                  </a:lnTo>
                  <a:lnTo>
                    <a:pt x="182805" y="46029"/>
                  </a:lnTo>
                  <a:lnTo>
                    <a:pt x="0" y="46029"/>
                  </a:lnTo>
                  <a:close/>
                  <a:moveTo>
                    <a:pt x="748748" y="44959"/>
                  </a:moveTo>
                  <a:lnTo>
                    <a:pt x="761269" y="44959"/>
                  </a:lnTo>
                  <a:lnTo>
                    <a:pt x="761269" y="46029"/>
                  </a:lnTo>
                  <a:lnTo>
                    <a:pt x="748748" y="46029"/>
                  </a:lnTo>
                  <a:close/>
                  <a:moveTo>
                    <a:pt x="747913" y="46029"/>
                  </a:moveTo>
                  <a:lnTo>
                    <a:pt x="760434" y="46029"/>
                  </a:lnTo>
                  <a:lnTo>
                    <a:pt x="760434" y="47100"/>
                  </a:lnTo>
                  <a:lnTo>
                    <a:pt x="747913" y="47100"/>
                  </a:lnTo>
                  <a:close/>
                  <a:moveTo>
                    <a:pt x="184474" y="46029"/>
                  </a:moveTo>
                  <a:lnTo>
                    <a:pt x="195326" y="46029"/>
                  </a:lnTo>
                  <a:lnTo>
                    <a:pt x="195326" y="47100"/>
                  </a:lnTo>
                  <a:lnTo>
                    <a:pt x="184474" y="47100"/>
                  </a:lnTo>
                  <a:close/>
                  <a:moveTo>
                    <a:pt x="232053" y="46029"/>
                  </a:moveTo>
                  <a:lnTo>
                    <a:pt x="675292" y="46029"/>
                  </a:lnTo>
                  <a:lnTo>
                    <a:pt x="675292" y="47100"/>
                  </a:lnTo>
                  <a:lnTo>
                    <a:pt x="232053" y="47100"/>
                  </a:lnTo>
                  <a:close/>
                  <a:moveTo>
                    <a:pt x="0" y="46029"/>
                  </a:moveTo>
                  <a:lnTo>
                    <a:pt x="181970" y="46029"/>
                  </a:lnTo>
                  <a:lnTo>
                    <a:pt x="181970" y="47100"/>
                  </a:lnTo>
                  <a:lnTo>
                    <a:pt x="0" y="47100"/>
                  </a:lnTo>
                  <a:close/>
                  <a:moveTo>
                    <a:pt x="196995" y="46029"/>
                  </a:moveTo>
                  <a:lnTo>
                    <a:pt x="207846" y="46029"/>
                  </a:lnTo>
                  <a:lnTo>
                    <a:pt x="207846" y="47100"/>
                  </a:lnTo>
                  <a:lnTo>
                    <a:pt x="196995" y="47100"/>
                  </a:lnTo>
                  <a:close/>
                  <a:moveTo>
                    <a:pt x="768781" y="43888"/>
                  </a:moveTo>
                  <a:lnTo>
                    <a:pt x="1000000" y="43888"/>
                  </a:lnTo>
                  <a:lnTo>
                    <a:pt x="1000000" y="48171"/>
                  </a:lnTo>
                  <a:lnTo>
                    <a:pt x="768781" y="48171"/>
                  </a:lnTo>
                  <a:close/>
                  <a:moveTo>
                    <a:pt x="183639" y="47100"/>
                  </a:moveTo>
                  <a:lnTo>
                    <a:pt x="193656" y="47100"/>
                  </a:lnTo>
                  <a:lnTo>
                    <a:pt x="193656" y="48171"/>
                  </a:lnTo>
                  <a:lnTo>
                    <a:pt x="183639" y="48171"/>
                  </a:lnTo>
                  <a:close/>
                  <a:moveTo>
                    <a:pt x="747078" y="47100"/>
                  </a:moveTo>
                  <a:lnTo>
                    <a:pt x="759599" y="47100"/>
                  </a:lnTo>
                  <a:lnTo>
                    <a:pt x="759599" y="48171"/>
                  </a:lnTo>
                  <a:lnTo>
                    <a:pt x="747078" y="48171"/>
                  </a:lnTo>
                  <a:close/>
                  <a:moveTo>
                    <a:pt x="196160" y="47100"/>
                  </a:moveTo>
                  <a:lnTo>
                    <a:pt x="207012" y="47100"/>
                  </a:lnTo>
                  <a:lnTo>
                    <a:pt x="207012" y="48171"/>
                  </a:lnTo>
                  <a:lnTo>
                    <a:pt x="196160" y="48171"/>
                  </a:lnTo>
                  <a:close/>
                  <a:moveTo>
                    <a:pt x="232053" y="47100"/>
                  </a:moveTo>
                  <a:lnTo>
                    <a:pt x="673623" y="47100"/>
                  </a:lnTo>
                  <a:lnTo>
                    <a:pt x="673623" y="48171"/>
                  </a:lnTo>
                  <a:lnTo>
                    <a:pt x="232053" y="48171"/>
                  </a:lnTo>
                  <a:close/>
                  <a:moveTo>
                    <a:pt x="0" y="47100"/>
                  </a:moveTo>
                  <a:lnTo>
                    <a:pt x="181135" y="47100"/>
                  </a:lnTo>
                  <a:lnTo>
                    <a:pt x="181135" y="48171"/>
                  </a:lnTo>
                  <a:lnTo>
                    <a:pt x="0" y="48171"/>
                  </a:lnTo>
                  <a:close/>
                  <a:moveTo>
                    <a:pt x="747078" y="48171"/>
                  </a:moveTo>
                  <a:lnTo>
                    <a:pt x="758765" y="48171"/>
                  </a:lnTo>
                  <a:lnTo>
                    <a:pt x="758765" y="49242"/>
                  </a:lnTo>
                  <a:lnTo>
                    <a:pt x="747078" y="49242"/>
                  </a:lnTo>
                  <a:close/>
                  <a:moveTo>
                    <a:pt x="0" y="48171"/>
                  </a:moveTo>
                  <a:lnTo>
                    <a:pt x="180301" y="48171"/>
                  </a:lnTo>
                  <a:lnTo>
                    <a:pt x="180301" y="49242"/>
                  </a:lnTo>
                  <a:lnTo>
                    <a:pt x="0" y="49242"/>
                  </a:lnTo>
                  <a:close/>
                  <a:moveTo>
                    <a:pt x="182805" y="48171"/>
                  </a:moveTo>
                  <a:lnTo>
                    <a:pt x="191987" y="48171"/>
                  </a:lnTo>
                  <a:lnTo>
                    <a:pt x="191987" y="49242"/>
                  </a:lnTo>
                  <a:lnTo>
                    <a:pt x="182805" y="49242"/>
                  </a:lnTo>
                  <a:close/>
                  <a:moveTo>
                    <a:pt x="232053" y="48171"/>
                  </a:moveTo>
                  <a:lnTo>
                    <a:pt x="670284" y="48171"/>
                  </a:lnTo>
                  <a:lnTo>
                    <a:pt x="670284" y="49242"/>
                  </a:lnTo>
                  <a:lnTo>
                    <a:pt x="232053" y="49242"/>
                  </a:lnTo>
                  <a:close/>
                  <a:moveTo>
                    <a:pt x="195326" y="48171"/>
                  </a:moveTo>
                  <a:lnTo>
                    <a:pt x="206177" y="48171"/>
                  </a:lnTo>
                  <a:lnTo>
                    <a:pt x="206177" y="49242"/>
                  </a:lnTo>
                  <a:lnTo>
                    <a:pt x="195326" y="49242"/>
                  </a:lnTo>
                  <a:close/>
                  <a:moveTo>
                    <a:pt x="232053" y="49242"/>
                  </a:moveTo>
                  <a:lnTo>
                    <a:pt x="669449" y="49242"/>
                  </a:lnTo>
                  <a:lnTo>
                    <a:pt x="669449" y="50312"/>
                  </a:lnTo>
                  <a:lnTo>
                    <a:pt x="232053" y="50312"/>
                  </a:lnTo>
                  <a:close/>
                  <a:moveTo>
                    <a:pt x="0" y="49242"/>
                  </a:moveTo>
                  <a:lnTo>
                    <a:pt x="179466" y="49242"/>
                  </a:lnTo>
                  <a:lnTo>
                    <a:pt x="179466" y="50312"/>
                  </a:lnTo>
                  <a:lnTo>
                    <a:pt x="0" y="50312"/>
                  </a:lnTo>
                  <a:close/>
                  <a:moveTo>
                    <a:pt x="194491" y="49242"/>
                  </a:moveTo>
                  <a:lnTo>
                    <a:pt x="205342" y="49242"/>
                  </a:lnTo>
                  <a:lnTo>
                    <a:pt x="205342" y="50312"/>
                  </a:lnTo>
                  <a:lnTo>
                    <a:pt x="194491" y="50312"/>
                  </a:lnTo>
                  <a:close/>
                  <a:moveTo>
                    <a:pt x="181970" y="49242"/>
                  </a:moveTo>
                  <a:lnTo>
                    <a:pt x="191152" y="49242"/>
                  </a:lnTo>
                  <a:lnTo>
                    <a:pt x="191152" y="50312"/>
                  </a:lnTo>
                  <a:lnTo>
                    <a:pt x="181970" y="50312"/>
                  </a:lnTo>
                  <a:close/>
                  <a:moveTo>
                    <a:pt x="746244" y="49242"/>
                  </a:moveTo>
                  <a:lnTo>
                    <a:pt x="758765" y="49242"/>
                  </a:lnTo>
                  <a:lnTo>
                    <a:pt x="758765" y="50312"/>
                  </a:lnTo>
                  <a:lnTo>
                    <a:pt x="746244" y="50312"/>
                  </a:lnTo>
                  <a:close/>
                  <a:moveTo>
                    <a:pt x="192821" y="50312"/>
                  </a:moveTo>
                  <a:lnTo>
                    <a:pt x="204508" y="50312"/>
                  </a:lnTo>
                  <a:lnTo>
                    <a:pt x="204508" y="51383"/>
                  </a:lnTo>
                  <a:lnTo>
                    <a:pt x="192821" y="51383"/>
                  </a:lnTo>
                  <a:close/>
                  <a:moveTo>
                    <a:pt x="0" y="50312"/>
                  </a:moveTo>
                  <a:lnTo>
                    <a:pt x="178631" y="50312"/>
                  </a:lnTo>
                  <a:lnTo>
                    <a:pt x="178631" y="51383"/>
                  </a:lnTo>
                  <a:lnTo>
                    <a:pt x="0" y="51383"/>
                  </a:lnTo>
                  <a:close/>
                  <a:moveTo>
                    <a:pt x="745409" y="50312"/>
                  </a:moveTo>
                  <a:lnTo>
                    <a:pt x="757930" y="50312"/>
                  </a:lnTo>
                  <a:lnTo>
                    <a:pt x="757930" y="51383"/>
                  </a:lnTo>
                  <a:lnTo>
                    <a:pt x="745409" y="51383"/>
                  </a:lnTo>
                  <a:close/>
                  <a:moveTo>
                    <a:pt x="230384" y="50312"/>
                  </a:moveTo>
                  <a:lnTo>
                    <a:pt x="667780" y="50312"/>
                  </a:lnTo>
                  <a:lnTo>
                    <a:pt x="667780" y="51383"/>
                  </a:lnTo>
                  <a:lnTo>
                    <a:pt x="230384" y="51383"/>
                  </a:lnTo>
                  <a:close/>
                  <a:moveTo>
                    <a:pt x="180301" y="50312"/>
                  </a:moveTo>
                  <a:lnTo>
                    <a:pt x="190317" y="50312"/>
                  </a:lnTo>
                  <a:lnTo>
                    <a:pt x="190317" y="51383"/>
                  </a:lnTo>
                  <a:lnTo>
                    <a:pt x="180301" y="51383"/>
                  </a:lnTo>
                  <a:close/>
                  <a:moveTo>
                    <a:pt x="230384" y="51383"/>
                  </a:moveTo>
                  <a:lnTo>
                    <a:pt x="665275" y="51383"/>
                  </a:lnTo>
                  <a:lnTo>
                    <a:pt x="665275" y="52454"/>
                  </a:lnTo>
                  <a:lnTo>
                    <a:pt x="230384" y="52454"/>
                  </a:lnTo>
                  <a:close/>
                  <a:moveTo>
                    <a:pt x="767947" y="48171"/>
                  </a:moveTo>
                  <a:lnTo>
                    <a:pt x="1000000" y="48171"/>
                  </a:lnTo>
                  <a:lnTo>
                    <a:pt x="1000000" y="52454"/>
                  </a:lnTo>
                  <a:lnTo>
                    <a:pt x="767947" y="52454"/>
                  </a:lnTo>
                  <a:close/>
                  <a:moveTo>
                    <a:pt x="191987" y="51383"/>
                  </a:moveTo>
                  <a:lnTo>
                    <a:pt x="203673" y="51383"/>
                  </a:lnTo>
                  <a:lnTo>
                    <a:pt x="203673" y="52454"/>
                  </a:lnTo>
                  <a:lnTo>
                    <a:pt x="191987" y="52454"/>
                  </a:lnTo>
                  <a:close/>
                  <a:moveTo>
                    <a:pt x="179466" y="51383"/>
                  </a:moveTo>
                  <a:lnTo>
                    <a:pt x="189482" y="51383"/>
                  </a:lnTo>
                  <a:lnTo>
                    <a:pt x="189482" y="52454"/>
                  </a:lnTo>
                  <a:lnTo>
                    <a:pt x="179466" y="52454"/>
                  </a:lnTo>
                  <a:close/>
                  <a:moveTo>
                    <a:pt x="0" y="51383"/>
                  </a:moveTo>
                  <a:lnTo>
                    <a:pt x="176962" y="51383"/>
                  </a:lnTo>
                  <a:lnTo>
                    <a:pt x="176962" y="52454"/>
                  </a:lnTo>
                  <a:lnTo>
                    <a:pt x="0" y="52454"/>
                  </a:lnTo>
                  <a:close/>
                  <a:moveTo>
                    <a:pt x="229549" y="52454"/>
                  </a:moveTo>
                  <a:lnTo>
                    <a:pt x="663606" y="52454"/>
                  </a:lnTo>
                  <a:lnTo>
                    <a:pt x="663606" y="53524"/>
                  </a:lnTo>
                  <a:lnTo>
                    <a:pt x="229549" y="53524"/>
                  </a:lnTo>
                  <a:close/>
                  <a:moveTo>
                    <a:pt x="191987" y="52454"/>
                  </a:moveTo>
                  <a:lnTo>
                    <a:pt x="202838" y="52454"/>
                  </a:lnTo>
                  <a:lnTo>
                    <a:pt x="202838" y="53524"/>
                  </a:lnTo>
                  <a:lnTo>
                    <a:pt x="191987" y="53524"/>
                  </a:lnTo>
                  <a:close/>
                  <a:moveTo>
                    <a:pt x="744574" y="51383"/>
                  </a:moveTo>
                  <a:lnTo>
                    <a:pt x="756260" y="51383"/>
                  </a:lnTo>
                  <a:lnTo>
                    <a:pt x="756260" y="53524"/>
                  </a:lnTo>
                  <a:lnTo>
                    <a:pt x="744574" y="53524"/>
                  </a:lnTo>
                  <a:close/>
                  <a:moveTo>
                    <a:pt x="178631" y="52454"/>
                  </a:moveTo>
                  <a:lnTo>
                    <a:pt x="188648" y="52454"/>
                  </a:lnTo>
                  <a:lnTo>
                    <a:pt x="188648" y="53524"/>
                  </a:lnTo>
                  <a:lnTo>
                    <a:pt x="178631" y="53524"/>
                  </a:lnTo>
                  <a:close/>
                  <a:moveTo>
                    <a:pt x="177796" y="53524"/>
                  </a:moveTo>
                  <a:lnTo>
                    <a:pt x="187813" y="53524"/>
                  </a:lnTo>
                  <a:lnTo>
                    <a:pt x="187813" y="54595"/>
                  </a:lnTo>
                  <a:lnTo>
                    <a:pt x="177796" y="54595"/>
                  </a:lnTo>
                  <a:close/>
                  <a:moveTo>
                    <a:pt x="0" y="52454"/>
                  </a:moveTo>
                  <a:lnTo>
                    <a:pt x="176127" y="52454"/>
                  </a:lnTo>
                  <a:lnTo>
                    <a:pt x="176127" y="54595"/>
                  </a:lnTo>
                  <a:lnTo>
                    <a:pt x="0" y="54595"/>
                  </a:lnTo>
                  <a:close/>
                  <a:moveTo>
                    <a:pt x="190317" y="53524"/>
                  </a:moveTo>
                  <a:lnTo>
                    <a:pt x="202003" y="53524"/>
                  </a:lnTo>
                  <a:lnTo>
                    <a:pt x="202003" y="54595"/>
                  </a:lnTo>
                  <a:lnTo>
                    <a:pt x="190317" y="54595"/>
                  </a:lnTo>
                  <a:close/>
                  <a:moveTo>
                    <a:pt x="229549" y="53524"/>
                  </a:moveTo>
                  <a:lnTo>
                    <a:pt x="662771" y="53524"/>
                  </a:lnTo>
                  <a:lnTo>
                    <a:pt x="662771" y="54595"/>
                  </a:lnTo>
                  <a:lnTo>
                    <a:pt x="229549" y="54595"/>
                  </a:lnTo>
                  <a:close/>
                  <a:moveTo>
                    <a:pt x="767112" y="52454"/>
                  </a:moveTo>
                  <a:lnTo>
                    <a:pt x="1000000" y="52454"/>
                  </a:lnTo>
                  <a:lnTo>
                    <a:pt x="1000000" y="54595"/>
                  </a:lnTo>
                  <a:lnTo>
                    <a:pt x="767112" y="54595"/>
                  </a:lnTo>
                  <a:close/>
                  <a:moveTo>
                    <a:pt x="743740" y="53524"/>
                  </a:moveTo>
                  <a:lnTo>
                    <a:pt x="755426" y="53524"/>
                  </a:lnTo>
                  <a:lnTo>
                    <a:pt x="755426" y="54595"/>
                  </a:lnTo>
                  <a:lnTo>
                    <a:pt x="743740" y="54595"/>
                  </a:lnTo>
                  <a:close/>
                  <a:moveTo>
                    <a:pt x="189482" y="54595"/>
                  </a:moveTo>
                  <a:lnTo>
                    <a:pt x="201169" y="54595"/>
                  </a:lnTo>
                  <a:lnTo>
                    <a:pt x="201169" y="55666"/>
                  </a:lnTo>
                  <a:lnTo>
                    <a:pt x="189482" y="55666"/>
                  </a:lnTo>
                  <a:close/>
                  <a:moveTo>
                    <a:pt x="237896" y="54595"/>
                  </a:moveTo>
                  <a:lnTo>
                    <a:pt x="660267" y="54595"/>
                  </a:lnTo>
                  <a:lnTo>
                    <a:pt x="660267" y="55666"/>
                  </a:lnTo>
                  <a:lnTo>
                    <a:pt x="237896" y="55666"/>
                  </a:lnTo>
                  <a:close/>
                  <a:moveTo>
                    <a:pt x="176962" y="54595"/>
                  </a:moveTo>
                  <a:lnTo>
                    <a:pt x="186978" y="54595"/>
                  </a:lnTo>
                  <a:lnTo>
                    <a:pt x="186978" y="55666"/>
                  </a:lnTo>
                  <a:lnTo>
                    <a:pt x="176962" y="55666"/>
                  </a:lnTo>
                  <a:close/>
                  <a:moveTo>
                    <a:pt x="0" y="54595"/>
                  </a:moveTo>
                  <a:lnTo>
                    <a:pt x="174457" y="54595"/>
                  </a:lnTo>
                  <a:lnTo>
                    <a:pt x="174457" y="55666"/>
                  </a:lnTo>
                  <a:lnTo>
                    <a:pt x="0" y="55666"/>
                  </a:lnTo>
                  <a:close/>
                  <a:moveTo>
                    <a:pt x="742905" y="54595"/>
                  </a:moveTo>
                  <a:lnTo>
                    <a:pt x="755426" y="54595"/>
                  </a:lnTo>
                  <a:lnTo>
                    <a:pt x="755426" y="55666"/>
                  </a:lnTo>
                  <a:lnTo>
                    <a:pt x="742905" y="55666"/>
                  </a:lnTo>
                  <a:close/>
                  <a:moveTo>
                    <a:pt x="176127" y="55666"/>
                  </a:moveTo>
                  <a:lnTo>
                    <a:pt x="186144" y="55666"/>
                  </a:lnTo>
                  <a:lnTo>
                    <a:pt x="186144" y="56736"/>
                  </a:lnTo>
                  <a:lnTo>
                    <a:pt x="176127" y="56736"/>
                  </a:lnTo>
                  <a:close/>
                  <a:moveTo>
                    <a:pt x="742905" y="55666"/>
                  </a:moveTo>
                  <a:lnTo>
                    <a:pt x="753756" y="55666"/>
                  </a:lnTo>
                  <a:lnTo>
                    <a:pt x="753756" y="56736"/>
                  </a:lnTo>
                  <a:lnTo>
                    <a:pt x="742905" y="56736"/>
                  </a:lnTo>
                  <a:close/>
                  <a:moveTo>
                    <a:pt x="237896" y="55666"/>
                  </a:moveTo>
                  <a:lnTo>
                    <a:pt x="658598" y="55666"/>
                  </a:lnTo>
                  <a:lnTo>
                    <a:pt x="658598" y="56736"/>
                  </a:lnTo>
                  <a:lnTo>
                    <a:pt x="237896" y="56736"/>
                  </a:lnTo>
                  <a:close/>
                  <a:moveTo>
                    <a:pt x="229549" y="54595"/>
                  </a:moveTo>
                  <a:lnTo>
                    <a:pt x="236227" y="54595"/>
                  </a:lnTo>
                  <a:lnTo>
                    <a:pt x="236227" y="56736"/>
                  </a:lnTo>
                  <a:lnTo>
                    <a:pt x="229549" y="56736"/>
                  </a:lnTo>
                  <a:close/>
                  <a:moveTo>
                    <a:pt x="189482" y="55666"/>
                  </a:moveTo>
                  <a:lnTo>
                    <a:pt x="199499" y="55666"/>
                  </a:lnTo>
                  <a:lnTo>
                    <a:pt x="199499" y="56736"/>
                  </a:lnTo>
                  <a:lnTo>
                    <a:pt x="189482" y="56736"/>
                  </a:lnTo>
                  <a:close/>
                  <a:moveTo>
                    <a:pt x="766277" y="54595"/>
                  </a:moveTo>
                  <a:lnTo>
                    <a:pt x="1000000" y="54595"/>
                  </a:lnTo>
                  <a:lnTo>
                    <a:pt x="1000000" y="57807"/>
                  </a:lnTo>
                  <a:lnTo>
                    <a:pt x="766277" y="57807"/>
                  </a:lnTo>
                  <a:close/>
                  <a:moveTo>
                    <a:pt x="237062" y="56736"/>
                  </a:moveTo>
                  <a:lnTo>
                    <a:pt x="657763" y="56736"/>
                  </a:lnTo>
                  <a:lnTo>
                    <a:pt x="657763" y="57807"/>
                  </a:lnTo>
                  <a:lnTo>
                    <a:pt x="237062" y="57807"/>
                  </a:lnTo>
                  <a:close/>
                  <a:moveTo>
                    <a:pt x="228715" y="56736"/>
                  </a:moveTo>
                  <a:lnTo>
                    <a:pt x="236227" y="56736"/>
                  </a:lnTo>
                  <a:lnTo>
                    <a:pt x="236227" y="57807"/>
                  </a:lnTo>
                  <a:lnTo>
                    <a:pt x="228715" y="57807"/>
                  </a:lnTo>
                  <a:close/>
                  <a:moveTo>
                    <a:pt x="741235" y="56736"/>
                  </a:moveTo>
                  <a:lnTo>
                    <a:pt x="753756" y="56736"/>
                  </a:lnTo>
                  <a:lnTo>
                    <a:pt x="753756" y="57807"/>
                  </a:lnTo>
                  <a:lnTo>
                    <a:pt x="741235" y="57807"/>
                  </a:lnTo>
                  <a:close/>
                  <a:moveTo>
                    <a:pt x="175292" y="56736"/>
                  </a:moveTo>
                  <a:lnTo>
                    <a:pt x="185309" y="56736"/>
                  </a:lnTo>
                  <a:lnTo>
                    <a:pt x="185309" y="57807"/>
                  </a:lnTo>
                  <a:lnTo>
                    <a:pt x="175292" y="57807"/>
                  </a:lnTo>
                  <a:close/>
                  <a:moveTo>
                    <a:pt x="188648" y="56736"/>
                  </a:moveTo>
                  <a:lnTo>
                    <a:pt x="199499" y="56736"/>
                  </a:lnTo>
                  <a:lnTo>
                    <a:pt x="199499" y="57807"/>
                  </a:lnTo>
                  <a:lnTo>
                    <a:pt x="188648" y="57807"/>
                  </a:lnTo>
                  <a:close/>
                  <a:moveTo>
                    <a:pt x="0" y="55666"/>
                  </a:moveTo>
                  <a:lnTo>
                    <a:pt x="173623" y="55666"/>
                  </a:lnTo>
                  <a:lnTo>
                    <a:pt x="173623" y="57807"/>
                  </a:lnTo>
                  <a:lnTo>
                    <a:pt x="0" y="57807"/>
                  </a:lnTo>
                  <a:close/>
                  <a:moveTo>
                    <a:pt x="227880" y="57807"/>
                  </a:moveTo>
                  <a:lnTo>
                    <a:pt x="656093" y="57807"/>
                  </a:lnTo>
                  <a:lnTo>
                    <a:pt x="656093" y="58878"/>
                  </a:lnTo>
                  <a:lnTo>
                    <a:pt x="227880" y="58878"/>
                  </a:lnTo>
                  <a:close/>
                  <a:moveTo>
                    <a:pt x="174457" y="57807"/>
                  </a:moveTo>
                  <a:lnTo>
                    <a:pt x="184474" y="57807"/>
                  </a:lnTo>
                  <a:lnTo>
                    <a:pt x="184474" y="58878"/>
                  </a:lnTo>
                  <a:lnTo>
                    <a:pt x="174457" y="58878"/>
                  </a:lnTo>
                  <a:close/>
                  <a:moveTo>
                    <a:pt x="741235" y="57807"/>
                  </a:moveTo>
                  <a:lnTo>
                    <a:pt x="752922" y="57807"/>
                  </a:lnTo>
                  <a:lnTo>
                    <a:pt x="752922" y="58878"/>
                  </a:lnTo>
                  <a:lnTo>
                    <a:pt x="741235" y="58878"/>
                  </a:lnTo>
                  <a:close/>
                  <a:moveTo>
                    <a:pt x="186978" y="57807"/>
                  </a:moveTo>
                  <a:lnTo>
                    <a:pt x="198664" y="57807"/>
                  </a:lnTo>
                  <a:lnTo>
                    <a:pt x="198664" y="58878"/>
                  </a:lnTo>
                  <a:lnTo>
                    <a:pt x="186978" y="58878"/>
                  </a:lnTo>
                  <a:close/>
                  <a:moveTo>
                    <a:pt x="0" y="57807"/>
                  </a:moveTo>
                  <a:lnTo>
                    <a:pt x="172788" y="57807"/>
                  </a:lnTo>
                  <a:lnTo>
                    <a:pt x="172788" y="58878"/>
                  </a:lnTo>
                  <a:lnTo>
                    <a:pt x="0" y="58878"/>
                  </a:lnTo>
                  <a:close/>
                  <a:moveTo>
                    <a:pt x="227880" y="58878"/>
                  </a:moveTo>
                  <a:lnTo>
                    <a:pt x="653589" y="58878"/>
                  </a:lnTo>
                  <a:lnTo>
                    <a:pt x="653589" y="59948"/>
                  </a:lnTo>
                  <a:lnTo>
                    <a:pt x="227880" y="59948"/>
                  </a:lnTo>
                  <a:close/>
                  <a:moveTo>
                    <a:pt x="173623" y="58878"/>
                  </a:moveTo>
                  <a:lnTo>
                    <a:pt x="183639" y="58878"/>
                  </a:lnTo>
                  <a:lnTo>
                    <a:pt x="183639" y="59948"/>
                  </a:lnTo>
                  <a:lnTo>
                    <a:pt x="173623" y="59948"/>
                  </a:lnTo>
                  <a:close/>
                  <a:moveTo>
                    <a:pt x="186978" y="58878"/>
                  </a:moveTo>
                  <a:lnTo>
                    <a:pt x="197830" y="58878"/>
                  </a:lnTo>
                  <a:lnTo>
                    <a:pt x="197830" y="59948"/>
                  </a:lnTo>
                  <a:lnTo>
                    <a:pt x="186978" y="59948"/>
                  </a:lnTo>
                  <a:close/>
                  <a:moveTo>
                    <a:pt x="740401" y="58878"/>
                  </a:moveTo>
                  <a:lnTo>
                    <a:pt x="752922" y="58878"/>
                  </a:lnTo>
                  <a:lnTo>
                    <a:pt x="752922" y="59948"/>
                  </a:lnTo>
                  <a:lnTo>
                    <a:pt x="740401" y="59948"/>
                  </a:lnTo>
                  <a:close/>
                  <a:moveTo>
                    <a:pt x="739566" y="59948"/>
                  </a:moveTo>
                  <a:lnTo>
                    <a:pt x="752087" y="59948"/>
                  </a:lnTo>
                  <a:lnTo>
                    <a:pt x="752087" y="61019"/>
                  </a:lnTo>
                  <a:lnTo>
                    <a:pt x="739566" y="61019"/>
                  </a:lnTo>
                  <a:close/>
                  <a:moveTo>
                    <a:pt x="186144" y="59948"/>
                  </a:moveTo>
                  <a:lnTo>
                    <a:pt x="196995" y="59948"/>
                  </a:lnTo>
                  <a:lnTo>
                    <a:pt x="196995" y="61019"/>
                  </a:lnTo>
                  <a:lnTo>
                    <a:pt x="186144" y="61019"/>
                  </a:lnTo>
                  <a:close/>
                  <a:moveTo>
                    <a:pt x="227045" y="59948"/>
                  </a:moveTo>
                  <a:lnTo>
                    <a:pt x="652755" y="59948"/>
                  </a:lnTo>
                  <a:lnTo>
                    <a:pt x="652755" y="61019"/>
                  </a:lnTo>
                  <a:lnTo>
                    <a:pt x="227045" y="61019"/>
                  </a:lnTo>
                  <a:close/>
                  <a:moveTo>
                    <a:pt x="172788" y="59948"/>
                  </a:moveTo>
                  <a:lnTo>
                    <a:pt x="182805" y="59948"/>
                  </a:lnTo>
                  <a:lnTo>
                    <a:pt x="182805" y="61019"/>
                  </a:lnTo>
                  <a:lnTo>
                    <a:pt x="172788" y="61019"/>
                  </a:lnTo>
                  <a:close/>
                  <a:moveTo>
                    <a:pt x="0" y="58878"/>
                  </a:moveTo>
                  <a:lnTo>
                    <a:pt x="171119" y="58878"/>
                  </a:lnTo>
                  <a:lnTo>
                    <a:pt x="171119" y="62090"/>
                  </a:lnTo>
                  <a:lnTo>
                    <a:pt x="0" y="62090"/>
                  </a:lnTo>
                  <a:close/>
                  <a:moveTo>
                    <a:pt x="171953" y="61019"/>
                  </a:moveTo>
                  <a:lnTo>
                    <a:pt x="181970" y="61019"/>
                  </a:lnTo>
                  <a:lnTo>
                    <a:pt x="181970" y="62090"/>
                  </a:lnTo>
                  <a:lnTo>
                    <a:pt x="171953" y="62090"/>
                  </a:lnTo>
                  <a:close/>
                  <a:moveTo>
                    <a:pt x="227045" y="61019"/>
                  </a:moveTo>
                  <a:lnTo>
                    <a:pt x="233723" y="61019"/>
                  </a:lnTo>
                  <a:lnTo>
                    <a:pt x="233723" y="62090"/>
                  </a:lnTo>
                  <a:lnTo>
                    <a:pt x="227045" y="62090"/>
                  </a:lnTo>
                  <a:close/>
                  <a:moveTo>
                    <a:pt x="184474" y="61019"/>
                  </a:moveTo>
                  <a:lnTo>
                    <a:pt x="196160" y="61019"/>
                  </a:lnTo>
                  <a:lnTo>
                    <a:pt x="196160" y="62090"/>
                  </a:lnTo>
                  <a:lnTo>
                    <a:pt x="184474" y="62090"/>
                  </a:lnTo>
                  <a:close/>
                  <a:moveTo>
                    <a:pt x="234558" y="61019"/>
                  </a:moveTo>
                  <a:lnTo>
                    <a:pt x="651920" y="61019"/>
                  </a:lnTo>
                  <a:lnTo>
                    <a:pt x="651920" y="62090"/>
                  </a:lnTo>
                  <a:lnTo>
                    <a:pt x="234558" y="62090"/>
                  </a:lnTo>
                  <a:close/>
                  <a:moveTo>
                    <a:pt x="738731" y="61019"/>
                  </a:moveTo>
                  <a:lnTo>
                    <a:pt x="751252" y="61019"/>
                  </a:lnTo>
                  <a:lnTo>
                    <a:pt x="751252" y="62090"/>
                  </a:lnTo>
                  <a:lnTo>
                    <a:pt x="738731" y="62090"/>
                  </a:lnTo>
                  <a:close/>
                  <a:moveTo>
                    <a:pt x="737896" y="62090"/>
                  </a:moveTo>
                  <a:lnTo>
                    <a:pt x="751252" y="62090"/>
                  </a:lnTo>
                  <a:lnTo>
                    <a:pt x="751252" y="63160"/>
                  </a:lnTo>
                  <a:lnTo>
                    <a:pt x="737896" y="63160"/>
                  </a:lnTo>
                  <a:close/>
                  <a:moveTo>
                    <a:pt x="0" y="62090"/>
                  </a:moveTo>
                  <a:lnTo>
                    <a:pt x="181135" y="62090"/>
                  </a:lnTo>
                  <a:lnTo>
                    <a:pt x="181135" y="63160"/>
                  </a:lnTo>
                  <a:lnTo>
                    <a:pt x="0" y="63160"/>
                  </a:lnTo>
                  <a:close/>
                  <a:moveTo>
                    <a:pt x="183639" y="62090"/>
                  </a:moveTo>
                  <a:lnTo>
                    <a:pt x="195326" y="62090"/>
                  </a:lnTo>
                  <a:lnTo>
                    <a:pt x="195326" y="64231"/>
                  </a:lnTo>
                  <a:lnTo>
                    <a:pt x="183639" y="64231"/>
                  </a:lnTo>
                  <a:close/>
                  <a:moveTo>
                    <a:pt x="227045" y="62090"/>
                  </a:moveTo>
                  <a:lnTo>
                    <a:pt x="650250" y="62090"/>
                  </a:lnTo>
                  <a:lnTo>
                    <a:pt x="650250" y="64231"/>
                  </a:lnTo>
                  <a:lnTo>
                    <a:pt x="227045" y="64231"/>
                  </a:lnTo>
                  <a:close/>
                  <a:moveTo>
                    <a:pt x="170284" y="63160"/>
                  </a:moveTo>
                  <a:lnTo>
                    <a:pt x="181135" y="63160"/>
                  </a:lnTo>
                  <a:lnTo>
                    <a:pt x="181135" y="64231"/>
                  </a:lnTo>
                  <a:lnTo>
                    <a:pt x="170284" y="64231"/>
                  </a:lnTo>
                  <a:close/>
                  <a:moveTo>
                    <a:pt x="737062" y="63160"/>
                  </a:moveTo>
                  <a:lnTo>
                    <a:pt x="750417" y="63160"/>
                  </a:lnTo>
                  <a:lnTo>
                    <a:pt x="750417" y="64231"/>
                  </a:lnTo>
                  <a:lnTo>
                    <a:pt x="737062" y="64231"/>
                  </a:lnTo>
                  <a:close/>
                  <a:moveTo>
                    <a:pt x="170284" y="64231"/>
                  </a:moveTo>
                  <a:lnTo>
                    <a:pt x="179466" y="64231"/>
                  </a:lnTo>
                  <a:lnTo>
                    <a:pt x="179466" y="65302"/>
                  </a:lnTo>
                  <a:lnTo>
                    <a:pt x="170284" y="65302"/>
                  </a:lnTo>
                  <a:close/>
                  <a:moveTo>
                    <a:pt x="735392" y="64231"/>
                  </a:moveTo>
                  <a:lnTo>
                    <a:pt x="750417" y="64231"/>
                  </a:lnTo>
                  <a:lnTo>
                    <a:pt x="750417" y="65302"/>
                  </a:lnTo>
                  <a:lnTo>
                    <a:pt x="735392" y="65302"/>
                  </a:lnTo>
                  <a:close/>
                  <a:moveTo>
                    <a:pt x="181970" y="64231"/>
                  </a:moveTo>
                  <a:lnTo>
                    <a:pt x="194491" y="64231"/>
                  </a:lnTo>
                  <a:lnTo>
                    <a:pt x="194491" y="65302"/>
                  </a:lnTo>
                  <a:lnTo>
                    <a:pt x="181970" y="65302"/>
                  </a:lnTo>
                  <a:close/>
                  <a:moveTo>
                    <a:pt x="0" y="63160"/>
                  </a:moveTo>
                  <a:lnTo>
                    <a:pt x="168614" y="63160"/>
                  </a:lnTo>
                  <a:lnTo>
                    <a:pt x="168614" y="65302"/>
                  </a:lnTo>
                  <a:lnTo>
                    <a:pt x="0" y="65302"/>
                  </a:lnTo>
                  <a:close/>
                  <a:moveTo>
                    <a:pt x="226210" y="64231"/>
                  </a:moveTo>
                  <a:lnTo>
                    <a:pt x="649416" y="64231"/>
                  </a:lnTo>
                  <a:lnTo>
                    <a:pt x="649416" y="65302"/>
                  </a:lnTo>
                  <a:lnTo>
                    <a:pt x="226210" y="65302"/>
                  </a:lnTo>
                  <a:close/>
                  <a:moveTo>
                    <a:pt x="0" y="65302"/>
                  </a:moveTo>
                  <a:lnTo>
                    <a:pt x="167780" y="65302"/>
                  </a:lnTo>
                  <a:lnTo>
                    <a:pt x="167780" y="66372"/>
                  </a:lnTo>
                  <a:lnTo>
                    <a:pt x="0" y="66372"/>
                  </a:lnTo>
                  <a:close/>
                  <a:moveTo>
                    <a:pt x="734558" y="65302"/>
                  </a:moveTo>
                  <a:lnTo>
                    <a:pt x="750417" y="65302"/>
                  </a:lnTo>
                  <a:lnTo>
                    <a:pt x="750417" y="66372"/>
                  </a:lnTo>
                  <a:lnTo>
                    <a:pt x="734558" y="66372"/>
                  </a:lnTo>
                  <a:close/>
                  <a:moveTo>
                    <a:pt x="225376" y="65302"/>
                  </a:moveTo>
                  <a:lnTo>
                    <a:pt x="649416" y="65302"/>
                  </a:lnTo>
                  <a:lnTo>
                    <a:pt x="649416" y="66372"/>
                  </a:lnTo>
                  <a:lnTo>
                    <a:pt x="225376" y="66372"/>
                  </a:lnTo>
                  <a:close/>
                  <a:moveTo>
                    <a:pt x="169449" y="65302"/>
                  </a:moveTo>
                  <a:lnTo>
                    <a:pt x="179466" y="65302"/>
                  </a:lnTo>
                  <a:lnTo>
                    <a:pt x="179466" y="66372"/>
                  </a:lnTo>
                  <a:lnTo>
                    <a:pt x="169449" y="66372"/>
                  </a:lnTo>
                  <a:close/>
                  <a:moveTo>
                    <a:pt x="168614" y="66372"/>
                  </a:moveTo>
                  <a:lnTo>
                    <a:pt x="178631" y="66372"/>
                  </a:lnTo>
                  <a:lnTo>
                    <a:pt x="178631" y="67443"/>
                  </a:lnTo>
                  <a:lnTo>
                    <a:pt x="168614" y="67443"/>
                  </a:lnTo>
                  <a:close/>
                  <a:moveTo>
                    <a:pt x="0" y="66372"/>
                  </a:moveTo>
                  <a:lnTo>
                    <a:pt x="166945" y="66372"/>
                  </a:lnTo>
                  <a:lnTo>
                    <a:pt x="166945" y="67443"/>
                  </a:lnTo>
                  <a:lnTo>
                    <a:pt x="0" y="67443"/>
                  </a:lnTo>
                  <a:close/>
                  <a:moveTo>
                    <a:pt x="733723" y="66372"/>
                  </a:moveTo>
                  <a:lnTo>
                    <a:pt x="750417" y="66372"/>
                  </a:lnTo>
                  <a:lnTo>
                    <a:pt x="750417" y="67443"/>
                  </a:lnTo>
                  <a:lnTo>
                    <a:pt x="733723" y="67443"/>
                  </a:lnTo>
                  <a:close/>
                  <a:moveTo>
                    <a:pt x="181135" y="65302"/>
                  </a:moveTo>
                  <a:lnTo>
                    <a:pt x="192821" y="65302"/>
                  </a:lnTo>
                  <a:lnTo>
                    <a:pt x="192821" y="67443"/>
                  </a:lnTo>
                  <a:lnTo>
                    <a:pt x="181135" y="67443"/>
                  </a:lnTo>
                  <a:close/>
                  <a:moveTo>
                    <a:pt x="232888" y="66372"/>
                  </a:moveTo>
                  <a:lnTo>
                    <a:pt x="649416" y="66372"/>
                  </a:lnTo>
                  <a:lnTo>
                    <a:pt x="649416" y="67443"/>
                  </a:lnTo>
                  <a:lnTo>
                    <a:pt x="232888" y="67443"/>
                  </a:lnTo>
                  <a:close/>
                  <a:moveTo>
                    <a:pt x="167780" y="67443"/>
                  </a:moveTo>
                  <a:lnTo>
                    <a:pt x="178631" y="67443"/>
                  </a:lnTo>
                  <a:lnTo>
                    <a:pt x="178631" y="68514"/>
                  </a:lnTo>
                  <a:lnTo>
                    <a:pt x="167780" y="68514"/>
                  </a:lnTo>
                  <a:close/>
                  <a:moveTo>
                    <a:pt x="180301" y="67443"/>
                  </a:moveTo>
                  <a:lnTo>
                    <a:pt x="191987" y="67443"/>
                  </a:lnTo>
                  <a:lnTo>
                    <a:pt x="191987" y="68514"/>
                  </a:lnTo>
                  <a:lnTo>
                    <a:pt x="180301" y="68514"/>
                  </a:lnTo>
                  <a:close/>
                  <a:moveTo>
                    <a:pt x="0" y="67443"/>
                  </a:moveTo>
                  <a:lnTo>
                    <a:pt x="166110" y="67443"/>
                  </a:lnTo>
                  <a:lnTo>
                    <a:pt x="166110" y="68514"/>
                  </a:lnTo>
                  <a:lnTo>
                    <a:pt x="0" y="68514"/>
                  </a:lnTo>
                  <a:close/>
                  <a:moveTo>
                    <a:pt x="232053" y="67443"/>
                  </a:moveTo>
                  <a:lnTo>
                    <a:pt x="648581" y="67443"/>
                  </a:lnTo>
                  <a:lnTo>
                    <a:pt x="648581" y="68514"/>
                  </a:lnTo>
                  <a:lnTo>
                    <a:pt x="232053" y="68514"/>
                  </a:lnTo>
                  <a:close/>
                  <a:moveTo>
                    <a:pt x="732888" y="67443"/>
                  </a:moveTo>
                  <a:lnTo>
                    <a:pt x="749583" y="67443"/>
                  </a:lnTo>
                  <a:lnTo>
                    <a:pt x="749583" y="68514"/>
                  </a:lnTo>
                  <a:lnTo>
                    <a:pt x="732888" y="68514"/>
                  </a:lnTo>
                  <a:close/>
                  <a:moveTo>
                    <a:pt x="224541" y="66372"/>
                  </a:moveTo>
                  <a:lnTo>
                    <a:pt x="231219" y="66372"/>
                  </a:lnTo>
                  <a:lnTo>
                    <a:pt x="231219" y="69585"/>
                  </a:lnTo>
                  <a:lnTo>
                    <a:pt x="224541" y="69585"/>
                  </a:lnTo>
                  <a:close/>
                  <a:moveTo>
                    <a:pt x="232053" y="68514"/>
                  </a:moveTo>
                  <a:lnTo>
                    <a:pt x="647746" y="68514"/>
                  </a:lnTo>
                  <a:lnTo>
                    <a:pt x="647746" y="69585"/>
                  </a:lnTo>
                  <a:lnTo>
                    <a:pt x="232053" y="69585"/>
                  </a:lnTo>
                  <a:close/>
                  <a:moveTo>
                    <a:pt x="732053" y="68514"/>
                  </a:moveTo>
                  <a:lnTo>
                    <a:pt x="748748" y="68514"/>
                  </a:lnTo>
                  <a:lnTo>
                    <a:pt x="748748" y="69585"/>
                  </a:lnTo>
                  <a:lnTo>
                    <a:pt x="732053" y="69585"/>
                  </a:lnTo>
                  <a:close/>
                  <a:moveTo>
                    <a:pt x="166945" y="68514"/>
                  </a:moveTo>
                  <a:lnTo>
                    <a:pt x="176962" y="68514"/>
                  </a:lnTo>
                  <a:lnTo>
                    <a:pt x="176962" y="69585"/>
                  </a:lnTo>
                  <a:lnTo>
                    <a:pt x="166945" y="69585"/>
                  </a:lnTo>
                  <a:close/>
                  <a:moveTo>
                    <a:pt x="178631" y="68514"/>
                  </a:moveTo>
                  <a:lnTo>
                    <a:pt x="191152" y="68514"/>
                  </a:lnTo>
                  <a:lnTo>
                    <a:pt x="191152" y="69585"/>
                  </a:lnTo>
                  <a:lnTo>
                    <a:pt x="178631" y="69585"/>
                  </a:lnTo>
                  <a:close/>
                  <a:moveTo>
                    <a:pt x="224541" y="69585"/>
                  </a:moveTo>
                  <a:lnTo>
                    <a:pt x="646912" y="69585"/>
                  </a:lnTo>
                  <a:lnTo>
                    <a:pt x="646912" y="70655"/>
                  </a:lnTo>
                  <a:lnTo>
                    <a:pt x="224541" y="70655"/>
                  </a:lnTo>
                  <a:close/>
                  <a:moveTo>
                    <a:pt x="0" y="68514"/>
                  </a:moveTo>
                  <a:lnTo>
                    <a:pt x="165275" y="68514"/>
                  </a:lnTo>
                  <a:lnTo>
                    <a:pt x="165275" y="70655"/>
                  </a:lnTo>
                  <a:lnTo>
                    <a:pt x="0" y="70655"/>
                  </a:lnTo>
                  <a:close/>
                  <a:moveTo>
                    <a:pt x="178631" y="69585"/>
                  </a:moveTo>
                  <a:lnTo>
                    <a:pt x="190317" y="69585"/>
                  </a:lnTo>
                  <a:lnTo>
                    <a:pt x="190317" y="70655"/>
                  </a:lnTo>
                  <a:lnTo>
                    <a:pt x="178631" y="70655"/>
                  </a:lnTo>
                  <a:close/>
                  <a:moveTo>
                    <a:pt x="166945" y="69585"/>
                  </a:moveTo>
                  <a:lnTo>
                    <a:pt x="176127" y="69585"/>
                  </a:lnTo>
                  <a:lnTo>
                    <a:pt x="176127" y="70655"/>
                  </a:lnTo>
                  <a:lnTo>
                    <a:pt x="166945" y="70655"/>
                  </a:lnTo>
                  <a:close/>
                  <a:moveTo>
                    <a:pt x="731219" y="69585"/>
                  </a:moveTo>
                  <a:lnTo>
                    <a:pt x="747913" y="69585"/>
                  </a:lnTo>
                  <a:lnTo>
                    <a:pt x="747913" y="70655"/>
                  </a:lnTo>
                  <a:lnTo>
                    <a:pt x="731219" y="70655"/>
                  </a:lnTo>
                  <a:close/>
                  <a:moveTo>
                    <a:pt x="0" y="70655"/>
                  </a:moveTo>
                  <a:lnTo>
                    <a:pt x="176127" y="70655"/>
                  </a:lnTo>
                  <a:lnTo>
                    <a:pt x="176127" y="71726"/>
                  </a:lnTo>
                  <a:lnTo>
                    <a:pt x="0" y="71726"/>
                  </a:lnTo>
                  <a:close/>
                  <a:moveTo>
                    <a:pt x="729549" y="70655"/>
                  </a:moveTo>
                  <a:lnTo>
                    <a:pt x="747913" y="70655"/>
                  </a:lnTo>
                  <a:lnTo>
                    <a:pt x="747913" y="71726"/>
                  </a:lnTo>
                  <a:lnTo>
                    <a:pt x="729549" y="71726"/>
                  </a:lnTo>
                  <a:close/>
                  <a:moveTo>
                    <a:pt x="177796" y="70655"/>
                  </a:moveTo>
                  <a:lnTo>
                    <a:pt x="190317" y="70655"/>
                  </a:lnTo>
                  <a:lnTo>
                    <a:pt x="190317" y="71726"/>
                  </a:lnTo>
                  <a:lnTo>
                    <a:pt x="177796" y="71726"/>
                  </a:lnTo>
                  <a:close/>
                  <a:moveTo>
                    <a:pt x="223706" y="70655"/>
                  </a:moveTo>
                  <a:lnTo>
                    <a:pt x="646077" y="70655"/>
                  </a:lnTo>
                  <a:lnTo>
                    <a:pt x="646077" y="71726"/>
                  </a:lnTo>
                  <a:lnTo>
                    <a:pt x="223706" y="71726"/>
                  </a:lnTo>
                  <a:close/>
                  <a:moveTo>
                    <a:pt x="728715" y="71726"/>
                  </a:moveTo>
                  <a:lnTo>
                    <a:pt x="747913" y="71726"/>
                  </a:lnTo>
                  <a:lnTo>
                    <a:pt x="747913" y="72797"/>
                  </a:lnTo>
                  <a:lnTo>
                    <a:pt x="728715" y="72797"/>
                  </a:lnTo>
                  <a:close/>
                  <a:moveTo>
                    <a:pt x="223706" y="71726"/>
                  </a:moveTo>
                  <a:lnTo>
                    <a:pt x="645242" y="71726"/>
                  </a:lnTo>
                  <a:lnTo>
                    <a:pt x="645242" y="72797"/>
                  </a:lnTo>
                  <a:lnTo>
                    <a:pt x="223706" y="72797"/>
                  </a:lnTo>
                  <a:close/>
                  <a:moveTo>
                    <a:pt x="0" y="71726"/>
                  </a:moveTo>
                  <a:lnTo>
                    <a:pt x="163606" y="71726"/>
                  </a:lnTo>
                  <a:lnTo>
                    <a:pt x="163606" y="72797"/>
                  </a:lnTo>
                  <a:lnTo>
                    <a:pt x="0" y="72797"/>
                  </a:lnTo>
                  <a:close/>
                  <a:moveTo>
                    <a:pt x="176962" y="71726"/>
                  </a:moveTo>
                  <a:lnTo>
                    <a:pt x="189482" y="71726"/>
                  </a:lnTo>
                  <a:lnTo>
                    <a:pt x="189482" y="72797"/>
                  </a:lnTo>
                  <a:lnTo>
                    <a:pt x="176962" y="72797"/>
                  </a:lnTo>
                  <a:close/>
                  <a:moveTo>
                    <a:pt x="164441" y="71726"/>
                  </a:moveTo>
                  <a:lnTo>
                    <a:pt x="175292" y="71726"/>
                  </a:lnTo>
                  <a:lnTo>
                    <a:pt x="175292" y="72797"/>
                  </a:lnTo>
                  <a:lnTo>
                    <a:pt x="164441" y="72797"/>
                  </a:lnTo>
                  <a:close/>
                  <a:moveTo>
                    <a:pt x="727880" y="72797"/>
                  </a:moveTo>
                  <a:lnTo>
                    <a:pt x="747913" y="72797"/>
                  </a:lnTo>
                  <a:lnTo>
                    <a:pt x="747913" y="73867"/>
                  </a:lnTo>
                  <a:lnTo>
                    <a:pt x="727880" y="73867"/>
                  </a:lnTo>
                  <a:close/>
                  <a:moveTo>
                    <a:pt x="164441" y="72797"/>
                  </a:moveTo>
                  <a:lnTo>
                    <a:pt x="174457" y="72797"/>
                  </a:lnTo>
                  <a:lnTo>
                    <a:pt x="174457" y="73867"/>
                  </a:lnTo>
                  <a:lnTo>
                    <a:pt x="164441" y="73867"/>
                  </a:lnTo>
                  <a:close/>
                  <a:moveTo>
                    <a:pt x="176127" y="72797"/>
                  </a:moveTo>
                  <a:lnTo>
                    <a:pt x="188648" y="72797"/>
                  </a:lnTo>
                  <a:lnTo>
                    <a:pt x="188648" y="73867"/>
                  </a:lnTo>
                  <a:lnTo>
                    <a:pt x="176127" y="73867"/>
                  </a:lnTo>
                  <a:close/>
                  <a:moveTo>
                    <a:pt x="223706" y="72797"/>
                  </a:moveTo>
                  <a:lnTo>
                    <a:pt x="644407" y="72797"/>
                  </a:lnTo>
                  <a:lnTo>
                    <a:pt x="644407" y="73867"/>
                  </a:lnTo>
                  <a:lnTo>
                    <a:pt x="223706" y="73867"/>
                  </a:lnTo>
                  <a:close/>
                  <a:moveTo>
                    <a:pt x="0" y="72797"/>
                  </a:moveTo>
                  <a:lnTo>
                    <a:pt x="162771" y="72797"/>
                  </a:lnTo>
                  <a:lnTo>
                    <a:pt x="162771" y="74938"/>
                  </a:lnTo>
                  <a:lnTo>
                    <a:pt x="0" y="74938"/>
                  </a:lnTo>
                  <a:close/>
                  <a:moveTo>
                    <a:pt x="727045" y="73867"/>
                  </a:moveTo>
                  <a:lnTo>
                    <a:pt x="747078" y="73867"/>
                  </a:lnTo>
                  <a:lnTo>
                    <a:pt x="747078" y="74938"/>
                  </a:lnTo>
                  <a:lnTo>
                    <a:pt x="727045" y="74938"/>
                  </a:lnTo>
                  <a:close/>
                  <a:moveTo>
                    <a:pt x="222871" y="73867"/>
                  </a:moveTo>
                  <a:lnTo>
                    <a:pt x="643573" y="73867"/>
                  </a:lnTo>
                  <a:lnTo>
                    <a:pt x="643573" y="74938"/>
                  </a:lnTo>
                  <a:lnTo>
                    <a:pt x="222871" y="74938"/>
                  </a:lnTo>
                  <a:close/>
                  <a:moveTo>
                    <a:pt x="176127" y="73867"/>
                  </a:moveTo>
                  <a:lnTo>
                    <a:pt x="187813" y="73867"/>
                  </a:lnTo>
                  <a:lnTo>
                    <a:pt x="187813" y="74938"/>
                  </a:lnTo>
                  <a:lnTo>
                    <a:pt x="176127" y="74938"/>
                  </a:lnTo>
                  <a:close/>
                  <a:moveTo>
                    <a:pt x="164441" y="73867"/>
                  </a:moveTo>
                  <a:lnTo>
                    <a:pt x="173623" y="73867"/>
                  </a:lnTo>
                  <a:lnTo>
                    <a:pt x="173623" y="74938"/>
                  </a:lnTo>
                  <a:lnTo>
                    <a:pt x="164441" y="74938"/>
                  </a:lnTo>
                  <a:close/>
                  <a:moveTo>
                    <a:pt x="765442" y="57807"/>
                  </a:moveTo>
                  <a:lnTo>
                    <a:pt x="1000000" y="57807"/>
                  </a:lnTo>
                  <a:lnTo>
                    <a:pt x="1000000" y="76009"/>
                  </a:lnTo>
                  <a:lnTo>
                    <a:pt x="765442" y="76009"/>
                  </a:lnTo>
                  <a:close/>
                  <a:moveTo>
                    <a:pt x="725376" y="74938"/>
                  </a:moveTo>
                  <a:lnTo>
                    <a:pt x="746244" y="74938"/>
                  </a:lnTo>
                  <a:lnTo>
                    <a:pt x="746244" y="76009"/>
                  </a:lnTo>
                  <a:lnTo>
                    <a:pt x="725376" y="76009"/>
                  </a:lnTo>
                  <a:close/>
                  <a:moveTo>
                    <a:pt x="229549" y="74938"/>
                  </a:moveTo>
                  <a:lnTo>
                    <a:pt x="642738" y="74938"/>
                  </a:lnTo>
                  <a:lnTo>
                    <a:pt x="642738" y="76009"/>
                  </a:lnTo>
                  <a:lnTo>
                    <a:pt x="229549" y="76009"/>
                  </a:lnTo>
                  <a:close/>
                  <a:moveTo>
                    <a:pt x="175292" y="74938"/>
                  </a:moveTo>
                  <a:lnTo>
                    <a:pt x="187813" y="74938"/>
                  </a:lnTo>
                  <a:lnTo>
                    <a:pt x="187813" y="76009"/>
                  </a:lnTo>
                  <a:lnTo>
                    <a:pt x="175292" y="76009"/>
                  </a:lnTo>
                  <a:close/>
                  <a:moveTo>
                    <a:pt x="0" y="74938"/>
                  </a:moveTo>
                  <a:lnTo>
                    <a:pt x="173623" y="74938"/>
                  </a:lnTo>
                  <a:lnTo>
                    <a:pt x="173623" y="76009"/>
                  </a:lnTo>
                  <a:lnTo>
                    <a:pt x="0" y="76009"/>
                  </a:lnTo>
                  <a:close/>
                  <a:moveTo>
                    <a:pt x="161937" y="76009"/>
                  </a:moveTo>
                  <a:lnTo>
                    <a:pt x="172788" y="76009"/>
                  </a:lnTo>
                  <a:lnTo>
                    <a:pt x="172788" y="77079"/>
                  </a:lnTo>
                  <a:lnTo>
                    <a:pt x="161937" y="77079"/>
                  </a:lnTo>
                  <a:close/>
                  <a:moveTo>
                    <a:pt x="229549" y="76009"/>
                  </a:moveTo>
                  <a:lnTo>
                    <a:pt x="640234" y="76009"/>
                  </a:lnTo>
                  <a:lnTo>
                    <a:pt x="640234" y="77079"/>
                  </a:lnTo>
                  <a:lnTo>
                    <a:pt x="229549" y="77079"/>
                  </a:lnTo>
                  <a:close/>
                  <a:moveTo>
                    <a:pt x="725376" y="76009"/>
                  </a:moveTo>
                  <a:lnTo>
                    <a:pt x="745409" y="76009"/>
                  </a:lnTo>
                  <a:lnTo>
                    <a:pt x="745409" y="77079"/>
                  </a:lnTo>
                  <a:lnTo>
                    <a:pt x="725376" y="77079"/>
                  </a:lnTo>
                  <a:close/>
                  <a:moveTo>
                    <a:pt x="174457" y="76009"/>
                  </a:moveTo>
                  <a:lnTo>
                    <a:pt x="186978" y="76009"/>
                  </a:lnTo>
                  <a:lnTo>
                    <a:pt x="186978" y="77079"/>
                  </a:lnTo>
                  <a:lnTo>
                    <a:pt x="174457" y="77079"/>
                  </a:lnTo>
                  <a:close/>
                  <a:moveTo>
                    <a:pt x="0" y="76009"/>
                  </a:moveTo>
                  <a:lnTo>
                    <a:pt x="161102" y="76009"/>
                  </a:lnTo>
                  <a:lnTo>
                    <a:pt x="161102" y="77079"/>
                  </a:lnTo>
                  <a:lnTo>
                    <a:pt x="0" y="77079"/>
                  </a:lnTo>
                  <a:close/>
                  <a:moveTo>
                    <a:pt x="173623" y="77079"/>
                  </a:moveTo>
                  <a:lnTo>
                    <a:pt x="186144" y="77079"/>
                  </a:lnTo>
                  <a:lnTo>
                    <a:pt x="186144" y="78150"/>
                  </a:lnTo>
                  <a:lnTo>
                    <a:pt x="173623" y="78150"/>
                  </a:lnTo>
                  <a:close/>
                  <a:moveTo>
                    <a:pt x="222037" y="74938"/>
                  </a:moveTo>
                  <a:lnTo>
                    <a:pt x="228715" y="74938"/>
                  </a:lnTo>
                  <a:lnTo>
                    <a:pt x="228715" y="78150"/>
                  </a:lnTo>
                  <a:lnTo>
                    <a:pt x="222037" y="78150"/>
                  </a:lnTo>
                  <a:close/>
                  <a:moveTo>
                    <a:pt x="161937" y="77079"/>
                  </a:moveTo>
                  <a:lnTo>
                    <a:pt x="171953" y="77079"/>
                  </a:lnTo>
                  <a:lnTo>
                    <a:pt x="171953" y="78150"/>
                  </a:lnTo>
                  <a:lnTo>
                    <a:pt x="161937" y="78150"/>
                  </a:lnTo>
                  <a:close/>
                  <a:moveTo>
                    <a:pt x="766277" y="76009"/>
                  </a:moveTo>
                  <a:lnTo>
                    <a:pt x="1000000" y="76009"/>
                  </a:lnTo>
                  <a:lnTo>
                    <a:pt x="1000000" y="78150"/>
                  </a:lnTo>
                  <a:lnTo>
                    <a:pt x="766277" y="78150"/>
                  </a:lnTo>
                  <a:close/>
                  <a:moveTo>
                    <a:pt x="229549" y="77079"/>
                  </a:moveTo>
                  <a:lnTo>
                    <a:pt x="638564" y="77079"/>
                  </a:lnTo>
                  <a:lnTo>
                    <a:pt x="638564" y="78150"/>
                  </a:lnTo>
                  <a:lnTo>
                    <a:pt x="229549" y="78150"/>
                  </a:lnTo>
                  <a:close/>
                  <a:moveTo>
                    <a:pt x="723706" y="77079"/>
                  </a:moveTo>
                  <a:lnTo>
                    <a:pt x="745409" y="77079"/>
                  </a:lnTo>
                  <a:lnTo>
                    <a:pt x="745409" y="78150"/>
                  </a:lnTo>
                  <a:lnTo>
                    <a:pt x="723706" y="78150"/>
                  </a:lnTo>
                  <a:close/>
                  <a:moveTo>
                    <a:pt x="161937" y="78150"/>
                  </a:moveTo>
                  <a:lnTo>
                    <a:pt x="171119" y="78150"/>
                  </a:lnTo>
                  <a:lnTo>
                    <a:pt x="171119" y="79221"/>
                  </a:lnTo>
                  <a:lnTo>
                    <a:pt x="161937" y="79221"/>
                  </a:lnTo>
                  <a:close/>
                  <a:moveTo>
                    <a:pt x="173623" y="78150"/>
                  </a:moveTo>
                  <a:lnTo>
                    <a:pt x="185309" y="78150"/>
                  </a:lnTo>
                  <a:lnTo>
                    <a:pt x="185309" y="79221"/>
                  </a:lnTo>
                  <a:lnTo>
                    <a:pt x="173623" y="79221"/>
                  </a:lnTo>
                  <a:close/>
                  <a:moveTo>
                    <a:pt x="767112" y="78150"/>
                  </a:moveTo>
                  <a:lnTo>
                    <a:pt x="1000000" y="78150"/>
                  </a:lnTo>
                  <a:lnTo>
                    <a:pt x="1000000" y="79221"/>
                  </a:lnTo>
                  <a:lnTo>
                    <a:pt x="767112" y="79221"/>
                  </a:lnTo>
                  <a:close/>
                  <a:moveTo>
                    <a:pt x="222037" y="78150"/>
                  </a:moveTo>
                  <a:lnTo>
                    <a:pt x="637730" y="78150"/>
                  </a:lnTo>
                  <a:lnTo>
                    <a:pt x="637730" y="79221"/>
                  </a:lnTo>
                  <a:lnTo>
                    <a:pt x="222037" y="79221"/>
                  </a:lnTo>
                  <a:close/>
                  <a:moveTo>
                    <a:pt x="0" y="77079"/>
                  </a:moveTo>
                  <a:lnTo>
                    <a:pt x="160267" y="77079"/>
                  </a:lnTo>
                  <a:lnTo>
                    <a:pt x="160267" y="80291"/>
                  </a:lnTo>
                  <a:lnTo>
                    <a:pt x="0" y="80291"/>
                  </a:lnTo>
                  <a:close/>
                  <a:moveTo>
                    <a:pt x="161102" y="79221"/>
                  </a:moveTo>
                  <a:lnTo>
                    <a:pt x="171119" y="79221"/>
                  </a:lnTo>
                  <a:lnTo>
                    <a:pt x="171119" y="80291"/>
                  </a:lnTo>
                  <a:lnTo>
                    <a:pt x="161102" y="80291"/>
                  </a:lnTo>
                  <a:close/>
                  <a:moveTo>
                    <a:pt x="172788" y="79221"/>
                  </a:moveTo>
                  <a:lnTo>
                    <a:pt x="185309" y="79221"/>
                  </a:lnTo>
                  <a:lnTo>
                    <a:pt x="185309" y="80291"/>
                  </a:lnTo>
                  <a:lnTo>
                    <a:pt x="172788" y="80291"/>
                  </a:lnTo>
                  <a:close/>
                  <a:moveTo>
                    <a:pt x="221202" y="79221"/>
                  </a:moveTo>
                  <a:lnTo>
                    <a:pt x="635225" y="79221"/>
                  </a:lnTo>
                  <a:lnTo>
                    <a:pt x="635225" y="80291"/>
                  </a:lnTo>
                  <a:lnTo>
                    <a:pt x="221202" y="80291"/>
                  </a:lnTo>
                  <a:close/>
                  <a:moveTo>
                    <a:pt x="722037" y="78150"/>
                  </a:moveTo>
                  <a:lnTo>
                    <a:pt x="745409" y="78150"/>
                  </a:lnTo>
                  <a:lnTo>
                    <a:pt x="745409" y="80291"/>
                  </a:lnTo>
                  <a:lnTo>
                    <a:pt x="722037" y="80291"/>
                  </a:lnTo>
                  <a:close/>
                  <a:moveTo>
                    <a:pt x="721202" y="80291"/>
                  </a:moveTo>
                  <a:lnTo>
                    <a:pt x="744574" y="80291"/>
                  </a:lnTo>
                  <a:lnTo>
                    <a:pt x="744574" y="81362"/>
                  </a:lnTo>
                  <a:lnTo>
                    <a:pt x="721202" y="81362"/>
                  </a:lnTo>
                  <a:close/>
                  <a:moveTo>
                    <a:pt x="221202" y="80291"/>
                  </a:moveTo>
                  <a:lnTo>
                    <a:pt x="633556" y="80291"/>
                  </a:lnTo>
                  <a:lnTo>
                    <a:pt x="633556" y="81362"/>
                  </a:lnTo>
                  <a:lnTo>
                    <a:pt x="221202" y="81362"/>
                  </a:lnTo>
                  <a:close/>
                  <a:moveTo>
                    <a:pt x="172788" y="80291"/>
                  </a:moveTo>
                  <a:lnTo>
                    <a:pt x="184474" y="80291"/>
                  </a:lnTo>
                  <a:lnTo>
                    <a:pt x="184474" y="81362"/>
                  </a:lnTo>
                  <a:lnTo>
                    <a:pt x="172788" y="81362"/>
                  </a:lnTo>
                  <a:close/>
                  <a:moveTo>
                    <a:pt x="718698" y="81362"/>
                  </a:moveTo>
                  <a:lnTo>
                    <a:pt x="744574" y="81362"/>
                  </a:lnTo>
                  <a:lnTo>
                    <a:pt x="744574" y="82433"/>
                  </a:lnTo>
                  <a:lnTo>
                    <a:pt x="718698" y="82433"/>
                  </a:lnTo>
                  <a:close/>
                  <a:moveTo>
                    <a:pt x="171119" y="81362"/>
                  </a:moveTo>
                  <a:lnTo>
                    <a:pt x="184474" y="81362"/>
                  </a:lnTo>
                  <a:lnTo>
                    <a:pt x="184474" y="82433"/>
                  </a:lnTo>
                  <a:lnTo>
                    <a:pt x="171119" y="82433"/>
                  </a:lnTo>
                  <a:close/>
                  <a:moveTo>
                    <a:pt x="0" y="80291"/>
                  </a:moveTo>
                  <a:lnTo>
                    <a:pt x="170284" y="80291"/>
                  </a:lnTo>
                  <a:lnTo>
                    <a:pt x="170284" y="82433"/>
                  </a:lnTo>
                  <a:lnTo>
                    <a:pt x="0" y="82433"/>
                  </a:lnTo>
                  <a:close/>
                  <a:moveTo>
                    <a:pt x="767947" y="79221"/>
                  </a:moveTo>
                  <a:lnTo>
                    <a:pt x="1000000" y="79221"/>
                  </a:lnTo>
                  <a:lnTo>
                    <a:pt x="1000000" y="82433"/>
                  </a:lnTo>
                  <a:lnTo>
                    <a:pt x="767947" y="82433"/>
                  </a:lnTo>
                  <a:close/>
                  <a:moveTo>
                    <a:pt x="221202" y="81362"/>
                  </a:moveTo>
                  <a:lnTo>
                    <a:pt x="631886" y="81362"/>
                  </a:lnTo>
                  <a:lnTo>
                    <a:pt x="631886" y="82433"/>
                  </a:lnTo>
                  <a:lnTo>
                    <a:pt x="221202" y="82433"/>
                  </a:lnTo>
                  <a:close/>
                  <a:moveTo>
                    <a:pt x="170284" y="82433"/>
                  </a:moveTo>
                  <a:lnTo>
                    <a:pt x="183639" y="82433"/>
                  </a:lnTo>
                  <a:lnTo>
                    <a:pt x="183639" y="83503"/>
                  </a:lnTo>
                  <a:lnTo>
                    <a:pt x="170284" y="83503"/>
                  </a:lnTo>
                  <a:close/>
                  <a:moveTo>
                    <a:pt x="768781" y="82433"/>
                  </a:moveTo>
                  <a:lnTo>
                    <a:pt x="1000000" y="82433"/>
                  </a:lnTo>
                  <a:lnTo>
                    <a:pt x="1000000" y="83503"/>
                  </a:lnTo>
                  <a:lnTo>
                    <a:pt x="768781" y="83503"/>
                  </a:lnTo>
                  <a:close/>
                  <a:moveTo>
                    <a:pt x="717863" y="82433"/>
                  </a:moveTo>
                  <a:lnTo>
                    <a:pt x="744574" y="82433"/>
                  </a:lnTo>
                  <a:lnTo>
                    <a:pt x="744574" y="83503"/>
                  </a:lnTo>
                  <a:lnTo>
                    <a:pt x="717863" y="83503"/>
                  </a:lnTo>
                  <a:close/>
                  <a:moveTo>
                    <a:pt x="220367" y="82433"/>
                  </a:moveTo>
                  <a:lnTo>
                    <a:pt x="629382" y="82433"/>
                  </a:lnTo>
                  <a:lnTo>
                    <a:pt x="629382" y="83503"/>
                  </a:lnTo>
                  <a:lnTo>
                    <a:pt x="220367" y="83503"/>
                  </a:lnTo>
                  <a:close/>
                  <a:moveTo>
                    <a:pt x="0" y="82433"/>
                  </a:moveTo>
                  <a:lnTo>
                    <a:pt x="157763" y="82433"/>
                  </a:lnTo>
                  <a:lnTo>
                    <a:pt x="157763" y="83503"/>
                  </a:lnTo>
                  <a:lnTo>
                    <a:pt x="0" y="83503"/>
                  </a:lnTo>
                  <a:close/>
                  <a:moveTo>
                    <a:pt x="220367" y="83503"/>
                  </a:moveTo>
                  <a:lnTo>
                    <a:pt x="226210" y="83503"/>
                  </a:lnTo>
                  <a:lnTo>
                    <a:pt x="226210" y="84574"/>
                  </a:lnTo>
                  <a:lnTo>
                    <a:pt x="220367" y="84574"/>
                  </a:lnTo>
                  <a:close/>
                  <a:moveTo>
                    <a:pt x="769616" y="83503"/>
                  </a:moveTo>
                  <a:lnTo>
                    <a:pt x="1000000" y="83503"/>
                  </a:lnTo>
                  <a:lnTo>
                    <a:pt x="1000000" y="84574"/>
                  </a:lnTo>
                  <a:lnTo>
                    <a:pt x="769616" y="84574"/>
                  </a:lnTo>
                  <a:close/>
                  <a:moveTo>
                    <a:pt x="717028" y="83503"/>
                  </a:moveTo>
                  <a:lnTo>
                    <a:pt x="744574" y="83503"/>
                  </a:lnTo>
                  <a:lnTo>
                    <a:pt x="744574" y="84574"/>
                  </a:lnTo>
                  <a:lnTo>
                    <a:pt x="717028" y="84574"/>
                  </a:lnTo>
                  <a:close/>
                  <a:moveTo>
                    <a:pt x="170284" y="83503"/>
                  </a:moveTo>
                  <a:lnTo>
                    <a:pt x="182805" y="83503"/>
                  </a:lnTo>
                  <a:lnTo>
                    <a:pt x="182805" y="84574"/>
                  </a:lnTo>
                  <a:lnTo>
                    <a:pt x="170284" y="84574"/>
                  </a:lnTo>
                  <a:close/>
                  <a:moveTo>
                    <a:pt x="159432" y="82433"/>
                  </a:moveTo>
                  <a:lnTo>
                    <a:pt x="168614" y="82433"/>
                  </a:lnTo>
                  <a:lnTo>
                    <a:pt x="168614" y="84574"/>
                  </a:lnTo>
                  <a:lnTo>
                    <a:pt x="159432" y="84574"/>
                  </a:lnTo>
                  <a:close/>
                  <a:moveTo>
                    <a:pt x="227045" y="83503"/>
                  </a:moveTo>
                  <a:lnTo>
                    <a:pt x="623539" y="83503"/>
                  </a:lnTo>
                  <a:lnTo>
                    <a:pt x="623539" y="84574"/>
                  </a:lnTo>
                  <a:lnTo>
                    <a:pt x="227045" y="84574"/>
                  </a:lnTo>
                  <a:close/>
                  <a:moveTo>
                    <a:pt x="227045" y="84574"/>
                  </a:moveTo>
                  <a:lnTo>
                    <a:pt x="622705" y="84574"/>
                  </a:lnTo>
                  <a:lnTo>
                    <a:pt x="622705" y="85645"/>
                  </a:lnTo>
                  <a:lnTo>
                    <a:pt x="227045" y="85645"/>
                  </a:lnTo>
                  <a:close/>
                  <a:moveTo>
                    <a:pt x="714524" y="84574"/>
                  </a:moveTo>
                  <a:lnTo>
                    <a:pt x="743740" y="84574"/>
                  </a:lnTo>
                  <a:lnTo>
                    <a:pt x="743740" y="85645"/>
                  </a:lnTo>
                  <a:lnTo>
                    <a:pt x="714524" y="85645"/>
                  </a:lnTo>
                  <a:close/>
                  <a:moveTo>
                    <a:pt x="158598" y="84574"/>
                  </a:moveTo>
                  <a:lnTo>
                    <a:pt x="167780" y="84574"/>
                  </a:lnTo>
                  <a:lnTo>
                    <a:pt x="167780" y="85645"/>
                  </a:lnTo>
                  <a:lnTo>
                    <a:pt x="158598" y="85645"/>
                  </a:lnTo>
                  <a:close/>
                  <a:moveTo>
                    <a:pt x="170284" y="84574"/>
                  </a:moveTo>
                  <a:lnTo>
                    <a:pt x="181970" y="84574"/>
                  </a:lnTo>
                  <a:lnTo>
                    <a:pt x="181970" y="85645"/>
                  </a:lnTo>
                  <a:lnTo>
                    <a:pt x="170284" y="85645"/>
                  </a:lnTo>
                  <a:close/>
                  <a:moveTo>
                    <a:pt x="157763" y="85645"/>
                  </a:moveTo>
                  <a:lnTo>
                    <a:pt x="167780" y="85645"/>
                  </a:lnTo>
                  <a:lnTo>
                    <a:pt x="167780" y="86716"/>
                  </a:lnTo>
                  <a:lnTo>
                    <a:pt x="157763" y="86716"/>
                  </a:lnTo>
                  <a:close/>
                  <a:moveTo>
                    <a:pt x="770451" y="84574"/>
                  </a:moveTo>
                  <a:lnTo>
                    <a:pt x="1000000" y="84574"/>
                  </a:lnTo>
                  <a:lnTo>
                    <a:pt x="1000000" y="86716"/>
                  </a:lnTo>
                  <a:lnTo>
                    <a:pt x="770451" y="86716"/>
                  </a:lnTo>
                  <a:close/>
                  <a:moveTo>
                    <a:pt x="713689" y="85645"/>
                  </a:moveTo>
                  <a:lnTo>
                    <a:pt x="742905" y="85645"/>
                  </a:lnTo>
                  <a:lnTo>
                    <a:pt x="742905" y="86716"/>
                  </a:lnTo>
                  <a:lnTo>
                    <a:pt x="713689" y="86716"/>
                  </a:lnTo>
                  <a:close/>
                  <a:moveTo>
                    <a:pt x="0" y="83503"/>
                  </a:moveTo>
                  <a:lnTo>
                    <a:pt x="156928" y="83503"/>
                  </a:lnTo>
                  <a:lnTo>
                    <a:pt x="156928" y="86716"/>
                  </a:lnTo>
                  <a:lnTo>
                    <a:pt x="0" y="86716"/>
                  </a:lnTo>
                  <a:close/>
                  <a:moveTo>
                    <a:pt x="169449" y="85645"/>
                  </a:moveTo>
                  <a:lnTo>
                    <a:pt x="181970" y="85645"/>
                  </a:lnTo>
                  <a:lnTo>
                    <a:pt x="181970" y="86716"/>
                  </a:lnTo>
                  <a:lnTo>
                    <a:pt x="169449" y="86716"/>
                  </a:lnTo>
                  <a:close/>
                  <a:moveTo>
                    <a:pt x="227045" y="85645"/>
                  </a:moveTo>
                  <a:lnTo>
                    <a:pt x="621870" y="85645"/>
                  </a:lnTo>
                  <a:lnTo>
                    <a:pt x="621870" y="86716"/>
                  </a:lnTo>
                  <a:lnTo>
                    <a:pt x="227045" y="86716"/>
                  </a:lnTo>
                  <a:close/>
                  <a:moveTo>
                    <a:pt x="219533" y="84574"/>
                  </a:moveTo>
                  <a:lnTo>
                    <a:pt x="226210" y="84574"/>
                  </a:lnTo>
                  <a:lnTo>
                    <a:pt x="226210" y="86716"/>
                  </a:lnTo>
                  <a:lnTo>
                    <a:pt x="219533" y="86716"/>
                  </a:lnTo>
                  <a:close/>
                  <a:moveTo>
                    <a:pt x="0" y="86716"/>
                  </a:moveTo>
                  <a:lnTo>
                    <a:pt x="156093" y="86716"/>
                  </a:lnTo>
                  <a:lnTo>
                    <a:pt x="156093" y="87786"/>
                  </a:lnTo>
                  <a:lnTo>
                    <a:pt x="0" y="87786"/>
                  </a:lnTo>
                  <a:close/>
                  <a:moveTo>
                    <a:pt x="218698" y="86716"/>
                  </a:moveTo>
                  <a:lnTo>
                    <a:pt x="620200" y="86716"/>
                  </a:lnTo>
                  <a:lnTo>
                    <a:pt x="620200" y="87786"/>
                  </a:lnTo>
                  <a:lnTo>
                    <a:pt x="218698" y="87786"/>
                  </a:lnTo>
                  <a:close/>
                  <a:moveTo>
                    <a:pt x="712855" y="86716"/>
                  </a:moveTo>
                  <a:lnTo>
                    <a:pt x="742905" y="86716"/>
                  </a:lnTo>
                  <a:lnTo>
                    <a:pt x="742905" y="87786"/>
                  </a:lnTo>
                  <a:lnTo>
                    <a:pt x="712855" y="87786"/>
                  </a:lnTo>
                  <a:close/>
                  <a:moveTo>
                    <a:pt x="156928" y="86716"/>
                  </a:moveTo>
                  <a:lnTo>
                    <a:pt x="166945" y="86716"/>
                  </a:lnTo>
                  <a:lnTo>
                    <a:pt x="166945" y="87786"/>
                  </a:lnTo>
                  <a:lnTo>
                    <a:pt x="156928" y="87786"/>
                  </a:lnTo>
                  <a:close/>
                  <a:moveTo>
                    <a:pt x="168614" y="86716"/>
                  </a:moveTo>
                  <a:lnTo>
                    <a:pt x="181970" y="86716"/>
                  </a:lnTo>
                  <a:lnTo>
                    <a:pt x="181970" y="87786"/>
                  </a:lnTo>
                  <a:lnTo>
                    <a:pt x="168614" y="87786"/>
                  </a:lnTo>
                  <a:close/>
                  <a:moveTo>
                    <a:pt x="771285" y="86716"/>
                  </a:moveTo>
                  <a:lnTo>
                    <a:pt x="1000000" y="86716"/>
                  </a:lnTo>
                  <a:lnTo>
                    <a:pt x="1000000" y="87786"/>
                  </a:lnTo>
                  <a:lnTo>
                    <a:pt x="771285" y="87786"/>
                  </a:lnTo>
                  <a:close/>
                  <a:moveTo>
                    <a:pt x="772955" y="87786"/>
                  </a:moveTo>
                  <a:lnTo>
                    <a:pt x="1000000" y="87786"/>
                  </a:lnTo>
                  <a:lnTo>
                    <a:pt x="1000000" y="88857"/>
                  </a:lnTo>
                  <a:lnTo>
                    <a:pt x="772955" y="88857"/>
                  </a:lnTo>
                  <a:close/>
                  <a:moveTo>
                    <a:pt x="167780" y="87786"/>
                  </a:moveTo>
                  <a:lnTo>
                    <a:pt x="181135" y="87786"/>
                  </a:lnTo>
                  <a:lnTo>
                    <a:pt x="181135" y="88857"/>
                  </a:lnTo>
                  <a:lnTo>
                    <a:pt x="167780" y="88857"/>
                  </a:lnTo>
                  <a:close/>
                  <a:moveTo>
                    <a:pt x="711185" y="87786"/>
                  </a:moveTo>
                  <a:lnTo>
                    <a:pt x="742905" y="87786"/>
                  </a:lnTo>
                  <a:lnTo>
                    <a:pt x="742905" y="88857"/>
                  </a:lnTo>
                  <a:lnTo>
                    <a:pt x="711185" y="88857"/>
                  </a:lnTo>
                  <a:close/>
                  <a:moveTo>
                    <a:pt x="218698" y="87786"/>
                  </a:moveTo>
                  <a:lnTo>
                    <a:pt x="619366" y="87786"/>
                  </a:lnTo>
                  <a:lnTo>
                    <a:pt x="619366" y="88857"/>
                  </a:lnTo>
                  <a:lnTo>
                    <a:pt x="218698" y="88857"/>
                  </a:lnTo>
                  <a:close/>
                  <a:moveTo>
                    <a:pt x="156928" y="87786"/>
                  </a:moveTo>
                  <a:lnTo>
                    <a:pt x="166110" y="87786"/>
                  </a:lnTo>
                  <a:lnTo>
                    <a:pt x="166110" y="88857"/>
                  </a:lnTo>
                  <a:lnTo>
                    <a:pt x="156928" y="88857"/>
                  </a:lnTo>
                  <a:close/>
                  <a:moveTo>
                    <a:pt x="0" y="87786"/>
                  </a:moveTo>
                  <a:lnTo>
                    <a:pt x="155259" y="87786"/>
                  </a:lnTo>
                  <a:lnTo>
                    <a:pt x="155259" y="88857"/>
                  </a:lnTo>
                  <a:lnTo>
                    <a:pt x="0" y="88857"/>
                  </a:lnTo>
                  <a:close/>
                  <a:moveTo>
                    <a:pt x="218698" y="88857"/>
                  </a:moveTo>
                  <a:lnTo>
                    <a:pt x="618531" y="88857"/>
                  </a:lnTo>
                  <a:lnTo>
                    <a:pt x="618531" y="89928"/>
                  </a:lnTo>
                  <a:lnTo>
                    <a:pt x="218698" y="89928"/>
                  </a:lnTo>
                  <a:close/>
                  <a:moveTo>
                    <a:pt x="773790" y="88857"/>
                  </a:moveTo>
                  <a:lnTo>
                    <a:pt x="1000000" y="88857"/>
                  </a:lnTo>
                  <a:lnTo>
                    <a:pt x="1000000" y="89928"/>
                  </a:lnTo>
                  <a:lnTo>
                    <a:pt x="773790" y="89928"/>
                  </a:lnTo>
                  <a:close/>
                  <a:moveTo>
                    <a:pt x="709516" y="88857"/>
                  </a:moveTo>
                  <a:lnTo>
                    <a:pt x="742070" y="88857"/>
                  </a:lnTo>
                  <a:lnTo>
                    <a:pt x="742070" y="89928"/>
                  </a:lnTo>
                  <a:lnTo>
                    <a:pt x="709516" y="89928"/>
                  </a:lnTo>
                  <a:close/>
                  <a:moveTo>
                    <a:pt x="156928" y="88857"/>
                  </a:moveTo>
                  <a:lnTo>
                    <a:pt x="165275" y="88857"/>
                  </a:lnTo>
                  <a:lnTo>
                    <a:pt x="165275" y="89928"/>
                  </a:lnTo>
                  <a:lnTo>
                    <a:pt x="156928" y="89928"/>
                  </a:lnTo>
                  <a:close/>
                  <a:moveTo>
                    <a:pt x="167780" y="88857"/>
                  </a:moveTo>
                  <a:lnTo>
                    <a:pt x="180301" y="88857"/>
                  </a:lnTo>
                  <a:lnTo>
                    <a:pt x="180301" y="89928"/>
                  </a:lnTo>
                  <a:lnTo>
                    <a:pt x="167780" y="89928"/>
                  </a:lnTo>
                  <a:close/>
                  <a:moveTo>
                    <a:pt x="218698" y="89928"/>
                  </a:moveTo>
                  <a:lnTo>
                    <a:pt x="616027" y="89928"/>
                  </a:lnTo>
                  <a:lnTo>
                    <a:pt x="616027" y="90998"/>
                  </a:lnTo>
                  <a:lnTo>
                    <a:pt x="218698" y="90998"/>
                  </a:lnTo>
                  <a:close/>
                  <a:moveTo>
                    <a:pt x="775459" y="89928"/>
                  </a:moveTo>
                  <a:lnTo>
                    <a:pt x="1000000" y="89928"/>
                  </a:lnTo>
                  <a:lnTo>
                    <a:pt x="1000000" y="90998"/>
                  </a:lnTo>
                  <a:lnTo>
                    <a:pt x="775459" y="90998"/>
                  </a:lnTo>
                  <a:close/>
                  <a:moveTo>
                    <a:pt x="218698" y="90998"/>
                  </a:moveTo>
                  <a:lnTo>
                    <a:pt x="615192" y="90998"/>
                  </a:lnTo>
                  <a:lnTo>
                    <a:pt x="615192" y="92069"/>
                  </a:lnTo>
                  <a:lnTo>
                    <a:pt x="218698" y="92069"/>
                  </a:lnTo>
                  <a:close/>
                  <a:moveTo>
                    <a:pt x="166945" y="89928"/>
                  </a:moveTo>
                  <a:lnTo>
                    <a:pt x="179466" y="89928"/>
                  </a:lnTo>
                  <a:lnTo>
                    <a:pt x="179466" y="92069"/>
                  </a:lnTo>
                  <a:lnTo>
                    <a:pt x="166945" y="92069"/>
                  </a:lnTo>
                  <a:close/>
                  <a:moveTo>
                    <a:pt x="0" y="88857"/>
                  </a:moveTo>
                  <a:lnTo>
                    <a:pt x="154424" y="88857"/>
                  </a:lnTo>
                  <a:lnTo>
                    <a:pt x="154424" y="92069"/>
                  </a:lnTo>
                  <a:lnTo>
                    <a:pt x="0" y="92069"/>
                  </a:lnTo>
                  <a:close/>
                  <a:moveTo>
                    <a:pt x="156093" y="89928"/>
                  </a:moveTo>
                  <a:lnTo>
                    <a:pt x="165275" y="89928"/>
                  </a:lnTo>
                  <a:lnTo>
                    <a:pt x="165275" y="92069"/>
                  </a:lnTo>
                  <a:lnTo>
                    <a:pt x="156093" y="92069"/>
                  </a:lnTo>
                  <a:close/>
                  <a:moveTo>
                    <a:pt x="776294" y="90998"/>
                  </a:moveTo>
                  <a:lnTo>
                    <a:pt x="1000000" y="90998"/>
                  </a:lnTo>
                  <a:lnTo>
                    <a:pt x="1000000" y="92069"/>
                  </a:lnTo>
                  <a:lnTo>
                    <a:pt x="776294" y="92069"/>
                  </a:lnTo>
                  <a:close/>
                  <a:moveTo>
                    <a:pt x="708681" y="89928"/>
                  </a:moveTo>
                  <a:lnTo>
                    <a:pt x="742070" y="89928"/>
                  </a:lnTo>
                  <a:lnTo>
                    <a:pt x="742070" y="93140"/>
                  </a:lnTo>
                  <a:lnTo>
                    <a:pt x="708681" y="93140"/>
                  </a:lnTo>
                  <a:close/>
                  <a:moveTo>
                    <a:pt x="0" y="92069"/>
                  </a:moveTo>
                  <a:lnTo>
                    <a:pt x="153589" y="92069"/>
                  </a:lnTo>
                  <a:lnTo>
                    <a:pt x="153589" y="93140"/>
                  </a:lnTo>
                  <a:lnTo>
                    <a:pt x="0" y="93140"/>
                  </a:lnTo>
                  <a:close/>
                  <a:moveTo>
                    <a:pt x="156093" y="92069"/>
                  </a:moveTo>
                  <a:lnTo>
                    <a:pt x="164441" y="92069"/>
                  </a:lnTo>
                  <a:lnTo>
                    <a:pt x="164441" y="93140"/>
                  </a:lnTo>
                  <a:lnTo>
                    <a:pt x="156093" y="93140"/>
                  </a:lnTo>
                  <a:close/>
                  <a:moveTo>
                    <a:pt x="166110" y="92069"/>
                  </a:moveTo>
                  <a:lnTo>
                    <a:pt x="178631" y="92069"/>
                  </a:lnTo>
                  <a:lnTo>
                    <a:pt x="178631" y="93140"/>
                  </a:lnTo>
                  <a:lnTo>
                    <a:pt x="166110" y="93140"/>
                  </a:lnTo>
                  <a:close/>
                  <a:moveTo>
                    <a:pt x="218698" y="92069"/>
                  </a:moveTo>
                  <a:lnTo>
                    <a:pt x="614357" y="92069"/>
                  </a:lnTo>
                  <a:lnTo>
                    <a:pt x="614357" y="93140"/>
                  </a:lnTo>
                  <a:lnTo>
                    <a:pt x="218698" y="93140"/>
                  </a:lnTo>
                  <a:close/>
                  <a:moveTo>
                    <a:pt x="777129" y="92069"/>
                  </a:moveTo>
                  <a:lnTo>
                    <a:pt x="1000000" y="92069"/>
                  </a:lnTo>
                  <a:lnTo>
                    <a:pt x="1000000" y="93140"/>
                  </a:lnTo>
                  <a:lnTo>
                    <a:pt x="777129" y="93140"/>
                  </a:lnTo>
                  <a:close/>
                  <a:moveTo>
                    <a:pt x="778798" y="93140"/>
                  </a:moveTo>
                  <a:lnTo>
                    <a:pt x="1000000" y="93140"/>
                  </a:lnTo>
                  <a:lnTo>
                    <a:pt x="1000000" y="94210"/>
                  </a:lnTo>
                  <a:lnTo>
                    <a:pt x="778798" y="94210"/>
                  </a:lnTo>
                  <a:close/>
                  <a:moveTo>
                    <a:pt x="154424" y="93140"/>
                  </a:moveTo>
                  <a:lnTo>
                    <a:pt x="163606" y="93140"/>
                  </a:lnTo>
                  <a:lnTo>
                    <a:pt x="163606" y="94210"/>
                  </a:lnTo>
                  <a:lnTo>
                    <a:pt x="154424" y="94210"/>
                  </a:lnTo>
                  <a:close/>
                  <a:moveTo>
                    <a:pt x="165275" y="93140"/>
                  </a:moveTo>
                  <a:lnTo>
                    <a:pt x="178631" y="93140"/>
                  </a:lnTo>
                  <a:lnTo>
                    <a:pt x="178631" y="94210"/>
                  </a:lnTo>
                  <a:lnTo>
                    <a:pt x="165275" y="94210"/>
                  </a:lnTo>
                  <a:close/>
                  <a:moveTo>
                    <a:pt x="217863" y="93140"/>
                  </a:moveTo>
                  <a:lnTo>
                    <a:pt x="613523" y="93140"/>
                  </a:lnTo>
                  <a:lnTo>
                    <a:pt x="613523" y="94210"/>
                  </a:lnTo>
                  <a:lnTo>
                    <a:pt x="217863" y="94210"/>
                  </a:lnTo>
                  <a:close/>
                  <a:moveTo>
                    <a:pt x="217863" y="94210"/>
                  </a:moveTo>
                  <a:lnTo>
                    <a:pt x="611853" y="94210"/>
                  </a:lnTo>
                  <a:lnTo>
                    <a:pt x="611853" y="95281"/>
                  </a:lnTo>
                  <a:lnTo>
                    <a:pt x="217863" y="95281"/>
                  </a:lnTo>
                  <a:close/>
                  <a:moveTo>
                    <a:pt x="707846" y="93140"/>
                  </a:moveTo>
                  <a:lnTo>
                    <a:pt x="742070" y="93140"/>
                  </a:lnTo>
                  <a:lnTo>
                    <a:pt x="742070" y="95281"/>
                  </a:lnTo>
                  <a:lnTo>
                    <a:pt x="707846" y="95281"/>
                  </a:lnTo>
                  <a:close/>
                  <a:moveTo>
                    <a:pt x="165275" y="94210"/>
                  </a:moveTo>
                  <a:lnTo>
                    <a:pt x="177796" y="94210"/>
                  </a:lnTo>
                  <a:lnTo>
                    <a:pt x="177796" y="95281"/>
                  </a:lnTo>
                  <a:lnTo>
                    <a:pt x="165275" y="95281"/>
                  </a:lnTo>
                  <a:close/>
                  <a:moveTo>
                    <a:pt x="779633" y="94210"/>
                  </a:moveTo>
                  <a:lnTo>
                    <a:pt x="1000000" y="94210"/>
                  </a:lnTo>
                  <a:lnTo>
                    <a:pt x="1000000" y="95281"/>
                  </a:lnTo>
                  <a:lnTo>
                    <a:pt x="779633" y="95281"/>
                  </a:lnTo>
                  <a:close/>
                  <a:moveTo>
                    <a:pt x="0" y="93140"/>
                  </a:moveTo>
                  <a:lnTo>
                    <a:pt x="152755" y="93140"/>
                  </a:lnTo>
                  <a:lnTo>
                    <a:pt x="152755" y="95281"/>
                  </a:lnTo>
                  <a:lnTo>
                    <a:pt x="0" y="95281"/>
                  </a:lnTo>
                  <a:close/>
                  <a:moveTo>
                    <a:pt x="707012" y="95281"/>
                  </a:moveTo>
                  <a:lnTo>
                    <a:pt x="741235" y="95281"/>
                  </a:lnTo>
                  <a:lnTo>
                    <a:pt x="741235" y="96352"/>
                  </a:lnTo>
                  <a:lnTo>
                    <a:pt x="707012" y="96352"/>
                  </a:lnTo>
                  <a:close/>
                  <a:moveTo>
                    <a:pt x="780467" y="95281"/>
                  </a:moveTo>
                  <a:lnTo>
                    <a:pt x="1000000" y="95281"/>
                  </a:lnTo>
                  <a:lnTo>
                    <a:pt x="1000000" y="96352"/>
                  </a:lnTo>
                  <a:lnTo>
                    <a:pt x="780467" y="96352"/>
                  </a:lnTo>
                  <a:close/>
                  <a:moveTo>
                    <a:pt x="154424" y="94210"/>
                  </a:moveTo>
                  <a:lnTo>
                    <a:pt x="162771" y="94210"/>
                  </a:lnTo>
                  <a:lnTo>
                    <a:pt x="162771" y="96352"/>
                  </a:lnTo>
                  <a:lnTo>
                    <a:pt x="154424" y="96352"/>
                  </a:lnTo>
                  <a:close/>
                  <a:moveTo>
                    <a:pt x="217028" y="95281"/>
                  </a:moveTo>
                  <a:lnTo>
                    <a:pt x="611853" y="95281"/>
                  </a:lnTo>
                  <a:lnTo>
                    <a:pt x="611853" y="96352"/>
                  </a:lnTo>
                  <a:lnTo>
                    <a:pt x="217028" y="96352"/>
                  </a:lnTo>
                  <a:close/>
                  <a:moveTo>
                    <a:pt x="706177" y="96352"/>
                  </a:moveTo>
                  <a:lnTo>
                    <a:pt x="741235" y="96352"/>
                  </a:lnTo>
                  <a:lnTo>
                    <a:pt x="741235" y="97422"/>
                  </a:lnTo>
                  <a:lnTo>
                    <a:pt x="706177" y="97422"/>
                  </a:lnTo>
                  <a:close/>
                  <a:moveTo>
                    <a:pt x="217028" y="96352"/>
                  </a:moveTo>
                  <a:lnTo>
                    <a:pt x="610184" y="96352"/>
                  </a:lnTo>
                  <a:lnTo>
                    <a:pt x="610184" y="97422"/>
                  </a:lnTo>
                  <a:lnTo>
                    <a:pt x="217028" y="97422"/>
                  </a:lnTo>
                  <a:close/>
                  <a:moveTo>
                    <a:pt x="153589" y="96352"/>
                  </a:moveTo>
                  <a:lnTo>
                    <a:pt x="162771" y="96352"/>
                  </a:lnTo>
                  <a:lnTo>
                    <a:pt x="162771" y="97422"/>
                  </a:lnTo>
                  <a:lnTo>
                    <a:pt x="153589" y="97422"/>
                  </a:lnTo>
                  <a:close/>
                  <a:moveTo>
                    <a:pt x="782137" y="96352"/>
                  </a:moveTo>
                  <a:lnTo>
                    <a:pt x="1000000" y="96352"/>
                  </a:lnTo>
                  <a:lnTo>
                    <a:pt x="1000000" y="97422"/>
                  </a:lnTo>
                  <a:lnTo>
                    <a:pt x="782137" y="97422"/>
                  </a:lnTo>
                  <a:close/>
                  <a:moveTo>
                    <a:pt x="0" y="95281"/>
                  </a:moveTo>
                  <a:lnTo>
                    <a:pt x="151920" y="95281"/>
                  </a:lnTo>
                  <a:lnTo>
                    <a:pt x="151920" y="98493"/>
                  </a:lnTo>
                  <a:lnTo>
                    <a:pt x="0" y="98493"/>
                  </a:lnTo>
                  <a:close/>
                  <a:moveTo>
                    <a:pt x="164441" y="95281"/>
                  </a:moveTo>
                  <a:lnTo>
                    <a:pt x="176962" y="95281"/>
                  </a:lnTo>
                  <a:lnTo>
                    <a:pt x="176962" y="98493"/>
                  </a:lnTo>
                  <a:lnTo>
                    <a:pt x="164441" y="98493"/>
                  </a:lnTo>
                  <a:close/>
                  <a:moveTo>
                    <a:pt x="224541" y="97422"/>
                  </a:moveTo>
                  <a:lnTo>
                    <a:pt x="609349" y="97422"/>
                  </a:lnTo>
                  <a:lnTo>
                    <a:pt x="609349" y="98493"/>
                  </a:lnTo>
                  <a:lnTo>
                    <a:pt x="224541" y="98493"/>
                  </a:lnTo>
                  <a:close/>
                  <a:moveTo>
                    <a:pt x="783806" y="97422"/>
                  </a:moveTo>
                  <a:lnTo>
                    <a:pt x="1000000" y="97422"/>
                  </a:lnTo>
                  <a:lnTo>
                    <a:pt x="1000000" y="98493"/>
                  </a:lnTo>
                  <a:lnTo>
                    <a:pt x="783806" y="98493"/>
                  </a:lnTo>
                  <a:close/>
                  <a:moveTo>
                    <a:pt x="153589" y="97422"/>
                  </a:moveTo>
                  <a:lnTo>
                    <a:pt x="161937" y="97422"/>
                  </a:lnTo>
                  <a:lnTo>
                    <a:pt x="161937" y="98493"/>
                  </a:lnTo>
                  <a:lnTo>
                    <a:pt x="153589" y="98493"/>
                  </a:lnTo>
                  <a:close/>
                  <a:moveTo>
                    <a:pt x="153589" y="98493"/>
                  </a:moveTo>
                  <a:lnTo>
                    <a:pt x="161102" y="98493"/>
                  </a:lnTo>
                  <a:lnTo>
                    <a:pt x="161102" y="99564"/>
                  </a:lnTo>
                  <a:lnTo>
                    <a:pt x="153589" y="99564"/>
                  </a:lnTo>
                  <a:close/>
                  <a:moveTo>
                    <a:pt x="784641" y="98493"/>
                  </a:moveTo>
                  <a:lnTo>
                    <a:pt x="1000000" y="98493"/>
                  </a:lnTo>
                  <a:lnTo>
                    <a:pt x="1000000" y="99564"/>
                  </a:lnTo>
                  <a:lnTo>
                    <a:pt x="784641" y="99564"/>
                  </a:lnTo>
                  <a:close/>
                  <a:moveTo>
                    <a:pt x="224541" y="98493"/>
                  </a:moveTo>
                  <a:lnTo>
                    <a:pt x="608514" y="98493"/>
                  </a:lnTo>
                  <a:lnTo>
                    <a:pt x="608514" y="99564"/>
                  </a:lnTo>
                  <a:lnTo>
                    <a:pt x="224541" y="99564"/>
                  </a:lnTo>
                  <a:close/>
                  <a:moveTo>
                    <a:pt x="163606" y="98493"/>
                  </a:moveTo>
                  <a:lnTo>
                    <a:pt x="176127" y="98493"/>
                  </a:lnTo>
                  <a:lnTo>
                    <a:pt x="176127" y="99564"/>
                  </a:lnTo>
                  <a:lnTo>
                    <a:pt x="163606" y="99564"/>
                  </a:lnTo>
                  <a:close/>
                  <a:moveTo>
                    <a:pt x="0" y="98493"/>
                  </a:moveTo>
                  <a:lnTo>
                    <a:pt x="151085" y="98493"/>
                  </a:lnTo>
                  <a:lnTo>
                    <a:pt x="151085" y="100634"/>
                  </a:lnTo>
                  <a:lnTo>
                    <a:pt x="0" y="100634"/>
                  </a:lnTo>
                  <a:close/>
                  <a:moveTo>
                    <a:pt x="706177" y="97422"/>
                  </a:moveTo>
                  <a:lnTo>
                    <a:pt x="740401" y="97422"/>
                  </a:lnTo>
                  <a:lnTo>
                    <a:pt x="740401" y="100634"/>
                  </a:lnTo>
                  <a:lnTo>
                    <a:pt x="706177" y="100634"/>
                  </a:lnTo>
                  <a:close/>
                  <a:moveTo>
                    <a:pt x="224541" y="99564"/>
                  </a:moveTo>
                  <a:lnTo>
                    <a:pt x="607679" y="99564"/>
                  </a:lnTo>
                  <a:lnTo>
                    <a:pt x="607679" y="100634"/>
                  </a:lnTo>
                  <a:lnTo>
                    <a:pt x="224541" y="100634"/>
                  </a:lnTo>
                  <a:close/>
                  <a:moveTo>
                    <a:pt x="162771" y="99564"/>
                  </a:moveTo>
                  <a:lnTo>
                    <a:pt x="175292" y="99564"/>
                  </a:lnTo>
                  <a:lnTo>
                    <a:pt x="175292" y="100634"/>
                  </a:lnTo>
                  <a:lnTo>
                    <a:pt x="162771" y="100634"/>
                  </a:lnTo>
                  <a:close/>
                  <a:moveTo>
                    <a:pt x="785476" y="99564"/>
                  </a:moveTo>
                  <a:lnTo>
                    <a:pt x="1000000" y="99564"/>
                  </a:lnTo>
                  <a:lnTo>
                    <a:pt x="1000000" y="100634"/>
                  </a:lnTo>
                  <a:lnTo>
                    <a:pt x="785476" y="100634"/>
                  </a:lnTo>
                  <a:close/>
                  <a:moveTo>
                    <a:pt x="153589" y="99564"/>
                  </a:moveTo>
                  <a:lnTo>
                    <a:pt x="160267" y="99564"/>
                  </a:lnTo>
                  <a:lnTo>
                    <a:pt x="160267" y="100634"/>
                  </a:lnTo>
                  <a:lnTo>
                    <a:pt x="153589" y="100634"/>
                  </a:lnTo>
                  <a:close/>
                  <a:moveTo>
                    <a:pt x="787145" y="100634"/>
                  </a:moveTo>
                  <a:lnTo>
                    <a:pt x="1000000" y="100634"/>
                  </a:lnTo>
                  <a:lnTo>
                    <a:pt x="1000000" y="101705"/>
                  </a:lnTo>
                  <a:lnTo>
                    <a:pt x="787145" y="101705"/>
                  </a:lnTo>
                  <a:close/>
                  <a:moveTo>
                    <a:pt x="152755" y="100634"/>
                  </a:moveTo>
                  <a:lnTo>
                    <a:pt x="160267" y="100634"/>
                  </a:lnTo>
                  <a:lnTo>
                    <a:pt x="160267" y="101705"/>
                  </a:lnTo>
                  <a:lnTo>
                    <a:pt x="152755" y="101705"/>
                  </a:lnTo>
                  <a:close/>
                  <a:moveTo>
                    <a:pt x="0" y="100634"/>
                  </a:moveTo>
                  <a:lnTo>
                    <a:pt x="150250" y="100634"/>
                  </a:lnTo>
                  <a:lnTo>
                    <a:pt x="150250" y="101705"/>
                  </a:lnTo>
                  <a:lnTo>
                    <a:pt x="0" y="101705"/>
                  </a:lnTo>
                  <a:close/>
                  <a:moveTo>
                    <a:pt x="151920" y="101705"/>
                  </a:moveTo>
                  <a:lnTo>
                    <a:pt x="160267" y="101705"/>
                  </a:lnTo>
                  <a:lnTo>
                    <a:pt x="160267" y="102776"/>
                  </a:lnTo>
                  <a:lnTo>
                    <a:pt x="151920" y="102776"/>
                  </a:lnTo>
                  <a:close/>
                  <a:moveTo>
                    <a:pt x="787980" y="101705"/>
                  </a:moveTo>
                  <a:lnTo>
                    <a:pt x="1000000" y="101705"/>
                  </a:lnTo>
                  <a:lnTo>
                    <a:pt x="1000000" y="102776"/>
                  </a:lnTo>
                  <a:lnTo>
                    <a:pt x="787980" y="102776"/>
                  </a:lnTo>
                  <a:close/>
                  <a:moveTo>
                    <a:pt x="162771" y="100634"/>
                  </a:moveTo>
                  <a:lnTo>
                    <a:pt x="174457" y="100634"/>
                  </a:lnTo>
                  <a:lnTo>
                    <a:pt x="174457" y="102776"/>
                  </a:lnTo>
                  <a:lnTo>
                    <a:pt x="162771" y="102776"/>
                  </a:lnTo>
                  <a:close/>
                  <a:moveTo>
                    <a:pt x="224541" y="100634"/>
                  </a:moveTo>
                  <a:lnTo>
                    <a:pt x="606010" y="100634"/>
                  </a:lnTo>
                  <a:lnTo>
                    <a:pt x="606010" y="102776"/>
                  </a:lnTo>
                  <a:lnTo>
                    <a:pt x="224541" y="102776"/>
                  </a:lnTo>
                  <a:close/>
                  <a:moveTo>
                    <a:pt x="705342" y="100634"/>
                  </a:moveTo>
                  <a:lnTo>
                    <a:pt x="739566" y="100634"/>
                  </a:lnTo>
                  <a:lnTo>
                    <a:pt x="739566" y="103846"/>
                  </a:lnTo>
                  <a:lnTo>
                    <a:pt x="705342" y="103846"/>
                  </a:lnTo>
                  <a:close/>
                  <a:moveTo>
                    <a:pt x="216194" y="97422"/>
                  </a:moveTo>
                  <a:lnTo>
                    <a:pt x="222871" y="97422"/>
                  </a:lnTo>
                  <a:lnTo>
                    <a:pt x="222871" y="103846"/>
                  </a:lnTo>
                  <a:lnTo>
                    <a:pt x="216194" y="103846"/>
                  </a:lnTo>
                  <a:close/>
                  <a:moveTo>
                    <a:pt x="224541" y="102776"/>
                  </a:moveTo>
                  <a:lnTo>
                    <a:pt x="605175" y="102776"/>
                  </a:lnTo>
                  <a:lnTo>
                    <a:pt x="605175" y="103846"/>
                  </a:lnTo>
                  <a:lnTo>
                    <a:pt x="224541" y="103846"/>
                  </a:lnTo>
                  <a:close/>
                  <a:moveTo>
                    <a:pt x="788815" y="102776"/>
                  </a:moveTo>
                  <a:lnTo>
                    <a:pt x="1000000" y="102776"/>
                  </a:lnTo>
                  <a:lnTo>
                    <a:pt x="1000000" y="103846"/>
                  </a:lnTo>
                  <a:lnTo>
                    <a:pt x="788815" y="103846"/>
                  </a:lnTo>
                  <a:close/>
                  <a:moveTo>
                    <a:pt x="151920" y="102776"/>
                  </a:moveTo>
                  <a:lnTo>
                    <a:pt x="159432" y="102776"/>
                  </a:lnTo>
                  <a:lnTo>
                    <a:pt x="159432" y="103846"/>
                  </a:lnTo>
                  <a:lnTo>
                    <a:pt x="151920" y="103846"/>
                  </a:lnTo>
                  <a:close/>
                  <a:moveTo>
                    <a:pt x="704508" y="103846"/>
                  </a:moveTo>
                  <a:lnTo>
                    <a:pt x="739566" y="103846"/>
                  </a:lnTo>
                  <a:lnTo>
                    <a:pt x="739566" y="104917"/>
                  </a:lnTo>
                  <a:lnTo>
                    <a:pt x="704508" y="104917"/>
                  </a:lnTo>
                  <a:close/>
                  <a:moveTo>
                    <a:pt x="0" y="101705"/>
                  </a:moveTo>
                  <a:lnTo>
                    <a:pt x="149416" y="101705"/>
                  </a:lnTo>
                  <a:lnTo>
                    <a:pt x="149416" y="104917"/>
                  </a:lnTo>
                  <a:lnTo>
                    <a:pt x="0" y="104917"/>
                  </a:lnTo>
                  <a:close/>
                  <a:moveTo>
                    <a:pt x="790484" y="103846"/>
                  </a:moveTo>
                  <a:lnTo>
                    <a:pt x="1000000" y="103846"/>
                  </a:lnTo>
                  <a:lnTo>
                    <a:pt x="1000000" y="104917"/>
                  </a:lnTo>
                  <a:lnTo>
                    <a:pt x="790484" y="104917"/>
                  </a:lnTo>
                  <a:close/>
                  <a:moveTo>
                    <a:pt x="704508" y="104917"/>
                  </a:moveTo>
                  <a:lnTo>
                    <a:pt x="738731" y="104917"/>
                  </a:lnTo>
                  <a:lnTo>
                    <a:pt x="738731" y="105988"/>
                  </a:lnTo>
                  <a:lnTo>
                    <a:pt x="704508" y="105988"/>
                  </a:lnTo>
                  <a:close/>
                  <a:moveTo>
                    <a:pt x="791319" y="104917"/>
                  </a:moveTo>
                  <a:lnTo>
                    <a:pt x="1000000" y="104917"/>
                  </a:lnTo>
                  <a:lnTo>
                    <a:pt x="1000000" y="105988"/>
                  </a:lnTo>
                  <a:lnTo>
                    <a:pt x="791319" y="105988"/>
                  </a:lnTo>
                  <a:close/>
                  <a:moveTo>
                    <a:pt x="151085" y="103846"/>
                  </a:moveTo>
                  <a:lnTo>
                    <a:pt x="158598" y="103846"/>
                  </a:lnTo>
                  <a:lnTo>
                    <a:pt x="158598" y="105988"/>
                  </a:lnTo>
                  <a:lnTo>
                    <a:pt x="151085" y="105988"/>
                  </a:lnTo>
                  <a:close/>
                  <a:moveTo>
                    <a:pt x="161937" y="102776"/>
                  </a:moveTo>
                  <a:lnTo>
                    <a:pt x="173623" y="102776"/>
                  </a:lnTo>
                  <a:lnTo>
                    <a:pt x="173623" y="105988"/>
                  </a:lnTo>
                  <a:lnTo>
                    <a:pt x="161937" y="105988"/>
                  </a:lnTo>
                  <a:close/>
                  <a:moveTo>
                    <a:pt x="215359" y="103846"/>
                  </a:moveTo>
                  <a:lnTo>
                    <a:pt x="222871" y="103846"/>
                  </a:lnTo>
                  <a:lnTo>
                    <a:pt x="222871" y="105988"/>
                  </a:lnTo>
                  <a:lnTo>
                    <a:pt x="215359" y="105988"/>
                  </a:lnTo>
                  <a:close/>
                  <a:moveTo>
                    <a:pt x="224541" y="103846"/>
                  </a:moveTo>
                  <a:lnTo>
                    <a:pt x="603506" y="103846"/>
                  </a:lnTo>
                  <a:lnTo>
                    <a:pt x="603506" y="105988"/>
                  </a:lnTo>
                  <a:lnTo>
                    <a:pt x="224541" y="105988"/>
                  </a:lnTo>
                  <a:close/>
                  <a:moveTo>
                    <a:pt x="224541" y="105988"/>
                  </a:moveTo>
                  <a:lnTo>
                    <a:pt x="602671" y="105988"/>
                  </a:lnTo>
                  <a:lnTo>
                    <a:pt x="602671" y="107059"/>
                  </a:lnTo>
                  <a:lnTo>
                    <a:pt x="224541" y="107059"/>
                  </a:lnTo>
                  <a:close/>
                  <a:moveTo>
                    <a:pt x="792154" y="105988"/>
                  </a:moveTo>
                  <a:lnTo>
                    <a:pt x="1000000" y="105988"/>
                  </a:lnTo>
                  <a:lnTo>
                    <a:pt x="1000000" y="107059"/>
                  </a:lnTo>
                  <a:lnTo>
                    <a:pt x="792154" y="107059"/>
                  </a:lnTo>
                  <a:close/>
                  <a:moveTo>
                    <a:pt x="703673" y="105988"/>
                  </a:moveTo>
                  <a:lnTo>
                    <a:pt x="737896" y="105988"/>
                  </a:lnTo>
                  <a:lnTo>
                    <a:pt x="737896" y="107059"/>
                  </a:lnTo>
                  <a:lnTo>
                    <a:pt x="703673" y="107059"/>
                  </a:lnTo>
                  <a:close/>
                  <a:moveTo>
                    <a:pt x="161102" y="105988"/>
                  </a:moveTo>
                  <a:lnTo>
                    <a:pt x="172788" y="105988"/>
                  </a:lnTo>
                  <a:lnTo>
                    <a:pt x="172788" y="107059"/>
                  </a:lnTo>
                  <a:lnTo>
                    <a:pt x="161102" y="107059"/>
                  </a:lnTo>
                  <a:close/>
                  <a:moveTo>
                    <a:pt x="224541" y="107059"/>
                  </a:moveTo>
                  <a:lnTo>
                    <a:pt x="601836" y="107059"/>
                  </a:lnTo>
                  <a:lnTo>
                    <a:pt x="601836" y="108129"/>
                  </a:lnTo>
                  <a:lnTo>
                    <a:pt x="224541" y="108129"/>
                  </a:lnTo>
                  <a:close/>
                  <a:moveTo>
                    <a:pt x="793823" y="107059"/>
                  </a:moveTo>
                  <a:lnTo>
                    <a:pt x="1000000" y="107059"/>
                  </a:lnTo>
                  <a:lnTo>
                    <a:pt x="1000000" y="108129"/>
                  </a:lnTo>
                  <a:lnTo>
                    <a:pt x="793823" y="108129"/>
                  </a:lnTo>
                  <a:close/>
                  <a:moveTo>
                    <a:pt x="703673" y="107059"/>
                  </a:moveTo>
                  <a:lnTo>
                    <a:pt x="737062" y="107059"/>
                  </a:lnTo>
                  <a:lnTo>
                    <a:pt x="737062" y="108129"/>
                  </a:lnTo>
                  <a:lnTo>
                    <a:pt x="703673" y="108129"/>
                  </a:lnTo>
                  <a:close/>
                  <a:moveTo>
                    <a:pt x="214524" y="105988"/>
                  </a:moveTo>
                  <a:lnTo>
                    <a:pt x="222871" y="105988"/>
                  </a:lnTo>
                  <a:lnTo>
                    <a:pt x="222871" y="108129"/>
                  </a:lnTo>
                  <a:lnTo>
                    <a:pt x="214524" y="108129"/>
                  </a:lnTo>
                  <a:close/>
                  <a:moveTo>
                    <a:pt x="0" y="104917"/>
                  </a:moveTo>
                  <a:lnTo>
                    <a:pt x="148581" y="104917"/>
                  </a:lnTo>
                  <a:lnTo>
                    <a:pt x="148581" y="109200"/>
                  </a:lnTo>
                  <a:lnTo>
                    <a:pt x="0" y="109200"/>
                  </a:lnTo>
                  <a:close/>
                  <a:moveTo>
                    <a:pt x="703673" y="108129"/>
                  </a:moveTo>
                  <a:lnTo>
                    <a:pt x="736227" y="108129"/>
                  </a:lnTo>
                  <a:lnTo>
                    <a:pt x="736227" y="109200"/>
                  </a:lnTo>
                  <a:lnTo>
                    <a:pt x="703673" y="109200"/>
                  </a:lnTo>
                  <a:close/>
                  <a:moveTo>
                    <a:pt x="160267" y="107059"/>
                  </a:moveTo>
                  <a:lnTo>
                    <a:pt x="171953" y="107059"/>
                  </a:lnTo>
                  <a:lnTo>
                    <a:pt x="171953" y="109200"/>
                  </a:lnTo>
                  <a:lnTo>
                    <a:pt x="160267" y="109200"/>
                  </a:lnTo>
                  <a:close/>
                  <a:moveTo>
                    <a:pt x="795492" y="108129"/>
                  </a:moveTo>
                  <a:lnTo>
                    <a:pt x="1000000" y="108129"/>
                  </a:lnTo>
                  <a:lnTo>
                    <a:pt x="1000000" y="109200"/>
                  </a:lnTo>
                  <a:lnTo>
                    <a:pt x="795492" y="109200"/>
                  </a:lnTo>
                  <a:close/>
                  <a:moveTo>
                    <a:pt x="151085" y="105988"/>
                  </a:moveTo>
                  <a:lnTo>
                    <a:pt x="157763" y="105988"/>
                  </a:lnTo>
                  <a:lnTo>
                    <a:pt x="157763" y="109200"/>
                  </a:lnTo>
                  <a:lnTo>
                    <a:pt x="151085" y="109200"/>
                  </a:lnTo>
                  <a:close/>
                  <a:moveTo>
                    <a:pt x="796327" y="109200"/>
                  </a:moveTo>
                  <a:lnTo>
                    <a:pt x="1000000" y="109200"/>
                  </a:lnTo>
                  <a:lnTo>
                    <a:pt x="1000000" y="110271"/>
                  </a:lnTo>
                  <a:lnTo>
                    <a:pt x="796327" y="110271"/>
                  </a:lnTo>
                  <a:close/>
                  <a:moveTo>
                    <a:pt x="702838" y="109200"/>
                  </a:moveTo>
                  <a:lnTo>
                    <a:pt x="736227" y="109200"/>
                  </a:lnTo>
                  <a:lnTo>
                    <a:pt x="736227" y="110271"/>
                  </a:lnTo>
                  <a:lnTo>
                    <a:pt x="702838" y="110271"/>
                  </a:lnTo>
                  <a:close/>
                  <a:moveTo>
                    <a:pt x="150250" y="109200"/>
                  </a:moveTo>
                  <a:lnTo>
                    <a:pt x="156928" y="109200"/>
                  </a:lnTo>
                  <a:lnTo>
                    <a:pt x="156928" y="110271"/>
                  </a:lnTo>
                  <a:lnTo>
                    <a:pt x="150250" y="110271"/>
                  </a:lnTo>
                  <a:close/>
                  <a:moveTo>
                    <a:pt x="224541" y="108129"/>
                  </a:moveTo>
                  <a:lnTo>
                    <a:pt x="601002" y="108129"/>
                  </a:lnTo>
                  <a:lnTo>
                    <a:pt x="601002" y="110271"/>
                  </a:lnTo>
                  <a:lnTo>
                    <a:pt x="224541" y="110271"/>
                  </a:lnTo>
                  <a:close/>
                  <a:moveTo>
                    <a:pt x="0" y="109200"/>
                  </a:moveTo>
                  <a:lnTo>
                    <a:pt x="149416" y="109200"/>
                  </a:lnTo>
                  <a:lnTo>
                    <a:pt x="149416" y="110271"/>
                  </a:lnTo>
                  <a:lnTo>
                    <a:pt x="0" y="110271"/>
                  </a:lnTo>
                  <a:close/>
                  <a:moveTo>
                    <a:pt x="213689" y="108129"/>
                  </a:moveTo>
                  <a:lnTo>
                    <a:pt x="222871" y="108129"/>
                  </a:lnTo>
                  <a:lnTo>
                    <a:pt x="222871" y="110271"/>
                  </a:lnTo>
                  <a:lnTo>
                    <a:pt x="213689" y="110271"/>
                  </a:lnTo>
                  <a:close/>
                  <a:moveTo>
                    <a:pt x="0" y="110271"/>
                  </a:moveTo>
                  <a:lnTo>
                    <a:pt x="156928" y="110271"/>
                  </a:lnTo>
                  <a:lnTo>
                    <a:pt x="156928" y="111341"/>
                  </a:lnTo>
                  <a:lnTo>
                    <a:pt x="0" y="111341"/>
                  </a:lnTo>
                  <a:close/>
                  <a:moveTo>
                    <a:pt x="797162" y="110271"/>
                  </a:moveTo>
                  <a:lnTo>
                    <a:pt x="1000000" y="110271"/>
                  </a:lnTo>
                  <a:lnTo>
                    <a:pt x="1000000" y="111341"/>
                  </a:lnTo>
                  <a:lnTo>
                    <a:pt x="797162" y="111341"/>
                  </a:lnTo>
                  <a:close/>
                  <a:moveTo>
                    <a:pt x="224541" y="110271"/>
                  </a:moveTo>
                  <a:lnTo>
                    <a:pt x="600167" y="110271"/>
                  </a:lnTo>
                  <a:lnTo>
                    <a:pt x="600167" y="111341"/>
                  </a:lnTo>
                  <a:lnTo>
                    <a:pt x="224541" y="111341"/>
                  </a:lnTo>
                  <a:close/>
                  <a:moveTo>
                    <a:pt x="702838" y="110271"/>
                  </a:moveTo>
                  <a:lnTo>
                    <a:pt x="735392" y="110271"/>
                  </a:lnTo>
                  <a:lnTo>
                    <a:pt x="735392" y="111341"/>
                  </a:lnTo>
                  <a:lnTo>
                    <a:pt x="702838" y="111341"/>
                  </a:lnTo>
                  <a:close/>
                  <a:moveTo>
                    <a:pt x="0" y="111341"/>
                  </a:moveTo>
                  <a:lnTo>
                    <a:pt x="156093" y="111341"/>
                  </a:lnTo>
                  <a:lnTo>
                    <a:pt x="156093" y="112412"/>
                  </a:lnTo>
                  <a:lnTo>
                    <a:pt x="0" y="112412"/>
                  </a:lnTo>
                  <a:close/>
                  <a:moveTo>
                    <a:pt x="224541" y="111341"/>
                  </a:moveTo>
                  <a:lnTo>
                    <a:pt x="598497" y="111341"/>
                  </a:lnTo>
                  <a:lnTo>
                    <a:pt x="598497" y="112412"/>
                  </a:lnTo>
                  <a:lnTo>
                    <a:pt x="224541" y="112412"/>
                  </a:lnTo>
                  <a:close/>
                  <a:moveTo>
                    <a:pt x="702838" y="111341"/>
                  </a:moveTo>
                  <a:lnTo>
                    <a:pt x="734558" y="111341"/>
                  </a:lnTo>
                  <a:lnTo>
                    <a:pt x="734558" y="112412"/>
                  </a:lnTo>
                  <a:lnTo>
                    <a:pt x="702838" y="112412"/>
                  </a:lnTo>
                  <a:close/>
                  <a:moveTo>
                    <a:pt x="798831" y="111341"/>
                  </a:moveTo>
                  <a:lnTo>
                    <a:pt x="1000000" y="111341"/>
                  </a:lnTo>
                  <a:lnTo>
                    <a:pt x="1000000" y="112412"/>
                  </a:lnTo>
                  <a:lnTo>
                    <a:pt x="798831" y="112412"/>
                  </a:lnTo>
                  <a:close/>
                  <a:moveTo>
                    <a:pt x="213689" y="110271"/>
                  </a:moveTo>
                  <a:lnTo>
                    <a:pt x="222037" y="110271"/>
                  </a:lnTo>
                  <a:lnTo>
                    <a:pt x="222037" y="112412"/>
                  </a:lnTo>
                  <a:lnTo>
                    <a:pt x="213689" y="112412"/>
                  </a:lnTo>
                  <a:close/>
                  <a:moveTo>
                    <a:pt x="159432" y="109200"/>
                  </a:moveTo>
                  <a:lnTo>
                    <a:pt x="171119" y="109200"/>
                  </a:lnTo>
                  <a:lnTo>
                    <a:pt x="171119" y="112412"/>
                  </a:lnTo>
                  <a:lnTo>
                    <a:pt x="159432" y="112412"/>
                  </a:lnTo>
                  <a:close/>
                  <a:moveTo>
                    <a:pt x="702838" y="112412"/>
                  </a:moveTo>
                  <a:lnTo>
                    <a:pt x="733723" y="112412"/>
                  </a:lnTo>
                  <a:lnTo>
                    <a:pt x="733723" y="113483"/>
                  </a:lnTo>
                  <a:lnTo>
                    <a:pt x="702838" y="113483"/>
                  </a:lnTo>
                  <a:close/>
                  <a:moveTo>
                    <a:pt x="799666" y="112412"/>
                  </a:moveTo>
                  <a:lnTo>
                    <a:pt x="1000000" y="112412"/>
                  </a:lnTo>
                  <a:lnTo>
                    <a:pt x="1000000" y="113483"/>
                  </a:lnTo>
                  <a:lnTo>
                    <a:pt x="799666" y="113483"/>
                  </a:lnTo>
                  <a:close/>
                  <a:moveTo>
                    <a:pt x="159432" y="112412"/>
                  </a:moveTo>
                  <a:lnTo>
                    <a:pt x="170284" y="112412"/>
                  </a:lnTo>
                  <a:lnTo>
                    <a:pt x="170284" y="113483"/>
                  </a:lnTo>
                  <a:lnTo>
                    <a:pt x="159432" y="113483"/>
                  </a:lnTo>
                  <a:close/>
                  <a:moveTo>
                    <a:pt x="213689" y="112412"/>
                  </a:moveTo>
                  <a:lnTo>
                    <a:pt x="222871" y="112412"/>
                  </a:lnTo>
                  <a:lnTo>
                    <a:pt x="222871" y="113483"/>
                  </a:lnTo>
                  <a:lnTo>
                    <a:pt x="213689" y="113483"/>
                  </a:lnTo>
                  <a:close/>
                  <a:moveTo>
                    <a:pt x="223706" y="112412"/>
                  </a:moveTo>
                  <a:lnTo>
                    <a:pt x="598497" y="112412"/>
                  </a:lnTo>
                  <a:lnTo>
                    <a:pt x="598497" y="113483"/>
                  </a:lnTo>
                  <a:lnTo>
                    <a:pt x="223706" y="113483"/>
                  </a:lnTo>
                  <a:close/>
                  <a:moveTo>
                    <a:pt x="158598" y="113483"/>
                  </a:moveTo>
                  <a:lnTo>
                    <a:pt x="170284" y="113483"/>
                  </a:lnTo>
                  <a:lnTo>
                    <a:pt x="170284" y="114553"/>
                  </a:lnTo>
                  <a:lnTo>
                    <a:pt x="158598" y="114553"/>
                  </a:lnTo>
                  <a:close/>
                  <a:moveTo>
                    <a:pt x="800501" y="113483"/>
                  </a:moveTo>
                  <a:lnTo>
                    <a:pt x="1000000" y="113483"/>
                  </a:lnTo>
                  <a:lnTo>
                    <a:pt x="1000000" y="114553"/>
                  </a:lnTo>
                  <a:lnTo>
                    <a:pt x="800501" y="114553"/>
                  </a:lnTo>
                  <a:close/>
                  <a:moveTo>
                    <a:pt x="702003" y="113483"/>
                  </a:moveTo>
                  <a:lnTo>
                    <a:pt x="732888" y="113483"/>
                  </a:lnTo>
                  <a:lnTo>
                    <a:pt x="732888" y="114553"/>
                  </a:lnTo>
                  <a:lnTo>
                    <a:pt x="702003" y="114553"/>
                  </a:lnTo>
                  <a:close/>
                  <a:moveTo>
                    <a:pt x="701169" y="114553"/>
                  </a:moveTo>
                  <a:lnTo>
                    <a:pt x="732053" y="114553"/>
                  </a:lnTo>
                  <a:lnTo>
                    <a:pt x="732053" y="115624"/>
                  </a:lnTo>
                  <a:lnTo>
                    <a:pt x="701169" y="115624"/>
                  </a:lnTo>
                  <a:close/>
                  <a:moveTo>
                    <a:pt x="803005" y="114553"/>
                  </a:moveTo>
                  <a:lnTo>
                    <a:pt x="1000000" y="114553"/>
                  </a:lnTo>
                  <a:lnTo>
                    <a:pt x="1000000" y="115624"/>
                  </a:lnTo>
                  <a:lnTo>
                    <a:pt x="803005" y="115624"/>
                  </a:lnTo>
                  <a:close/>
                  <a:moveTo>
                    <a:pt x="213689" y="113483"/>
                  </a:moveTo>
                  <a:lnTo>
                    <a:pt x="597663" y="113483"/>
                  </a:lnTo>
                  <a:lnTo>
                    <a:pt x="597663" y="115624"/>
                  </a:lnTo>
                  <a:lnTo>
                    <a:pt x="213689" y="115624"/>
                  </a:lnTo>
                  <a:close/>
                  <a:moveTo>
                    <a:pt x="158598" y="114553"/>
                  </a:moveTo>
                  <a:lnTo>
                    <a:pt x="169449" y="114553"/>
                  </a:lnTo>
                  <a:lnTo>
                    <a:pt x="169449" y="115624"/>
                  </a:lnTo>
                  <a:lnTo>
                    <a:pt x="158598" y="115624"/>
                  </a:lnTo>
                  <a:close/>
                  <a:moveTo>
                    <a:pt x="0" y="112412"/>
                  </a:moveTo>
                  <a:lnTo>
                    <a:pt x="155259" y="112412"/>
                  </a:lnTo>
                  <a:lnTo>
                    <a:pt x="155259" y="115624"/>
                  </a:lnTo>
                  <a:lnTo>
                    <a:pt x="0" y="115624"/>
                  </a:lnTo>
                  <a:close/>
                  <a:moveTo>
                    <a:pt x="701169" y="115624"/>
                  </a:moveTo>
                  <a:lnTo>
                    <a:pt x="731219" y="115624"/>
                  </a:lnTo>
                  <a:lnTo>
                    <a:pt x="731219" y="116695"/>
                  </a:lnTo>
                  <a:lnTo>
                    <a:pt x="701169" y="116695"/>
                  </a:lnTo>
                  <a:close/>
                  <a:moveTo>
                    <a:pt x="212855" y="115624"/>
                  </a:moveTo>
                  <a:lnTo>
                    <a:pt x="596828" y="115624"/>
                  </a:lnTo>
                  <a:lnTo>
                    <a:pt x="596828" y="116695"/>
                  </a:lnTo>
                  <a:lnTo>
                    <a:pt x="212855" y="116695"/>
                  </a:lnTo>
                  <a:close/>
                  <a:moveTo>
                    <a:pt x="803840" y="115624"/>
                  </a:moveTo>
                  <a:lnTo>
                    <a:pt x="1000000" y="115624"/>
                  </a:lnTo>
                  <a:lnTo>
                    <a:pt x="1000000" y="116695"/>
                  </a:lnTo>
                  <a:lnTo>
                    <a:pt x="803840" y="116695"/>
                  </a:lnTo>
                  <a:close/>
                  <a:moveTo>
                    <a:pt x="158598" y="115624"/>
                  </a:moveTo>
                  <a:lnTo>
                    <a:pt x="168614" y="115624"/>
                  </a:lnTo>
                  <a:lnTo>
                    <a:pt x="168614" y="117765"/>
                  </a:lnTo>
                  <a:lnTo>
                    <a:pt x="158598" y="117765"/>
                  </a:lnTo>
                  <a:close/>
                  <a:moveTo>
                    <a:pt x="700334" y="116695"/>
                  </a:moveTo>
                  <a:lnTo>
                    <a:pt x="731219" y="116695"/>
                  </a:lnTo>
                  <a:lnTo>
                    <a:pt x="731219" y="117765"/>
                  </a:lnTo>
                  <a:lnTo>
                    <a:pt x="700334" y="117765"/>
                  </a:lnTo>
                  <a:close/>
                  <a:moveTo>
                    <a:pt x="212855" y="116695"/>
                  </a:moveTo>
                  <a:lnTo>
                    <a:pt x="595993" y="116695"/>
                  </a:lnTo>
                  <a:lnTo>
                    <a:pt x="595993" y="117765"/>
                  </a:lnTo>
                  <a:lnTo>
                    <a:pt x="212855" y="117765"/>
                  </a:lnTo>
                  <a:close/>
                  <a:moveTo>
                    <a:pt x="804674" y="116695"/>
                  </a:moveTo>
                  <a:lnTo>
                    <a:pt x="1000000" y="116695"/>
                  </a:lnTo>
                  <a:lnTo>
                    <a:pt x="1000000" y="117765"/>
                  </a:lnTo>
                  <a:lnTo>
                    <a:pt x="804674" y="117765"/>
                  </a:lnTo>
                  <a:close/>
                  <a:moveTo>
                    <a:pt x="806344" y="117765"/>
                  </a:moveTo>
                  <a:lnTo>
                    <a:pt x="1000000" y="117765"/>
                  </a:lnTo>
                  <a:lnTo>
                    <a:pt x="1000000" y="118836"/>
                  </a:lnTo>
                  <a:lnTo>
                    <a:pt x="806344" y="118836"/>
                  </a:lnTo>
                  <a:close/>
                  <a:moveTo>
                    <a:pt x="700334" y="117765"/>
                  </a:moveTo>
                  <a:lnTo>
                    <a:pt x="729549" y="117765"/>
                  </a:lnTo>
                  <a:lnTo>
                    <a:pt x="729549" y="118836"/>
                  </a:lnTo>
                  <a:lnTo>
                    <a:pt x="700334" y="118836"/>
                  </a:lnTo>
                  <a:close/>
                  <a:moveTo>
                    <a:pt x="212020" y="117765"/>
                  </a:moveTo>
                  <a:lnTo>
                    <a:pt x="595993" y="117765"/>
                  </a:lnTo>
                  <a:lnTo>
                    <a:pt x="595993" y="118836"/>
                  </a:lnTo>
                  <a:lnTo>
                    <a:pt x="212020" y="118836"/>
                  </a:lnTo>
                  <a:close/>
                  <a:moveTo>
                    <a:pt x="212020" y="118836"/>
                  </a:moveTo>
                  <a:lnTo>
                    <a:pt x="595159" y="118836"/>
                  </a:lnTo>
                  <a:lnTo>
                    <a:pt x="595159" y="119907"/>
                  </a:lnTo>
                  <a:lnTo>
                    <a:pt x="212020" y="119907"/>
                  </a:lnTo>
                  <a:close/>
                  <a:moveTo>
                    <a:pt x="157763" y="117765"/>
                  </a:moveTo>
                  <a:lnTo>
                    <a:pt x="168614" y="117765"/>
                  </a:lnTo>
                  <a:lnTo>
                    <a:pt x="168614" y="119907"/>
                  </a:lnTo>
                  <a:lnTo>
                    <a:pt x="157763" y="119907"/>
                  </a:lnTo>
                  <a:close/>
                  <a:moveTo>
                    <a:pt x="808013" y="118836"/>
                  </a:moveTo>
                  <a:lnTo>
                    <a:pt x="1000000" y="118836"/>
                  </a:lnTo>
                  <a:lnTo>
                    <a:pt x="1000000" y="119907"/>
                  </a:lnTo>
                  <a:lnTo>
                    <a:pt x="808013" y="119907"/>
                  </a:lnTo>
                  <a:close/>
                  <a:moveTo>
                    <a:pt x="700334" y="118836"/>
                  </a:moveTo>
                  <a:lnTo>
                    <a:pt x="728715" y="118836"/>
                  </a:lnTo>
                  <a:lnTo>
                    <a:pt x="728715" y="120977"/>
                  </a:lnTo>
                  <a:lnTo>
                    <a:pt x="700334" y="120977"/>
                  </a:lnTo>
                  <a:close/>
                  <a:moveTo>
                    <a:pt x="808848" y="119907"/>
                  </a:moveTo>
                  <a:lnTo>
                    <a:pt x="1000000" y="119907"/>
                  </a:lnTo>
                  <a:lnTo>
                    <a:pt x="1000000" y="120977"/>
                  </a:lnTo>
                  <a:lnTo>
                    <a:pt x="808848" y="120977"/>
                  </a:lnTo>
                  <a:close/>
                  <a:moveTo>
                    <a:pt x="156928" y="119907"/>
                  </a:moveTo>
                  <a:lnTo>
                    <a:pt x="167780" y="119907"/>
                  </a:lnTo>
                  <a:lnTo>
                    <a:pt x="167780" y="122048"/>
                  </a:lnTo>
                  <a:lnTo>
                    <a:pt x="156928" y="122048"/>
                  </a:lnTo>
                  <a:close/>
                  <a:moveTo>
                    <a:pt x="700334" y="120977"/>
                  </a:moveTo>
                  <a:lnTo>
                    <a:pt x="727880" y="120977"/>
                  </a:lnTo>
                  <a:lnTo>
                    <a:pt x="727880" y="122048"/>
                  </a:lnTo>
                  <a:lnTo>
                    <a:pt x="700334" y="122048"/>
                  </a:lnTo>
                  <a:close/>
                  <a:moveTo>
                    <a:pt x="699499" y="122048"/>
                  </a:moveTo>
                  <a:lnTo>
                    <a:pt x="727045" y="122048"/>
                  </a:lnTo>
                  <a:lnTo>
                    <a:pt x="727045" y="123119"/>
                  </a:lnTo>
                  <a:lnTo>
                    <a:pt x="699499" y="123119"/>
                  </a:lnTo>
                  <a:close/>
                  <a:moveTo>
                    <a:pt x="156928" y="122048"/>
                  </a:moveTo>
                  <a:lnTo>
                    <a:pt x="166945" y="122048"/>
                  </a:lnTo>
                  <a:lnTo>
                    <a:pt x="166945" y="123119"/>
                  </a:lnTo>
                  <a:lnTo>
                    <a:pt x="156928" y="123119"/>
                  </a:lnTo>
                  <a:close/>
                  <a:moveTo>
                    <a:pt x="0" y="115624"/>
                  </a:moveTo>
                  <a:lnTo>
                    <a:pt x="154424" y="115624"/>
                  </a:lnTo>
                  <a:lnTo>
                    <a:pt x="154424" y="123119"/>
                  </a:lnTo>
                  <a:lnTo>
                    <a:pt x="0" y="123119"/>
                  </a:lnTo>
                  <a:close/>
                  <a:moveTo>
                    <a:pt x="211185" y="119907"/>
                  </a:moveTo>
                  <a:lnTo>
                    <a:pt x="595159" y="119907"/>
                  </a:lnTo>
                  <a:lnTo>
                    <a:pt x="595159" y="123119"/>
                  </a:lnTo>
                  <a:lnTo>
                    <a:pt x="211185" y="123119"/>
                  </a:lnTo>
                  <a:close/>
                  <a:moveTo>
                    <a:pt x="699499" y="123119"/>
                  </a:moveTo>
                  <a:lnTo>
                    <a:pt x="726210" y="123119"/>
                  </a:lnTo>
                  <a:lnTo>
                    <a:pt x="726210" y="124189"/>
                  </a:lnTo>
                  <a:lnTo>
                    <a:pt x="699499" y="124189"/>
                  </a:lnTo>
                  <a:close/>
                  <a:moveTo>
                    <a:pt x="0" y="123119"/>
                  </a:moveTo>
                  <a:lnTo>
                    <a:pt x="166945" y="123119"/>
                  </a:lnTo>
                  <a:lnTo>
                    <a:pt x="166945" y="124189"/>
                  </a:lnTo>
                  <a:lnTo>
                    <a:pt x="0" y="124189"/>
                  </a:lnTo>
                  <a:close/>
                  <a:moveTo>
                    <a:pt x="811352" y="120977"/>
                  </a:moveTo>
                  <a:lnTo>
                    <a:pt x="1000000" y="120977"/>
                  </a:lnTo>
                  <a:lnTo>
                    <a:pt x="1000000" y="124189"/>
                  </a:lnTo>
                  <a:lnTo>
                    <a:pt x="811352" y="124189"/>
                  </a:lnTo>
                  <a:close/>
                  <a:moveTo>
                    <a:pt x="810518" y="124189"/>
                  </a:moveTo>
                  <a:lnTo>
                    <a:pt x="818865" y="124189"/>
                  </a:lnTo>
                  <a:lnTo>
                    <a:pt x="818865" y="125260"/>
                  </a:lnTo>
                  <a:lnTo>
                    <a:pt x="810518" y="125260"/>
                  </a:lnTo>
                  <a:close/>
                  <a:moveTo>
                    <a:pt x="211185" y="123119"/>
                  </a:moveTo>
                  <a:lnTo>
                    <a:pt x="594324" y="123119"/>
                  </a:lnTo>
                  <a:lnTo>
                    <a:pt x="594324" y="125260"/>
                  </a:lnTo>
                  <a:lnTo>
                    <a:pt x="211185" y="125260"/>
                  </a:lnTo>
                  <a:close/>
                  <a:moveTo>
                    <a:pt x="821369" y="124189"/>
                  </a:moveTo>
                  <a:lnTo>
                    <a:pt x="1000000" y="124189"/>
                  </a:lnTo>
                  <a:lnTo>
                    <a:pt x="1000000" y="125260"/>
                  </a:lnTo>
                  <a:lnTo>
                    <a:pt x="821369" y="125260"/>
                  </a:lnTo>
                  <a:close/>
                  <a:moveTo>
                    <a:pt x="654424" y="124189"/>
                  </a:moveTo>
                  <a:lnTo>
                    <a:pt x="656928" y="124189"/>
                  </a:lnTo>
                  <a:lnTo>
                    <a:pt x="656928" y="125260"/>
                  </a:lnTo>
                  <a:lnTo>
                    <a:pt x="654424" y="125260"/>
                  </a:lnTo>
                  <a:close/>
                  <a:moveTo>
                    <a:pt x="698664" y="124189"/>
                  </a:moveTo>
                  <a:lnTo>
                    <a:pt x="726210" y="124189"/>
                  </a:lnTo>
                  <a:lnTo>
                    <a:pt x="726210" y="125260"/>
                  </a:lnTo>
                  <a:lnTo>
                    <a:pt x="698664" y="125260"/>
                  </a:lnTo>
                  <a:close/>
                  <a:moveTo>
                    <a:pt x="809683" y="125260"/>
                  </a:moveTo>
                  <a:lnTo>
                    <a:pt x="817195" y="125260"/>
                  </a:lnTo>
                  <a:lnTo>
                    <a:pt x="817195" y="126331"/>
                  </a:lnTo>
                  <a:lnTo>
                    <a:pt x="809683" y="126331"/>
                  </a:lnTo>
                  <a:close/>
                  <a:moveTo>
                    <a:pt x="697830" y="125260"/>
                  </a:moveTo>
                  <a:lnTo>
                    <a:pt x="725376" y="125260"/>
                  </a:lnTo>
                  <a:lnTo>
                    <a:pt x="725376" y="126331"/>
                  </a:lnTo>
                  <a:lnTo>
                    <a:pt x="697830" y="126331"/>
                  </a:lnTo>
                  <a:close/>
                  <a:moveTo>
                    <a:pt x="653589" y="125260"/>
                  </a:moveTo>
                  <a:lnTo>
                    <a:pt x="657763" y="125260"/>
                  </a:lnTo>
                  <a:lnTo>
                    <a:pt x="657763" y="126331"/>
                  </a:lnTo>
                  <a:lnTo>
                    <a:pt x="653589" y="126331"/>
                  </a:lnTo>
                  <a:close/>
                  <a:moveTo>
                    <a:pt x="827212" y="125260"/>
                  </a:moveTo>
                  <a:lnTo>
                    <a:pt x="1000000" y="125260"/>
                  </a:lnTo>
                  <a:lnTo>
                    <a:pt x="1000000" y="126331"/>
                  </a:lnTo>
                  <a:lnTo>
                    <a:pt x="827212" y="126331"/>
                  </a:lnTo>
                  <a:close/>
                  <a:moveTo>
                    <a:pt x="828047" y="126331"/>
                  </a:moveTo>
                  <a:lnTo>
                    <a:pt x="1000000" y="126331"/>
                  </a:lnTo>
                  <a:lnTo>
                    <a:pt x="1000000" y="127402"/>
                  </a:lnTo>
                  <a:lnTo>
                    <a:pt x="828047" y="127402"/>
                  </a:lnTo>
                  <a:close/>
                  <a:moveTo>
                    <a:pt x="651085" y="126331"/>
                  </a:moveTo>
                  <a:lnTo>
                    <a:pt x="657763" y="126331"/>
                  </a:lnTo>
                  <a:lnTo>
                    <a:pt x="657763" y="127402"/>
                  </a:lnTo>
                  <a:lnTo>
                    <a:pt x="651085" y="127402"/>
                  </a:lnTo>
                  <a:close/>
                  <a:moveTo>
                    <a:pt x="0" y="124189"/>
                  </a:moveTo>
                  <a:lnTo>
                    <a:pt x="166110" y="124189"/>
                  </a:lnTo>
                  <a:lnTo>
                    <a:pt x="166110" y="127402"/>
                  </a:lnTo>
                  <a:lnTo>
                    <a:pt x="0" y="127402"/>
                  </a:lnTo>
                  <a:close/>
                  <a:moveTo>
                    <a:pt x="809683" y="126331"/>
                  </a:moveTo>
                  <a:lnTo>
                    <a:pt x="816361" y="126331"/>
                  </a:lnTo>
                  <a:lnTo>
                    <a:pt x="816361" y="127402"/>
                  </a:lnTo>
                  <a:lnTo>
                    <a:pt x="809683" y="127402"/>
                  </a:lnTo>
                  <a:close/>
                  <a:moveTo>
                    <a:pt x="697830" y="126331"/>
                  </a:moveTo>
                  <a:lnTo>
                    <a:pt x="724541" y="126331"/>
                  </a:lnTo>
                  <a:lnTo>
                    <a:pt x="724541" y="127402"/>
                  </a:lnTo>
                  <a:lnTo>
                    <a:pt x="697830" y="127402"/>
                  </a:lnTo>
                  <a:close/>
                  <a:moveTo>
                    <a:pt x="697830" y="127402"/>
                  </a:moveTo>
                  <a:lnTo>
                    <a:pt x="723706" y="127402"/>
                  </a:lnTo>
                  <a:lnTo>
                    <a:pt x="723706" y="128472"/>
                  </a:lnTo>
                  <a:lnTo>
                    <a:pt x="697830" y="128472"/>
                  </a:lnTo>
                  <a:close/>
                  <a:moveTo>
                    <a:pt x="829716" y="127402"/>
                  </a:moveTo>
                  <a:lnTo>
                    <a:pt x="1000000" y="127402"/>
                  </a:lnTo>
                  <a:lnTo>
                    <a:pt x="1000000" y="128472"/>
                  </a:lnTo>
                  <a:lnTo>
                    <a:pt x="829716" y="128472"/>
                  </a:lnTo>
                  <a:close/>
                  <a:moveTo>
                    <a:pt x="649416" y="127402"/>
                  </a:moveTo>
                  <a:lnTo>
                    <a:pt x="656928" y="127402"/>
                  </a:lnTo>
                  <a:lnTo>
                    <a:pt x="656928" y="128472"/>
                  </a:lnTo>
                  <a:lnTo>
                    <a:pt x="649416" y="128472"/>
                  </a:lnTo>
                  <a:close/>
                  <a:moveTo>
                    <a:pt x="808848" y="127402"/>
                  </a:moveTo>
                  <a:lnTo>
                    <a:pt x="816361" y="127402"/>
                  </a:lnTo>
                  <a:lnTo>
                    <a:pt x="816361" y="128472"/>
                  </a:lnTo>
                  <a:lnTo>
                    <a:pt x="808848" y="128472"/>
                  </a:lnTo>
                  <a:close/>
                  <a:moveTo>
                    <a:pt x="210351" y="125260"/>
                  </a:moveTo>
                  <a:lnTo>
                    <a:pt x="593489" y="125260"/>
                  </a:lnTo>
                  <a:lnTo>
                    <a:pt x="593489" y="128472"/>
                  </a:lnTo>
                  <a:lnTo>
                    <a:pt x="210351" y="128472"/>
                  </a:lnTo>
                  <a:close/>
                  <a:moveTo>
                    <a:pt x="648581" y="128472"/>
                  </a:moveTo>
                  <a:lnTo>
                    <a:pt x="656928" y="128472"/>
                  </a:lnTo>
                  <a:lnTo>
                    <a:pt x="656928" y="129543"/>
                  </a:lnTo>
                  <a:lnTo>
                    <a:pt x="648581" y="129543"/>
                  </a:lnTo>
                  <a:close/>
                  <a:moveTo>
                    <a:pt x="210351" y="128472"/>
                  </a:moveTo>
                  <a:lnTo>
                    <a:pt x="594324" y="128472"/>
                  </a:lnTo>
                  <a:lnTo>
                    <a:pt x="594324" y="130614"/>
                  </a:lnTo>
                  <a:lnTo>
                    <a:pt x="210351" y="130614"/>
                  </a:lnTo>
                  <a:close/>
                  <a:moveTo>
                    <a:pt x="808848" y="128472"/>
                  </a:moveTo>
                  <a:lnTo>
                    <a:pt x="815526" y="128472"/>
                  </a:lnTo>
                  <a:lnTo>
                    <a:pt x="815526" y="130614"/>
                  </a:lnTo>
                  <a:lnTo>
                    <a:pt x="808848" y="130614"/>
                  </a:lnTo>
                  <a:close/>
                  <a:moveTo>
                    <a:pt x="0" y="127402"/>
                  </a:moveTo>
                  <a:lnTo>
                    <a:pt x="165275" y="127402"/>
                  </a:lnTo>
                  <a:lnTo>
                    <a:pt x="165275" y="130614"/>
                  </a:lnTo>
                  <a:lnTo>
                    <a:pt x="0" y="130614"/>
                  </a:lnTo>
                  <a:close/>
                  <a:moveTo>
                    <a:pt x="831386" y="128472"/>
                  </a:moveTo>
                  <a:lnTo>
                    <a:pt x="1000000" y="128472"/>
                  </a:lnTo>
                  <a:lnTo>
                    <a:pt x="1000000" y="130614"/>
                  </a:lnTo>
                  <a:lnTo>
                    <a:pt x="831386" y="130614"/>
                  </a:lnTo>
                  <a:close/>
                  <a:moveTo>
                    <a:pt x="697830" y="128472"/>
                  </a:moveTo>
                  <a:lnTo>
                    <a:pt x="722871" y="128472"/>
                  </a:lnTo>
                  <a:lnTo>
                    <a:pt x="722871" y="130614"/>
                  </a:lnTo>
                  <a:lnTo>
                    <a:pt x="697830" y="130614"/>
                  </a:lnTo>
                  <a:close/>
                  <a:moveTo>
                    <a:pt x="646077" y="129543"/>
                  </a:moveTo>
                  <a:lnTo>
                    <a:pt x="656093" y="129543"/>
                  </a:lnTo>
                  <a:lnTo>
                    <a:pt x="656093" y="130614"/>
                  </a:lnTo>
                  <a:lnTo>
                    <a:pt x="646077" y="130614"/>
                  </a:lnTo>
                  <a:close/>
                  <a:moveTo>
                    <a:pt x="696995" y="130614"/>
                  </a:moveTo>
                  <a:lnTo>
                    <a:pt x="722037" y="130614"/>
                  </a:lnTo>
                  <a:lnTo>
                    <a:pt x="722037" y="131684"/>
                  </a:lnTo>
                  <a:lnTo>
                    <a:pt x="696995" y="131684"/>
                  </a:lnTo>
                  <a:close/>
                  <a:moveTo>
                    <a:pt x="0" y="130614"/>
                  </a:moveTo>
                  <a:lnTo>
                    <a:pt x="164441" y="130614"/>
                  </a:lnTo>
                  <a:lnTo>
                    <a:pt x="164441" y="131684"/>
                  </a:lnTo>
                  <a:lnTo>
                    <a:pt x="0" y="131684"/>
                  </a:lnTo>
                  <a:close/>
                  <a:moveTo>
                    <a:pt x="642738" y="130614"/>
                  </a:moveTo>
                  <a:lnTo>
                    <a:pt x="656093" y="130614"/>
                  </a:lnTo>
                  <a:lnTo>
                    <a:pt x="656093" y="131684"/>
                  </a:lnTo>
                  <a:lnTo>
                    <a:pt x="642738" y="131684"/>
                  </a:lnTo>
                  <a:close/>
                  <a:moveTo>
                    <a:pt x="808013" y="130614"/>
                  </a:moveTo>
                  <a:lnTo>
                    <a:pt x="814691" y="130614"/>
                  </a:lnTo>
                  <a:lnTo>
                    <a:pt x="814691" y="131684"/>
                  </a:lnTo>
                  <a:lnTo>
                    <a:pt x="808013" y="131684"/>
                  </a:lnTo>
                  <a:close/>
                  <a:moveTo>
                    <a:pt x="696995" y="131684"/>
                  </a:moveTo>
                  <a:lnTo>
                    <a:pt x="721202" y="131684"/>
                  </a:lnTo>
                  <a:lnTo>
                    <a:pt x="721202" y="132755"/>
                  </a:lnTo>
                  <a:lnTo>
                    <a:pt x="696995" y="132755"/>
                  </a:lnTo>
                  <a:close/>
                  <a:moveTo>
                    <a:pt x="807179" y="131684"/>
                  </a:moveTo>
                  <a:lnTo>
                    <a:pt x="813856" y="131684"/>
                  </a:lnTo>
                  <a:lnTo>
                    <a:pt x="813856" y="132755"/>
                  </a:lnTo>
                  <a:lnTo>
                    <a:pt x="807179" y="132755"/>
                  </a:lnTo>
                  <a:close/>
                  <a:moveTo>
                    <a:pt x="209516" y="130614"/>
                  </a:moveTo>
                  <a:lnTo>
                    <a:pt x="594324" y="130614"/>
                  </a:lnTo>
                  <a:lnTo>
                    <a:pt x="594324" y="132755"/>
                  </a:lnTo>
                  <a:lnTo>
                    <a:pt x="209516" y="132755"/>
                  </a:lnTo>
                  <a:close/>
                  <a:moveTo>
                    <a:pt x="0" y="131684"/>
                  </a:moveTo>
                  <a:lnTo>
                    <a:pt x="163606" y="131684"/>
                  </a:lnTo>
                  <a:lnTo>
                    <a:pt x="163606" y="132755"/>
                  </a:lnTo>
                  <a:lnTo>
                    <a:pt x="0" y="132755"/>
                  </a:lnTo>
                  <a:close/>
                  <a:moveTo>
                    <a:pt x="641903" y="131684"/>
                  </a:moveTo>
                  <a:lnTo>
                    <a:pt x="655259" y="131684"/>
                  </a:lnTo>
                  <a:lnTo>
                    <a:pt x="655259" y="132755"/>
                  </a:lnTo>
                  <a:lnTo>
                    <a:pt x="641903" y="132755"/>
                  </a:lnTo>
                  <a:close/>
                  <a:moveTo>
                    <a:pt x="832220" y="130614"/>
                  </a:moveTo>
                  <a:lnTo>
                    <a:pt x="1000000" y="130614"/>
                  </a:lnTo>
                  <a:lnTo>
                    <a:pt x="1000000" y="133826"/>
                  </a:lnTo>
                  <a:lnTo>
                    <a:pt x="832220" y="133826"/>
                  </a:lnTo>
                  <a:close/>
                  <a:moveTo>
                    <a:pt x="208681" y="132755"/>
                  </a:moveTo>
                  <a:lnTo>
                    <a:pt x="594324" y="132755"/>
                  </a:lnTo>
                  <a:lnTo>
                    <a:pt x="594324" y="133826"/>
                  </a:lnTo>
                  <a:lnTo>
                    <a:pt x="208681" y="133826"/>
                  </a:lnTo>
                  <a:close/>
                  <a:moveTo>
                    <a:pt x="807179" y="132755"/>
                  </a:moveTo>
                  <a:lnTo>
                    <a:pt x="813022" y="132755"/>
                  </a:lnTo>
                  <a:lnTo>
                    <a:pt x="813022" y="133826"/>
                  </a:lnTo>
                  <a:lnTo>
                    <a:pt x="807179" y="133826"/>
                  </a:lnTo>
                  <a:close/>
                  <a:moveTo>
                    <a:pt x="696160" y="132755"/>
                  </a:moveTo>
                  <a:lnTo>
                    <a:pt x="720367" y="132755"/>
                  </a:lnTo>
                  <a:lnTo>
                    <a:pt x="720367" y="133826"/>
                  </a:lnTo>
                  <a:lnTo>
                    <a:pt x="696160" y="133826"/>
                  </a:lnTo>
                  <a:close/>
                  <a:moveTo>
                    <a:pt x="640234" y="132755"/>
                  </a:moveTo>
                  <a:lnTo>
                    <a:pt x="655259" y="132755"/>
                  </a:lnTo>
                  <a:lnTo>
                    <a:pt x="655259" y="133826"/>
                  </a:lnTo>
                  <a:lnTo>
                    <a:pt x="640234" y="133826"/>
                  </a:lnTo>
                  <a:close/>
                  <a:moveTo>
                    <a:pt x="696160" y="133826"/>
                  </a:moveTo>
                  <a:lnTo>
                    <a:pt x="719533" y="133826"/>
                  </a:lnTo>
                  <a:lnTo>
                    <a:pt x="719533" y="134896"/>
                  </a:lnTo>
                  <a:lnTo>
                    <a:pt x="696160" y="134896"/>
                  </a:lnTo>
                  <a:close/>
                  <a:moveTo>
                    <a:pt x="208681" y="133826"/>
                  </a:moveTo>
                  <a:lnTo>
                    <a:pt x="595159" y="133826"/>
                  </a:lnTo>
                  <a:lnTo>
                    <a:pt x="595159" y="134896"/>
                  </a:lnTo>
                  <a:lnTo>
                    <a:pt x="208681" y="134896"/>
                  </a:lnTo>
                  <a:close/>
                  <a:moveTo>
                    <a:pt x="616027" y="133826"/>
                  </a:moveTo>
                  <a:lnTo>
                    <a:pt x="655259" y="133826"/>
                  </a:lnTo>
                  <a:lnTo>
                    <a:pt x="655259" y="134896"/>
                  </a:lnTo>
                  <a:lnTo>
                    <a:pt x="616027" y="134896"/>
                  </a:lnTo>
                  <a:close/>
                  <a:moveTo>
                    <a:pt x="806344" y="133826"/>
                  </a:moveTo>
                  <a:lnTo>
                    <a:pt x="813022" y="133826"/>
                  </a:lnTo>
                  <a:lnTo>
                    <a:pt x="813022" y="135967"/>
                  </a:lnTo>
                  <a:lnTo>
                    <a:pt x="806344" y="135967"/>
                  </a:lnTo>
                  <a:close/>
                  <a:moveTo>
                    <a:pt x="695326" y="134896"/>
                  </a:moveTo>
                  <a:lnTo>
                    <a:pt x="718698" y="134896"/>
                  </a:lnTo>
                  <a:lnTo>
                    <a:pt x="718698" y="135967"/>
                  </a:lnTo>
                  <a:lnTo>
                    <a:pt x="695326" y="135967"/>
                  </a:lnTo>
                  <a:close/>
                  <a:moveTo>
                    <a:pt x="612688" y="134896"/>
                  </a:moveTo>
                  <a:lnTo>
                    <a:pt x="655259" y="134896"/>
                  </a:lnTo>
                  <a:lnTo>
                    <a:pt x="655259" y="135967"/>
                  </a:lnTo>
                  <a:lnTo>
                    <a:pt x="612688" y="135967"/>
                  </a:lnTo>
                  <a:close/>
                  <a:moveTo>
                    <a:pt x="208681" y="134896"/>
                  </a:moveTo>
                  <a:lnTo>
                    <a:pt x="595993" y="134896"/>
                  </a:lnTo>
                  <a:lnTo>
                    <a:pt x="595993" y="135967"/>
                  </a:lnTo>
                  <a:lnTo>
                    <a:pt x="208681" y="135967"/>
                  </a:lnTo>
                  <a:close/>
                  <a:moveTo>
                    <a:pt x="208681" y="135967"/>
                  </a:moveTo>
                  <a:lnTo>
                    <a:pt x="655259" y="135967"/>
                  </a:lnTo>
                  <a:lnTo>
                    <a:pt x="655259" y="137038"/>
                  </a:lnTo>
                  <a:lnTo>
                    <a:pt x="208681" y="137038"/>
                  </a:lnTo>
                  <a:close/>
                  <a:moveTo>
                    <a:pt x="806344" y="135967"/>
                  </a:moveTo>
                  <a:lnTo>
                    <a:pt x="812187" y="135967"/>
                  </a:lnTo>
                  <a:lnTo>
                    <a:pt x="812187" y="137038"/>
                  </a:lnTo>
                  <a:lnTo>
                    <a:pt x="806344" y="137038"/>
                  </a:lnTo>
                  <a:close/>
                  <a:moveTo>
                    <a:pt x="695326" y="135967"/>
                  </a:moveTo>
                  <a:lnTo>
                    <a:pt x="717863" y="135967"/>
                  </a:lnTo>
                  <a:lnTo>
                    <a:pt x="717863" y="138108"/>
                  </a:lnTo>
                  <a:lnTo>
                    <a:pt x="695326" y="138108"/>
                  </a:lnTo>
                  <a:close/>
                  <a:moveTo>
                    <a:pt x="806344" y="137038"/>
                  </a:moveTo>
                  <a:lnTo>
                    <a:pt x="811352" y="137038"/>
                  </a:lnTo>
                  <a:lnTo>
                    <a:pt x="811352" y="138108"/>
                  </a:lnTo>
                  <a:lnTo>
                    <a:pt x="806344" y="138108"/>
                  </a:lnTo>
                  <a:close/>
                  <a:moveTo>
                    <a:pt x="695326" y="138108"/>
                  </a:moveTo>
                  <a:lnTo>
                    <a:pt x="717028" y="138108"/>
                  </a:lnTo>
                  <a:lnTo>
                    <a:pt x="717028" y="139179"/>
                  </a:lnTo>
                  <a:lnTo>
                    <a:pt x="695326" y="139179"/>
                  </a:lnTo>
                  <a:close/>
                  <a:moveTo>
                    <a:pt x="805509" y="138108"/>
                  </a:moveTo>
                  <a:lnTo>
                    <a:pt x="810518" y="138108"/>
                  </a:lnTo>
                  <a:lnTo>
                    <a:pt x="810518" y="139179"/>
                  </a:lnTo>
                  <a:lnTo>
                    <a:pt x="805509" y="139179"/>
                  </a:lnTo>
                  <a:close/>
                  <a:moveTo>
                    <a:pt x="831386" y="133826"/>
                  </a:moveTo>
                  <a:lnTo>
                    <a:pt x="1000000" y="133826"/>
                  </a:lnTo>
                  <a:lnTo>
                    <a:pt x="1000000" y="139179"/>
                  </a:lnTo>
                  <a:lnTo>
                    <a:pt x="831386" y="139179"/>
                  </a:lnTo>
                  <a:close/>
                  <a:moveTo>
                    <a:pt x="207846" y="137038"/>
                  </a:moveTo>
                  <a:lnTo>
                    <a:pt x="654424" y="137038"/>
                  </a:lnTo>
                  <a:lnTo>
                    <a:pt x="654424" y="139179"/>
                  </a:lnTo>
                  <a:lnTo>
                    <a:pt x="207846" y="139179"/>
                  </a:lnTo>
                  <a:close/>
                  <a:moveTo>
                    <a:pt x="804674" y="139179"/>
                  </a:moveTo>
                  <a:lnTo>
                    <a:pt x="810518" y="139179"/>
                  </a:lnTo>
                  <a:lnTo>
                    <a:pt x="810518" y="140250"/>
                  </a:lnTo>
                  <a:lnTo>
                    <a:pt x="804674" y="140250"/>
                  </a:lnTo>
                  <a:close/>
                  <a:moveTo>
                    <a:pt x="0" y="132755"/>
                  </a:moveTo>
                  <a:lnTo>
                    <a:pt x="162771" y="132755"/>
                  </a:lnTo>
                  <a:lnTo>
                    <a:pt x="162771" y="140250"/>
                  </a:lnTo>
                  <a:lnTo>
                    <a:pt x="0" y="140250"/>
                  </a:lnTo>
                  <a:close/>
                  <a:moveTo>
                    <a:pt x="694491" y="139179"/>
                  </a:moveTo>
                  <a:lnTo>
                    <a:pt x="716194" y="139179"/>
                  </a:lnTo>
                  <a:lnTo>
                    <a:pt x="716194" y="140250"/>
                  </a:lnTo>
                  <a:lnTo>
                    <a:pt x="694491" y="140250"/>
                  </a:lnTo>
                  <a:close/>
                  <a:moveTo>
                    <a:pt x="207846" y="139179"/>
                  </a:moveTo>
                  <a:lnTo>
                    <a:pt x="653589" y="139179"/>
                  </a:lnTo>
                  <a:lnTo>
                    <a:pt x="653589" y="140250"/>
                  </a:lnTo>
                  <a:lnTo>
                    <a:pt x="207846" y="140250"/>
                  </a:lnTo>
                  <a:close/>
                  <a:moveTo>
                    <a:pt x="803840" y="140250"/>
                  </a:moveTo>
                  <a:lnTo>
                    <a:pt x="810518" y="140250"/>
                  </a:lnTo>
                  <a:lnTo>
                    <a:pt x="810518" y="141320"/>
                  </a:lnTo>
                  <a:lnTo>
                    <a:pt x="803840" y="141320"/>
                  </a:lnTo>
                  <a:close/>
                  <a:moveTo>
                    <a:pt x="0" y="140250"/>
                  </a:moveTo>
                  <a:lnTo>
                    <a:pt x="161937" y="140250"/>
                  </a:lnTo>
                  <a:lnTo>
                    <a:pt x="161937" y="141320"/>
                  </a:lnTo>
                  <a:lnTo>
                    <a:pt x="0" y="141320"/>
                  </a:lnTo>
                  <a:close/>
                  <a:moveTo>
                    <a:pt x="803840" y="141320"/>
                  </a:moveTo>
                  <a:lnTo>
                    <a:pt x="809683" y="141320"/>
                  </a:lnTo>
                  <a:lnTo>
                    <a:pt x="809683" y="142391"/>
                  </a:lnTo>
                  <a:lnTo>
                    <a:pt x="803840" y="142391"/>
                  </a:lnTo>
                  <a:close/>
                  <a:moveTo>
                    <a:pt x="694491" y="140250"/>
                  </a:moveTo>
                  <a:lnTo>
                    <a:pt x="715359" y="140250"/>
                  </a:lnTo>
                  <a:lnTo>
                    <a:pt x="715359" y="142391"/>
                  </a:lnTo>
                  <a:lnTo>
                    <a:pt x="694491" y="142391"/>
                  </a:lnTo>
                  <a:close/>
                  <a:moveTo>
                    <a:pt x="693656" y="142391"/>
                  </a:moveTo>
                  <a:lnTo>
                    <a:pt x="714524" y="142391"/>
                  </a:lnTo>
                  <a:lnTo>
                    <a:pt x="714524" y="143462"/>
                  </a:lnTo>
                  <a:lnTo>
                    <a:pt x="693656" y="143462"/>
                  </a:lnTo>
                  <a:close/>
                  <a:moveTo>
                    <a:pt x="803840" y="142391"/>
                  </a:moveTo>
                  <a:lnTo>
                    <a:pt x="808848" y="142391"/>
                  </a:lnTo>
                  <a:lnTo>
                    <a:pt x="808848" y="143462"/>
                  </a:lnTo>
                  <a:lnTo>
                    <a:pt x="803840" y="143462"/>
                  </a:lnTo>
                  <a:close/>
                  <a:moveTo>
                    <a:pt x="0" y="141320"/>
                  </a:moveTo>
                  <a:lnTo>
                    <a:pt x="161102" y="141320"/>
                  </a:lnTo>
                  <a:lnTo>
                    <a:pt x="161102" y="143462"/>
                  </a:lnTo>
                  <a:lnTo>
                    <a:pt x="0" y="143462"/>
                  </a:lnTo>
                  <a:close/>
                  <a:moveTo>
                    <a:pt x="692821" y="143462"/>
                  </a:moveTo>
                  <a:lnTo>
                    <a:pt x="713689" y="143462"/>
                  </a:lnTo>
                  <a:lnTo>
                    <a:pt x="713689" y="144533"/>
                  </a:lnTo>
                  <a:lnTo>
                    <a:pt x="692821" y="144533"/>
                  </a:lnTo>
                  <a:close/>
                  <a:moveTo>
                    <a:pt x="207846" y="140250"/>
                  </a:moveTo>
                  <a:lnTo>
                    <a:pt x="652755" y="140250"/>
                  </a:lnTo>
                  <a:lnTo>
                    <a:pt x="652755" y="145603"/>
                  </a:lnTo>
                  <a:lnTo>
                    <a:pt x="207846" y="145603"/>
                  </a:lnTo>
                  <a:close/>
                  <a:moveTo>
                    <a:pt x="803005" y="143462"/>
                  </a:moveTo>
                  <a:lnTo>
                    <a:pt x="808013" y="143462"/>
                  </a:lnTo>
                  <a:lnTo>
                    <a:pt x="808013" y="145603"/>
                  </a:lnTo>
                  <a:lnTo>
                    <a:pt x="803005" y="145603"/>
                  </a:lnTo>
                  <a:close/>
                  <a:moveTo>
                    <a:pt x="692821" y="144533"/>
                  </a:moveTo>
                  <a:lnTo>
                    <a:pt x="712855" y="144533"/>
                  </a:lnTo>
                  <a:lnTo>
                    <a:pt x="712855" y="145603"/>
                  </a:lnTo>
                  <a:lnTo>
                    <a:pt x="692821" y="145603"/>
                  </a:lnTo>
                  <a:close/>
                  <a:moveTo>
                    <a:pt x="691987" y="145603"/>
                  </a:moveTo>
                  <a:lnTo>
                    <a:pt x="712855" y="145603"/>
                  </a:lnTo>
                  <a:lnTo>
                    <a:pt x="712855" y="146674"/>
                  </a:lnTo>
                  <a:lnTo>
                    <a:pt x="691987" y="146674"/>
                  </a:lnTo>
                  <a:close/>
                  <a:moveTo>
                    <a:pt x="769616" y="145603"/>
                  </a:moveTo>
                  <a:lnTo>
                    <a:pt x="772955" y="145603"/>
                  </a:lnTo>
                  <a:lnTo>
                    <a:pt x="772955" y="146674"/>
                  </a:lnTo>
                  <a:lnTo>
                    <a:pt x="769616" y="146674"/>
                  </a:lnTo>
                  <a:close/>
                  <a:moveTo>
                    <a:pt x="830551" y="139179"/>
                  </a:moveTo>
                  <a:lnTo>
                    <a:pt x="1000000" y="139179"/>
                  </a:lnTo>
                  <a:lnTo>
                    <a:pt x="1000000" y="146674"/>
                  </a:lnTo>
                  <a:lnTo>
                    <a:pt x="830551" y="146674"/>
                  </a:lnTo>
                  <a:close/>
                  <a:moveTo>
                    <a:pt x="769616" y="146674"/>
                  </a:moveTo>
                  <a:lnTo>
                    <a:pt x="774624" y="146674"/>
                  </a:lnTo>
                  <a:lnTo>
                    <a:pt x="774624" y="147745"/>
                  </a:lnTo>
                  <a:lnTo>
                    <a:pt x="769616" y="147745"/>
                  </a:lnTo>
                  <a:close/>
                  <a:moveTo>
                    <a:pt x="801336" y="145603"/>
                  </a:moveTo>
                  <a:lnTo>
                    <a:pt x="808013" y="145603"/>
                  </a:lnTo>
                  <a:lnTo>
                    <a:pt x="808013" y="147745"/>
                  </a:lnTo>
                  <a:lnTo>
                    <a:pt x="801336" y="147745"/>
                  </a:lnTo>
                  <a:close/>
                  <a:moveTo>
                    <a:pt x="207012" y="145603"/>
                  </a:moveTo>
                  <a:lnTo>
                    <a:pt x="651920" y="145603"/>
                  </a:lnTo>
                  <a:lnTo>
                    <a:pt x="651920" y="147745"/>
                  </a:lnTo>
                  <a:lnTo>
                    <a:pt x="207012" y="147745"/>
                  </a:lnTo>
                  <a:close/>
                  <a:moveTo>
                    <a:pt x="768781" y="147745"/>
                  </a:moveTo>
                  <a:lnTo>
                    <a:pt x="777963" y="147745"/>
                  </a:lnTo>
                  <a:lnTo>
                    <a:pt x="777963" y="148815"/>
                  </a:lnTo>
                  <a:lnTo>
                    <a:pt x="768781" y="148815"/>
                  </a:lnTo>
                  <a:close/>
                  <a:moveTo>
                    <a:pt x="829716" y="146674"/>
                  </a:moveTo>
                  <a:lnTo>
                    <a:pt x="1000000" y="146674"/>
                  </a:lnTo>
                  <a:lnTo>
                    <a:pt x="1000000" y="148815"/>
                  </a:lnTo>
                  <a:lnTo>
                    <a:pt x="829716" y="148815"/>
                  </a:lnTo>
                  <a:close/>
                  <a:moveTo>
                    <a:pt x="801336" y="147745"/>
                  </a:moveTo>
                  <a:lnTo>
                    <a:pt x="807179" y="147745"/>
                  </a:lnTo>
                  <a:lnTo>
                    <a:pt x="807179" y="148815"/>
                  </a:lnTo>
                  <a:lnTo>
                    <a:pt x="801336" y="148815"/>
                  </a:lnTo>
                  <a:close/>
                  <a:moveTo>
                    <a:pt x="691987" y="146674"/>
                  </a:moveTo>
                  <a:lnTo>
                    <a:pt x="712020" y="146674"/>
                  </a:lnTo>
                  <a:lnTo>
                    <a:pt x="712020" y="148815"/>
                  </a:lnTo>
                  <a:lnTo>
                    <a:pt x="691987" y="148815"/>
                  </a:lnTo>
                  <a:close/>
                  <a:moveTo>
                    <a:pt x="0" y="143462"/>
                  </a:moveTo>
                  <a:lnTo>
                    <a:pt x="160267" y="143462"/>
                  </a:lnTo>
                  <a:lnTo>
                    <a:pt x="160267" y="149886"/>
                  </a:lnTo>
                  <a:lnTo>
                    <a:pt x="0" y="149886"/>
                  </a:lnTo>
                  <a:close/>
                  <a:moveTo>
                    <a:pt x="691987" y="148815"/>
                  </a:moveTo>
                  <a:lnTo>
                    <a:pt x="710351" y="148815"/>
                  </a:lnTo>
                  <a:lnTo>
                    <a:pt x="710351" y="149886"/>
                  </a:lnTo>
                  <a:lnTo>
                    <a:pt x="691987" y="149886"/>
                  </a:lnTo>
                  <a:close/>
                  <a:moveTo>
                    <a:pt x="206177" y="147745"/>
                  </a:moveTo>
                  <a:lnTo>
                    <a:pt x="651085" y="147745"/>
                  </a:lnTo>
                  <a:lnTo>
                    <a:pt x="651085" y="149886"/>
                  </a:lnTo>
                  <a:lnTo>
                    <a:pt x="206177" y="149886"/>
                  </a:lnTo>
                  <a:close/>
                  <a:moveTo>
                    <a:pt x="768781" y="148815"/>
                  </a:moveTo>
                  <a:lnTo>
                    <a:pt x="778798" y="148815"/>
                  </a:lnTo>
                  <a:lnTo>
                    <a:pt x="778798" y="149886"/>
                  </a:lnTo>
                  <a:lnTo>
                    <a:pt x="768781" y="149886"/>
                  </a:lnTo>
                  <a:close/>
                  <a:moveTo>
                    <a:pt x="800501" y="148815"/>
                  </a:moveTo>
                  <a:lnTo>
                    <a:pt x="807179" y="148815"/>
                  </a:lnTo>
                  <a:lnTo>
                    <a:pt x="807179" y="149886"/>
                  </a:lnTo>
                  <a:lnTo>
                    <a:pt x="800501" y="149886"/>
                  </a:lnTo>
                  <a:close/>
                  <a:moveTo>
                    <a:pt x="800501" y="149886"/>
                  </a:moveTo>
                  <a:lnTo>
                    <a:pt x="806344" y="149886"/>
                  </a:lnTo>
                  <a:lnTo>
                    <a:pt x="806344" y="150957"/>
                  </a:lnTo>
                  <a:lnTo>
                    <a:pt x="800501" y="150957"/>
                  </a:lnTo>
                  <a:close/>
                  <a:moveTo>
                    <a:pt x="768781" y="149886"/>
                  </a:moveTo>
                  <a:lnTo>
                    <a:pt x="779633" y="149886"/>
                  </a:lnTo>
                  <a:lnTo>
                    <a:pt x="779633" y="150957"/>
                  </a:lnTo>
                  <a:lnTo>
                    <a:pt x="768781" y="150957"/>
                  </a:lnTo>
                  <a:close/>
                  <a:moveTo>
                    <a:pt x="691987" y="149886"/>
                  </a:moveTo>
                  <a:lnTo>
                    <a:pt x="709516" y="149886"/>
                  </a:lnTo>
                  <a:lnTo>
                    <a:pt x="709516" y="152027"/>
                  </a:lnTo>
                  <a:lnTo>
                    <a:pt x="691987" y="152027"/>
                  </a:lnTo>
                  <a:close/>
                  <a:moveTo>
                    <a:pt x="767947" y="150957"/>
                  </a:moveTo>
                  <a:lnTo>
                    <a:pt x="783806" y="150957"/>
                  </a:lnTo>
                  <a:lnTo>
                    <a:pt x="783806" y="152027"/>
                  </a:lnTo>
                  <a:lnTo>
                    <a:pt x="767947" y="152027"/>
                  </a:lnTo>
                  <a:close/>
                  <a:moveTo>
                    <a:pt x="0" y="149886"/>
                  </a:moveTo>
                  <a:lnTo>
                    <a:pt x="159432" y="149886"/>
                  </a:lnTo>
                  <a:lnTo>
                    <a:pt x="159432" y="152027"/>
                  </a:lnTo>
                  <a:lnTo>
                    <a:pt x="0" y="152027"/>
                  </a:lnTo>
                  <a:close/>
                  <a:moveTo>
                    <a:pt x="828881" y="148815"/>
                  </a:moveTo>
                  <a:lnTo>
                    <a:pt x="1000000" y="148815"/>
                  </a:lnTo>
                  <a:lnTo>
                    <a:pt x="1000000" y="153098"/>
                  </a:lnTo>
                  <a:lnTo>
                    <a:pt x="828881" y="153098"/>
                  </a:lnTo>
                  <a:close/>
                  <a:moveTo>
                    <a:pt x="798831" y="150957"/>
                  </a:moveTo>
                  <a:lnTo>
                    <a:pt x="805509" y="150957"/>
                  </a:lnTo>
                  <a:lnTo>
                    <a:pt x="805509" y="153098"/>
                  </a:lnTo>
                  <a:lnTo>
                    <a:pt x="798831" y="153098"/>
                  </a:lnTo>
                  <a:close/>
                  <a:moveTo>
                    <a:pt x="691152" y="152027"/>
                  </a:moveTo>
                  <a:lnTo>
                    <a:pt x="709516" y="152027"/>
                  </a:lnTo>
                  <a:lnTo>
                    <a:pt x="709516" y="153098"/>
                  </a:lnTo>
                  <a:lnTo>
                    <a:pt x="691152" y="153098"/>
                  </a:lnTo>
                  <a:close/>
                  <a:moveTo>
                    <a:pt x="767112" y="152027"/>
                  </a:moveTo>
                  <a:lnTo>
                    <a:pt x="785476" y="152027"/>
                  </a:lnTo>
                  <a:lnTo>
                    <a:pt x="785476" y="153098"/>
                  </a:lnTo>
                  <a:lnTo>
                    <a:pt x="767112" y="153098"/>
                  </a:lnTo>
                  <a:close/>
                  <a:moveTo>
                    <a:pt x="690317" y="153098"/>
                  </a:moveTo>
                  <a:lnTo>
                    <a:pt x="708681" y="153098"/>
                  </a:lnTo>
                  <a:lnTo>
                    <a:pt x="708681" y="154169"/>
                  </a:lnTo>
                  <a:lnTo>
                    <a:pt x="690317" y="154169"/>
                  </a:lnTo>
                  <a:close/>
                  <a:moveTo>
                    <a:pt x="797997" y="153098"/>
                  </a:moveTo>
                  <a:lnTo>
                    <a:pt x="804674" y="153098"/>
                  </a:lnTo>
                  <a:lnTo>
                    <a:pt x="804674" y="154169"/>
                  </a:lnTo>
                  <a:lnTo>
                    <a:pt x="797997" y="154169"/>
                  </a:lnTo>
                  <a:close/>
                  <a:moveTo>
                    <a:pt x="0" y="152027"/>
                  </a:moveTo>
                  <a:lnTo>
                    <a:pt x="158598" y="152027"/>
                  </a:lnTo>
                  <a:lnTo>
                    <a:pt x="158598" y="154169"/>
                  </a:lnTo>
                  <a:lnTo>
                    <a:pt x="0" y="154169"/>
                  </a:lnTo>
                  <a:close/>
                  <a:moveTo>
                    <a:pt x="205342" y="149886"/>
                  </a:moveTo>
                  <a:lnTo>
                    <a:pt x="650250" y="149886"/>
                  </a:lnTo>
                  <a:lnTo>
                    <a:pt x="650250" y="154169"/>
                  </a:lnTo>
                  <a:lnTo>
                    <a:pt x="205342" y="154169"/>
                  </a:lnTo>
                  <a:close/>
                  <a:moveTo>
                    <a:pt x="766277" y="153098"/>
                  </a:moveTo>
                  <a:lnTo>
                    <a:pt x="786311" y="153098"/>
                  </a:lnTo>
                  <a:lnTo>
                    <a:pt x="786311" y="154169"/>
                  </a:lnTo>
                  <a:lnTo>
                    <a:pt x="766277" y="154169"/>
                  </a:lnTo>
                  <a:close/>
                  <a:moveTo>
                    <a:pt x="690317" y="154169"/>
                  </a:moveTo>
                  <a:lnTo>
                    <a:pt x="707846" y="154169"/>
                  </a:lnTo>
                  <a:lnTo>
                    <a:pt x="707846" y="155239"/>
                  </a:lnTo>
                  <a:lnTo>
                    <a:pt x="690317" y="155239"/>
                  </a:lnTo>
                  <a:close/>
                  <a:moveTo>
                    <a:pt x="764608" y="154169"/>
                  </a:moveTo>
                  <a:lnTo>
                    <a:pt x="789649" y="154169"/>
                  </a:lnTo>
                  <a:lnTo>
                    <a:pt x="789649" y="155239"/>
                  </a:lnTo>
                  <a:lnTo>
                    <a:pt x="764608" y="155239"/>
                  </a:lnTo>
                  <a:close/>
                  <a:moveTo>
                    <a:pt x="797162" y="154169"/>
                  </a:moveTo>
                  <a:lnTo>
                    <a:pt x="804674" y="154169"/>
                  </a:lnTo>
                  <a:lnTo>
                    <a:pt x="804674" y="155239"/>
                  </a:lnTo>
                  <a:lnTo>
                    <a:pt x="797162" y="155239"/>
                  </a:lnTo>
                  <a:close/>
                  <a:moveTo>
                    <a:pt x="762938" y="155239"/>
                  </a:moveTo>
                  <a:lnTo>
                    <a:pt x="792988" y="155239"/>
                  </a:lnTo>
                  <a:lnTo>
                    <a:pt x="792988" y="156310"/>
                  </a:lnTo>
                  <a:lnTo>
                    <a:pt x="762938" y="156310"/>
                  </a:lnTo>
                  <a:close/>
                  <a:moveTo>
                    <a:pt x="796327" y="155239"/>
                  </a:moveTo>
                  <a:lnTo>
                    <a:pt x="804674" y="155239"/>
                  </a:lnTo>
                  <a:lnTo>
                    <a:pt x="804674" y="156310"/>
                  </a:lnTo>
                  <a:lnTo>
                    <a:pt x="796327" y="156310"/>
                  </a:lnTo>
                  <a:close/>
                  <a:moveTo>
                    <a:pt x="762104" y="156310"/>
                  </a:moveTo>
                  <a:lnTo>
                    <a:pt x="793823" y="156310"/>
                  </a:lnTo>
                  <a:lnTo>
                    <a:pt x="793823" y="157381"/>
                  </a:lnTo>
                  <a:lnTo>
                    <a:pt x="762104" y="157381"/>
                  </a:lnTo>
                  <a:close/>
                  <a:moveTo>
                    <a:pt x="689482" y="155239"/>
                  </a:moveTo>
                  <a:lnTo>
                    <a:pt x="707012" y="155239"/>
                  </a:lnTo>
                  <a:lnTo>
                    <a:pt x="707012" y="157381"/>
                  </a:lnTo>
                  <a:lnTo>
                    <a:pt x="689482" y="157381"/>
                  </a:lnTo>
                  <a:close/>
                  <a:moveTo>
                    <a:pt x="205342" y="154169"/>
                  </a:moveTo>
                  <a:lnTo>
                    <a:pt x="649416" y="154169"/>
                  </a:lnTo>
                  <a:lnTo>
                    <a:pt x="649416" y="157381"/>
                  </a:lnTo>
                  <a:lnTo>
                    <a:pt x="205342" y="157381"/>
                  </a:lnTo>
                  <a:close/>
                  <a:moveTo>
                    <a:pt x="795492" y="156310"/>
                  </a:moveTo>
                  <a:lnTo>
                    <a:pt x="804674" y="156310"/>
                  </a:lnTo>
                  <a:lnTo>
                    <a:pt x="804674" y="157381"/>
                  </a:lnTo>
                  <a:lnTo>
                    <a:pt x="795492" y="157381"/>
                  </a:lnTo>
                  <a:close/>
                  <a:moveTo>
                    <a:pt x="761269" y="157381"/>
                  </a:moveTo>
                  <a:lnTo>
                    <a:pt x="804674" y="157381"/>
                  </a:lnTo>
                  <a:lnTo>
                    <a:pt x="804674" y="158451"/>
                  </a:lnTo>
                  <a:lnTo>
                    <a:pt x="761269" y="158451"/>
                  </a:lnTo>
                  <a:close/>
                  <a:moveTo>
                    <a:pt x="689482" y="157381"/>
                  </a:moveTo>
                  <a:lnTo>
                    <a:pt x="706177" y="157381"/>
                  </a:lnTo>
                  <a:lnTo>
                    <a:pt x="706177" y="158451"/>
                  </a:lnTo>
                  <a:lnTo>
                    <a:pt x="689482" y="158451"/>
                  </a:lnTo>
                  <a:close/>
                  <a:moveTo>
                    <a:pt x="205342" y="157381"/>
                  </a:moveTo>
                  <a:lnTo>
                    <a:pt x="648581" y="157381"/>
                  </a:lnTo>
                  <a:lnTo>
                    <a:pt x="648581" y="158451"/>
                  </a:lnTo>
                  <a:lnTo>
                    <a:pt x="205342" y="158451"/>
                  </a:lnTo>
                  <a:close/>
                  <a:moveTo>
                    <a:pt x="689482" y="158451"/>
                  </a:moveTo>
                  <a:lnTo>
                    <a:pt x="705342" y="158451"/>
                  </a:lnTo>
                  <a:lnTo>
                    <a:pt x="705342" y="159522"/>
                  </a:lnTo>
                  <a:lnTo>
                    <a:pt x="689482" y="159522"/>
                  </a:lnTo>
                  <a:close/>
                  <a:moveTo>
                    <a:pt x="205342" y="158451"/>
                  </a:moveTo>
                  <a:lnTo>
                    <a:pt x="647746" y="158451"/>
                  </a:lnTo>
                  <a:lnTo>
                    <a:pt x="647746" y="159522"/>
                  </a:lnTo>
                  <a:lnTo>
                    <a:pt x="205342" y="159522"/>
                  </a:lnTo>
                  <a:close/>
                  <a:moveTo>
                    <a:pt x="760434" y="158451"/>
                  </a:moveTo>
                  <a:lnTo>
                    <a:pt x="803840" y="158451"/>
                  </a:lnTo>
                  <a:lnTo>
                    <a:pt x="803840" y="159522"/>
                  </a:lnTo>
                  <a:lnTo>
                    <a:pt x="760434" y="159522"/>
                  </a:lnTo>
                  <a:close/>
                  <a:moveTo>
                    <a:pt x="759599" y="159522"/>
                  </a:moveTo>
                  <a:lnTo>
                    <a:pt x="803005" y="159522"/>
                  </a:lnTo>
                  <a:lnTo>
                    <a:pt x="803005" y="160593"/>
                  </a:lnTo>
                  <a:lnTo>
                    <a:pt x="759599" y="160593"/>
                  </a:lnTo>
                  <a:close/>
                  <a:moveTo>
                    <a:pt x="689482" y="159522"/>
                  </a:moveTo>
                  <a:lnTo>
                    <a:pt x="704508" y="159522"/>
                  </a:lnTo>
                  <a:lnTo>
                    <a:pt x="704508" y="160593"/>
                  </a:lnTo>
                  <a:lnTo>
                    <a:pt x="689482" y="160593"/>
                  </a:lnTo>
                  <a:close/>
                  <a:moveTo>
                    <a:pt x="204508" y="159522"/>
                  </a:moveTo>
                  <a:lnTo>
                    <a:pt x="647746" y="159522"/>
                  </a:lnTo>
                  <a:lnTo>
                    <a:pt x="647746" y="161663"/>
                  </a:lnTo>
                  <a:lnTo>
                    <a:pt x="204508" y="161663"/>
                  </a:lnTo>
                  <a:close/>
                  <a:moveTo>
                    <a:pt x="0" y="154169"/>
                  </a:moveTo>
                  <a:lnTo>
                    <a:pt x="157763" y="154169"/>
                  </a:lnTo>
                  <a:lnTo>
                    <a:pt x="157763" y="161663"/>
                  </a:lnTo>
                  <a:lnTo>
                    <a:pt x="0" y="161663"/>
                  </a:lnTo>
                  <a:close/>
                  <a:moveTo>
                    <a:pt x="758765" y="160593"/>
                  </a:moveTo>
                  <a:lnTo>
                    <a:pt x="803005" y="160593"/>
                  </a:lnTo>
                  <a:lnTo>
                    <a:pt x="803005" y="161663"/>
                  </a:lnTo>
                  <a:lnTo>
                    <a:pt x="758765" y="161663"/>
                  </a:lnTo>
                  <a:close/>
                  <a:moveTo>
                    <a:pt x="688648" y="160593"/>
                  </a:moveTo>
                  <a:lnTo>
                    <a:pt x="704508" y="160593"/>
                  </a:lnTo>
                  <a:lnTo>
                    <a:pt x="704508" y="161663"/>
                  </a:lnTo>
                  <a:lnTo>
                    <a:pt x="688648" y="161663"/>
                  </a:lnTo>
                  <a:close/>
                  <a:moveTo>
                    <a:pt x="688648" y="161663"/>
                  </a:moveTo>
                  <a:lnTo>
                    <a:pt x="703673" y="161663"/>
                  </a:lnTo>
                  <a:lnTo>
                    <a:pt x="703673" y="162734"/>
                  </a:lnTo>
                  <a:lnTo>
                    <a:pt x="688648" y="162734"/>
                  </a:lnTo>
                  <a:close/>
                  <a:moveTo>
                    <a:pt x="757930" y="161663"/>
                  </a:moveTo>
                  <a:lnTo>
                    <a:pt x="802170" y="161663"/>
                  </a:lnTo>
                  <a:lnTo>
                    <a:pt x="802170" y="163805"/>
                  </a:lnTo>
                  <a:lnTo>
                    <a:pt x="757930" y="163805"/>
                  </a:lnTo>
                  <a:close/>
                  <a:moveTo>
                    <a:pt x="204508" y="161663"/>
                  </a:moveTo>
                  <a:lnTo>
                    <a:pt x="646912" y="161663"/>
                  </a:lnTo>
                  <a:lnTo>
                    <a:pt x="646912" y="163805"/>
                  </a:lnTo>
                  <a:lnTo>
                    <a:pt x="204508" y="163805"/>
                  </a:lnTo>
                  <a:close/>
                  <a:moveTo>
                    <a:pt x="687813" y="162734"/>
                  </a:moveTo>
                  <a:lnTo>
                    <a:pt x="702838" y="162734"/>
                  </a:lnTo>
                  <a:lnTo>
                    <a:pt x="702838" y="163805"/>
                  </a:lnTo>
                  <a:lnTo>
                    <a:pt x="687813" y="163805"/>
                  </a:lnTo>
                  <a:close/>
                  <a:moveTo>
                    <a:pt x="828047" y="153098"/>
                  </a:moveTo>
                  <a:lnTo>
                    <a:pt x="1000000" y="153098"/>
                  </a:lnTo>
                  <a:lnTo>
                    <a:pt x="1000000" y="165946"/>
                  </a:lnTo>
                  <a:lnTo>
                    <a:pt x="828047" y="165946"/>
                  </a:lnTo>
                  <a:close/>
                  <a:moveTo>
                    <a:pt x="0" y="161663"/>
                  </a:moveTo>
                  <a:lnTo>
                    <a:pt x="156928" y="161663"/>
                  </a:lnTo>
                  <a:lnTo>
                    <a:pt x="156928" y="165946"/>
                  </a:lnTo>
                  <a:lnTo>
                    <a:pt x="0" y="165946"/>
                  </a:lnTo>
                  <a:close/>
                  <a:moveTo>
                    <a:pt x="203673" y="163805"/>
                  </a:moveTo>
                  <a:lnTo>
                    <a:pt x="646912" y="163805"/>
                  </a:lnTo>
                  <a:lnTo>
                    <a:pt x="646912" y="165946"/>
                  </a:lnTo>
                  <a:lnTo>
                    <a:pt x="203673" y="165946"/>
                  </a:lnTo>
                  <a:close/>
                  <a:moveTo>
                    <a:pt x="757095" y="163805"/>
                  </a:moveTo>
                  <a:lnTo>
                    <a:pt x="802170" y="163805"/>
                  </a:lnTo>
                  <a:lnTo>
                    <a:pt x="802170" y="165946"/>
                  </a:lnTo>
                  <a:lnTo>
                    <a:pt x="757095" y="165946"/>
                  </a:lnTo>
                  <a:close/>
                  <a:moveTo>
                    <a:pt x="828881" y="165946"/>
                  </a:moveTo>
                  <a:lnTo>
                    <a:pt x="1000000" y="165946"/>
                  </a:lnTo>
                  <a:lnTo>
                    <a:pt x="1000000" y="167017"/>
                  </a:lnTo>
                  <a:lnTo>
                    <a:pt x="828881" y="167017"/>
                  </a:lnTo>
                  <a:close/>
                  <a:moveTo>
                    <a:pt x="686978" y="163805"/>
                  </a:moveTo>
                  <a:lnTo>
                    <a:pt x="702003" y="163805"/>
                  </a:lnTo>
                  <a:lnTo>
                    <a:pt x="702003" y="167017"/>
                  </a:lnTo>
                  <a:lnTo>
                    <a:pt x="686978" y="167017"/>
                  </a:lnTo>
                  <a:close/>
                  <a:moveTo>
                    <a:pt x="202838" y="165946"/>
                  </a:moveTo>
                  <a:lnTo>
                    <a:pt x="646912" y="165946"/>
                  </a:lnTo>
                  <a:lnTo>
                    <a:pt x="646912" y="167017"/>
                  </a:lnTo>
                  <a:lnTo>
                    <a:pt x="202838" y="167017"/>
                  </a:lnTo>
                  <a:close/>
                  <a:moveTo>
                    <a:pt x="756260" y="165946"/>
                  </a:moveTo>
                  <a:lnTo>
                    <a:pt x="802170" y="165946"/>
                  </a:lnTo>
                  <a:lnTo>
                    <a:pt x="802170" y="167017"/>
                  </a:lnTo>
                  <a:lnTo>
                    <a:pt x="756260" y="167017"/>
                  </a:lnTo>
                  <a:close/>
                  <a:moveTo>
                    <a:pt x="0" y="165946"/>
                  </a:moveTo>
                  <a:lnTo>
                    <a:pt x="156093" y="165946"/>
                  </a:lnTo>
                  <a:lnTo>
                    <a:pt x="156093" y="168088"/>
                  </a:lnTo>
                  <a:lnTo>
                    <a:pt x="0" y="168088"/>
                  </a:lnTo>
                  <a:close/>
                  <a:moveTo>
                    <a:pt x="686978" y="167017"/>
                  </a:moveTo>
                  <a:lnTo>
                    <a:pt x="701169" y="167017"/>
                  </a:lnTo>
                  <a:lnTo>
                    <a:pt x="701169" y="168088"/>
                  </a:lnTo>
                  <a:lnTo>
                    <a:pt x="686978" y="168088"/>
                  </a:lnTo>
                  <a:close/>
                  <a:moveTo>
                    <a:pt x="755426" y="167017"/>
                  </a:moveTo>
                  <a:lnTo>
                    <a:pt x="802170" y="167017"/>
                  </a:lnTo>
                  <a:lnTo>
                    <a:pt x="802170" y="168088"/>
                  </a:lnTo>
                  <a:lnTo>
                    <a:pt x="755426" y="168088"/>
                  </a:lnTo>
                  <a:close/>
                  <a:moveTo>
                    <a:pt x="831386" y="167017"/>
                  </a:moveTo>
                  <a:lnTo>
                    <a:pt x="1000000" y="167017"/>
                  </a:lnTo>
                  <a:lnTo>
                    <a:pt x="1000000" y="168088"/>
                  </a:lnTo>
                  <a:lnTo>
                    <a:pt x="831386" y="168088"/>
                  </a:lnTo>
                  <a:close/>
                  <a:moveTo>
                    <a:pt x="832220" y="168088"/>
                  </a:moveTo>
                  <a:lnTo>
                    <a:pt x="1000000" y="168088"/>
                  </a:lnTo>
                  <a:lnTo>
                    <a:pt x="1000000" y="169158"/>
                  </a:lnTo>
                  <a:lnTo>
                    <a:pt x="832220" y="169158"/>
                  </a:lnTo>
                  <a:close/>
                  <a:moveTo>
                    <a:pt x="686978" y="168088"/>
                  </a:moveTo>
                  <a:lnTo>
                    <a:pt x="700334" y="168088"/>
                  </a:lnTo>
                  <a:lnTo>
                    <a:pt x="700334" y="169158"/>
                  </a:lnTo>
                  <a:lnTo>
                    <a:pt x="686978" y="169158"/>
                  </a:lnTo>
                  <a:close/>
                  <a:moveTo>
                    <a:pt x="754591" y="168088"/>
                  </a:moveTo>
                  <a:lnTo>
                    <a:pt x="803005" y="168088"/>
                  </a:lnTo>
                  <a:lnTo>
                    <a:pt x="803005" y="169158"/>
                  </a:lnTo>
                  <a:lnTo>
                    <a:pt x="754591" y="169158"/>
                  </a:lnTo>
                  <a:close/>
                  <a:moveTo>
                    <a:pt x="202838" y="167017"/>
                  </a:moveTo>
                  <a:lnTo>
                    <a:pt x="646077" y="167017"/>
                  </a:lnTo>
                  <a:lnTo>
                    <a:pt x="646077" y="169158"/>
                  </a:lnTo>
                  <a:lnTo>
                    <a:pt x="202838" y="169158"/>
                  </a:lnTo>
                  <a:close/>
                  <a:moveTo>
                    <a:pt x="754591" y="169158"/>
                  </a:moveTo>
                  <a:lnTo>
                    <a:pt x="803840" y="169158"/>
                  </a:lnTo>
                  <a:lnTo>
                    <a:pt x="803840" y="170229"/>
                  </a:lnTo>
                  <a:lnTo>
                    <a:pt x="754591" y="170229"/>
                  </a:lnTo>
                  <a:close/>
                  <a:moveTo>
                    <a:pt x="202838" y="169158"/>
                  </a:moveTo>
                  <a:lnTo>
                    <a:pt x="645242" y="169158"/>
                  </a:lnTo>
                  <a:lnTo>
                    <a:pt x="645242" y="170229"/>
                  </a:lnTo>
                  <a:lnTo>
                    <a:pt x="202838" y="170229"/>
                  </a:lnTo>
                  <a:close/>
                  <a:moveTo>
                    <a:pt x="833890" y="169158"/>
                  </a:moveTo>
                  <a:lnTo>
                    <a:pt x="1000000" y="169158"/>
                  </a:lnTo>
                  <a:lnTo>
                    <a:pt x="1000000" y="170229"/>
                  </a:lnTo>
                  <a:lnTo>
                    <a:pt x="833890" y="170229"/>
                  </a:lnTo>
                  <a:close/>
                  <a:moveTo>
                    <a:pt x="686144" y="169158"/>
                  </a:moveTo>
                  <a:lnTo>
                    <a:pt x="699499" y="169158"/>
                  </a:lnTo>
                  <a:lnTo>
                    <a:pt x="699499" y="170229"/>
                  </a:lnTo>
                  <a:lnTo>
                    <a:pt x="686144" y="170229"/>
                  </a:lnTo>
                  <a:close/>
                  <a:moveTo>
                    <a:pt x="271285" y="170229"/>
                  </a:moveTo>
                  <a:lnTo>
                    <a:pt x="644407" y="170229"/>
                  </a:lnTo>
                  <a:lnTo>
                    <a:pt x="644407" y="171300"/>
                  </a:lnTo>
                  <a:lnTo>
                    <a:pt x="271285" y="171300"/>
                  </a:lnTo>
                  <a:close/>
                  <a:moveTo>
                    <a:pt x="754591" y="170229"/>
                  </a:moveTo>
                  <a:lnTo>
                    <a:pt x="804674" y="170229"/>
                  </a:lnTo>
                  <a:lnTo>
                    <a:pt x="804674" y="171300"/>
                  </a:lnTo>
                  <a:lnTo>
                    <a:pt x="754591" y="171300"/>
                  </a:lnTo>
                  <a:close/>
                  <a:moveTo>
                    <a:pt x="836394" y="170229"/>
                  </a:moveTo>
                  <a:lnTo>
                    <a:pt x="1000000" y="170229"/>
                  </a:lnTo>
                  <a:lnTo>
                    <a:pt x="1000000" y="171300"/>
                  </a:lnTo>
                  <a:lnTo>
                    <a:pt x="836394" y="171300"/>
                  </a:lnTo>
                  <a:close/>
                  <a:moveTo>
                    <a:pt x="202838" y="170229"/>
                  </a:moveTo>
                  <a:lnTo>
                    <a:pt x="256260" y="170229"/>
                  </a:lnTo>
                  <a:lnTo>
                    <a:pt x="256260" y="171300"/>
                  </a:lnTo>
                  <a:lnTo>
                    <a:pt x="202838" y="171300"/>
                  </a:lnTo>
                  <a:close/>
                  <a:moveTo>
                    <a:pt x="837229" y="171300"/>
                  </a:moveTo>
                  <a:lnTo>
                    <a:pt x="1000000" y="171300"/>
                  </a:lnTo>
                  <a:lnTo>
                    <a:pt x="1000000" y="172370"/>
                  </a:lnTo>
                  <a:lnTo>
                    <a:pt x="837229" y="172370"/>
                  </a:lnTo>
                  <a:close/>
                  <a:moveTo>
                    <a:pt x="202838" y="171300"/>
                  </a:moveTo>
                  <a:lnTo>
                    <a:pt x="255426" y="171300"/>
                  </a:lnTo>
                  <a:lnTo>
                    <a:pt x="255426" y="172370"/>
                  </a:lnTo>
                  <a:lnTo>
                    <a:pt x="202838" y="172370"/>
                  </a:lnTo>
                  <a:close/>
                  <a:moveTo>
                    <a:pt x="753756" y="171300"/>
                  </a:moveTo>
                  <a:lnTo>
                    <a:pt x="805509" y="171300"/>
                  </a:lnTo>
                  <a:lnTo>
                    <a:pt x="805509" y="172370"/>
                  </a:lnTo>
                  <a:lnTo>
                    <a:pt x="753756" y="172370"/>
                  </a:lnTo>
                  <a:close/>
                  <a:moveTo>
                    <a:pt x="272120" y="171300"/>
                  </a:moveTo>
                  <a:lnTo>
                    <a:pt x="644407" y="171300"/>
                  </a:lnTo>
                  <a:lnTo>
                    <a:pt x="644407" y="172370"/>
                  </a:lnTo>
                  <a:lnTo>
                    <a:pt x="272120" y="172370"/>
                  </a:lnTo>
                  <a:close/>
                  <a:moveTo>
                    <a:pt x="686144" y="170229"/>
                  </a:moveTo>
                  <a:lnTo>
                    <a:pt x="698664" y="170229"/>
                  </a:lnTo>
                  <a:lnTo>
                    <a:pt x="698664" y="172370"/>
                  </a:lnTo>
                  <a:lnTo>
                    <a:pt x="686144" y="172370"/>
                  </a:lnTo>
                  <a:close/>
                  <a:moveTo>
                    <a:pt x="838898" y="172370"/>
                  </a:moveTo>
                  <a:lnTo>
                    <a:pt x="1000000" y="172370"/>
                  </a:lnTo>
                  <a:lnTo>
                    <a:pt x="1000000" y="173441"/>
                  </a:lnTo>
                  <a:lnTo>
                    <a:pt x="838898" y="173441"/>
                  </a:lnTo>
                  <a:close/>
                  <a:moveTo>
                    <a:pt x="685309" y="172370"/>
                  </a:moveTo>
                  <a:lnTo>
                    <a:pt x="698664" y="172370"/>
                  </a:lnTo>
                  <a:lnTo>
                    <a:pt x="698664" y="173441"/>
                  </a:lnTo>
                  <a:lnTo>
                    <a:pt x="685309" y="173441"/>
                  </a:lnTo>
                  <a:close/>
                  <a:moveTo>
                    <a:pt x="752922" y="172370"/>
                  </a:moveTo>
                  <a:lnTo>
                    <a:pt x="808013" y="172370"/>
                  </a:lnTo>
                  <a:lnTo>
                    <a:pt x="808013" y="173441"/>
                  </a:lnTo>
                  <a:lnTo>
                    <a:pt x="752922" y="173441"/>
                  </a:lnTo>
                  <a:close/>
                  <a:moveTo>
                    <a:pt x="272955" y="172370"/>
                  </a:moveTo>
                  <a:lnTo>
                    <a:pt x="644407" y="172370"/>
                  </a:lnTo>
                  <a:lnTo>
                    <a:pt x="644407" y="173441"/>
                  </a:lnTo>
                  <a:lnTo>
                    <a:pt x="272955" y="173441"/>
                  </a:lnTo>
                  <a:close/>
                  <a:moveTo>
                    <a:pt x="202838" y="172370"/>
                  </a:moveTo>
                  <a:lnTo>
                    <a:pt x="254591" y="172370"/>
                  </a:lnTo>
                  <a:lnTo>
                    <a:pt x="254591" y="173441"/>
                  </a:lnTo>
                  <a:lnTo>
                    <a:pt x="202838" y="173441"/>
                  </a:lnTo>
                  <a:close/>
                  <a:moveTo>
                    <a:pt x="841402" y="173441"/>
                  </a:moveTo>
                  <a:lnTo>
                    <a:pt x="1000000" y="173441"/>
                  </a:lnTo>
                  <a:lnTo>
                    <a:pt x="1000000" y="174512"/>
                  </a:lnTo>
                  <a:lnTo>
                    <a:pt x="841402" y="174512"/>
                  </a:lnTo>
                  <a:close/>
                  <a:moveTo>
                    <a:pt x="275459" y="173441"/>
                  </a:moveTo>
                  <a:lnTo>
                    <a:pt x="644407" y="173441"/>
                  </a:lnTo>
                  <a:lnTo>
                    <a:pt x="644407" y="174512"/>
                  </a:lnTo>
                  <a:lnTo>
                    <a:pt x="275459" y="174512"/>
                  </a:lnTo>
                  <a:close/>
                  <a:moveTo>
                    <a:pt x="752087" y="173441"/>
                  </a:moveTo>
                  <a:lnTo>
                    <a:pt x="808848" y="173441"/>
                  </a:lnTo>
                  <a:lnTo>
                    <a:pt x="808848" y="174512"/>
                  </a:lnTo>
                  <a:lnTo>
                    <a:pt x="752087" y="174512"/>
                  </a:lnTo>
                  <a:close/>
                  <a:moveTo>
                    <a:pt x="684474" y="173441"/>
                  </a:moveTo>
                  <a:lnTo>
                    <a:pt x="697830" y="173441"/>
                  </a:lnTo>
                  <a:lnTo>
                    <a:pt x="697830" y="174512"/>
                  </a:lnTo>
                  <a:lnTo>
                    <a:pt x="684474" y="174512"/>
                  </a:lnTo>
                  <a:close/>
                  <a:moveTo>
                    <a:pt x="202838" y="173441"/>
                  </a:moveTo>
                  <a:lnTo>
                    <a:pt x="252087" y="173441"/>
                  </a:lnTo>
                  <a:lnTo>
                    <a:pt x="252087" y="174512"/>
                  </a:lnTo>
                  <a:lnTo>
                    <a:pt x="202838" y="174512"/>
                  </a:lnTo>
                  <a:close/>
                  <a:moveTo>
                    <a:pt x="752087" y="174512"/>
                  </a:moveTo>
                  <a:lnTo>
                    <a:pt x="809683" y="174512"/>
                  </a:lnTo>
                  <a:lnTo>
                    <a:pt x="809683" y="175582"/>
                  </a:lnTo>
                  <a:lnTo>
                    <a:pt x="752087" y="175582"/>
                  </a:lnTo>
                  <a:close/>
                  <a:moveTo>
                    <a:pt x="842237" y="174512"/>
                  </a:moveTo>
                  <a:lnTo>
                    <a:pt x="1000000" y="174512"/>
                  </a:lnTo>
                  <a:lnTo>
                    <a:pt x="1000000" y="175582"/>
                  </a:lnTo>
                  <a:lnTo>
                    <a:pt x="842237" y="175582"/>
                  </a:lnTo>
                  <a:close/>
                  <a:moveTo>
                    <a:pt x="202838" y="174512"/>
                  </a:moveTo>
                  <a:lnTo>
                    <a:pt x="250417" y="174512"/>
                  </a:lnTo>
                  <a:lnTo>
                    <a:pt x="250417" y="175582"/>
                  </a:lnTo>
                  <a:lnTo>
                    <a:pt x="202838" y="175582"/>
                  </a:lnTo>
                  <a:close/>
                  <a:moveTo>
                    <a:pt x="276294" y="174512"/>
                  </a:moveTo>
                  <a:lnTo>
                    <a:pt x="644407" y="174512"/>
                  </a:lnTo>
                  <a:lnTo>
                    <a:pt x="644407" y="175582"/>
                  </a:lnTo>
                  <a:lnTo>
                    <a:pt x="276294" y="175582"/>
                  </a:lnTo>
                  <a:close/>
                  <a:moveTo>
                    <a:pt x="684474" y="174512"/>
                  </a:moveTo>
                  <a:lnTo>
                    <a:pt x="696995" y="174512"/>
                  </a:lnTo>
                  <a:lnTo>
                    <a:pt x="696995" y="175582"/>
                  </a:lnTo>
                  <a:lnTo>
                    <a:pt x="684474" y="175582"/>
                  </a:lnTo>
                  <a:close/>
                  <a:moveTo>
                    <a:pt x="752087" y="175582"/>
                  </a:moveTo>
                  <a:lnTo>
                    <a:pt x="812187" y="175582"/>
                  </a:lnTo>
                  <a:lnTo>
                    <a:pt x="812187" y="176653"/>
                  </a:lnTo>
                  <a:lnTo>
                    <a:pt x="752087" y="176653"/>
                  </a:lnTo>
                  <a:close/>
                  <a:moveTo>
                    <a:pt x="843072" y="175582"/>
                  </a:moveTo>
                  <a:lnTo>
                    <a:pt x="1000000" y="175582"/>
                  </a:lnTo>
                  <a:lnTo>
                    <a:pt x="1000000" y="176653"/>
                  </a:lnTo>
                  <a:lnTo>
                    <a:pt x="843072" y="176653"/>
                  </a:lnTo>
                  <a:close/>
                  <a:moveTo>
                    <a:pt x="202838" y="175582"/>
                  </a:moveTo>
                  <a:lnTo>
                    <a:pt x="249583" y="175582"/>
                  </a:lnTo>
                  <a:lnTo>
                    <a:pt x="249583" y="176653"/>
                  </a:lnTo>
                  <a:lnTo>
                    <a:pt x="202838" y="176653"/>
                  </a:lnTo>
                  <a:close/>
                  <a:moveTo>
                    <a:pt x="276294" y="175582"/>
                  </a:moveTo>
                  <a:lnTo>
                    <a:pt x="643573" y="175582"/>
                  </a:lnTo>
                  <a:lnTo>
                    <a:pt x="643573" y="176653"/>
                  </a:lnTo>
                  <a:lnTo>
                    <a:pt x="276294" y="176653"/>
                  </a:lnTo>
                  <a:close/>
                  <a:moveTo>
                    <a:pt x="684474" y="175582"/>
                  </a:moveTo>
                  <a:lnTo>
                    <a:pt x="696160" y="175582"/>
                  </a:lnTo>
                  <a:lnTo>
                    <a:pt x="696160" y="177724"/>
                  </a:lnTo>
                  <a:lnTo>
                    <a:pt x="684474" y="177724"/>
                  </a:lnTo>
                  <a:close/>
                  <a:moveTo>
                    <a:pt x="202003" y="176653"/>
                  </a:moveTo>
                  <a:lnTo>
                    <a:pt x="248748" y="176653"/>
                  </a:lnTo>
                  <a:lnTo>
                    <a:pt x="248748" y="177724"/>
                  </a:lnTo>
                  <a:lnTo>
                    <a:pt x="202003" y="177724"/>
                  </a:lnTo>
                  <a:close/>
                  <a:moveTo>
                    <a:pt x="845576" y="176653"/>
                  </a:moveTo>
                  <a:lnTo>
                    <a:pt x="1000000" y="176653"/>
                  </a:lnTo>
                  <a:lnTo>
                    <a:pt x="1000000" y="177724"/>
                  </a:lnTo>
                  <a:lnTo>
                    <a:pt x="845576" y="177724"/>
                  </a:lnTo>
                  <a:close/>
                  <a:moveTo>
                    <a:pt x="277963" y="176653"/>
                  </a:moveTo>
                  <a:lnTo>
                    <a:pt x="643573" y="176653"/>
                  </a:lnTo>
                  <a:lnTo>
                    <a:pt x="643573" y="177724"/>
                  </a:lnTo>
                  <a:lnTo>
                    <a:pt x="277963" y="177724"/>
                  </a:lnTo>
                  <a:close/>
                  <a:moveTo>
                    <a:pt x="752087" y="176653"/>
                  </a:moveTo>
                  <a:lnTo>
                    <a:pt x="813022" y="176653"/>
                  </a:lnTo>
                  <a:lnTo>
                    <a:pt x="813022" y="177724"/>
                  </a:lnTo>
                  <a:lnTo>
                    <a:pt x="752087" y="177724"/>
                  </a:lnTo>
                  <a:close/>
                  <a:moveTo>
                    <a:pt x="0" y="168088"/>
                  </a:moveTo>
                  <a:lnTo>
                    <a:pt x="155259" y="168088"/>
                  </a:lnTo>
                  <a:lnTo>
                    <a:pt x="155259" y="177724"/>
                  </a:lnTo>
                  <a:lnTo>
                    <a:pt x="0" y="177724"/>
                  </a:lnTo>
                  <a:close/>
                  <a:moveTo>
                    <a:pt x="847245" y="177724"/>
                  </a:moveTo>
                  <a:lnTo>
                    <a:pt x="1000000" y="177724"/>
                  </a:lnTo>
                  <a:lnTo>
                    <a:pt x="1000000" y="178794"/>
                  </a:lnTo>
                  <a:lnTo>
                    <a:pt x="847245" y="178794"/>
                  </a:lnTo>
                  <a:close/>
                  <a:moveTo>
                    <a:pt x="751252" y="177724"/>
                  </a:moveTo>
                  <a:lnTo>
                    <a:pt x="813856" y="177724"/>
                  </a:lnTo>
                  <a:lnTo>
                    <a:pt x="813856" y="178794"/>
                  </a:lnTo>
                  <a:lnTo>
                    <a:pt x="751252" y="178794"/>
                  </a:lnTo>
                  <a:close/>
                  <a:moveTo>
                    <a:pt x="202003" y="177724"/>
                  </a:moveTo>
                  <a:lnTo>
                    <a:pt x="247078" y="177724"/>
                  </a:lnTo>
                  <a:lnTo>
                    <a:pt x="247078" y="179865"/>
                  </a:lnTo>
                  <a:lnTo>
                    <a:pt x="202003" y="179865"/>
                  </a:lnTo>
                  <a:close/>
                  <a:moveTo>
                    <a:pt x="278798" y="177724"/>
                  </a:moveTo>
                  <a:lnTo>
                    <a:pt x="642738" y="177724"/>
                  </a:lnTo>
                  <a:lnTo>
                    <a:pt x="642738" y="179865"/>
                  </a:lnTo>
                  <a:lnTo>
                    <a:pt x="278798" y="179865"/>
                  </a:lnTo>
                  <a:close/>
                  <a:moveTo>
                    <a:pt x="848080" y="178794"/>
                  </a:moveTo>
                  <a:lnTo>
                    <a:pt x="1000000" y="178794"/>
                  </a:lnTo>
                  <a:lnTo>
                    <a:pt x="1000000" y="179865"/>
                  </a:lnTo>
                  <a:lnTo>
                    <a:pt x="848080" y="179865"/>
                  </a:lnTo>
                  <a:close/>
                  <a:moveTo>
                    <a:pt x="683639" y="177724"/>
                  </a:moveTo>
                  <a:lnTo>
                    <a:pt x="695326" y="177724"/>
                  </a:lnTo>
                  <a:lnTo>
                    <a:pt x="695326" y="179865"/>
                  </a:lnTo>
                  <a:lnTo>
                    <a:pt x="683639" y="179865"/>
                  </a:lnTo>
                  <a:close/>
                  <a:moveTo>
                    <a:pt x="750417" y="178794"/>
                  </a:moveTo>
                  <a:lnTo>
                    <a:pt x="816361" y="178794"/>
                  </a:lnTo>
                  <a:lnTo>
                    <a:pt x="816361" y="179865"/>
                  </a:lnTo>
                  <a:lnTo>
                    <a:pt x="750417" y="179865"/>
                  </a:lnTo>
                  <a:close/>
                  <a:moveTo>
                    <a:pt x="280467" y="179865"/>
                  </a:moveTo>
                  <a:lnTo>
                    <a:pt x="641903" y="179865"/>
                  </a:lnTo>
                  <a:lnTo>
                    <a:pt x="641903" y="180936"/>
                  </a:lnTo>
                  <a:lnTo>
                    <a:pt x="280467" y="180936"/>
                  </a:lnTo>
                  <a:close/>
                  <a:moveTo>
                    <a:pt x="202003" y="179865"/>
                  </a:moveTo>
                  <a:lnTo>
                    <a:pt x="246244" y="179865"/>
                  </a:lnTo>
                  <a:lnTo>
                    <a:pt x="246244" y="180936"/>
                  </a:lnTo>
                  <a:lnTo>
                    <a:pt x="202003" y="180936"/>
                  </a:lnTo>
                  <a:close/>
                  <a:moveTo>
                    <a:pt x="749583" y="179865"/>
                  </a:moveTo>
                  <a:lnTo>
                    <a:pt x="817195" y="179865"/>
                  </a:lnTo>
                  <a:lnTo>
                    <a:pt x="817195" y="180936"/>
                  </a:lnTo>
                  <a:lnTo>
                    <a:pt x="749583" y="180936"/>
                  </a:lnTo>
                  <a:close/>
                  <a:moveTo>
                    <a:pt x="849750" y="179865"/>
                  </a:moveTo>
                  <a:lnTo>
                    <a:pt x="1000000" y="179865"/>
                  </a:lnTo>
                  <a:lnTo>
                    <a:pt x="1000000" y="180936"/>
                  </a:lnTo>
                  <a:lnTo>
                    <a:pt x="849750" y="180936"/>
                  </a:lnTo>
                  <a:close/>
                  <a:moveTo>
                    <a:pt x="683639" y="179865"/>
                  </a:moveTo>
                  <a:lnTo>
                    <a:pt x="693656" y="179865"/>
                  </a:lnTo>
                  <a:lnTo>
                    <a:pt x="693656" y="182006"/>
                  </a:lnTo>
                  <a:lnTo>
                    <a:pt x="683639" y="182006"/>
                  </a:lnTo>
                  <a:close/>
                  <a:moveTo>
                    <a:pt x="749583" y="180936"/>
                  </a:moveTo>
                  <a:lnTo>
                    <a:pt x="818030" y="180936"/>
                  </a:lnTo>
                  <a:lnTo>
                    <a:pt x="818030" y="182006"/>
                  </a:lnTo>
                  <a:lnTo>
                    <a:pt x="749583" y="182006"/>
                  </a:lnTo>
                  <a:close/>
                  <a:moveTo>
                    <a:pt x="852254" y="180936"/>
                  </a:moveTo>
                  <a:lnTo>
                    <a:pt x="1000000" y="180936"/>
                  </a:lnTo>
                  <a:lnTo>
                    <a:pt x="1000000" y="182006"/>
                  </a:lnTo>
                  <a:lnTo>
                    <a:pt x="852254" y="182006"/>
                  </a:lnTo>
                  <a:close/>
                  <a:moveTo>
                    <a:pt x="281302" y="180936"/>
                  </a:moveTo>
                  <a:lnTo>
                    <a:pt x="641903" y="180936"/>
                  </a:lnTo>
                  <a:lnTo>
                    <a:pt x="641903" y="183077"/>
                  </a:lnTo>
                  <a:lnTo>
                    <a:pt x="281302" y="183077"/>
                  </a:lnTo>
                  <a:close/>
                  <a:moveTo>
                    <a:pt x="201169" y="180936"/>
                  </a:moveTo>
                  <a:lnTo>
                    <a:pt x="244574" y="180936"/>
                  </a:lnTo>
                  <a:lnTo>
                    <a:pt x="244574" y="183077"/>
                  </a:lnTo>
                  <a:lnTo>
                    <a:pt x="201169" y="183077"/>
                  </a:lnTo>
                  <a:close/>
                  <a:moveTo>
                    <a:pt x="682805" y="182006"/>
                  </a:moveTo>
                  <a:lnTo>
                    <a:pt x="693656" y="182006"/>
                  </a:lnTo>
                  <a:lnTo>
                    <a:pt x="693656" y="183077"/>
                  </a:lnTo>
                  <a:lnTo>
                    <a:pt x="682805" y="183077"/>
                  </a:lnTo>
                  <a:close/>
                  <a:moveTo>
                    <a:pt x="853088" y="182006"/>
                  </a:moveTo>
                  <a:lnTo>
                    <a:pt x="1000000" y="182006"/>
                  </a:lnTo>
                  <a:lnTo>
                    <a:pt x="1000000" y="183077"/>
                  </a:lnTo>
                  <a:lnTo>
                    <a:pt x="853088" y="183077"/>
                  </a:lnTo>
                  <a:close/>
                  <a:moveTo>
                    <a:pt x="749583" y="182006"/>
                  </a:moveTo>
                  <a:lnTo>
                    <a:pt x="820534" y="182006"/>
                  </a:lnTo>
                  <a:lnTo>
                    <a:pt x="820534" y="183077"/>
                  </a:lnTo>
                  <a:lnTo>
                    <a:pt x="749583" y="183077"/>
                  </a:lnTo>
                  <a:close/>
                  <a:moveTo>
                    <a:pt x="681970" y="183077"/>
                  </a:moveTo>
                  <a:lnTo>
                    <a:pt x="692821" y="183077"/>
                  </a:lnTo>
                  <a:lnTo>
                    <a:pt x="692821" y="184148"/>
                  </a:lnTo>
                  <a:lnTo>
                    <a:pt x="681970" y="184148"/>
                  </a:lnTo>
                  <a:close/>
                  <a:moveTo>
                    <a:pt x="749583" y="183077"/>
                  </a:moveTo>
                  <a:lnTo>
                    <a:pt x="822204" y="183077"/>
                  </a:lnTo>
                  <a:lnTo>
                    <a:pt x="822204" y="184148"/>
                  </a:lnTo>
                  <a:lnTo>
                    <a:pt x="749583" y="184148"/>
                  </a:lnTo>
                  <a:close/>
                  <a:moveTo>
                    <a:pt x="282137" y="183077"/>
                  </a:moveTo>
                  <a:lnTo>
                    <a:pt x="641903" y="183077"/>
                  </a:lnTo>
                  <a:lnTo>
                    <a:pt x="641903" y="184148"/>
                  </a:lnTo>
                  <a:lnTo>
                    <a:pt x="282137" y="184148"/>
                  </a:lnTo>
                  <a:close/>
                  <a:moveTo>
                    <a:pt x="201169" y="183077"/>
                  </a:moveTo>
                  <a:lnTo>
                    <a:pt x="243740" y="183077"/>
                  </a:lnTo>
                  <a:lnTo>
                    <a:pt x="243740" y="184148"/>
                  </a:lnTo>
                  <a:lnTo>
                    <a:pt x="201169" y="184148"/>
                  </a:lnTo>
                  <a:close/>
                  <a:moveTo>
                    <a:pt x="854758" y="183077"/>
                  </a:moveTo>
                  <a:lnTo>
                    <a:pt x="1000000" y="183077"/>
                  </a:lnTo>
                  <a:lnTo>
                    <a:pt x="1000000" y="184148"/>
                  </a:lnTo>
                  <a:lnTo>
                    <a:pt x="854758" y="184148"/>
                  </a:lnTo>
                  <a:close/>
                  <a:moveTo>
                    <a:pt x="858097" y="184148"/>
                  </a:moveTo>
                  <a:lnTo>
                    <a:pt x="1000000" y="184148"/>
                  </a:lnTo>
                  <a:lnTo>
                    <a:pt x="1000000" y="185219"/>
                  </a:lnTo>
                  <a:lnTo>
                    <a:pt x="858097" y="185219"/>
                  </a:lnTo>
                  <a:close/>
                  <a:moveTo>
                    <a:pt x="681970" y="184148"/>
                  </a:moveTo>
                  <a:lnTo>
                    <a:pt x="691987" y="184148"/>
                  </a:lnTo>
                  <a:lnTo>
                    <a:pt x="691987" y="185219"/>
                  </a:lnTo>
                  <a:lnTo>
                    <a:pt x="681970" y="185219"/>
                  </a:lnTo>
                  <a:close/>
                  <a:moveTo>
                    <a:pt x="282972" y="184148"/>
                  </a:moveTo>
                  <a:lnTo>
                    <a:pt x="641903" y="184148"/>
                  </a:lnTo>
                  <a:lnTo>
                    <a:pt x="641903" y="185219"/>
                  </a:lnTo>
                  <a:lnTo>
                    <a:pt x="282972" y="185219"/>
                  </a:lnTo>
                  <a:close/>
                  <a:moveTo>
                    <a:pt x="748748" y="184148"/>
                  </a:moveTo>
                  <a:lnTo>
                    <a:pt x="823038" y="184148"/>
                  </a:lnTo>
                  <a:lnTo>
                    <a:pt x="823038" y="185219"/>
                  </a:lnTo>
                  <a:lnTo>
                    <a:pt x="748748" y="185219"/>
                  </a:lnTo>
                  <a:close/>
                  <a:moveTo>
                    <a:pt x="200334" y="184148"/>
                  </a:moveTo>
                  <a:lnTo>
                    <a:pt x="242905" y="184148"/>
                  </a:lnTo>
                  <a:lnTo>
                    <a:pt x="242905" y="185219"/>
                  </a:lnTo>
                  <a:lnTo>
                    <a:pt x="200334" y="185219"/>
                  </a:lnTo>
                  <a:close/>
                  <a:moveTo>
                    <a:pt x="858932" y="185219"/>
                  </a:moveTo>
                  <a:lnTo>
                    <a:pt x="1000000" y="185219"/>
                  </a:lnTo>
                  <a:lnTo>
                    <a:pt x="1000000" y="186289"/>
                  </a:lnTo>
                  <a:lnTo>
                    <a:pt x="858932" y="186289"/>
                  </a:lnTo>
                  <a:close/>
                  <a:moveTo>
                    <a:pt x="748748" y="185219"/>
                  </a:moveTo>
                  <a:lnTo>
                    <a:pt x="823873" y="185219"/>
                  </a:lnTo>
                  <a:lnTo>
                    <a:pt x="823873" y="186289"/>
                  </a:lnTo>
                  <a:lnTo>
                    <a:pt x="748748" y="186289"/>
                  </a:lnTo>
                  <a:close/>
                  <a:moveTo>
                    <a:pt x="859766" y="186289"/>
                  </a:moveTo>
                  <a:lnTo>
                    <a:pt x="1000000" y="186289"/>
                  </a:lnTo>
                  <a:lnTo>
                    <a:pt x="1000000" y="187360"/>
                  </a:lnTo>
                  <a:lnTo>
                    <a:pt x="859766" y="187360"/>
                  </a:lnTo>
                  <a:close/>
                  <a:moveTo>
                    <a:pt x="0" y="177724"/>
                  </a:moveTo>
                  <a:lnTo>
                    <a:pt x="154424" y="177724"/>
                  </a:lnTo>
                  <a:lnTo>
                    <a:pt x="154424" y="187360"/>
                  </a:lnTo>
                  <a:lnTo>
                    <a:pt x="0" y="187360"/>
                  </a:lnTo>
                  <a:close/>
                  <a:moveTo>
                    <a:pt x="283806" y="185219"/>
                  </a:moveTo>
                  <a:lnTo>
                    <a:pt x="641068" y="185219"/>
                  </a:lnTo>
                  <a:lnTo>
                    <a:pt x="641068" y="187360"/>
                  </a:lnTo>
                  <a:lnTo>
                    <a:pt x="283806" y="187360"/>
                  </a:lnTo>
                  <a:close/>
                  <a:moveTo>
                    <a:pt x="200334" y="185219"/>
                  </a:moveTo>
                  <a:lnTo>
                    <a:pt x="242070" y="185219"/>
                  </a:lnTo>
                  <a:lnTo>
                    <a:pt x="242070" y="187360"/>
                  </a:lnTo>
                  <a:lnTo>
                    <a:pt x="200334" y="187360"/>
                  </a:lnTo>
                  <a:close/>
                  <a:moveTo>
                    <a:pt x="747913" y="186289"/>
                  </a:moveTo>
                  <a:lnTo>
                    <a:pt x="826377" y="186289"/>
                  </a:lnTo>
                  <a:lnTo>
                    <a:pt x="826377" y="187360"/>
                  </a:lnTo>
                  <a:lnTo>
                    <a:pt x="747913" y="187360"/>
                  </a:lnTo>
                  <a:close/>
                  <a:moveTo>
                    <a:pt x="747078" y="187360"/>
                  </a:moveTo>
                  <a:lnTo>
                    <a:pt x="827212" y="187360"/>
                  </a:lnTo>
                  <a:lnTo>
                    <a:pt x="827212" y="188431"/>
                  </a:lnTo>
                  <a:lnTo>
                    <a:pt x="747078" y="188431"/>
                  </a:lnTo>
                  <a:close/>
                  <a:moveTo>
                    <a:pt x="200334" y="187360"/>
                  </a:moveTo>
                  <a:lnTo>
                    <a:pt x="241235" y="187360"/>
                  </a:lnTo>
                  <a:lnTo>
                    <a:pt x="241235" y="188431"/>
                  </a:lnTo>
                  <a:lnTo>
                    <a:pt x="200334" y="188431"/>
                  </a:lnTo>
                  <a:close/>
                  <a:moveTo>
                    <a:pt x="284641" y="187360"/>
                  </a:moveTo>
                  <a:lnTo>
                    <a:pt x="640234" y="187360"/>
                  </a:lnTo>
                  <a:lnTo>
                    <a:pt x="640234" y="188431"/>
                  </a:lnTo>
                  <a:lnTo>
                    <a:pt x="284641" y="188431"/>
                  </a:lnTo>
                  <a:close/>
                  <a:moveTo>
                    <a:pt x="862270" y="187360"/>
                  </a:moveTo>
                  <a:lnTo>
                    <a:pt x="1000000" y="187360"/>
                  </a:lnTo>
                  <a:lnTo>
                    <a:pt x="1000000" y="188431"/>
                  </a:lnTo>
                  <a:lnTo>
                    <a:pt x="862270" y="188431"/>
                  </a:lnTo>
                  <a:close/>
                  <a:moveTo>
                    <a:pt x="681135" y="185219"/>
                  </a:moveTo>
                  <a:lnTo>
                    <a:pt x="691152" y="185219"/>
                  </a:lnTo>
                  <a:lnTo>
                    <a:pt x="691152" y="188431"/>
                  </a:lnTo>
                  <a:lnTo>
                    <a:pt x="681135" y="188431"/>
                  </a:lnTo>
                  <a:close/>
                  <a:moveTo>
                    <a:pt x="200334" y="188431"/>
                  </a:moveTo>
                  <a:lnTo>
                    <a:pt x="240401" y="188431"/>
                  </a:lnTo>
                  <a:lnTo>
                    <a:pt x="240401" y="189501"/>
                  </a:lnTo>
                  <a:lnTo>
                    <a:pt x="200334" y="189501"/>
                  </a:lnTo>
                  <a:close/>
                  <a:moveTo>
                    <a:pt x="284641" y="188431"/>
                  </a:moveTo>
                  <a:lnTo>
                    <a:pt x="639399" y="188431"/>
                  </a:lnTo>
                  <a:lnTo>
                    <a:pt x="639399" y="189501"/>
                  </a:lnTo>
                  <a:lnTo>
                    <a:pt x="284641" y="189501"/>
                  </a:lnTo>
                  <a:close/>
                  <a:moveTo>
                    <a:pt x="863105" y="188431"/>
                  </a:moveTo>
                  <a:lnTo>
                    <a:pt x="1000000" y="188431"/>
                  </a:lnTo>
                  <a:lnTo>
                    <a:pt x="1000000" y="189501"/>
                  </a:lnTo>
                  <a:lnTo>
                    <a:pt x="863105" y="189501"/>
                  </a:lnTo>
                  <a:close/>
                  <a:moveTo>
                    <a:pt x="747078" y="188431"/>
                  </a:moveTo>
                  <a:lnTo>
                    <a:pt x="828881" y="188431"/>
                  </a:lnTo>
                  <a:lnTo>
                    <a:pt x="828881" y="189501"/>
                  </a:lnTo>
                  <a:lnTo>
                    <a:pt x="747078" y="189501"/>
                  </a:lnTo>
                  <a:close/>
                  <a:moveTo>
                    <a:pt x="285476" y="189501"/>
                  </a:moveTo>
                  <a:lnTo>
                    <a:pt x="639399" y="189501"/>
                  </a:lnTo>
                  <a:lnTo>
                    <a:pt x="639399" y="190572"/>
                  </a:lnTo>
                  <a:lnTo>
                    <a:pt x="285476" y="190572"/>
                  </a:lnTo>
                  <a:close/>
                  <a:moveTo>
                    <a:pt x="863940" y="189501"/>
                  </a:moveTo>
                  <a:lnTo>
                    <a:pt x="1000000" y="189501"/>
                  </a:lnTo>
                  <a:lnTo>
                    <a:pt x="1000000" y="190572"/>
                  </a:lnTo>
                  <a:lnTo>
                    <a:pt x="863940" y="190572"/>
                  </a:lnTo>
                  <a:close/>
                  <a:moveTo>
                    <a:pt x="681135" y="188431"/>
                  </a:moveTo>
                  <a:lnTo>
                    <a:pt x="690317" y="188431"/>
                  </a:lnTo>
                  <a:lnTo>
                    <a:pt x="690317" y="190572"/>
                  </a:lnTo>
                  <a:lnTo>
                    <a:pt x="681135" y="190572"/>
                  </a:lnTo>
                  <a:close/>
                  <a:moveTo>
                    <a:pt x="746244" y="189501"/>
                  </a:moveTo>
                  <a:lnTo>
                    <a:pt x="831386" y="189501"/>
                  </a:lnTo>
                  <a:lnTo>
                    <a:pt x="831386" y="190572"/>
                  </a:lnTo>
                  <a:lnTo>
                    <a:pt x="746244" y="190572"/>
                  </a:lnTo>
                  <a:close/>
                  <a:moveTo>
                    <a:pt x="681135" y="190572"/>
                  </a:moveTo>
                  <a:lnTo>
                    <a:pt x="689482" y="190572"/>
                  </a:lnTo>
                  <a:lnTo>
                    <a:pt x="689482" y="191643"/>
                  </a:lnTo>
                  <a:lnTo>
                    <a:pt x="681135" y="191643"/>
                  </a:lnTo>
                  <a:close/>
                  <a:moveTo>
                    <a:pt x="746244" y="190572"/>
                  </a:moveTo>
                  <a:lnTo>
                    <a:pt x="832220" y="190572"/>
                  </a:lnTo>
                  <a:lnTo>
                    <a:pt x="832220" y="191643"/>
                  </a:lnTo>
                  <a:lnTo>
                    <a:pt x="746244" y="191643"/>
                  </a:lnTo>
                  <a:close/>
                  <a:moveTo>
                    <a:pt x="724541" y="190572"/>
                  </a:moveTo>
                  <a:lnTo>
                    <a:pt x="727880" y="190572"/>
                  </a:lnTo>
                  <a:lnTo>
                    <a:pt x="727880" y="191643"/>
                  </a:lnTo>
                  <a:lnTo>
                    <a:pt x="724541" y="191643"/>
                  </a:lnTo>
                  <a:close/>
                  <a:moveTo>
                    <a:pt x="866444" y="190572"/>
                  </a:moveTo>
                  <a:lnTo>
                    <a:pt x="1000000" y="190572"/>
                  </a:lnTo>
                  <a:lnTo>
                    <a:pt x="1000000" y="191643"/>
                  </a:lnTo>
                  <a:lnTo>
                    <a:pt x="866444" y="191643"/>
                  </a:lnTo>
                  <a:close/>
                  <a:moveTo>
                    <a:pt x="200334" y="189501"/>
                  </a:moveTo>
                  <a:lnTo>
                    <a:pt x="239566" y="189501"/>
                  </a:lnTo>
                  <a:lnTo>
                    <a:pt x="239566" y="191643"/>
                  </a:lnTo>
                  <a:lnTo>
                    <a:pt x="200334" y="191643"/>
                  </a:lnTo>
                  <a:close/>
                  <a:moveTo>
                    <a:pt x="286311" y="190572"/>
                  </a:moveTo>
                  <a:lnTo>
                    <a:pt x="639399" y="190572"/>
                  </a:lnTo>
                  <a:lnTo>
                    <a:pt x="639399" y="191643"/>
                  </a:lnTo>
                  <a:lnTo>
                    <a:pt x="286311" y="191643"/>
                  </a:lnTo>
                  <a:close/>
                  <a:moveTo>
                    <a:pt x="409015" y="191643"/>
                  </a:moveTo>
                  <a:lnTo>
                    <a:pt x="639399" y="191643"/>
                  </a:lnTo>
                  <a:lnTo>
                    <a:pt x="639399" y="192713"/>
                  </a:lnTo>
                  <a:lnTo>
                    <a:pt x="409015" y="192713"/>
                  </a:lnTo>
                  <a:close/>
                  <a:moveTo>
                    <a:pt x="680301" y="191643"/>
                  </a:moveTo>
                  <a:lnTo>
                    <a:pt x="688648" y="191643"/>
                  </a:lnTo>
                  <a:lnTo>
                    <a:pt x="688648" y="192713"/>
                  </a:lnTo>
                  <a:lnTo>
                    <a:pt x="680301" y="192713"/>
                  </a:lnTo>
                  <a:close/>
                  <a:moveTo>
                    <a:pt x="287145" y="191643"/>
                  </a:moveTo>
                  <a:lnTo>
                    <a:pt x="404841" y="191643"/>
                  </a:lnTo>
                  <a:lnTo>
                    <a:pt x="404841" y="192713"/>
                  </a:lnTo>
                  <a:lnTo>
                    <a:pt x="287145" y="192713"/>
                  </a:lnTo>
                  <a:close/>
                  <a:moveTo>
                    <a:pt x="868948" y="191643"/>
                  </a:moveTo>
                  <a:lnTo>
                    <a:pt x="1000000" y="191643"/>
                  </a:lnTo>
                  <a:lnTo>
                    <a:pt x="1000000" y="192713"/>
                  </a:lnTo>
                  <a:lnTo>
                    <a:pt x="868948" y="192713"/>
                  </a:lnTo>
                  <a:close/>
                  <a:moveTo>
                    <a:pt x="746244" y="191643"/>
                  </a:moveTo>
                  <a:lnTo>
                    <a:pt x="833055" y="191643"/>
                  </a:lnTo>
                  <a:lnTo>
                    <a:pt x="833055" y="192713"/>
                  </a:lnTo>
                  <a:lnTo>
                    <a:pt x="746244" y="192713"/>
                  </a:lnTo>
                  <a:close/>
                  <a:moveTo>
                    <a:pt x="722871" y="191643"/>
                  </a:moveTo>
                  <a:lnTo>
                    <a:pt x="727880" y="191643"/>
                  </a:lnTo>
                  <a:lnTo>
                    <a:pt x="727880" y="192713"/>
                  </a:lnTo>
                  <a:lnTo>
                    <a:pt x="722871" y="192713"/>
                  </a:lnTo>
                  <a:close/>
                  <a:moveTo>
                    <a:pt x="722037" y="192713"/>
                  </a:moveTo>
                  <a:lnTo>
                    <a:pt x="727045" y="192713"/>
                  </a:lnTo>
                  <a:lnTo>
                    <a:pt x="727045" y="193784"/>
                  </a:lnTo>
                  <a:lnTo>
                    <a:pt x="722037" y="193784"/>
                  </a:lnTo>
                  <a:close/>
                  <a:moveTo>
                    <a:pt x="409850" y="192713"/>
                  </a:moveTo>
                  <a:lnTo>
                    <a:pt x="639399" y="192713"/>
                  </a:lnTo>
                  <a:lnTo>
                    <a:pt x="639399" y="193784"/>
                  </a:lnTo>
                  <a:lnTo>
                    <a:pt x="409850" y="193784"/>
                  </a:lnTo>
                  <a:close/>
                  <a:moveTo>
                    <a:pt x="199499" y="191643"/>
                  </a:moveTo>
                  <a:lnTo>
                    <a:pt x="238731" y="191643"/>
                  </a:lnTo>
                  <a:lnTo>
                    <a:pt x="238731" y="193784"/>
                  </a:lnTo>
                  <a:lnTo>
                    <a:pt x="199499" y="193784"/>
                  </a:lnTo>
                  <a:close/>
                  <a:moveTo>
                    <a:pt x="869783" y="192713"/>
                  </a:moveTo>
                  <a:lnTo>
                    <a:pt x="1000000" y="192713"/>
                  </a:lnTo>
                  <a:lnTo>
                    <a:pt x="1000000" y="193784"/>
                  </a:lnTo>
                  <a:lnTo>
                    <a:pt x="869783" y="193784"/>
                  </a:lnTo>
                  <a:close/>
                  <a:moveTo>
                    <a:pt x="746244" y="192713"/>
                  </a:moveTo>
                  <a:lnTo>
                    <a:pt x="835559" y="192713"/>
                  </a:lnTo>
                  <a:lnTo>
                    <a:pt x="835559" y="193784"/>
                  </a:lnTo>
                  <a:lnTo>
                    <a:pt x="746244" y="193784"/>
                  </a:lnTo>
                  <a:close/>
                  <a:moveTo>
                    <a:pt x="287145" y="192713"/>
                  </a:moveTo>
                  <a:lnTo>
                    <a:pt x="404007" y="192713"/>
                  </a:lnTo>
                  <a:lnTo>
                    <a:pt x="404007" y="193784"/>
                  </a:lnTo>
                  <a:lnTo>
                    <a:pt x="287145" y="193784"/>
                  </a:lnTo>
                  <a:close/>
                  <a:moveTo>
                    <a:pt x="199499" y="193784"/>
                  </a:moveTo>
                  <a:lnTo>
                    <a:pt x="237062" y="193784"/>
                  </a:lnTo>
                  <a:lnTo>
                    <a:pt x="237062" y="194855"/>
                  </a:lnTo>
                  <a:lnTo>
                    <a:pt x="199499" y="194855"/>
                  </a:lnTo>
                  <a:close/>
                  <a:moveTo>
                    <a:pt x="745409" y="193784"/>
                  </a:moveTo>
                  <a:lnTo>
                    <a:pt x="837229" y="193784"/>
                  </a:lnTo>
                  <a:lnTo>
                    <a:pt x="837229" y="194855"/>
                  </a:lnTo>
                  <a:lnTo>
                    <a:pt x="745409" y="194855"/>
                  </a:lnTo>
                  <a:close/>
                  <a:moveTo>
                    <a:pt x="287145" y="193784"/>
                  </a:moveTo>
                  <a:lnTo>
                    <a:pt x="403172" y="193784"/>
                  </a:lnTo>
                  <a:lnTo>
                    <a:pt x="403172" y="194855"/>
                  </a:lnTo>
                  <a:lnTo>
                    <a:pt x="287145" y="194855"/>
                  </a:lnTo>
                  <a:close/>
                  <a:moveTo>
                    <a:pt x="722037" y="193784"/>
                  </a:moveTo>
                  <a:lnTo>
                    <a:pt x="726210" y="193784"/>
                  </a:lnTo>
                  <a:lnTo>
                    <a:pt x="726210" y="194855"/>
                  </a:lnTo>
                  <a:lnTo>
                    <a:pt x="722037" y="194855"/>
                  </a:lnTo>
                  <a:close/>
                  <a:moveTo>
                    <a:pt x="870618" y="193784"/>
                  </a:moveTo>
                  <a:lnTo>
                    <a:pt x="1000000" y="193784"/>
                  </a:lnTo>
                  <a:lnTo>
                    <a:pt x="1000000" y="194855"/>
                  </a:lnTo>
                  <a:lnTo>
                    <a:pt x="870618" y="194855"/>
                  </a:lnTo>
                  <a:close/>
                  <a:moveTo>
                    <a:pt x="679466" y="192713"/>
                  </a:moveTo>
                  <a:lnTo>
                    <a:pt x="687813" y="192713"/>
                  </a:lnTo>
                  <a:lnTo>
                    <a:pt x="687813" y="194855"/>
                  </a:lnTo>
                  <a:lnTo>
                    <a:pt x="679466" y="194855"/>
                  </a:lnTo>
                  <a:close/>
                  <a:moveTo>
                    <a:pt x="411519" y="193784"/>
                  </a:moveTo>
                  <a:lnTo>
                    <a:pt x="639399" y="193784"/>
                  </a:lnTo>
                  <a:lnTo>
                    <a:pt x="639399" y="194855"/>
                  </a:lnTo>
                  <a:lnTo>
                    <a:pt x="411519" y="194855"/>
                  </a:lnTo>
                  <a:close/>
                  <a:moveTo>
                    <a:pt x="721202" y="194855"/>
                  </a:moveTo>
                  <a:lnTo>
                    <a:pt x="726210" y="194855"/>
                  </a:lnTo>
                  <a:lnTo>
                    <a:pt x="726210" y="195925"/>
                  </a:lnTo>
                  <a:lnTo>
                    <a:pt x="721202" y="195925"/>
                  </a:lnTo>
                  <a:close/>
                  <a:moveTo>
                    <a:pt x="873957" y="194855"/>
                  </a:moveTo>
                  <a:lnTo>
                    <a:pt x="1000000" y="194855"/>
                  </a:lnTo>
                  <a:lnTo>
                    <a:pt x="1000000" y="195925"/>
                  </a:lnTo>
                  <a:lnTo>
                    <a:pt x="873957" y="195925"/>
                  </a:lnTo>
                  <a:close/>
                  <a:moveTo>
                    <a:pt x="744574" y="194855"/>
                  </a:moveTo>
                  <a:lnTo>
                    <a:pt x="838063" y="194855"/>
                  </a:lnTo>
                  <a:lnTo>
                    <a:pt x="838063" y="195925"/>
                  </a:lnTo>
                  <a:lnTo>
                    <a:pt x="744574" y="195925"/>
                  </a:lnTo>
                  <a:close/>
                  <a:moveTo>
                    <a:pt x="412354" y="194855"/>
                  </a:moveTo>
                  <a:lnTo>
                    <a:pt x="639399" y="194855"/>
                  </a:lnTo>
                  <a:lnTo>
                    <a:pt x="639399" y="195925"/>
                  </a:lnTo>
                  <a:lnTo>
                    <a:pt x="412354" y="195925"/>
                  </a:lnTo>
                  <a:close/>
                  <a:moveTo>
                    <a:pt x="678631" y="194855"/>
                  </a:moveTo>
                  <a:lnTo>
                    <a:pt x="687813" y="194855"/>
                  </a:lnTo>
                  <a:lnTo>
                    <a:pt x="687813" y="195925"/>
                  </a:lnTo>
                  <a:lnTo>
                    <a:pt x="678631" y="195925"/>
                  </a:lnTo>
                  <a:close/>
                  <a:moveTo>
                    <a:pt x="287145" y="194855"/>
                  </a:moveTo>
                  <a:lnTo>
                    <a:pt x="401503" y="194855"/>
                  </a:lnTo>
                  <a:lnTo>
                    <a:pt x="401503" y="195925"/>
                  </a:lnTo>
                  <a:lnTo>
                    <a:pt x="287145" y="195925"/>
                  </a:lnTo>
                  <a:close/>
                  <a:moveTo>
                    <a:pt x="744574" y="195925"/>
                  </a:moveTo>
                  <a:lnTo>
                    <a:pt x="839733" y="195925"/>
                  </a:lnTo>
                  <a:lnTo>
                    <a:pt x="839733" y="196996"/>
                  </a:lnTo>
                  <a:lnTo>
                    <a:pt x="744574" y="196996"/>
                  </a:lnTo>
                  <a:close/>
                  <a:moveTo>
                    <a:pt x="678631" y="195925"/>
                  </a:moveTo>
                  <a:lnTo>
                    <a:pt x="686978" y="195925"/>
                  </a:lnTo>
                  <a:lnTo>
                    <a:pt x="686978" y="196996"/>
                  </a:lnTo>
                  <a:lnTo>
                    <a:pt x="678631" y="196996"/>
                  </a:lnTo>
                  <a:close/>
                  <a:moveTo>
                    <a:pt x="287980" y="195925"/>
                  </a:moveTo>
                  <a:lnTo>
                    <a:pt x="400668" y="195925"/>
                  </a:lnTo>
                  <a:lnTo>
                    <a:pt x="400668" y="196996"/>
                  </a:lnTo>
                  <a:lnTo>
                    <a:pt x="287980" y="196996"/>
                  </a:lnTo>
                  <a:close/>
                  <a:moveTo>
                    <a:pt x="874791" y="195925"/>
                  </a:moveTo>
                  <a:lnTo>
                    <a:pt x="1000000" y="195925"/>
                  </a:lnTo>
                  <a:lnTo>
                    <a:pt x="1000000" y="196996"/>
                  </a:lnTo>
                  <a:lnTo>
                    <a:pt x="874791" y="196996"/>
                  </a:lnTo>
                  <a:close/>
                  <a:moveTo>
                    <a:pt x="720367" y="195925"/>
                  </a:moveTo>
                  <a:lnTo>
                    <a:pt x="726210" y="195925"/>
                  </a:lnTo>
                  <a:lnTo>
                    <a:pt x="726210" y="196996"/>
                  </a:lnTo>
                  <a:lnTo>
                    <a:pt x="720367" y="196996"/>
                  </a:lnTo>
                  <a:close/>
                  <a:moveTo>
                    <a:pt x="413189" y="195925"/>
                  </a:moveTo>
                  <a:lnTo>
                    <a:pt x="638564" y="195925"/>
                  </a:lnTo>
                  <a:lnTo>
                    <a:pt x="638564" y="198067"/>
                  </a:lnTo>
                  <a:lnTo>
                    <a:pt x="413189" y="198067"/>
                  </a:lnTo>
                  <a:close/>
                  <a:moveTo>
                    <a:pt x="288815" y="196996"/>
                  </a:moveTo>
                  <a:lnTo>
                    <a:pt x="399833" y="196996"/>
                  </a:lnTo>
                  <a:lnTo>
                    <a:pt x="399833" y="198067"/>
                  </a:lnTo>
                  <a:lnTo>
                    <a:pt x="288815" y="198067"/>
                  </a:lnTo>
                  <a:close/>
                  <a:moveTo>
                    <a:pt x="678631" y="196996"/>
                  </a:moveTo>
                  <a:lnTo>
                    <a:pt x="686144" y="196996"/>
                  </a:lnTo>
                  <a:lnTo>
                    <a:pt x="686144" y="198067"/>
                  </a:lnTo>
                  <a:lnTo>
                    <a:pt x="678631" y="198067"/>
                  </a:lnTo>
                  <a:close/>
                  <a:moveTo>
                    <a:pt x="719533" y="196996"/>
                  </a:moveTo>
                  <a:lnTo>
                    <a:pt x="726210" y="196996"/>
                  </a:lnTo>
                  <a:lnTo>
                    <a:pt x="726210" y="198067"/>
                  </a:lnTo>
                  <a:lnTo>
                    <a:pt x="719533" y="198067"/>
                  </a:lnTo>
                  <a:close/>
                  <a:moveTo>
                    <a:pt x="875626" y="196996"/>
                  </a:moveTo>
                  <a:lnTo>
                    <a:pt x="1000000" y="196996"/>
                  </a:lnTo>
                  <a:lnTo>
                    <a:pt x="1000000" y="198067"/>
                  </a:lnTo>
                  <a:lnTo>
                    <a:pt x="875626" y="198067"/>
                  </a:lnTo>
                  <a:close/>
                  <a:moveTo>
                    <a:pt x="743740" y="196996"/>
                  </a:moveTo>
                  <a:lnTo>
                    <a:pt x="841402" y="196996"/>
                  </a:lnTo>
                  <a:lnTo>
                    <a:pt x="841402" y="198067"/>
                  </a:lnTo>
                  <a:lnTo>
                    <a:pt x="743740" y="198067"/>
                  </a:lnTo>
                  <a:close/>
                  <a:moveTo>
                    <a:pt x="589316" y="198067"/>
                  </a:moveTo>
                  <a:lnTo>
                    <a:pt x="638564" y="198067"/>
                  </a:lnTo>
                  <a:lnTo>
                    <a:pt x="638564" y="199137"/>
                  </a:lnTo>
                  <a:lnTo>
                    <a:pt x="589316" y="199137"/>
                  </a:lnTo>
                  <a:close/>
                  <a:moveTo>
                    <a:pt x="718698" y="198067"/>
                  </a:moveTo>
                  <a:lnTo>
                    <a:pt x="725376" y="198067"/>
                  </a:lnTo>
                  <a:lnTo>
                    <a:pt x="725376" y="199137"/>
                  </a:lnTo>
                  <a:lnTo>
                    <a:pt x="718698" y="199137"/>
                  </a:lnTo>
                  <a:close/>
                  <a:moveTo>
                    <a:pt x="289649" y="198067"/>
                  </a:moveTo>
                  <a:lnTo>
                    <a:pt x="399833" y="198067"/>
                  </a:lnTo>
                  <a:lnTo>
                    <a:pt x="399833" y="199137"/>
                  </a:lnTo>
                  <a:lnTo>
                    <a:pt x="289649" y="199137"/>
                  </a:lnTo>
                  <a:close/>
                  <a:moveTo>
                    <a:pt x="199499" y="194855"/>
                  </a:moveTo>
                  <a:lnTo>
                    <a:pt x="236227" y="194855"/>
                  </a:lnTo>
                  <a:lnTo>
                    <a:pt x="236227" y="199137"/>
                  </a:lnTo>
                  <a:lnTo>
                    <a:pt x="199499" y="199137"/>
                  </a:lnTo>
                  <a:close/>
                  <a:moveTo>
                    <a:pt x="743740" y="198067"/>
                  </a:moveTo>
                  <a:lnTo>
                    <a:pt x="842237" y="198067"/>
                  </a:lnTo>
                  <a:lnTo>
                    <a:pt x="842237" y="199137"/>
                  </a:lnTo>
                  <a:lnTo>
                    <a:pt x="743740" y="199137"/>
                  </a:lnTo>
                  <a:close/>
                  <a:moveTo>
                    <a:pt x="878130" y="198067"/>
                  </a:moveTo>
                  <a:lnTo>
                    <a:pt x="1000000" y="198067"/>
                  </a:lnTo>
                  <a:lnTo>
                    <a:pt x="1000000" y="199137"/>
                  </a:lnTo>
                  <a:lnTo>
                    <a:pt x="878130" y="199137"/>
                  </a:lnTo>
                  <a:close/>
                  <a:moveTo>
                    <a:pt x="414023" y="198067"/>
                  </a:moveTo>
                  <a:lnTo>
                    <a:pt x="570117" y="198067"/>
                  </a:lnTo>
                  <a:lnTo>
                    <a:pt x="570117" y="199137"/>
                  </a:lnTo>
                  <a:lnTo>
                    <a:pt x="414023" y="199137"/>
                  </a:lnTo>
                  <a:close/>
                  <a:moveTo>
                    <a:pt x="678631" y="198067"/>
                  </a:moveTo>
                  <a:lnTo>
                    <a:pt x="685309" y="198067"/>
                  </a:lnTo>
                  <a:lnTo>
                    <a:pt x="685309" y="200208"/>
                  </a:lnTo>
                  <a:lnTo>
                    <a:pt x="678631" y="200208"/>
                  </a:lnTo>
                  <a:close/>
                  <a:moveTo>
                    <a:pt x="878965" y="199137"/>
                  </a:moveTo>
                  <a:lnTo>
                    <a:pt x="1000000" y="199137"/>
                  </a:lnTo>
                  <a:lnTo>
                    <a:pt x="1000000" y="200208"/>
                  </a:lnTo>
                  <a:lnTo>
                    <a:pt x="878965" y="200208"/>
                  </a:lnTo>
                  <a:close/>
                  <a:moveTo>
                    <a:pt x="590985" y="199137"/>
                  </a:moveTo>
                  <a:lnTo>
                    <a:pt x="638564" y="199137"/>
                  </a:lnTo>
                  <a:lnTo>
                    <a:pt x="638564" y="200208"/>
                  </a:lnTo>
                  <a:lnTo>
                    <a:pt x="590985" y="200208"/>
                  </a:lnTo>
                  <a:close/>
                  <a:moveTo>
                    <a:pt x="414023" y="199137"/>
                  </a:moveTo>
                  <a:lnTo>
                    <a:pt x="568447" y="199137"/>
                  </a:lnTo>
                  <a:lnTo>
                    <a:pt x="568447" y="200208"/>
                  </a:lnTo>
                  <a:lnTo>
                    <a:pt x="414023" y="200208"/>
                  </a:lnTo>
                  <a:close/>
                  <a:moveTo>
                    <a:pt x="289649" y="199137"/>
                  </a:moveTo>
                  <a:lnTo>
                    <a:pt x="398998" y="199137"/>
                  </a:lnTo>
                  <a:lnTo>
                    <a:pt x="398998" y="200208"/>
                  </a:lnTo>
                  <a:lnTo>
                    <a:pt x="289649" y="200208"/>
                  </a:lnTo>
                  <a:close/>
                  <a:moveTo>
                    <a:pt x="717863" y="199137"/>
                  </a:moveTo>
                  <a:lnTo>
                    <a:pt x="725376" y="199137"/>
                  </a:lnTo>
                  <a:lnTo>
                    <a:pt x="725376" y="200208"/>
                  </a:lnTo>
                  <a:lnTo>
                    <a:pt x="717863" y="200208"/>
                  </a:lnTo>
                  <a:close/>
                  <a:moveTo>
                    <a:pt x="743740" y="199137"/>
                  </a:moveTo>
                  <a:lnTo>
                    <a:pt x="843907" y="199137"/>
                  </a:lnTo>
                  <a:lnTo>
                    <a:pt x="843907" y="200208"/>
                  </a:lnTo>
                  <a:lnTo>
                    <a:pt x="743740" y="200208"/>
                  </a:lnTo>
                  <a:close/>
                  <a:moveTo>
                    <a:pt x="717028" y="200208"/>
                  </a:moveTo>
                  <a:lnTo>
                    <a:pt x="724541" y="200208"/>
                  </a:lnTo>
                  <a:lnTo>
                    <a:pt x="724541" y="201279"/>
                  </a:lnTo>
                  <a:lnTo>
                    <a:pt x="717028" y="201279"/>
                  </a:lnTo>
                  <a:close/>
                  <a:moveTo>
                    <a:pt x="414858" y="200208"/>
                  </a:moveTo>
                  <a:lnTo>
                    <a:pt x="568447" y="200208"/>
                  </a:lnTo>
                  <a:lnTo>
                    <a:pt x="568447" y="201279"/>
                  </a:lnTo>
                  <a:lnTo>
                    <a:pt x="414858" y="201279"/>
                  </a:lnTo>
                  <a:close/>
                  <a:moveTo>
                    <a:pt x="591820" y="200208"/>
                  </a:moveTo>
                  <a:lnTo>
                    <a:pt x="638564" y="200208"/>
                  </a:lnTo>
                  <a:lnTo>
                    <a:pt x="638564" y="201279"/>
                  </a:lnTo>
                  <a:lnTo>
                    <a:pt x="591820" y="201279"/>
                  </a:lnTo>
                  <a:close/>
                  <a:moveTo>
                    <a:pt x="199499" y="199137"/>
                  </a:moveTo>
                  <a:lnTo>
                    <a:pt x="235392" y="199137"/>
                  </a:lnTo>
                  <a:lnTo>
                    <a:pt x="235392" y="201279"/>
                  </a:lnTo>
                  <a:lnTo>
                    <a:pt x="199499" y="201279"/>
                  </a:lnTo>
                  <a:close/>
                  <a:moveTo>
                    <a:pt x="743740" y="200208"/>
                  </a:moveTo>
                  <a:lnTo>
                    <a:pt x="847245" y="200208"/>
                  </a:lnTo>
                  <a:lnTo>
                    <a:pt x="847245" y="201279"/>
                  </a:lnTo>
                  <a:lnTo>
                    <a:pt x="743740" y="201279"/>
                  </a:lnTo>
                  <a:close/>
                  <a:moveTo>
                    <a:pt x="879800" y="200208"/>
                  </a:moveTo>
                  <a:lnTo>
                    <a:pt x="1000000" y="200208"/>
                  </a:lnTo>
                  <a:lnTo>
                    <a:pt x="1000000" y="201279"/>
                  </a:lnTo>
                  <a:lnTo>
                    <a:pt x="879800" y="201279"/>
                  </a:lnTo>
                  <a:close/>
                  <a:moveTo>
                    <a:pt x="289649" y="200208"/>
                  </a:moveTo>
                  <a:lnTo>
                    <a:pt x="398164" y="200208"/>
                  </a:lnTo>
                  <a:lnTo>
                    <a:pt x="398164" y="201279"/>
                  </a:lnTo>
                  <a:lnTo>
                    <a:pt x="289649" y="201279"/>
                  </a:lnTo>
                  <a:close/>
                  <a:moveTo>
                    <a:pt x="199499" y="201279"/>
                  </a:moveTo>
                  <a:lnTo>
                    <a:pt x="234558" y="201279"/>
                  </a:lnTo>
                  <a:lnTo>
                    <a:pt x="234558" y="202350"/>
                  </a:lnTo>
                  <a:lnTo>
                    <a:pt x="199499" y="202350"/>
                  </a:lnTo>
                  <a:close/>
                  <a:moveTo>
                    <a:pt x="717028" y="201279"/>
                  </a:moveTo>
                  <a:lnTo>
                    <a:pt x="723706" y="201279"/>
                  </a:lnTo>
                  <a:lnTo>
                    <a:pt x="723706" y="202350"/>
                  </a:lnTo>
                  <a:lnTo>
                    <a:pt x="717028" y="202350"/>
                  </a:lnTo>
                  <a:close/>
                  <a:moveTo>
                    <a:pt x="743740" y="201279"/>
                  </a:moveTo>
                  <a:lnTo>
                    <a:pt x="848080" y="201279"/>
                  </a:lnTo>
                  <a:lnTo>
                    <a:pt x="848080" y="202350"/>
                  </a:lnTo>
                  <a:lnTo>
                    <a:pt x="743740" y="202350"/>
                  </a:lnTo>
                  <a:close/>
                  <a:moveTo>
                    <a:pt x="414858" y="201279"/>
                  </a:moveTo>
                  <a:lnTo>
                    <a:pt x="567613" y="201279"/>
                  </a:lnTo>
                  <a:lnTo>
                    <a:pt x="567613" y="202350"/>
                  </a:lnTo>
                  <a:lnTo>
                    <a:pt x="414858" y="202350"/>
                  </a:lnTo>
                  <a:close/>
                  <a:moveTo>
                    <a:pt x="882304" y="201279"/>
                  </a:moveTo>
                  <a:lnTo>
                    <a:pt x="1000000" y="201279"/>
                  </a:lnTo>
                  <a:lnTo>
                    <a:pt x="1000000" y="202350"/>
                  </a:lnTo>
                  <a:lnTo>
                    <a:pt x="882304" y="202350"/>
                  </a:lnTo>
                  <a:close/>
                  <a:moveTo>
                    <a:pt x="593489" y="201279"/>
                  </a:moveTo>
                  <a:lnTo>
                    <a:pt x="637730" y="201279"/>
                  </a:lnTo>
                  <a:lnTo>
                    <a:pt x="637730" y="202350"/>
                  </a:lnTo>
                  <a:lnTo>
                    <a:pt x="593489" y="202350"/>
                  </a:lnTo>
                  <a:close/>
                  <a:moveTo>
                    <a:pt x="677796" y="200208"/>
                  </a:moveTo>
                  <a:lnTo>
                    <a:pt x="685309" y="200208"/>
                  </a:lnTo>
                  <a:lnTo>
                    <a:pt x="685309" y="202350"/>
                  </a:lnTo>
                  <a:lnTo>
                    <a:pt x="677796" y="202350"/>
                  </a:lnTo>
                  <a:close/>
                  <a:moveTo>
                    <a:pt x="290484" y="201279"/>
                  </a:moveTo>
                  <a:lnTo>
                    <a:pt x="397329" y="201279"/>
                  </a:lnTo>
                  <a:lnTo>
                    <a:pt x="397329" y="203420"/>
                  </a:lnTo>
                  <a:lnTo>
                    <a:pt x="290484" y="203420"/>
                  </a:lnTo>
                  <a:close/>
                  <a:moveTo>
                    <a:pt x="676962" y="202350"/>
                  </a:moveTo>
                  <a:lnTo>
                    <a:pt x="684474" y="202350"/>
                  </a:lnTo>
                  <a:lnTo>
                    <a:pt x="684474" y="203420"/>
                  </a:lnTo>
                  <a:lnTo>
                    <a:pt x="676962" y="203420"/>
                  </a:lnTo>
                  <a:close/>
                  <a:moveTo>
                    <a:pt x="742905" y="202350"/>
                  </a:moveTo>
                  <a:lnTo>
                    <a:pt x="848915" y="202350"/>
                  </a:lnTo>
                  <a:lnTo>
                    <a:pt x="848915" y="203420"/>
                  </a:lnTo>
                  <a:lnTo>
                    <a:pt x="742905" y="203420"/>
                  </a:lnTo>
                  <a:close/>
                  <a:moveTo>
                    <a:pt x="716194" y="202350"/>
                  </a:moveTo>
                  <a:lnTo>
                    <a:pt x="723706" y="202350"/>
                  </a:lnTo>
                  <a:lnTo>
                    <a:pt x="723706" y="203420"/>
                  </a:lnTo>
                  <a:lnTo>
                    <a:pt x="716194" y="203420"/>
                  </a:lnTo>
                  <a:close/>
                  <a:moveTo>
                    <a:pt x="884808" y="202350"/>
                  </a:moveTo>
                  <a:lnTo>
                    <a:pt x="1000000" y="202350"/>
                  </a:lnTo>
                  <a:lnTo>
                    <a:pt x="1000000" y="203420"/>
                  </a:lnTo>
                  <a:lnTo>
                    <a:pt x="884808" y="203420"/>
                  </a:lnTo>
                  <a:close/>
                  <a:moveTo>
                    <a:pt x="885643" y="203420"/>
                  </a:moveTo>
                  <a:lnTo>
                    <a:pt x="1000000" y="203420"/>
                  </a:lnTo>
                  <a:lnTo>
                    <a:pt x="1000000" y="204491"/>
                  </a:lnTo>
                  <a:lnTo>
                    <a:pt x="885643" y="204491"/>
                  </a:lnTo>
                  <a:close/>
                  <a:moveTo>
                    <a:pt x="676127" y="203420"/>
                  </a:moveTo>
                  <a:lnTo>
                    <a:pt x="683639" y="203420"/>
                  </a:lnTo>
                  <a:lnTo>
                    <a:pt x="683639" y="204491"/>
                  </a:lnTo>
                  <a:lnTo>
                    <a:pt x="676127" y="204491"/>
                  </a:lnTo>
                  <a:close/>
                  <a:moveTo>
                    <a:pt x="714524" y="203420"/>
                  </a:moveTo>
                  <a:lnTo>
                    <a:pt x="723706" y="203420"/>
                  </a:lnTo>
                  <a:lnTo>
                    <a:pt x="723706" y="204491"/>
                  </a:lnTo>
                  <a:lnTo>
                    <a:pt x="714524" y="204491"/>
                  </a:lnTo>
                  <a:close/>
                  <a:moveTo>
                    <a:pt x="291319" y="203420"/>
                  </a:moveTo>
                  <a:lnTo>
                    <a:pt x="396494" y="203420"/>
                  </a:lnTo>
                  <a:lnTo>
                    <a:pt x="396494" y="204491"/>
                  </a:lnTo>
                  <a:lnTo>
                    <a:pt x="291319" y="204491"/>
                  </a:lnTo>
                  <a:close/>
                  <a:moveTo>
                    <a:pt x="594324" y="202350"/>
                  </a:moveTo>
                  <a:lnTo>
                    <a:pt x="636895" y="202350"/>
                  </a:lnTo>
                  <a:lnTo>
                    <a:pt x="636895" y="204491"/>
                  </a:lnTo>
                  <a:lnTo>
                    <a:pt x="594324" y="204491"/>
                  </a:lnTo>
                  <a:close/>
                  <a:moveTo>
                    <a:pt x="742070" y="203420"/>
                  </a:moveTo>
                  <a:lnTo>
                    <a:pt x="851419" y="203420"/>
                  </a:lnTo>
                  <a:lnTo>
                    <a:pt x="851419" y="204491"/>
                  </a:lnTo>
                  <a:lnTo>
                    <a:pt x="742070" y="204491"/>
                  </a:lnTo>
                  <a:close/>
                  <a:moveTo>
                    <a:pt x="199499" y="202350"/>
                  </a:moveTo>
                  <a:lnTo>
                    <a:pt x="233723" y="202350"/>
                  </a:lnTo>
                  <a:lnTo>
                    <a:pt x="233723" y="205562"/>
                  </a:lnTo>
                  <a:lnTo>
                    <a:pt x="199499" y="205562"/>
                  </a:lnTo>
                  <a:close/>
                  <a:moveTo>
                    <a:pt x="713689" y="204491"/>
                  </a:moveTo>
                  <a:lnTo>
                    <a:pt x="723706" y="204491"/>
                  </a:lnTo>
                  <a:lnTo>
                    <a:pt x="723706" y="205562"/>
                  </a:lnTo>
                  <a:lnTo>
                    <a:pt x="713689" y="205562"/>
                  </a:lnTo>
                  <a:close/>
                  <a:moveTo>
                    <a:pt x="887312" y="204491"/>
                  </a:moveTo>
                  <a:lnTo>
                    <a:pt x="1000000" y="204491"/>
                  </a:lnTo>
                  <a:lnTo>
                    <a:pt x="1000000" y="205562"/>
                  </a:lnTo>
                  <a:lnTo>
                    <a:pt x="887312" y="205562"/>
                  </a:lnTo>
                  <a:close/>
                  <a:moveTo>
                    <a:pt x="742070" y="204491"/>
                  </a:moveTo>
                  <a:lnTo>
                    <a:pt x="852254" y="204491"/>
                  </a:lnTo>
                  <a:lnTo>
                    <a:pt x="852254" y="205562"/>
                  </a:lnTo>
                  <a:lnTo>
                    <a:pt x="742070" y="205562"/>
                  </a:lnTo>
                  <a:close/>
                  <a:moveTo>
                    <a:pt x="595993" y="204491"/>
                  </a:moveTo>
                  <a:lnTo>
                    <a:pt x="636895" y="204491"/>
                  </a:lnTo>
                  <a:lnTo>
                    <a:pt x="636895" y="205562"/>
                  </a:lnTo>
                  <a:lnTo>
                    <a:pt x="595993" y="205562"/>
                  </a:lnTo>
                  <a:close/>
                  <a:moveTo>
                    <a:pt x="292154" y="204491"/>
                  </a:moveTo>
                  <a:lnTo>
                    <a:pt x="396494" y="204491"/>
                  </a:lnTo>
                  <a:lnTo>
                    <a:pt x="396494" y="206632"/>
                  </a:lnTo>
                  <a:lnTo>
                    <a:pt x="292154" y="206632"/>
                  </a:lnTo>
                  <a:close/>
                  <a:moveTo>
                    <a:pt x="741235" y="205562"/>
                  </a:moveTo>
                  <a:lnTo>
                    <a:pt x="853088" y="205562"/>
                  </a:lnTo>
                  <a:lnTo>
                    <a:pt x="853088" y="206632"/>
                  </a:lnTo>
                  <a:lnTo>
                    <a:pt x="741235" y="206632"/>
                  </a:lnTo>
                  <a:close/>
                  <a:moveTo>
                    <a:pt x="889816" y="205562"/>
                  </a:moveTo>
                  <a:lnTo>
                    <a:pt x="1000000" y="205562"/>
                  </a:lnTo>
                  <a:lnTo>
                    <a:pt x="1000000" y="206632"/>
                  </a:lnTo>
                  <a:lnTo>
                    <a:pt x="889816" y="206632"/>
                  </a:lnTo>
                  <a:close/>
                  <a:moveTo>
                    <a:pt x="713689" y="205562"/>
                  </a:moveTo>
                  <a:lnTo>
                    <a:pt x="722871" y="205562"/>
                  </a:lnTo>
                  <a:lnTo>
                    <a:pt x="722871" y="206632"/>
                  </a:lnTo>
                  <a:lnTo>
                    <a:pt x="713689" y="206632"/>
                  </a:lnTo>
                  <a:close/>
                  <a:moveTo>
                    <a:pt x="414858" y="202350"/>
                  </a:moveTo>
                  <a:lnTo>
                    <a:pt x="565943" y="202350"/>
                  </a:lnTo>
                  <a:lnTo>
                    <a:pt x="565943" y="207703"/>
                  </a:lnTo>
                  <a:lnTo>
                    <a:pt x="414858" y="207703"/>
                  </a:lnTo>
                  <a:close/>
                  <a:moveTo>
                    <a:pt x="741235" y="206632"/>
                  </a:moveTo>
                  <a:lnTo>
                    <a:pt x="855593" y="206632"/>
                  </a:lnTo>
                  <a:lnTo>
                    <a:pt x="855593" y="207703"/>
                  </a:lnTo>
                  <a:lnTo>
                    <a:pt x="741235" y="207703"/>
                  </a:lnTo>
                  <a:close/>
                  <a:moveTo>
                    <a:pt x="596828" y="205562"/>
                  </a:moveTo>
                  <a:lnTo>
                    <a:pt x="636060" y="205562"/>
                  </a:lnTo>
                  <a:lnTo>
                    <a:pt x="636060" y="207703"/>
                  </a:lnTo>
                  <a:lnTo>
                    <a:pt x="596828" y="207703"/>
                  </a:lnTo>
                  <a:close/>
                  <a:moveTo>
                    <a:pt x="199499" y="205562"/>
                  </a:moveTo>
                  <a:lnTo>
                    <a:pt x="232888" y="205562"/>
                  </a:lnTo>
                  <a:lnTo>
                    <a:pt x="232888" y="207703"/>
                  </a:lnTo>
                  <a:lnTo>
                    <a:pt x="199499" y="207703"/>
                  </a:lnTo>
                  <a:close/>
                  <a:moveTo>
                    <a:pt x="890651" y="206632"/>
                  </a:moveTo>
                  <a:lnTo>
                    <a:pt x="1000000" y="206632"/>
                  </a:lnTo>
                  <a:lnTo>
                    <a:pt x="1000000" y="207703"/>
                  </a:lnTo>
                  <a:lnTo>
                    <a:pt x="890651" y="207703"/>
                  </a:lnTo>
                  <a:close/>
                  <a:moveTo>
                    <a:pt x="292154" y="206632"/>
                  </a:moveTo>
                  <a:lnTo>
                    <a:pt x="395659" y="206632"/>
                  </a:lnTo>
                  <a:lnTo>
                    <a:pt x="395659" y="207703"/>
                  </a:lnTo>
                  <a:lnTo>
                    <a:pt x="292154" y="207703"/>
                  </a:lnTo>
                  <a:close/>
                  <a:moveTo>
                    <a:pt x="712855" y="206632"/>
                  </a:moveTo>
                  <a:lnTo>
                    <a:pt x="722871" y="206632"/>
                  </a:lnTo>
                  <a:lnTo>
                    <a:pt x="722871" y="207703"/>
                  </a:lnTo>
                  <a:lnTo>
                    <a:pt x="712855" y="207703"/>
                  </a:lnTo>
                  <a:close/>
                  <a:moveTo>
                    <a:pt x="199499" y="207703"/>
                  </a:moveTo>
                  <a:lnTo>
                    <a:pt x="232053" y="207703"/>
                  </a:lnTo>
                  <a:lnTo>
                    <a:pt x="232053" y="208774"/>
                  </a:lnTo>
                  <a:lnTo>
                    <a:pt x="199499" y="208774"/>
                  </a:lnTo>
                  <a:close/>
                  <a:moveTo>
                    <a:pt x="414858" y="207703"/>
                  </a:moveTo>
                  <a:lnTo>
                    <a:pt x="565109" y="207703"/>
                  </a:lnTo>
                  <a:lnTo>
                    <a:pt x="565109" y="208774"/>
                  </a:lnTo>
                  <a:lnTo>
                    <a:pt x="414858" y="208774"/>
                  </a:lnTo>
                  <a:close/>
                  <a:moveTo>
                    <a:pt x="741235" y="207703"/>
                  </a:moveTo>
                  <a:lnTo>
                    <a:pt x="857262" y="207703"/>
                  </a:lnTo>
                  <a:lnTo>
                    <a:pt x="857262" y="208774"/>
                  </a:lnTo>
                  <a:lnTo>
                    <a:pt x="741235" y="208774"/>
                  </a:lnTo>
                  <a:close/>
                  <a:moveTo>
                    <a:pt x="676127" y="204491"/>
                  </a:moveTo>
                  <a:lnTo>
                    <a:pt x="682805" y="204491"/>
                  </a:lnTo>
                  <a:lnTo>
                    <a:pt x="682805" y="208774"/>
                  </a:lnTo>
                  <a:lnTo>
                    <a:pt x="676127" y="208774"/>
                  </a:lnTo>
                  <a:close/>
                  <a:moveTo>
                    <a:pt x="892321" y="207703"/>
                  </a:moveTo>
                  <a:lnTo>
                    <a:pt x="1000000" y="207703"/>
                  </a:lnTo>
                  <a:lnTo>
                    <a:pt x="1000000" y="208774"/>
                  </a:lnTo>
                  <a:lnTo>
                    <a:pt x="892321" y="208774"/>
                  </a:lnTo>
                  <a:close/>
                  <a:moveTo>
                    <a:pt x="712020" y="207703"/>
                  </a:moveTo>
                  <a:lnTo>
                    <a:pt x="722871" y="207703"/>
                  </a:lnTo>
                  <a:lnTo>
                    <a:pt x="722871" y="208774"/>
                  </a:lnTo>
                  <a:lnTo>
                    <a:pt x="712020" y="208774"/>
                  </a:lnTo>
                  <a:close/>
                  <a:moveTo>
                    <a:pt x="676127" y="208774"/>
                  </a:moveTo>
                  <a:lnTo>
                    <a:pt x="681970" y="208774"/>
                  </a:lnTo>
                  <a:lnTo>
                    <a:pt x="681970" y="209844"/>
                  </a:lnTo>
                  <a:lnTo>
                    <a:pt x="676127" y="209844"/>
                  </a:lnTo>
                  <a:close/>
                  <a:moveTo>
                    <a:pt x="741235" y="208774"/>
                  </a:moveTo>
                  <a:lnTo>
                    <a:pt x="858097" y="208774"/>
                  </a:lnTo>
                  <a:lnTo>
                    <a:pt x="858097" y="209844"/>
                  </a:lnTo>
                  <a:lnTo>
                    <a:pt x="741235" y="209844"/>
                  </a:lnTo>
                  <a:close/>
                  <a:moveTo>
                    <a:pt x="894825" y="208774"/>
                  </a:moveTo>
                  <a:lnTo>
                    <a:pt x="1000000" y="208774"/>
                  </a:lnTo>
                  <a:lnTo>
                    <a:pt x="1000000" y="209844"/>
                  </a:lnTo>
                  <a:lnTo>
                    <a:pt x="894825" y="209844"/>
                  </a:lnTo>
                  <a:close/>
                  <a:moveTo>
                    <a:pt x="597663" y="207703"/>
                  </a:moveTo>
                  <a:lnTo>
                    <a:pt x="636060" y="207703"/>
                  </a:lnTo>
                  <a:lnTo>
                    <a:pt x="636060" y="209844"/>
                  </a:lnTo>
                  <a:lnTo>
                    <a:pt x="597663" y="209844"/>
                  </a:lnTo>
                  <a:close/>
                  <a:moveTo>
                    <a:pt x="711185" y="208774"/>
                  </a:moveTo>
                  <a:lnTo>
                    <a:pt x="722037" y="208774"/>
                  </a:lnTo>
                  <a:lnTo>
                    <a:pt x="722037" y="209844"/>
                  </a:lnTo>
                  <a:lnTo>
                    <a:pt x="711185" y="209844"/>
                  </a:lnTo>
                  <a:close/>
                  <a:moveTo>
                    <a:pt x="292154" y="207703"/>
                  </a:moveTo>
                  <a:lnTo>
                    <a:pt x="394825" y="207703"/>
                  </a:lnTo>
                  <a:lnTo>
                    <a:pt x="394825" y="209844"/>
                  </a:lnTo>
                  <a:lnTo>
                    <a:pt x="292154" y="209844"/>
                  </a:lnTo>
                  <a:close/>
                  <a:moveTo>
                    <a:pt x="598497" y="209844"/>
                  </a:moveTo>
                  <a:lnTo>
                    <a:pt x="636060" y="209844"/>
                  </a:lnTo>
                  <a:lnTo>
                    <a:pt x="636060" y="210915"/>
                  </a:lnTo>
                  <a:lnTo>
                    <a:pt x="598497" y="210915"/>
                  </a:lnTo>
                  <a:close/>
                  <a:moveTo>
                    <a:pt x="711185" y="209844"/>
                  </a:moveTo>
                  <a:lnTo>
                    <a:pt x="721202" y="209844"/>
                  </a:lnTo>
                  <a:lnTo>
                    <a:pt x="721202" y="210915"/>
                  </a:lnTo>
                  <a:lnTo>
                    <a:pt x="711185" y="210915"/>
                  </a:lnTo>
                  <a:close/>
                  <a:moveTo>
                    <a:pt x="292154" y="209844"/>
                  </a:moveTo>
                  <a:lnTo>
                    <a:pt x="337229" y="209844"/>
                  </a:lnTo>
                  <a:lnTo>
                    <a:pt x="337229" y="210915"/>
                  </a:lnTo>
                  <a:lnTo>
                    <a:pt x="292154" y="210915"/>
                  </a:lnTo>
                  <a:close/>
                  <a:moveTo>
                    <a:pt x="895659" y="209844"/>
                  </a:moveTo>
                  <a:lnTo>
                    <a:pt x="1000000" y="209844"/>
                  </a:lnTo>
                  <a:lnTo>
                    <a:pt x="1000000" y="210915"/>
                  </a:lnTo>
                  <a:lnTo>
                    <a:pt x="895659" y="210915"/>
                  </a:lnTo>
                  <a:close/>
                  <a:moveTo>
                    <a:pt x="741235" y="209844"/>
                  </a:moveTo>
                  <a:lnTo>
                    <a:pt x="859766" y="209844"/>
                  </a:lnTo>
                  <a:lnTo>
                    <a:pt x="859766" y="210915"/>
                  </a:lnTo>
                  <a:lnTo>
                    <a:pt x="741235" y="210915"/>
                  </a:lnTo>
                  <a:close/>
                  <a:moveTo>
                    <a:pt x="338898" y="209844"/>
                  </a:moveTo>
                  <a:lnTo>
                    <a:pt x="393990" y="209844"/>
                  </a:lnTo>
                  <a:lnTo>
                    <a:pt x="393990" y="210915"/>
                  </a:lnTo>
                  <a:lnTo>
                    <a:pt x="338898" y="210915"/>
                  </a:lnTo>
                  <a:close/>
                  <a:moveTo>
                    <a:pt x="675292" y="209844"/>
                  </a:moveTo>
                  <a:lnTo>
                    <a:pt x="681970" y="209844"/>
                  </a:lnTo>
                  <a:lnTo>
                    <a:pt x="681970" y="210915"/>
                  </a:lnTo>
                  <a:lnTo>
                    <a:pt x="675292" y="210915"/>
                  </a:lnTo>
                  <a:close/>
                  <a:moveTo>
                    <a:pt x="675292" y="210915"/>
                  </a:moveTo>
                  <a:lnTo>
                    <a:pt x="681135" y="210915"/>
                  </a:lnTo>
                  <a:lnTo>
                    <a:pt x="681135" y="211986"/>
                  </a:lnTo>
                  <a:lnTo>
                    <a:pt x="675292" y="211986"/>
                  </a:lnTo>
                  <a:close/>
                  <a:moveTo>
                    <a:pt x="740401" y="210915"/>
                  </a:moveTo>
                  <a:lnTo>
                    <a:pt x="862270" y="210915"/>
                  </a:lnTo>
                  <a:lnTo>
                    <a:pt x="862270" y="211986"/>
                  </a:lnTo>
                  <a:lnTo>
                    <a:pt x="740401" y="211986"/>
                  </a:lnTo>
                  <a:close/>
                  <a:moveTo>
                    <a:pt x="341402" y="210915"/>
                  </a:moveTo>
                  <a:lnTo>
                    <a:pt x="393990" y="210915"/>
                  </a:lnTo>
                  <a:lnTo>
                    <a:pt x="393990" y="211986"/>
                  </a:lnTo>
                  <a:lnTo>
                    <a:pt x="341402" y="211986"/>
                  </a:lnTo>
                  <a:close/>
                  <a:moveTo>
                    <a:pt x="710351" y="210915"/>
                  </a:moveTo>
                  <a:lnTo>
                    <a:pt x="721202" y="210915"/>
                  </a:lnTo>
                  <a:lnTo>
                    <a:pt x="721202" y="211986"/>
                  </a:lnTo>
                  <a:lnTo>
                    <a:pt x="710351" y="211986"/>
                  </a:lnTo>
                  <a:close/>
                  <a:moveTo>
                    <a:pt x="292988" y="210915"/>
                  </a:moveTo>
                  <a:lnTo>
                    <a:pt x="334725" y="210915"/>
                  </a:lnTo>
                  <a:lnTo>
                    <a:pt x="334725" y="211986"/>
                  </a:lnTo>
                  <a:lnTo>
                    <a:pt x="292988" y="211986"/>
                  </a:lnTo>
                  <a:close/>
                  <a:moveTo>
                    <a:pt x="896494" y="210915"/>
                  </a:moveTo>
                  <a:lnTo>
                    <a:pt x="1000000" y="210915"/>
                  </a:lnTo>
                  <a:lnTo>
                    <a:pt x="1000000" y="211986"/>
                  </a:lnTo>
                  <a:lnTo>
                    <a:pt x="896494" y="211986"/>
                  </a:lnTo>
                  <a:close/>
                  <a:moveTo>
                    <a:pt x="599332" y="210915"/>
                  </a:moveTo>
                  <a:lnTo>
                    <a:pt x="636060" y="210915"/>
                  </a:lnTo>
                  <a:lnTo>
                    <a:pt x="636060" y="213056"/>
                  </a:lnTo>
                  <a:lnTo>
                    <a:pt x="599332" y="213056"/>
                  </a:lnTo>
                  <a:close/>
                  <a:moveTo>
                    <a:pt x="199499" y="208774"/>
                  </a:moveTo>
                  <a:lnTo>
                    <a:pt x="231219" y="208774"/>
                  </a:lnTo>
                  <a:lnTo>
                    <a:pt x="231219" y="213056"/>
                  </a:lnTo>
                  <a:lnTo>
                    <a:pt x="199499" y="213056"/>
                  </a:lnTo>
                  <a:close/>
                  <a:moveTo>
                    <a:pt x="343907" y="211986"/>
                  </a:moveTo>
                  <a:lnTo>
                    <a:pt x="393990" y="211986"/>
                  </a:lnTo>
                  <a:lnTo>
                    <a:pt x="393990" y="213056"/>
                  </a:lnTo>
                  <a:lnTo>
                    <a:pt x="343907" y="213056"/>
                  </a:lnTo>
                  <a:close/>
                  <a:moveTo>
                    <a:pt x="709516" y="211986"/>
                  </a:moveTo>
                  <a:lnTo>
                    <a:pt x="721202" y="211986"/>
                  </a:lnTo>
                  <a:lnTo>
                    <a:pt x="721202" y="213056"/>
                  </a:lnTo>
                  <a:lnTo>
                    <a:pt x="709516" y="213056"/>
                  </a:lnTo>
                  <a:close/>
                  <a:moveTo>
                    <a:pt x="898998" y="211986"/>
                  </a:moveTo>
                  <a:lnTo>
                    <a:pt x="1000000" y="211986"/>
                  </a:lnTo>
                  <a:lnTo>
                    <a:pt x="1000000" y="213056"/>
                  </a:lnTo>
                  <a:lnTo>
                    <a:pt x="898998" y="213056"/>
                  </a:lnTo>
                  <a:close/>
                  <a:moveTo>
                    <a:pt x="292988" y="211986"/>
                  </a:moveTo>
                  <a:lnTo>
                    <a:pt x="328881" y="211986"/>
                  </a:lnTo>
                  <a:lnTo>
                    <a:pt x="328881" y="213056"/>
                  </a:lnTo>
                  <a:lnTo>
                    <a:pt x="292988" y="213056"/>
                  </a:lnTo>
                  <a:close/>
                  <a:moveTo>
                    <a:pt x="674457" y="211986"/>
                  </a:moveTo>
                  <a:lnTo>
                    <a:pt x="680301" y="211986"/>
                  </a:lnTo>
                  <a:lnTo>
                    <a:pt x="680301" y="213056"/>
                  </a:lnTo>
                  <a:lnTo>
                    <a:pt x="674457" y="213056"/>
                  </a:lnTo>
                  <a:close/>
                  <a:moveTo>
                    <a:pt x="740401" y="211986"/>
                  </a:moveTo>
                  <a:lnTo>
                    <a:pt x="863105" y="211986"/>
                  </a:lnTo>
                  <a:lnTo>
                    <a:pt x="863105" y="213056"/>
                  </a:lnTo>
                  <a:lnTo>
                    <a:pt x="740401" y="213056"/>
                  </a:lnTo>
                  <a:close/>
                  <a:moveTo>
                    <a:pt x="708681" y="213056"/>
                  </a:moveTo>
                  <a:lnTo>
                    <a:pt x="720367" y="213056"/>
                  </a:lnTo>
                  <a:lnTo>
                    <a:pt x="720367" y="214127"/>
                  </a:lnTo>
                  <a:lnTo>
                    <a:pt x="708681" y="214127"/>
                  </a:lnTo>
                  <a:close/>
                  <a:moveTo>
                    <a:pt x="740401" y="213056"/>
                  </a:moveTo>
                  <a:lnTo>
                    <a:pt x="864775" y="213056"/>
                  </a:lnTo>
                  <a:lnTo>
                    <a:pt x="864775" y="214127"/>
                  </a:lnTo>
                  <a:lnTo>
                    <a:pt x="740401" y="214127"/>
                  </a:lnTo>
                  <a:close/>
                  <a:moveTo>
                    <a:pt x="301336" y="213056"/>
                  </a:moveTo>
                  <a:lnTo>
                    <a:pt x="328047" y="213056"/>
                  </a:lnTo>
                  <a:lnTo>
                    <a:pt x="328047" y="214127"/>
                  </a:lnTo>
                  <a:lnTo>
                    <a:pt x="301336" y="214127"/>
                  </a:lnTo>
                  <a:close/>
                  <a:moveTo>
                    <a:pt x="344741" y="213056"/>
                  </a:moveTo>
                  <a:lnTo>
                    <a:pt x="393990" y="213056"/>
                  </a:lnTo>
                  <a:lnTo>
                    <a:pt x="393990" y="214127"/>
                  </a:lnTo>
                  <a:lnTo>
                    <a:pt x="344741" y="214127"/>
                  </a:lnTo>
                  <a:close/>
                  <a:moveTo>
                    <a:pt x="292988" y="213056"/>
                  </a:moveTo>
                  <a:lnTo>
                    <a:pt x="299666" y="213056"/>
                  </a:lnTo>
                  <a:lnTo>
                    <a:pt x="299666" y="214127"/>
                  </a:lnTo>
                  <a:lnTo>
                    <a:pt x="292988" y="214127"/>
                  </a:lnTo>
                  <a:close/>
                  <a:moveTo>
                    <a:pt x="899833" y="213056"/>
                  </a:moveTo>
                  <a:lnTo>
                    <a:pt x="1000000" y="213056"/>
                  </a:lnTo>
                  <a:lnTo>
                    <a:pt x="1000000" y="214127"/>
                  </a:lnTo>
                  <a:lnTo>
                    <a:pt x="899833" y="214127"/>
                  </a:lnTo>
                  <a:close/>
                  <a:moveTo>
                    <a:pt x="303005" y="214127"/>
                  </a:moveTo>
                  <a:lnTo>
                    <a:pt x="328047" y="214127"/>
                  </a:lnTo>
                  <a:lnTo>
                    <a:pt x="328047" y="215198"/>
                  </a:lnTo>
                  <a:lnTo>
                    <a:pt x="303005" y="215198"/>
                  </a:lnTo>
                  <a:close/>
                  <a:moveTo>
                    <a:pt x="414858" y="208774"/>
                  </a:moveTo>
                  <a:lnTo>
                    <a:pt x="565943" y="208774"/>
                  </a:lnTo>
                  <a:lnTo>
                    <a:pt x="565943" y="215198"/>
                  </a:lnTo>
                  <a:lnTo>
                    <a:pt x="414858" y="215198"/>
                  </a:lnTo>
                  <a:close/>
                  <a:moveTo>
                    <a:pt x="739566" y="214127"/>
                  </a:moveTo>
                  <a:lnTo>
                    <a:pt x="867279" y="214127"/>
                  </a:lnTo>
                  <a:lnTo>
                    <a:pt x="867279" y="215198"/>
                  </a:lnTo>
                  <a:lnTo>
                    <a:pt x="739566" y="215198"/>
                  </a:lnTo>
                  <a:close/>
                  <a:moveTo>
                    <a:pt x="345576" y="214127"/>
                  </a:moveTo>
                  <a:lnTo>
                    <a:pt x="393990" y="214127"/>
                  </a:lnTo>
                  <a:lnTo>
                    <a:pt x="393990" y="215198"/>
                  </a:lnTo>
                  <a:lnTo>
                    <a:pt x="345576" y="215198"/>
                  </a:lnTo>
                  <a:close/>
                  <a:moveTo>
                    <a:pt x="900668" y="214127"/>
                  </a:moveTo>
                  <a:lnTo>
                    <a:pt x="1000000" y="214127"/>
                  </a:lnTo>
                  <a:lnTo>
                    <a:pt x="1000000" y="215198"/>
                  </a:lnTo>
                  <a:lnTo>
                    <a:pt x="900668" y="215198"/>
                  </a:lnTo>
                  <a:close/>
                  <a:moveTo>
                    <a:pt x="199499" y="213056"/>
                  </a:moveTo>
                  <a:lnTo>
                    <a:pt x="230384" y="213056"/>
                  </a:lnTo>
                  <a:lnTo>
                    <a:pt x="230384" y="215198"/>
                  </a:lnTo>
                  <a:lnTo>
                    <a:pt x="199499" y="215198"/>
                  </a:lnTo>
                  <a:close/>
                  <a:moveTo>
                    <a:pt x="673623" y="213056"/>
                  </a:moveTo>
                  <a:lnTo>
                    <a:pt x="680301" y="213056"/>
                  </a:lnTo>
                  <a:lnTo>
                    <a:pt x="680301" y="215198"/>
                  </a:lnTo>
                  <a:lnTo>
                    <a:pt x="673623" y="215198"/>
                  </a:lnTo>
                  <a:close/>
                  <a:moveTo>
                    <a:pt x="292988" y="214127"/>
                  </a:moveTo>
                  <a:lnTo>
                    <a:pt x="298831" y="214127"/>
                  </a:lnTo>
                  <a:lnTo>
                    <a:pt x="298831" y="215198"/>
                  </a:lnTo>
                  <a:lnTo>
                    <a:pt x="292988" y="215198"/>
                  </a:lnTo>
                  <a:close/>
                  <a:moveTo>
                    <a:pt x="600167" y="213056"/>
                  </a:moveTo>
                  <a:lnTo>
                    <a:pt x="636060" y="213056"/>
                  </a:lnTo>
                  <a:lnTo>
                    <a:pt x="636060" y="216268"/>
                  </a:lnTo>
                  <a:lnTo>
                    <a:pt x="600167" y="216268"/>
                  </a:lnTo>
                  <a:close/>
                  <a:moveTo>
                    <a:pt x="414858" y="215198"/>
                  </a:moveTo>
                  <a:lnTo>
                    <a:pt x="522538" y="215198"/>
                  </a:lnTo>
                  <a:lnTo>
                    <a:pt x="522538" y="216268"/>
                  </a:lnTo>
                  <a:lnTo>
                    <a:pt x="414858" y="216268"/>
                  </a:lnTo>
                  <a:close/>
                  <a:moveTo>
                    <a:pt x="903172" y="215198"/>
                  </a:moveTo>
                  <a:lnTo>
                    <a:pt x="1000000" y="215198"/>
                  </a:lnTo>
                  <a:lnTo>
                    <a:pt x="1000000" y="216268"/>
                  </a:lnTo>
                  <a:lnTo>
                    <a:pt x="903172" y="216268"/>
                  </a:lnTo>
                  <a:close/>
                  <a:moveTo>
                    <a:pt x="738731" y="215198"/>
                  </a:moveTo>
                  <a:lnTo>
                    <a:pt x="868114" y="215198"/>
                  </a:lnTo>
                  <a:lnTo>
                    <a:pt x="868114" y="216268"/>
                  </a:lnTo>
                  <a:lnTo>
                    <a:pt x="738731" y="216268"/>
                  </a:lnTo>
                  <a:close/>
                  <a:moveTo>
                    <a:pt x="707846" y="214127"/>
                  </a:moveTo>
                  <a:lnTo>
                    <a:pt x="720367" y="214127"/>
                  </a:lnTo>
                  <a:lnTo>
                    <a:pt x="720367" y="216268"/>
                  </a:lnTo>
                  <a:lnTo>
                    <a:pt x="707846" y="216268"/>
                  </a:lnTo>
                  <a:close/>
                  <a:moveTo>
                    <a:pt x="303005" y="215198"/>
                  </a:moveTo>
                  <a:lnTo>
                    <a:pt x="326377" y="215198"/>
                  </a:lnTo>
                  <a:lnTo>
                    <a:pt x="326377" y="216268"/>
                  </a:lnTo>
                  <a:lnTo>
                    <a:pt x="303005" y="216268"/>
                  </a:lnTo>
                  <a:close/>
                  <a:moveTo>
                    <a:pt x="525042" y="215198"/>
                  </a:moveTo>
                  <a:lnTo>
                    <a:pt x="566778" y="215198"/>
                  </a:lnTo>
                  <a:lnTo>
                    <a:pt x="566778" y="216268"/>
                  </a:lnTo>
                  <a:lnTo>
                    <a:pt x="525042" y="216268"/>
                  </a:lnTo>
                  <a:close/>
                  <a:moveTo>
                    <a:pt x="293823" y="215198"/>
                  </a:moveTo>
                  <a:lnTo>
                    <a:pt x="298831" y="215198"/>
                  </a:lnTo>
                  <a:lnTo>
                    <a:pt x="298831" y="217339"/>
                  </a:lnTo>
                  <a:lnTo>
                    <a:pt x="293823" y="217339"/>
                  </a:lnTo>
                  <a:close/>
                  <a:moveTo>
                    <a:pt x="303840" y="216268"/>
                  </a:moveTo>
                  <a:lnTo>
                    <a:pt x="325543" y="216268"/>
                  </a:lnTo>
                  <a:lnTo>
                    <a:pt x="325543" y="217339"/>
                  </a:lnTo>
                  <a:lnTo>
                    <a:pt x="303840" y="217339"/>
                  </a:lnTo>
                  <a:close/>
                  <a:moveTo>
                    <a:pt x="528381" y="216268"/>
                  </a:moveTo>
                  <a:lnTo>
                    <a:pt x="566778" y="216268"/>
                  </a:lnTo>
                  <a:lnTo>
                    <a:pt x="566778" y="217339"/>
                  </a:lnTo>
                  <a:lnTo>
                    <a:pt x="528381" y="217339"/>
                  </a:lnTo>
                  <a:close/>
                  <a:moveTo>
                    <a:pt x="673623" y="215198"/>
                  </a:moveTo>
                  <a:lnTo>
                    <a:pt x="679466" y="215198"/>
                  </a:lnTo>
                  <a:lnTo>
                    <a:pt x="679466" y="217339"/>
                  </a:lnTo>
                  <a:lnTo>
                    <a:pt x="673623" y="217339"/>
                  </a:lnTo>
                  <a:close/>
                  <a:moveTo>
                    <a:pt x="738731" y="216268"/>
                  </a:moveTo>
                  <a:lnTo>
                    <a:pt x="868948" y="216268"/>
                  </a:lnTo>
                  <a:lnTo>
                    <a:pt x="868948" y="217339"/>
                  </a:lnTo>
                  <a:lnTo>
                    <a:pt x="738731" y="217339"/>
                  </a:lnTo>
                  <a:close/>
                  <a:moveTo>
                    <a:pt x="601002" y="216268"/>
                  </a:moveTo>
                  <a:lnTo>
                    <a:pt x="635225" y="216268"/>
                  </a:lnTo>
                  <a:lnTo>
                    <a:pt x="635225" y="217339"/>
                  </a:lnTo>
                  <a:lnTo>
                    <a:pt x="601002" y="217339"/>
                  </a:lnTo>
                  <a:close/>
                  <a:moveTo>
                    <a:pt x="707012" y="216268"/>
                  </a:moveTo>
                  <a:lnTo>
                    <a:pt x="720367" y="216268"/>
                  </a:lnTo>
                  <a:lnTo>
                    <a:pt x="720367" y="217339"/>
                  </a:lnTo>
                  <a:lnTo>
                    <a:pt x="707012" y="217339"/>
                  </a:lnTo>
                  <a:close/>
                  <a:moveTo>
                    <a:pt x="346411" y="215198"/>
                  </a:moveTo>
                  <a:lnTo>
                    <a:pt x="393990" y="215198"/>
                  </a:lnTo>
                  <a:lnTo>
                    <a:pt x="393990" y="217339"/>
                  </a:lnTo>
                  <a:lnTo>
                    <a:pt x="346411" y="217339"/>
                  </a:lnTo>
                  <a:close/>
                  <a:moveTo>
                    <a:pt x="199499" y="215198"/>
                  </a:moveTo>
                  <a:lnTo>
                    <a:pt x="229549" y="215198"/>
                  </a:lnTo>
                  <a:lnTo>
                    <a:pt x="229549" y="217339"/>
                  </a:lnTo>
                  <a:lnTo>
                    <a:pt x="199499" y="217339"/>
                  </a:lnTo>
                  <a:close/>
                  <a:moveTo>
                    <a:pt x="414858" y="216268"/>
                  </a:moveTo>
                  <a:lnTo>
                    <a:pt x="520868" y="216268"/>
                  </a:lnTo>
                  <a:lnTo>
                    <a:pt x="520868" y="217339"/>
                  </a:lnTo>
                  <a:lnTo>
                    <a:pt x="414858" y="217339"/>
                  </a:lnTo>
                  <a:close/>
                  <a:moveTo>
                    <a:pt x="304674" y="217339"/>
                  </a:moveTo>
                  <a:lnTo>
                    <a:pt x="325543" y="217339"/>
                  </a:lnTo>
                  <a:lnTo>
                    <a:pt x="325543" y="218410"/>
                  </a:lnTo>
                  <a:lnTo>
                    <a:pt x="304674" y="218410"/>
                  </a:lnTo>
                  <a:close/>
                  <a:moveTo>
                    <a:pt x="672788" y="217339"/>
                  </a:moveTo>
                  <a:lnTo>
                    <a:pt x="679466" y="217339"/>
                  </a:lnTo>
                  <a:lnTo>
                    <a:pt x="679466" y="218410"/>
                  </a:lnTo>
                  <a:lnTo>
                    <a:pt x="672788" y="218410"/>
                  </a:lnTo>
                  <a:close/>
                  <a:moveTo>
                    <a:pt x="738731" y="217339"/>
                  </a:moveTo>
                  <a:lnTo>
                    <a:pt x="871452" y="217339"/>
                  </a:lnTo>
                  <a:lnTo>
                    <a:pt x="871452" y="218410"/>
                  </a:lnTo>
                  <a:lnTo>
                    <a:pt x="738731" y="218410"/>
                  </a:lnTo>
                  <a:close/>
                  <a:moveTo>
                    <a:pt x="414858" y="217339"/>
                  </a:moveTo>
                  <a:lnTo>
                    <a:pt x="516694" y="217339"/>
                  </a:lnTo>
                  <a:lnTo>
                    <a:pt x="516694" y="218410"/>
                  </a:lnTo>
                  <a:lnTo>
                    <a:pt x="414858" y="218410"/>
                  </a:lnTo>
                  <a:close/>
                  <a:moveTo>
                    <a:pt x="904841" y="216268"/>
                  </a:moveTo>
                  <a:lnTo>
                    <a:pt x="1000000" y="216268"/>
                  </a:lnTo>
                  <a:lnTo>
                    <a:pt x="1000000" y="218410"/>
                  </a:lnTo>
                  <a:lnTo>
                    <a:pt x="904841" y="218410"/>
                  </a:lnTo>
                  <a:close/>
                  <a:moveTo>
                    <a:pt x="601836" y="217339"/>
                  </a:moveTo>
                  <a:lnTo>
                    <a:pt x="635225" y="217339"/>
                  </a:lnTo>
                  <a:lnTo>
                    <a:pt x="635225" y="218410"/>
                  </a:lnTo>
                  <a:lnTo>
                    <a:pt x="601836" y="218410"/>
                  </a:lnTo>
                  <a:close/>
                  <a:moveTo>
                    <a:pt x="529215" y="217339"/>
                  </a:moveTo>
                  <a:lnTo>
                    <a:pt x="566778" y="217339"/>
                  </a:lnTo>
                  <a:lnTo>
                    <a:pt x="566778" y="218410"/>
                  </a:lnTo>
                  <a:lnTo>
                    <a:pt x="529215" y="218410"/>
                  </a:lnTo>
                  <a:close/>
                  <a:moveTo>
                    <a:pt x="706177" y="217339"/>
                  </a:moveTo>
                  <a:lnTo>
                    <a:pt x="720367" y="217339"/>
                  </a:lnTo>
                  <a:lnTo>
                    <a:pt x="720367" y="218410"/>
                  </a:lnTo>
                  <a:lnTo>
                    <a:pt x="706177" y="218410"/>
                  </a:lnTo>
                  <a:close/>
                  <a:moveTo>
                    <a:pt x="705342" y="218410"/>
                  </a:moveTo>
                  <a:lnTo>
                    <a:pt x="719533" y="218410"/>
                  </a:lnTo>
                  <a:lnTo>
                    <a:pt x="719533" y="219480"/>
                  </a:lnTo>
                  <a:lnTo>
                    <a:pt x="705342" y="219480"/>
                  </a:lnTo>
                  <a:close/>
                  <a:moveTo>
                    <a:pt x="294658" y="217339"/>
                  </a:moveTo>
                  <a:lnTo>
                    <a:pt x="298831" y="217339"/>
                  </a:lnTo>
                  <a:lnTo>
                    <a:pt x="298831" y="219480"/>
                  </a:lnTo>
                  <a:lnTo>
                    <a:pt x="294658" y="219480"/>
                  </a:lnTo>
                  <a:close/>
                  <a:moveTo>
                    <a:pt x="414858" y="218410"/>
                  </a:moveTo>
                  <a:lnTo>
                    <a:pt x="515025" y="218410"/>
                  </a:lnTo>
                  <a:lnTo>
                    <a:pt x="515025" y="219480"/>
                  </a:lnTo>
                  <a:lnTo>
                    <a:pt x="414858" y="219480"/>
                  </a:lnTo>
                  <a:close/>
                  <a:moveTo>
                    <a:pt x="601836" y="218410"/>
                  </a:moveTo>
                  <a:lnTo>
                    <a:pt x="634391" y="218410"/>
                  </a:lnTo>
                  <a:lnTo>
                    <a:pt x="634391" y="219480"/>
                  </a:lnTo>
                  <a:lnTo>
                    <a:pt x="601836" y="219480"/>
                  </a:lnTo>
                  <a:close/>
                  <a:moveTo>
                    <a:pt x="672788" y="218410"/>
                  </a:moveTo>
                  <a:lnTo>
                    <a:pt x="678631" y="218410"/>
                  </a:lnTo>
                  <a:lnTo>
                    <a:pt x="678631" y="219480"/>
                  </a:lnTo>
                  <a:lnTo>
                    <a:pt x="672788" y="219480"/>
                  </a:lnTo>
                  <a:close/>
                  <a:moveTo>
                    <a:pt x="530885" y="218410"/>
                  </a:moveTo>
                  <a:lnTo>
                    <a:pt x="566778" y="218410"/>
                  </a:lnTo>
                  <a:lnTo>
                    <a:pt x="566778" y="219480"/>
                  </a:lnTo>
                  <a:lnTo>
                    <a:pt x="530885" y="219480"/>
                  </a:lnTo>
                  <a:close/>
                  <a:moveTo>
                    <a:pt x="906511" y="218410"/>
                  </a:moveTo>
                  <a:lnTo>
                    <a:pt x="1000000" y="218410"/>
                  </a:lnTo>
                  <a:lnTo>
                    <a:pt x="1000000" y="219480"/>
                  </a:lnTo>
                  <a:lnTo>
                    <a:pt x="906511" y="219480"/>
                  </a:lnTo>
                  <a:close/>
                  <a:moveTo>
                    <a:pt x="347245" y="217339"/>
                  </a:moveTo>
                  <a:lnTo>
                    <a:pt x="393155" y="217339"/>
                  </a:lnTo>
                  <a:lnTo>
                    <a:pt x="393155" y="219480"/>
                  </a:lnTo>
                  <a:lnTo>
                    <a:pt x="347245" y="219480"/>
                  </a:lnTo>
                  <a:close/>
                  <a:moveTo>
                    <a:pt x="738731" y="218410"/>
                  </a:moveTo>
                  <a:lnTo>
                    <a:pt x="873122" y="218410"/>
                  </a:lnTo>
                  <a:lnTo>
                    <a:pt x="873122" y="219480"/>
                  </a:lnTo>
                  <a:lnTo>
                    <a:pt x="738731" y="219480"/>
                  </a:lnTo>
                  <a:close/>
                  <a:moveTo>
                    <a:pt x="348080" y="219480"/>
                  </a:moveTo>
                  <a:lnTo>
                    <a:pt x="392321" y="219480"/>
                  </a:lnTo>
                  <a:lnTo>
                    <a:pt x="392321" y="220551"/>
                  </a:lnTo>
                  <a:lnTo>
                    <a:pt x="348080" y="220551"/>
                  </a:lnTo>
                  <a:close/>
                  <a:moveTo>
                    <a:pt x="531720" y="219480"/>
                  </a:moveTo>
                  <a:lnTo>
                    <a:pt x="566778" y="219480"/>
                  </a:lnTo>
                  <a:lnTo>
                    <a:pt x="566778" y="220551"/>
                  </a:lnTo>
                  <a:lnTo>
                    <a:pt x="531720" y="220551"/>
                  </a:lnTo>
                  <a:close/>
                  <a:moveTo>
                    <a:pt x="738731" y="219480"/>
                  </a:moveTo>
                  <a:lnTo>
                    <a:pt x="873957" y="219480"/>
                  </a:lnTo>
                  <a:lnTo>
                    <a:pt x="873957" y="220551"/>
                  </a:lnTo>
                  <a:lnTo>
                    <a:pt x="738731" y="220551"/>
                  </a:lnTo>
                  <a:close/>
                  <a:moveTo>
                    <a:pt x="199499" y="217339"/>
                  </a:moveTo>
                  <a:lnTo>
                    <a:pt x="228715" y="217339"/>
                  </a:lnTo>
                  <a:lnTo>
                    <a:pt x="228715" y="220551"/>
                  </a:lnTo>
                  <a:lnTo>
                    <a:pt x="199499" y="220551"/>
                  </a:lnTo>
                  <a:close/>
                  <a:moveTo>
                    <a:pt x="705342" y="219480"/>
                  </a:moveTo>
                  <a:lnTo>
                    <a:pt x="718698" y="219480"/>
                  </a:lnTo>
                  <a:lnTo>
                    <a:pt x="718698" y="220551"/>
                  </a:lnTo>
                  <a:lnTo>
                    <a:pt x="705342" y="220551"/>
                  </a:lnTo>
                  <a:close/>
                  <a:moveTo>
                    <a:pt x="602671" y="219480"/>
                  </a:moveTo>
                  <a:lnTo>
                    <a:pt x="634391" y="219480"/>
                  </a:lnTo>
                  <a:lnTo>
                    <a:pt x="634391" y="220551"/>
                  </a:lnTo>
                  <a:lnTo>
                    <a:pt x="602671" y="220551"/>
                  </a:lnTo>
                  <a:close/>
                  <a:moveTo>
                    <a:pt x="414858" y="219480"/>
                  </a:moveTo>
                  <a:lnTo>
                    <a:pt x="513356" y="219480"/>
                  </a:lnTo>
                  <a:lnTo>
                    <a:pt x="513356" y="220551"/>
                  </a:lnTo>
                  <a:lnTo>
                    <a:pt x="414858" y="220551"/>
                  </a:lnTo>
                  <a:close/>
                  <a:moveTo>
                    <a:pt x="305509" y="218410"/>
                  </a:moveTo>
                  <a:lnTo>
                    <a:pt x="323873" y="218410"/>
                  </a:lnTo>
                  <a:lnTo>
                    <a:pt x="323873" y="220551"/>
                  </a:lnTo>
                  <a:lnTo>
                    <a:pt x="305509" y="220551"/>
                  </a:lnTo>
                  <a:close/>
                  <a:moveTo>
                    <a:pt x="305509" y="220551"/>
                  </a:moveTo>
                  <a:lnTo>
                    <a:pt x="323038" y="220551"/>
                  </a:lnTo>
                  <a:lnTo>
                    <a:pt x="323038" y="221622"/>
                  </a:lnTo>
                  <a:lnTo>
                    <a:pt x="305509" y="221622"/>
                  </a:lnTo>
                  <a:close/>
                  <a:moveTo>
                    <a:pt x="737896" y="220551"/>
                  </a:moveTo>
                  <a:lnTo>
                    <a:pt x="874791" y="220551"/>
                  </a:lnTo>
                  <a:lnTo>
                    <a:pt x="874791" y="221622"/>
                  </a:lnTo>
                  <a:lnTo>
                    <a:pt x="737896" y="221622"/>
                  </a:lnTo>
                  <a:close/>
                  <a:moveTo>
                    <a:pt x="704508" y="220551"/>
                  </a:moveTo>
                  <a:lnTo>
                    <a:pt x="718698" y="220551"/>
                  </a:lnTo>
                  <a:lnTo>
                    <a:pt x="718698" y="221622"/>
                  </a:lnTo>
                  <a:lnTo>
                    <a:pt x="704508" y="221622"/>
                  </a:lnTo>
                  <a:close/>
                  <a:moveTo>
                    <a:pt x="672788" y="219480"/>
                  </a:moveTo>
                  <a:lnTo>
                    <a:pt x="677796" y="219480"/>
                  </a:lnTo>
                  <a:lnTo>
                    <a:pt x="677796" y="221622"/>
                  </a:lnTo>
                  <a:lnTo>
                    <a:pt x="672788" y="221622"/>
                  </a:lnTo>
                  <a:close/>
                  <a:moveTo>
                    <a:pt x="532554" y="220551"/>
                  </a:moveTo>
                  <a:lnTo>
                    <a:pt x="565943" y="220551"/>
                  </a:lnTo>
                  <a:lnTo>
                    <a:pt x="565943" y="221622"/>
                  </a:lnTo>
                  <a:lnTo>
                    <a:pt x="532554" y="221622"/>
                  </a:lnTo>
                  <a:close/>
                  <a:moveTo>
                    <a:pt x="348915" y="220551"/>
                  </a:moveTo>
                  <a:lnTo>
                    <a:pt x="392321" y="220551"/>
                  </a:lnTo>
                  <a:lnTo>
                    <a:pt x="392321" y="222693"/>
                  </a:lnTo>
                  <a:lnTo>
                    <a:pt x="348915" y="222693"/>
                  </a:lnTo>
                  <a:close/>
                  <a:moveTo>
                    <a:pt x="534224" y="221622"/>
                  </a:moveTo>
                  <a:lnTo>
                    <a:pt x="565943" y="221622"/>
                  </a:lnTo>
                  <a:lnTo>
                    <a:pt x="565943" y="222693"/>
                  </a:lnTo>
                  <a:lnTo>
                    <a:pt x="534224" y="222693"/>
                  </a:lnTo>
                  <a:close/>
                  <a:moveTo>
                    <a:pt x="703673" y="221622"/>
                  </a:moveTo>
                  <a:lnTo>
                    <a:pt x="717863" y="221622"/>
                  </a:lnTo>
                  <a:lnTo>
                    <a:pt x="717863" y="222693"/>
                  </a:lnTo>
                  <a:lnTo>
                    <a:pt x="703673" y="222693"/>
                  </a:lnTo>
                  <a:close/>
                  <a:moveTo>
                    <a:pt x="414023" y="220551"/>
                  </a:moveTo>
                  <a:lnTo>
                    <a:pt x="511686" y="220551"/>
                  </a:lnTo>
                  <a:lnTo>
                    <a:pt x="511686" y="222693"/>
                  </a:lnTo>
                  <a:lnTo>
                    <a:pt x="414023" y="222693"/>
                  </a:lnTo>
                  <a:close/>
                  <a:moveTo>
                    <a:pt x="306344" y="221622"/>
                  </a:moveTo>
                  <a:lnTo>
                    <a:pt x="323038" y="221622"/>
                  </a:lnTo>
                  <a:lnTo>
                    <a:pt x="323038" y="222693"/>
                  </a:lnTo>
                  <a:lnTo>
                    <a:pt x="306344" y="222693"/>
                  </a:lnTo>
                  <a:close/>
                  <a:moveTo>
                    <a:pt x="414023" y="222693"/>
                  </a:moveTo>
                  <a:lnTo>
                    <a:pt x="510851" y="222693"/>
                  </a:lnTo>
                  <a:lnTo>
                    <a:pt x="510851" y="223763"/>
                  </a:lnTo>
                  <a:lnTo>
                    <a:pt x="414023" y="223763"/>
                  </a:lnTo>
                  <a:close/>
                  <a:moveTo>
                    <a:pt x="535893" y="222693"/>
                  </a:moveTo>
                  <a:lnTo>
                    <a:pt x="565943" y="222693"/>
                  </a:lnTo>
                  <a:lnTo>
                    <a:pt x="565943" y="223763"/>
                  </a:lnTo>
                  <a:lnTo>
                    <a:pt x="535893" y="223763"/>
                  </a:lnTo>
                  <a:close/>
                  <a:moveTo>
                    <a:pt x="199499" y="220551"/>
                  </a:moveTo>
                  <a:lnTo>
                    <a:pt x="227880" y="220551"/>
                  </a:lnTo>
                  <a:lnTo>
                    <a:pt x="227880" y="223763"/>
                  </a:lnTo>
                  <a:lnTo>
                    <a:pt x="199499" y="223763"/>
                  </a:lnTo>
                  <a:close/>
                  <a:moveTo>
                    <a:pt x="671953" y="221622"/>
                  </a:moveTo>
                  <a:lnTo>
                    <a:pt x="676962" y="221622"/>
                  </a:lnTo>
                  <a:lnTo>
                    <a:pt x="676962" y="223763"/>
                  </a:lnTo>
                  <a:lnTo>
                    <a:pt x="671953" y="223763"/>
                  </a:lnTo>
                  <a:close/>
                  <a:moveTo>
                    <a:pt x="737896" y="221622"/>
                  </a:moveTo>
                  <a:lnTo>
                    <a:pt x="875626" y="221622"/>
                  </a:lnTo>
                  <a:lnTo>
                    <a:pt x="875626" y="223763"/>
                  </a:lnTo>
                  <a:lnTo>
                    <a:pt x="737896" y="223763"/>
                  </a:lnTo>
                  <a:close/>
                  <a:moveTo>
                    <a:pt x="306344" y="222693"/>
                  </a:moveTo>
                  <a:lnTo>
                    <a:pt x="321369" y="222693"/>
                  </a:lnTo>
                  <a:lnTo>
                    <a:pt x="321369" y="224834"/>
                  </a:lnTo>
                  <a:lnTo>
                    <a:pt x="306344" y="224834"/>
                  </a:lnTo>
                  <a:close/>
                  <a:moveTo>
                    <a:pt x="536728" y="223763"/>
                  </a:moveTo>
                  <a:lnTo>
                    <a:pt x="565943" y="223763"/>
                  </a:lnTo>
                  <a:lnTo>
                    <a:pt x="565943" y="224834"/>
                  </a:lnTo>
                  <a:lnTo>
                    <a:pt x="536728" y="224834"/>
                  </a:lnTo>
                  <a:close/>
                  <a:moveTo>
                    <a:pt x="737062" y="223763"/>
                  </a:moveTo>
                  <a:lnTo>
                    <a:pt x="876461" y="223763"/>
                  </a:lnTo>
                  <a:lnTo>
                    <a:pt x="876461" y="224834"/>
                  </a:lnTo>
                  <a:lnTo>
                    <a:pt x="737062" y="224834"/>
                  </a:lnTo>
                  <a:close/>
                  <a:moveTo>
                    <a:pt x="702838" y="222693"/>
                  </a:moveTo>
                  <a:lnTo>
                    <a:pt x="717863" y="222693"/>
                  </a:lnTo>
                  <a:lnTo>
                    <a:pt x="717863" y="224834"/>
                  </a:lnTo>
                  <a:lnTo>
                    <a:pt x="702838" y="224834"/>
                  </a:lnTo>
                  <a:close/>
                  <a:moveTo>
                    <a:pt x="295492" y="219480"/>
                  </a:moveTo>
                  <a:lnTo>
                    <a:pt x="298831" y="219480"/>
                  </a:lnTo>
                  <a:lnTo>
                    <a:pt x="298831" y="225905"/>
                  </a:lnTo>
                  <a:lnTo>
                    <a:pt x="295492" y="225905"/>
                  </a:lnTo>
                  <a:close/>
                  <a:moveTo>
                    <a:pt x="671119" y="223763"/>
                  </a:moveTo>
                  <a:lnTo>
                    <a:pt x="676962" y="223763"/>
                  </a:lnTo>
                  <a:lnTo>
                    <a:pt x="676962" y="225905"/>
                  </a:lnTo>
                  <a:lnTo>
                    <a:pt x="671119" y="225905"/>
                  </a:lnTo>
                  <a:close/>
                  <a:moveTo>
                    <a:pt x="907346" y="219480"/>
                  </a:moveTo>
                  <a:lnTo>
                    <a:pt x="1000000" y="219480"/>
                  </a:lnTo>
                  <a:lnTo>
                    <a:pt x="1000000" y="225905"/>
                  </a:lnTo>
                  <a:lnTo>
                    <a:pt x="907346" y="225905"/>
                  </a:lnTo>
                  <a:close/>
                  <a:moveTo>
                    <a:pt x="537563" y="224834"/>
                  </a:moveTo>
                  <a:lnTo>
                    <a:pt x="565943" y="224834"/>
                  </a:lnTo>
                  <a:lnTo>
                    <a:pt x="565943" y="225905"/>
                  </a:lnTo>
                  <a:lnTo>
                    <a:pt x="537563" y="225905"/>
                  </a:lnTo>
                  <a:close/>
                  <a:moveTo>
                    <a:pt x="199499" y="223763"/>
                  </a:moveTo>
                  <a:lnTo>
                    <a:pt x="227045" y="223763"/>
                  </a:lnTo>
                  <a:lnTo>
                    <a:pt x="227045" y="225905"/>
                  </a:lnTo>
                  <a:lnTo>
                    <a:pt x="199499" y="225905"/>
                  </a:lnTo>
                  <a:close/>
                  <a:moveTo>
                    <a:pt x="702003" y="224834"/>
                  </a:moveTo>
                  <a:lnTo>
                    <a:pt x="717863" y="224834"/>
                  </a:lnTo>
                  <a:lnTo>
                    <a:pt x="717863" y="225905"/>
                  </a:lnTo>
                  <a:lnTo>
                    <a:pt x="702003" y="225905"/>
                  </a:lnTo>
                  <a:close/>
                  <a:moveTo>
                    <a:pt x="307179" y="224834"/>
                  </a:moveTo>
                  <a:lnTo>
                    <a:pt x="320534" y="224834"/>
                  </a:lnTo>
                  <a:lnTo>
                    <a:pt x="320534" y="225905"/>
                  </a:lnTo>
                  <a:lnTo>
                    <a:pt x="307179" y="225905"/>
                  </a:lnTo>
                  <a:close/>
                  <a:moveTo>
                    <a:pt x="602671" y="220551"/>
                  </a:moveTo>
                  <a:lnTo>
                    <a:pt x="633556" y="220551"/>
                  </a:lnTo>
                  <a:lnTo>
                    <a:pt x="633556" y="225905"/>
                  </a:lnTo>
                  <a:lnTo>
                    <a:pt x="602671" y="225905"/>
                  </a:lnTo>
                  <a:close/>
                  <a:moveTo>
                    <a:pt x="413189" y="223763"/>
                  </a:moveTo>
                  <a:lnTo>
                    <a:pt x="510851" y="223763"/>
                  </a:lnTo>
                  <a:lnTo>
                    <a:pt x="510851" y="225905"/>
                  </a:lnTo>
                  <a:lnTo>
                    <a:pt x="413189" y="225905"/>
                  </a:lnTo>
                  <a:close/>
                  <a:moveTo>
                    <a:pt x="736227" y="224834"/>
                  </a:moveTo>
                  <a:lnTo>
                    <a:pt x="876461" y="224834"/>
                  </a:lnTo>
                  <a:lnTo>
                    <a:pt x="876461" y="226975"/>
                  </a:lnTo>
                  <a:lnTo>
                    <a:pt x="736227" y="226975"/>
                  </a:lnTo>
                  <a:close/>
                  <a:moveTo>
                    <a:pt x="670284" y="225905"/>
                  </a:moveTo>
                  <a:lnTo>
                    <a:pt x="676962" y="225905"/>
                  </a:lnTo>
                  <a:lnTo>
                    <a:pt x="676962" y="226975"/>
                  </a:lnTo>
                  <a:lnTo>
                    <a:pt x="670284" y="226975"/>
                  </a:lnTo>
                  <a:close/>
                  <a:moveTo>
                    <a:pt x="413189" y="225905"/>
                  </a:moveTo>
                  <a:lnTo>
                    <a:pt x="510017" y="225905"/>
                  </a:lnTo>
                  <a:lnTo>
                    <a:pt x="510017" y="226975"/>
                  </a:lnTo>
                  <a:lnTo>
                    <a:pt x="413189" y="226975"/>
                  </a:lnTo>
                  <a:close/>
                  <a:moveTo>
                    <a:pt x="539232" y="225905"/>
                  </a:moveTo>
                  <a:lnTo>
                    <a:pt x="565943" y="225905"/>
                  </a:lnTo>
                  <a:lnTo>
                    <a:pt x="565943" y="226975"/>
                  </a:lnTo>
                  <a:lnTo>
                    <a:pt x="539232" y="226975"/>
                  </a:lnTo>
                  <a:close/>
                  <a:moveTo>
                    <a:pt x="701169" y="225905"/>
                  </a:moveTo>
                  <a:lnTo>
                    <a:pt x="717863" y="225905"/>
                  </a:lnTo>
                  <a:lnTo>
                    <a:pt x="717863" y="226975"/>
                  </a:lnTo>
                  <a:lnTo>
                    <a:pt x="701169" y="226975"/>
                  </a:lnTo>
                  <a:close/>
                  <a:moveTo>
                    <a:pt x="349750" y="222693"/>
                  </a:moveTo>
                  <a:lnTo>
                    <a:pt x="391486" y="222693"/>
                  </a:lnTo>
                  <a:lnTo>
                    <a:pt x="391486" y="226975"/>
                  </a:lnTo>
                  <a:lnTo>
                    <a:pt x="349750" y="226975"/>
                  </a:lnTo>
                  <a:close/>
                  <a:moveTo>
                    <a:pt x="199499" y="225905"/>
                  </a:moveTo>
                  <a:lnTo>
                    <a:pt x="226210" y="225905"/>
                  </a:lnTo>
                  <a:lnTo>
                    <a:pt x="226210" y="228046"/>
                  </a:lnTo>
                  <a:lnTo>
                    <a:pt x="199499" y="228046"/>
                  </a:lnTo>
                  <a:close/>
                  <a:moveTo>
                    <a:pt x="670284" y="226975"/>
                  </a:moveTo>
                  <a:lnTo>
                    <a:pt x="676127" y="226975"/>
                  </a:lnTo>
                  <a:lnTo>
                    <a:pt x="676127" y="228046"/>
                  </a:lnTo>
                  <a:lnTo>
                    <a:pt x="670284" y="228046"/>
                  </a:lnTo>
                  <a:close/>
                  <a:moveTo>
                    <a:pt x="295492" y="225905"/>
                  </a:moveTo>
                  <a:lnTo>
                    <a:pt x="297997" y="225905"/>
                  </a:lnTo>
                  <a:lnTo>
                    <a:pt x="297997" y="228046"/>
                  </a:lnTo>
                  <a:lnTo>
                    <a:pt x="295492" y="228046"/>
                  </a:lnTo>
                  <a:close/>
                  <a:moveTo>
                    <a:pt x="540067" y="226975"/>
                  </a:moveTo>
                  <a:lnTo>
                    <a:pt x="565943" y="226975"/>
                  </a:lnTo>
                  <a:lnTo>
                    <a:pt x="565943" y="228046"/>
                  </a:lnTo>
                  <a:lnTo>
                    <a:pt x="540067" y="228046"/>
                  </a:lnTo>
                  <a:close/>
                  <a:moveTo>
                    <a:pt x="413189" y="226975"/>
                  </a:moveTo>
                  <a:lnTo>
                    <a:pt x="509182" y="226975"/>
                  </a:lnTo>
                  <a:lnTo>
                    <a:pt x="509182" y="228046"/>
                  </a:lnTo>
                  <a:lnTo>
                    <a:pt x="413189" y="228046"/>
                  </a:lnTo>
                  <a:close/>
                  <a:moveTo>
                    <a:pt x="700334" y="226975"/>
                  </a:moveTo>
                  <a:lnTo>
                    <a:pt x="717863" y="226975"/>
                  </a:lnTo>
                  <a:lnTo>
                    <a:pt x="717863" y="228046"/>
                  </a:lnTo>
                  <a:lnTo>
                    <a:pt x="700334" y="228046"/>
                  </a:lnTo>
                  <a:close/>
                  <a:moveTo>
                    <a:pt x="308013" y="225905"/>
                  </a:moveTo>
                  <a:lnTo>
                    <a:pt x="320534" y="225905"/>
                  </a:lnTo>
                  <a:lnTo>
                    <a:pt x="320534" y="228046"/>
                  </a:lnTo>
                  <a:lnTo>
                    <a:pt x="308013" y="228046"/>
                  </a:lnTo>
                  <a:close/>
                  <a:moveTo>
                    <a:pt x="424040" y="228046"/>
                  </a:moveTo>
                  <a:lnTo>
                    <a:pt x="508347" y="228046"/>
                  </a:lnTo>
                  <a:lnTo>
                    <a:pt x="508347" y="229117"/>
                  </a:lnTo>
                  <a:lnTo>
                    <a:pt x="424040" y="229117"/>
                  </a:lnTo>
                  <a:close/>
                  <a:moveTo>
                    <a:pt x="603506" y="225905"/>
                  </a:moveTo>
                  <a:lnTo>
                    <a:pt x="633556" y="225905"/>
                  </a:lnTo>
                  <a:lnTo>
                    <a:pt x="633556" y="229117"/>
                  </a:lnTo>
                  <a:lnTo>
                    <a:pt x="603506" y="229117"/>
                  </a:lnTo>
                  <a:close/>
                  <a:moveTo>
                    <a:pt x="700334" y="228046"/>
                  </a:moveTo>
                  <a:lnTo>
                    <a:pt x="717028" y="228046"/>
                  </a:lnTo>
                  <a:lnTo>
                    <a:pt x="717028" y="229117"/>
                  </a:lnTo>
                  <a:lnTo>
                    <a:pt x="700334" y="229117"/>
                  </a:lnTo>
                  <a:close/>
                  <a:moveTo>
                    <a:pt x="308848" y="228046"/>
                  </a:moveTo>
                  <a:lnTo>
                    <a:pt x="319699" y="228046"/>
                  </a:lnTo>
                  <a:lnTo>
                    <a:pt x="319699" y="229117"/>
                  </a:lnTo>
                  <a:lnTo>
                    <a:pt x="308848" y="229117"/>
                  </a:lnTo>
                  <a:close/>
                  <a:moveTo>
                    <a:pt x="412354" y="228046"/>
                  </a:moveTo>
                  <a:lnTo>
                    <a:pt x="420701" y="228046"/>
                  </a:lnTo>
                  <a:lnTo>
                    <a:pt x="420701" y="229117"/>
                  </a:lnTo>
                  <a:lnTo>
                    <a:pt x="412354" y="229117"/>
                  </a:lnTo>
                  <a:close/>
                  <a:moveTo>
                    <a:pt x="736227" y="226975"/>
                  </a:moveTo>
                  <a:lnTo>
                    <a:pt x="877295" y="226975"/>
                  </a:lnTo>
                  <a:lnTo>
                    <a:pt x="877295" y="229117"/>
                  </a:lnTo>
                  <a:lnTo>
                    <a:pt x="736227" y="229117"/>
                  </a:lnTo>
                  <a:close/>
                  <a:moveTo>
                    <a:pt x="540067" y="228046"/>
                  </a:moveTo>
                  <a:lnTo>
                    <a:pt x="565109" y="228046"/>
                  </a:lnTo>
                  <a:lnTo>
                    <a:pt x="565109" y="229117"/>
                  </a:lnTo>
                  <a:lnTo>
                    <a:pt x="540067" y="229117"/>
                  </a:lnTo>
                  <a:close/>
                  <a:moveTo>
                    <a:pt x="350584" y="226975"/>
                  </a:moveTo>
                  <a:lnTo>
                    <a:pt x="391486" y="226975"/>
                  </a:lnTo>
                  <a:lnTo>
                    <a:pt x="391486" y="229117"/>
                  </a:lnTo>
                  <a:lnTo>
                    <a:pt x="350584" y="229117"/>
                  </a:lnTo>
                  <a:close/>
                  <a:moveTo>
                    <a:pt x="670284" y="228046"/>
                  </a:moveTo>
                  <a:lnTo>
                    <a:pt x="675292" y="228046"/>
                  </a:lnTo>
                  <a:lnTo>
                    <a:pt x="675292" y="229117"/>
                  </a:lnTo>
                  <a:lnTo>
                    <a:pt x="670284" y="229117"/>
                  </a:lnTo>
                  <a:close/>
                  <a:moveTo>
                    <a:pt x="296327" y="228046"/>
                  </a:moveTo>
                  <a:lnTo>
                    <a:pt x="297997" y="228046"/>
                  </a:lnTo>
                  <a:lnTo>
                    <a:pt x="297997" y="230187"/>
                  </a:lnTo>
                  <a:lnTo>
                    <a:pt x="296327" y="230187"/>
                  </a:lnTo>
                  <a:close/>
                  <a:moveTo>
                    <a:pt x="604341" y="229117"/>
                  </a:moveTo>
                  <a:lnTo>
                    <a:pt x="633556" y="229117"/>
                  </a:lnTo>
                  <a:lnTo>
                    <a:pt x="633556" y="230187"/>
                  </a:lnTo>
                  <a:lnTo>
                    <a:pt x="604341" y="230187"/>
                  </a:lnTo>
                  <a:close/>
                  <a:moveTo>
                    <a:pt x="735392" y="229117"/>
                  </a:moveTo>
                  <a:lnTo>
                    <a:pt x="877295" y="229117"/>
                  </a:lnTo>
                  <a:lnTo>
                    <a:pt x="877295" y="230187"/>
                  </a:lnTo>
                  <a:lnTo>
                    <a:pt x="735392" y="230187"/>
                  </a:lnTo>
                  <a:close/>
                  <a:moveTo>
                    <a:pt x="308848" y="229117"/>
                  </a:moveTo>
                  <a:lnTo>
                    <a:pt x="318865" y="229117"/>
                  </a:lnTo>
                  <a:lnTo>
                    <a:pt x="318865" y="230187"/>
                  </a:lnTo>
                  <a:lnTo>
                    <a:pt x="308848" y="230187"/>
                  </a:lnTo>
                  <a:close/>
                  <a:moveTo>
                    <a:pt x="424875" y="229117"/>
                  </a:moveTo>
                  <a:lnTo>
                    <a:pt x="508347" y="229117"/>
                  </a:lnTo>
                  <a:lnTo>
                    <a:pt x="508347" y="230187"/>
                  </a:lnTo>
                  <a:lnTo>
                    <a:pt x="424875" y="230187"/>
                  </a:lnTo>
                  <a:close/>
                  <a:moveTo>
                    <a:pt x="541736" y="229117"/>
                  </a:moveTo>
                  <a:lnTo>
                    <a:pt x="565109" y="229117"/>
                  </a:lnTo>
                  <a:lnTo>
                    <a:pt x="565109" y="230187"/>
                  </a:lnTo>
                  <a:lnTo>
                    <a:pt x="541736" y="230187"/>
                  </a:lnTo>
                  <a:close/>
                  <a:moveTo>
                    <a:pt x="412354" y="229117"/>
                  </a:moveTo>
                  <a:lnTo>
                    <a:pt x="419032" y="229117"/>
                  </a:lnTo>
                  <a:lnTo>
                    <a:pt x="419032" y="231258"/>
                  </a:lnTo>
                  <a:lnTo>
                    <a:pt x="412354" y="231258"/>
                  </a:lnTo>
                  <a:close/>
                  <a:moveTo>
                    <a:pt x="699499" y="229117"/>
                  </a:moveTo>
                  <a:lnTo>
                    <a:pt x="716194" y="229117"/>
                  </a:lnTo>
                  <a:lnTo>
                    <a:pt x="716194" y="231258"/>
                  </a:lnTo>
                  <a:lnTo>
                    <a:pt x="699499" y="231258"/>
                  </a:lnTo>
                  <a:close/>
                  <a:moveTo>
                    <a:pt x="670284" y="229117"/>
                  </a:moveTo>
                  <a:lnTo>
                    <a:pt x="674457" y="229117"/>
                  </a:lnTo>
                  <a:lnTo>
                    <a:pt x="674457" y="232329"/>
                  </a:lnTo>
                  <a:lnTo>
                    <a:pt x="670284" y="232329"/>
                  </a:lnTo>
                  <a:close/>
                  <a:moveTo>
                    <a:pt x="351419" y="229117"/>
                  </a:moveTo>
                  <a:lnTo>
                    <a:pt x="391486" y="229117"/>
                  </a:lnTo>
                  <a:lnTo>
                    <a:pt x="391486" y="232329"/>
                  </a:lnTo>
                  <a:lnTo>
                    <a:pt x="351419" y="232329"/>
                  </a:lnTo>
                  <a:close/>
                  <a:moveTo>
                    <a:pt x="735392" y="230187"/>
                  </a:moveTo>
                  <a:lnTo>
                    <a:pt x="876461" y="230187"/>
                  </a:lnTo>
                  <a:lnTo>
                    <a:pt x="876461" y="232329"/>
                  </a:lnTo>
                  <a:lnTo>
                    <a:pt x="735392" y="232329"/>
                  </a:lnTo>
                  <a:close/>
                  <a:moveTo>
                    <a:pt x="604341" y="230187"/>
                  </a:moveTo>
                  <a:lnTo>
                    <a:pt x="632721" y="230187"/>
                  </a:lnTo>
                  <a:lnTo>
                    <a:pt x="632721" y="232329"/>
                  </a:lnTo>
                  <a:lnTo>
                    <a:pt x="604341" y="232329"/>
                  </a:lnTo>
                  <a:close/>
                  <a:moveTo>
                    <a:pt x="908180" y="225905"/>
                  </a:moveTo>
                  <a:lnTo>
                    <a:pt x="1000000" y="225905"/>
                  </a:lnTo>
                  <a:lnTo>
                    <a:pt x="1000000" y="232329"/>
                  </a:lnTo>
                  <a:lnTo>
                    <a:pt x="908180" y="232329"/>
                  </a:lnTo>
                  <a:close/>
                  <a:moveTo>
                    <a:pt x="698664" y="231258"/>
                  </a:moveTo>
                  <a:lnTo>
                    <a:pt x="715359" y="231258"/>
                  </a:lnTo>
                  <a:lnTo>
                    <a:pt x="715359" y="232329"/>
                  </a:lnTo>
                  <a:lnTo>
                    <a:pt x="698664" y="232329"/>
                  </a:lnTo>
                  <a:close/>
                  <a:moveTo>
                    <a:pt x="542571" y="230187"/>
                  </a:moveTo>
                  <a:lnTo>
                    <a:pt x="565109" y="230187"/>
                  </a:lnTo>
                  <a:lnTo>
                    <a:pt x="565109" y="232329"/>
                  </a:lnTo>
                  <a:lnTo>
                    <a:pt x="542571" y="232329"/>
                  </a:lnTo>
                  <a:close/>
                  <a:moveTo>
                    <a:pt x="308848" y="230187"/>
                  </a:moveTo>
                  <a:lnTo>
                    <a:pt x="318030" y="230187"/>
                  </a:lnTo>
                  <a:lnTo>
                    <a:pt x="318030" y="232329"/>
                  </a:lnTo>
                  <a:lnTo>
                    <a:pt x="308848" y="232329"/>
                  </a:lnTo>
                  <a:close/>
                  <a:moveTo>
                    <a:pt x="425710" y="230187"/>
                  </a:moveTo>
                  <a:lnTo>
                    <a:pt x="508347" y="230187"/>
                  </a:lnTo>
                  <a:lnTo>
                    <a:pt x="508347" y="233399"/>
                  </a:lnTo>
                  <a:lnTo>
                    <a:pt x="425710" y="233399"/>
                  </a:lnTo>
                  <a:close/>
                  <a:moveTo>
                    <a:pt x="0" y="187360"/>
                  </a:moveTo>
                  <a:lnTo>
                    <a:pt x="153589" y="187360"/>
                  </a:lnTo>
                  <a:lnTo>
                    <a:pt x="153589" y="233399"/>
                  </a:lnTo>
                  <a:lnTo>
                    <a:pt x="0" y="233399"/>
                  </a:lnTo>
                  <a:close/>
                  <a:moveTo>
                    <a:pt x="412354" y="231258"/>
                  </a:moveTo>
                  <a:lnTo>
                    <a:pt x="418197" y="231258"/>
                  </a:lnTo>
                  <a:lnTo>
                    <a:pt x="418197" y="233399"/>
                  </a:lnTo>
                  <a:lnTo>
                    <a:pt x="412354" y="233399"/>
                  </a:lnTo>
                  <a:close/>
                  <a:moveTo>
                    <a:pt x="543406" y="232329"/>
                  </a:moveTo>
                  <a:lnTo>
                    <a:pt x="565109" y="232329"/>
                  </a:lnTo>
                  <a:lnTo>
                    <a:pt x="565109" y="233399"/>
                  </a:lnTo>
                  <a:lnTo>
                    <a:pt x="543406" y="233399"/>
                  </a:lnTo>
                  <a:close/>
                  <a:moveTo>
                    <a:pt x="669449" y="232329"/>
                  </a:moveTo>
                  <a:lnTo>
                    <a:pt x="674457" y="232329"/>
                  </a:lnTo>
                  <a:lnTo>
                    <a:pt x="674457" y="233399"/>
                  </a:lnTo>
                  <a:lnTo>
                    <a:pt x="669449" y="233399"/>
                  </a:lnTo>
                  <a:close/>
                  <a:moveTo>
                    <a:pt x="309683" y="232329"/>
                  </a:moveTo>
                  <a:lnTo>
                    <a:pt x="318030" y="232329"/>
                  </a:lnTo>
                  <a:lnTo>
                    <a:pt x="318030" y="233399"/>
                  </a:lnTo>
                  <a:lnTo>
                    <a:pt x="309683" y="233399"/>
                  </a:lnTo>
                  <a:close/>
                  <a:moveTo>
                    <a:pt x="605175" y="232329"/>
                  </a:moveTo>
                  <a:lnTo>
                    <a:pt x="632721" y="232329"/>
                  </a:lnTo>
                  <a:lnTo>
                    <a:pt x="632721" y="233399"/>
                  </a:lnTo>
                  <a:lnTo>
                    <a:pt x="605175" y="233399"/>
                  </a:lnTo>
                  <a:close/>
                  <a:moveTo>
                    <a:pt x="199499" y="228046"/>
                  </a:moveTo>
                  <a:lnTo>
                    <a:pt x="225376" y="228046"/>
                  </a:lnTo>
                  <a:lnTo>
                    <a:pt x="225376" y="234470"/>
                  </a:lnTo>
                  <a:lnTo>
                    <a:pt x="199499" y="234470"/>
                  </a:lnTo>
                  <a:close/>
                  <a:moveTo>
                    <a:pt x="544240" y="233399"/>
                  </a:moveTo>
                  <a:lnTo>
                    <a:pt x="565109" y="233399"/>
                  </a:lnTo>
                  <a:lnTo>
                    <a:pt x="565109" y="234470"/>
                  </a:lnTo>
                  <a:lnTo>
                    <a:pt x="544240" y="234470"/>
                  </a:lnTo>
                  <a:close/>
                  <a:moveTo>
                    <a:pt x="412354" y="233399"/>
                  </a:moveTo>
                  <a:lnTo>
                    <a:pt x="417362" y="233399"/>
                  </a:lnTo>
                  <a:lnTo>
                    <a:pt x="417362" y="234470"/>
                  </a:lnTo>
                  <a:lnTo>
                    <a:pt x="412354" y="234470"/>
                  </a:lnTo>
                  <a:close/>
                  <a:moveTo>
                    <a:pt x="697830" y="232329"/>
                  </a:moveTo>
                  <a:lnTo>
                    <a:pt x="715359" y="232329"/>
                  </a:lnTo>
                  <a:lnTo>
                    <a:pt x="715359" y="234470"/>
                  </a:lnTo>
                  <a:lnTo>
                    <a:pt x="697830" y="234470"/>
                  </a:lnTo>
                  <a:close/>
                  <a:moveTo>
                    <a:pt x="310518" y="233399"/>
                  </a:moveTo>
                  <a:lnTo>
                    <a:pt x="317195" y="233399"/>
                  </a:lnTo>
                  <a:lnTo>
                    <a:pt x="317195" y="234470"/>
                  </a:lnTo>
                  <a:lnTo>
                    <a:pt x="310518" y="234470"/>
                  </a:lnTo>
                  <a:close/>
                  <a:moveTo>
                    <a:pt x="668614" y="233399"/>
                  </a:moveTo>
                  <a:lnTo>
                    <a:pt x="674457" y="233399"/>
                  </a:lnTo>
                  <a:lnTo>
                    <a:pt x="674457" y="234470"/>
                  </a:lnTo>
                  <a:lnTo>
                    <a:pt x="668614" y="234470"/>
                  </a:lnTo>
                  <a:close/>
                  <a:moveTo>
                    <a:pt x="310518" y="234470"/>
                  </a:moveTo>
                  <a:lnTo>
                    <a:pt x="316361" y="234470"/>
                  </a:lnTo>
                  <a:lnTo>
                    <a:pt x="316361" y="235541"/>
                  </a:lnTo>
                  <a:lnTo>
                    <a:pt x="310518" y="235541"/>
                  </a:lnTo>
                  <a:close/>
                  <a:moveTo>
                    <a:pt x="696995" y="234470"/>
                  </a:moveTo>
                  <a:lnTo>
                    <a:pt x="715359" y="234470"/>
                  </a:lnTo>
                  <a:lnTo>
                    <a:pt x="715359" y="235541"/>
                  </a:lnTo>
                  <a:lnTo>
                    <a:pt x="696995" y="235541"/>
                  </a:lnTo>
                  <a:close/>
                  <a:moveTo>
                    <a:pt x="735392" y="232329"/>
                  </a:moveTo>
                  <a:lnTo>
                    <a:pt x="875626" y="232329"/>
                  </a:lnTo>
                  <a:lnTo>
                    <a:pt x="875626" y="235541"/>
                  </a:lnTo>
                  <a:lnTo>
                    <a:pt x="735392" y="235541"/>
                  </a:lnTo>
                  <a:close/>
                  <a:moveTo>
                    <a:pt x="667780" y="234470"/>
                  </a:moveTo>
                  <a:lnTo>
                    <a:pt x="674457" y="234470"/>
                  </a:lnTo>
                  <a:lnTo>
                    <a:pt x="674457" y="235541"/>
                  </a:lnTo>
                  <a:lnTo>
                    <a:pt x="667780" y="235541"/>
                  </a:lnTo>
                  <a:close/>
                  <a:moveTo>
                    <a:pt x="605175" y="233399"/>
                  </a:moveTo>
                  <a:lnTo>
                    <a:pt x="631886" y="233399"/>
                  </a:lnTo>
                  <a:lnTo>
                    <a:pt x="631886" y="235541"/>
                  </a:lnTo>
                  <a:lnTo>
                    <a:pt x="605175" y="235541"/>
                  </a:lnTo>
                  <a:close/>
                  <a:moveTo>
                    <a:pt x="545075" y="234470"/>
                  </a:moveTo>
                  <a:lnTo>
                    <a:pt x="564274" y="234470"/>
                  </a:lnTo>
                  <a:lnTo>
                    <a:pt x="564274" y="235541"/>
                  </a:lnTo>
                  <a:lnTo>
                    <a:pt x="545075" y="235541"/>
                  </a:lnTo>
                  <a:close/>
                  <a:moveTo>
                    <a:pt x="412354" y="234470"/>
                  </a:moveTo>
                  <a:lnTo>
                    <a:pt x="416528" y="234470"/>
                  </a:lnTo>
                  <a:lnTo>
                    <a:pt x="416528" y="236611"/>
                  </a:lnTo>
                  <a:lnTo>
                    <a:pt x="412354" y="236611"/>
                  </a:lnTo>
                  <a:close/>
                  <a:moveTo>
                    <a:pt x="734558" y="235541"/>
                  </a:moveTo>
                  <a:lnTo>
                    <a:pt x="875626" y="235541"/>
                  </a:lnTo>
                  <a:lnTo>
                    <a:pt x="875626" y="236611"/>
                  </a:lnTo>
                  <a:lnTo>
                    <a:pt x="734558" y="236611"/>
                  </a:lnTo>
                  <a:close/>
                  <a:moveTo>
                    <a:pt x="667780" y="235541"/>
                  </a:moveTo>
                  <a:lnTo>
                    <a:pt x="673623" y="235541"/>
                  </a:lnTo>
                  <a:lnTo>
                    <a:pt x="673623" y="236611"/>
                  </a:lnTo>
                  <a:lnTo>
                    <a:pt x="667780" y="236611"/>
                  </a:lnTo>
                  <a:close/>
                  <a:moveTo>
                    <a:pt x="696160" y="235541"/>
                  </a:moveTo>
                  <a:lnTo>
                    <a:pt x="715359" y="235541"/>
                  </a:lnTo>
                  <a:lnTo>
                    <a:pt x="715359" y="236611"/>
                  </a:lnTo>
                  <a:lnTo>
                    <a:pt x="696160" y="236611"/>
                  </a:lnTo>
                  <a:close/>
                  <a:moveTo>
                    <a:pt x="426544" y="233399"/>
                  </a:moveTo>
                  <a:lnTo>
                    <a:pt x="508347" y="233399"/>
                  </a:lnTo>
                  <a:lnTo>
                    <a:pt x="508347" y="236611"/>
                  </a:lnTo>
                  <a:lnTo>
                    <a:pt x="426544" y="236611"/>
                  </a:lnTo>
                  <a:close/>
                  <a:moveTo>
                    <a:pt x="199499" y="234470"/>
                  </a:moveTo>
                  <a:lnTo>
                    <a:pt x="224541" y="234470"/>
                  </a:lnTo>
                  <a:lnTo>
                    <a:pt x="224541" y="236611"/>
                  </a:lnTo>
                  <a:lnTo>
                    <a:pt x="199499" y="236611"/>
                  </a:lnTo>
                  <a:close/>
                  <a:moveTo>
                    <a:pt x="733723" y="236611"/>
                  </a:moveTo>
                  <a:lnTo>
                    <a:pt x="875626" y="236611"/>
                  </a:lnTo>
                  <a:lnTo>
                    <a:pt x="875626" y="237682"/>
                  </a:lnTo>
                  <a:lnTo>
                    <a:pt x="733723" y="237682"/>
                  </a:lnTo>
                  <a:close/>
                  <a:moveTo>
                    <a:pt x="311352" y="235541"/>
                  </a:moveTo>
                  <a:lnTo>
                    <a:pt x="315526" y="235541"/>
                  </a:lnTo>
                  <a:lnTo>
                    <a:pt x="315526" y="237682"/>
                  </a:lnTo>
                  <a:lnTo>
                    <a:pt x="311352" y="237682"/>
                  </a:lnTo>
                  <a:close/>
                  <a:moveTo>
                    <a:pt x="667780" y="236611"/>
                  </a:moveTo>
                  <a:lnTo>
                    <a:pt x="672788" y="236611"/>
                  </a:lnTo>
                  <a:lnTo>
                    <a:pt x="672788" y="237682"/>
                  </a:lnTo>
                  <a:lnTo>
                    <a:pt x="667780" y="237682"/>
                  </a:lnTo>
                  <a:close/>
                  <a:moveTo>
                    <a:pt x="199499" y="236611"/>
                  </a:moveTo>
                  <a:lnTo>
                    <a:pt x="223706" y="236611"/>
                  </a:lnTo>
                  <a:lnTo>
                    <a:pt x="223706" y="238753"/>
                  </a:lnTo>
                  <a:lnTo>
                    <a:pt x="199499" y="238753"/>
                  </a:lnTo>
                  <a:close/>
                  <a:moveTo>
                    <a:pt x="311352" y="237682"/>
                  </a:moveTo>
                  <a:lnTo>
                    <a:pt x="314691" y="237682"/>
                  </a:lnTo>
                  <a:lnTo>
                    <a:pt x="314691" y="238753"/>
                  </a:lnTo>
                  <a:lnTo>
                    <a:pt x="311352" y="238753"/>
                  </a:lnTo>
                  <a:close/>
                  <a:moveTo>
                    <a:pt x="545075" y="235541"/>
                  </a:moveTo>
                  <a:lnTo>
                    <a:pt x="563439" y="235541"/>
                  </a:lnTo>
                  <a:lnTo>
                    <a:pt x="563439" y="238753"/>
                  </a:lnTo>
                  <a:lnTo>
                    <a:pt x="545075" y="238753"/>
                  </a:lnTo>
                  <a:close/>
                  <a:moveTo>
                    <a:pt x="427379" y="236611"/>
                  </a:moveTo>
                  <a:lnTo>
                    <a:pt x="508347" y="236611"/>
                  </a:lnTo>
                  <a:lnTo>
                    <a:pt x="508347" y="238753"/>
                  </a:lnTo>
                  <a:lnTo>
                    <a:pt x="427379" y="238753"/>
                  </a:lnTo>
                  <a:close/>
                  <a:moveTo>
                    <a:pt x="605175" y="235541"/>
                  </a:moveTo>
                  <a:lnTo>
                    <a:pt x="631052" y="235541"/>
                  </a:lnTo>
                  <a:lnTo>
                    <a:pt x="631052" y="239823"/>
                  </a:lnTo>
                  <a:lnTo>
                    <a:pt x="605175" y="239823"/>
                  </a:lnTo>
                  <a:close/>
                  <a:moveTo>
                    <a:pt x="312187" y="238753"/>
                  </a:moveTo>
                  <a:lnTo>
                    <a:pt x="314691" y="238753"/>
                  </a:lnTo>
                  <a:lnTo>
                    <a:pt x="314691" y="239823"/>
                  </a:lnTo>
                  <a:lnTo>
                    <a:pt x="312187" y="239823"/>
                  </a:lnTo>
                  <a:close/>
                  <a:moveTo>
                    <a:pt x="733723" y="237682"/>
                  </a:moveTo>
                  <a:lnTo>
                    <a:pt x="874791" y="237682"/>
                  </a:lnTo>
                  <a:lnTo>
                    <a:pt x="874791" y="239823"/>
                  </a:lnTo>
                  <a:lnTo>
                    <a:pt x="733723" y="239823"/>
                  </a:lnTo>
                  <a:close/>
                  <a:moveTo>
                    <a:pt x="545910" y="238753"/>
                  </a:moveTo>
                  <a:lnTo>
                    <a:pt x="563439" y="238753"/>
                  </a:lnTo>
                  <a:lnTo>
                    <a:pt x="563439" y="239823"/>
                  </a:lnTo>
                  <a:lnTo>
                    <a:pt x="545910" y="239823"/>
                  </a:lnTo>
                  <a:close/>
                  <a:moveTo>
                    <a:pt x="695326" y="236611"/>
                  </a:moveTo>
                  <a:lnTo>
                    <a:pt x="714524" y="236611"/>
                  </a:lnTo>
                  <a:lnTo>
                    <a:pt x="714524" y="239823"/>
                  </a:lnTo>
                  <a:lnTo>
                    <a:pt x="695326" y="239823"/>
                  </a:lnTo>
                  <a:close/>
                  <a:moveTo>
                    <a:pt x="694491" y="239823"/>
                  </a:moveTo>
                  <a:lnTo>
                    <a:pt x="713689" y="239823"/>
                  </a:lnTo>
                  <a:lnTo>
                    <a:pt x="713689" y="240894"/>
                  </a:lnTo>
                  <a:lnTo>
                    <a:pt x="694491" y="240894"/>
                  </a:lnTo>
                  <a:close/>
                  <a:moveTo>
                    <a:pt x="732888" y="239823"/>
                  </a:moveTo>
                  <a:lnTo>
                    <a:pt x="873957" y="239823"/>
                  </a:lnTo>
                  <a:lnTo>
                    <a:pt x="873957" y="240894"/>
                  </a:lnTo>
                  <a:lnTo>
                    <a:pt x="732888" y="240894"/>
                  </a:lnTo>
                  <a:close/>
                  <a:moveTo>
                    <a:pt x="907346" y="232329"/>
                  </a:moveTo>
                  <a:lnTo>
                    <a:pt x="1000000" y="232329"/>
                  </a:lnTo>
                  <a:lnTo>
                    <a:pt x="1000000" y="240894"/>
                  </a:lnTo>
                  <a:lnTo>
                    <a:pt x="907346" y="240894"/>
                  </a:lnTo>
                  <a:close/>
                  <a:moveTo>
                    <a:pt x="546745" y="239823"/>
                  </a:moveTo>
                  <a:lnTo>
                    <a:pt x="562604" y="239823"/>
                  </a:lnTo>
                  <a:lnTo>
                    <a:pt x="562604" y="240894"/>
                  </a:lnTo>
                  <a:lnTo>
                    <a:pt x="546745" y="240894"/>
                  </a:lnTo>
                  <a:close/>
                  <a:moveTo>
                    <a:pt x="606010" y="239823"/>
                  </a:moveTo>
                  <a:lnTo>
                    <a:pt x="631052" y="239823"/>
                  </a:lnTo>
                  <a:lnTo>
                    <a:pt x="631052" y="241965"/>
                  </a:lnTo>
                  <a:lnTo>
                    <a:pt x="606010" y="241965"/>
                  </a:lnTo>
                  <a:close/>
                  <a:moveTo>
                    <a:pt x="428214" y="238753"/>
                  </a:moveTo>
                  <a:lnTo>
                    <a:pt x="508347" y="238753"/>
                  </a:lnTo>
                  <a:lnTo>
                    <a:pt x="508347" y="241965"/>
                  </a:lnTo>
                  <a:lnTo>
                    <a:pt x="428214" y="241965"/>
                  </a:lnTo>
                  <a:close/>
                  <a:moveTo>
                    <a:pt x="667780" y="237682"/>
                  </a:moveTo>
                  <a:lnTo>
                    <a:pt x="671953" y="237682"/>
                  </a:lnTo>
                  <a:lnTo>
                    <a:pt x="671953" y="241965"/>
                  </a:lnTo>
                  <a:lnTo>
                    <a:pt x="667780" y="241965"/>
                  </a:lnTo>
                  <a:close/>
                  <a:moveTo>
                    <a:pt x="694491" y="240894"/>
                  </a:moveTo>
                  <a:lnTo>
                    <a:pt x="712855" y="240894"/>
                  </a:lnTo>
                  <a:lnTo>
                    <a:pt x="712855" y="241965"/>
                  </a:lnTo>
                  <a:lnTo>
                    <a:pt x="694491" y="241965"/>
                  </a:lnTo>
                  <a:close/>
                  <a:moveTo>
                    <a:pt x="606845" y="241965"/>
                  </a:moveTo>
                  <a:lnTo>
                    <a:pt x="631052" y="241965"/>
                  </a:lnTo>
                  <a:lnTo>
                    <a:pt x="631052" y="243036"/>
                  </a:lnTo>
                  <a:lnTo>
                    <a:pt x="606845" y="243036"/>
                  </a:lnTo>
                  <a:close/>
                  <a:moveTo>
                    <a:pt x="666945" y="241965"/>
                  </a:moveTo>
                  <a:lnTo>
                    <a:pt x="671953" y="241965"/>
                  </a:lnTo>
                  <a:lnTo>
                    <a:pt x="671953" y="243036"/>
                  </a:lnTo>
                  <a:lnTo>
                    <a:pt x="666945" y="243036"/>
                  </a:lnTo>
                  <a:close/>
                  <a:moveTo>
                    <a:pt x="0" y="233399"/>
                  </a:moveTo>
                  <a:lnTo>
                    <a:pt x="152755" y="233399"/>
                  </a:lnTo>
                  <a:lnTo>
                    <a:pt x="152755" y="243036"/>
                  </a:lnTo>
                  <a:lnTo>
                    <a:pt x="0" y="243036"/>
                  </a:lnTo>
                  <a:close/>
                  <a:moveTo>
                    <a:pt x="412354" y="236611"/>
                  </a:moveTo>
                  <a:lnTo>
                    <a:pt x="415693" y="236611"/>
                  </a:lnTo>
                  <a:lnTo>
                    <a:pt x="415693" y="243036"/>
                  </a:lnTo>
                  <a:lnTo>
                    <a:pt x="412354" y="243036"/>
                  </a:lnTo>
                  <a:close/>
                  <a:moveTo>
                    <a:pt x="693656" y="241965"/>
                  </a:moveTo>
                  <a:lnTo>
                    <a:pt x="712855" y="241965"/>
                  </a:lnTo>
                  <a:lnTo>
                    <a:pt x="712855" y="243036"/>
                  </a:lnTo>
                  <a:lnTo>
                    <a:pt x="693656" y="243036"/>
                  </a:lnTo>
                  <a:close/>
                  <a:moveTo>
                    <a:pt x="906511" y="240894"/>
                  </a:moveTo>
                  <a:lnTo>
                    <a:pt x="1000000" y="240894"/>
                  </a:lnTo>
                  <a:lnTo>
                    <a:pt x="1000000" y="243036"/>
                  </a:lnTo>
                  <a:lnTo>
                    <a:pt x="906511" y="243036"/>
                  </a:lnTo>
                  <a:close/>
                  <a:moveTo>
                    <a:pt x="453255" y="241965"/>
                  </a:moveTo>
                  <a:lnTo>
                    <a:pt x="508347" y="241965"/>
                  </a:lnTo>
                  <a:lnTo>
                    <a:pt x="508347" y="243036"/>
                  </a:lnTo>
                  <a:lnTo>
                    <a:pt x="453255" y="243036"/>
                  </a:lnTo>
                  <a:close/>
                  <a:moveTo>
                    <a:pt x="547579" y="240894"/>
                  </a:moveTo>
                  <a:lnTo>
                    <a:pt x="562604" y="240894"/>
                  </a:lnTo>
                  <a:lnTo>
                    <a:pt x="562604" y="244106"/>
                  </a:lnTo>
                  <a:lnTo>
                    <a:pt x="547579" y="244106"/>
                  </a:lnTo>
                  <a:close/>
                  <a:moveTo>
                    <a:pt x="607679" y="243036"/>
                  </a:moveTo>
                  <a:lnTo>
                    <a:pt x="631052" y="243036"/>
                  </a:lnTo>
                  <a:lnTo>
                    <a:pt x="631052" y="244106"/>
                  </a:lnTo>
                  <a:lnTo>
                    <a:pt x="607679" y="244106"/>
                  </a:lnTo>
                  <a:close/>
                  <a:moveTo>
                    <a:pt x="352254" y="232329"/>
                  </a:moveTo>
                  <a:lnTo>
                    <a:pt x="391486" y="232329"/>
                  </a:lnTo>
                  <a:lnTo>
                    <a:pt x="391486" y="244106"/>
                  </a:lnTo>
                  <a:lnTo>
                    <a:pt x="352254" y="244106"/>
                  </a:lnTo>
                  <a:close/>
                  <a:moveTo>
                    <a:pt x="666945" y="243036"/>
                  </a:moveTo>
                  <a:lnTo>
                    <a:pt x="671119" y="243036"/>
                  </a:lnTo>
                  <a:lnTo>
                    <a:pt x="671119" y="244106"/>
                  </a:lnTo>
                  <a:lnTo>
                    <a:pt x="666945" y="244106"/>
                  </a:lnTo>
                  <a:close/>
                  <a:moveTo>
                    <a:pt x="459933" y="243036"/>
                  </a:moveTo>
                  <a:lnTo>
                    <a:pt x="508347" y="243036"/>
                  </a:lnTo>
                  <a:lnTo>
                    <a:pt x="508347" y="244106"/>
                  </a:lnTo>
                  <a:lnTo>
                    <a:pt x="459933" y="244106"/>
                  </a:lnTo>
                  <a:close/>
                  <a:moveTo>
                    <a:pt x="905676" y="243036"/>
                  </a:moveTo>
                  <a:lnTo>
                    <a:pt x="1000000" y="243036"/>
                  </a:lnTo>
                  <a:lnTo>
                    <a:pt x="1000000" y="244106"/>
                  </a:lnTo>
                  <a:lnTo>
                    <a:pt x="905676" y="244106"/>
                  </a:lnTo>
                  <a:close/>
                  <a:moveTo>
                    <a:pt x="428214" y="241965"/>
                  </a:moveTo>
                  <a:lnTo>
                    <a:pt x="451586" y="241965"/>
                  </a:lnTo>
                  <a:lnTo>
                    <a:pt x="451586" y="244106"/>
                  </a:lnTo>
                  <a:lnTo>
                    <a:pt x="428214" y="244106"/>
                  </a:lnTo>
                  <a:close/>
                  <a:moveTo>
                    <a:pt x="692821" y="243036"/>
                  </a:moveTo>
                  <a:lnTo>
                    <a:pt x="712855" y="243036"/>
                  </a:lnTo>
                  <a:lnTo>
                    <a:pt x="712855" y="244106"/>
                  </a:lnTo>
                  <a:lnTo>
                    <a:pt x="692821" y="244106"/>
                  </a:lnTo>
                  <a:close/>
                  <a:moveTo>
                    <a:pt x="460768" y="244106"/>
                  </a:moveTo>
                  <a:lnTo>
                    <a:pt x="480801" y="244106"/>
                  </a:lnTo>
                  <a:lnTo>
                    <a:pt x="480801" y="245177"/>
                  </a:lnTo>
                  <a:lnTo>
                    <a:pt x="460768" y="245177"/>
                  </a:lnTo>
                  <a:close/>
                  <a:moveTo>
                    <a:pt x="488314" y="244106"/>
                  </a:moveTo>
                  <a:lnTo>
                    <a:pt x="508347" y="244106"/>
                  </a:lnTo>
                  <a:lnTo>
                    <a:pt x="508347" y="245177"/>
                  </a:lnTo>
                  <a:lnTo>
                    <a:pt x="488314" y="245177"/>
                  </a:lnTo>
                  <a:close/>
                  <a:moveTo>
                    <a:pt x="412354" y="243036"/>
                  </a:moveTo>
                  <a:lnTo>
                    <a:pt x="414858" y="243036"/>
                  </a:lnTo>
                  <a:lnTo>
                    <a:pt x="414858" y="245177"/>
                  </a:lnTo>
                  <a:lnTo>
                    <a:pt x="412354" y="245177"/>
                  </a:lnTo>
                  <a:close/>
                  <a:moveTo>
                    <a:pt x="691987" y="244106"/>
                  </a:moveTo>
                  <a:lnTo>
                    <a:pt x="712855" y="244106"/>
                  </a:lnTo>
                  <a:lnTo>
                    <a:pt x="712855" y="245177"/>
                  </a:lnTo>
                  <a:lnTo>
                    <a:pt x="691987" y="245177"/>
                  </a:lnTo>
                  <a:close/>
                  <a:moveTo>
                    <a:pt x="732888" y="240894"/>
                  </a:moveTo>
                  <a:lnTo>
                    <a:pt x="873122" y="240894"/>
                  </a:lnTo>
                  <a:lnTo>
                    <a:pt x="873122" y="245177"/>
                  </a:lnTo>
                  <a:lnTo>
                    <a:pt x="732888" y="245177"/>
                  </a:lnTo>
                  <a:close/>
                  <a:moveTo>
                    <a:pt x="666110" y="244106"/>
                  </a:moveTo>
                  <a:lnTo>
                    <a:pt x="671119" y="244106"/>
                  </a:lnTo>
                  <a:lnTo>
                    <a:pt x="671119" y="245177"/>
                  </a:lnTo>
                  <a:lnTo>
                    <a:pt x="666110" y="245177"/>
                  </a:lnTo>
                  <a:close/>
                  <a:moveTo>
                    <a:pt x="411519" y="245177"/>
                  </a:moveTo>
                  <a:lnTo>
                    <a:pt x="413189" y="245177"/>
                  </a:lnTo>
                  <a:lnTo>
                    <a:pt x="413189" y="246248"/>
                  </a:lnTo>
                  <a:lnTo>
                    <a:pt x="411519" y="246248"/>
                  </a:lnTo>
                  <a:close/>
                  <a:moveTo>
                    <a:pt x="489149" y="245177"/>
                  </a:moveTo>
                  <a:lnTo>
                    <a:pt x="508347" y="245177"/>
                  </a:lnTo>
                  <a:lnTo>
                    <a:pt x="508347" y="246248"/>
                  </a:lnTo>
                  <a:lnTo>
                    <a:pt x="489149" y="246248"/>
                  </a:lnTo>
                  <a:close/>
                  <a:moveTo>
                    <a:pt x="732888" y="245177"/>
                  </a:moveTo>
                  <a:lnTo>
                    <a:pt x="872287" y="245177"/>
                  </a:lnTo>
                  <a:lnTo>
                    <a:pt x="872287" y="246248"/>
                  </a:lnTo>
                  <a:lnTo>
                    <a:pt x="732888" y="246248"/>
                  </a:lnTo>
                  <a:close/>
                  <a:moveTo>
                    <a:pt x="199499" y="238753"/>
                  </a:moveTo>
                  <a:lnTo>
                    <a:pt x="222871" y="238753"/>
                  </a:lnTo>
                  <a:lnTo>
                    <a:pt x="222871" y="246248"/>
                  </a:lnTo>
                  <a:lnTo>
                    <a:pt x="199499" y="246248"/>
                  </a:lnTo>
                  <a:close/>
                  <a:moveTo>
                    <a:pt x="665275" y="245177"/>
                  </a:moveTo>
                  <a:lnTo>
                    <a:pt x="671119" y="245177"/>
                  </a:lnTo>
                  <a:lnTo>
                    <a:pt x="671119" y="246248"/>
                  </a:lnTo>
                  <a:lnTo>
                    <a:pt x="665275" y="246248"/>
                  </a:lnTo>
                  <a:close/>
                  <a:moveTo>
                    <a:pt x="353088" y="244106"/>
                  </a:moveTo>
                  <a:lnTo>
                    <a:pt x="391486" y="244106"/>
                  </a:lnTo>
                  <a:lnTo>
                    <a:pt x="391486" y="246248"/>
                  </a:lnTo>
                  <a:lnTo>
                    <a:pt x="353088" y="246248"/>
                  </a:lnTo>
                  <a:close/>
                  <a:moveTo>
                    <a:pt x="461603" y="245177"/>
                  </a:moveTo>
                  <a:lnTo>
                    <a:pt x="479967" y="245177"/>
                  </a:lnTo>
                  <a:lnTo>
                    <a:pt x="479967" y="246248"/>
                  </a:lnTo>
                  <a:lnTo>
                    <a:pt x="461603" y="246248"/>
                  </a:lnTo>
                  <a:close/>
                  <a:moveTo>
                    <a:pt x="461603" y="246248"/>
                  </a:moveTo>
                  <a:lnTo>
                    <a:pt x="479132" y="246248"/>
                  </a:lnTo>
                  <a:lnTo>
                    <a:pt x="479132" y="247318"/>
                  </a:lnTo>
                  <a:lnTo>
                    <a:pt x="461603" y="247318"/>
                  </a:lnTo>
                  <a:close/>
                  <a:moveTo>
                    <a:pt x="732888" y="246248"/>
                  </a:moveTo>
                  <a:lnTo>
                    <a:pt x="871452" y="246248"/>
                  </a:lnTo>
                  <a:lnTo>
                    <a:pt x="871452" y="247318"/>
                  </a:lnTo>
                  <a:lnTo>
                    <a:pt x="732888" y="247318"/>
                  </a:lnTo>
                  <a:close/>
                  <a:moveTo>
                    <a:pt x="904841" y="244106"/>
                  </a:moveTo>
                  <a:lnTo>
                    <a:pt x="1000000" y="244106"/>
                  </a:lnTo>
                  <a:lnTo>
                    <a:pt x="1000000" y="247318"/>
                  </a:lnTo>
                  <a:lnTo>
                    <a:pt x="904841" y="247318"/>
                  </a:lnTo>
                  <a:close/>
                  <a:moveTo>
                    <a:pt x="353088" y="246248"/>
                  </a:moveTo>
                  <a:lnTo>
                    <a:pt x="390651" y="246248"/>
                  </a:lnTo>
                  <a:lnTo>
                    <a:pt x="390651" y="247318"/>
                  </a:lnTo>
                  <a:lnTo>
                    <a:pt x="353088" y="247318"/>
                  </a:lnTo>
                  <a:close/>
                  <a:moveTo>
                    <a:pt x="607679" y="244106"/>
                  </a:moveTo>
                  <a:lnTo>
                    <a:pt x="630217" y="244106"/>
                  </a:lnTo>
                  <a:lnTo>
                    <a:pt x="630217" y="247318"/>
                  </a:lnTo>
                  <a:lnTo>
                    <a:pt x="607679" y="247318"/>
                  </a:lnTo>
                  <a:close/>
                  <a:moveTo>
                    <a:pt x="548414" y="244106"/>
                  </a:moveTo>
                  <a:lnTo>
                    <a:pt x="562604" y="244106"/>
                  </a:lnTo>
                  <a:lnTo>
                    <a:pt x="562604" y="247318"/>
                  </a:lnTo>
                  <a:lnTo>
                    <a:pt x="548414" y="247318"/>
                  </a:lnTo>
                  <a:close/>
                  <a:moveTo>
                    <a:pt x="691987" y="245177"/>
                  </a:moveTo>
                  <a:lnTo>
                    <a:pt x="712020" y="245177"/>
                  </a:lnTo>
                  <a:lnTo>
                    <a:pt x="712020" y="247318"/>
                  </a:lnTo>
                  <a:lnTo>
                    <a:pt x="691987" y="247318"/>
                  </a:lnTo>
                  <a:close/>
                  <a:moveTo>
                    <a:pt x="410684" y="246248"/>
                  </a:moveTo>
                  <a:lnTo>
                    <a:pt x="412354" y="246248"/>
                  </a:lnTo>
                  <a:lnTo>
                    <a:pt x="412354" y="248389"/>
                  </a:lnTo>
                  <a:lnTo>
                    <a:pt x="410684" y="248389"/>
                  </a:lnTo>
                  <a:close/>
                  <a:moveTo>
                    <a:pt x="691152" y="247318"/>
                  </a:moveTo>
                  <a:lnTo>
                    <a:pt x="712020" y="247318"/>
                  </a:lnTo>
                  <a:lnTo>
                    <a:pt x="712020" y="248389"/>
                  </a:lnTo>
                  <a:lnTo>
                    <a:pt x="691152" y="248389"/>
                  </a:lnTo>
                  <a:close/>
                  <a:moveTo>
                    <a:pt x="490818" y="246248"/>
                  </a:moveTo>
                  <a:lnTo>
                    <a:pt x="508347" y="246248"/>
                  </a:lnTo>
                  <a:lnTo>
                    <a:pt x="508347" y="248389"/>
                  </a:lnTo>
                  <a:lnTo>
                    <a:pt x="490818" y="248389"/>
                  </a:lnTo>
                  <a:close/>
                  <a:moveTo>
                    <a:pt x="462437" y="247318"/>
                  </a:moveTo>
                  <a:lnTo>
                    <a:pt x="478297" y="247318"/>
                  </a:lnTo>
                  <a:lnTo>
                    <a:pt x="478297" y="248389"/>
                  </a:lnTo>
                  <a:lnTo>
                    <a:pt x="462437" y="248389"/>
                  </a:lnTo>
                  <a:close/>
                  <a:moveTo>
                    <a:pt x="607679" y="247318"/>
                  </a:moveTo>
                  <a:lnTo>
                    <a:pt x="629382" y="247318"/>
                  </a:lnTo>
                  <a:lnTo>
                    <a:pt x="629382" y="248389"/>
                  </a:lnTo>
                  <a:lnTo>
                    <a:pt x="607679" y="248389"/>
                  </a:lnTo>
                  <a:close/>
                  <a:moveTo>
                    <a:pt x="548414" y="247318"/>
                  </a:moveTo>
                  <a:lnTo>
                    <a:pt x="561770" y="247318"/>
                  </a:lnTo>
                  <a:lnTo>
                    <a:pt x="561770" y="249460"/>
                  </a:lnTo>
                  <a:lnTo>
                    <a:pt x="548414" y="249460"/>
                  </a:lnTo>
                  <a:close/>
                  <a:moveTo>
                    <a:pt x="462437" y="248389"/>
                  </a:moveTo>
                  <a:lnTo>
                    <a:pt x="477462" y="248389"/>
                  </a:lnTo>
                  <a:lnTo>
                    <a:pt x="477462" y="249460"/>
                  </a:lnTo>
                  <a:lnTo>
                    <a:pt x="462437" y="249460"/>
                  </a:lnTo>
                  <a:close/>
                  <a:moveTo>
                    <a:pt x="491653" y="248389"/>
                  </a:moveTo>
                  <a:lnTo>
                    <a:pt x="508347" y="248389"/>
                  </a:lnTo>
                  <a:lnTo>
                    <a:pt x="508347" y="249460"/>
                  </a:lnTo>
                  <a:lnTo>
                    <a:pt x="491653" y="249460"/>
                  </a:lnTo>
                  <a:close/>
                  <a:moveTo>
                    <a:pt x="608514" y="248389"/>
                  </a:moveTo>
                  <a:lnTo>
                    <a:pt x="629382" y="248389"/>
                  </a:lnTo>
                  <a:lnTo>
                    <a:pt x="629382" y="249460"/>
                  </a:lnTo>
                  <a:lnTo>
                    <a:pt x="608514" y="249460"/>
                  </a:lnTo>
                  <a:close/>
                  <a:moveTo>
                    <a:pt x="904007" y="247318"/>
                  </a:moveTo>
                  <a:lnTo>
                    <a:pt x="1000000" y="247318"/>
                  </a:lnTo>
                  <a:lnTo>
                    <a:pt x="1000000" y="249460"/>
                  </a:lnTo>
                  <a:lnTo>
                    <a:pt x="904007" y="249460"/>
                  </a:lnTo>
                  <a:close/>
                  <a:moveTo>
                    <a:pt x="199499" y="246248"/>
                  </a:moveTo>
                  <a:lnTo>
                    <a:pt x="222037" y="246248"/>
                  </a:lnTo>
                  <a:lnTo>
                    <a:pt x="222037" y="249460"/>
                  </a:lnTo>
                  <a:lnTo>
                    <a:pt x="199499" y="249460"/>
                  </a:lnTo>
                  <a:close/>
                  <a:moveTo>
                    <a:pt x="690317" y="248389"/>
                  </a:moveTo>
                  <a:lnTo>
                    <a:pt x="712020" y="248389"/>
                  </a:lnTo>
                  <a:lnTo>
                    <a:pt x="712020" y="249460"/>
                  </a:lnTo>
                  <a:lnTo>
                    <a:pt x="690317" y="249460"/>
                  </a:lnTo>
                  <a:close/>
                  <a:moveTo>
                    <a:pt x="732053" y="247318"/>
                  </a:moveTo>
                  <a:lnTo>
                    <a:pt x="870618" y="247318"/>
                  </a:lnTo>
                  <a:lnTo>
                    <a:pt x="870618" y="249460"/>
                  </a:lnTo>
                  <a:lnTo>
                    <a:pt x="732053" y="249460"/>
                  </a:lnTo>
                  <a:close/>
                  <a:moveTo>
                    <a:pt x="409850" y="248389"/>
                  </a:moveTo>
                  <a:lnTo>
                    <a:pt x="412354" y="248389"/>
                  </a:lnTo>
                  <a:lnTo>
                    <a:pt x="412354" y="249460"/>
                  </a:lnTo>
                  <a:lnTo>
                    <a:pt x="409850" y="249460"/>
                  </a:lnTo>
                  <a:close/>
                  <a:moveTo>
                    <a:pt x="199499" y="249460"/>
                  </a:moveTo>
                  <a:lnTo>
                    <a:pt x="221202" y="249460"/>
                  </a:lnTo>
                  <a:lnTo>
                    <a:pt x="221202" y="250530"/>
                  </a:lnTo>
                  <a:lnTo>
                    <a:pt x="199499" y="250530"/>
                  </a:lnTo>
                  <a:close/>
                  <a:moveTo>
                    <a:pt x="492487" y="249460"/>
                  </a:moveTo>
                  <a:lnTo>
                    <a:pt x="508347" y="249460"/>
                  </a:lnTo>
                  <a:lnTo>
                    <a:pt x="508347" y="250530"/>
                  </a:lnTo>
                  <a:lnTo>
                    <a:pt x="492487" y="250530"/>
                  </a:lnTo>
                  <a:close/>
                  <a:moveTo>
                    <a:pt x="689482" y="249460"/>
                  </a:moveTo>
                  <a:lnTo>
                    <a:pt x="711185" y="249460"/>
                  </a:lnTo>
                  <a:lnTo>
                    <a:pt x="711185" y="250530"/>
                  </a:lnTo>
                  <a:lnTo>
                    <a:pt x="689482" y="250530"/>
                  </a:lnTo>
                  <a:close/>
                  <a:moveTo>
                    <a:pt x="290484" y="249460"/>
                  </a:moveTo>
                  <a:lnTo>
                    <a:pt x="292988" y="249460"/>
                  </a:lnTo>
                  <a:lnTo>
                    <a:pt x="292988" y="250530"/>
                  </a:lnTo>
                  <a:lnTo>
                    <a:pt x="290484" y="250530"/>
                  </a:lnTo>
                  <a:close/>
                  <a:moveTo>
                    <a:pt x="903172" y="249460"/>
                  </a:moveTo>
                  <a:lnTo>
                    <a:pt x="1000000" y="249460"/>
                  </a:lnTo>
                  <a:lnTo>
                    <a:pt x="1000000" y="250530"/>
                  </a:lnTo>
                  <a:lnTo>
                    <a:pt x="903172" y="250530"/>
                  </a:lnTo>
                  <a:close/>
                  <a:moveTo>
                    <a:pt x="463272" y="249460"/>
                  </a:moveTo>
                  <a:lnTo>
                    <a:pt x="476628" y="249460"/>
                  </a:lnTo>
                  <a:lnTo>
                    <a:pt x="476628" y="250530"/>
                  </a:lnTo>
                  <a:lnTo>
                    <a:pt x="463272" y="250530"/>
                  </a:lnTo>
                  <a:close/>
                  <a:moveTo>
                    <a:pt x="731219" y="249460"/>
                  </a:moveTo>
                  <a:lnTo>
                    <a:pt x="870618" y="249460"/>
                  </a:lnTo>
                  <a:lnTo>
                    <a:pt x="870618" y="250530"/>
                  </a:lnTo>
                  <a:lnTo>
                    <a:pt x="731219" y="250530"/>
                  </a:lnTo>
                  <a:close/>
                  <a:moveTo>
                    <a:pt x="428214" y="244106"/>
                  </a:moveTo>
                  <a:lnTo>
                    <a:pt x="450751" y="244106"/>
                  </a:lnTo>
                  <a:lnTo>
                    <a:pt x="450751" y="250530"/>
                  </a:lnTo>
                  <a:lnTo>
                    <a:pt x="428214" y="250530"/>
                  </a:lnTo>
                  <a:close/>
                  <a:moveTo>
                    <a:pt x="549249" y="249460"/>
                  </a:moveTo>
                  <a:lnTo>
                    <a:pt x="561770" y="249460"/>
                  </a:lnTo>
                  <a:lnTo>
                    <a:pt x="561770" y="250530"/>
                  </a:lnTo>
                  <a:lnTo>
                    <a:pt x="549249" y="250530"/>
                  </a:lnTo>
                  <a:close/>
                  <a:moveTo>
                    <a:pt x="665275" y="246248"/>
                  </a:moveTo>
                  <a:lnTo>
                    <a:pt x="669449" y="246248"/>
                  </a:lnTo>
                  <a:lnTo>
                    <a:pt x="669449" y="250530"/>
                  </a:lnTo>
                  <a:lnTo>
                    <a:pt x="665275" y="250530"/>
                  </a:lnTo>
                  <a:close/>
                  <a:moveTo>
                    <a:pt x="608514" y="249460"/>
                  </a:moveTo>
                  <a:lnTo>
                    <a:pt x="628548" y="249460"/>
                  </a:lnTo>
                  <a:lnTo>
                    <a:pt x="628548" y="251601"/>
                  </a:lnTo>
                  <a:lnTo>
                    <a:pt x="608514" y="251601"/>
                  </a:lnTo>
                  <a:close/>
                  <a:moveTo>
                    <a:pt x="665275" y="250530"/>
                  </a:moveTo>
                  <a:lnTo>
                    <a:pt x="668614" y="250530"/>
                  </a:lnTo>
                  <a:lnTo>
                    <a:pt x="668614" y="251601"/>
                  </a:lnTo>
                  <a:lnTo>
                    <a:pt x="665275" y="251601"/>
                  </a:lnTo>
                  <a:close/>
                  <a:moveTo>
                    <a:pt x="609349" y="251601"/>
                  </a:moveTo>
                  <a:lnTo>
                    <a:pt x="628548" y="251601"/>
                  </a:lnTo>
                  <a:lnTo>
                    <a:pt x="628548" y="252672"/>
                  </a:lnTo>
                  <a:lnTo>
                    <a:pt x="609349" y="252672"/>
                  </a:lnTo>
                  <a:close/>
                  <a:moveTo>
                    <a:pt x="493322" y="250530"/>
                  </a:moveTo>
                  <a:lnTo>
                    <a:pt x="508347" y="250530"/>
                  </a:lnTo>
                  <a:lnTo>
                    <a:pt x="508347" y="252672"/>
                  </a:lnTo>
                  <a:lnTo>
                    <a:pt x="493322" y="252672"/>
                  </a:lnTo>
                  <a:close/>
                  <a:moveTo>
                    <a:pt x="550083" y="250530"/>
                  </a:moveTo>
                  <a:lnTo>
                    <a:pt x="560935" y="250530"/>
                  </a:lnTo>
                  <a:lnTo>
                    <a:pt x="560935" y="252672"/>
                  </a:lnTo>
                  <a:lnTo>
                    <a:pt x="550083" y="252672"/>
                  </a:lnTo>
                  <a:close/>
                  <a:moveTo>
                    <a:pt x="730384" y="250530"/>
                  </a:moveTo>
                  <a:lnTo>
                    <a:pt x="869783" y="250530"/>
                  </a:lnTo>
                  <a:lnTo>
                    <a:pt x="869783" y="252672"/>
                  </a:lnTo>
                  <a:lnTo>
                    <a:pt x="730384" y="252672"/>
                  </a:lnTo>
                  <a:close/>
                  <a:moveTo>
                    <a:pt x="902337" y="250530"/>
                  </a:moveTo>
                  <a:lnTo>
                    <a:pt x="1000000" y="250530"/>
                  </a:lnTo>
                  <a:lnTo>
                    <a:pt x="1000000" y="252672"/>
                  </a:lnTo>
                  <a:lnTo>
                    <a:pt x="902337" y="252672"/>
                  </a:lnTo>
                  <a:close/>
                  <a:moveTo>
                    <a:pt x="353923" y="247318"/>
                  </a:moveTo>
                  <a:lnTo>
                    <a:pt x="391486" y="247318"/>
                  </a:lnTo>
                  <a:lnTo>
                    <a:pt x="391486" y="252672"/>
                  </a:lnTo>
                  <a:lnTo>
                    <a:pt x="353923" y="252672"/>
                  </a:lnTo>
                  <a:close/>
                  <a:moveTo>
                    <a:pt x="289649" y="250530"/>
                  </a:moveTo>
                  <a:lnTo>
                    <a:pt x="293823" y="250530"/>
                  </a:lnTo>
                  <a:lnTo>
                    <a:pt x="293823" y="252672"/>
                  </a:lnTo>
                  <a:lnTo>
                    <a:pt x="289649" y="252672"/>
                  </a:lnTo>
                  <a:close/>
                  <a:moveTo>
                    <a:pt x="664441" y="251601"/>
                  </a:moveTo>
                  <a:lnTo>
                    <a:pt x="668614" y="251601"/>
                  </a:lnTo>
                  <a:lnTo>
                    <a:pt x="668614" y="253742"/>
                  </a:lnTo>
                  <a:lnTo>
                    <a:pt x="664441" y="253742"/>
                  </a:lnTo>
                  <a:close/>
                  <a:moveTo>
                    <a:pt x="689482" y="250530"/>
                  </a:moveTo>
                  <a:lnTo>
                    <a:pt x="710351" y="250530"/>
                  </a:lnTo>
                  <a:lnTo>
                    <a:pt x="710351" y="253742"/>
                  </a:lnTo>
                  <a:lnTo>
                    <a:pt x="689482" y="253742"/>
                  </a:lnTo>
                  <a:close/>
                  <a:moveTo>
                    <a:pt x="550083" y="252672"/>
                  </a:moveTo>
                  <a:lnTo>
                    <a:pt x="560100" y="252672"/>
                  </a:lnTo>
                  <a:lnTo>
                    <a:pt x="560100" y="253742"/>
                  </a:lnTo>
                  <a:lnTo>
                    <a:pt x="550083" y="253742"/>
                  </a:lnTo>
                  <a:close/>
                  <a:moveTo>
                    <a:pt x="730384" y="252672"/>
                  </a:moveTo>
                  <a:lnTo>
                    <a:pt x="868948" y="252672"/>
                  </a:lnTo>
                  <a:lnTo>
                    <a:pt x="868948" y="253742"/>
                  </a:lnTo>
                  <a:lnTo>
                    <a:pt x="730384" y="253742"/>
                  </a:lnTo>
                  <a:close/>
                  <a:moveTo>
                    <a:pt x="288815" y="252672"/>
                  </a:moveTo>
                  <a:lnTo>
                    <a:pt x="293823" y="252672"/>
                  </a:lnTo>
                  <a:lnTo>
                    <a:pt x="293823" y="253742"/>
                  </a:lnTo>
                  <a:lnTo>
                    <a:pt x="288815" y="253742"/>
                  </a:lnTo>
                  <a:close/>
                  <a:moveTo>
                    <a:pt x="463272" y="250530"/>
                  </a:moveTo>
                  <a:lnTo>
                    <a:pt x="475793" y="250530"/>
                  </a:lnTo>
                  <a:lnTo>
                    <a:pt x="475793" y="253742"/>
                  </a:lnTo>
                  <a:lnTo>
                    <a:pt x="463272" y="253742"/>
                  </a:lnTo>
                  <a:close/>
                  <a:moveTo>
                    <a:pt x="663606" y="253742"/>
                  </a:moveTo>
                  <a:lnTo>
                    <a:pt x="668614" y="253742"/>
                  </a:lnTo>
                  <a:lnTo>
                    <a:pt x="668614" y="254813"/>
                  </a:lnTo>
                  <a:lnTo>
                    <a:pt x="663606" y="254813"/>
                  </a:lnTo>
                  <a:close/>
                  <a:moveTo>
                    <a:pt x="688648" y="253742"/>
                  </a:moveTo>
                  <a:lnTo>
                    <a:pt x="709516" y="253742"/>
                  </a:lnTo>
                  <a:lnTo>
                    <a:pt x="709516" y="254813"/>
                  </a:lnTo>
                  <a:lnTo>
                    <a:pt x="688648" y="254813"/>
                  </a:lnTo>
                  <a:close/>
                  <a:moveTo>
                    <a:pt x="287980" y="253742"/>
                  </a:moveTo>
                  <a:lnTo>
                    <a:pt x="293823" y="253742"/>
                  </a:lnTo>
                  <a:lnTo>
                    <a:pt x="293823" y="254813"/>
                  </a:lnTo>
                  <a:lnTo>
                    <a:pt x="287980" y="254813"/>
                  </a:lnTo>
                  <a:close/>
                  <a:moveTo>
                    <a:pt x="354758" y="252672"/>
                  </a:moveTo>
                  <a:lnTo>
                    <a:pt x="391486" y="252672"/>
                  </a:lnTo>
                  <a:lnTo>
                    <a:pt x="391486" y="254813"/>
                  </a:lnTo>
                  <a:lnTo>
                    <a:pt x="354758" y="254813"/>
                  </a:lnTo>
                  <a:close/>
                  <a:moveTo>
                    <a:pt x="494157" y="252672"/>
                  </a:moveTo>
                  <a:lnTo>
                    <a:pt x="508347" y="252672"/>
                  </a:lnTo>
                  <a:lnTo>
                    <a:pt x="508347" y="254813"/>
                  </a:lnTo>
                  <a:lnTo>
                    <a:pt x="494157" y="254813"/>
                  </a:lnTo>
                  <a:close/>
                  <a:moveTo>
                    <a:pt x="464107" y="253742"/>
                  </a:moveTo>
                  <a:lnTo>
                    <a:pt x="475793" y="253742"/>
                  </a:lnTo>
                  <a:lnTo>
                    <a:pt x="475793" y="254813"/>
                  </a:lnTo>
                  <a:lnTo>
                    <a:pt x="464107" y="254813"/>
                  </a:lnTo>
                  <a:close/>
                  <a:moveTo>
                    <a:pt x="730384" y="253742"/>
                  </a:moveTo>
                  <a:lnTo>
                    <a:pt x="868114" y="253742"/>
                  </a:lnTo>
                  <a:lnTo>
                    <a:pt x="868114" y="254813"/>
                  </a:lnTo>
                  <a:lnTo>
                    <a:pt x="730384" y="254813"/>
                  </a:lnTo>
                  <a:close/>
                  <a:moveTo>
                    <a:pt x="409850" y="249460"/>
                  </a:moveTo>
                  <a:lnTo>
                    <a:pt x="413189" y="249460"/>
                  </a:lnTo>
                  <a:lnTo>
                    <a:pt x="413189" y="255884"/>
                  </a:lnTo>
                  <a:lnTo>
                    <a:pt x="409850" y="255884"/>
                  </a:lnTo>
                  <a:close/>
                  <a:moveTo>
                    <a:pt x="610184" y="252672"/>
                  </a:moveTo>
                  <a:lnTo>
                    <a:pt x="628548" y="252672"/>
                  </a:lnTo>
                  <a:lnTo>
                    <a:pt x="628548" y="255884"/>
                  </a:lnTo>
                  <a:lnTo>
                    <a:pt x="610184" y="255884"/>
                  </a:lnTo>
                  <a:close/>
                  <a:moveTo>
                    <a:pt x="687813" y="254813"/>
                  </a:moveTo>
                  <a:lnTo>
                    <a:pt x="709516" y="254813"/>
                  </a:lnTo>
                  <a:lnTo>
                    <a:pt x="709516" y="255884"/>
                  </a:lnTo>
                  <a:lnTo>
                    <a:pt x="687813" y="255884"/>
                  </a:lnTo>
                  <a:close/>
                  <a:moveTo>
                    <a:pt x="494992" y="254813"/>
                  </a:moveTo>
                  <a:lnTo>
                    <a:pt x="508347" y="254813"/>
                  </a:lnTo>
                  <a:lnTo>
                    <a:pt x="508347" y="255884"/>
                  </a:lnTo>
                  <a:lnTo>
                    <a:pt x="494992" y="255884"/>
                  </a:lnTo>
                  <a:close/>
                  <a:moveTo>
                    <a:pt x="662771" y="254813"/>
                  </a:moveTo>
                  <a:lnTo>
                    <a:pt x="668614" y="254813"/>
                  </a:lnTo>
                  <a:lnTo>
                    <a:pt x="668614" y="255884"/>
                  </a:lnTo>
                  <a:lnTo>
                    <a:pt x="662771" y="255884"/>
                  </a:lnTo>
                  <a:close/>
                  <a:moveTo>
                    <a:pt x="901503" y="252672"/>
                  </a:moveTo>
                  <a:lnTo>
                    <a:pt x="1000000" y="252672"/>
                  </a:lnTo>
                  <a:lnTo>
                    <a:pt x="1000000" y="256954"/>
                  </a:lnTo>
                  <a:lnTo>
                    <a:pt x="901503" y="256954"/>
                  </a:lnTo>
                  <a:close/>
                  <a:moveTo>
                    <a:pt x="464107" y="254813"/>
                  </a:moveTo>
                  <a:lnTo>
                    <a:pt x="474958" y="254813"/>
                  </a:lnTo>
                  <a:lnTo>
                    <a:pt x="474958" y="256954"/>
                  </a:lnTo>
                  <a:lnTo>
                    <a:pt x="464107" y="256954"/>
                  </a:lnTo>
                  <a:close/>
                  <a:moveTo>
                    <a:pt x="730384" y="254813"/>
                  </a:moveTo>
                  <a:lnTo>
                    <a:pt x="867279" y="254813"/>
                  </a:lnTo>
                  <a:lnTo>
                    <a:pt x="867279" y="258025"/>
                  </a:lnTo>
                  <a:lnTo>
                    <a:pt x="730384" y="258025"/>
                  </a:lnTo>
                  <a:close/>
                  <a:moveTo>
                    <a:pt x="662771" y="255884"/>
                  </a:moveTo>
                  <a:lnTo>
                    <a:pt x="667780" y="255884"/>
                  </a:lnTo>
                  <a:lnTo>
                    <a:pt x="667780" y="258025"/>
                  </a:lnTo>
                  <a:lnTo>
                    <a:pt x="662771" y="258025"/>
                  </a:lnTo>
                  <a:close/>
                  <a:moveTo>
                    <a:pt x="199499" y="250530"/>
                  </a:moveTo>
                  <a:lnTo>
                    <a:pt x="220367" y="250530"/>
                  </a:lnTo>
                  <a:lnTo>
                    <a:pt x="220367" y="258025"/>
                  </a:lnTo>
                  <a:lnTo>
                    <a:pt x="199499" y="258025"/>
                  </a:lnTo>
                  <a:close/>
                  <a:moveTo>
                    <a:pt x="900668" y="256954"/>
                  </a:moveTo>
                  <a:lnTo>
                    <a:pt x="1000000" y="256954"/>
                  </a:lnTo>
                  <a:lnTo>
                    <a:pt x="1000000" y="258025"/>
                  </a:lnTo>
                  <a:lnTo>
                    <a:pt x="900668" y="258025"/>
                  </a:lnTo>
                  <a:close/>
                  <a:moveTo>
                    <a:pt x="354758" y="254813"/>
                  </a:moveTo>
                  <a:lnTo>
                    <a:pt x="390651" y="254813"/>
                  </a:lnTo>
                  <a:lnTo>
                    <a:pt x="390651" y="258025"/>
                  </a:lnTo>
                  <a:lnTo>
                    <a:pt x="354758" y="258025"/>
                  </a:lnTo>
                  <a:close/>
                  <a:moveTo>
                    <a:pt x="495826" y="255884"/>
                  </a:moveTo>
                  <a:lnTo>
                    <a:pt x="508347" y="255884"/>
                  </a:lnTo>
                  <a:lnTo>
                    <a:pt x="508347" y="258025"/>
                  </a:lnTo>
                  <a:lnTo>
                    <a:pt x="495826" y="258025"/>
                  </a:lnTo>
                  <a:close/>
                  <a:moveTo>
                    <a:pt x="610184" y="255884"/>
                  </a:moveTo>
                  <a:lnTo>
                    <a:pt x="627713" y="255884"/>
                  </a:lnTo>
                  <a:lnTo>
                    <a:pt x="627713" y="258025"/>
                  </a:lnTo>
                  <a:lnTo>
                    <a:pt x="610184" y="258025"/>
                  </a:lnTo>
                  <a:close/>
                  <a:moveTo>
                    <a:pt x="496661" y="258025"/>
                  </a:moveTo>
                  <a:lnTo>
                    <a:pt x="508347" y="258025"/>
                  </a:lnTo>
                  <a:lnTo>
                    <a:pt x="508347" y="259096"/>
                  </a:lnTo>
                  <a:lnTo>
                    <a:pt x="496661" y="259096"/>
                  </a:lnTo>
                  <a:close/>
                  <a:moveTo>
                    <a:pt x="464107" y="256954"/>
                  </a:moveTo>
                  <a:lnTo>
                    <a:pt x="474124" y="256954"/>
                  </a:lnTo>
                  <a:lnTo>
                    <a:pt x="474124" y="259096"/>
                  </a:lnTo>
                  <a:lnTo>
                    <a:pt x="464107" y="259096"/>
                  </a:lnTo>
                  <a:close/>
                  <a:moveTo>
                    <a:pt x="899833" y="258025"/>
                  </a:moveTo>
                  <a:lnTo>
                    <a:pt x="1000000" y="258025"/>
                  </a:lnTo>
                  <a:lnTo>
                    <a:pt x="1000000" y="259096"/>
                  </a:lnTo>
                  <a:lnTo>
                    <a:pt x="899833" y="259096"/>
                  </a:lnTo>
                  <a:close/>
                  <a:moveTo>
                    <a:pt x="661937" y="258025"/>
                  </a:moveTo>
                  <a:lnTo>
                    <a:pt x="666945" y="258025"/>
                  </a:lnTo>
                  <a:lnTo>
                    <a:pt x="666945" y="259096"/>
                  </a:lnTo>
                  <a:lnTo>
                    <a:pt x="661937" y="259096"/>
                  </a:lnTo>
                  <a:close/>
                  <a:moveTo>
                    <a:pt x="730384" y="258025"/>
                  </a:moveTo>
                  <a:lnTo>
                    <a:pt x="866444" y="258025"/>
                  </a:lnTo>
                  <a:lnTo>
                    <a:pt x="866444" y="259096"/>
                  </a:lnTo>
                  <a:lnTo>
                    <a:pt x="730384" y="259096"/>
                  </a:lnTo>
                  <a:close/>
                  <a:moveTo>
                    <a:pt x="686978" y="255884"/>
                  </a:moveTo>
                  <a:lnTo>
                    <a:pt x="709516" y="255884"/>
                  </a:lnTo>
                  <a:lnTo>
                    <a:pt x="709516" y="259096"/>
                  </a:lnTo>
                  <a:lnTo>
                    <a:pt x="686978" y="259096"/>
                  </a:lnTo>
                  <a:close/>
                  <a:moveTo>
                    <a:pt x="287145" y="254813"/>
                  </a:moveTo>
                  <a:lnTo>
                    <a:pt x="293823" y="254813"/>
                  </a:lnTo>
                  <a:lnTo>
                    <a:pt x="293823" y="260167"/>
                  </a:lnTo>
                  <a:lnTo>
                    <a:pt x="287145" y="260167"/>
                  </a:lnTo>
                  <a:close/>
                  <a:moveTo>
                    <a:pt x="729549" y="259096"/>
                  </a:moveTo>
                  <a:lnTo>
                    <a:pt x="866444" y="259096"/>
                  </a:lnTo>
                  <a:lnTo>
                    <a:pt x="866444" y="260167"/>
                  </a:lnTo>
                  <a:lnTo>
                    <a:pt x="729549" y="260167"/>
                  </a:lnTo>
                  <a:close/>
                  <a:moveTo>
                    <a:pt x="354758" y="258025"/>
                  </a:moveTo>
                  <a:lnTo>
                    <a:pt x="391486" y="258025"/>
                  </a:lnTo>
                  <a:lnTo>
                    <a:pt x="391486" y="260167"/>
                  </a:lnTo>
                  <a:lnTo>
                    <a:pt x="354758" y="260167"/>
                  </a:lnTo>
                  <a:close/>
                  <a:moveTo>
                    <a:pt x="686144" y="259096"/>
                  </a:moveTo>
                  <a:lnTo>
                    <a:pt x="709516" y="259096"/>
                  </a:lnTo>
                  <a:lnTo>
                    <a:pt x="709516" y="260167"/>
                  </a:lnTo>
                  <a:lnTo>
                    <a:pt x="686144" y="260167"/>
                  </a:lnTo>
                  <a:close/>
                  <a:moveTo>
                    <a:pt x="686144" y="260167"/>
                  </a:moveTo>
                  <a:lnTo>
                    <a:pt x="708681" y="260167"/>
                  </a:lnTo>
                  <a:lnTo>
                    <a:pt x="708681" y="261237"/>
                  </a:lnTo>
                  <a:lnTo>
                    <a:pt x="686144" y="261237"/>
                  </a:lnTo>
                  <a:close/>
                  <a:moveTo>
                    <a:pt x="611018" y="258025"/>
                  </a:moveTo>
                  <a:lnTo>
                    <a:pt x="627713" y="258025"/>
                  </a:lnTo>
                  <a:lnTo>
                    <a:pt x="627713" y="261237"/>
                  </a:lnTo>
                  <a:lnTo>
                    <a:pt x="611018" y="261237"/>
                  </a:lnTo>
                  <a:close/>
                  <a:moveTo>
                    <a:pt x="496661" y="259096"/>
                  </a:moveTo>
                  <a:lnTo>
                    <a:pt x="509182" y="259096"/>
                  </a:lnTo>
                  <a:lnTo>
                    <a:pt x="509182" y="261237"/>
                  </a:lnTo>
                  <a:lnTo>
                    <a:pt x="496661" y="261237"/>
                  </a:lnTo>
                  <a:close/>
                  <a:moveTo>
                    <a:pt x="257930" y="260167"/>
                  </a:moveTo>
                  <a:lnTo>
                    <a:pt x="259599" y="260167"/>
                  </a:lnTo>
                  <a:lnTo>
                    <a:pt x="259599" y="261237"/>
                  </a:lnTo>
                  <a:lnTo>
                    <a:pt x="257930" y="261237"/>
                  </a:lnTo>
                  <a:close/>
                  <a:moveTo>
                    <a:pt x="729549" y="260167"/>
                  </a:moveTo>
                  <a:lnTo>
                    <a:pt x="865609" y="260167"/>
                  </a:lnTo>
                  <a:lnTo>
                    <a:pt x="865609" y="261237"/>
                  </a:lnTo>
                  <a:lnTo>
                    <a:pt x="729549" y="261237"/>
                  </a:lnTo>
                  <a:close/>
                  <a:moveTo>
                    <a:pt x="685309" y="261237"/>
                  </a:moveTo>
                  <a:lnTo>
                    <a:pt x="708681" y="261237"/>
                  </a:lnTo>
                  <a:lnTo>
                    <a:pt x="708681" y="262308"/>
                  </a:lnTo>
                  <a:lnTo>
                    <a:pt x="685309" y="262308"/>
                  </a:lnTo>
                  <a:close/>
                  <a:moveTo>
                    <a:pt x="257095" y="261237"/>
                  </a:moveTo>
                  <a:lnTo>
                    <a:pt x="260434" y="261237"/>
                  </a:lnTo>
                  <a:lnTo>
                    <a:pt x="260434" y="262308"/>
                  </a:lnTo>
                  <a:lnTo>
                    <a:pt x="257095" y="262308"/>
                  </a:lnTo>
                  <a:close/>
                  <a:moveTo>
                    <a:pt x="729549" y="261237"/>
                  </a:moveTo>
                  <a:lnTo>
                    <a:pt x="864775" y="261237"/>
                  </a:lnTo>
                  <a:lnTo>
                    <a:pt x="864775" y="262308"/>
                  </a:lnTo>
                  <a:lnTo>
                    <a:pt x="729549" y="262308"/>
                  </a:lnTo>
                  <a:close/>
                  <a:moveTo>
                    <a:pt x="550918" y="253742"/>
                  </a:moveTo>
                  <a:lnTo>
                    <a:pt x="560100" y="253742"/>
                  </a:lnTo>
                  <a:lnTo>
                    <a:pt x="560100" y="262308"/>
                  </a:lnTo>
                  <a:lnTo>
                    <a:pt x="550918" y="262308"/>
                  </a:lnTo>
                  <a:close/>
                  <a:moveTo>
                    <a:pt x="496661" y="261237"/>
                  </a:moveTo>
                  <a:lnTo>
                    <a:pt x="510017" y="261237"/>
                  </a:lnTo>
                  <a:lnTo>
                    <a:pt x="510017" y="262308"/>
                  </a:lnTo>
                  <a:lnTo>
                    <a:pt x="496661" y="262308"/>
                  </a:lnTo>
                  <a:close/>
                  <a:moveTo>
                    <a:pt x="898998" y="259096"/>
                  </a:moveTo>
                  <a:lnTo>
                    <a:pt x="1000000" y="259096"/>
                  </a:lnTo>
                  <a:lnTo>
                    <a:pt x="1000000" y="262308"/>
                  </a:lnTo>
                  <a:lnTo>
                    <a:pt x="898998" y="262308"/>
                  </a:lnTo>
                  <a:close/>
                  <a:moveTo>
                    <a:pt x="611853" y="261237"/>
                  </a:moveTo>
                  <a:lnTo>
                    <a:pt x="626878" y="261237"/>
                  </a:lnTo>
                  <a:lnTo>
                    <a:pt x="626878" y="262308"/>
                  </a:lnTo>
                  <a:lnTo>
                    <a:pt x="611853" y="262308"/>
                  </a:lnTo>
                  <a:close/>
                  <a:moveTo>
                    <a:pt x="286311" y="260167"/>
                  </a:moveTo>
                  <a:lnTo>
                    <a:pt x="292988" y="260167"/>
                  </a:lnTo>
                  <a:lnTo>
                    <a:pt x="292988" y="262308"/>
                  </a:lnTo>
                  <a:lnTo>
                    <a:pt x="286311" y="262308"/>
                  </a:lnTo>
                  <a:close/>
                  <a:moveTo>
                    <a:pt x="256260" y="262308"/>
                  </a:moveTo>
                  <a:lnTo>
                    <a:pt x="260434" y="262308"/>
                  </a:lnTo>
                  <a:lnTo>
                    <a:pt x="260434" y="263379"/>
                  </a:lnTo>
                  <a:lnTo>
                    <a:pt x="256260" y="263379"/>
                  </a:lnTo>
                  <a:close/>
                  <a:moveTo>
                    <a:pt x="496661" y="262308"/>
                  </a:moveTo>
                  <a:lnTo>
                    <a:pt x="510851" y="262308"/>
                  </a:lnTo>
                  <a:lnTo>
                    <a:pt x="510851" y="263379"/>
                  </a:lnTo>
                  <a:lnTo>
                    <a:pt x="496661" y="263379"/>
                  </a:lnTo>
                  <a:close/>
                  <a:moveTo>
                    <a:pt x="285476" y="262308"/>
                  </a:moveTo>
                  <a:lnTo>
                    <a:pt x="292988" y="262308"/>
                  </a:lnTo>
                  <a:lnTo>
                    <a:pt x="292988" y="263379"/>
                  </a:lnTo>
                  <a:lnTo>
                    <a:pt x="285476" y="263379"/>
                  </a:lnTo>
                  <a:close/>
                  <a:moveTo>
                    <a:pt x="409015" y="255884"/>
                  </a:moveTo>
                  <a:lnTo>
                    <a:pt x="413189" y="255884"/>
                  </a:lnTo>
                  <a:lnTo>
                    <a:pt x="413189" y="263379"/>
                  </a:lnTo>
                  <a:lnTo>
                    <a:pt x="409015" y="263379"/>
                  </a:lnTo>
                  <a:close/>
                  <a:moveTo>
                    <a:pt x="428214" y="250530"/>
                  </a:moveTo>
                  <a:lnTo>
                    <a:pt x="449917" y="250530"/>
                  </a:lnTo>
                  <a:lnTo>
                    <a:pt x="449917" y="263379"/>
                  </a:lnTo>
                  <a:lnTo>
                    <a:pt x="428214" y="263379"/>
                  </a:lnTo>
                  <a:close/>
                  <a:moveTo>
                    <a:pt x="898164" y="262308"/>
                  </a:moveTo>
                  <a:lnTo>
                    <a:pt x="1000000" y="262308"/>
                  </a:lnTo>
                  <a:lnTo>
                    <a:pt x="1000000" y="263379"/>
                  </a:lnTo>
                  <a:lnTo>
                    <a:pt x="898164" y="263379"/>
                  </a:lnTo>
                  <a:close/>
                  <a:moveTo>
                    <a:pt x="199499" y="258025"/>
                  </a:moveTo>
                  <a:lnTo>
                    <a:pt x="219533" y="258025"/>
                  </a:lnTo>
                  <a:lnTo>
                    <a:pt x="219533" y="263379"/>
                  </a:lnTo>
                  <a:lnTo>
                    <a:pt x="199499" y="263379"/>
                  </a:lnTo>
                  <a:close/>
                  <a:moveTo>
                    <a:pt x="551753" y="262308"/>
                  </a:moveTo>
                  <a:lnTo>
                    <a:pt x="560100" y="262308"/>
                  </a:lnTo>
                  <a:lnTo>
                    <a:pt x="560100" y="263379"/>
                  </a:lnTo>
                  <a:lnTo>
                    <a:pt x="551753" y="263379"/>
                  </a:lnTo>
                  <a:close/>
                  <a:moveTo>
                    <a:pt x="728715" y="262308"/>
                  </a:moveTo>
                  <a:lnTo>
                    <a:pt x="864775" y="262308"/>
                  </a:lnTo>
                  <a:lnTo>
                    <a:pt x="864775" y="263379"/>
                  </a:lnTo>
                  <a:lnTo>
                    <a:pt x="728715" y="263379"/>
                  </a:lnTo>
                  <a:close/>
                  <a:moveTo>
                    <a:pt x="354758" y="260167"/>
                  </a:moveTo>
                  <a:lnTo>
                    <a:pt x="390651" y="260167"/>
                  </a:lnTo>
                  <a:lnTo>
                    <a:pt x="390651" y="264449"/>
                  </a:lnTo>
                  <a:lnTo>
                    <a:pt x="354758" y="264449"/>
                  </a:lnTo>
                  <a:close/>
                  <a:moveTo>
                    <a:pt x="551753" y="263379"/>
                  </a:moveTo>
                  <a:lnTo>
                    <a:pt x="559265" y="263379"/>
                  </a:lnTo>
                  <a:lnTo>
                    <a:pt x="559265" y="264449"/>
                  </a:lnTo>
                  <a:lnTo>
                    <a:pt x="551753" y="264449"/>
                  </a:lnTo>
                  <a:close/>
                  <a:moveTo>
                    <a:pt x="684474" y="262308"/>
                  </a:moveTo>
                  <a:lnTo>
                    <a:pt x="707846" y="262308"/>
                  </a:lnTo>
                  <a:lnTo>
                    <a:pt x="707846" y="264449"/>
                  </a:lnTo>
                  <a:lnTo>
                    <a:pt x="684474" y="264449"/>
                  </a:lnTo>
                  <a:close/>
                  <a:moveTo>
                    <a:pt x="897329" y="263379"/>
                  </a:moveTo>
                  <a:lnTo>
                    <a:pt x="1000000" y="263379"/>
                  </a:lnTo>
                  <a:lnTo>
                    <a:pt x="1000000" y="264449"/>
                  </a:lnTo>
                  <a:lnTo>
                    <a:pt x="897329" y="264449"/>
                  </a:lnTo>
                  <a:close/>
                  <a:moveTo>
                    <a:pt x="728715" y="263379"/>
                  </a:moveTo>
                  <a:lnTo>
                    <a:pt x="863940" y="263379"/>
                  </a:lnTo>
                  <a:lnTo>
                    <a:pt x="863940" y="264449"/>
                  </a:lnTo>
                  <a:lnTo>
                    <a:pt x="728715" y="264449"/>
                  </a:lnTo>
                  <a:close/>
                  <a:moveTo>
                    <a:pt x="497496" y="263379"/>
                  </a:moveTo>
                  <a:lnTo>
                    <a:pt x="510851" y="263379"/>
                  </a:lnTo>
                  <a:lnTo>
                    <a:pt x="510851" y="264449"/>
                  </a:lnTo>
                  <a:lnTo>
                    <a:pt x="497496" y="264449"/>
                  </a:lnTo>
                  <a:close/>
                  <a:moveTo>
                    <a:pt x="612688" y="262308"/>
                  </a:moveTo>
                  <a:lnTo>
                    <a:pt x="626043" y="262308"/>
                  </a:lnTo>
                  <a:lnTo>
                    <a:pt x="626043" y="264449"/>
                  </a:lnTo>
                  <a:lnTo>
                    <a:pt x="612688" y="264449"/>
                  </a:lnTo>
                  <a:close/>
                  <a:moveTo>
                    <a:pt x="661937" y="259096"/>
                  </a:moveTo>
                  <a:lnTo>
                    <a:pt x="666110" y="259096"/>
                  </a:lnTo>
                  <a:lnTo>
                    <a:pt x="666110" y="264449"/>
                  </a:lnTo>
                  <a:lnTo>
                    <a:pt x="661937" y="264449"/>
                  </a:lnTo>
                  <a:close/>
                  <a:moveTo>
                    <a:pt x="684474" y="264449"/>
                  </a:moveTo>
                  <a:lnTo>
                    <a:pt x="707012" y="264449"/>
                  </a:lnTo>
                  <a:lnTo>
                    <a:pt x="707012" y="265520"/>
                  </a:lnTo>
                  <a:lnTo>
                    <a:pt x="684474" y="265520"/>
                  </a:lnTo>
                  <a:close/>
                  <a:moveTo>
                    <a:pt x="661102" y="264449"/>
                  </a:moveTo>
                  <a:lnTo>
                    <a:pt x="666110" y="264449"/>
                  </a:lnTo>
                  <a:lnTo>
                    <a:pt x="666110" y="265520"/>
                  </a:lnTo>
                  <a:lnTo>
                    <a:pt x="661102" y="265520"/>
                  </a:lnTo>
                  <a:close/>
                  <a:moveTo>
                    <a:pt x="552588" y="264449"/>
                  </a:moveTo>
                  <a:lnTo>
                    <a:pt x="559265" y="264449"/>
                  </a:lnTo>
                  <a:lnTo>
                    <a:pt x="559265" y="265520"/>
                  </a:lnTo>
                  <a:lnTo>
                    <a:pt x="552588" y="265520"/>
                  </a:lnTo>
                  <a:close/>
                  <a:moveTo>
                    <a:pt x="784641" y="264449"/>
                  </a:moveTo>
                  <a:lnTo>
                    <a:pt x="863105" y="264449"/>
                  </a:lnTo>
                  <a:lnTo>
                    <a:pt x="863105" y="265520"/>
                  </a:lnTo>
                  <a:lnTo>
                    <a:pt x="784641" y="265520"/>
                  </a:lnTo>
                  <a:close/>
                  <a:moveTo>
                    <a:pt x="254591" y="263379"/>
                  </a:moveTo>
                  <a:lnTo>
                    <a:pt x="260434" y="263379"/>
                  </a:lnTo>
                  <a:lnTo>
                    <a:pt x="260434" y="265520"/>
                  </a:lnTo>
                  <a:lnTo>
                    <a:pt x="254591" y="265520"/>
                  </a:lnTo>
                  <a:close/>
                  <a:moveTo>
                    <a:pt x="785476" y="265520"/>
                  </a:moveTo>
                  <a:lnTo>
                    <a:pt x="862270" y="265520"/>
                  </a:lnTo>
                  <a:lnTo>
                    <a:pt x="862270" y="266591"/>
                  </a:lnTo>
                  <a:lnTo>
                    <a:pt x="785476" y="266591"/>
                  </a:lnTo>
                  <a:close/>
                  <a:moveTo>
                    <a:pt x="552588" y="265520"/>
                  </a:moveTo>
                  <a:lnTo>
                    <a:pt x="558431" y="265520"/>
                  </a:lnTo>
                  <a:lnTo>
                    <a:pt x="558431" y="266591"/>
                  </a:lnTo>
                  <a:lnTo>
                    <a:pt x="552588" y="266591"/>
                  </a:lnTo>
                  <a:close/>
                  <a:moveTo>
                    <a:pt x="727880" y="264449"/>
                  </a:moveTo>
                  <a:lnTo>
                    <a:pt x="782972" y="264449"/>
                  </a:lnTo>
                  <a:lnTo>
                    <a:pt x="782972" y="266591"/>
                  </a:lnTo>
                  <a:lnTo>
                    <a:pt x="727880" y="266591"/>
                  </a:lnTo>
                  <a:close/>
                  <a:moveTo>
                    <a:pt x="253756" y="265520"/>
                  </a:moveTo>
                  <a:lnTo>
                    <a:pt x="259599" y="265520"/>
                  </a:lnTo>
                  <a:lnTo>
                    <a:pt x="259599" y="266591"/>
                  </a:lnTo>
                  <a:lnTo>
                    <a:pt x="253756" y="266591"/>
                  </a:lnTo>
                  <a:close/>
                  <a:moveTo>
                    <a:pt x="660267" y="265520"/>
                  </a:moveTo>
                  <a:lnTo>
                    <a:pt x="666110" y="265520"/>
                  </a:lnTo>
                  <a:lnTo>
                    <a:pt x="666110" y="266591"/>
                  </a:lnTo>
                  <a:lnTo>
                    <a:pt x="660267" y="266591"/>
                  </a:lnTo>
                  <a:close/>
                  <a:moveTo>
                    <a:pt x="199499" y="263379"/>
                  </a:moveTo>
                  <a:lnTo>
                    <a:pt x="218698" y="263379"/>
                  </a:lnTo>
                  <a:lnTo>
                    <a:pt x="218698" y="266591"/>
                  </a:lnTo>
                  <a:lnTo>
                    <a:pt x="199499" y="266591"/>
                  </a:lnTo>
                  <a:close/>
                  <a:moveTo>
                    <a:pt x="284641" y="263379"/>
                  </a:moveTo>
                  <a:lnTo>
                    <a:pt x="292988" y="263379"/>
                  </a:lnTo>
                  <a:lnTo>
                    <a:pt x="292988" y="266591"/>
                  </a:lnTo>
                  <a:lnTo>
                    <a:pt x="284641" y="266591"/>
                  </a:lnTo>
                  <a:close/>
                  <a:moveTo>
                    <a:pt x="498331" y="264449"/>
                  </a:moveTo>
                  <a:lnTo>
                    <a:pt x="510851" y="264449"/>
                  </a:lnTo>
                  <a:lnTo>
                    <a:pt x="510851" y="266591"/>
                  </a:lnTo>
                  <a:lnTo>
                    <a:pt x="498331" y="266591"/>
                  </a:lnTo>
                  <a:close/>
                  <a:moveTo>
                    <a:pt x="409015" y="263379"/>
                  </a:moveTo>
                  <a:lnTo>
                    <a:pt x="414023" y="263379"/>
                  </a:lnTo>
                  <a:lnTo>
                    <a:pt x="414023" y="267661"/>
                  </a:lnTo>
                  <a:lnTo>
                    <a:pt x="409015" y="267661"/>
                  </a:lnTo>
                  <a:close/>
                  <a:moveTo>
                    <a:pt x="659432" y="266591"/>
                  </a:moveTo>
                  <a:lnTo>
                    <a:pt x="666110" y="266591"/>
                  </a:lnTo>
                  <a:lnTo>
                    <a:pt x="666110" y="267661"/>
                  </a:lnTo>
                  <a:lnTo>
                    <a:pt x="659432" y="267661"/>
                  </a:lnTo>
                  <a:close/>
                  <a:moveTo>
                    <a:pt x="284641" y="266591"/>
                  </a:moveTo>
                  <a:lnTo>
                    <a:pt x="292154" y="266591"/>
                  </a:lnTo>
                  <a:lnTo>
                    <a:pt x="292154" y="267661"/>
                  </a:lnTo>
                  <a:lnTo>
                    <a:pt x="284641" y="267661"/>
                  </a:lnTo>
                  <a:close/>
                  <a:moveTo>
                    <a:pt x="252922" y="266591"/>
                  </a:moveTo>
                  <a:lnTo>
                    <a:pt x="259599" y="266591"/>
                  </a:lnTo>
                  <a:lnTo>
                    <a:pt x="259599" y="267661"/>
                  </a:lnTo>
                  <a:lnTo>
                    <a:pt x="252922" y="267661"/>
                  </a:lnTo>
                  <a:close/>
                  <a:moveTo>
                    <a:pt x="786311" y="266591"/>
                  </a:moveTo>
                  <a:lnTo>
                    <a:pt x="862270" y="266591"/>
                  </a:lnTo>
                  <a:lnTo>
                    <a:pt x="862270" y="267661"/>
                  </a:lnTo>
                  <a:lnTo>
                    <a:pt x="786311" y="267661"/>
                  </a:lnTo>
                  <a:close/>
                  <a:moveTo>
                    <a:pt x="499165" y="266591"/>
                  </a:moveTo>
                  <a:lnTo>
                    <a:pt x="510851" y="266591"/>
                  </a:lnTo>
                  <a:lnTo>
                    <a:pt x="510851" y="267661"/>
                  </a:lnTo>
                  <a:lnTo>
                    <a:pt x="499165" y="267661"/>
                  </a:lnTo>
                  <a:close/>
                  <a:moveTo>
                    <a:pt x="727880" y="266591"/>
                  </a:moveTo>
                  <a:lnTo>
                    <a:pt x="782137" y="266591"/>
                  </a:lnTo>
                  <a:lnTo>
                    <a:pt x="782137" y="267661"/>
                  </a:lnTo>
                  <a:lnTo>
                    <a:pt x="727880" y="267661"/>
                  </a:lnTo>
                  <a:close/>
                  <a:moveTo>
                    <a:pt x="552588" y="266591"/>
                  </a:moveTo>
                  <a:lnTo>
                    <a:pt x="557596" y="266591"/>
                  </a:lnTo>
                  <a:lnTo>
                    <a:pt x="557596" y="267661"/>
                  </a:lnTo>
                  <a:lnTo>
                    <a:pt x="552588" y="267661"/>
                  </a:lnTo>
                  <a:close/>
                  <a:moveTo>
                    <a:pt x="896494" y="264449"/>
                  </a:moveTo>
                  <a:lnTo>
                    <a:pt x="1000000" y="264449"/>
                  </a:lnTo>
                  <a:lnTo>
                    <a:pt x="1000000" y="267661"/>
                  </a:lnTo>
                  <a:lnTo>
                    <a:pt x="896494" y="267661"/>
                  </a:lnTo>
                  <a:close/>
                  <a:moveTo>
                    <a:pt x="789649" y="267661"/>
                  </a:moveTo>
                  <a:lnTo>
                    <a:pt x="861436" y="267661"/>
                  </a:lnTo>
                  <a:lnTo>
                    <a:pt x="861436" y="268732"/>
                  </a:lnTo>
                  <a:lnTo>
                    <a:pt x="789649" y="268732"/>
                  </a:lnTo>
                  <a:close/>
                  <a:moveTo>
                    <a:pt x="683639" y="265520"/>
                  </a:moveTo>
                  <a:lnTo>
                    <a:pt x="707012" y="265520"/>
                  </a:lnTo>
                  <a:lnTo>
                    <a:pt x="707012" y="268732"/>
                  </a:lnTo>
                  <a:lnTo>
                    <a:pt x="683639" y="268732"/>
                  </a:lnTo>
                  <a:close/>
                  <a:moveTo>
                    <a:pt x="409015" y="267661"/>
                  </a:moveTo>
                  <a:lnTo>
                    <a:pt x="414858" y="267661"/>
                  </a:lnTo>
                  <a:lnTo>
                    <a:pt x="414858" y="268732"/>
                  </a:lnTo>
                  <a:lnTo>
                    <a:pt x="409015" y="268732"/>
                  </a:lnTo>
                  <a:close/>
                  <a:moveTo>
                    <a:pt x="252087" y="267661"/>
                  </a:moveTo>
                  <a:lnTo>
                    <a:pt x="258765" y="267661"/>
                  </a:lnTo>
                  <a:lnTo>
                    <a:pt x="258765" y="268732"/>
                  </a:lnTo>
                  <a:lnTo>
                    <a:pt x="252087" y="268732"/>
                  </a:lnTo>
                  <a:close/>
                  <a:moveTo>
                    <a:pt x="354758" y="264449"/>
                  </a:moveTo>
                  <a:lnTo>
                    <a:pt x="391486" y="264449"/>
                  </a:lnTo>
                  <a:lnTo>
                    <a:pt x="391486" y="268732"/>
                  </a:lnTo>
                  <a:lnTo>
                    <a:pt x="354758" y="268732"/>
                  </a:lnTo>
                  <a:close/>
                  <a:moveTo>
                    <a:pt x="283806" y="267661"/>
                  </a:moveTo>
                  <a:lnTo>
                    <a:pt x="292154" y="267661"/>
                  </a:lnTo>
                  <a:lnTo>
                    <a:pt x="292154" y="269803"/>
                  </a:lnTo>
                  <a:lnTo>
                    <a:pt x="283806" y="269803"/>
                  </a:lnTo>
                  <a:close/>
                  <a:moveTo>
                    <a:pt x="375626" y="268732"/>
                  </a:moveTo>
                  <a:lnTo>
                    <a:pt x="391486" y="268732"/>
                  </a:lnTo>
                  <a:lnTo>
                    <a:pt x="391486" y="269803"/>
                  </a:lnTo>
                  <a:lnTo>
                    <a:pt x="375626" y="269803"/>
                  </a:lnTo>
                  <a:close/>
                  <a:moveTo>
                    <a:pt x="790484" y="268732"/>
                  </a:moveTo>
                  <a:lnTo>
                    <a:pt x="860601" y="268732"/>
                  </a:lnTo>
                  <a:lnTo>
                    <a:pt x="860601" y="269803"/>
                  </a:lnTo>
                  <a:lnTo>
                    <a:pt x="790484" y="269803"/>
                  </a:lnTo>
                  <a:close/>
                  <a:moveTo>
                    <a:pt x="895659" y="267661"/>
                  </a:moveTo>
                  <a:lnTo>
                    <a:pt x="1000000" y="267661"/>
                  </a:lnTo>
                  <a:lnTo>
                    <a:pt x="1000000" y="269803"/>
                  </a:lnTo>
                  <a:lnTo>
                    <a:pt x="895659" y="269803"/>
                  </a:lnTo>
                  <a:close/>
                  <a:moveTo>
                    <a:pt x="372287" y="268732"/>
                  </a:moveTo>
                  <a:lnTo>
                    <a:pt x="374791" y="268732"/>
                  </a:lnTo>
                  <a:lnTo>
                    <a:pt x="374791" y="269803"/>
                  </a:lnTo>
                  <a:lnTo>
                    <a:pt x="372287" y="269803"/>
                  </a:lnTo>
                  <a:close/>
                  <a:moveTo>
                    <a:pt x="354758" y="268732"/>
                  </a:moveTo>
                  <a:lnTo>
                    <a:pt x="371452" y="268732"/>
                  </a:lnTo>
                  <a:lnTo>
                    <a:pt x="371452" y="269803"/>
                  </a:lnTo>
                  <a:lnTo>
                    <a:pt x="354758" y="269803"/>
                  </a:lnTo>
                  <a:close/>
                  <a:moveTo>
                    <a:pt x="251252" y="268732"/>
                  </a:moveTo>
                  <a:lnTo>
                    <a:pt x="258765" y="268732"/>
                  </a:lnTo>
                  <a:lnTo>
                    <a:pt x="258765" y="269803"/>
                  </a:lnTo>
                  <a:lnTo>
                    <a:pt x="251252" y="269803"/>
                  </a:lnTo>
                  <a:close/>
                  <a:moveTo>
                    <a:pt x="659432" y="267661"/>
                  </a:moveTo>
                  <a:lnTo>
                    <a:pt x="665275" y="267661"/>
                  </a:lnTo>
                  <a:lnTo>
                    <a:pt x="665275" y="269803"/>
                  </a:lnTo>
                  <a:lnTo>
                    <a:pt x="659432" y="269803"/>
                  </a:lnTo>
                  <a:close/>
                  <a:moveTo>
                    <a:pt x="682805" y="268732"/>
                  </a:moveTo>
                  <a:lnTo>
                    <a:pt x="707012" y="268732"/>
                  </a:lnTo>
                  <a:lnTo>
                    <a:pt x="707012" y="269803"/>
                  </a:lnTo>
                  <a:lnTo>
                    <a:pt x="682805" y="269803"/>
                  </a:lnTo>
                  <a:close/>
                  <a:moveTo>
                    <a:pt x="727880" y="267661"/>
                  </a:moveTo>
                  <a:lnTo>
                    <a:pt x="780467" y="267661"/>
                  </a:lnTo>
                  <a:lnTo>
                    <a:pt x="780467" y="270873"/>
                  </a:lnTo>
                  <a:lnTo>
                    <a:pt x="727880" y="270873"/>
                  </a:lnTo>
                  <a:close/>
                  <a:moveTo>
                    <a:pt x="894825" y="269803"/>
                  </a:moveTo>
                  <a:lnTo>
                    <a:pt x="1000000" y="269803"/>
                  </a:lnTo>
                  <a:lnTo>
                    <a:pt x="1000000" y="270873"/>
                  </a:lnTo>
                  <a:lnTo>
                    <a:pt x="894825" y="270873"/>
                  </a:lnTo>
                  <a:close/>
                  <a:moveTo>
                    <a:pt x="378965" y="269803"/>
                  </a:moveTo>
                  <a:lnTo>
                    <a:pt x="390651" y="269803"/>
                  </a:lnTo>
                  <a:lnTo>
                    <a:pt x="390651" y="270873"/>
                  </a:lnTo>
                  <a:lnTo>
                    <a:pt x="378965" y="270873"/>
                  </a:lnTo>
                  <a:close/>
                  <a:moveTo>
                    <a:pt x="659432" y="269803"/>
                  </a:moveTo>
                  <a:lnTo>
                    <a:pt x="664441" y="269803"/>
                  </a:lnTo>
                  <a:lnTo>
                    <a:pt x="664441" y="270873"/>
                  </a:lnTo>
                  <a:lnTo>
                    <a:pt x="659432" y="270873"/>
                  </a:lnTo>
                  <a:close/>
                  <a:moveTo>
                    <a:pt x="613523" y="264449"/>
                  </a:moveTo>
                  <a:lnTo>
                    <a:pt x="625209" y="264449"/>
                  </a:lnTo>
                  <a:lnTo>
                    <a:pt x="625209" y="270873"/>
                  </a:lnTo>
                  <a:lnTo>
                    <a:pt x="613523" y="270873"/>
                  </a:lnTo>
                  <a:close/>
                  <a:moveTo>
                    <a:pt x="250417" y="269803"/>
                  </a:moveTo>
                  <a:lnTo>
                    <a:pt x="258765" y="269803"/>
                  </a:lnTo>
                  <a:lnTo>
                    <a:pt x="258765" y="270873"/>
                  </a:lnTo>
                  <a:lnTo>
                    <a:pt x="250417" y="270873"/>
                  </a:lnTo>
                  <a:close/>
                  <a:moveTo>
                    <a:pt x="464107" y="259096"/>
                  </a:moveTo>
                  <a:lnTo>
                    <a:pt x="473289" y="259096"/>
                  </a:lnTo>
                  <a:lnTo>
                    <a:pt x="473289" y="270873"/>
                  </a:lnTo>
                  <a:lnTo>
                    <a:pt x="464107" y="270873"/>
                  </a:lnTo>
                  <a:close/>
                  <a:moveTo>
                    <a:pt x="354758" y="269803"/>
                  </a:moveTo>
                  <a:lnTo>
                    <a:pt x="369783" y="269803"/>
                  </a:lnTo>
                  <a:lnTo>
                    <a:pt x="369783" y="270873"/>
                  </a:lnTo>
                  <a:lnTo>
                    <a:pt x="354758" y="270873"/>
                  </a:lnTo>
                  <a:close/>
                  <a:moveTo>
                    <a:pt x="791319" y="269803"/>
                  </a:moveTo>
                  <a:lnTo>
                    <a:pt x="859766" y="269803"/>
                  </a:lnTo>
                  <a:lnTo>
                    <a:pt x="859766" y="270873"/>
                  </a:lnTo>
                  <a:lnTo>
                    <a:pt x="791319" y="270873"/>
                  </a:lnTo>
                  <a:close/>
                  <a:moveTo>
                    <a:pt x="681970" y="269803"/>
                  </a:moveTo>
                  <a:lnTo>
                    <a:pt x="707012" y="269803"/>
                  </a:lnTo>
                  <a:lnTo>
                    <a:pt x="707012" y="270873"/>
                  </a:lnTo>
                  <a:lnTo>
                    <a:pt x="681970" y="270873"/>
                  </a:lnTo>
                  <a:close/>
                  <a:moveTo>
                    <a:pt x="499165" y="267661"/>
                  </a:moveTo>
                  <a:lnTo>
                    <a:pt x="511686" y="267661"/>
                  </a:lnTo>
                  <a:lnTo>
                    <a:pt x="511686" y="270873"/>
                  </a:lnTo>
                  <a:lnTo>
                    <a:pt x="499165" y="270873"/>
                  </a:lnTo>
                  <a:close/>
                  <a:moveTo>
                    <a:pt x="793823" y="270873"/>
                  </a:moveTo>
                  <a:lnTo>
                    <a:pt x="859766" y="270873"/>
                  </a:lnTo>
                  <a:lnTo>
                    <a:pt x="859766" y="271944"/>
                  </a:lnTo>
                  <a:lnTo>
                    <a:pt x="793823" y="271944"/>
                  </a:lnTo>
                  <a:close/>
                  <a:moveTo>
                    <a:pt x="354758" y="270873"/>
                  </a:moveTo>
                  <a:lnTo>
                    <a:pt x="368114" y="270873"/>
                  </a:lnTo>
                  <a:lnTo>
                    <a:pt x="368114" y="271944"/>
                  </a:lnTo>
                  <a:lnTo>
                    <a:pt x="354758" y="271944"/>
                  </a:lnTo>
                  <a:close/>
                  <a:moveTo>
                    <a:pt x="199499" y="266591"/>
                  </a:moveTo>
                  <a:lnTo>
                    <a:pt x="217863" y="266591"/>
                  </a:lnTo>
                  <a:lnTo>
                    <a:pt x="217863" y="271944"/>
                  </a:lnTo>
                  <a:lnTo>
                    <a:pt x="199499" y="271944"/>
                  </a:lnTo>
                  <a:close/>
                  <a:moveTo>
                    <a:pt x="381469" y="270873"/>
                  </a:moveTo>
                  <a:lnTo>
                    <a:pt x="390651" y="270873"/>
                  </a:lnTo>
                  <a:lnTo>
                    <a:pt x="390651" y="271944"/>
                  </a:lnTo>
                  <a:lnTo>
                    <a:pt x="381469" y="271944"/>
                  </a:lnTo>
                  <a:close/>
                  <a:moveTo>
                    <a:pt x="681135" y="270873"/>
                  </a:moveTo>
                  <a:lnTo>
                    <a:pt x="707012" y="270873"/>
                  </a:lnTo>
                  <a:lnTo>
                    <a:pt x="707012" y="271944"/>
                  </a:lnTo>
                  <a:lnTo>
                    <a:pt x="681135" y="271944"/>
                  </a:lnTo>
                  <a:close/>
                  <a:moveTo>
                    <a:pt x="249583" y="270873"/>
                  </a:moveTo>
                  <a:lnTo>
                    <a:pt x="258765" y="270873"/>
                  </a:lnTo>
                  <a:lnTo>
                    <a:pt x="258765" y="271944"/>
                  </a:lnTo>
                  <a:lnTo>
                    <a:pt x="249583" y="271944"/>
                  </a:lnTo>
                  <a:close/>
                  <a:moveTo>
                    <a:pt x="614357" y="270873"/>
                  </a:moveTo>
                  <a:lnTo>
                    <a:pt x="625209" y="270873"/>
                  </a:lnTo>
                  <a:lnTo>
                    <a:pt x="625209" y="271944"/>
                  </a:lnTo>
                  <a:lnTo>
                    <a:pt x="614357" y="271944"/>
                  </a:lnTo>
                  <a:close/>
                  <a:moveTo>
                    <a:pt x="727880" y="270873"/>
                  </a:moveTo>
                  <a:lnTo>
                    <a:pt x="779633" y="270873"/>
                  </a:lnTo>
                  <a:lnTo>
                    <a:pt x="779633" y="271944"/>
                  </a:lnTo>
                  <a:lnTo>
                    <a:pt x="727880" y="271944"/>
                  </a:lnTo>
                  <a:close/>
                  <a:moveTo>
                    <a:pt x="248748" y="271944"/>
                  </a:moveTo>
                  <a:lnTo>
                    <a:pt x="257930" y="271944"/>
                  </a:lnTo>
                  <a:lnTo>
                    <a:pt x="257930" y="273015"/>
                  </a:lnTo>
                  <a:lnTo>
                    <a:pt x="248748" y="273015"/>
                  </a:lnTo>
                  <a:close/>
                  <a:moveTo>
                    <a:pt x="553422" y="267661"/>
                  </a:moveTo>
                  <a:lnTo>
                    <a:pt x="557596" y="267661"/>
                  </a:lnTo>
                  <a:lnTo>
                    <a:pt x="557596" y="273015"/>
                  </a:lnTo>
                  <a:lnTo>
                    <a:pt x="553422" y="273015"/>
                  </a:lnTo>
                  <a:close/>
                  <a:moveTo>
                    <a:pt x="614357" y="271944"/>
                  </a:moveTo>
                  <a:lnTo>
                    <a:pt x="624374" y="271944"/>
                  </a:lnTo>
                  <a:lnTo>
                    <a:pt x="624374" y="273015"/>
                  </a:lnTo>
                  <a:lnTo>
                    <a:pt x="614357" y="273015"/>
                  </a:lnTo>
                  <a:close/>
                  <a:moveTo>
                    <a:pt x="499165" y="270873"/>
                  </a:moveTo>
                  <a:lnTo>
                    <a:pt x="512521" y="270873"/>
                  </a:lnTo>
                  <a:lnTo>
                    <a:pt x="512521" y="273015"/>
                  </a:lnTo>
                  <a:lnTo>
                    <a:pt x="499165" y="273015"/>
                  </a:lnTo>
                  <a:close/>
                  <a:moveTo>
                    <a:pt x="727045" y="271944"/>
                  </a:moveTo>
                  <a:lnTo>
                    <a:pt x="778798" y="271944"/>
                  </a:lnTo>
                  <a:lnTo>
                    <a:pt x="778798" y="273015"/>
                  </a:lnTo>
                  <a:lnTo>
                    <a:pt x="727045" y="273015"/>
                  </a:lnTo>
                  <a:close/>
                  <a:moveTo>
                    <a:pt x="383139" y="271944"/>
                  </a:moveTo>
                  <a:lnTo>
                    <a:pt x="390651" y="271944"/>
                  </a:lnTo>
                  <a:lnTo>
                    <a:pt x="390651" y="273015"/>
                  </a:lnTo>
                  <a:lnTo>
                    <a:pt x="383139" y="273015"/>
                  </a:lnTo>
                  <a:close/>
                  <a:moveTo>
                    <a:pt x="893990" y="270873"/>
                  </a:moveTo>
                  <a:lnTo>
                    <a:pt x="1000000" y="270873"/>
                  </a:lnTo>
                  <a:lnTo>
                    <a:pt x="1000000" y="273015"/>
                  </a:lnTo>
                  <a:lnTo>
                    <a:pt x="893990" y="273015"/>
                  </a:lnTo>
                  <a:close/>
                  <a:moveTo>
                    <a:pt x="283806" y="269803"/>
                  </a:moveTo>
                  <a:lnTo>
                    <a:pt x="291319" y="269803"/>
                  </a:lnTo>
                  <a:lnTo>
                    <a:pt x="291319" y="273015"/>
                  </a:lnTo>
                  <a:lnTo>
                    <a:pt x="283806" y="273015"/>
                  </a:lnTo>
                  <a:close/>
                  <a:moveTo>
                    <a:pt x="615192" y="273015"/>
                  </a:moveTo>
                  <a:lnTo>
                    <a:pt x="623539" y="273015"/>
                  </a:lnTo>
                  <a:lnTo>
                    <a:pt x="623539" y="274085"/>
                  </a:lnTo>
                  <a:lnTo>
                    <a:pt x="615192" y="274085"/>
                  </a:lnTo>
                  <a:close/>
                  <a:moveTo>
                    <a:pt x="796327" y="271944"/>
                  </a:moveTo>
                  <a:lnTo>
                    <a:pt x="858932" y="271944"/>
                  </a:lnTo>
                  <a:lnTo>
                    <a:pt x="858932" y="274085"/>
                  </a:lnTo>
                  <a:lnTo>
                    <a:pt x="796327" y="274085"/>
                  </a:lnTo>
                  <a:close/>
                  <a:moveTo>
                    <a:pt x="409015" y="268732"/>
                  </a:moveTo>
                  <a:lnTo>
                    <a:pt x="414023" y="268732"/>
                  </a:lnTo>
                  <a:lnTo>
                    <a:pt x="414023" y="274085"/>
                  </a:lnTo>
                  <a:lnTo>
                    <a:pt x="409015" y="274085"/>
                  </a:lnTo>
                  <a:close/>
                  <a:moveTo>
                    <a:pt x="247913" y="273015"/>
                  </a:moveTo>
                  <a:lnTo>
                    <a:pt x="257930" y="273015"/>
                  </a:lnTo>
                  <a:lnTo>
                    <a:pt x="257930" y="274085"/>
                  </a:lnTo>
                  <a:lnTo>
                    <a:pt x="247913" y="274085"/>
                  </a:lnTo>
                  <a:close/>
                  <a:moveTo>
                    <a:pt x="681135" y="271944"/>
                  </a:moveTo>
                  <a:lnTo>
                    <a:pt x="706177" y="271944"/>
                  </a:lnTo>
                  <a:lnTo>
                    <a:pt x="706177" y="274085"/>
                  </a:lnTo>
                  <a:lnTo>
                    <a:pt x="681135" y="274085"/>
                  </a:lnTo>
                  <a:close/>
                  <a:moveTo>
                    <a:pt x="354758" y="271944"/>
                  </a:moveTo>
                  <a:lnTo>
                    <a:pt x="366444" y="271944"/>
                  </a:lnTo>
                  <a:lnTo>
                    <a:pt x="366444" y="274085"/>
                  </a:lnTo>
                  <a:lnTo>
                    <a:pt x="354758" y="274085"/>
                  </a:lnTo>
                  <a:close/>
                  <a:moveTo>
                    <a:pt x="282972" y="273015"/>
                  </a:moveTo>
                  <a:lnTo>
                    <a:pt x="291319" y="273015"/>
                  </a:lnTo>
                  <a:lnTo>
                    <a:pt x="291319" y="274085"/>
                  </a:lnTo>
                  <a:lnTo>
                    <a:pt x="282972" y="274085"/>
                  </a:lnTo>
                  <a:close/>
                  <a:moveTo>
                    <a:pt x="383973" y="273015"/>
                  </a:moveTo>
                  <a:lnTo>
                    <a:pt x="390651" y="273015"/>
                  </a:lnTo>
                  <a:lnTo>
                    <a:pt x="390651" y="274085"/>
                  </a:lnTo>
                  <a:lnTo>
                    <a:pt x="383973" y="274085"/>
                  </a:lnTo>
                  <a:close/>
                  <a:moveTo>
                    <a:pt x="247078" y="274085"/>
                  </a:moveTo>
                  <a:lnTo>
                    <a:pt x="257930" y="274085"/>
                  </a:lnTo>
                  <a:lnTo>
                    <a:pt x="257930" y="275156"/>
                  </a:lnTo>
                  <a:lnTo>
                    <a:pt x="247078" y="275156"/>
                  </a:lnTo>
                  <a:close/>
                  <a:moveTo>
                    <a:pt x="797997" y="274085"/>
                  </a:moveTo>
                  <a:lnTo>
                    <a:pt x="858097" y="274085"/>
                  </a:lnTo>
                  <a:lnTo>
                    <a:pt x="858097" y="275156"/>
                  </a:lnTo>
                  <a:lnTo>
                    <a:pt x="797997" y="275156"/>
                  </a:lnTo>
                  <a:close/>
                  <a:moveTo>
                    <a:pt x="659432" y="270873"/>
                  </a:moveTo>
                  <a:lnTo>
                    <a:pt x="663606" y="270873"/>
                  </a:lnTo>
                  <a:lnTo>
                    <a:pt x="663606" y="275156"/>
                  </a:lnTo>
                  <a:lnTo>
                    <a:pt x="659432" y="275156"/>
                  </a:lnTo>
                  <a:close/>
                  <a:moveTo>
                    <a:pt x="354758" y="274085"/>
                  </a:moveTo>
                  <a:lnTo>
                    <a:pt x="365609" y="274085"/>
                  </a:lnTo>
                  <a:lnTo>
                    <a:pt x="365609" y="275156"/>
                  </a:lnTo>
                  <a:lnTo>
                    <a:pt x="354758" y="275156"/>
                  </a:lnTo>
                  <a:close/>
                  <a:moveTo>
                    <a:pt x="616027" y="274085"/>
                  </a:moveTo>
                  <a:lnTo>
                    <a:pt x="623539" y="274085"/>
                  </a:lnTo>
                  <a:lnTo>
                    <a:pt x="623539" y="275156"/>
                  </a:lnTo>
                  <a:lnTo>
                    <a:pt x="616027" y="275156"/>
                  </a:lnTo>
                  <a:close/>
                  <a:moveTo>
                    <a:pt x="409015" y="274085"/>
                  </a:moveTo>
                  <a:lnTo>
                    <a:pt x="414858" y="274085"/>
                  </a:lnTo>
                  <a:lnTo>
                    <a:pt x="414858" y="275156"/>
                  </a:lnTo>
                  <a:lnTo>
                    <a:pt x="409015" y="275156"/>
                  </a:lnTo>
                  <a:close/>
                  <a:moveTo>
                    <a:pt x="499165" y="273015"/>
                  </a:moveTo>
                  <a:lnTo>
                    <a:pt x="513356" y="273015"/>
                  </a:lnTo>
                  <a:lnTo>
                    <a:pt x="513356" y="275156"/>
                  </a:lnTo>
                  <a:lnTo>
                    <a:pt x="499165" y="275156"/>
                  </a:lnTo>
                  <a:close/>
                  <a:moveTo>
                    <a:pt x="680301" y="274085"/>
                  </a:moveTo>
                  <a:lnTo>
                    <a:pt x="705342" y="274085"/>
                  </a:lnTo>
                  <a:lnTo>
                    <a:pt x="705342" y="275156"/>
                  </a:lnTo>
                  <a:lnTo>
                    <a:pt x="680301" y="275156"/>
                  </a:lnTo>
                  <a:close/>
                  <a:moveTo>
                    <a:pt x="384808" y="274085"/>
                  </a:moveTo>
                  <a:lnTo>
                    <a:pt x="390651" y="274085"/>
                  </a:lnTo>
                  <a:lnTo>
                    <a:pt x="390651" y="275156"/>
                  </a:lnTo>
                  <a:lnTo>
                    <a:pt x="384808" y="275156"/>
                  </a:lnTo>
                  <a:close/>
                  <a:moveTo>
                    <a:pt x="893155" y="273015"/>
                  </a:moveTo>
                  <a:lnTo>
                    <a:pt x="1000000" y="273015"/>
                  </a:lnTo>
                  <a:lnTo>
                    <a:pt x="1000000" y="275156"/>
                  </a:lnTo>
                  <a:lnTo>
                    <a:pt x="893155" y="275156"/>
                  </a:lnTo>
                  <a:close/>
                  <a:moveTo>
                    <a:pt x="554257" y="273015"/>
                  </a:moveTo>
                  <a:lnTo>
                    <a:pt x="556761" y="273015"/>
                  </a:lnTo>
                  <a:lnTo>
                    <a:pt x="556761" y="275156"/>
                  </a:lnTo>
                  <a:lnTo>
                    <a:pt x="554257" y="275156"/>
                  </a:lnTo>
                  <a:close/>
                  <a:moveTo>
                    <a:pt x="388147" y="275156"/>
                  </a:moveTo>
                  <a:lnTo>
                    <a:pt x="390651" y="275156"/>
                  </a:lnTo>
                  <a:lnTo>
                    <a:pt x="390651" y="276227"/>
                  </a:lnTo>
                  <a:lnTo>
                    <a:pt x="388147" y="276227"/>
                  </a:lnTo>
                  <a:close/>
                  <a:moveTo>
                    <a:pt x="409015" y="275156"/>
                  </a:moveTo>
                  <a:lnTo>
                    <a:pt x="414023" y="275156"/>
                  </a:lnTo>
                  <a:lnTo>
                    <a:pt x="414023" y="276227"/>
                  </a:lnTo>
                  <a:lnTo>
                    <a:pt x="409015" y="276227"/>
                  </a:lnTo>
                  <a:close/>
                  <a:moveTo>
                    <a:pt x="679466" y="275156"/>
                  </a:moveTo>
                  <a:lnTo>
                    <a:pt x="705342" y="275156"/>
                  </a:lnTo>
                  <a:lnTo>
                    <a:pt x="705342" y="276227"/>
                  </a:lnTo>
                  <a:lnTo>
                    <a:pt x="679466" y="276227"/>
                  </a:lnTo>
                  <a:close/>
                  <a:moveTo>
                    <a:pt x="727045" y="273015"/>
                  </a:moveTo>
                  <a:lnTo>
                    <a:pt x="777963" y="273015"/>
                  </a:lnTo>
                  <a:lnTo>
                    <a:pt x="777963" y="276227"/>
                  </a:lnTo>
                  <a:lnTo>
                    <a:pt x="727045" y="276227"/>
                  </a:lnTo>
                  <a:close/>
                  <a:moveTo>
                    <a:pt x="658598" y="275156"/>
                  </a:moveTo>
                  <a:lnTo>
                    <a:pt x="663606" y="275156"/>
                  </a:lnTo>
                  <a:lnTo>
                    <a:pt x="663606" y="276227"/>
                  </a:lnTo>
                  <a:lnTo>
                    <a:pt x="658598" y="276227"/>
                  </a:lnTo>
                  <a:close/>
                  <a:moveTo>
                    <a:pt x="354758" y="275156"/>
                  </a:moveTo>
                  <a:lnTo>
                    <a:pt x="364775" y="275156"/>
                  </a:lnTo>
                  <a:lnTo>
                    <a:pt x="364775" y="276227"/>
                  </a:lnTo>
                  <a:lnTo>
                    <a:pt x="354758" y="276227"/>
                  </a:lnTo>
                  <a:close/>
                  <a:moveTo>
                    <a:pt x="892321" y="275156"/>
                  </a:moveTo>
                  <a:lnTo>
                    <a:pt x="1000000" y="275156"/>
                  </a:lnTo>
                  <a:lnTo>
                    <a:pt x="1000000" y="276227"/>
                  </a:lnTo>
                  <a:lnTo>
                    <a:pt x="892321" y="276227"/>
                  </a:lnTo>
                  <a:close/>
                  <a:moveTo>
                    <a:pt x="801336" y="275156"/>
                  </a:moveTo>
                  <a:lnTo>
                    <a:pt x="857262" y="275156"/>
                  </a:lnTo>
                  <a:lnTo>
                    <a:pt x="857262" y="276227"/>
                  </a:lnTo>
                  <a:lnTo>
                    <a:pt x="801336" y="276227"/>
                  </a:lnTo>
                  <a:close/>
                  <a:moveTo>
                    <a:pt x="246244" y="275156"/>
                  </a:moveTo>
                  <a:lnTo>
                    <a:pt x="257930" y="275156"/>
                  </a:lnTo>
                  <a:lnTo>
                    <a:pt x="257930" y="277297"/>
                  </a:lnTo>
                  <a:lnTo>
                    <a:pt x="246244" y="277297"/>
                  </a:lnTo>
                  <a:close/>
                  <a:moveTo>
                    <a:pt x="679466" y="276227"/>
                  </a:moveTo>
                  <a:lnTo>
                    <a:pt x="704508" y="276227"/>
                  </a:lnTo>
                  <a:lnTo>
                    <a:pt x="704508" y="277297"/>
                  </a:lnTo>
                  <a:lnTo>
                    <a:pt x="679466" y="277297"/>
                  </a:lnTo>
                  <a:close/>
                  <a:moveTo>
                    <a:pt x="726210" y="276227"/>
                  </a:moveTo>
                  <a:lnTo>
                    <a:pt x="777963" y="276227"/>
                  </a:lnTo>
                  <a:lnTo>
                    <a:pt x="777963" y="277297"/>
                  </a:lnTo>
                  <a:lnTo>
                    <a:pt x="726210" y="277297"/>
                  </a:lnTo>
                  <a:close/>
                  <a:moveTo>
                    <a:pt x="282137" y="274085"/>
                  </a:moveTo>
                  <a:lnTo>
                    <a:pt x="291319" y="274085"/>
                  </a:lnTo>
                  <a:lnTo>
                    <a:pt x="291319" y="277297"/>
                  </a:lnTo>
                  <a:lnTo>
                    <a:pt x="282137" y="277297"/>
                  </a:lnTo>
                  <a:close/>
                  <a:moveTo>
                    <a:pt x="802170" y="276227"/>
                  </a:moveTo>
                  <a:lnTo>
                    <a:pt x="856427" y="276227"/>
                  </a:lnTo>
                  <a:lnTo>
                    <a:pt x="856427" y="277297"/>
                  </a:lnTo>
                  <a:lnTo>
                    <a:pt x="802170" y="277297"/>
                  </a:lnTo>
                  <a:close/>
                  <a:moveTo>
                    <a:pt x="464107" y="270873"/>
                  </a:moveTo>
                  <a:lnTo>
                    <a:pt x="472454" y="270873"/>
                  </a:lnTo>
                  <a:lnTo>
                    <a:pt x="472454" y="277297"/>
                  </a:lnTo>
                  <a:lnTo>
                    <a:pt x="464107" y="277297"/>
                  </a:lnTo>
                  <a:close/>
                  <a:moveTo>
                    <a:pt x="500000" y="275156"/>
                  </a:moveTo>
                  <a:lnTo>
                    <a:pt x="513356" y="275156"/>
                  </a:lnTo>
                  <a:lnTo>
                    <a:pt x="513356" y="277297"/>
                  </a:lnTo>
                  <a:lnTo>
                    <a:pt x="500000" y="277297"/>
                  </a:lnTo>
                  <a:close/>
                  <a:moveTo>
                    <a:pt x="803005" y="277297"/>
                  </a:moveTo>
                  <a:lnTo>
                    <a:pt x="856427" y="277297"/>
                  </a:lnTo>
                  <a:lnTo>
                    <a:pt x="856427" y="278368"/>
                  </a:lnTo>
                  <a:lnTo>
                    <a:pt x="803005" y="278368"/>
                  </a:lnTo>
                  <a:close/>
                  <a:moveTo>
                    <a:pt x="245409" y="277297"/>
                  </a:moveTo>
                  <a:lnTo>
                    <a:pt x="257930" y="277297"/>
                  </a:lnTo>
                  <a:lnTo>
                    <a:pt x="257930" y="278368"/>
                  </a:lnTo>
                  <a:lnTo>
                    <a:pt x="245409" y="278368"/>
                  </a:lnTo>
                  <a:close/>
                  <a:moveTo>
                    <a:pt x="891486" y="276227"/>
                  </a:moveTo>
                  <a:lnTo>
                    <a:pt x="1000000" y="276227"/>
                  </a:lnTo>
                  <a:lnTo>
                    <a:pt x="1000000" y="278368"/>
                  </a:lnTo>
                  <a:lnTo>
                    <a:pt x="891486" y="278368"/>
                  </a:lnTo>
                  <a:close/>
                  <a:moveTo>
                    <a:pt x="657763" y="276227"/>
                  </a:moveTo>
                  <a:lnTo>
                    <a:pt x="663606" y="276227"/>
                  </a:lnTo>
                  <a:lnTo>
                    <a:pt x="663606" y="278368"/>
                  </a:lnTo>
                  <a:lnTo>
                    <a:pt x="657763" y="278368"/>
                  </a:lnTo>
                  <a:close/>
                  <a:moveTo>
                    <a:pt x="409015" y="276227"/>
                  </a:moveTo>
                  <a:lnTo>
                    <a:pt x="414858" y="276227"/>
                  </a:lnTo>
                  <a:lnTo>
                    <a:pt x="414858" y="278368"/>
                  </a:lnTo>
                  <a:lnTo>
                    <a:pt x="409015" y="278368"/>
                  </a:lnTo>
                  <a:close/>
                  <a:moveTo>
                    <a:pt x="726210" y="277297"/>
                  </a:moveTo>
                  <a:lnTo>
                    <a:pt x="777129" y="277297"/>
                  </a:lnTo>
                  <a:lnTo>
                    <a:pt x="777129" y="278368"/>
                  </a:lnTo>
                  <a:lnTo>
                    <a:pt x="726210" y="278368"/>
                  </a:lnTo>
                  <a:close/>
                  <a:moveTo>
                    <a:pt x="281302" y="277297"/>
                  </a:moveTo>
                  <a:lnTo>
                    <a:pt x="291319" y="277297"/>
                  </a:lnTo>
                  <a:lnTo>
                    <a:pt x="291319" y="278368"/>
                  </a:lnTo>
                  <a:lnTo>
                    <a:pt x="281302" y="278368"/>
                  </a:lnTo>
                  <a:close/>
                  <a:moveTo>
                    <a:pt x="656928" y="278368"/>
                  </a:moveTo>
                  <a:lnTo>
                    <a:pt x="663606" y="278368"/>
                  </a:lnTo>
                  <a:lnTo>
                    <a:pt x="663606" y="279439"/>
                  </a:lnTo>
                  <a:lnTo>
                    <a:pt x="656928" y="279439"/>
                  </a:lnTo>
                  <a:close/>
                  <a:moveTo>
                    <a:pt x="244574" y="278368"/>
                  </a:moveTo>
                  <a:lnTo>
                    <a:pt x="257930" y="278368"/>
                  </a:lnTo>
                  <a:lnTo>
                    <a:pt x="257930" y="279439"/>
                  </a:lnTo>
                  <a:lnTo>
                    <a:pt x="244574" y="279439"/>
                  </a:lnTo>
                  <a:close/>
                  <a:moveTo>
                    <a:pt x="725376" y="278368"/>
                  </a:moveTo>
                  <a:lnTo>
                    <a:pt x="777129" y="278368"/>
                  </a:lnTo>
                  <a:lnTo>
                    <a:pt x="777129" y="279439"/>
                  </a:lnTo>
                  <a:lnTo>
                    <a:pt x="725376" y="279439"/>
                  </a:lnTo>
                  <a:close/>
                  <a:moveTo>
                    <a:pt x="806344" y="278368"/>
                  </a:moveTo>
                  <a:lnTo>
                    <a:pt x="854758" y="278368"/>
                  </a:lnTo>
                  <a:lnTo>
                    <a:pt x="854758" y="279439"/>
                  </a:lnTo>
                  <a:lnTo>
                    <a:pt x="806344" y="279439"/>
                  </a:lnTo>
                  <a:close/>
                  <a:moveTo>
                    <a:pt x="354758" y="276227"/>
                  </a:moveTo>
                  <a:lnTo>
                    <a:pt x="363940" y="276227"/>
                  </a:lnTo>
                  <a:lnTo>
                    <a:pt x="363940" y="279439"/>
                  </a:lnTo>
                  <a:lnTo>
                    <a:pt x="354758" y="279439"/>
                  </a:lnTo>
                  <a:close/>
                  <a:moveTo>
                    <a:pt x="354758" y="279439"/>
                  </a:moveTo>
                  <a:lnTo>
                    <a:pt x="363105" y="279439"/>
                  </a:lnTo>
                  <a:lnTo>
                    <a:pt x="363105" y="280510"/>
                  </a:lnTo>
                  <a:lnTo>
                    <a:pt x="354758" y="280510"/>
                  </a:lnTo>
                  <a:close/>
                  <a:moveTo>
                    <a:pt x="464107" y="277297"/>
                  </a:moveTo>
                  <a:lnTo>
                    <a:pt x="471619" y="277297"/>
                  </a:lnTo>
                  <a:lnTo>
                    <a:pt x="471619" y="280510"/>
                  </a:lnTo>
                  <a:lnTo>
                    <a:pt x="464107" y="280510"/>
                  </a:lnTo>
                  <a:close/>
                  <a:moveTo>
                    <a:pt x="808013" y="279439"/>
                  </a:moveTo>
                  <a:lnTo>
                    <a:pt x="854758" y="279439"/>
                  </a:lnTo>
                  <a:lnTo>
                    <a:pt x="854758" y="280510"/>
                  </a:lnTo>
                  <a:lnTo>
                    <a:pt x="808013" y="280510"/>
                  </a:lnTo>
                  <a:close/>
                  <a:moveTo>
                    <a:pt x="500835" y="277297"/>
                  </a:moveTo>
                  <a:lnTo>
                    <a:pt x="514190" y="277297"/>
                  </a:lnTo>
                  <a:lnTo>
                    <a:pt x="514190" y="280510"/>
                  </a:lnTo>
                  <a:lnTo>
                    <a:pt x="500835" y="280510"/>
                  </a:lnTo>
                  <a:close/>
                  <a:moveTo>
                    <a:pt x="199499" y="271944"/>
                  </a:moveTo>
                  <a:lnTo>
                    <a:pt x="217028" y="271944"/>
                  </a:lnTo>
                  <a:lnTo>
                    <a:pt x="217028" y="280510"/>
                  </a:lnTo>
                  <a:lnTo>
                    <a:pt x="199499" y="280510"/>
                  </a:lnTo>
                  <a:close/>
                  <a:moveTo>
                    <a:pt x="428214" y="263379"/>
                  </a:moveTo>
                  <a:lnTo>
                    <a:pt x="449082" y="263379"/>
                  </a:lnTo>
                  <a:lnTo>
                    <a:pt x="449082" y="280510"/>
                  </a:lnTo>
                  <a:lnTo>
                    <a:pt x="428214" y="280510"/>
                  </a:lnTo>
                  <a:close/>
                  <a:moveTo>
                    <a:pt x="678631" y="277297"/>
                  </a:moveTo>
                  <a:lnTo>
                    <a:pt x="704508" y="277297"/>
                  </a:lnTo>
                  <a:lnTo>
                    <a:pt x="704508" y="280510"/>
                  </a:lnTo>
                  <a:lnTo>
                    <a:pt x="678631" y="280510"/>
                  </a:lnTo>
                  <a:close/>
                  <a:moveTo>
                    <a:pt x="890651" y="278368"/>
                  </a:moveTo>
                  <a:lnTo>
                    <a:pt x="1000000" y="278368"/>
                  </a:lnTo>
                  <a:lnTo>
                    <a:pt x="1000000" y="280510"/>
                  </a:lnTo>
                  <a:lnTo>
                    <a:pt x="890651" y="280510"/>
                  </a:lnTo>
                  <a:close/>
                  <a:moveTo>
                    <a:pt x="725376" y="279439"/>
                  </a:moveTo>
                  <a:lnTo>
                    <a:pt x="776294" y="279439"/>
                  </a:lnTo>
                  <a:lnTo>
                    <a:pt x="776294" y="280510"/>
                  </a:lnTo>
                  <a:lnTo>
                    <a:pt x="725376" y="280510"/>
                  </a:lnTo>
                  <a:close/>
                  <a:moveTo>
                    <a:pt x="616027" y="275156"/>
                  </a:moveTo>
                  <a:lnTo>
                    <a:pt x="622705" y="275156"/>
                  </a:lnTo>
                  <a:lnTo>
                    <a:pt x="622705" y="281580"/>
                  </a:lnTo>
                  <a:lnTo>
                    <a:pt x="616027" y="281580"/>
                  </a:lnTo>
                  <a:close/>
                  <a:moveTo>
                    <a:pt x="409015" y="278368"/>
                  </a:moveTo>
                  <a:lnTo>
                    <a:pt x="414023" y="278368"/>
                  </a:lnTo>
                  <a:lnTo>
                    <a:pt x="414023" y="281580"/>
                  </a:lnTo>
                  <a:lnTo>
                    <a:pt x="409015" y="281580"/>
                  </a:lnTo>
                  <a:close/>
                  <a:moveTo>
                    <a:pt x="889816" y="280510"/>
                  </a:moveTo>
                  <a:lnTo>
                    <a:pt x="1000000" y="280510"/>
                  </a:lnTo>
                  <a:lnTo>
                    <a:pt x="1000000" y="281580"/>
                  </a:lnTo>
                  <a:lnTo>
                    <a:pt x="889816" y="281580"/>
                  </a:lnTo>
                  <a:close/>
                  <a:moveTo>
                    <a:pt x="808848" y="280510"/>
                  </a:moveTo>
                  <a:lnTo>
                    <a:pt x="853923" y="280510"/>
                  </a:lnTo>
                  <a:lnTo>
                    <a:pt x="853923" y="281580"/>
                  </a:lnTo>
                  <a:lnTo>
                    <a:pt x="808848" y="281580"/>
                  </a:lnTo>
                  <a:close/>
                  <a:moveTo>
                    <a:pt x="243740" y="279439"/>
                  </a:moveTo>
                  <a:lnTo>
                    <a:pt x="257930" y="279439"/>
                  </a:lnTo>
                  <a:lnTo>
                    <a:pt x="257930" y="281580"/>
                  </a:lnTo>
                  <a:lnTo>
                    <a:pt x="243740" y="281580"/>
                  </a:lnTo>
                  <a:close/>
                  <a:moveTo>
                    <a:pt x="656928" y="279439"/>
                  </a:moveTo>
                  <a:lnTo>
                    <a:pt x="662771" y="279439"/>
                  </a:lnTo>
                  <a:lnTo>
                    <a:pt x="662771" y="281580"/>
                  </a:lnTo>
                  <a:lnTo>
                    <a:pt x="656928" y="281580"/>
                  </a:lnTo>
                  <a:close/>
                  <a:moveTo>
                    <a:pt x="330551" y="280510"/>
                  </a:moveTo>
                  <a:lnTo>
                    <a:pt x="332220" y="280510"/>
                  </a:lnTo>
                  <a:lnTo>
                    <a:pt x="332220" y="281580"/>
                  </a:lnTo>
                  <a:lnTo>
                    <a:pt x="330551" y="281580"/>
                  </a:lnTo>
                  <a:close/>
                  <a:moveTo>
                    <a:pt x="725376" y="280510"/>
                  </a:moveTo>
                  <a:lnTo>
                    <a:pt x="775459" y="280510"/>
                  </a:lnTo>
                  <a:lnTo>
                    <a:pt x="775459" y="282651"/>
                  </a:lnTo>
                  <a:lnTo>
                    <a:pt x="725376" y="282651"/>
                  </a:lnTo>
                  <a:close/>
                  <a:moveTo>
                    <a:pt x="328881" y="281580"/>
                  </a:moveTo>
                  <a:lnTo>
                    <a:pt x="333890" y="281580"/>
                  </a:lnTo>
                  <a:lnTo>
                    <a:pt x="333890" y="282651"/>
                  </a:lnTo>
                  <a:lnTo>
                    <a:pt x="328881" y="282651"/>
                  </a:lnTo>
                  <a:close/>
                  <a:moveTo>
                    <a:pt x="677796" y="280510"/>
                  </a:moveTo>
                  <a:lnTo>
                    <a:pt x="704508" y="280510"/>
                  </a:lnTo>
                  <a:lnTo>
                    <a:pt x="704508" y="282651"/>
                  </a:lnTo>
                  <a:lnTo>
                    <a:pt x="677796" y="282651"/>
                  </a:lnTo>
                  <a:close/>
                  <a:moveTo>
                    <a:pt x="199499" y="280510"/>
                  </a:moveTo>
                  <a:lnTo>
                    <a:pt x="216194" y="280510"/>
                  </a:lnTo>
                  <a:lnTo>
                    <a:pt x="216194" y="282651"/>
                  </a:lnTo>
                  <a:lnTo>
                    <a:pt x="199499" y="282651"/>
                  </a:lnTo>
                  <a:close/>
                  <a:moveTo>
                    <a:pt x="888982" y="281580"/>
                  </a:moveTo>
                  <a:lnTo>
                    <a:pt x="1000000" y="281580"/>
                  </a:lnTo>
                  <a:lnTo>
                    <a:pt x="1000000" y="282651"/>
                  </a:lnTo>
                  <a:lnTo>
                    <a:pt x="888982" y="282651"/>
                  </a:lnTo>
                  <a:close/>
                  <a:moveTo>
                    <a:pt x="354758" y="280510"/>
                  </a:moveTo>
                  <a:lnTo>
                    <a:pt x="362270" y="280510"/>
                  </a:lnTo>
                  <a:lnTo>
                    <a:pt x="362270" y="282651"/>
                  </a:lnTo>
                  <a:lnTo>
                    <a:pt x="354758" y="282651"/>
                  </a:lnTo>
                  <a:close/>
                  <a:moveTo>
                    <a:pt x="812187" y="281580"/>
                  </a:moveTo>
                  <a:lnTo>
                    <a:pt x="853923" y="281580"/>
                  </a:lnTo>
                  <a:lnTo>
                    <a:pt x="853923" y="282651"/>
                  </a:lnTo>
                  <a:lnTo>
                    <a:pt x="812187" y="282651"/>
                  </a:lnTo>
                  <a:close/>
                  <a:moveTo>
                    <a:pt x="656928" y="281580"/>
                  </a:moveTo>
                  <a:lnTo>
                    <a:pt x="661937" y="281580"/>
                  </a:lnTo>
                  <a:lnTo>
                    <a:pt x="661937" y="283722"/>
                  </a:lnTo>
                  <a:lnTo>
                    <a:pt x="656928" y="283722"/>
                  </a:lnTo>
                  <a:close/>
                  <a:moveTo>
                    <a:pt x="813856" y="282651"/>
                  </a:moveTo>
                  <a:lnTo>
                    <a:pt x="853088" y="282651"/>
                  </a:lnTo>
                  <a:lnTo>
                    <a:pt x="853088" y="283722"/>
                  </a:lnTo>
                  <a:lnTo>
                    <a:pt x="813856" y="283722"/>
                  </a:lnTo>
                  <a:close/>
                  <a:moveTo>
                    <a:pt x="242905" y="281580"/>
                  </a:moveTo>
                  <a:lnTo>
                    <a:pt x="257930" y="281580"/>
                  </a:lnTo>
                  <a:lnTo>
                    <a:pt x="257930" y="283722"/>
                  </a:lnTo>
                  <a:lnTo>
                    <a:pt x="242905" y="283722"/>
                  </a:lnTo>
                  <a:close/>
                  <a:moveTo>
                    <a:pt x="676962" y="282651"/>
                  </a:moveTo>
                  <a:lnTo>
                    <a:pt x="703673" y="282651"/>
                  </a:lnTo>
                  <a:lnTo>
                    <a:pt x="703673" y="283722"/>
                  </a:lnTo>
                  <a:lnTo>
                    <a:pt x="676962" y="283722"/>
                  </a:lnTo>
                  <a:close/>
                  <a:moveTo>
                    <a:pt x="616861" y="281580"/>
                  </a:moveTo>
                  <a:lnTo>
                    <a:pt x="621870" y="281580"/>
                  </a:lnTo>
                  <a:lnTo>
                    <a:pt x="621870" y="283722"/>
                  </a:lnTo>
                  <a:lnTo>
                    <a:pt x="616861" y="283722"/>
                  </a:lnTo>
                  <a:close/>
                  <a:moveTo>
                    <a:pt x="724541" y="282651"/>
                  </a:moveTo>
                  <a:lnTo>
                    <a:pt x="775459" y="282651"/>
                  </a:lnTo>
                  <a:lnTo>
                    <a:pt x="775459" y="283722"/>
                  </a:lnTo>
                  <a:lnTo>
                    <a:pt x="724541" y="283722"/>
                  </a:lnTo>
                  <a:close/>
                  <a:moveTo>
                    <a:pt x="328047" y="282651"/>
                  </a:moveTo>
                  <a:lnTo>
                    <a:pt x="334725" y="282651"/>
                  </a:lnTo>
                  <a:lnTo>
                    <a:pt x="334725" y="283722"/>
                  </a:lnTo>
                  <a:lnTo>
                    <a:pt x="328047" y="283722"/>
                  </a:lnTo>
                  <a:close/>
                  <a:moveTo>
                    <a:pt x="325543" y="283722"/>
                  </a:moveTo>
                  <a:lnTo>
                    <a:pt x="336394" y="283722"/>
                  </a:lnTo>
                  <a:lnTo>
                    <a:pt x="336394" y="284792"/>
                  </a:lnTo>
                  <a:lnTo>
                    <a:pt x="325543" y="284792"/>
                  </a:lnTo>
                  <a:close/>
                  <a:moveTo>
                    <a:pt x="242070" y="283722"/>
                  </a:moveTo>
                  <a:lnTo>
                    <a:pt x="257930" y="283722"/>
                  </a:lnTo>
                  <a:lnTo>
                    <a:pt x="257930" y="284792"/>
                  </a:lnTo>
                  <a:lnTo>
                    <a:pt x="242070" y="284792"/>
                  </a:lnTo>
                  <a:close/>
                  <a:moveTo>
                    <a:pt x="814691" y="283722"/>
                  </a:moveTo>
                  <a:lnTo>
                    <a:pt x="852254" y="283722"/>
                  </a:lnTo>
                  <a:lnTo>
                    <a:pt x="852254" y="284792"/>
                  </a:lnTo>
                  <a:lnTo>
                    <a:pt x="814691" y="284792"/>
                  </a:lnTo>
                  <a:close/>
                  <a:moveTo>
                    <a:pt x="618531" y="283722"/>
                  </a:moveTo>
                  <a:lnTo>
                    <a:pt x="621870" y="283722"/>
                  </a:lnTo>
                  <a:lnTo>
                    <a:pt x="621870" y="284792"/>
                  </a:lnTo>
                  <a:lnTo>
                    <a:pt x="618531" y="284792"/>
                  </a:lnTo>
                  <a:close/>
                  <a:moveTo>
                    <a:pt x="816361" y="284792"/>
                  </a:moveTo>
                  <a:lnTo>
                    <a:pt x="851419" y="284792"/>
                  </a:lnTo>
                  <a:lnTo>
                    <a:pt x="851419" y="285863"/>
                  </a:lnTo>
                  <a:lnTo>
                    <a:pt x="816361" y="285863"/>
                  </a:lnTo>
                  <a:close/>
                  <a:moveTo>
                    <a:pt x="281302" y="278368"/>
                  </a:moveTo>
                  <a:lnTo>
                    <a:pt x="290484" y="278368"/>
                  </a:lnTo>
                  <a:lnTo>
                    <a:pt x="290484" y="285863"/>
                  </a:lnTo>
                  <a:lnTo>
                    <a:pt x="281302" y="285863"/>
                  </a:lnTo>
                  <a:close/>
                  <a:moveTo>
                    <a:pt x="324708" y="284792"/>
                  </a:moveTo>
                  <a:lnTo>
                    <a:pt x="337229" y="284792"/>
                  </a:lnTo>
                  <a:lnTo>
                    <a:pt x="337229" y="285863"/>
                  </a:lnTo>
                  <a:lnTo>
                    <a:pt x="324708" y="285863"/>
                  </a:lnTo>
                  <a:close/>
                  <a:moveTo>
                    <a:pt x="620200" y="284792"/>
                  </a:moveTo>
                  <a:lnTo>
                    <a:pt x="621035" y="284792"/>
                  </a:lnTo>
                  <a:lnTo>
                    <a:pt x="621035" y="285863"/>
                  </a:lnTo>
                  <a:lnTo>
                    <a:pt x="620200" y="285863"/>
                  </a:lnTo>
                  <a:close/>
                  <a:moveTo>
                    <a:pt x="427379" y="280510"/>
                  </a:moveTo>
                  <a:lnTo>
                    <a:pt x="449082" y="280510"/>
                  </a:lnTo>
                  <a:lnTo>
                    <a:pt x="449082" y="286934"/>
                  </a:lnTo>
                  <a:lnTo>
                    <a:pt x="427379" y="286934"/>
                  </a:lnTo>
                  <a:close/>
                  <a:moveTo>
                    <a:pt x="408180" y="281580"/>
                  </a:moveTo>
                  <a:lnTo>
                    <a:pt x="414023" y="281580"/>
                  </a:lnTo>
                  <a:lnTo>
                    <a:pt x="414023" y="286934"/>
                  </a:lnTo>
                  <a:lnTo>
                    <a:pt x="408180" y="286934"/>
                  </a:lnTo>
                  <a:close/>
                  <a:moveTo>
                    <a:pt x="656093" y="283722"/>
                  </a:moveTo>
                  <a:lnTo>
                    <a:pt x="661102" y="283722"/>
                  </a:lnTo>
                  <a:lnTo>
                    <a:pt x="661102" y="286934"/>
                  </a:lnTo>
                  <a:lnTo>
                    <a:pt x="656093" y="286934"/>
                  </a:lnTo>
                  <a:close/>
                  <a:moveTo>
                    <a:pt x="323873" y="285863"/>
                  </a:moveTo>
                  <a:lnTo>
                    <a:pt x="338063" y="285863"/>
                  </a:lnTo>
                  <a:lnTo>
                    <a:pt x="338063" y="286934"/>
                  </a:lnTo>
                  <a:lnTo>
                    <a:pt x="323873" y="286934"/>
                  </a:lnTo>
                  <a:close/>
                  <a:moveTo>
                    <a:pt x="888147" y="282651"/>
                  </a:moveTo>
                  <a:lnTo>
                    <a:pt x="1000000" y="282651"/>
                  </a:lnTo>
                  <a:lnTo>
                    <a:pt x="1000000" y="286934"/>
                  </a:lnTo>
                  <a:lnTo>
                    <a:pt x="888147" y="286934"/>
                  </a:lnTo>
                  <a:close/>
                  <a:moveTo>
                    <a:pt x="241235" y="284792"/>
                  </a:moveTo>
                  <a:lnTo>
                    <a:pt x="257095" y="284792"/>
                  </a:lnTo>
                  <a:lnTo>
                    <a:pt x="257095" y="286934"/>
                  </a:lnTo>
                  <a:lnTo>
                    <a:pt x="241235" y="286934"/>
                  </a:lnTo>
                  <a:close/>
                  <a:moveTo>
                    <a:pt x="676127" y="283722"/>
                  </a:moveTo>
                  <a:lnTo>
                    <a:pt x="703673" y="283722"/>
                  </a:lnTo>
                  <a:lnTo>
                    <a:pt x="703673" y="286934"/>
                  </a:lnTo>
                  <a:lnTo>
                    <a:pt x="676127" y="286934"/>
                  </a:lnTo>
                  <a:close/>
                  <a:moveTo>
                    <a:pt x="819699" y="285863"/>
                  </a:moveTo>
                  <a:lnTo>
                    <a:pt x="850584" y="285863"/>
                  </a:lnTo>
                  <a:lnTo>
                    <a:pt x="850584" y="286934"/>
                  </a:lnTo>
                  <a:lnTo>
                    <a:pt x="819699" y="286934"/>
                  </a:lnTo>
                  <a:close/>
                  <a:moveTo>
                    <a:pt x="322204" y="286934"/>
                  </a:moveTo>
                  <a:lnTo>
                    <a:pt x="338898" y="286934"/>
                  </a:lnTo>
                  <a:lnTo>
                    <a:pt x="338898" y="288004"/>
                  </a:lnTo>
                  <a:lnTo>
                    <a:pt x="322204" y="288004"/>
                  </a:lnTo>
                  <a:close/>
                  <a:moveTo>
                    <a:pt x="280467" y="285863"/>
                  </a:moveTo>
                  <a:lnTo>
                    <a:pt x="290484" y="285863"/>
                  </a:lnTo>
                  <a:lnTo>
                    <a:pt x="290484" y="288004"/>
                  </a:lnTo>
                  <a:lnTo>
                    <a:pt x="280467" y="288004"/>
                  </a:lnTo>
                  <a:close/>
                  <a:moveTo>
                    <a:pt x="199499" y="282651"/>
                  </a:moveTo>
                  <a:lnTo>
                    <a:pt x="215359" y="282651"/>
                  </a:lnTo>
                  <a:lnTo>
                    <a:pt x="215359" y="288004"/>
                  </a:lnTo>
                  <a:lnTo>
                    <a:pt x="199499" y="288004"/>
                  </a:lnTo>
                  <a:close/>
                  <a:moveTo>
                    <a:pt x="655259" y="286934"/>
                  </a:moveTo>
                  <a:lnTo>
                    <a:pt x="661102" y="286934"/>
                  </a:lnTo>
                  <a:lnTo>
                    <a:pt x="661102" y="288004"/>
                  </a:lnTo>
                  <a:lnTo>
                    <a:pt x="655259" y="288004"/>
                  </a:lnTo>
                  <a:close/>
                  <a:moveTo>
                    <a:pt x="820534" y="286934"/>
                  </a:moveTo>
                  <a:lnTo>
                    <a:pt x="850584" y="286934"/>
                  </a:lnTo>
                  <a:lnTo>
                    <a:pt x="850584" y="288004"/>
                  </a:lnTo>
                  <a:lnTo>
                    <a:pt x="820534" y="288004"/>
                  </a:lnTo>
                  <a:close/>
                  <a:moveTo>
                    <a:pt x="501669" y="280510"/>
                  </a:moveTo>
                  <a:lnTo>
                    <a:pt x="514190" y="280510"/>
                  </a:lnTo>
                  <a:lnTo>
                    <a:pt x="514190" y="288004"/>
                  </a:lnTo>
                  <a:lnTo>
                    <a:pt x="501669" y="288004"/>
                  </a:lnTo>
                  <a:close/>
                  <a:moveTo>
                    <a:pt x="887312" y="286934"/>
                  </a:moveTo>
                  <a:lnTo>
                    <a:pt x="1000000" y="286934"/>
                  </a:lnTo>
                  <a:lnTo>
                    <a:pt x="1000000" y="288004"/>
                  </a:lnTo>
                  <a:lnTo>
                    <a:pt x="887312" y="288004"/>
                  </a:lnTo>
                  <a:close/>
                  <a:moveTo>
                    <a:pt x="724541" y="283722"/>
                  </a:moveTo>
                  <a:lnTo>
                    <a:pt x="774624" y="283722"/>
                  </a:lnTo>
                  <a:lnTo>
                    <a:pt x="774624" y="288004"/>
                  </a:lnTo>
                  <a:lnTo>
                    <a:pt x="724541" y="288004"/>
                  </a:lnTo>
                  <a:close/>
                  <a:moveTo>
                    <a:pt x="675292" y="286934"/>
                  </a:moveTo>
                  <a:lnTo>
                    <a:pt x="702838" y="286934"/>
                  </a:lnTo>
                  <a:lnTo>
                    <a:pt x="702838" y="289075"/>
                  </a:lnTo>
                  <a:lnTo>
                    <a:pt x="675292" y="289075"/>
                  </a:lnTo>
                  <a:close/>
                  <a:moveTo>
                    <a:pt x="408180" y="286934"/>
                  </a:moveTo>
                  <a:lnTo>
                    <a:pt x="414858" y="286934"/>
                  </a:lnTo>
                  <a:lnTo>
                    <a:pt x="414858" y="289075"/>
                  </a:lnTo>
                  <a:lnTo>
                    <a:pt x="408180" y="289075"/>
                  </a:lnTo>
                  <a:close/>
                  <a:moveTo>
                    <a:pt x="822204" y="288004"/>
                  </a:moveTo>
                  <a:lnTo>
                    <a:pt x="848915" y="288004"/>
                  </a:lnTo>
                  <a:lnTo>
                    <a:pt x="848915" y="289075"/>
                  </a:lnTo>
                  <a:lnTo>
                    <a:pt x="822204" y="289075"/>
                  </a:lnTo>
                  <a:close/>
                  <a:moveTo>
                    <a:pt x="322204" y="288004"/>
                  </a:moveTo>
                  <a:lnTo>
                    <a:pt x="339733" y="288004"/>
                  </a:lnTo>
                  <a:lnTo>
                    <a:pt x="339733" y="289075"/>
                  </a:lnTo>
                  <a:lnTo>
                    <a:pt x="322204" y="289075"/>
                  </a:lnTo>
                  <a:close/>
                  <a:moveTo>
                    <a:pt x="354758" y="282651"/>
                  </a:moveTo>
                  <a:lnTo>
                    <a:pt x="361436" y="282651"/>
                  </a:lnTo>
                  <a:lnTo>
                    <a:pt x="361436" y="289075"/>
                  </a:lnTo>
                  <a:lnTo>
                    <a:pt x="354758" y="289075"/>
                  </a:lnTo>
                  <a:close/>
                  <a:moveTo>
                    <a:pt x="408180" y="289075"/>
                  </a:moveTo>
                  <a:lnTo>
                    <a:pt x="414023" y="289075"/>
                  </a:lnTo>
                  <a:lnTo>
                    <a:pt x="414023" y="290146"/>
                  </a:lnTo>
                  <a:lnTo>
                    <a:pt x="408180" y="290146"/>
                  </a:lnTo>
                  <a:close/>
                  <a:moveTo>
                    <a:pt x="724541" y="288004"/>
                  </a:moveTo>
                  <a:lnTo>
                    <a:pt x="773790" y="288004"/>
                  </a:lnTo>
                  <a:lnTo>
                    <a:pt x="773790" y="290146"/>
                  </a:lnTo>
                  <a:lnTo>
                    <a:pt x="724541" y="290146"/>
                  </a:lnTo>
                  <a:close/>
                  <a:moveTo>
                    <a:pt x="826377" y="289075"/>
                  </a:moveTo>
                  <a:lnTo>
                    <a:pt x="848080" y="289075"/>
                  </a:lnTo>
                  <a:lnTo>
                    <a:pt x="848080" y="290146"/>
                  </a:lnTo>
                  <a:lnTo>
                    <a:pt x="826377" y="290146"/>
                  </a:lnTo>
                  <a:close/>
                  <a:moveTo>
                    <a:pt x="240401" y="286934"/>
                  </a:moveTo>
                  <a:lnTo>
                    <a:pt x="257095" y="286934"/>
                  </a:lnTo>
                  <a:lnTo>
                    <a:pt x="257095" y="290146"/>
                  </a:lnTo>
                  <a:lnTo>
                    <a:pt x="240401" y="290146"/>
                  </a:lnTo>
                  <a:close/>
                  <a:moveTo>
                    <a:pt x="501669" y="288004"/>
                  </a:moveTo>
                  <a:lnTo>
                    <a:pt x="515025" y="288004"/>
                  </a:lnTo>
                  <a:lnTo>
                    <a:pt x="515025" y="290146"/>
                  </a:lnTo>
                  <a:lnTo>
                    <a:pt x="501669" y="290146"/>
                  </a:lnTo>
                  <a:close/>
                  <a:moveTo>
                    <a:pt x="675292" y="289075"/>
                  </a:moveTo>
                  <a:lnTo>
                    <a:pt x="702003" y="289075"/>
                  </a:lnTo>
                  <a:lnTo>
                    <a:pt x="702003" y="290146"/>
                  </a:lnTo>
                  <a:lnTo>
                    <a:pt x="675292" y="290146"/>
                  </a:lnTo>
                  <a:close/>
                  <a:moveTo>
                    <a:pt x="885643" y="288004"/>
                  </a:moveTo>
                  <a:lnTo>
                    <a:pt x="1000000" y="288004"/>
                  </a:lnTo>
                  <a:lnTo>
                    <a:pt x="1000000" y="290146"/>
                  </a:lnTo>
                  <a:lnTo>
                    <a:pt x="885643" y="290146"/>
                  </a:lnTo>
                  <a:close/>
                  <a:moveTo>
                    <a:pt x="279633" y="288004"/>
                  </a:moveTo>
                  <a:lnTo>
                    <a:pt x="290484" y="288004"/>
                  </a:lnTo>
                  <a:lnTo>
                    <a:pt x="290484" y="290146"/>
                  </a:lnTo>
                  <a:lnTo>
                    <a:pt x="279633" y="290146"/>
                  </a:lnTo>
                  <a:close/>
                  <a:moveTo>
                    <a:pt x="321369" y="289075"/>
                  </a:moveTo>
                  <a:lnTo>
                    <a:pt x="339733" y="289075"/>
                  </a:lnTo>
                  <a:lnTo>
                    <a:pt x="339733" y="290146"/>
                  </a:lnTo>
                  <a:lnTo>
                    <a:pt x="321369" y="290146"/>
                  </a:lnTo>
                  <a:close/>
                  <a:moveTo>
                    <a:pt x="354758" y="289075"/>
                  </a:moveTo>
                  <a:lnTo>
                    <a:pt x="360601" y="289075"/>
                  </a:lnTo>
                  <a:lnTo>
                    <a:pt x="360601" y="291216"/>
                  </a:lnTo>
                  <a:lnTo>
                    <a:pt x="354758" y="291216"/>
                  </a:lnTo>
                  <a:close/>
                  <a:moveTo>
                    <a:pt x="501669" y="290146"/>
                  </a:moveTo>
                  <a:lnTo>
                    <a:pt x="515860" y="290146"/>
                  </a:lnTo>
                  <a:lnTo>
                    <a:pt x="515860" y="291216"/>
                  </a:lnTo>
                  <a:lnTo>
                    <a:pt x="501669" y="291216"/>
                  </a:lnTo>
                  <a:close/>
                  <a:moveTo>
                    <a:pt x="827212" y="290146"/>
                  </a:moveTo>
                  <a:lnTo>
                    <a:pt x="848080" y="290146"/>
                  </a:lnTo>
                  <a:lnTo>
                    <a:pt x="848080" y="291216"/>
                  </a:lnTo>
                  <a:lnTo>
                    <a:pt x="827212" y="291216"/>
                  </a:lnTo>
                  <a:close/>
                  <a:moveTo>
                    <a:pt x="723706" y="290146"/>
                  </a:moveTo>
                  <a:lnTo>
                    <a:pt x="774624" y="290146"/>
                  </a:lnTo>
                  <a:lnTo>
                    <a:pt x="774624" y="291216"/>
                  </a:lnTo>
                  <a:lnTo>
                    <a:pt x="723706" y="291216"/>
                  </a:lnTo>
                  <a:close/>
                  <a:moveTo>
                    <a:pt x="240401" y="290146"/>
                  </a:moveTo>
                  <a:lnTo>
                    <a:pt x="256260" y="290146"/>
                  </a:lnTo>
                  <a:lnTo>
                    <a:pt x="256260" y="291216"/>
                  </a:lnTo>
                  <a:lnTo>
                    <a:pt x="240401" y="291216"/>
                  </a:lnTo>
                  <a:close/>
                  <a:moveTo>
                    <a:pt x="320534" y="290146"/>
                  </a:moveTo>
                  <a:lnTo>
                    <a:pt x="339733" y="290146"/>
                  </a:lnTo>
                  <a:lnTo>
                    <a:pt x="339733" y="291216"/>
                  </a:lnTo>
                  <a:lnTo>
                    <a:pt x="320534" y="291216"/>
                  </a:lnTo>
                  <a:close/>
                  <a:moveTo>
                    <a:pt x="674457" y="290146"/>
                  </a:moveTo>
                  <a:lnTo>
                    <a:pt x="702003" y="290146"/>
                  </a:lnTo>
                  <a:lnTo>
                    <a:pt x="702003" y="291216"/>
                  </a:lnTo>
                  <a:lnTo>
                    <a:pt x="674457" y="291216"/>
                  </a:lnTo>
                  <a:close/>
                  <a:moveTo>
                    <a:pt x="408180" y="290146"/>
                  </a:moveTo>
                  <a:lnTo>
                    <a:pt x="414858" y="290146"/>
                  </a:lnTo>
                  <a:lnTo>
                    <a:pt x="414858" y="291216"/>
                  </a:lnTo>
                  <a:lnTo>
                    <a:pt x="408180" y="291216"/>
                  </a:lnTo>
                  <a:close/>
                  <a:moveTo>
                    <a:pt x="654424" y="288004"/>
                  </a:moveTo>
                  <a:lnTo>
                    <a:pt x="661102" y="288004"/>
                  </a:lnTo>
                  <a:lnTo>
                    <a:pt x="661102" y="291216"/>
                  </a:lnTo>
                  <a:lnTo>
                    <a:pt x="654424" y="291216"/>
                  </a:lnTo>
                  <a:close/>
                  <a:moveTo>
                    <a:pt x="426544" y="286934"/>
                  </a:moveTo>
                  <a:lnTo>
                    <a:pt x="449082" y="286934"/>
                  </a:lnTo>
                  <a:lnTo>
                    <a:pt x="449082" y="291216"/>
                  </a:lnTo>
                  <a:lnTo>
                    <a:pt x="426544" y="291216"/>
                  </a:lnTo>
                  <a:close/>
                  <a:moveTo>
                    <a:pt x="723706" y="291216"/>
                  </a:moveTo>
                  <a:lnTo>
                    <a:pt x="775459" y="291216"/>
                  </a:lnTo>
                  <a:lnTo>
                    <a:pt x="775459" y="292287"/>
                  </a:lnTo>
                  <a:lnTo>
                    <a:pt x="723706" y="292287"/>
                  </a:lnTo>
                  <a:close/>
                  <a:moveTo>
                    <a:pt x="828881" y="291216"/>
                  </a:moveTo>
                  <a:lnTo>
                    <a:pt x="847245" y="291216"/>
                  </a:lnTo>
                  <a:lnTo>
                    <a:pt x="847245" y="292287"/>
                  </a:lnTo>
                  <a:lnTo>
                    <a:pt x="828881" y="292287"/>
                  </a:lnTo>
                  <a:close/>
                  <a:moveTo>
                    <a:pt x="279633" y="290146"/>
                  </a:moveTo>
                  <a:lnTo>
                    <a:pt x="289649" y="290146"/>
                  </a:lnTo>
                  <a:lnTo>
                    <a:pt x="289649" y="292287"/>
                  </a:lnTo>
                  <a:lnTo>
                    <a:pt x="279633" y="292287"/>
                  </a:lnTo>
                  <a:close/>
                  <a:moveTo>
                    <a:pt x="239566" y="291216"/>
                  </a:moveTo>
                  <a:lnTo>
                    <a:pt x="256260" y="291216"/>
                  </a:lnTo>
                  <a:lnTo>
                    <a:pt x="256260" y="292287"/>
                  </a:lnTo>
                  <a:lnTo>
                    <a:pt x="239566" y="292287"/>
                  </a:lnTo>
                  <a:close/>
                  <a:moveTo>
                    <a:pt x="654424" y="291216"/>
                  </a:moveTo>
                  <a:lnTo>
                    <a:pt x="660267" y="291216"/>
                  </a:lnTo>
                  <a:lnTo>
                    <a:pt x="660267" y="293358"/>
                  </a:lnTo>
                  <a:lnTo>
                    <a:pt x="654424" y="293358"/>
                  </a:lnTo>
                  <a:close/>
                  <a:moveTo>
                    <a:pt x="238731" y="292287"/>
                  </a:moveTo>
                  <a:lnTo>
                    <a:pt x="255426" y="292287"/>
                  </a:lnTo>
                  <a:lnTo>
                    <a:pt x="255426" y="293358"/>
                  </a:lnTo>
                  <a:lnTo>
                    <a:pt x="238731" y="293358"/>
                  </a:lnTo>
                  <a:close/>
                  <a:moveTo>
                    <a:pt x="722871" y="292287"/>
                  </a:moveTo>
                  <a:lnTo>
                    <a:pt x="775459" y="292287"/>
                  </a:lnTo>
                  <a:lnTo>
                    <a:pt x="775459" y="293358"/>
                  </a:lnTo>
                  <a:lnTo>
                    <a:pt x="722871" y="293358"/>
                  </a:lnTo>
                  <a:close/>
                  <a:moveTo>
                    <a:pt x="278798" y="292287"/>
                  </a:moveTo>
                  <a:lnTo>
                    <a:pt x="289649" y="292287"/>
                  </a:lnTo>
                  <a:lnTo>
                    <a:pt x="289649" y="293358"/>
                  </a:lnTo>
                  <a:lnTo>
                    <a:pt x="278798" y="293358"/>
                  </a:lnTo>
                  <a:close/>
                  <a:moveTo>
                    <a:pt x="354758" y="291216"/>
                  </a:moveTo>
                  <a:lnTo>
                    <a:pt x="359766" y="291216"/>
                  </a:lnTo>
                  <a:lnTo>
                    <a:pt x="359766" y="293358"/>
                  </a:lnTo>
                  <a:lnTo>
                    <a:pt x="354758" y="293358"/>
                  </a:lnTo>
                  <a:close/>
                  <a:moveTo>
                    <a:pt x="673623" y="291216"/>
                  </a:moveTo>
                  <a:lnTo>
                    <a:pt x="702003" y="291216"/>
                  </a:lnTo>
                  <a:lnTo>
                    <a:pt x="702003" y="293358"/>
                  </a:lnTo>
                  <a:lnTo>
                    <a:pt x="673623" y="293358"/>
                  </a:lnTo>
                  <a:close/>
                  <a:moveTo>
                    <a:pt x="833890" y="292287"/>
                  </a:moveTo>
                  <a:lnTo>
                    <a:pt x="846411" y="292287"/>
                  </a:lnTo>
                  <a:lnTo>
                    <a:pt x="846411" y="293358"/>
                  </a:lnTo>
                  <a:lnTo>
                    <a:pt x="833890" y="293358"/>
                  </a:lnTo>
                  <a:close/>
                  <a:moveTo>
                    <a:pt x="884808" y="290146"/>
                  </a:moveTo>
                  <a:lnTo>
                    <a:pt x="1000000" y="290146"/>
                  </a:lnTo>
                  <a:lnTo>
                    <a:pt x="1000000" y="293358"/>
                  </a:lnTo>
                  <a:lnTo>
                    <a:pt x="884808" y="293358"/>
                  </a:lnTo>
                  <a:close/>
                  <a:moveTo>
                    <a:pt x="502504" y="291216"/>
                  </a:moveTo>
                  <a:lnTo>
                    <a:pt x="515860" y="291216"/>
                  </a:lnTo>
                  <a:lnTo>
                    <a:pt x="515860" y="293358"/>
                  </a:lnTo>
                  <a:lnTo>
                    <a:pt x="502504" y="293358"/>
                  </a:lnTo>
                  <a:close/>
                  <a:moveTo>
                    <a:pt x="319699" y="291216"/>
                  </a:moveTo>
                  <a:lnTo>
                    <a:pt x="339733" y="291216"/>
                  </a:lnTo>
                  <a:lnTo>
                    <a:pt x="339733" y="294428"/>
                  </a:lnTo>
                  <a:lnTo>
                    <a:pt x="319699" y="294428"/>
                  </a:lnTo>
                  <a:close/>
                  <a:moveTo>
                    <a:pt x="834725" y="293358"/>
                  </a:moveTo>
                  <a:lnTo>
                    <a:pt x="845576" y="293358"/>
                  </a:lnTo>
                  <a:lnTo>
                    <a:pt x="845576" y="294428"/>
                  </a:lnTo>
                  <a:lnTo>
                    <a:pt x="834725" y="294428"/>
                  </a:lnTo>
                  <a:close/>
                  <a:moveTo>
                    <a:pt x="722871" y="293358"/>
                  </a:moveTo>
                  <a:lnTo>
                    <a:pt x="776294" y="293358"/>
                  </a:lnTo>
                  <a:lnTo>
                    <a:pt x="776294" y="294428"/>
                  </a:lnTo>
                  <a:lnTo>
                    <a:pt x="722871" y="294428"/>
                  </a:lnTo>
                  <a:close/>
                  <a:moveTo>
                    <a:pt x="836394" y="294428"/>
                  </a:moveTo>
                  <a:lnTo>
                    <a:pt x="845576" y="294428"/>
                  </a:lnTo>
                  <a:lnTo>
                    <a:pt x="845576" y="295499"/>
                  </a:lnTo>
                  <a:lnTo>
                    <a:pt x="836394" y="295499"/>
                  </a:lnTo>
                  <a:close/>
                  <a:moveTo>
                    <a:pt x="379800" y="294428"/>
                  </a:moveTo>
                  <a:lnTo>
                    <a:pt x="393155" y="294428"/>
                  </a:lnTo>
                  <a:lnTo>
                    <a:pt x="393155" y="295499"/>
                  </a:lnTo>
                  <a:lnTo>
                    <a:pt x="379800" y="295499"/>
                  </a:lnTo>
                  <a:close/>
                  <a:moveTo>
                    <a:pt x="425710" y="291216"/>
                  </a:moveTo>
                  <a:lnTo>
                    <a:pt x="449082" y="291216"/>
                  </a:lnTo>
                  <a:lnTo>
                    <a:pt x="449082" y="295499"/>
                  </a:lnTo>
                  <a:lnTo>
                    <a:pt x="425710" y="295499"/>
                  </a:lnTo>
                  <a:close/>
                  <a:moveTo>
                    <a:pt x="653589" y="293358"/>
                  </a:moveTo>
                  <a:lnTo>
                    <a:pt x="660267" y="293358"/>
                  </a:lnTo>
                  <a:lnTo>
                    <a:pt x="660267" y="295499"/>
                  </a:lnTo>
                  <a:lnTo>
                    <a:pt x="653589" y="295499"/>
                  </a:lnTo>
                  <a:close/>
                  <a:moveTo>
                    <a:pt x="464107" y="280510"/>
                  </a:moveTo>
                  <a:lnTo>
                    <a:pt x="470785" y="280510"/>
                  </a:lnTo>
                  <a:lnTo>
                    <a:pt x="470785" y="295499"/>
                  </a:lnTo>
                  <a:lnTo>
                    <a:pt x="464107" y="295499"/>
                  </a:lnTo>
                  <a:close/>
                  <a:moveTo>
                    <a:pt x="883139" y="293358"/>
                  </a:moveTo>
                  <a:lnTo>
                    <a:pt x="1000000" y="293358"/>
                  </a:lnTo>
                  <a:lnTo>
                    <a:pt x="1000000" y="295499"/>
                  </a:lnTo>
                  <a:lnTo>
                    <a:pt x="883139" y="295499"/>
                  </a:lnTo>
                  <a:close/>
                  <a:moveTo>
                    <a:pt x="502504" y="293358"/>
                  </a:moveTo>
                  <a:lnTo>
                    <a:pt x="516694" y="293358"/>
                  </a:lnTo>
                  <a:lnTo>
                    <a:pt x="516694" y="295499"/>
                  </a:lnTo>
                  <a:lnTo>
                    <a:pt x="502504" y="295499"/>
                  </a:lnTo>
                  <a:close/>
                  <a:moveTo>
                    <a:pt x="722871" y="294428"/>
                  </a:moveTo>
                  <a:lnTo>
                    <a:pt x="778798" y="294428"/>
                  </a:lnTo>
                  <a:lnTo>
                    <a:pt x="778798" y="295499"/>
                  </a:lnTo>
                  <a:lnTo>
                    <a:pt x="722871" y="295499"/>
                  </a:lnTo>
                  <a:close/>
                  <a:moveTo>
                    <a:pt x="722871" y="295499"/>
                  </a:moveTo>
                  <a:lnTo>
                    <a:pt x="779633" y="295499"/>
                  </a:lnTo>
                  <a:lnTo>
                    <a:pt x="779633" y="296570"/>
                  </a:lnTo>
                  <a:lnTo>
                    <a:pt x="722871" y="296570"/>
                  </a:lnTo>
                  <a:close/>
                  <a:moveTo>
                    <a:pt x="379800" y="295499"/>
                  </a:moveTo>
                  <a:lnTo>
                    <a:pt x="393990" y="295499"/>
                  </a:lnTo>
                  <a:lnTo>
                    <a:pt x="393990" y="296570"/>
                  </a:lnTo>
                  <a:lnTo>
                    <a:pt x="379800" y="296570"/>
                  </a:lnTo>
                  <a:close/>
                  <a:moveTo>
                    <a:pt x="672788" y="293358"/>
                  </a:moveTo>
                  <a:lnTo>
                    <a:pt x="701169" y="293358"/>
                  </a:lnTo>
                  <a:lnTo>
                    <a:pt x="701169" y="297640"/>
                  </a:lnTo>
                  <a:lnTo>
                    <a:pt x="672788" y="297640"/>
                  </a:lnTo>
                  <a:close/>
                  <a:moveTo>
                    <a:pt x="722871" y="296570"/>
                  </a:moveTo>
                  <a:lnTo>
                    <a:pt x="780467" y="296570"/>
                  </a:lnTo>
                  <a:lnTo>
                    <a:pt x="780467" y="297640"/>
                  </a:lnTo>
                  <a:lnTo>
                    <a:pt x="722871" y="297640"/>
                  </a:lnTo>
                  <a:close/>
                  <a:moveTo>
                    <a:pt x="653589" y="295499"/>
                  </a:moveTo>
                  <a:lnTo>
                    <a:pt x="659432" y="295499"/>
                  </a:lnTo>
                  <a:lnTo>
                    <a:pt x="659432" y="297640"/>
                  </a:lnTo>
                  <a:lnTo>
                    <a:pt x="653589" y="297640"/>
                  </a:lnTo>
                  <a:close/>
                  <a:moveTo>
                    <a:pt x="882304" y="295499"/>
                  </a:moveTo>
                  <a:lnTo>
                    <a:pt x="1000000" y="295499"/>
                  </a:lnTo>
                  <a:lnTo>
                    <a:pt x="1000000" y="297640"/>
                  </a:lnTo>
                  <a:lnTo>
                    <a:pt x="882304" y="297640"/>
                  </a:lnTo>
                  <a:close/>
                  <a:moveTo>
                    <a:pt x="318865" y="294428"/>
                  </a:moveTo>
                  <a:lnTo>
                    <a:pt x="339733" y="294428"/>
                  </a:lnTo>
                  <a:lnTo>
                    <a:pt x="339733" y="297640"/>
                  </a:lnTo>
                  <a:lnTo>
                    <a:pt x="318865" y="297640"/>
                  </a:lnTo>
                  <a:close/>
                  <a:moveTo>
                    <a:pt x="652755" y="297640"/>
                  </a:moveTo>
                  <a:lnTo>
                    <a:pt x="658598" y="297640"/>
                  </a:lnTo>
                  <a:lnTo>
                    <a:pt x="658598" y="298711"/>
                  </a:lnTo>
                  <a:lnTo>
                    <a:pt x="652755" y="298711"/>
                  </a:lnTo>
                  <a:close/>
                  <a:moveTo>
                    <a:pt x="378965" y="296570"/>
                  </a:moveTo>
                  <a:lnTo>
                    <a:pt x="394825" y="296570"/>
                  </a:lnTo>
                  <a:lnTo>
                    <a:pt x="394825" y="298711"/>
                  </a:lnTo>
                  <a:lnTo>
                    <a:pt x="378965" y="298711"/>
                  </a:lnTo>
                  <a:close/>
                  <a:moveTo>
                    <a:pt x="881469" y="297640"/>
                  </a:moveTo>
                  <a:lnTo>
                    <a:pt x="1000000" y="297640"/>
                  </a:lnTo>
                  <a:lnTo>
                    <a:pt x="1000000" y="298711"/>
                  </a:lnTo>
                  <a:lnTo>
                    <a:pt x="881469" y="298711"/>
                  </a:lnTo>
                  <a:close/>
                  <a:moveTo>
                    <a:pt x="237896" y="293358"/>
                  </a:moveTo>
                  <a:lnTo>
                    <a:pt x="255426" y="293358"/>
                  </a:lnTo>
                  <a:lnTo>
                    <a:pt x="255426" y="298711"/>
                  </a:lnTo>
                  <a:lnTo>
                    <a:pt x="237896" y="298711"/>
                  </a:lnTo>
                  <a:close/>
                  <a:moveTo>
                    <a:pt x="278798" y="293358"/>
                  </a:moveTo>
                  <a:lnTo>
                    <a:pt x="288815" y="293358"/>
                  </a:lnTo>
                  <a:lnTo>
                    <a:pt x="288815" y="298711"/>
                  </a:lnTo>
                  <a:lnTo>
                    <a:pt x="278798" y="298711"/>
                  </a:lnTo>
                  <a:close/>
                  <a:moveTo>
                    <a:pt x="503339" y="295499"/>
                  </a:moveTo>
                  <a:lnTo>
                    <a:pt x="516694" y="295499"/>
                  </a:lnTo>
                  <a:lnTo>
                    <a:pt x="516694" y="298711"/>
                  </a:lnTo>
                  <a:lnTo>
                    <a:pt x="503339" y="298711"/>
                  </a:lnTo>
                  <a:close/>
                  <a:moveTo>
                    <a:pt x="722037" y="297640"/>
                  </a:moveTo>
                  <a:lnTo>
                    <a:pt x="782137" y="297640"/>
                  </a:lnTo>
                  <a:lnTo>
                    <a:pt x="782137" y="298711"/>
                  </a:lnTo>
                  <a:lnTo>
                    <a:pt x="722037" y="298711"/>
                  </a:lnTo>
                  <a:close/>
                  <a:moveTo>
                    <a:pt x="318030" y="297640"/>
                  </a:moveTo>
                  <a:lnTo>
                    <a:pt x="339733" y="297640"/>
                  </a:lnTo>
                  <a:lnTo>
                    <a:pt x="339733" y="298711"/>
                  </a:lnTo>
                  <a:lnTo>
                    <a:pt x="318030" y="298711"/>
                  </a:lnTo>
                  <a:close/>
                  <a:moveTo>
                    <a:pt x="671953" y="297640"/>
                  </a:moveTo>
                  <a:lnTo>
                    <a:pt x="701169" y="297640"/>
                  </a:lnTo>
                  <a:lnTo>
                    <a:pt x="701169" y="298711"/>
                  </a:lnTo>
                  <a:lnTo>
                    <a:pt x="671953" y="298711"/>
                  </a:lnTo>
                  <a:close/>
                  <a:moveTo>
                    <a:pt x="671119" y="298711"/>
                  </a:moveTo>
                  <a:lnTo>
                    <a:pt x="701169" y="298711"/>
                  </a:lnTo>
                  <a:lnTo>
                    <a:pt x="701169" y="299782"/>
                  </a:lnTo>
                  <a:lnTo>
                    <a:pt x="671119" y="299782"/>
                  </a:lnTo>
                  <a:close/>
                  <a:moveTo>
                    <a:pt x="722037" y="298711"/>
                  </a:moveTo>
                  <a:lnTo>
                    <a:pt x="782972" y="298711"/>
                  </a:lnTo>
                  <a:lnTo>
                    <a:pt x="782972" y="299782"/>
                  </a:lnTo>
                  <a:lnTo>
                    <a:pt x="722037" y="299782"/>
                  </a:lnTo>
                  <a:close/>
                  <a:moveTo>
                    <a:pt x="378130" y="298711"/>
                  </a:moveTo>
                  <a:lnTo>
                    <a:pt x="394825" y="298711"/>
                  </a:lnTo>
                  <a:lnTo>
                    <a:pt x="394825" y="299782"/>
                  </a:lnTo>
                  <a:lnTo>
                    <a:pt x="378130" y="299782"/>
                  </a:lnTo>
                  <a:close/>
                  <a:moveTo>
                    <a:pt x="880634" y="298711"/>
                  </a:moveTo>
                  <a:lnTo>
                    <a:pt x="1000000" y="298711"/>
                  </a:lnTo>
                  <a:lnTo>
                    <a:pt x="1000000" y="299782"/>
                  </a:lnTo>
                  <a:lnTo>
                    <a:pt x="880634" y="299782"/>
                  </a:lnTo>
                  <a:close/>
                  <a:moveTo>
                    <a:pt x="237062" y="298711"/>
                  </a:moveTo>
                  <a:lnTo>
                    <a:pt x="255426" y="298711"/>
                  </a:lnTo>
                  <a:lnTo>
                    <a:pt x="255426" y="299782"/>
                  </a:lnTo>
                  <a:lnTo>
                    <a:pt x="237062" y="299782"/>
                  </a:lnTo>
                  <a:close/>
                  <a:moveTo>
                    <a:pt x="722037" y="299782"/>
                  </a:moveTo>
                  <a:lnTo>
                    <a:pt x="783806" y="299782"/>
                  </a:lnTo>
                  <a:lnTo>
                    <a:pt x="783806" y="300853"/>
                  </a:lnTo>
                  <a:lnTo>
                    <a:pt x="722037" y="300853"/>
                  </a:lnTo>
                  <a:close/>
                  <a:moveTo>
                    <a:pt x="486644" y="299782"/>
                  </a:moveTo>
                  <a:lnTo>
                    <a:pt x="488314" y="299782"/>
                  </a:lnTo>
                  <a:lnTo>
                    <a:pt x="488314" y="300853"/>
                  </a:lnTo>
                  <a:lnTo>
                    <a:pt x="486644" y="300853"/>
                  </a:lnTo>
                  <a:close/>
                  <a:moveTo>
                    <a:pt x="671119" y="299782"/>
                  </a:moveTo>
                  <a:lnTo>
                    <a:pt x="700334" y="299782"/>
                  </a:lnTo>
                  <a:lnTo>
                    <a:pt x="700334" y="300853"/>
                  </a:lnTo>
                  <a:lnTo>
                    <a:pt x="671119" y="300853"/>
                  </a:lnTo>
                  <a:close/>
                  <a:moveTo>
                    <a:pt x="377295" y="299782"/>
                  </a:moveTo>
                  <a:lnTo>
                    <a:pt x="395659" y="299782"/>
                  </a:lnTo>
                  <a:lnTo>
                    <a:pt x="395659" y="300853"/>
                  </a:lnTo>
                  <a:lnTo>
                    <a:pt x="377295" y="300853"/>
                  </a:lnTo>
                  <a:close/>
                  <a:moveTo>
                    <a:pt x="671119" y="300853"/>
                  </a:moveTo>
                  <a:lnTo>
                    <a:pt x="699499" y="300853"/>
                  </a:lnTo>
                  <a:lnTo>
                    <a:pt x="699499" y="301923"/>
                  </a:lnTo>
                  <a:lnTo>
                    <a:pt x="671119" y="301923"/>
                  </a:lnTo>
                  <a:close/>
                  <a:moveTo>
                    <a:pt x="879800" y="299782"/>
                  </a:moveTo>
                  <a:lnTo>
                    <a:pt x="1000000" y="299782"/>
                  </a:lnTo>
                  <a:lnTo>
                    <a:pt x="1000000" y="301923"/>
                  </a:lnTo>
                  <a:lnTo>
                    <a:pt x="879800" y="301923"/>
                  </a:lnTo>
                  <a:close/>
                  <a:moveTo>
                    <a:pt x="236227" y="299782"/>
                  </a:moveTo>
                  <a:lnTo>
                    <a:pt x="255426" y="299782"/>
                  </a:lnTo>
                  <a:lnTo>
                    <a:pt x="255426" y="301923"/>
                  </a:lnTo>
                  <a:lnTo>
                    <a:pt x="236227" y="301923"/>
                  </a:lnTo>
                  <a:close/>
                  <a:moveTo>
                    <a:pt x="722037" y="300853"/>
                  </a:moveTo>
                  <a:lnTo>
                    <a:pt x="785476" y="300853"/>
                  </a:lnTo>
                  <a:lnTo>
                    <a:pt x="785476" y="301923"/>
                  </a:lnTo>
                  <a:lnTo>
                    <a:pt x="722037" y="301923"/>
                  </a:lnTo>
                  <a:close/>
                  <a:moveTo>
                    <a:pt x="651920" y="298711"/>
                  </a:moveTo>
                  <a:lnTo>
                    <a:pt x="658598" y="298711"/>
                  </a:lnTo>
                  <a:lnTo>
                    <a:pt x="658598" y="301923"/>
                  </a:lnTo>
                  <a:lnTo>
                    <a:pt x="651920" y="301923"/>
                  </a:lnTo>
                  <a:close/>
                  <a:moveTo>
                    <a:pt x="485810" y="300853"/>
                  </a:moveTo>
                  <a:lnTo>
                    <a:pt x="489983" y="300853"/>
                  </a:lnTo>
                  <a:lnTo>
                    <a:pt x="489983" y="301923"/>
                  </a:lnTo>
                  <a:lnTo>
                    <a:pt x="485810" y="301923"/>
                  </a:lnTo>
                  <a:close/>
                  <a:moveTo>
                    <a:pt x="376461" y="300853"/>
                  </a:moveTo>
                  <a:lnTo>
                    <a:pt x="395659" y="300853"/>
                  </a:lnTo>
                  <a:lnTo>
                    <a:pt x="395659" y="301923"/>
                  </a:lnTo>
                  <a:lnTo>
                    <a:pt x="376461" y="301923"/>
                  </a:lnTo>
                  <a:close/>
                  <a:moveTo>
                    <a:pt x="484975" y="301923"/>
                  </a:moveTo>
                  <a:lnTo>
                    <a:pt x="490818" y="301923"/>
                  </a:lnTo>
                  <a:lnTo>
                    <a:pt x="490818" y="302994"/>
                  </a:lnTo>
                  <a:lnTo>
                    <a:pt x="484975" y="302994"/>
                  </a:lnTo>
                  <a:close/>
                  <a:moveTo>
                    <a:pt x="722037" y="301923"/>
                  </a:moveTo>
                  <a:lnTo>
                    <a:pt x="787145" y="301923"/>
                  </a:lnTo>
                  <a:lnTo>
                    <a:pt x="787145" y="302994"/>
                  </a:lnTo>
                  <a:lnTo>
                    <a:pt x="722037" y="302994"/>
                  </a:lnTo>
                  <a:close/>
                  <a:moveTo>
                    <a:pt x="651920" y="301923"/>
                  </a:moveTo>
                  <a:lnTo>
                    <a:pt x="657763" y="301923"/>
                  </a:lnTo>
                  <a:lnTo>
                    <a:pt x="657763" y="302994"/>
                  </a:lnTo>
                  <a:lnTo>
                    <a:pt x="651920" y="302994"/>
                  </a:lnTo>
                  <a:close/>
                  <a:moveTo>
                    <a:pt x="484140" y="302994"/>
                  </a:moveTo>
                  <a:lnTo>
                    <a:pt x="490818" y="302994"/>
                  </a:lnTo>
                  <a:lnTo>
                    <a:pt x="490818" y="304065"/>
                  </a:lnTo>
                  <a:lnTo>
                    <a:pt x="484140" y="304065"/>
                  </a:lnTo>
                  <a:close/>
                  <a:moveTo>
                    <a:pt x="670284" y="301923"/>
                  </a:moveTo>
                  <a:lnTo>
                    <a:pt x="699499" y="301923"/>
                  </a:lnTo>
                  <a:lnTo>
                    <a:pt x="699499" y="304065"/>
                  </a:lnTo>
                  <a:lnTo>
                    <a:pt x="670284" y="304065"/>
                  </a:lnTo>
                  <a:close/>
                  <a:moveTo>
                    <a:pt x="317195" y="298711"/>
                  </a:moveTo>
                  <a:lnTo>
                    <a:pt x="339733" y="298711"/>
                  </a:lnTo>
                  <a:lnTo>
                    <a:pt x="339733" y="304065"/>
                  </a:lnTo>
                  <a:lnTo>
                    <a:pt x="317195" y="304065"/>
                  </a:lnTo>
                  <a:close/>
                  <a:moveTo>
                    <a:pt x="878965" y="301923"/>
                  </a:moveTo>
                  <a:lnTo>
                    <a:pt x="1000000" y="301923"/>
                  </a:lnTo>
                  <a:lnTo>
                    <a:pt x="1000000" y="304065"/>
                  </a:lnTo>
                  <a:lnTo>
                    <a:pt x="878965" y="304065"/>
                  </a:lnTo>
                  <a:close/>
                  <a:moveTo>
                    <a:pt x="722037" y="302994"/>
                  </a:moveTo>
                  <a:lnTo>
                    <a:pt x="787980" y="302994"/>
                  </a:lnTo>
                  <a:lnTo>
                    <a:pt x="787980" y="304065"/>
                  </a:lnTo>
                  <a:lnTo>
                    <a:pt x="722037" y="304065"/>
                  </a:lnTo>
                  <a:close/>
                  <a:moveTo>
                    <a:pt x="722037" y="304065"/>
                  </a:moveTo>
                  <a:lnTo>
                    <a:pt x="788815" y="304065"/>
                  </a:lnTo>
                  <a:lnTo>
                    <a:pt x="788815" y="305135"/>
                  </a:lnTo>
                  <a:lnTo>
                    <a:pt x="722037" y="305135"/>
                  </a:lnTo>
                  <a:close/>
                  <a:moveTo>
                    <a:pt x="376461" y="301923"/>
                  </a:moveTo>
                  <a:lnTo>
                    <a:pt x="396494" y="301923"/>
                  </a:lnTo>
                  <a:lnTo>
                    <a:pt x="396494" y="305135"/>
                  </a:lnTo>
                  <a:lnTo>
                    <a:pt x="376461" y="305135"/>
                  </a:lnTo>
                  <a:close/>
                  <a:moveTo>
                    <a:pt x="199499" y="288004"/>
                  </a:moveTo>
                  <a:lnTo>
                    <a:pt x="214524" y="288004"/>
                  </a:lnTo>
                  <a:lnTo>
                    <a:pt x="214524" y="305135"/>
                  </a:lnTo>
                  <a:lnTo>
                    <a:pt x="199499" y="305135"/>
                  </a:lnTo>
                  <a:close/>
                  <a:moveTo>
                    <a:pt x="278798" y="298711"/>
                  </a:moveTo>
                  <a:lnTo>
                    <a:pt x="287980" y="298711"/>
                  </a:lnTo>
                  <a:lnTo>
                    <a:pt x="287980" y="305135"/>
                  </a:lnTo>
                  <a:lnTo>
                    <a:pt x="278798" y="305135"/>
                  </a:lnTo>
                  <a:close/>
                  <a:moveTo>
                    <a:pt x="504174" y="298711"/>
                  </a:moveTo>
                  <a:lnTo>
                    <a:pt x="516694" y="298711"/>
                  </a:lnTo>
                  <a:lnTo>
                    <a:pt x="516694" y="305135"/>
                  </a:lnTo>
                  <a:lnTo>
                    <a:pt x="504174" y="305135"/>
                  </a:lnTo>
                  <a:close/>
                  <a:moveTo>
                    <a:pt x="670284" y="304065"/>
                  </a:moveTo>
                  <a:lnTo>
                    <a:pt x="698664" y="304065"/>
                  </a:lnTo>
                  <a:lnTo>
                    <a:pt x="698664" y="306206"/>
                  </a:lnTo>
                  <a:lnTo>
                    <a:pt x="670284" y="306206"/>
                  </a:lnTo>
                  <a:close/>
                  <a:moveTo>
                    <a:pt x="721202" y="305135"/>
                  </a:moveTo>
                  <a:lnTo>
                    <a:pt x="791319" y="305135"/>
                  </a:lnTo>
                  <a:lnTo>
                    <a:pt x="791319" y="306206"/>
                  </a:lnTo>
                  <a:lnTo>
                    <a:pt x="721202" y="306206"/>
                  </a:lnTo>
                  <a:close/>
                  <a:moveTo>
                    <a:pt x="483306" y="304065"/>
                  </a:moveTo>
                  <a:lnTo>
                    <a:pt x="491653" y="304065"/>
                  </a:lnTo>
                  <a:lnTo>
                    <a:pt x="491653" y="306206"/>
                  </a:lnTo>
                  <a:lnTo>
                    <a:pt x="483306" y="306206"/>
                  </a:lnTo>
                  <a:close/>
                  <a:moveTo>
                    <a:pt x="375626" y="305135"/>
                  </a:moveTo>
                  <a:lnTo>
                    <a:pt x="396494" y="305135"/>
                  </a:lnTo>
                  <a:lnTo>
                    <a:pt x="396494" y="306206"/>
                  </a:lnTo>
                  <a:lnTo>
                    <a:pt x="375626" y="306206"/>
                  </a:lnTo>
                  <a:close/>
                  <a:moveTo>
                    <a:pt x="464107" y="295499"/>
                  </a:moveTo>
                  <a:lnTo>
                    <a:pt x="469950" y="295499"/>
                  </a:lnTo>
                  <a:lnTo>
                    <a:pt x="469950" y="306206"/>
                  </a:lnTo>
                  <a:lnTo>
                    <a:pt x="464107" y="306206"/>
                  </a:lnTo>
                  <a:close/>
                  <a:moveTo>
                    <a:pt x="235392" y="301923"/>
                  </a:moveTo>
                  <a:lnTo>
                    <a:pt x="255426" y="301923"/>
                  </a:lnTo>
                  <a:lnTo>
                    <a:pt x="255426" y="306206"/>
                  </a:lnTo>
                  <a:lnTo>
                    <a:pt x="235392" y="306206"/>
                  </a:lnTo>
                  <a:close/>
                  <a:moveTo>
                    <a:pt x="482471" y="306206"/>
                  </a:moveTo>
                  <a:lnTo>
                    <a:pt x="491653" y="306206"/>
                  </a:lnTo>
                  <a:lnTo>
                    <a:pt x="491653" y="307277"/>
                  </a:lnTo>
                  <a:lnTo>
                    <a:pt x="482471" y="307277"/>
                  </a:lnTo>
                  <a:close/>
                  <a:moveTo>
                    <a:pt x="504174" y="305135"/>
                  </a:moveTo>
                  <a:lnTo>
                    <a:pt x="517529" y="305135"/>
                  </a:lnTo>
                  <a:lnTo>
                    <a:pt x="517529" y="307277"/>
                  </a:lnTo>
                  <a:lnTo>
                    <a:pt x="504174" y="307277"/>
                  </a:lnTo>
                  <a:close/>
                  <a:moveTo>
                    <a:pt x="374791" y="306206"/>
                  </a:moveTo>
                  <a:lnTo>
                    <a:pt x="396494" y="306206"/>
                  </a:lnTo>
                  <a:lnTo>
                    <a:pt x="396494" y="307277"/>
                  </a:lnTo>
                  <a:lnTo>
                    <a:pt x="374791" y="307277"/>
                  </a:lnTo>
                  <a:close/>
                  <a:moveTo>
                    <a:pt x="877295" y="304065"/>
                  </a:moveTo>
                  <a:lnTo>
                    <a:pt x="1000000" y="304065"/>
                  </a:lnTo>
                  <a:lnTo>
                    <a:pt x="1000000" y="307277"/>
                  </a:lnTo>
                  <a:lnTo>
                    <a:pt x="877295" y="307277"/>
                  </a:lnTo>
                  <a:close/>
                  <a:moveTo>
                    <a:pt x="721202" y="306206"/>
                  </a:moveTo>
                  <a:lnTo>
                    <a:pt x="792154" y="306206"/>
                  </a:lnTo>
                  <a:lnTo>
                    <a:pt x="792154" y="307277"/>
                  </a:lnTo>
                  <a:lnTo>
                    <a:pt x="721202" y="307277"/>
                  </a:lnTo>
                  <a:close/>
                  <a:moveTo>
                    <a:pt x="277963" y="305135"/>
                  </a:moveTo>
                  <a:lnTo>
                    <a:pt x="287980" y="305135"/>
                  </a:lnTo>
                  <a:lnTo>
                    <a:pt x="287980" y="307277"/>
                  </a:lnTo>
                  <a:lnTo>
                    <a:pt x="277963" y="307277"/>
                  </a:lnTo>
                  <a:close/>
                  <a:moveTo>
                    <a:pt x="463272" y="306206"/>
                  </a:moveTo>
                  <a:lnTo>
                    <a:pt x="469950" y="306206"/>
                  </a:lnTo>
                  <a:lnTo>
                    <a:pt x="469950" y="308347"/>
                  </a:lnTo>
                  <a:lnTo>
                    <a:pt x="463272" y="308347"/>
                  </a:lnTo>
                  <a:close/>
                  <a:moveTo>
                    <a:pt x="651085" y="302994"/>
                  </a:moveTo>
                  <a:lnTo>
                    <a:pt x="657763" y="302994"/>
                  </a:lnTo>
                  <a:lnTo>
                    <a:pt x="657763" y="308347"/>
                  </a:lnTo>
                  <a:lnTo>
                    <a:pt x="651085" y="308347"/>
                  </a:lnTo>
                  <a:close/>
                  <a:moveTo>
                    <a:pt x="235392" y="306206"/>
                  </a:moveTo>
                  <a:lnTo>
                    <a:pt x="254591" y="306206"/>
                  </a:lnTo>
                  <a:lnTo>
                    <a:pt x="254591" y="308347"/>
                  </a:lnTo>
                  <a:lnTo>
                    <a:pt x="235392" y="308347"/>
                  </a:lnTo>
                  <a:close/>
                  <a:moveTo>
                    <a:pt x="669449" y="306206"/>
                  </a:moveTo>
                  <a:lnTo>
                    <a:pt x="698664" y="306206"/>
                  </a:lnTo>
                  <a:lnTo>
                    <a:pt x="698664" y="308347"/>
                  </a:lnTo>
                  <a:lnTo>
                    <a:pt x="669449" y="308347"/>
                  </a:lnTo>
                  <a:close/>
                  <a:moveTo>
                    <a:pt x="720367" y="307277"/>
                  </a:moveTo>
                  <a:lnTo>
                    <a:pt x="793823" y="307277"/>
                  </a:lnTo>
                  <a:lnTo>
                    <a:pt x="793823" y="308347"/>
                  </a:lnTo>
                  <a:lnTo>
                    <a:pt x="720367" y="308347"/>
                  </a:lnTo>
                  <a:close/>
                  <a:moveTo>
                    <a:pt x="876461" y="307277"/>
                  </a:moveTo>
                  <a:lnTo>
                    <a:pt x="1000000" y="307277"/>
                  </a:lnTo>
                  <a:lnTo>
                    <a:pt x="1000000" y="308347"/>
                  </a:lnTo>
                  <a:lnTo>
                    <a:pt x="876461" y="308347"/>
                  </a:lnTo>
                  <a:close/>
                  <a:moveTo>
                    <a:pt x="650250" y="308347"/>
                  </a:moveTo>
                  <a:lnTo>
                    <a:pt x="657763" y="308347"/>
                  </a:lnTo>
                  <a:lnTo>
                    <a:pt x="657763" y="309418"/>
                  </a:lnTo>
                  <a:lnTo>
                    <a:pt x="650250" y="309418"/>
                  </a:lnTo>
                  <a:close/>
                  <a:moveTo>
                    <a:pt x="234558" y="308347"/>
                  </a:moveTo>
                  <a:lnTo>
                    <a:pt x="254591" y="308347"/>
                  </a:lnTo>
                  <a:lnTo>
                    <a:pt x="254591" y="309418"/>
                  </a:lnTo>
                  <a:lnTo>
                    <a:pt x="234558" y="309418"/>
                  </a:lnTo>
                  <a:close/>
                  <a:moveTo>
                    <a:pt x="199499" y="305135"/>
                  </a:moveTo>
                  <a:lnTo>
                    <a:pt x="213689" y="305135"/>
                  </a:lnTo>
                  <a:lnTo>
                    <a:pt x="213689" y="309418"/>
                  </a:lnTo>
                  <a:lnTo>
                    <a:pt x="199499" y="309418"/>
                  </a:lnTo>
                  <a:close/>
                  <a:moveTo>
                    <a:pt x="277129" y="307277"/>
                  </a:moveTo>
                  <a:lnTo>
                    <a:pt x="287980" y="307277"/>
                  </a:lnTo>
                  <a:lnTo>
                    <a:pt x="287980" y="309418"/>
                  </a:lnTo>
                  <a:lnTo>
                    <a:pt x="277129" y="309418"/>
                  </a:lnTo>
                  <a:close/>
                  <a:moveTo>
                    <a:pt x="720367" y="308347"/>
                  </a:moveTo>
                  <a:lnTo>
                    <a:pt x="796327" y="308347"/>
                  </a:lnTo>
                  <a:lnTo>
                    <a:pt x="796327" y="309418"/>
                  </a:lnTo>
                  <a:lnTo>
                    <a:pt x="720367" y="309418"/>
                  </a:lnTo>
                  <a:close/>
                  <a:moveTo>
                    <a:pt x="875626" y="308347"/>
                  </a:moveTo>
                  <a:lnTo>
                    <a:pt x="1000000" y="308347"/>
                  </a:lnTo>
                  <a:lnTo>
                    <a:pt x="1000000" y="309418"/>
                  </a:lnTo>
                  <a:lnTo>
                    <a:pt x="875626" y="309418"/>
                  </a:lnTo>
                  <a:close/>
                  <a:moveTo>
                    <a:pt x="668614" y="308347"/>
                  </a:moveTo>
                  <a:lnTo>
                    <a:pt x="698664" y="308347"/>
                  </a:lnTo>
                  <a:lnTo>
                    <a:pt x="698664" y="309418"/>
                  </a:lnTo>
                  <a:lnTo>
                    <a:pt x="668614" y="309418"/>
                  </a:lnTo>
                  <a:close/>
                  <a:moveTo>
                    <a:pt x="720367" y="309418"/>
                  </a:moveTo>
                  <a:lnTo>
                    <a:pt x="797162" y="309418"/>
                  </a:lnTo>
                  <a:lnTo>
                    <a:pt x="797162" y="310489"/>
                  </a:lnTo>
                  <a:lnTo>
                    <a:pt x="720367" y="310489"/>
                  </a:lnTo>
                  <a:close/>
                  <a:moveTo>
                    <a:pt x="354758" y="293358"/>
                  </a:moveTo>
                  <a:lnTo>
                    <a:pt x="358932" y="293358"/>
                  </a:lnTo>
                  <a:lnTo>
                    <a:pt x="358932" y="310489"/>
                  </a:lnTo>
                  <a:lnTo>
                    <a:pt x="354758" y="310489"/>
                  </a:lnTo>
                  <a:close/>
                  <a:moveTo>
                    <a:pt x="482471" y="307277"/>
                  </a:moveTo>
                  <a:lnTo>
                    <a:pt x="492487" y="307277"/>
                  </a:lnTo>
                  <a:lnTo>
                    <a:pt x="492487" y="310489"/>
                  </a:lnTo>
                  <a:lnTo>
                    <a:pt x="482471" y="310489"/>
                  </a:lnTo>
                  <a:close/>
                  <a:moveTo>
                    <a:pt x="277963" y="309418"/>
                  </a:moveTo>
                  <a:lnTo>
                    <a:pt x="287980" y="309418"/>
                  </a:lnTo>
                  <a:lnTo>
                    <a:pt x="287980" y="310489"/>
                  </a:lnTo>
                  <a:lnTo>
                    <a:pt x="277963" y="310489"/>
                  </a:lnTo>
                  <a:close/>
                  <a:moveTo>
                    <a:pt x="373957" y="307277"/>
                  </a:moveTo>
                  <a:lnTo>
                    <a:pt x="396494" y="307277"/>
                  </a:lnTo>
                  <a:lnTo>
                    <a:pt x="396494" y="310489"/>
                  </a:lnTo>
                  <a:lnTo>
                    <a:pt x="373957" y="310489"/>
                  </a:lnTo>
                  <a:close/>
                  <a:moveTo>
                    <a:pt x="316361" y="304065"/>
                  </a:moveTo>
                  <a:lnTo>
                    <a:pt x="339733" y="304065"/>
                  </a:lnTo>
                  <a:lnTo>
                    <a:pt x="339733" y="311559"/>
                  </a:lnTo>
                  <a:lnTo>
                    <a:pt x="316361" y="311559"/>
                  </a:lnTo>
                  <a:close/>
                  <a:moveTo>
                    <a:pt x="233723" y="309418"/>
                  </a:moveTo>
                  <a:lnTo>
                    <a:pt x="255426" y="309418"/>
                  </a:lnTo>
                  <a:lnTo>
                    <a:pt x="255426" y="311559"/>
                  </a:lnTo>
                  <a:lnTo>
                    <a:pt x="233723" y="311559"/>
                  </a:lnTo>
                  <a:close/>
                  <a:moveTo>
                    <a:pt x="504174" y="307277"/>
                  </a:moveTo>
                  <a:lnTo>
                    <a:pt x="518364" y="307277"/>
                  </a:lnTo>
                  <a:lnTo>
                    <a:pt x="518364" y="311559"/>
                  </a:lnTo>
                  <a:lnTo>
                    <a:pt x="504174" y="311559"/>
                  </a:lnTo>
                  <a:close/>
                  <a:moveTo>
                    <a:pt x="355593" y="310489"/>
                  </a:moveTo>
                  <a:lnTo>
                    <a:pt x="358932" y="310489"/>
                  </a:lnTo>
                  <a:lnTo>
                    <a:pt x="358932" y="311559"/>
                  </a:lnTo>
                  <a:lnTo>
                    <a:pt x="355593" y="311559"/>
                  </a:lnTo>
                  <a:close/>
                  <a:moveTo>
                    <a:pt x="649416" y="309418"/>
                  </a:moveTo>
                  <a:lnTo>
                    <a:pt x="657763" y="309418"/>
                  </a:lnTo>
                  <a:lnTo>
                    <a:pt x="657763" y="311559"/>
                  </a:lnTo>
                  <a:lnTo>
                    <a:pt x="649416" y="311559"/>
                  </a:lnTo>
                  <a:close/>
                  <a:moveTo>
                    <a:pt x="719533" y="310489"/>
                  </a:moveTo>
                  <a:lnTo>
                    <a:pt x="798831" y="310489"/>
                  </a:lnTo>
                  <a:lnTo>
                    <a:pt x="798831" y="311559"/>
                  </a:lnTo>
                  <a:lnTo>
                    <a:pt x="719533" y="311559"/>
                  </a:lnTo>
                  <a:close/>
                  <a:moveTo>
                    <a:pt x="874791" y="309418"/>
                  </a:moveTo>
                  <a:lnTo>
                    <a:pt x="1000000" y="309418"/>
                  </a:lnTo>
                  <a:lnTo>
                    <a:pt x="1000000" y="311559"/>
                  </a:lnTo>
                  <a:lnTo>
                    <a:pt x="874791" y="311559"/>
                  </a:lnTo>
                  <a:close/>
                  <a:moveTo>
                    <a:pt x="481636" y="310489"/>
                  </a:moveTo>
                  <a:lnTo>
                    <a:pt x="492487" y="310489"/>
                  </a:lnTo>
                  <a:lnTo>
                    <a:pt x="492487" y="312630"/>
                  </a:lnTo>
                  <a:lnTo>
                    <a:pt x="481636" y="312630"/>
                  </a:lnTo>
                  <a:close/>
                  <a:moveTo>
                    <a:pt x="373957" y="310489"/>
                  </a:moveTo>
                  <a:lnTo>
                    <a:pt x="395659" y="310489"/>
                  </a:lnTo>
                  <a:lnTo>
                    <a:pt x="395659" y="312630"/>
                  </a:lnTo>
                  <a:lnTo>
                    <a:pt x="373957" y="312630"/>
                  </a:lnTo>
                  <a:close/>
                  <a:moveTo>
                    <a:pt x="277129" y="310489"/>
                  </a:moveTo>
                  <a:lnTo>
                    <a:pt x="287980" y="310489"/>
                  </a:lnTo>
                  <a:lnTo>
                    <a:pt x="287980" y="312630"/>
                  </a:lnTo>
                  <a:lnTo>
                    <a:pt x="277129" y="312630"/>
                  </a:lnTo>
                  <a:close/>
                  <a:moveTo>
                    <a:pt x="873957" y="311559"/>
                  </a:moveTo>
                  <a:lnTo>
                    <a:pt x="1000000" y="311559"/>
                  </a:lnTo>
                  <a:lnTo>
                    <a:pt x="1000000" y="312630"/>
                  </a:lnTo>
                  <a:lnTo>
                    <a:pt x="873957" y="312630"/>
                  </a:lnTo>
                  <a:close/>
                  <a:moveTo>
                    <a:pt x="719533" y="311559"/>
                  </a:moveTo>
                  <a:lnTo>
                    <a:pt x="801336" y="311559"/>
                  </a:lnTo>
                  <a:lnTo>
                    <a:pt x="801336" y="312630"/>
                  </a:lnTo>
                  <a:lnTo>
                    <a:pt x="719533" y="312630"/>
                  </a:lnTo>
                  <a:close/>
                  <a:moveTo>
                    <a:pt x="719533" y="312630"/>
                  </a:moveTo>
                  <a:lnTo>
                    <a:pt x="802170" y="312630"/>
                  </a:lnTo>
                  <a:lnTo>
                    <a:pt x="802170" y="313701"/>
                  </a:lnTo>
                  <a:lnTo>
                    <a:pt x="719533" y="313701"/>
                  </a:lnTo>
                  <a:close/>
                  <a:moveTo>
                    <a:pt x="648581" y="311559"/>
                  </a:moveTo>
                  <a:lnTo>
                    <a:pt x="656928" y="311559"/>
                  </a:lnTo>
                  <a:lnTo>
                    <a:pt x="656928" y="313701"/>
                  </a:lnTo>
                  <a:lnTo>
                    <a:pt x="648581" y="313701"/>
                  </a:lnTo>
                  <a:close/>
                  <a:moveTo>
                    <a:pt x="373122" y="312630"/>
                  </a:moveTo>
                  <a:lnTo>
                    <a:pt x="395659" y="312630"/>
                  </a:lnTo>
                  <a:lnTo>
                    <a:pt x="395659" y="313701"/>
                  </a:lnTo>
                  <a:lnTo>
                    <a:pt x="373122" y="313701"/>
                  </a:lnTo>
                  <a:close/>
                  <a:moveTo>
                    <a:pt x="667780" y="309418"/>
                  </a:moveTo>
                  <a:lnTo>
                    <a:pt x="698664" y="309418"/>
                  </a:lnTo>
                  <a:lnTo>
                    <a:pt x="698664" y="313701"/>
                  </a:lnTo>
                  <a:lnTo>
                    <a:pt x="667780" y="313701"/>
                  </a:lnTo>
                  <a:close/>
                  <a:moveTo>
                    <a:pt x="872287" y="312630"/>
                  </a:moveTo>
                  <a:lnTo>
                    <a:pt x="1000000" y="312630"/>
                  </a:lnTo>
                  <a:lnTo>
                    <a:pt x="1000000" y="314771"/>
                  </a:lnTo>
                  <a:lnTo>
                    <a:pt x="872287" y="314771"/>
                  </a:lnTo>
                  <a:close/>
                  <a:moveTo>
                    <a:pt x="373122" y="313701"/>
                  </a:moveTo>
                  <a:lnTo>
                    <a:pt x="394825" y="313701"/>
                  </a:lnTo>
                  <a:lnTo>
                    <a:pt x="394825" y="314771"/>
                  </a:lnTo>
                  <a:lnTo>
                    <a:pt x="373122" y="314771"/>
                  </a:lnTo>
                  <a:close/>
                  <a:moveTo>
                    <a:pt x="463272" y="308347"/>
                  </a:moveTo>
                  <a:lnTo>
                    <a:pt x="469115" y="308347"/>
                  </a:lnTo>
                  <a:lnTo>
                    <a:pt x="469115" y="314771"/>
                  </a:lnTo>
                  <a:lnTo>
                    <a:pt x="463272" y="314771"/>
                  </a:lnTo>
                  <a:close/>
                  <a:moveTo>
                    <a:pt x="481636" y="312630"/>
                  </a:moveTo>
                  <a:lnTo>
                    <a:pt x="493322" y="312630"/>
                  </a:lnTo>
                  <a:lnTo>
                    <a:pt x="493322" y="314771"/>
                  </a:lnTo>
                  <a:lnTo>
                    <a:pt x="481636" y="314771"/>
                  </a:lnTo>
                  <a:close/>
                  <a:moveTo>
                    <a:pt x="719533" y="313701"/>
                  </a:moveTo>
                  <a:lnTo>
                    <a:pt x="803840" y="313701"/>
                  </a:lnTo>
                  <a:lnTo>
                    <a:pt x="803840" y="314771"/>
                  </a:lnTo>
                  <a:lnTo>
                    <a:pt x="719533" y="314771"/>
                  </a:lnTo>
                  <a:close/>
                  <a:moveTo>
                    <a:pt x="232888" y="311559"/>
                  </a:moveTo>
                  <a:lnTo>
                    <a:pt x="254591" y="311559"/>
                  </a:lnTo>
                  <a:lnTo>
                    <a:pt x="254591" y="315842"/>
                  </a:lnTo>
                  <a:lnTo>
                    <a:pt x="232888" y="315842"/>
                  </a:lnTo>
                  <a:close/>
                  <a:moveTo>
                    <a:pt x="199499" y="309418"/>
                  </a:moveTo>
                  <a:lnTo>
                    <a:pt x="212855" y="309418"/>
                  </a:lnTo>
                  <a:lnTo>
                    <a:pt x="212855" y="315842"/>
                  </a:lnTo>
                  <a:lnTo>
                    <a:pt x="199499" y="315842"/>
                  </a:lnTo>
                  <a:close/>
                  <a:moveTo>
                    <a:pt x="372287" y="314771"/>
                  </a:moveTo>
                  <a:lnTo>
                    <a:pt x="394825" y="314771"/>
                  </a:lnTo>
                  <a:lnTo>
                    <a:pt x="394825" y="315842"/>
                  </a:lnTo>
                  <a:lnTo>
                    <a:pt x="372287" y="315842"/>
                  </a:lnTo>
                  <a:close/>
                  <a:moveTo>
                    <a:pt x="667780" y="313701"/>
                  </a:moveTo>
                  <a:lnTo>
                    <a:pt x="697830" y="313701"/>
                  </a:lnTo>
                  <a:lnTo>
                    <a:pt x="697830" y="315842"/>
                  </a:lnTo>
                  <a:lnTo>
                    <a:pt x="667780" y="315842"/>
                  </a:lnTo>
                  <a:close/>
                  <a:moveTo>
                    <a:pt x="871452" y="314771"/>
                  </a:moveTo>
                  <a:lnTo>
                    <a:pt x="1000000" y="314771"/>
                  </a:lnTo>
                  <a:lnTo>
                    <a:pt x="1000000" y="315842"/>
                  </a:lnTo>
                  <a:lnTo>
                    <a:pt x="871452" y="315842"/>
                  </a:lnTo>
                  <a:close/>
                  <a:moveTo>
                    <a:pt x="719533" y="314771"/>
                  </a:moveTo>
                  <a:lnTo>
                    <a:pt x="806344" y="314771"/>
                  </a:lnTo>
                  <a:lnTo>
                    <a:pt x="806344" y="315842"/>
                  </a:lnTo>
                  <a:lnTo>
                    <a:pt x="719533" y="315842"/>
                  </a:lnTo>
                  <a:close/>
                  <a:moveTo>
                    <a:pt x="464107" y="314771"/>
                  </a:moveTo>
                  <a:lnTo>
                    <a:pt x="469115" y="314771"/>
                  </a:lnTo>
                  <a:lnTo>
                    <a:pt x="469115" y="316913"/>
                  </a:lnTo>
                  <a:lnTo>
                    <a:pt x="464107" y="316913"/>
                  </a:lnTo>
                  <a:close/>
                  <a:moveTo>
                    <a:pt x="667780" y="315842"/>
                  </a:moveTo>
                  <a:lnTo>
                    <a:pt x="696995" y="315842"/>
                  </a:lnTo>
                  <a:lnTo>
                    <a:pt x="696995" y="316913"/>
                  </a:lnTo>
                  <a:lnTo>
                    <a:pt x="667780" y="316913"/>
                  </a:lnTo>
                  <a:close/>
                  <a:moveTo>
                    <a:pt x="648581" y="313701"/>
                  </a:moveTo>
                  <a:lnTo>
                    <a:pt x="656093" y="313701"/>
                  </a:lnTo>
                  <a:lnTo>
                    <a:pt x="656093" y="316913"/>
                  </a:lnTo>
                  <a:lnTo>
                    <a:pt x="648581" y="316913"/>
                  </a:lnTo>
                  <a:close/>
                  <a:moveTo>
                    <a:pt x="870618" y="315842"/>
                  </a:moveTo>
                  <a:lnTo>
                    <a:pt x="1000000" y="315842"/>
                  </a:lnTo>
                  <a:lnTo>
                    <a:pt x="1000000" y="316913"/>
                  </a:lnTo>
                  <a:lnTo>
                    <a:pt x="870618" y="316913"/>
                  </a:lnTo>
                  <a:close/>
                  <a:moveTo>
                    <a:pt x="372287" y="315842"/>
                  </a:moveTo>
                  <a:lnTo>
                    <a:pt x="395659" y="315842"/>
                  </a:lnTo>
                  <a:lnTo>
                    <a:pt x="395659" y="316913"/>
                  </a:lnTo>
                  <a:lnTo>
                    <a:pt x="372287" y="316913"/>
                  </a:lnTo>
                  <a:close/>
                  <a:moveTo>
                    <a:pt x="232888" y="315842"/>
                  </a:moveTo>
                  <a:lnTo>
                    <a:pt x="253756" y="315842"/>
                  </a:lnTo>
                  <a:lnTo>
                    <a:pt x="253756" y="316913"/>
                  </a:lnTo>
                  <a:lnTo>
                    <a:pt x="232888" y="316913"/>
                  </a:lnTo>
                  <a:close/>
                  <a:moveTo>
                    <a:pt x="719533" y="315842"/>
                  </a:moveTo>
                  <a:lnTo>
                    <a:pt x="808848" y="315842"/>
                  </a:lnTo>
                  <a:lnTo>
                    <a:pt x="808848" y="316913"/>
                  </a:lnTo>
                  <a:lnTo>
                    <a:pt x="719533" y="316913"/>
                  </a:lnTo>
                  <a:close/>
                  <a:moveTo>
                    <a:pt x="869783" y="316913"/>
                  </a:moveTo>
                  <a:lnTo>
                    <a:pt x="1000000" y="316913"/>
                  </a:lnTo>
                  <a:lnTo>
                    <a:pt x="1000000" y="317984"/>
                  </a:lnTo>
                  <a:lnTo>
                    <a:pt x="869783" y="317984"/>
                  </a:lnTo>
                  <a:close/>
                  <a:moveTo>
                    <a:pt x="719533" y="316913"/>
                  </a:moveTo>
                  <a:lnTo>
                    <a:pt x="809683" y="316913"/>
                  </a:lnTo>
                  <a:lnTo>
                    <a:pt x="809683" y="317984"/>
                  </a:lnTo>
                  <a:lnTo>
                    <a:pt x="719533" y="317984"/>
                  </a:lnTo>
                  <a:close/>
                  <a:moveTo>
                    <a:pt x="666945" y="316913"/>
                  </a:moveTo>
                  <a:lnTo>
                    <a:pt x="696995" y="316913"/>
                  </a:lnTo>
                  <a:lnTo>
                    <a:pt x="696995" y="317984"/>
                  </a:lnTo>
                  <a:lnTo>
                    <a:pt x="666945" y="317984"/>
                  </a:lnTo>
                  <a:close/>
                  <a:moveTo>
                    <a:pt x="719533" y="317984"/>
                  </a:moveTo>
                  <a:lnTo>
                    <a:pt x="811352" y="317984"/>
                  </a:lnTo>
                  <a:lnTo>
                    <a:pt x="811352" y="319054"/>
                  </a:lnTo>
                  <a:lnTo>
                    <a:pt x="719533" y="319054"/>
                  </a:lnTo>
                  <a:close/>
                  <a:moveTo>
                    <a:pt x="480801" y="314771"/>
                  </a:moveTo>
                  <a:lnTo>
                    <a:pt x="494157" y="314771"/>
                  </a:lnTo>
                  <a:lnTo>
                    <a:pt x="494157" y="319054"/>
                  </a:lnTo>
                  <a:lnTo>
                    <a:pt x="480801" y="319054"/>
                  </a:lnTo>
                  <a:close/>
                  <a:moveTo>
                    <a:pt x="315526" y="311559"/>
                  </a:moveTo>
                  <a:lnTo>
                    <a:pt x="339733" y="311559"/>
                  </a:lnTo>
                  <a:lnTo>
                    <a:pt x="339733" y="319054"/>
                  </a:lnTo>
                  <a:lnTo>
                    <a:pt x="315526" y="319054"/>
                  </a:lnTo>
                  <a:close/>
                  <a:moveTo>
                    <a:pt x="666945" y="317984"/>
                  </a:moveTo>
                  <a:lnTo>
                    <a:pt x="696160" y="317984"/>
                  </a:lnTo>
                  <a:lnTo>
                    <a:pt x="696160" y="319054"/>
                  </a:lnTo>
                  <a:lnTo>
                    <a:pt x="666945" y="319054"/>
                  </a:lnTo>
                  <a:close/>
                  <a:moveTo>
                    <a:pt x="648581" y="316913"/>
                  </a:moveTo>
                  <a:lnTo>
                    <a:pt x="655259" y="316913"/>
                  </a:lnTo>
                  <a:lnTo>
                    <a:pt x="655259" y="319054"/>
                  </a:lnTo>
                  <a:lnTo>
                    <a:pt x="648581" y="319054"/>
                  </a:lnTo>
                  <a:close/>
                  <a:moveTo>
                    <a:pt x="371452" y="316913"/>
                  </a:moveTo>
                  <a:lnTo>
                    <a:pt x="395659" y="316913"/>
                  </a:lnTo>
                  <a:lnTo>
                    <a:pt x="395659" y="320125"/>
                  </a:lnTo>
                  <a:lnTo>
                    <a:pt x="371452" y="320125"/>
                  </a:lnTo>
                  <a:close/>
                  <a:moveTo>
                    <a:pt x="276294" y="312630"/>
                  </a:moveTo>
                  <a:lnTo>
                    <a:pt x="287980" y="312630"/>
                  </a:lnTo>
                  <a:lnTo>
                    <a:pt x="287980" y="320125"/>
                  </a:lnTo>
                  <a:lnTo>
                    <a:pt x="276294" y="320125"/>
                  </a:lnTo>
                  <a:close/>
                  <a:moveTo>
                    <a:pt x="719533" y="319054"/>
                  </a:moveTo>
                  <a:lnTo>
                    <a:pt x="815526" y="319054"/>
                  </a:lnTo>
                  <a:lnTo>
                    <a:pt x="815526" y="320125"/>
                  </a:lnTo>
                  <a:lnTo>
                    <a:pt x="719533" y="320125"/>
                  </a:lnTo>
                  <a:close/>
                  <a:moveTo>
                    <a:pt x="463272" y="316913"/>
                  </a:moveTo>
                  <a:lnTo>
                    <a:pt x="469115" y="316913"/>
                  </a:lnTo>
                  <a:lnTo>
                    <a:pt x="469115" y="320125"/>
                  </a:lnTo>
                  <a:lnTo>
                    <a:pt x="463272" y="320125"/>
                  </a:lnTo>
                  <a:close/>
                  <a:moveTo>
                    <a:pt x="868948" y="317984"/>
                  </a:moveTo>
                  <a:lnTo>
                    <a:pt x="1000000" y="317984"/>
                  </a:lnTo>
                  <a:lnTo>
                    <a:pt x="1000000" y="320125"/>
                  </a:lnTo>
                  <a:lnTo>
                    <a:pt x="868948" y="320125"/>
                  </a:lnTo>
                  <a:close/>
                  <a:moveTo>
                    <a:pt x="647746" y="319054"/>
                  </a:moveTo>
                  <a:lnTo>
                    <a:pt x="655259" y="319054"/>
                  </a:lnTo>
                  <a:lnTo>
                    <a:pt x="655259" y="320125"/>
                  </a:lnTo>
                  <a:lnTo>
                    <a:pt x="647746" y="320125"/>
                  </a:lnTo>
                  <a:close/>
                  <a:moveTo>
                    <a:pt x="868114" y="320125"/>
                  </a:moveTo>
                  <a:lnTo>
                    <a:pt x="1000000" y="320125"/>
                  </a:lnTo>
                  <a:lnTo>
                    <a:pt x="1000000" y="321196"/>
                  </a:lnTo>
                  <a:lnTo>
                    <a:pt x="868114" y="321196"/>
                  </a:lnTo>
                  <a:close/>
                  <a:moveTo>
                    <a:pt x="355593" y="311559"/>
                  </a:moveTo>
                  <a:lnTo>
                    <a:pt x="358097" y="311559"/>
                  </a:lnTo>
                  <a:lnTo>
                    <a:pt x="358097" y="321196"/>
                  </a:lnTo>
                  <a:lnTo>
                    <a:pt x="355593" y="321196"/>
                  </a:lnTo>
                  <a:close/>
                  <a:moveTo>
                    <a:pt x="719533" y="320125"/>
                  </a:moveTo>
                  <a:lnTo>
                    <a:pt x="817195" y="320125"/>
                  </a:lnTo>
                  <a:lnTo>
                    <a:pt x="817195" y="321196"/>
                  </a:lnTo>
                  <a:lnTo>
                    <a:pt x="719533" y="321196"/>
                  </a:lnTo>
                  <a:close/>
                  <a:moveTo>
                    <a:pt x="232053" y="316913"/>
                  </a:moveTo>
                  <a:lnTo>
                    <a:pt x="253756" y="316913"/>
                  </a:lnTo>
                  <a:lnTo>
                    <a:pt x="253756" y="321196"/>
                  </a:lnTo>
                  <a:lnTo>
                    <a:pt x="232053" y="321196"/>
                  </a:lnTo>
                  <a:close/>
                  <a:moveTo>
                    <a:pt x="666110" y="319054"/>
                  </a:moveTo>
                  <a:lnTo>
                    <a:pt x="696160" y="319054"/>
                  </a:lnTo>
                  <a:lnTo>
                    <a:pt x="696160" y="321196"/>
                  </a:lnTo>
                  <a:lnTo>
                    <a:pt x="666110" y="321196"/>
                  </a:lnTo>
                  <a:close/>
                  <a:moveTo>
                    <a:pt x="464107" y="320125"/>
                  </a:moveTo>
                  <a:lnTo>
                    <a:pt x="469115" y="320125"/>
                  </a:lnTo>
                  <a:lnTo>
                    <a:pt x="469115" y="322266"/>
                  </a:lnTo>
                  <a:lnTo>
                    <a:pt x="464107" y="322266"/>
                  </a:lnTo>
                  <a:close/>
                  <a:moveTo>
                    <a:pt x="719533" y="321196"/>
                  </a:moveTo>
                  <a:lnTo>
                    <a:pt x="818865" y="321196"/>
                  </a:lnTo>
                  <a:lnTo>
                    <a:pt x="818865" y="322266"/>
                  </a:lnTo>
                  <a:lnTo>
                    <a:pt x="719533" y="322266"/>
                  </a:lnTo>
                  <a:close/>
                  <a:moveTo>
                    <a:pt x="867279" y="321196"/>
                  </a:moveTo>
                  <a:lnTo>
                    <a:pt x="1000000" y="321196"/>
                  </a:lnTo>
                  <a:lnTo>
                    <a:pt x="1000000" y="322266"/>
                  </a:lnTo>
                  <a:lnTo>
                    <a:pt x="867279" y="322266"/>
                  </a:lnTo>
                  <a:close/>
                  <a:moveTo>
                    <a:pt x="480801" y="319054"/>
                  </a:moveTo>
                  <a:lnTo>
                    <a:pt x="494992" y="319054"/>
                  </a:lnTo>
                  <a:lnTo>
                    <a:pt x="494992" y="322266"/>
                  </a:lnTo>
                  <a:lnTo>
                    <a:pt x="480801" y="322266"/>
                  </a:lnTo>
                  <a:close/>
                  <a:moveTo>
                    <a:pt x="231219" y="321196"/>
                  </a:moveTo>
                  <a:lnTo>
                    <a:pt x="253756" y="321196"/>
                  </a:lnTo>
                  <a:lnTo>
                    <a:pt x="253756" y="322266"/>
                  </a:lnTo>
                  <a:lnTo>
                    <a:pt x="231219" y="322266"/>
                  </a:lnTo>
                  <a:close/>
                  <a:moveTo>
                    <a:pt x="646912" y="320125"/>
                  </a:moveTo>
                  <a:lnTo>
                    <a:pt x="655259" y="320125"/>
                  </a:lnTo>
                  <a:lnTo>
                    <a:pt x="655259" y="322266"/>
                  </a:lnTo>
                  <a:lnTo>
                    <a:pt x="646912" y="322266"/>
                  </a:lnTo>
                  <a:close/>
                  <a:moveTo>
                    <a:pt x="354758" y="321196"/>
                  </a:moveTo>
                  <a:lnTo>
                    <a:pt x="358097" y="321196"/>
                  </a:lnTo>
                  <a:lnTo>
                    <a:pt x="358097" y="322266"/>
                  </a:lnTo>
                  <a:lnTo>
                    <a:pt x="354758" y="322266"/>
                  </a:lnTo>
                  <a:close/>
                  <a:moveTo>
                    <a:pt x="231219" y="322266"/>
                  </a:moveTo>
                  <a:lnTo>
                    <a:pt x="252922" y="322266"/>
                  </a:lnTo>
                  <a:lnTo>
                    <a:pt x="252922" y="323337"/>
                  </a:lnTo>
                  <a:lnTo>
                    <a:pt x="231219" y="323337"/>
                  </a:lnTo>
                  <a:close/>
                  <a:moveTo>
                    <a:pt x="353923" y="322266"/>
                  </a:moveTo>
                  <a:lnTo>
                    <a:pt x="358097" y="322266"/>
                  </a:lnTo>
                  <a:lnTo>
                    <a:pt x="358097" y="323337"/>
                  </a:lnTo>
                  <a:lnTo>
                    <a:pt x="353923" y="323337"/>
                  </a:lnTo>
                  <a:close/>
                  <a:moveTo>
                    <a:pt x="718698" y="322266"/>
                  </a:moveTo>
                  <a:lnTo>
                    <a:pt x="823873" y="322266"/>
                  </a:lnTo>
                  <a:lnTo>
                    <a:pt x="823873" y="323337"/>
                  </a:lnTo>
                  <a:lnTo>
                    <a:pt x="718698" y="323337"/>
                  </a:lnTo>
                  <a:close/>
                  <a:moveTo>
                    <a:pt x="866444" y="322266"/>
                  </a:moveTo>
                  <a:lnTo>
                    <a:pt x="1000000" y="322266"/>
                  </a:lnTo>
                  <a:lnTo>
                    <a:pt x="1000000" y="323337"/>
                  </a:lnTo>
                  <a:lnTo>
                    <a:pt x="866444" y="323337"/>
                  </a:lnTo>
                  <a:close/>
                  <a:moveTo>
                    <a:pt x="276294" y="320125"/>
                  </a:moveTo>
                  <a:lnTo>
                    <a:pt x="287145" y="320125"/>
                  </a:lnTo>
                  <a:lnTo>
                    <a:pt x="287145" y="324408"/>
                  </a:lnTo>
                  <a:lnTo>
                    <a:pt x="276294" y="324408"/>
                  </a:lnTo>
                  <a:close/>
                  <a:moveTo>
                    <a:pt x="718698" y="323337"/>
                  </a:moveTo>
                  <a:lnTo>
                    <a:pt x="825543" y="323337"/>
                  </a:lnTo>
                  <a:lnTo>
                    <a:pt x="825543" y="324408"/>
                  </a:lnTo>
                  <a:lnTo>
                    <a:pt x="718698" y="324408"/>
                  </a:lnTo>
                  <a:close/>
                  <a:moveTo>
                    <a:pt x="353923" y="323337"/>
                  </a:moveTo>
                  <a:lnTo>
                    <a:pt x="357262" y="323337"/>
                  </a:lnTo>
                  <a:lnTo>
                    <a:pt x="357262" y="324408"/>
                  </a:lnTo>
                  <a:lnTo>
                    <a:pt x="353923" y="324408"/>
                  </a:lnTo>
                  <a:close/>
                  <a:moveTo>
                    <a:pt x="865609" y="323337"/>
                  </a:moveTo>
                  <a:lnTo>
                    <a:pt x="1000000" y="323337"/>
                  </a:lnTo>
                  <a:lnTo>
                    <a:pt x="1000000" y="324408"/>
                  </a:lnTo>
                  <a:lnTo>
                    <a:pt x="865609" y="324408"/>
                  </a:lnTo>
                  <a:close/>
                  <a:moveTo>
                    <a:pt x="408180" y="291216"/>
                  </a:moveTo>
                  <a:lnTo>
                    <a:pt x="414023" y="291216"/>
                  </a:lnTo>
                  <a:lnTo>
                    <a:pt x="414023" y="325478"/>
                  </a:lnTo>
                  <a:lnTo>
                    <a:pt x="408180" y="325478"/>
                  </a:lnTo>
                  <a:close/>
                  <a:moveTo>
                    <a:pt x="717863" y="324408"/>
                  </a:moveTo>
                  <a:lnTo>
                    <a:pt x="826377" y="324408"/>
                  </a:lnTo>
                  <a:lnTo>
                    <a:pt x="826377" y="325478"/>
                  </a:lnTo>
                  <a:lnTo>
                    <a:pt x="717863" y="325478"/>
                  </a:lnTo>
                  <a:close/>
                  <a:moveTo>
                    <a:pt x="864775" y="324408"/>
                  </a:moveTo>
                  <a:lnTo>
                    <a:pt x="1000000" y="324408"/>
                  </a:lnTo>
                  <a:lnTo>
                    <a:pt x="1000000" y="325478"/>
                  </a:lnTo>
                  <a:lnTo>
                    <a:pt x="864775" y="325478"/>
                  </a:lnTo>
                  <a:close/>
                  <a:moveTo>
                    <a:pt x="505008" y="311559"/>
                  </a:moveTo>
                  <a:lnTo>
                    <a:pt x="519199" y="311559"/>
                  </a:lnTo>
                  <a:lnTo>
                    <a:pt x="519199" y="325478"/>
                  </a:lnTo>
                  <a:lnTo>
                    <a:pt x="505008" y="325478"/>
                  </a:lnTo>
                  <a:close/>
                  <a:moveTo>
                    <a:pt x="371452" y="320125"/>
                  </a:moveTo>
                  <a:lnTo>
                    <a:pt x="394825" y="320125"/>
                  </a:lnTo>
                  <a:lnTo>
                    <a:pt x="394825" y="326549"/>
                  </a:lnTo>
                  <a:lnTo>
                    <a:pt x="371452" y="326549"/>
                  </a:lnTo>
                  <a:close/>
                  <a:moveTo>
                    <a:pt x="463272" y="322266"/>
                  </a:moveTo>
                  <a:lnTo>
                    <a:pt x="468280" y="322266"/>
                  </a:lnTo>
                  <a:lnTo>
                    <a:pt x="468280" y="326549"/>
                  </a:lnTo>
                  <a:lnTo>
                    <a:pt x="463272" y="326549"/>
                  </a:lnTo>
                  <a:close/>
                  <a:moveTo>
                    <a:pt x="408180" y="325478"/>
                  </a:moveTo>
                  <a:lnTo>
                    <a:pt x="414858" y="325478"/>
                  </a:lnTo>
                  <a:lnTo>
                    <a:pt x="414858" y="326549"/>
                  </a:lnTo>
                  <a:lnTo>
                    <a:pt x="408180" y="326549"/>
                  </a:lnTo>
                  <a:close/>
                  <a:moveTo>
                    <a:pt x="353088" y="324408"/>
                  </a:moveTo>
                  <a:lnTo>
                    <a:pt x="357262" y="324408"/>
                  </a:lnTo>
                  <a:lnTo>
                    <a:pt x="357262" y="326549"/>
                  </a:lnTo>
                  <a:lnTo>
                    <a:pt x="353088" y="326549"/>
                  </a:lnTo>
                  <a:close/>
                  <a:moveTo>
                    <a:pt x="863105" y="325478"/>
                  </a:moveTo>
                  <a:lnTo>
                    <a:pt x="1000000" y="325478"/>
                  </a:lnTo>
                  <a:lnTo>
                    <a:pt x="1000000" y="326549"/>
                  </a:lnTo>
                  <a:lnTo>
                    <a:pt x="863105" y="326549"/>
                  </a:lnTo>
                  <a:close/>
                  <a:moveTo>
                    <a:pt x="425710" y="295499"/>
                  </a:moveTo>
                  <a:lnTo>
                    <a:pt x="449917" y="295499"/>
                  </a:lnTo>
                  <a:lnTo>
                    <a:pt x="449917" y="326549"/>
                  </a:lnTo>
                  <a:lnTo>
                    <a:pt x="425710" y="326549"/>
                  </a:lnTo>
                  <a:close/>
                  <a:moveTo>
                    <a:pt x="717863" y="325478"/>
                  </a:moveTo>
                  <a:lnTo>
                    <a:pt x="833055" y="325478"/>
                  </a:lnTo>
                  <a:lnTo>
                    <a:pt x="833055" y="326549"/>
                  </a:lnTo>
                  <a:lnTo>
                    <a:pt x="717863" y="326549"/>
                  </a:lnTo>
                  <a:close/>
                  <a:moveTo>
                    <a:pt x="230384" y="323337"/>
                  </a:moveTo>
                  <a:lnTo>
                    <a:pt x="252922" y="323337"/>
                  </a:lnTo>
                  <a:lnTo>
                    <a:pt x="252922" y="327620"/>
                  </a:lnTo>
                  <a:lnTo>
                    <a:pt x="230384" y="327620"/>
                  </a:lnTo>
                  <a:close/>
                  <a:moveTo>
                    <a:pt x="862270" y="326549"/>
                  </a:moveTo>
                  <a:lnTo>
                    <a:pt x="1000000" y="326549"/>
                  </a:lnTo>
                  <a:lnTo>
                    <a:pt x="1000000" y="327620"/>
                  </a:lnTo>
                  <a:lnTo>
                    <a:pt x="862270" y="327620"/>
                  </a:lnTo>
                  <a:close/>
                  <a:moveTo>
                    <a:pt x="665275" y="321196"/>
                  </a:moveTo>
                  <a:lnTo>
                    <a:pt x="696160" y="321196"/>
                  </a:lnTo>
                  <a:lnTo>
                    <a:pt x="696160" y="327620"/>
                  </a:lnTo>
                  <a:lnTo>
                    <a:pt x="665275" y="327620"/>
                  </a:lnTo>
                  <a:close/>
                  <a:moveTo>
                    <a:pt x="717028" y="326549"/>
                  </a:moveTo>
                  <a:lnTo>
                    <a:pt x="835559" y="326549"/>
                  </a:lnTo>
                  <a:lnTo>
                    <a:pt x="835559" y="327620"/>
                  </a:lnTo>
                  <a:lnTo>
                    <a:pt x="717028" y="327620"/>
                  </a:lnTo>
                  <a:close/>
                  <a:moveTo>
                    <a:pt x="665275" y="327620"/>
                  </a:moveTo>
                  <a:lnTo>
                    <a:pt x="695326" y="327620"/>
                  </a:lnTo>
                  <a:lnTo>
                    <a:pt x="695326" y="328690"/>
                  </a:lnTo>
                  <a:lnTo>
                    <a:pt x="665275" y="328690"/>
                  </a:lnTo>
                  <a:close/>
                  <a:moveTo>
                    <a:pt x="646077" y="322266"/>
                  </a:moveTo>
                  <a:lnTo>
                    <a:pt x="655259" y="322266"/>
                  </a:lnTo>
                  <a:lnTo>
                    <a:pt x="655259" y="328690"/>
                  </a:lnTo>
                  <a:lnTo>
                    <a:pt x="646077" y="328690"/>
                  </a:lnTo>
                  <a:close/>
                  <a:moveTo>
                    <a:pt x="717028" y="327620"/>
                  </a:moveTo>
                  <a:lnTo>
                    <a:pt x="837229" y="327620"/>
                  </a:lnTo>
                  <a:lnTo>
                    <a:pt x="837229" y="328690"/>
                  </a:lnTo>
                  <a:lnTo>
                    <a:pt x="717028" y="328690"/>
                  </a:lnTo>
                  <a:close/>
                  <a:moveTo>
                    <a:pt x="861436" y="327620"/>
                  </a:moveTo>
                  <a:lnTo>
                    <a:pt x="1000000" y="327620"/>
                  </a:lnTo>
                  <a:lnTo>
                    <a:pt x="1000000" y="328690"/>
                  </a:lnTo>
                  <a:lnTo>
                    <a:pt x="861436" y="328690"/>
                  </a:lnTo>
                  <a:close/>
                  <a:moveTo>
                    <a:pt x="408180" y="326549"/>
                  </a:moveTo>
                  <a:lnTo>
                    <a:pt x="414023" y="326549"/>
                  </a:lnTo>
                  <a:lnTo>
                    <a:pt x="414023" y="329761"/>
                  </a:lnTo>
                  <a:lnTo>
                    <a:pt x="408180" y="329761"/>
                  </a:lnTo>
                  <a:close/>
                  <a:moveTo>
                    <a:pt x="859766" y="328690"/>
                  </a:moveTo>
                  <a:lnTo>
                    <a:pt x="1000000" y="328690"/>
                  </a:lnTo>
                  <a:lnTo>
                    <a:pt x="1000000" y="329761"/>
                  </a:lnTo>
                  <a:lnTo>
                    <a:pt x="859766" y="329761"/>
                  </a:lnTo>
                  <a:close/>
                  <a:moveTo>
                    <a:pt x="479967" y="322266"/>
                  </a:moveTo>
                  <a:lnTo>
                    <a:pt x="494992" y="322266"/>
                  </a:lnTo>
                  <a:lnTo>
                    <a:pt x="494992" y="329761"/>
                  </a:lnTo>
                  <a:lnTo>
                    <a:pt x="479967" y="329761"/>
                  </a:lnTo>
                  <a:close/>
                  <a:moveTo>
                    <a:pt x="717028" y="328690"/>
                  </a:moveTo>
                  <a:lnTo>
                    <a:pt x="844741" y="328690"/>
                  </a:lnTo>
                  <a:lnTo>
                    <a:pt x="844741" y="329761"/>
                  </a:lnTo>
                  <a:lnTo>
                    <a:pt x="717028" y="329761"/>
                  </a:lnTo>
                  <a:close/>
                  <a:moveTo>
                    <a:pt x="371452" y="326549"/>
                  </a:moveTo>
                  <a:lnTo>
                    <a:pt x="393990" y="326549"/>
                  </a:lnTo>
                  <a:lnTo>
                    <a:pt x="393990" y="329761"/>
                  </a:lnTo>
                  <a:lnTo>
                    <a:pt x="371452" y="329761"/>
                  </a:lnTo>
                  <a:close/>
                  <a:moveTo>
                    <a:pt x="717028" y="329761"/>
                  </a:moveTo>
                  <a:lnTo>
                    <a:pt x="850584" y="329761"/>
                  </a:lnTo>
                  <a:lnTo>
                    <a:pt x="850584" y="330832"/>
                  </a:lnTo>
                  <a:lnTo>
                    <a:pt x="717028" y="330832"/>
                  </a:lnTo>
                  <a:close/>
                  <a:moveTo>
                    <a:pt x="664441" y="328690"/>
                  </a:moveTo>
                  <a:lnTo>
                    <a:pt x="695326" y="328690"/>
                  </a:lnTo>
                  <a:lnTo>
                    <a:pt x="695326" y="330832"/>
                  </a:lnTo>
                  <a:lnTo>
                    <a:pt x="664441" y="330832"/>
                  </a:lnTo>
                  <a:close/>
                  <a:moveTo>
                    <a:pt x="646077" y="328690"/>
                  </a:moveTo>
                  <a:lnTo>
                    <a:pt x="654424" y="328690"/>
                  </a:lnTo>
                  <a:lnTo>
                    <a:pt x="654424" y="330832"/>
                  </a:lnTo>
                  <a:lnTo>
                    <a:pt x="646077" y="330832"/>
                  </a:lnTo>
                  <a:close/>
                  <a:moveTo>
                    <a:pt x="408180" y="329761"/>
                  </a:moveTo>
                  <a:lnTo>
                    <a:pt x="414858" y="329761"/>
                  </a:lnTo>
                  <a:lnTo>
                    <a:pt x="414858" y="330832"/>
                  </a:lnTo>
                  <a:lnTo>
                    <a:pt x="408180" y="330832"/>
                  </a:lnTo>
                  <a:close/>
                  <a:moveTo>
                    <a:pt x="505843" y="325478"/>
                  </a:moveTo>
                  <a:lnTo>
                    <a:pt x="520033" y="325478"/>
                  </a:lnTo>
                  <a:lnTo>
                    <a:pt x="520033" y="330832"/>
                  </a:lnTo>
                  <a:lnTo>
                    <a:pt x="505843" y="330832"/>
                  </a:lnTo>
                  <a:close/>
                  <a:moveTo>
                    <a:pt x="858097" y="329761"/>
                  </a:moveTo>
                  <a:lnTo>
                    <a:pt x="1000000" y="329761"/>
                  </a:lnTo>
                  <a:lnTo>
                    <a:pt x="1000000" y="330832"/>
                  </a:lnTo>
                  <a:lnTo>
                    <a:pt x="858097" y="330832"/>
                  </a:lnTo>
                  <a:close/>
                  <a:moveTo>
                    <a:pt x="353088" y="326549"/>
                  </a:moveTo>
                  <a:lnTo>
                    <a:pt x="358097" y="326549"/>
                  </a:lnTo>
                  <a:lnTo>
                    <a:pt x="358097" y="330832"/>
                  </a:lnTo>
                  <a:lnTo>
                    <a:pt x="353088" y="330832"/>
                  </a:lnTo>
                  <a:close/>
                  <a:moveTo>
                    <a:pt x="314691" y="319054"/>
                  </a:moveTo>
                  <a:lnTo>
                    <a:pt x="339733" y="319054"/>
                  </a:lnTo>
                  <a:lnTo>
                    <a:pt x="339733" y="330832"/>
                  </a:lnTo>
                  <a:lnTo>
                    <a:pt x="314691" y="330832"/>
                  </a:lnTo>
                  <a:close/>
                  <a:moveTo>
                    <a:pt x="408180" y="330832"/>
                  </a:moveTo>
                  <a:lnTo>
                    <a:pt x="414023" y="330832"/>
                  </a:lnTo>
                  <a:lnTo>
                    <a:pt x="414023" y="331902"/>
                  </a:lnTo>
                  <a:lnTo>
                    <a:pt x="408180" y="331902"/>
                  </a:lnTo>
                  <a:close/>
                  <a:moveTo>
                    <a:pt x="353088" y="330832"/>
                  </a:moveTo>
                  <a:lnTo>
                    <a:pt x="357262" y="330832"/>
                  </a:lnTo>
                  <a:lnTo>
                    <a:pt x="357262" y="331902"/>
                  </a:lnTo>
                  <a:lnTo>
                    <a:pt x="353088" y="331902"/>
                  </a:lnTo>
                  <a:close/>
                  <a:moveTo>
                    <a:pt x="664441" y="330832"/>
                  </a:moveTo>
                  <a:lnTo>
                    <a:pt x="694491" y="330832"/>
                  </a:lnTo>
                  <a:lnTo>
                    <a:pt x="694491" y="331902"/>
                  </a:lnTo>
                  <a:lnTo>
                    <a:pt x="664441" y="331902"/>
                  </a:lnTo>
                  <a:close/>
                  <a:moveTo>
                    <a:pt x="276294" y="324408"/>
                  </a:moveTo>
                  <a:lnTo>
                    <a:pt x="286311" y="324408"/>
                  </a:lnTo>
                  <a:lnTo>
                    <a:pt x="286311" y="332973"/>
                  </a:lnTo>
                  <a:lnTo>
                    <a:pt x="276294" y="332973"/>
                  </a:lnTo>
                  <a:close/>
                  <a:moveTo>
                    <a:pt x="645242" y="330832"/>
                  </a:moveTo>
                  <a:lnTo>
                    <a:pt x="654424" y="330832"/>
                  </a:lnTo>
                  <a:lnTo>
                    <a:pt x="654424" y="332973"/>
                  </a:lnTo>
                  <a:lnTo>
                    <a:pt x="645242" y="332973"/>
                  </a:lnTo>
                  <a:close/>
                  <a:moveTo>
                    <a:pt x="663606" y="331902"/>
                  </a:moveTo>
                  <a:lnTo>
                    <a:pt x="694491" y="331902"/>
                  </a:lnTo>
                  <a:lnTo>
                    <a:pt x="694491" y="332973"/>
                  </a:lnTo>
                  <a:lnTo>
                    <a:pt x="663606" y="332973"/>
                  </a:lnTo>
                  <a:close/>
                  <a:moveTo>
                    <a:pt x="644407" y="332973"/>
                  </a:moveTo>
                  <a:lnTo>
                    <a:pt x="654424" y="332973"/>
                  </a:lnTo>
                  <a:lnTo>
                    <a:pt x="654424" y="334044"/>
                  </a:lnTo>
                  <a:lnTo>
                    <a:pt x="644407" y="334044"/>
                  </a:lnTo>
                  <a:close/>
                  <a:moveTo>
                    <a:pt x="505843" y="330832"/>
                  </a:moveTo>
                  <a:lnTo>
                    <a:pt x="520868" y="330832"/>
                  </a:lnTo>
                  <a:lnTo>
                    <a:pt x="520868" y="335114"/>
                  </a:lnTo>
                  <a:lnTo>
                    <a:pt x="505843" y="335114"/>
                  </a:lnTo>
                  <a:close/>
                  <a:moveTo>
                    <a:pt x="275459" y="332973"/>
                  </a:moveTo>
                  <a:lnTo>
                    <a:pt x="285476" y="332973"/>
                  </a:lnTo>
                  <a:lnTo>
                    <a:pt x="285476" y="335114"/>
                  </a:lnTo>
                  <a:lnTo>
                    <a:pt x="275459" y="335114"/>
                  </a:lnTo>
                  <a:close/>
                  <a:moveTo>
                    <a:pt x="644407" y="334044"/>
                  </a:moveTo>
                  <a:lnTo>
                    <a:pt x="653589" y="334044"/>
                  </a:lnTo>
                  <a:lnTo>
                    <a:pt x="653589" y="335114"/>
                  </a:lnTo>
                  <a:lnTo>
                    <a:pt x="644407" y="335114"/>
                  </a:lnTo>
                  <a:close/>
                  <a:moveTo>
                    <a:pt x="663606" y="332973"/>
                  </a:moveTo>
                  <a:lnTo>
                    <a:pt x="693656" y="332973"/>
                  </a:lnTo>
                  <a:lnTo>
                    <a:pt x="693656" y="335114"/>
                  </a:lnTo>
                  <a:lnTo>
                    <a:pt x="663606" y="335114"/>
                  </a:lnTo>
                  <a:close/>
                  <a:moveTo>
                    <a:pt x="370618" y="329761"/>
                  </a:moveTo>
                  <a:lnTo>
                    <a:pt x="393990" y="329761"/>
                  </a:lnTo>
                  <a:lnTo>
                    <a:pt x="393990" y="335114"/>
                  </a:lnTo>
                  <a:lnTo>
                    <a:pt x="370618" y="335114"/>
                  </a:lnTo>
                  <a:close/>
                  <a:moveTo>
                    <a:pt x="229549" y="327620"/>
                  </a:moveTo>
                  <a:lnTo>
                    <a:pt x="252922" y="327620"/>
                  </a:lnTo>
                  <a:lnTo>
                    <a:pt x="252922" y="336185"/>
                  </a:lnTo>
                  <a:lnTo>
                    <a:pt x="229549" y="336185"/>
                  </a:lnTo>
                  <a:close/>
                  <a:moveTo>
                    <a:pt x="479967" y="329761"/>
                  </a:moveTo>
                  <a:lnTo>
                    <a:pt x="495826" y="329761"/>
                  </a:lnTo>
                  <a:lnTo>
                    <a:pt x="495826" y="336185"/>
                  </a:lnTo>
                  <a:lnTo>
                    <a:pt x="479967" y="336185"/>
                  </a:lnTo>
                  <a:close/>
                  <a:moveTo>
                    <a:pt x="506678" y="335114"/>
                  </a:moveTo>
                  <a:lnTo>
                    <a:pt x="520868" y="335114"/>
                  </a:lnTo>
                  <a:lnTo>
                    <a:pt x="520868" y="336185"/>
                  </a:lnTo>
                  <a:lnTo>
                    <a:pt x="506678" y="336185"/>
                  </a:lnTo>
                  <a:close/>
                  <a:moveTo>
                    <a:pt x="408180" y="331902"/>
                  </a:moveTo>
                  <a:lnTo>
                    <a:pt x="414858" y="331902"/>
                  </a:lnTo>
                  <a:lnTo>
                    <a:pt x="414858" y="336185"/>
                  </a:lnTo>
                  <a:lnTo>
                    <a:pt x="408180" y="336185"/>
                  </a:lnTo>
                  <a:close/>
                  <a:moveTo>
                    <a:pt x="717028" y="330832"/>
                  </a:moveTo>
                  <a:lnTo>
                    <a:pt x="1000000" y="330832"/>
                  </a:lnTo>
                  <a:lnTo>
                    <a:pt x="1000000" y="337256"/>
                  </a:lnTo>
                  <a:lnTo>
                    <a:pt x="717028" y="337256"/>
                  </a:lnTo>
                  <a:close/>
                  <a:moveTo>
                    <a:pt x="276294" y="335114"/>
                  </a:moveTo>
                  <a:lnTo>
                    <a:pt x="285476" y="335114"/>
                  </a:lnTo>
                  <a:lnTo>
                    <a:pt x="285476" y="338327"/>
                  </a:lnTo>
                  <a:lnTo>
                    <a:pt x="276294" y="338327"/>
                  </a:lnTo>
                  <a:close/>
                  <a:moveTo>
                    <a:pt x="506678" y="336185"/>
                  </a:moveTo>
                  <a:lnTo>
                    <a:pt x="521703" y="336185"/>
                  </a:lnTo>
                  <a:lnTo>
                    <a:pt x="521703" y="338327"/>
                  </a:lnTo>
                  <a:lnTo>
                    <a:pt x="506678" y="338327"/>
                  </a:lnTo>
                  <a:close/>
                  <a:moveTo>
                    <a:pt x="228715" y="336185"/>
                  </a:moveTo>
                  <a:lnTo>
                    <a:pt x="252922" y="336185"/>
                  </a:lnTo>
                  <a:lnTo>
                    <a:pt x="252922" y="338327"/>
                  </a:lnTo>
                  <a:lnTo>
                    <a:pt x="228715" y="338327"/>
                  </a:lnTo>
                  <a:close/>
                  <a:moveTo>
                    <a:pt x="353088" y="331902"/>
                  </a:moveTo>
                  <a:lnTo>
                    <a:pt x="358097" y="331902"/>
                  </a:lnTo>
                  <a:lnTo>
                    <a:pt x="358097" y="338327"/>
                  </a:lnTo>
                  <a:lnTo>
                    <a:pt x="353088" y="338327"/>
                  </a:lnTo>
                  <a:close/>
                  <a:moveTo>
                    <a:pt x="643573" y="335114"/>
                  </a:moveTo>
                  <a:lnTo>
                    <a:pt x="653589" y="335114"/>
                  </a:lnTo>
                  <a:lnTo>
                    <a:pt x="653589" y="338327"/>
                  </a:lnTo>
                  <a:lnTo>
                    <a:pt x="643573" y="338327"/>
                  </a:lnTo>
                  <a:close/>
                  <a:moveTo>
                    <a:pt x="408180" y="336185"/>
                  </a:moveTo>
                  <a:lnTo>
                    <a:pt x="414023" y="336185"/>
                  </a:lnTo>
                  <a:lnTo>
                    <a:pt x="414023" y="339397"/>
                  </a:lnTo>
                  <a:lnTo>
                    <a:pt x="408180" y="339397"/>
                  </a:lnTo>
                  <a:close/>
                  <a:moveTo>
                    <a:pt x="479967" y="336185"/>
                  </a:moveTo>
                  <a:lnTo>
                    <a:pt x="496661" y="336185"/>
                  </a:lnTo>
                  <a:lnTo>
                    <a:pt x="496661" y="340468"/>
                  </a:lnTo>
                  <a:lnTo>
                    <a:pt x="479967" y="340468"/>
                  </a:lnTo>
                  <a:close/>
                  <a:moveTo>
                    <a:pt x="353088" y="338327"/>
                  </a:moveTo>
                  <a:lnTo>
                    <a:pt x="357262" y="338327"/>
                  </a:lnTo>
                  <a:lnTo>
                    <a:pt x="357262" y="340468"/>
                  </a:lnTo>
                  <a:lnTo>
                    <a:pt x="353088" y="340468"/>
                  </a:lnTo>
                  <a:close/>
                  <a:moveTo>
                    <a:pt x="275459" y="338327"/>
                  </a:moveTo>
                  <a:lnTo>
                    <a:pt x="285476" y="338327"/>
                  </a:lnTo>
                  <a:lnTo>
                    <a:pt x="285476" y="341539"/>
                  </a:lnTo>
                  <a:lnTo>
                    <a:pt x="275459" y="341539"/>
                  </a:lnTo>
                  <a:close/>
                  <a:moveTo>
                    <a:pt x="507513" y="338327"/>
                  </a:moveTo>
                  <a:lnTo>
                    <a:pt x="521703" y="338327"/>
                  </a:lnTo>
                  <a:lnTo>
                    <a:pt x="521703" y="341539"/>
                  </a:lnTo>
                  <a:lnTo>
                    <a:pt x="507513" y="341539"/>
                  </a:lnTo>
                  <a:close/>
                  <a:moveTo>
                    <a:pt x="662771" y="335114"/>
                  </a:moveTo>
                  <a:lnTo>
                    <a:pt x="693656" y="335114"/>
                  </a:lnTo>
                  <a:lnTo>
                    <a:pt x="693656" y="341539"/>
                  </a:lnTo>
                  <a:lnTo>
                    <a:pt x="662771" y="341539"/>
                  </a:lnTo>
                  <a:close/>
                  <a:moveTo>
                    <a:pt x="353088" y="340468"/>
                  </a:moveTo>
                  <a:lnTo>
                    <a:pt x="358097" y="340468"/>
                  </a:lnTo>
                  <a:lnTo>
                    <a:pt x="358097" y="341539"/>
                  </a:lnTo>
                  <a:lnTo>
                    <a:pt x="353088" y="341539"/>
                  </a:lnTo>
                  <a:close/>
                  <a:moveTo>
                    <a:pt x="643573" y="338327"/>
                  </a:moveTo>
                  <a:lnTo>
                    <a:pt x="652755" y="338327"/>
                  </a:lnTo>
                  <a:lnTo>
                    <a:pt x="652755" y="342609"/>
                  </a:lnTo>
                  <a:lnTo>
                    <a:pt x="643573" y="342609"/>
                  </a:lnTo>
                  <a:close/>
                  <a:moveTo>
                    <a:pt x="227880" y="338327"/>
                  </a:moveTo>
                  <a:lnTo>
                    <a:pt x="252922" y="338327"/>
                  </a:lnTo>
                  <a:lnTo>
                    <a:pt x="252922" y="342609"/>
                  </a:lnTo>
                  <a:lnTo>
                    <a:pt x="227880" y="342609"/>
                  </a:lnTo>
                  <a:close/>
                  <a:moveTo>
                    <a:pt x="661937" y="341539"/>
                  </a:moveTo>
                  <a:lnTo>
                    <a:pt x="693656" y="341539"/>
                  </a:lnTo>
                  <a:lnTo>
                    <a:pt x="693656" y="342609"/>
                  </a:lnTo>
                  <a:lnTo>
                    <a:pt x="661937" y="342609"/>
                  </a:lnTo>
                  <a:close/>
                  <a:moveTo>
                    <a:pt x="716194" y="337256"/>
                  </a:moveTo>
                  <a:lnTo>
                    <a:pt x="1000000" y="337256"/>
                  </a:lnTo>
                  <a:lnTo>
                    <a:pt x="1000000" y="342609"/>
                  </a:lnTo>
                  <a:lnTo>
                    <a:pt x="716194" y="342609"/>
                  </a:lnTo>
                  <a:close/>
                  <a:moveTo>
                    <a:pt x="408180" y="339397"/>
                  </a:moveTo>
                  <a:lnTo>
                    <a:pt x="414858" y="339397"/>
                  </a:lnTo>
                  <a:lnTo>
                    <a:pt x="414858" y="343680"/>
                  </a:lnTo>
                  <a:lnTo>
                    <a:pt x="408180" y="343680"/>
                  </a:lnTo>
                  <a:close/>
                  <a:moveTo>
                    <a:pt x="352254" y="341539"/>
                  </a:moveTo>
                  <a:lnTo>
                    <a:pt x="358097" y="341539"/>
                  </a:lnTo>
                  <a:lnTo>
                    <a:pt x="358097" y="343680"/>
                  </a:lnTo>
                  <a:lnTo>
                    <a:pt x="352254" y="343680"/>
                  </a:lnTo>
                  <a:close/>
                  <a:moveTo>
                    <a:pt x="715359" y="342609"/>
                  </a:moveTo>
                  <a:lnTo>
                    <a:pt x="1000000" y="342609"/>
                  </a:lnTo>
                  <a:lnTo>
                    <a:pt x="1000000" y="344751"/>
                  </a:lnTo>
                  <a:lnTo>
                    <a:pt x="715359" y="344751"/>
                  </a:lnTo>
                  <a:close/>
                  <a:moveTo>
                    <a:pt x="425710" y="326549"/>
                  </a:moveTo>
                  <a:lnTo>
                    <a:pt x="450751" y="326549"/>
                  </a:lnTo>
                  <a:lnTo>
                    <a:pt x="450751" y="345821"/>
                  </a:lnTo>
                  <a:lnTo>
                    <a:pt x="425710" y="345821"/>
                  </a:lnTo>
                  <a:close/>
                  <a:moveTo>
                    <a:pt x="642738" y="342609"/>
                  </a:moveTo>
                  <a:lnTo>
                    <a:pt x="652755" y="342609"/>
                  </a:lnTo>
                  <a:lnTo>
                    <a:pt x="652755" y="346892"/>
                  </a:lnTo>
                  <a:lnTo>
                    <a:pt x="642738" y="346892"/>
                  </a:lnTo>
                  <a:close/>
                  <a:moveTo>
                    <a:pt x="426544" y="345821"/>
                  </a:moveTo>
                  <a:lnTo>
                    <a:pt x="450751" y="345821"/>
                  </a:lnTo>
                  <a:lnTo>
                    <a:pt x="450751" y="346892"/>
                  </a:lnTo>
                  <a:lnTo>
                    <a:pt x="426544" y="346892"/>
                  </a:lnTo>
                  <a:close/>
                  <a:moveTo>
                    <a:pt x="661937" y="342609"/>
                  </a:moveTo>
                  <a:lnTo>
                    <a:pt x="692821" y="342609"/>
                  </a:lnTo>
                  <a:lnTo>
                    <a:pt x="692821" y="346892"/>
                  </a:lnTo>
                  <a:lnTo>
                    <a:pt x="661937" y="346892"/>
                  </a:lnTo>
                  <a:close/>
                  <a:moveTo>
                    <a:pt x="199499" y="315842"/>
                  </a:moveTo>
                  <a:lnTo>
                    <a:pt x="212020" y="315842"/>
                  </a:lnTo>
                  <a:lnTo>
                    <a:pt x="212020" y="347963"/>
                  </a:lnTo>
                  <a:lnTo>
                    <a:pt x="199499" y="347963"/>
                  </a:lnTo>
                  <a:close/>
                  <a:moveTo>
                    <a:pt x="661937" y="346892"/>
                  </a:moveTo>
                  <a:lnTo>
                    <a:pt x="691987" y="346892"/>
                  </a:lnTo>
                  <a:lnTo>
                    <a:pt x="691987" y="349033"/>
                  </a:lnTo>
                  <a:lnTo>
                    <a:pt x="661937" y="349033"/>
                  </a:lnTo>
                  <a:close/>
                  <a:moveTo>
                    <a:pt x="369783" y="335114"/>
                  </a:moveTo>
                  <a:lnTo>
                    <a:pt x="393990" y="335114"/>
                  </a:lnTo>
                  <a:lnTo>
                    <a:pt x="393990" y="349033"/>
                  </a:lnTo>
                  <a:lnTo>
                    <a:pt x="369783" y="349033"/>
                  </a:lnTo>
                  <a:close/>
                  <a:moveTo>
                    <a:pt x="200334" y="347963"/>
                  </a:moveTo>
                  <a:lnTo>
                    <a:pt x="212020" y="347963"/>
                  </a:lnTo>
                  <a:lnTo>
                    <a:pt x="212020" y="349033"/>
                  </a:lnTo>
                  <a:lnTo>
                    <a:pt x="200334" y="349033"/>
                  </a:lnTo>
                  <a:close/>
                  <a:moveTo>
                    <a:pt x="641903" y="346892"/>
                  </a:moveTo>
                  <a:lnTo>
                    <a:pt x="652755" y="346892"/>
                  </a:lnTo>
                  <a:lnTo>
                    <a:pt x="652755" y="349033"/>
                  </a:lnTo>
                  <a:lnTo>
                    <a:pt x="641903" y="349033"/>
                  </a:lnTo>
                  <a:close/>
                  <a:moveTo>
                    <a:pt x="370618" y="349033"/>
                  </a:moveTo>
                  <a:lnTo>
                    <a:pt x="393990" y="349033"/>
                  </a:lnTo>
                  <a:lnTo>
                    <a:pt x="393990" y="350104"/>
                  </a:lnTo>
                  <a:lnTo>
                    <a:pt x="370618" y="350104"/>
                  </a:lnTo>
                  <a:close/>
                  <a:moveTo>
                    <a:pt x="200334" y="349033"/>
                  </a:moveTo>
                  <a:lnTo>
                    <a:pt x="211185" y="349033"/>
                  </a:lnTo>
                  <a:lnTo>
                    <a:pt x="211185" y="350104"/>
                  </a:lnTo>
                  <a:lnTo>
                    <a:pt x="200334" y="350104"/>
                  </a:lnTo>
                  <a:close/>
                  <a:moveTo>
                    <a:pt x="661937" y="349033"/>
                  </a:moveTo>
                  <a:lnTo>
                    <a:pt x="691152" y="349033"/>
                  </a:lnTo>
                  <a:lnTo>
                    <a:pt x="691152" y="351175"/>
                  </a:lnTo>
                  <a:lnTo>
                    <a:pt x="661937" y="351175"/>
                  </a:lnTo>
                  <a:close/>
                  <a:moveTo>
                    <a:pt x="714524" y="344751"/>
                  </a:moveTo>
                  <a:lnTo>
                    <a:pt x="1000000" y="344751"/>
                  </a:lnTo>
                  <a:lnTo>
                    <a:pt x="1000000" y="351175"/>
                  </a:lnTo>
                  <a:lnTo>
                    <a:pt x="714524" y="351175"/>
                  </a:lnTo>
                  <a:close/>
                  <a:moveTo>
                    <a:pt x="227045" y="342609"/>
                  </a:moveTo>
                  <a:lnTo>
                    <a:pt x="252922" y="342609"/>
                  </a:lnTo>
                  <a:lnTo>
                    <a:pt x="252922" y="351175"/>
                  </a:lnTo>
                  <a:lnTo>
                    <a:pt x="227045" y="351175"/>
                  </a:lnTo>
                  <a:close/>
                  <a:moveTo>
                    <a:pt x="641068" y="349033"/>
                  </a:moveTo>
                  <a:lnTo>
                    <a:pt x="652755" y="349033"/>
                  </a:lnTo>
                  <a:lnTo>
                    <a:pt x="652755" y="352245"/>
                  </a:lnTo>
                  <a:lnTo>
                    <a:pt x="641068" y="352245"/>
                  </a:lnTo>
                  <a:close/>
                  <a:moveTo>
                    <a:pt x="661102" y="351175"/>
                  </a:moveTo>
                  <a:lnTo>
                    <a:pt x="691152" y="351175"/>
                  </a:lnTo>
                  <a:lnTo>
                    <a:pt x="691152" y="353316"/>
                  </a:lnTo>
                  <a:lnTo>
                    <a:pt x="661102" y="353316"/>
                  </a:lnTo>
                  <a:close/>
                  <a:moveTo>
                    <a:pt x="640234" y="352245"/>
                  </a:moveTo>
                  <a:lnTo>
                    <a:pt x="652755" y="352245"/>
                  </a:lnTo>
                  <a:lnTo>
                    <a:pt x="652755" y="354387"/>
                  </a:lnTo>
                  <a:lnTo>
                    <a:pt x="640234" y="354387"/>
                  </a:lnTo>
                  <a:close/>
                  <a:moveTo>
                    <a:pt x="313856" y="330832"/>
                  </a:moveTo>
                  <a:lnTo>
                    <a:pt x="339733" y="330832"/>
                  </a:lnTo>
                  <a:lnTo>
                    <a:pt x="339733" y="354387"/>
                  </a:lnTo>
                  <a:lnTo>
                    <a:pt x="313856" y="354387"/>
                  </a:lnTo>
                  <a:close/>
                  <a:moveTo>
                    <a:pt x="274624" y="341539"/>
                  </a:moveTo>
                  <a:lnTo>
                    <a:pt x="285476" y="341539"/>
                  </a:lnTo>
                  <a:lnTo>
                    <a:pt x="285476" y="355457"/>
                  </a:lnTo>
                  <a:lnTo>
                    <a:pt x="274624" y="355457"/>
                  </a:lnTo>
                  <a:close/>
                  <a:moveTo>
                    <a:pt x="660267" y="353316"/>
                  </a:moveTo>
                  <a:lnTo>
                    <a:pt x="691152" y="353316"/>
                  </a:lnTo>
                  <a:lnTo>
                    <a:pt x="691152" y="356528"/>
                  </a:lnTo>
                  <a:lnTo>
                    <a:pt x="660267" y="356528"/>
                  </a:lnTo>
                  <a:close/>
                  <a:moveTo>
                    <a:pt x="660267" y="356528"/>
                  </a:moveTo>
                  <a:lnTo>
                    <a:pt x="690317" y="356528"/>
                  </a:lnTo>
                  <a:lnTo>
                    <a:pt x="690317" y="358670"/>
                  </a:lnTo>
                  <a:lnTo>
                    <a:pt x="660267" y="358670"/>
                  </a:lnTo>
                  <a:close/>
                  <a:moveTo>
                    <a:pt x="227045" y="351175"/>
                  </a:moveTo>
                  <a:lnTo>
                    <a:pt x="252087" y="351175"/>
                  </a:lnTo>
                  <a:lnTo>
                    <a:pt x="252087" y="358670"/>
                  </a:lnTo>
                  <a:lnTo>
                    <a:pt x="227045" y="358670"/>
                  </a:lnTo>
                  <a:close/>
                  <a:moveTo>
                    <a:pt x="506678" y="341539"/>
                  </a:moveTo>
                  <a:lnTo>
                    <a:pt x="521703" y="341539"/>
                  </a:lnTo>
                  <a:lnTo>
                    <a:pt x="521703" y="359740"/>
                  </a:lnTo>
                  <a:lnTo>
                    <a:pt x="506678" y="359740"/>
                  </a:lnTo>
                  <a:close/>
                  <a:moveTo>
                    <a:pt x="463272" y="326549"/>
                  </a:moveTo>
                  <a:lnTo>
                    <a:pt x="467446" y="326549"/>
                  </a:lnTo>
                  <a:lnTo>
                    <a:pt x="467446" y="359740"/>
                  </a:lnTo>
                  <a:lnTo>
                    <a:pt x="463272" y="359740"/>
                  </a:lnTo>
                  <a:close/>
                  <a:moveTo>
                    <a:pt x="640234" y="354387"/>
                  </a:moveTo>
                  <a:lnTo>
                    <a:pt x="651920" y="354387"/>
                  </a:lnTo>
                  <a:lnTo>
                    <a:pt x="651920" y="359740"/>
                  </a:lnTo>
                  <a:lnTo>
                    <a:pt x="640234" y="359740"/>
                  </a:lnTo>
                  <a:close/>
                  <a:moveTo>
                    <a:pt x="507513" y="359740"/>
                  </a:moveTo>
                  <a:lnTo>
                    <a:pt x="521703" y="359740"/>
                  </a:lnTo>
                  <a:lnTo>
                    <a:pt x="521703" y="361882"/>
                  </a:lnTo>
                  <a:lnTo>
                    <a:pt x="507513" y="361882"/>
                  </a:lnTo>
                  <a:close/>
                  <a:moveTo>
                    <a:pt x="479967" y="340468"/>
                  </a:moveTo>
                  <a:lnTo>
                    <a:pt x="497496" y="340468"/>
                  </a:lnTo>
                  <a:lnTo>
                    <a:pt x="497496" y="361882"/>
                  </a:lnTo>
                  <a:lnTo>
                    <a:pt x="479967" y="361882"/>
                  </a:lnTo>
                  <a:close/>
                  <a:moveTo>
                    <a:pt x="713689" y="351175"/>
                  </a:moveTo>
                  <a:lnTo>
                    <a:pt x="1000000" y="351175"/>
                  </a:lnTo>
                  <a:lnTo>
                    <a:pt x="1000000" y="361882"/>
                  </a:lnTo>
                  <a:lnTo>
                    <a:pt x="713689" y="361882"/>
                  </a:lnTo>
                  <a:close/>
                  <a:moveTo>
                    <a:pt x="273790" y="355457"/>
                  </a:moveTo>
                  <a:lnTo>
                    <a:pt x="285476" y="355457"/>
                  </a:lnTo>
                  <a:lnTo>
                    <a:pt x="285476" y="362952"/>
                  </a:lnTo>
                  <a:lnTo>
                    <a:pt x="273790" y="362952"/>
                  </a:lnTo>
                  <a:close/>
                  <a:moveTo>
                    <a:pt x="639399" y="359740"/>
                  </a:moveTo>
                  <a:lnTo>
                    <a:pt x="651920" y="359740"/>
                  </a:lnTo>
                  <a:lnTo>
                    <a:pt x="651920" y="362952"/>
                  </a:lnTo>
                  <a:lnTo>
                    <a:pt x="639399" y="362952"/>
                  </a:lnTo>
                  <a:close/>
                  <a:moveTo>
                    <a:pt x="313022" y="354387"/>
                  </a:moveTo>
                  <a:lnTo>
                    <a:pt x="339733" y="354387"/>
                  </a:lnTo>
                  <a:lnTo>
                    <a:pt x="339733" y="362952"/>
                  </a:lnTo>
                  <a:lnTo>
                    <a:pt x="313022" y="362952"/>
                  </a:lnTo>
                  <a:close/>
                  <a:moveTo>
                    <a:pt x="352254" y="343680"/>
                  </a:moveTo>
                  <a:lnTo>
                    <a:pt x="357262" y="343680"/>
                  </a:lnTo>
                  <a:lnTo>
                    <a:pt x="357262" y="364023"/>
                  </a:lnTo>
                  <a:lnTo>
                    <a:pt x="352254" y="364023"/>
                  </a:lnTo>
                  <a:close/>
                  <a:moveTo>
                    <a:pt x="425710" y="346892"/>
                  </a:moveTo>
                  <a:lnTo>
                    <a:pt x="450751" y="346892"/>
                  </a:lnTo>
                  <a:lnTo>
                    <a:pt x="450751" y="364023"/>
                  </a:lnTo>
                  <a:lnTo>
                    <a:pt x="425710" y="364023"/>
                  </a:lnTo>
                  <a:close/>
                  <a:moveTo>
                    <a:pt x="712855" y="361882"/>
                  </a:moveTo>
                  <a:lnTo>
                    <a:pt x="1000000" y="361882"/>
                  </a:lnTo>
                  <a:lnTo>
                    <a:pt x="1000000" y="364023"/>
                  </a:lnTo>
                  <a:lnTo>
                    <a:pt x="712855" y="364023"/>
                  </a:lnTo>
                  <a:close/>
                  <a:moveTo>
                    <a:pt x="659432" y="358670"/>
                  </a:moveTo>
                  <a:lnTo>
                    <a:pt x="690317" y="358670"/>
                  </a:lnTo>
                  <a:lnTo>
                    <a:pt x="690317" y="364023"/>
                  </a:lnTo>
                  <a:lnTo>
                    <a:pt x="659432" y="364023"/>
                  </a:lnTo>
                  <a:close/>
                  <a:moveTo>
                    <a:pt x="479967" y="361882"/>
                  </a:moveTo>
                  <a:lnTo>
                    <a:pt x="496661" y="361882"/>
                  </a:lnTo>
                  <a:lnTo>
                    <a:pt x="496661" y="365094"/>
                  </a:lnTo>
                  <a:lnTo>
                    <a:pt x="479967" y="365094"/>
                  </a:lnTo>
                  <a:close/>
                  <a:moveTo>
                    <a:pt x="199499" y="350104"/>
                  </a:moveTo>
                  <a:lnTo>
                    <a:pt x="211185" y="350104"/>
                  </a:lnTo>
                  <a:lnTo>
                    <a:pt x="211185" y="365094"/>
                  </a:lnTo>
                  <a:lnTo>
                    <a:pt x="199499" y="365094"/>
                  </a:lnTo>
                  <a:close/>
                  <a:moveTo>
                    <a:pt x="638564" y="362952"/>
                  </a:moveTo>
                  <a:lnTo>
                    <a:pt x="651085" y="362952"/>
                  </a:lnTo>
                  <a:lnTo>
                    <a:pt x="651085" y="365094"/>
                  </a:lnTo>
                  <a:lnTo>
                    <a:pt x="638564" y="365094"/>
                  </a:lnTo>
                  <a:close/>
                  <a:moveTo>
                    <a:pt x="659432" y="364023"/>
                  </a:moveTo>
                  <a:lnTo>
                    <a:pt x="689482" y="364023"/>
                  </a:lnTo>
                  <a:lnTo>
                    <a:pt x="689482" y="366164"/>
                  </a:lnTo>
                  <a:lnTo>
                    <a:pt x="659432" y="366164"/>
                  </a:lnTo>
                  <a:close/>
                  <a:moveTo>
                    <a:pt x="312187" y="362952"/>
                  </a:moveTo>
                  <a:lnTo>
                    <a:pt x="339733" y="362952"/>
                  </a:lnTo>
                  <a:lnTo>
                    <a:pt x="339733" y="366164"/>
                  </a:lnTo>
                  <a:lnTo>
                    <a:pt x="312187" y="366164"/>
                  </a:lnTo>
                  <a:close/>
                  <a:moveTo>
                    <a:pt x="463272" y="359740"/>
                  </a:moveTo>
                  <a:lnTo>
                    <a:pt x="468280" y="359740"/>
                  </a:lnTo>
                  <a:lnTo>
                    <a:pt x="468280" y="366164"/>
                  </a:lnTo>
                  <a:lnTo>
                    <a:pt x="463272" y="366164"/>
                  </a:lnTo>
                  <a:close/>
                  <a:moveTo>
                    <a:pt x="352254" y="364023"/>
                  </a:moveTo>
                  <a:lnTo>
                    <a:pt x="358097" y="364023"/>
                  </a:lnTo>
                  <a:lnTo>
                    <a:pt x="358097" y="366164"/>
                  </a:lnTo>
                  <a:lnTo>
                    <a:pt x="352254" y="366164"/>
                  </a:lnTo>
                  <a:close/>
                  <a:moveTo>
                    <a:pt x="226210" y="358670"/>
                  </a:moveTo>
                  <a:lnTo>
                    <a:pt x="252087" y="358670"/>
                  </a:lnTo>
                  <a:lnTo>
                    <a:pt x="252087" y="367235"/>
                  </a:lnTo>
                  <a:lnTo>
                    <a:pt x="226210" y="367235"/>
                  </a:lnTo>
                  <a:close/>
                  <a:moveTo>
                    <a:pt x="712020" y="364023"/>
                  </a:moveTo>
                  <a:lnTo>
                    <a:pt x="1000000" y="364023"/>
                  </a:lnTo>
                  <a:lnTo>
                    <a:pt x="1000000" y="367235"/>
                  </a:lnTo>
                  <a:lnTo>
                    <a:pt x="712020" y="367235"/>
                  </a:lnTo>
                  <a:close/>
                  <a:moveTo>
                    <a:pt x="312187" y="366164"/>
                  </a:moveTo>
                  <a:lnTo>
                    <a:pt x="338898" y="366164"/>
                  </a:lnTo>
                  <a:lnTo>
                    <a:pt x="338898" y="368306"/>
                  </a:lnTo>
                  <a:lnTo>
                    <a:pt x="312187" y="368306"/>
                  </a:lnTo>
                  <a:close/>
                  <a:moveTo>
                    <a:pt x="311352" y="368306"/>
                  </a:moveTo>
                  <a:lnTo>
                    <a:pt x="338898" y="368306"/>
                  </a:lnTo>
                  <a:lnTo>
                    <a:pt x="338898" y="369376"/>
                  </a:lnTo>
                  <a:lnTo>
                    <a:pt x="311352" y="369376"/>
                  </a:lnTo>
                  <a:close/>
                  <a:moveTo>
                    <a:pt x="199499" y="365094"/>
                  </a:moveTo>
                  <a:lnTo>
                    <a:pt x="212020" y="365094"/>
                  </a:lnTo>
                  <a:lnTo>
                    <a:pt x="212020" y="369376"/>
                  </a:lnTo>
                  <a:lnTo>
                    <a:pt x="199499" y="369376"/>
                  </a:lnTo>
                  <a:close/>
                  <a:moveTo>
                    <a:pt x="659432" y="366164"/>
                  </a:moveTo>
                  <a:lnTo>
                    <a:pt x="688648" y="366164"/>
                  </a:lnTo>
                  <a:lnTo>
                    <a:pt x="688648" y="370447"/>
                  </a:lnTo>
                  <a:lnTo>
                    <a:pt x="659432" y="370447"/>
                  </a:lnTo>
                  <a:close/>
                  <a:moveTo>
                    <a:pt x="425710" y="364023"/>
                  </a:moveTo>
                  <a:lnTo>
                    <a:pt x="449917" y="364023"/>
                  </a:lnTo>
                  <a:lnTo>
                    <a:pt x="449917" y="370447"/>
                  </a:lnTo>
                  <a:lnTo>
                    <a:pt x="425710" y="370447"/>
                  </a:lnTo>
                  <a:close/>
                  <a:moveTo>
                    <a:pt x="637730" y="365094"/>
                  </a:moveTo>
                  <a:lnTo>
                    <a:pt x="651085" y="365094"/>
                  </a:lnTo>
                  <a:lnTo>
                    <a:pt x="651085" y="371518"/>
                  </a:lnTo>
                  <a:lnTo>
                    <a:pt x="637730" y="371518"/>
                  </a:lnTo>
                  <a:close/>
                  <a:moveTo>
                    <a:pt x="425710" y="370447"/>
                  </a:moveTo>
                  <a:lnTo>
                    <a:pt x="449082" y="370447"/>
                  </a:lnTo>
                  <a:lnTo>
                    <a:pt x="449082" y="372588"/>
                  </a:lnTo>
                  <a:lnTo>
                    <a:pt x="425710" y="372588"/>
                  </a:lnTo>
                  <a:close/>
                  <a:moveTo>
                    <a:pt x="225376" y="367235"/>
                  </a:moveTo>
                  <a:lnTo>
                    <a:pt x="252087" y="367235"/>
                  </a:lnTo>
                  <a:lnTo>
                    <a:pt x="252087" y="372588"/>
                  </a:lnTo>
                  <a:lnTo>
                    <a:pt x="225376" y="372588"/>
                  </a:lnTo>
                  <a:close/>
                  <a:moveTo>
                    <a:pt x="479967" y="365094"/>
                  </a:moveTo>
                  <a:lnTo>
                    <a:pt x="497496" y="365094"/>
                  </a:lnTo>
                  <a:lnTo>
                    <a:pt x="497496" y="373659"/>
                  </a:lnTo>
                  <a:lnTo>
                    <a:pt x="479967" y="373659"/>
                  </a:lnTo>
                  <a:close/>
                  <a:moveTo>
                    <a:pt x="463272" y="366164"/>
                  </a:moveTo>
                  <a:lnTo>
                    <a:pt x="469115" y="366164"/>
                  </a:lnTo>
                  <a:lnTo>
                    <a:pt x="469115" y="374730"/>
                  </a:lnTo>
                  <a:lnTo>
                    <a:pt x="463272" y="374730"/>
                  </a:lnTo>
                  <a:close/>
                  <a:moveTo>
                    <a:pt x="637730" y="371518"/>
                  </a:moveTo>
                  <a:lnTo>
                    <a:pt x="650250" y="371518"/>
                  </a:lnTo>
                  <a:lnTo>
                    <a:pt x="650250" y="374730"/>
                  </a:lnTo>
                  <a:lnTo>
                    <a:pt x="637730" y="374730"/>
                  </a:lnTo>
                  <a:close/>
                  <a:moveTo>
                    <a:pt x="312187" y="369376"/>
                  </a:moveTo>
                  <a:lnTo>
                    <a:pt x="338063" y="369376"/>
                  </a:lnTo>
                  <a:lnTo>
                    <a:pt x="338063" y="374730"/>
                  </a:lnTo>
                  <a:lnTo>
                    <a:pt x="312187" y="374730"/>
                  </a:lnTo>
                  <a:close/>
                  <a:moveTo>
                    <a:pt x="479967" y="373659"/>
                  </a:moveTo>
                  <a:lnTo>
                    <a:pt x="496661" y="373659"/>
                  </a:lnTo>
                  <a:lnTo>
                    <a:pt x="496661" y="375801"/>
                  </a:lnTo>
                  <a:lnTo>
                    <a:pt x="479967" y="375801"/>
                  </a:lnTo>
                  <a:close/>
                  <a:moveTo>
                    <a:pt x="659432" y="370447"/>
                  </a:moveTo>
                  <a:lnTo>
                    <a:pt x="687813" y="370447"/>
                  </a:lnTo>
                  <a:lnTo>
                    <a:pt x="687813" y="375801"/>
                  </a:lnTo>
                  <a:lnTo>
                    <a:pt x="659432" y="375801"/>
                  </a:lnTo>
                  <a:close/>
                  <a:moveTo>
                    <a:pt x="273790" y="362952"/>
                  </a:moveTo>
                  <a:lnTo>
                    <a:pt x="284641" y="362952"/>
                  </a:lnTo>
                  <a:lnTo>
                    <a:pt x="284641" y="375801"/>
                  </a:lnTo>
                  <a:lnTo>
                    <a:pt x="273790" y="375801"/>
                  </a:lnTo>
                  <a:close/>
                  <a:moveTo>
                    <a:pt x="426544" y="372588"/>
                  </a:moveTo>
                  <a:lnTo>
                    <a:pt x="449082" y="372588"/>
                  </a:lnTo>
                  <a:lnTo>
                    <a:pt x="449082" y="375801"/>
                  </a:lnTo>
                  <a:lnTo>
                    <a:pt x="426544" y="375801"/>
                  </a:lnTo>
                  <a:close/>
                  <a:moveTo>
                    <a:pt x="636895" y="374730"/>
                  </a:moveTo>
                  <a:lnTo>
                    <a:pt x="650250" y="374730"/>
                  </a:lnTo>
                  <a:lnTo>
                    <a:pt x="650250" y="376871"/>
                  </a:lnTo>
                  <a:lnTo>
                    <a:pt x="636895" y="376871"/>
                  </a:lnTo>
                  <a:close/>
                  <a:moveTo>
                    <a:pt x="273790" y="375801"/>
                  </a:moveTo>
                  <a:lnTo>
                    <a:pt x="285476" y="375801"/>
                  </a:lnTo>
                  <a:lnTo>
                    <a:pt x="285476" y="376871"/>
                  </a:lnTo>
                  <a:lnTo>
                    <a:pt x="273790" y="376871"/>
                  </a:lnTo>
                  <a:close/>
                  <a:moveTo>
                    <a:pt x="427379" y="375801"/>
                  </a:moveTo>
                  <a:lnTo>
                    <a:pt x="449082" y="375801"/>
                  </a:lnTo>
                  <a:lnTo>
                    <a:pt x="449082" y="377942"/>
                  </a:lnTo>
                  <a:lnTo>
                    <a:pt x="427379" y="377942"/>
                  </a:lnTo>
                  <a:close/>
                  <a:moveTo>
                    <a:pt x="464107" y="374730"/>
                  </a:moveTo>
                  <a:lnTo>
                    <a:pt x="469115" y="374730"/>
                  </a:lnTo>
                  <a:lnTo>
                    <a:pt x="469115" y="377942"/>
                  </a:lnTo>
                  <a:lnTo>
                    <a:pt x="464107" y="377942"/>
                  </a:lnTo>
                  <a:close/>
                  <a:moveTo>
                    <a:pt x="352254" y="366164"/>
                  </a:moveTo>
                  <a:lnTo>
                    <a:pt x="358932" y="366164"/>
                  </a:lnTo>
                  <a:lnTo>
                    <a:pt x="358932" y="377942"/>
                  </a:lnTo>
                  <a:lnTo>
                    <a:pt x="352254" y="377942"/>
                  </a:lnTo>
                  <a:close/>
                  <a:moveTo>
                    <a:pt x="507513" y="361882"/>
                  </a:moveTo>
                  <a:lnTo>
                    <a:pt x="522538" y="361882"/>
                  </a:lnTo>
                  <a:lnTo>
                    <a:pt x="522538" y="379013"/>
                  </a:lnTo>
                  <a:lnTo>
                    <a:pt x="507513" y="379013"/>
                  </a:lnTo>
                  <a:close/>
                  <a:moveTo>
                    <a:pt x="636060" y="376871"/>
                  </a:moveTo>
                  <a:lnTo>
                    <a:pt x="650250" y="376871"/>
                  </a:lnTo>
                  <a:lnTo>
                    <a:pt x="650250" y="379013"/>
                  </a:lnTo>
                  <a:lnTo>
                    <a:pt x="636060" y="379013"/>
                  </a:lnTo>
                  <a:close/>
                  <a:moveTo>
                    <a:pt x="711185" y="367235"/>
                  </a:moveTo>
                  <a:lnTo>
                    <a:pt x="1000000" y="367235"/>
                  </a:lnTo>
                  <a:lnTo>
                    <a:pt x="1000000" y="380083"/>
                  </a:lnTo>
                  <a:lnTo>
                    <a:pt x="711185" y="380083"/>
                  </a:lnTo>
                  <a:close/>
                  <a:moveTo>
                    <a:pt x="463272" y="377942"/>
                  </a:moveTo>
                  <a:lnTo>
                    <a:pt x="469115" y="377942"/>
                  </a:lnTo>
                  <a:lnTo>
                    <a:pt x="469115" y="382225"/>
                  </a:lnTo>
                  <a:lnTo>
                    <a:pt x="463272" y="382225"/>
                  </a:lnTo>
                  <a:close/>
                  <a:moveTo>
                    <a:pt x="658598" y="375801"/>
                  </a:moveTo>
                  <a:lnTo>
                    <a:pt x="687813" y="375801"/>
                  </a:lnTo>
                  <a:lnTo>
                    <a:pt x="687813" y="382225"/>
                  </a:lnTo>
                  <a:lnTo>
                    <a:pt x="658598" y="382225"/>
                  </a:lnTo>
                  <a:close/>
                  <a:moveTo>
                    <a:pt x="273790" y="376871"/>
                  </a:moveTo>
                  <a:lnTo>
                    <a:pt x="284641" y="376871"/>
                  </a:lnTo>
                  <a:lnTo>
                    <a:pt x="284641" y="383295"/>
                  </a:lnTo>
                  <a:lnTo>
                    <a:pt x="273790" y="383295"/>
                  </a:lnTo>
                  <a:close/>
                  <a:moveTo>
                    <a:pt x="710351" y="380083"/>
                  </a:moveTo>
                  <a:lnTo>
                    <a:pt x="1000000" y="380083"/>
                  </a:lnTo>
                  <a:lnTo>
                    <a:pt x="1000000" y="383295"/>
                  </a:lnTo>
                  <a:lnTo>
                    <a:pt x="710351" y="383295"/>
                  </a:lnTo>
                  <a:close/>
                  <a:moveTo>
                    <a:pt x="0" y="243036"/>
                  </a:moveTo>
                  <a:lnTo>
                    <a:pt x="151920" y="243036"/>
                  </a:lnTo>
                  <a:lnTo>
                    <a:pt x="151920" y="384366"/>
                  </a:lnTo>
                  <a:lnTo>
                    <a:pt x="0" y="384366"/>
                  </a:lnTo>
                  <a:close/>
                  <a:moveTo>
                    <a:pt x="427379" y="377942"/>
                  </a:moveTo>
                  <a:lnTo>
                    <a:pt x="448247" y="377942"/>
                  </a:lnTo>
                  <a:lnTo>
                    <a:pt x="448247" y="384366"/>
                  </a:lnTo>
                  <a:lnTo>
                    <a:pt x="427379" y="384366"/>
                  </a:lnTo>
                  <a:close/>
                  <a:moveTo>
                    <a:pt x="427379" y="384366"/>
                  </a:moveTo>
                  <a:lnTo>
                    <a:pt x="447412" y="384366"/>
                  </a:lnTo>
                  <a:lnTo>
                    <a:pt x="447412" y="385437"/>
                  </a:lnTo>
                  <a:lnTo>
                    <a:pt x="427379" y="385437"/>
                  </a:lnTo>
                  <a:close/>
                  <a:moveTo>
                    <a:pt x="479967" y="375801"/>
                  </a:moveTo>
                  <a:lnTo>
                    <a:pt x="495826" y="375801"/>
                  </a:lnTo>
                  <a:lnTo>
                    <a:pt x="495826" y="385437"/>
                  </a:lnTo>
                  <a:lnTo>
                    <a:pt x="479967" y="385437"/>
                  </a:lnTo>
                  <a:close/>
                  <a:moveTo>
                    <a:pt x="658598" y="382225"/>
                  </a:moveTo>
                  <a:lnTo>
                    <a:pt x="686978" y="382225"/>
                  </a:lnTo>
                  <a:lnTo>
                    <a:pt x="686978" y="386507"/>
                  </a:lnTo>
                  <a:lnTo>
                    <a:pt x="658598" y="386507"/>
                  </a:lnTo>
                  <a:close/>
                  <a:moveTo>
                    <a:pt x="428214" y="385437"/>
                  </a:moveTo>
                  <a:lnTo>
                    <a:pt x="447412" y="385437"/>
                  </a:lnTo>
                  <a:lnTo>
                    <a:pt x="447412" y="386507"/>
                  </a:lnTo>
                  <a:lnTo>
                    <a:pt x="428214" y="386507"/>
                  </a:lnTo>
                  <a:close/>
                  <a:moveTo>
                    <a:pt x="709516" y="383295"/>
                  </a:moveTo>
                  <a:lnTo>
                    <a:pt x="1000000" y="383295"/>
                  </a:lnTo>
                  <a:lnTo>
                    <a:pt x="1000000" y="386507"/>
                  </a:lnTo>
                  <a:lnTo>
                    <a:pt x="709516" y="386507"/>
                  </a:lnTo>
                  <a:close/>
                  <a:moveTo>
                    <a:pt x="0" y="384366"/>
                  </a:moveTo>
                  <a:lnTo>
                    <a:pt x="151085" y="384366"/>
                  </a:lnTo>
                  <a:lnTo>
                    <a:pt x="151085" y="387578"/>
                  </a:lnTo>
                  <a:lnTo>
                    <a:pt x="0" y="387578"/>
                  </a:lnTo>
                  <a:close/>
                  <a:moveTo>
                    <a:pt x="199499" y="369376"/>
                  </a:moveTo>
                  <a:lnTo>
                    <a:pt x="211185" y="369376"/>
                  </a:lnTo>
                  <a:lnTo>
                    <a:pt x="211185" y="387578"/>
                  </a:lnTo>
                  <a:lnTo>
                    <a:pt x="199499" y="387578"/>
                  </a:lnTo>
                  <a:close/>
                  <a:moveTo>
                    <a:pt x="479967" y="385437"/>
                  </a:moveTo>
                  <a:lnTo>
                    <a:pt x="494992" y="385437"/>
                  </a:lnTo>
                  <a:lnTo>
                    <a:pt x="494992" y="387578"/>
                  </a:lnTo>
                  <a:lnTo>
                    <a:pt x="479967" y="387578"/>
                  </a:lnTo>
                  <a:close/>
                  <a:moveTo>
                    <a:pt x="428214" y="386507"/>
                  </a:moveTo>
                  <a:lnTo>
                    <a:pt x="446578" y="386507"/>
                  </a:lnTo>
                  <a:lnTo>
                    <a:pt x="446578" y="388649"/>
                  </a:lnTo>
                  <a:lnTo>
                    <a:pt x="428214" y="388649"/>
                  </a:lnTo>
                  <a:close/>
                  <a:moveTo>
                    <a:pt x="507513" y="379013"/>
                  </a:moveTo>
                  <a:lnTo>
                    <a:pt x="521703" y="379013"/>
                  </a:lnTo>
                  <a:lnTo>
                    <a:pt x="521703" y="388649"/>
                  </a:lnTo>
                  <a:lnTo>
                    <a:pt x="507513" y="388649"/>
                  </a:lnTo>
                  <a:close/>
                  <a:moveTo>
                    <a:pt x="658598" y="386507"/>
                  </a:moveTo>
                  <a:lnTo>
                    <a:pt x="686144" y="386507"/>
                  </a:lnTo>
                  <a:lnTo>
                    <a:pt x="686144" y="388649"/>
                  </a:lnTo>
                  <a:lnTo>
                    <a:pt x="658598" y="388649"/>
                  </a:lnTo>
                  <a:close/>
                  <a:moveTo>
                    <a:pt x="635225" y="379013"/>
                  </a:moveTo>
                  <a:lnTo>
                    <a:pt x="650250" y="379013"/>
                  </a:lnTo>
                  <a:lnTo>
                    <a:pt x="650250" y="389719"/>
                  </a:lnTo>
                  <a:lnTo>
                    <a:pt x="635225" y="389719"/>
                  </a:lnTo>
                  <a:close/>
                  <a:moveTo>
                    <a:pt x="369783" y="350104"/>
                  </a:moveTo>
                  <a:lnTo>
                    <a:pt x="393990" y="350104"/>
                  </a:lnTo>
                  <a:lnTo>
                    <a:pt x="393990" y="389719"/>
                  </a:lnTo>
                  <a:lnTo>
                    <a:pt x="369783" y="389719"/>
                  </a:lnTo>
                  <a:close/>
                  <a:moveTo>
                    <a:pt x="352254" y="377942"/>
                  </a:moveTo>
                  <a:lnTo>
                    <a:pt x="358097" y="377942"/>
                  </a:lnTo>
                  <a:lnTo>
                    <a:pt x="358097" y="390790"/>
                  </a:lnTo>
                  <a:lnTo>
                    <a:pt x="352254" y="390790"/>
                  </a:lnTo>
                  <a:close/>
                  <a:moveTo>
                    <a:pt x="0" y="387578"/>
                  </a:moveTo>
                  <a:lnTo>
                    <a:pt x="150250" y="387578"/>
                  </a:lnTo>
                  <a:lnTo>
                    <a:pt x="150250" y="391861"/>
                  </a:lnTo>
                  <a:lnTo>
                    <a:pt x="0" y="391861"/>
                  </a:lnTo>
                  <a:close/>
                  <a:moveTo>
                    <a:pt x="634391" y="389719"/>
                  </a:moveTo>
                  <a:lnTo>
                    <a:pt x="650250" y="389719"/>
                  </a:lnTo>
                  <a:lnTo>
                    <a:pt x="650250" y="392931"/>
                  </a:lnTo>
                  <a:lnTo>
                    <a:pt x="634391" y="392931"/>
                  </a:lnTo>
                  <a:close/>
                  <a:moveTo>
                    <a:pt x="408180" y="343680"/>
                  </a:moveTo>
                  <a:lnTo>
                    <a:pt x="415693" y="343680"/>
                  </a:lnTo>
                  <a:lnTo>
                    <a:pt x="415693" y="392931"/>
                  </a:lnTo>
                  <a:lnTo>
                    <a:pt x="408180" y="392931"/>
                  </a:lnTo>
                  <a:close/>
                  <a:moveTo>
                    <a:pt x="428214" y="388649"/>
                  </a:moveTo>
                  <a:lnTo>
                    <a:pt x="445743" y="388649"/>
                  </a:lnTo>
                  <a:lnTo>
                    <a:pt x="445743" y="392931"/>
                  </a:lnTo>
                  <a:lnTo>
                    <a:pt x="428214" y="392931"/>
                  </a:lnTo>
                  <a:close/>
                  <a:moveTo>
                    <a:pt x="0" y="391861"/>
                  </a:moveTo>
                  <a:lnTo>
                    <a:pt x="151085" y="391861"/>
                  </a:lnTo>
                  <a:lnTo>
                    <a:pt x="151085" y="394002"/>
                  </a:lnTo>
                  <a:lnTo>
                    <a:pt x="0" y="394002"/>
                  </a:lnTo>
                  <a:close/>
                  <a:moveTo>
                    <a:pt x="428214" y="392931"/>
                  </a:moveTo>
                  <a:lnTo>
                    <a:pt x="444908" y="392931"/>
                  </a:lnTo>
                  <a:lnTo>
                    <a:pt x="444908" y="394002"/>
                  </a:lnTo>
                  <a:lnTo>
                    <a:pt x="428214" y="394002"/>
                  </a:lnTo>
                  <a:close/>
                  <a:moveTo>
                    <a:pt x="311352" y="374730"/>
                  </a:moveTo>
                  <a:lnTo>
                    <a:pt x="338063" y="374730"/>
                  </a:lnTo>
                  <a:lnTo>
                    <a:pt x="338063" y="394002"/>
                  </a:lnTo>
                  <a:lnTo>
                    <a:pt x="311352" y="394002"/>
                  </a:lnTo>
                  <a:close/>
                  <a:moveTo>
                    <a:pt x="370618" y="389719"/>
                  </a:moveTo>
                  <a:lnTo>
                    <a:pt x="393990" y="389719"/>
                  </a:lnTo>
                  <a:lnTo>
                    <a:pt x="393990" y="394002"/>
                  </a:lnTo>
                  <a:lnTo>
                    <a:pt x="370618" y="394002"/>
                  </a:lnTo>
                  <a:close/>
                  <a:moveTo>
                    <a:pt x="506678" y="388649"/>
                  </a:moveTo>
                  <a:lnTo>
                    <a:pt x="521703" y="388649"/>
                  </a:lnTo>
                  <a:lnTo>
                    <a:pt x="521703" y="395073"/>
                  </a:lnTo>
                  <a:lnTo>
                    <a:pt x="506678" y="395073"/>
                  </a:lnTo>
                  <a:close/>
                  <a:moveTo>
                    <a:pt x="224541" y="372588"/>
                  </a:moveTo>
                  <a:lnTo>
                    <a:pt x="252087" y="372588"/>
                  </a:lnTo>
                  <a:lnTo>
                    <a:pt x="252087" y="395073"/>
                  </a:lnTo>
                  <a:lnTo>
                    <a:pt x="224541" y="395073"/>
                  </a:lnTo>
                  <a:close/>
                  <a:moveTo>
                    <a:pt x="428214" y="394002"/>
                  </a:moveTo>
                  <a:lnTo>
                    <a:pt x="444073" y="394002"/>
                  </a:lnTo>
                  <a:lnTo>
                    <a:pt x="444073" y="395073"/>
                  </a:lnTo>
                  <a:lnTo>
                    <a:pt x="428214" y="395073"/>
                  </a:lnTo>
                  <a:close/>
                  <a:moveTo>
                    <a:pt x="633556" y="392931"/>
                  </a:moveTo>
                  <a:lnTo>
                    <a:pt x="650250" y="392931"/>
                  </a:lnTo>
                  <a:lnTo>
                    <a:pt x="650250" y="395073"/>
                  </a:lnTo>
                  <a:lnTo>
                    <a:pt x="633556" y="395073"/>
                  </a:lnTo>
                  <a:close/>
                  <a:moveTo>
                    <a:pt x="429048" y="395073"/>
                  </a:moveTo>
                  <a:lnTo>
                    <a:pt x="444073" y="395073"/>
                  </a:lnTo>
                  <a:lnTo>
                    <a:pt x="444073" y="396144"/>
                  </a:lnTo>
                  <a:lnTo>
                    <a:pt x="429048" y="396144"/>
                  </a:lnTo>
                  <a:close/>
                  <a:moveTo>
                    <a:pt x="464107" y="382225"/>
                  </a:moveTo>
                  <a:lnTo>
                    <a:pt x="469950" y="382225"/>
                  </a:lnTo>
                  <a:lnTo>
                    <a:pt x="469950" y="396144"/>
                  </a:lnTo>
                  <a:lnTo>
                    <a:pt x="464107" y="396144"/>
                  </a:lnTo>
                  <a:close/>
                  <a:moveTo>
                    <a:pt x="352254" y="390790"/>
                  </a:moveTo>
                  <a:lnTo>
                    <a:pt x="358932" y="390790"/>
                  </a:lnTo>
                  <a:lnTo>
                    <a:pt x="358932" y="396144"/>
                  </a:lnTo>
                  <a:lnTo>
                    <a:pt x="352254" y="396144"/>
                  </a:lnTo>
                  <a:close/>
                  <a:moveTo>
                    <a:pt x="0" y="394002"/>
                  </a:moveTo>
                  <a:lnTo>
                    <a:pt x="150250" y="394002"/>
                  </a:lnTo>
                  <a:lnTo>
                    <a:pt x="150250" y="397214"/>
                  </a:lnTo>
                  <a:lnTo>
                    <a:pt x="0" y="397214"/>
                  </a:lnTo>
                  <a:close/>
                  <a:moveTo>
                    <a:pt x="480801" y="387578"/>
                  </a:moveTo>
                  <a:lnTo>
                    <a:pt x="494992" y="387578"/>
                  </a:lnTo>
                  <a:lnTo>
                    <a:pt x="494992" y="397214"/>
                  </a:lnTo>
                  <a:lnTo>
                    <a:pt x="480801" y="397214"/>
                  </a:lnTo>
                  <a:close/>
                  <a:moveTo>
                    <a:pt x="429048" y="396144"/>
                  </a:moveTo>
                  <a:lnTo>
                    <a:pt x="443239" y="396144"/>
                  </a:lnTo>
                  <a:lnTo>
                    <a:pt x="443239" y="397214"/>
                  </a:lnTo>
                  <a:lnTo>
                    <a:pt x="429048" y="397214"/>
                  </a:lnTo>
                  <a:close/>
                  <a:moveTo>
                    <a:pt x="464107" y="396144"/>
                  </a:moveTo>
                  <a:lnTo>
                    <a:pt x="470785" y="396144"/>
                  </a:lnTo>
                  <a:lnTo>
                    <a:pt x="470785" y="398285"/>
                  </a:lnTo>
                  <a:lnTo>
                    <a:pt x="464107" y="398285"/>
                  </a:lnTo>
                  <a:close/>
                  <a:moveTo>
                    <a:pt x="507513" y="395073"/>
                  </a:moveTo>
                  <a:lnTo>
                    <a:pt x="521703" y="395073"/>
                  </a:lnTo>
                  <a:lnTo>
                    <a:pt x="521703" y="398285"/>
                  </a:lnTo>
                  <a:lnTo>
                    <a:pt x="507513" y="398285"/>
                  </a:lnTo>
                  <a:close/>
                  <a:moveTo>
                    <a:pt x="429883" y="397214"/>
                  </a:moveTo>
                  <a:lnTo>
                    <a:pt x="443239" y="397214"/>
                  </a:lnTo>
                  <a:lnTo>
                    <a:pt x="443239" y="398285"/>
                  </a:lnTo>
                  <a:lnTo>
                    <a:pt x="429883" y="398285"/>
                  </a:lnTo>
                  <a:close/>
                  <a:moveTo>
                    <a:pt x="408180" y="392931"/>
                  </a:moveTo>
                  <a:lnTo>
                    <a:pt x="416528" y="392931"/>
                  </a:lnTo>
                  <a:lnTo>
                    <a:pt x="416528" y="399356"/>
                  </a:lnTo>
                  <a:lnTo>
                    <a:pt x="408180" y="399356"/>
                  </a:lnTo>
                  <a:close/>
                  <a:moveTo>
                    <a:pt x="430718" y="398285"/>
                  </a:moveTo>
                  <a:lnTo>
                    <a:pt x="442404" y="398285"/>
                  </a:lnTo>
                  <a:lnTo>
                    <a:pt x="442404" y="399356"/>
                  </a:lnTo>
                  <a:lnTo>
                    <a:pt x="430718" y="399356"/>
                  </a:lnTo>
                  <a:close/>
                  <a:moveTo>
                    <a:pt x="708681" y="386507"/>
                  </a:moveTo>
                  <a:lnTo>
                    <a:pt x="1000000" y="386507"/>
                  </a:lnTo>
                  <a:lnTo>
                    <a:pt x="1000000" y="399356"/>
                  </a:lnTo>
                  <a:lnTo>
                    <a:pt x="708681" y="399356"/>
                  </a:lnTo>
                  <a:close/>
                  <a:moveTo>
                    <a:pt x="658598" y="388649"/>
                  </a:moveTo>
                  <a:lnTo>
                    <a:pt x="685309" y="388649"/>
                  </a:lnTo>
                  <a:lnTo>
                    <a:pt x="685309" y="399356"/>
                  </a:lnTo>
                  <a:lnTo>
                    <a:pt x="658598" y="399356"/>
                  </a:lnTo>
                  <a:close/>
                  <a:moveTo>
                    <a:pt x="506678" y="398285"/>
                  </a:moveTo>
                  <a:lnTo>
                    <a:pt x="521703" y="398285"/>
                  </a:lnTo>
                  <a:lnTo>
                    <a:pt x="521703" y="400426"/>
                  </a:lnTo>
                  <a:lnTo>
                    <a:pt x="506678" y="400426"/>
                  </a:lnTo>
                  <a:close/>
                  <a:moveTo>
                    <a:pt x="430718" y="399356"/>
                  </a:moveTo>
                  <a:lnTo>
                    <a:pt x="441569" y="399356"/>
                  </a:lnTo>
                  <a:lnTo>
                    <a:pt x="441569" y="400426"/>
                  </a:lnTo>
                  <a:lnTo>
                    <a:pt x="430718" y="400426"/>
                  </a:lnTo>
                  <a:close/>
                  <a:moveTo>
                    <a:pt x="481636" y="397214"/>
                  </a:moveTo>
                  <a:lnTo>
                    <a:pt x="494992" y="397214"/>
                  </a:lnTo>
                  <a:lnTo>
                    <a:pt x="494992" y="400426"/>
                  </a:lnTo>
                  <a:lnTo>
                    <a:pt x="481636" y="400426"/>
                  </a:lnTo>
                  <a:close/>
                  <a:moveTo>
                    <a:pt x="431553" y="400426"/>
                  </a:moveTo>
                  <a:lnTo>
                    <a:pt x="440735" y="400426"/>
                  </a:lnTo>
                  <a:lnTo>
                    <a:pt x="440735" y="401497"/>
                  </a:lnTo>
                  <a:lnTo>
                    <a:pt x="431553" y="401497"/>
                  </a:lnTo>
                  <a:close/>
                  <a:moveTo>
                    <a:pt x="481636" y="400426"/>
                  </a:moveTo>
                  <a:lnTo>
                    <a:pt x="494157" y="400426"/>
                  </a:lnTo>
                  <a:lnTo>
                    <a:pt x="494157" y="402568"/>
                  </a:lnTo>
                  <a:lnTo>
                    <a:pt x="481636" y="402568"/>
                  </a:lnTo>
                  <a:close/>
                  <a:moveTo>
                    <a:pt x="707846" y="399356"/>
                  </a:moveTo>
                  <a:lnTo>
                    <a:pt x="1000000" y="399356"/>
                  </a:lnTo>
                  <a:lnTo>
                    <a:pt x="1000000" y="402568"/>
                  </a:lnTo>
                  <a:lnTo>
                    <a:pt x="707846" y="402568"/>
                  </a:lnTo>
                  <a:close/>
                  <a:moveTo>
                    <a:pt x="351419" y="396144"/>
                  </a:moveTo>
                  <a:lnTo>
                    <a:pt x="358932" y="396144"/>
                  </a:lnTo>
                  <a:lnTo>
                    <a:pt x="358932" y="402568"/>
                  </a:lnTo>
                  <a:lnTo>
                    <a:pt x="351419" y="402568"/>
                  </a:lnTo>
                  <a:close/>
                  <a:moveTo>
                    <a:pt x="431553" y="401497"/>
                  </a:moveTo>
                  <a:lnTo>
                    <a:pt x="439900" y="401497"/>
                  </a:lnTo>
                  <a:lnTo>
                    <a:pt x="439900" y="402568"/>
                  </a:lnTo>
                  <a:lnTo>
                    <a:pt x="431553" y="402568"/>
                  </a:lnTo>
                  <a:close/>
                  <a:moveTo>
                    <a:pt x="632721" y="395073"/>
                  </a:moveTo>
                  <a:lnTo>
                    <a:pt x="650250" y="395073"/>
                  </a:lnTo>
                  <a:lnTo>
                    <a:pt x="650250" y="403638"/>
                  </a:lnTo>
                  <a:lnTo>
                    <a:pt x="632721" y="403638"/>
                  </a:lnTo>
                  <a:close/>
                  <a:moveTo>
                    <a:pt x="432387" y="402568"/>
                  </a:moveTo>
                  <a:lnTo>
                    <a:pt x="439900" y="402568"/>
                  </a:lnTo>
                  <a:lnTo>
                    <a:pt x="439900" y="403638"/>
                  </a:lnTo>
                  <a:lnTo>
                    <a:pt x="432387" y="403638"/>
                  </a:lnTo>
                  <a:close/>
                  <a:moveTo>
                    <a:pt x="584307" y="402568"/>
                  </a:moveTo>
                  <a:lnTo>
                    <a:pt x="596828" y="402568"/>
                  </a:lnTo>
                  <a:lnTo>
                    <a:pt x="596828" y="403638"/>
                  </a:lnTo>
                  <a:lnTo>
                    <a:pt x="584307" y="403638"/>
                  </a:lnTo>
                  <a:close/>
                  <a:moveTo>
                    <a:pt x="659432" y="399356"/>
                  </a:moveTo>
                  <a:lnTo>
                    <a:pt x="685309" y="399356"/>
                  </a:lnTo>
                  <a:lnTo>
                    <a:pt x="685309" y="404709"/>
                  </a:lnTo>
                  <a:lnTo>
                    <a:pt x="659432" y="404709"/>
                  </a:lnTo>
                  <a:close/>
                  <a:moveTo>
                    <a:pt x="434057" y="403638"/>
                  </a:moveTo>
                  <a:lnTo>
                    <a:pt x="437396" y="403638"/>
                  </a:lnTo>
                  <a:lnTo>
                    <a:pt x="437396" y="404709"/>
                  </a:lnTo>
                  <a:lnTo>
                    <a:pt x="434057" y="404709"/>
                  </a:lnTo>
                  <a:close/>
                  <a:moveTo>
                    <a:pt x="506678" y="400426"/>
                  </a:moveTo>
                  <a:lnTo>
                    <a:pt x="520868" y="400426"/>
                  </a:lnTo>
                  <a:lnTo>
                    <a:pt x="520868" y="404709"/>
                  </a:lnTo>
                  <a:lnTo>
                    <a:pt x="506678" y="404709"/>
                  </a:lnTo>
                  <a:close/>
                  <a:moveTo>
                    <a:pt x="408180" y="399356"/>
                  </a:moveTo>
                  <a:lnTo>
                    <a:pt x="415693" y="399356"/>
                  </a:lnTo>
                  <a:lnTo>
                    <a:pt x="415693" y="404709"/>
                  </a:lnTo>
                  <a:lnTo>
                    <a:pt x="408180" y="404709"/>
                  </a:lnTo>
                  <a:close/>
                  <a:moveTo>
                    <a:pt x="482471" y="402568"/>
                  </a:moveTo>
                  <a:lnTo>
                    <a:pt x="493322" y="402568"/>
                  </a:lnTo>
                  <a:lnTo>
                    <a:pt x="493322" y="404709"/>
                  </a:lnTo>
                  <a:lnTo>
                    <a:pt x="482471" y="404709"/>
                  </a:lnTo>
                  <a:close/>
                  <a:moveTo>
                    <a:pt x="583472" y="403638"/>
                  </a:moveTo>
                  <a:lnTo>
                    <a:pt x="597663" y="403638"/>
                  </a:lnTo>
                  <a:lnTo>
                    <a:pt x="597663" y="404709"/>
                  </a:lnTo>
                  <a:lnTo>
                    <a:pt x="583472" y="404709"/>
                  </a:lnTo>
                  <a:close/>
                  <a:moveTo>
                    <a:pt x="350584" y="402568"/>
                  </a:moveTo>
                  <a:lnTo>
                    <a:pt x="358932" y="402568"/>
                  </a:lnTo>
                  <a:lnTo>
                    <a:pt x="358932" y="404709"/>
                  </a:lnTo>
                  <a:lnTo>
                    <a:pt x="350584" y="404709"/>
                  </a:lnTo>
                  <a:close/>
                  <a:moveTo>
                    <a:pt x="505843" y="404709"/>
                  </a:moveTo>
                  <a:lnTo>
                    <a:pt x="520868" y="404709"/>
                  </a:lnTo>
                  <a:lnTo>
                    <a:pt x="520868" y="405780"/>
                  </a:lnTo>
                  <a:lnTo>
                    <a:pt x="505843" y="405780"/>
                  </a:lnTo>
                  <a:close/>
                  <a:moveTo>
                    <a:pt x="707012" y="402568"/>
                  </a:moveTo>
                  <a:lnTo>
                    <a:pt x="1000000" y="402568"/>
                  </a:lnTo>
                  <a:lnTo>
                    <a:pt x="1000000" y="405780"/>
                  </a:lnTo>
                  <a:lnTo>
                    <a:pt x="707012" y="405780"/>
                  </a:lnTo>
                  <a:close/>
                  <a:moveTo>
                    <a:pt x="581803" y="404709"/>
                  </a:moveTo>
                  <a:lnTo>
                    <a:pt x="598497" y="404709"/>
                  </a:lnTo>
                  <a:lnTo>
                    <a:pt x="598497" y="405780"/>
                  </a:lnTo>
                  <a:lnTo>
                    <a:pt x="581803" y="405780"/>
                  </a:lnTo>
                  <a:close/>
                  <a:moveTo>
                    <a:pt x="578464" y="405780"/>
                  </a:moveTo>
                  <a:lnTo>
                    <a:pt x="598497" y="405780"/>
                  </a:lnTo>
                  <a:lnTo>
                    <a:pt x="598497" y="406850"/>
                  </a:lnTo>
                  <a:lnTo>
                    <a:pt x="578464" y="406850"/>
                  </a:lnTo>
                  <a:close/>
                  <a:moveTo>
                    <a:pt x="505843" y="405780"/>
                  </a:moveTo>
                  <a:lnTo>
                    <a:pt x="520033" y="405780"/>
                  </a:lnTo>
                  <a:lnTo>
                    <a:pt x="520033" y="407921"/>
                  </a:lnTo>
                  <a:lnTo>
                    <a:pt x="505843" y="407921"/>
                  </a:lnTo>
                  <a:close/>
                  <a:moveTo>
                    <a:pt x="351419" y="404709"/>
                  </a:moveTo>
                  <a:lnTo>
                    <a:pt x="358932" y="404709"/>
                  </a:lnTo>
                  <a:lnTo>
                    <a:pt x="358932" y="407921"/>
                  </a:lnTo>
                  <a:lnTo>
                    <a:pt x="351419" y="407921"/>
                  </a:lnTo>
                  <a:close/>
                  <a:moveTo>
                    <a:pt x="659432" y="404709"/>
                  </a:moveTo>
                  <a:lnTo>
                    <a:pt x="684474" y="404709"/>
                  </a:lnTo>
                  <a:lnTo>
                    <a:pt x="684474" y="407921"/>
                  </a:lnTo>
                  <a:lnTo>
                    <a:pt x="659432" y="407921"/>
                  </a:lnTo>
                  <a:close/>
                  <a:moveTo>
                    <a:pt x="577629" y="406850"/>
                  </a:moveTo>
                  <a:lnTo>
                    <a:pt x="600167" y="406850"/>
                  </a:lnTo>
                  <a:lnTo>
                    <a:pt x="600167" y="407921"/>
                  </a:lnTo>
                  <a:lnTo>
                    <a:pt x="577629" y="407921"/>
                  </a:lnTo>
                  <a:close/>
                  <a:moveTo>
                    <a:pt x="464942" y="398285"/>
                  </a:moveTo>
                  <a:lnTo>
                    <a:pt x="470785" y="398285"/>
                  </a:lnTo>
                  <a:lnTo>
                    <a:pt x="470785" y="408992"/>
                  </a:lnTo>
                  <a:lnTo>
                    <a:pt x="464942" y="408992"/>
                  </a:lnTo>
                  <a:close/>
                  <a:moveTo>
                    <a:pt x="408180" y="404709"/>
                  </a:moveTo>
                  <a:lnTo>
                    <a:pt x="416528" y="404709"/>
                  </a:lnTo>
                  <a:lnTo>
                    <a:pt x="416528" y="408992"/>
                  </a:lnTo>
                  <a:lnTo>
                    <a:pt x="408180" y="408992"/>
                  </a:lnTo>
                  <a:close/>
                  <a:moveTo>
                    <a:pt x="371452" y="394002"/>
                  </a:moveTo>
                  <a:lnTo>
                    <a:pt x="393990" y="394002"/>
                  </a:lnTo>
                  <a:lnTo>
                    <a:pt x="393990" y="408992"/>
                  </a:lnTo>
                  <a:lnTo>
                    <a:pt x="371452" y="408992"/>
                  </a:lnTo>
                  <a:close/>
                  <a:moveTo>
                    <a:pt x="576795" y="407921"/>
                  </a:moveTo>
                  <a:lnTo>
                    <a:pt x="600167" y="407921"/>
                  </a:lnTo>
                  <a:lnTo>
                    <a:pt x="600167" y="408992"/>
                  </a:lnTo>
                  <a:lnTo>
                    <a:pt x="576795" y="408992"/>
                  </a:lnTo>
                  <a:close/>
                  <a:moveTo>
                    <a:pt x="659432" y="407921"/>
                  </a:moveTo>
                  <a:lnTo>
                    <a:pt x="683639" y="407921"/>
                  </a:lnTo>
                  <a:lnTo>
                    <a:pt x="683639" y="408992"/>
                  </a:lnTo>
                  <a:lnTo>
                    <a:pt x="659432" y="408992"/>
                  </a:lnTo>
                  <a:close/>
                  <a:moveTo>
                    <a:pt x="482471" y="404709"/>
                  </a:moveTo>
                  <a:lnTo>
                    <a:pt x="492487" y="404709"/>
                  </a:lnTo>
                  <a:lnTo>
                    <a:pt x="492487" y="408992"/>
                  </a:lnTo>
                  <a:lnTo>
                    <a:pt x="482471" y="408992"/>
                  </a:lnTo>
                  <a:close/>
                  <a:moveTo>
                    <a:pt x="311352" y="394002"/>
                  </a:moveTo>
                  <a:lnTo>
                    <a:pt x="337229" y="394002"/>
                  </a:lnTo>
                  <a:lnTo>
                    <a:pt x="337229" y="408992"/>
                  </a:lnTo>
                  <a:lnTo>
                    <a:pt x="311352" y="408992"/>
                  </a:lnTo>
                  <a:close/>
                  <a:moveTo>
                    <a:pt x="574290" y="408992"/>
                  </a:moveTo>
                  <a:lnTo>
                    <a:pt x="600167" y="408992"/>
                  </a:lnTo>
                  <a:lnTo>
                    <a:pt x="600167" y="410062"/>
                  </a:lnTo>
                  <a:lnTo>
                    <a:pt x="574290" y="410062"/>
                  </a:lnTo>
                  <a:close/>
                  <a:moveTo>
                    <a:pt x="631886" y="403638"/>
                  </a:moveTo>
                  <a:lnTo>
                    <a:pt x="650250" y="403638"/>
                  </a:lnTo>
                  <a:lnTo>
                    <a:pt x="650250" y="411133"/>
                  </a:lnTo>
                  <a:lnTo>
                    <a:pt x="631886" y="411133"/>
                  </a:lnTo>
                  <a:close/>
                  <a:moveTo>
                    <a:pt x="483306" y="408992"/>
                  </a:moveTo>
                  <a:lnTo>
                    <a:pt x="491653" y="408992"/>
                  </a:lnTo>
                  <a:lnTo>
                    <a:pt x="491653" y="411133"/>
                  </a:lnTo>
                  <a:lnTo>
                    <a:pt x="483306" y="411133"/>
                  </a:lnTo>
                  <a:close/>
                  <a:moveTo>
                    <a:pt x="350584" y="407921"/>
                  </a:moveTo>
                  <a:lnTo>
                    <a:pt x="359766" y="407921"/>
                  </a:lnTo>
                  <a:lnTo>
                    <a:pt x="359766" y="411133"/>
                  </a:lnTo>
                  <a:lnTo>
                    <a:pt x="350584" y="411133"/>
                  </a:lnTo>
                  <a:close/>
                  <a:moveTo>
                    <a:pt x="572621" y="410062"/>
                  </a:moveTo>
                  <a:lnTo>
                    <a:pt x="600167" y="410062"/>
                  </a:lnTo>
                  <a:lnTo>
                    <a:pt x="600167" y="411133"/>
                  </a:lnTo>
                  <a:lnTo>
                    <a:pt x="572621" y="411133"/>
                  </a:lnTo>
                  <a:close/>
                  <a:moveTo>
                    <a:pt x="465776" y="408992"/>
                  </a:moveTo>
                  <a:lnTo>
                    <a:pt x="470785" y="408992"/>
                  </a:lnTo>
                  <a:lnTo>
                    <a:pt x="470785" y="411133"/>
                  </a:lnTo>
                  <a:lnTo>
                    <a:pt x="465776" y="411133"/>
                  </a:lnTo>
                  <a:close/>
                  <a:moveTo>
                    <a:pt x="660267" y="408992"/>
                  </a:moveTo>
                  <a:lnTo>
                    <a:pt x="683639" y="408992"/>
                  </a:lnTo>
                  <a:lnTo>
                    <a:pt x="683639" y="411133"/>
                  </a:lnTo>
                  <a:lnTo>
                    <a:pt x="660267" y="411133"/>
                  </a:lnTo>
                  <a:close/>
                  <a:moveTo>
                    <a:pt x="351419" y="411133"/>
                  </a:moveTo>
                  <a:lnTo>
                    <a:pt x="359766" y="411133"/>
                  </a:lnTo>
                  <a:lnTo>
                    <a:pt x="359766" y="412204"/>
                  </a:lnTo>
                  <a:lnTo>
                    <a:pt x="351419" y="412204"/>
                  </a:lnTo>
                  <a:close/>
                  <a:moveTo>
                    <a:pt x="465776" y="411133"/>
                  </a:moveTo>
                  <a:lnTo>
                    <a:pt x="471619" y="411133"/>
                  </a:lnTo>
                  <a:lnTo>
                    <a:pt x="471619" y="412204"/>
                  </a:lnTo>
                  <a:lnTo>
                    <a:pt x="465776" y="412204"/>
                  </a:lnTo>
                  <a:close/>
                  <a:moveTo>
                    <a:pt x="571786" y="411133"/>
                  </a:moveTo>
                  <a:lnTo>
                    <a:pt x="600167" y="411133"/>
                  </a:lnTo>
                  <a:lnTo>
                    <a:pt x="600167" y="412204"/>
                  </a:lnTo>
                  <a:lnTo>
                    <a:pt x="571786" y="412204"/>
                  </a:lnTo>
                  <a:close/>
                  <a:moveTo>
                    <a:pt x="661102" y="411133"/>
                  </a:moveTo>
                  <a:lnTo>
                    <a:pt x="683639" y="411133"/>
                  </a:lnTo>
                  <a:lnTo>
                    <a:pt x="683639" y="412204"/>
                  </a:lnTo>
                  <a:lnTo>
                    <a:pt x="661102" y="412204"/>
                  </a:lnTo>
                  <a:close/>
                  <a:moveTo>
                    <a:pt x="483306" y="411133"/>
                  </a:moveTo>
                  <a:lnTo>
                    <a:pt x="489983" y="411133"/>
                  </a:lnTo>
                  <a:lnTo>
                    <a:pt x="489983" y="412204"/>
                  </a:lnTo>
                  <a:lnTo>
                    <a:pt x="483306" y="412204"/>
                  </a:lnTo>
                  <a:close/>
                  <a:moveTo>
                    <a:pt x="505843" y="407921"/>
                  </a:moveTo>
                  <a:lnTo>
                    <a:pt x="519199" y="407921"/>
                  </a:lnTo>
                  <a:lnTo>
                    <a:pt x="519199" y="412204"/>
                  </a:lnTo>
                  <a:lnTo>
                    <a:pt x="505843" y="412204"/>
                  </a:lnTo>
                  <a:close/>
                  <a:moveTo>
                    <a:pt x="371452" y="408992"/>
                  </a:moveTo>
                  <a:lnTo>
                    <a:pt x="393155" y="408992"/>
                  </a:lnTo>
                  <a:lnTo>
                    <a:pt x="393155" y="412204"/>
                  </a:lnTo>
                  <a:lnTo>
                    <a:pt x="371452" y="412204"/>
                  </a:lnTo>
                  <a:close/>
                  <a:moveTo>
                    <a:pt x="661937" y="412204"/>
                  </a:moveTo>
                  <a:lnTo>
                    <a:pt x="683639" y="412204"/>
                  </a:lnTo>
                  <a:lnTo>
                    <a:pt x="683639" y="413274"/>
                  </a:lnTo>
                  <a:lnTo>
                    <a:pt x="661937" y="413274"/>
                  </a:lnTo>
                  <a:close/>
                  <a:moveTo>
                    <a:pt x="484140" y="412204"/>
                  </a:moveTo>
                  <a:lnTo>
                    <a:pt x="489983" y="412204"/>
                  </a:lnTo>
                  <a:lnTo>
                    <a:pt x="489983" y="413274"/>
                  </a:lnTo>
                  <a:lnTo>
                    <a:pt x="484140" y="413274"/>
                  </a:lnTo>
                  <a:close/>
                  <a:moveTo>
                    <a:pt x="570117" y="412204"/>
                  </a:moveTo>
                  <a:lnTo>
                    <a:pt x="600167" y="412204"/>
                  </a:lnTo>
                  <a:lnTo>
                    <a:pt x="600167" y="413274"/>
                  </a:lnTo>
                  <a:lnTo>
                    <a:pt x="570117" y="413274"/>
                  </a:lnTo>
                  <a:close/>
                  <a:moveTo>
                    <a:pt x="631052" y="411133"/>
                  </a:moveTo>
                  <a:lnTo>
                    <a:pt x="650250" y="411133"/>
                  </a:lnTo>
                  <a:lnTo>
                    <a:pt x="650250" y="413274"/>
                  </a:lnTo>
                  <a:lnTo>
                    <a:pt x="631052" y="413274"/>
                  </a:lnTo>
                  <a:close/>
                  <a:moveTo>
                    <a:pt x="484975" y="413274"/>
                  </a:moveTo>
                  <a:lnTo>
                    <a:pt x="489149" y="413274"/>
                  </a:lnTo>
                  <a:lnTo>
                    <a:pt x="489149" y="414345"/>
                  </a:lnTo>
                  <a:lnTo>
                    <a:pt x="484975" y="414345"/>
                  </a:lnTo>
                  <a:close/>
                  <a:moveTo>
                    <a:pt x="371452" y="412204"/>
                  </a:moveTo>
                  <a:lnTo>
                    <a:pt x="392321" y="412204"/>
                  </a:lnTo>
                  <a:lnTo>
                    <a:pt x="392321" y="414345"/>
                  </a:lnTo>
                  <a:lnTo>
                    <a:pt x="371452" y="414345"/>
                  </a:lnTo>
                  <a:close/>
                  <a:moveTo>
                    <a:pt x="568447" y="413274"/>
                  </a:moveTo>
                  <a:lnTo>
                    <a:pt x="600167" y="413274"/>
                  </a:lnTo>
                  <a:lnTo>
                    <a:pt x="600167" y="414345"/>
                  </a:lnTo>
                  <a:lnTo>
                    <a:pt x="568447" y="414345"/>
                  </a:lnTo>
                  <a:close/>
                  <a:moveTo>
                    <a:pt x="351419" y="412204"/>
                  </a:moveTo>
                  <a:lnTo>
                    <a:pt x="360601" y="412204"/>
                  </a:lnTo>
                  <a:lnTo>
                    <a:pt x="360601" y="414345"/>
                  </a:lnTo>
                  <a:lnTo>
                    <a:pt x="351419" y="414345"/>
                  </a:lnTo>
                  <a:close/>
                  <a:moveTo>
                    <a:pt x="567613" y="414345"/>
                  </a:moveTo>
                  <a:lnTo>
                    <a:pt x="600167" y="414345"/>
                  </a:lnTo>
                  <a:lnTo>
                    <a:pt x="600167" y="415416"/>
                  </a:lnTo>
                  <a:lnTo>
                    <a:pt x="567613" y="415416"/>
                  </a:lnTo>
                  <a:close/>
                  <a:moveTo>
                    <a:pt x="661937" y="413274"/>
                  </a:moveTo>
                  <a:lnTo>
                    <a:pt x="682805" y="413274"/>
                  </a:lnTo>
                  <a:lnTo>
                    <a:pt x="682805" y="415416"/>
                  </a:lnTo>
                  <a:lnTo>
                    <a:pt x="661937" y="415416"/>
                  </a:lnTo>
                  <a:close/>
                  <a:moveTo>
                    <a:pt x="351419" y="414345"/>
                  </a:moveTo>
                  <a:lnTo>
                    <a:pt x="361436" y="414345"/>
                  </a:lnTo>
                  <a:lnTo>
                    <a:pt x="361436" y="415416"/>
                  </a:lnTo>
                  <a:lnTo>
                    <a:pt x="351419" y="415416"/>
                  </a:lnTo>
                  <a:close/>
                  <a:moveTo>
                    <a:pt x="466611" y="412204"/>
                  </a:moveTo>
                  <a:lnTo>
                    <a:pt x="471619" y="412204"/>
                  </a:lnTo>
                  <a:lnTo>
                    <a:pt x="471619" y="416487"/>
                  </a:lnTo>
                  <a:lnTo>
                    <a:pt x="466611" y="416487"/>
                  </a:lnTo>
                  <a:close/>
                  <a:moveTo>
                    <a:pt x="706177" y="405780"/>
                  </a:moveTo>
                  <a:lnTo>
                    <a:pt x="1000000" y="405780"/>
                  </a:lnTo>
                  <a:lnTo>
                    <a:pt x="1000000" y="416487"/>
                  </a:lnTo>
                  <a:lnTo>
                    <a:pt x="706177" y="416487"/>
                  </a:lnTo>
                  <a:close/>
                  <a:moveTo>
                    <a:pt x="566778" y="415416"/>
                  </a:moveTo>
                  <a:lnTo>
                    <a:pt x="600167" y="415416"/>
                  </a:lnTo>
                  <a:lnTo>
                    <a:pt x="600167" y="416487"/>
                  </a:lnTo>
                  <a:lnTo>
                    <a:pt x="566778" y="416487"/>
                  </a:lnTo>
                  <a:close/>
                  <a:moveTo>
                    <a:pt x="662771" y="415416"/>
                  </a:moveTo>
                  <a:lnTo>
                    <a:pt x="682805" y="415416"/>
                  </a:lnTo>
                  <a:lnTo>
                    <a:pt x="682805" y="417557"/>
                  </a:lnTo>
                  <a:lnTo>
                    <a:pt x="662771" y="417557"/>
                  </a:lnTo>
                  <a:close/>
                  <a:moveTo>
                    <a:pt x="565109" y="416487"/>
                  </a:moveTo>
                  <a:lnTo>
                    <a:pt x="600167" y="416487"/>
                  </a:lnTo>
                  <a:lnTo>
                    <a:pt x="600167" y="417557"/>
                  </a:lnTo>
                  <a:lnTo>
                    <a:pt x="565109" y="417557"/>
                  </a:lnTo>
                  <a:close/>
                  <a:moveTo>
                    <a:pt x="350584" y="415416"/>
                  </a:moveTo>
                  <a:lnTo>
                    <a:pt x="361436" y="415416"/>
                  </a:lnTo>
                  <a:lnTo>
                    <a:pt x="361436" y="417557"/>
                  </a:lnTo>
                  <a:lnTo>
                    <a:pt x="350584" y="417557"/>
                  </a:lnTo>
                  <a:close/>
                  <a:moveTo>
                    <a:pt x="663606" y="417557"/>
                  </a:moveTo>
                  <a:lnTo>
                    <a:pt x="682805" y="417557"/>
                  </a:lnTo>
                  <a:lnTo>
                    <a:pt x="682805" y="418628"/>
                  </a:lnTo>
                  <a:lnTo>
                    <a:pt x="663606" y="418628"/>
                  </a:lnTo>
                  <a:close/>
                  <a:moveTo>
                    <a:pt x="630217" y="413274"/>
                  </a:moveTo>
                  <a:lnTo>
                    <a:pt x="650250" y="413274"/>
                  </a:lnTo>
                  <a:lnTo>
                    <a:pt x="650250" y="418628"/>
                  </a:lnTo>
                  <a:lnTo>
                    <a:pt x="630217" y="418628"/>
                  </a:lnTo>
                  <a:close/>
                  <a:moveTo>
                    <a:pt x="564274" y="417557"/>
                  </a:moveTo>
                  <a:lnTo>
                    <a:pt x="599332" y="417557"/>
                  </a:lnTo>
                  <a:lnTo>
                    <a:pt x="599332" y="419699"/>
                  </a:lnTo>
                  <a:lnTo>
                    <a:pt x="564274" y="419699"/>
                  </a:lnTo>
                  <a:close/>
                  <a:moveTo>
                    <a:pt x="199499" y="387578"/>
                  </a:moveTo>
                  <a:lnTo>
                    <a:pt x="212020" y="387578"/>
                  </a:lnTo>
                  <a:lnTo>
                    <a:pt x="212020" y="419699"/>
                  </a:lnTo>
                  <a:lnTo>
                    <a:pt x="199499" y="419699"/>
                  </a:lnTo>
                  <a:close/>
                  <a:moveTo>
                    <a:pt x="371452" y="414345"/>
                  </a:moveTo>
                  <a:lnTo>
                    <a:pt x="391486" y="414345"/>
                  </a:lnTo>
                  <a:lnTo>
                    <a:pt x="391486" y="419699"/>
                  </a:lnTo>
                  <a:lnTo>
                    <a:pt x="371452" y="419699"/>
                  </a:lnTo>
                  <a:close/>
                  <a:moveTo>
                    <a:pt x="0" y="397214"/>
                  </a:moveTo>
                  <a:lnTo>
                    <a:pt x="149416" y="397214"/>
                  </a:lnTo>
                  <a:lnTo>
                    <a:pt x="149416" y="419699"/>
                  </a:lnTo>
                  <a:lnTo>
                    <a:pt x="0" y="419699"/>
                  </a:lnTo>
                  <a:close/>
                  <a:moveTo>
                    <a:pt x="562604" y="419699"/>
                  </a:moveTo>
                  <a:lnTo>
                    <a:pt x="598497" y="419699"/>
                  </a:lnTo>
                  <a:lnTo>
                    <a:pt x="598497" y="420769"/>
                  </a:lnTo>
                  <a:lnTo>
                    <a:pt x="562604" y="420769"/>
                  </a:lnTo>
                  <a:close/>
                  <a:moveTo>
                    <a:pt x="408180" y="408992"/>
                  </a:moveTo>
                  <a:lnTo>
                    <a:pt x="417362" y="408992"/>
                  </a:lnTo>
                  <a:lnTo>
                    <a:pt x="417362" y="420769"/>
                  </a:lnTo>
                  <a:lnTo>
                    <a:pt x="408180" y="420769"/>
                  </a:lnTo>
                  <a:close/>
                  <a:moveTo>
                    <a:pt x="505008" y="412204"/>
                  </a:moveTo>
                  <a:lnTo>
                    <a:pt x="519199" y="412204"/>
                  </a:lnTo>
                  <a:lnTo>
                    <a:pt x="519199" y="420769"/>
                  </a:lnTo>
                  <a:lnTo>
                    <a:pt x="505008" y="420769"/>
                  </a:lnTo>
                  <a:close/>
                  <a:moveTo>
                    <a:pt x="664441" y="418628"/>
                  </a:moveTo>
                  <a:lnTo>
                    <a:pt x="682805" y="418628"/>
                  </a:lnTo>
                  <a:lnTo>
                    <a:pt x="682805" y="420769"/>
                  </a:lnTo>
                  <a:lnTo>
                    <a:pt x="664441" y="420769"/>
                  </a:lnTo>
                  <a:close/>
                  <a:moveTo>
                    <a:pt x="0" y="419699"/>
                  </a:moveTo>
                  <a:lnTo>
                    <a:pt x="148581" y="419699"/>
                  </a:lnTo>
                  <a:lnTo>
                    <a:pt x="148581" y="420769"/>
                  </a:lnTo>
                  <a:lnTo>
                    <a:pt x="0" y="420769"/>
                  </a:lnTo>
                  <a:close/>
                  <a:moveTo>
                    <a:pt x="224541" y="395073"/>
                  </a:moveTo>
                  <a:lnTo>
                    <a:pt x="252922" y="395073"/>
                  </a:lnTo>
                  <a:lnTo>
                    <a:pt x="252922" y="420769"/>
                  </a:lnTo>
                  <a:lnTo>
                    <a:pt x="224541" y="420769"/>
                  </a:lnTo>
                  <a:close/>
                  <a:moveTo>
                    <a:pt x="466611" y="416487"/>
                  </a:moveTo>
                  <a:lnTo>
                    <a:pt x="472454" y="416487"/>
                  </a:lnTo>
                  <a:lnTo>
                    <a:pt x="472454" y="421840"/>
                  </a:lnTo>
                  <a:lnTo>
                    <a:pt x="466611" y="421840"/>
                  </a:lnTo>
                  <a:close/>
                  <a:moveTo>
                    <a:pt x="665275" y="420769"/>
                  </a:moveTo>
                  <a:lnTo>
                    <a:pt x="681970" y="420769"/>
                  </a:lnTo>
                  <a:lnTo>
                    <a:pt x="681970" y="421840"/>
                  </a:lnTo>
                  <a:lnTo>
                    <a:pt x="665275" y="421840"/>
                  </a:lnTo>
                  <a:close/>
                  <a:moveTo>
                    <a:pt x="199499" y="419699"/>
                  </a:moveTo>
                  <a:lnTo>
                    <a:pt x="212855" y="419699"/>
                  </a:lnTo>
                  <a:lnTo>
                    <a:pt x="212855" y="421840"/>
                  </a:lnTo>
                  <a:lnTo>
                    <a:pt x="199499" y="421840"/>
                  </a:lnTo>
                  <a:close/>
                  <a:moveTo>
                    <a:pt x="372287" y="419699"/>
                  </a:moveTo>
                  <a:lnTo>
                    <a:pt x="391486" y="419699"/>
                  </a:lnTo>
                  <a:lnTo>
                    <a:pt x="391486" y="421840"/>
                  </a:lnTo>
                  <a:lnTo>
                    <a:pt x="372287" y="421840"/>
                  </a:lnTo>
                  <a:close/>
                  <a:moveTo>
                    <a:pt x="225376" y="420769"/>
                  </a:moveTo>
                  <a:lnTo>
                    <a:pt x="252922" y="420769"/>
                  </a:lnTo>
                  <a:lnTo>
                    <a:pt x="252922" y="422911"/>
                  </a:lnTo>
                  <a:lnTo>
                    <a:pt x="225376" y="422911"/>
                  </a:lnTo>
                  <a:close/>
                  <a:moveTo>
                    <a:pt x="373122" y="421840"/>
                  </a:moveTo>
                  <a:lnTo>
                    <a:pt x="391486" y="421840"/>
                  </a:lnTo>
                  <a:lnTo>
                    <a:pt x="391486" y="422911"/>
                  </a:lnTo>
                  <a:lnTo>
                    <a:pt x="373122" y="422911"/>
                  </a:lnTo>
                  <a:close/>
                  <a:moveTo>
                    <a:pt x="505008" y="420769"/>
                  </a:moveTo>
                  <a:lnTo>
                    <a:pt x="518364" y="420769"/>
                  </a:lnTo>
                  <a:lnTo>
                    <a:pt x="518364" y="422911"/>
                  </a:lnTo>
                  <a:lnTo>
                    <a:pt x="505008" y="422911"/>
                  </a:lnTo>
                  <a:close/>
                  <a:moveTo>
                    <a:pt x="561770" y="420769"/>
                  </a:moveTo>
                  <a:lnTo>
                    <a:pt x="598497" y="420769"/>
                  </a:lnTo>
                  <a:lnTo>
                    <a:pt x="598497" y="422911"/>
                  </a:lnTo>
                  <a:lnTo>
                    <a:pt x="561770" y="422911"/>
                  </a:lnTo>
                  <a:close/>
                  <a:moveTo>
                    <a:pt x="666110" y="421840"/>
                  </a:moveTo>
                  <a:lnTo>
                    <a:pt x="679466" y="421840"/>
                  </a:lnTo>
                  <a:lnTo>
                    <a:pt x="679466" y="422911"/>
                  </a:lnTo>
                  <a:lnTo>
                    <a:pt x="666110" y="422911"/>
                  </a:lnTo>
                  <a:close/>
                  <a:moveTo>
                    <a:pt x="666110" y="422911"/>
                  </a:moveTo>
                  <a:lnTo>
                    <a:pt x="678631" y="422911"/>
                  </a:lnTo>
                  <a:lnTo>
                    <a:pt x="678631" y="423981"/>
                  </a:lnTo>
                  <a:lnTo>
                    <a:pt x="666110" y="423981"/>
                  </a:lnTo>
                  <a:close/>
                  <a:moveTo>
                    <a:pt x="504174" y="422911"/>
                  </a:moveTo>
                  <a:lnTo>
                    <a:pt x="518364" y="422911"/>
                  </a:lnTo>
                  <a:lnTo>
                    <a:pt x="518364" y="423981"/>
                  </a:lnTo>
                  <a:lnTo>
                    <a:pt x="504174" y="423981"/>
                  </a:lnTo>
                  <a:close/>
                  <a:moveTo>
                    <a:pt x="560100" y="422911"/>
                  </a:moveTo>
                  <a:lnTo>
                    <a:pt x="598497" y="422911"/>
                  </a:lnTo>
                  <a:lnTo>
                    <a:pt x="598497" y="423981"/>
                  </a:lnTo>
                  <a:lnTo>
                    <a:pt x="560100" y="423981"/>
                  </a:lnTo>
                  <a:close/>
                  <a:moveTo>
                    <a:pt x="373122" y="422911"/>
                  </a:moveTo>
                  <a:lnTo>
                    <a:pt x="390651" y="422911"/>
                  </a:lnTo>
                  <a:lnTo>
                    <a:pt x="390651" y="423981"/>
                  </a:lnTo>
                  <a:lnTo>
                    <a:pt x="373122" y="423981"/>
                  </a:lnTo>
                  <a:close/>
                  <a:moveTo>
                    <a:pt x="705342" y="416487"/>
                  </a:moveTo>
                  <a:lnTo>
                    <a:pt x="1000000" y="416487"/>
                  </a:lnTo>
                  <a:lnTo>
                    <a:pt x="1000000" y="423981"/>
                  </a:lnTo>
                  <a:lnTo>
                    <a:pt x="705342" y="423981"/>
                  </a:lnTo>
                  <a:close/>
                  <a:moveTo>
                    <a:pt x="349750" y="417557"/>
                  </a:moveTo>
                  <a:lnTo>
                    <a:pt x="361436" y="417557"/>
                  </a:lnTo>
                  <a:lnTo>
                    <a:pt x="361436" y="423981"/>
                  </a:lnTo>
                  <a:lnTo>
                    <a:pt x="349750" y="423981"/>
                  </a:lnTo>
                  <a:close/>
                  <a:moveTo>
                    <a:pt x="667780" y="423981"/>
                  </a:moveTo>
                  <a:lnTo>
                    <a:pt x="676127" y="423981"/>
                  </a:lnTo>
                  <a:lnTo>
                    <a:pt x="676127" y="425052"/>
                  </a:lnTo>
                  <a:lnTo>
                    <a:pt x="667780" y="425052"/>
                  </a:lnTo>
                  <a:close/>
                  <a:moveTo>
                    <a:pt x="373957" y="423981"/>
                  </a:moveTo>
                  <a:lnTo>
                    <a:pt x="389816" y="423981"/>
                  </a:lnTo>
                  <a:lnTo>
                    <a:pt x="389816" y="425052"/>
                  </a:lnTo>
                  <a:lnTo>
                    <a:pt x="373957" y="425052"/>
                  </a:lnTo>
                  <a:close/>
                  <a:moveTo>
                    <a:pt x="559265" y="423981"/>
                  </a:moveTo>
                  <a:lnTo>
                    <a:pt x="598497" y="423981"/>
                  </a:lnTo>
                  <a:lnTo>
                    <a:pt x="598497" y="425052"/>
                  </a:lnTo>
                  <a:lnTo>
                    <a:pt x="559265" y="425052"/>
                  </a:lnTo>
                  <a:close/>
                  <a:moveTo>
                    <a:pt x="0" y="420769"/>
                  </a:moveTo>
                  <a:lnTo>
                    <a:pt x="149416" y="420769"/>
                  </a:lnTo>
                  <a:lnTo>
                    <a:pt x="149416" y="425052"/>
                  </a:lnTo>
                  <a:lnTo>
                    <a:pt x="0" y="425052"/>
                  </a:lnTo>
                  <a:close/>
                  <a:moveTo>
                    <a:pt x="225376" y="422911"/>
                  </a:moveTo>
                  <a:lnTo>
                    <a:pt x="253756" y="422911"/>
                  </a:lnTo>
                  <a:lnTo>
                    <a:pt x="253756" y="425052"/>
                  </a:lnTo>
                  <a:lnTo>
                    <a:pt x="225376" y="425052"/>
                  </a:lnTo>
                  <a:close/>
                  <a:moveTo>
                    <a:pt x="200334" y="421840"/>
                  </a:moveTo>
                  <a:lnTo>
                    <a:pt x="212855" y="421840"/>
                  </a:lnTo>
                  <a:lnTo>
                    <a:pt x="212855" y="426123"/>
                  </a:lnTo>
                  <a:lnTo>
                    <a:pt x="200334" y="426123"/>
                  </a:lnTo>
                  <a:close/>
                  <a:moveTo>
                    <a:pt x="504174" y="423981"/>
                  </a:moveTo>
                  <a:lnTo>
                    <a:pt x="517529" y="423981"/>
                  </a:lnTo>
                  <a:lnTo>
                    <a:pt x="517529" y="426123"/>
                  </a:lnTo>
                  <a:lnTo>
                    <a:pt x="504174" y="426123"/>
                  </a:lnTo>
                  <a:close/>
                  <a:moveTo>
                    <a:pt x="668614" y="425052"/>
                  </a:moveTo>
                  <a:lnTo>
                    <a:pt x="670284" y="425052"/>
                  </a:lnTo>
                  <a:lnTo>
                    <a:pt x="670284" y="426123"/>
                  </a:lnTo>
                  <a:lnTo>
                    <a:pt x="668614" y="426123"/>
                  </a:lnTo>
                  <a:close/>
                  <a:moveTo>
                    <a:pt x="558431" y="425052"/>
                  </a:moveTo>
                  <a:lnTo>
                    <a:pt x="598497" y="425052"/>
                  </a:lnTo>
                  <a:lnTo>
                    <a:pt x="598497" y="427193"/>
                  </a:lnTo>
                  <a:lnTo>
                    <a:pt x="558431" y="427193"/>
                  </a:lnTo>
                  <a:close/>
                  <a:moveTo>
                    <a:pt x="349750" y="423981"/>
                  </a:moveTo>
                  <a:lnTo>
                    <a:pt x="362270" y="423981"/>
                  </a:lnTo>
                  <a:lnTo>
                    <a:pt x="362270" y="427193"/>
                  </a:lnTo>
                  <a:lnTo>
                    <a:pt x="349750" y="427193"/>
                  </a:lnTo>
                  <a:close/>
                  <a:moveTo>
                    <a:pt x="704508" y="423981"/>
                  </a:moveTo>
                  <a:lnTo>
                    <a:pt x="1000000" y="423981"/>
                  </a:lnTo>
                  <a:lnTo>
                    <a:pt x="1000000" y="427193"/>
                  </a:lnTo>
                  <a:lnTo>
                    <a:pt x="704508" y="427193"/>
                  </a:lnTo>
                  <a:close/>
                  <a:moveTo>
                    <a:pt x="556761" y="427193"/>
                  </a:moveTo>
                  <a:lnTo>
                    <a:pt x="598497" y="427193"/>
                  </a:lnTo>
                  <a:lnTo>
                    <a:pt x="598497" y="428264"/>
                  </a:lnTo>
                  <a:lnTo>
                    <a:pt x="556761" y="428264"/>
                  </a:lnTo>
                  <a:close/>
                  <a:moveTo>
                    <a:pt x="0" y="425052"/>
                  </a:moveTo>
                  <a:lnTo>
                    <a:pt x="148581" y="425052"/>
                  </a:lnTo>
                  <a:lnTo>
                    <a:pt x="148581" y="428264"/>
                  </a:lnTo>
                  <a:lnTo>
                    <a:pt x="0" y="428264"/>
                  </a:lnTo>
                  <a:close/>
                  <a:moveTo>
                    <a:pt x="349750" y="427193"/>
                  </a:moveTo>
                  <a:lnTo>
                    <a:pt x="363105" y="427193"/>
                  </a:lnTo>
                  <a:lnTo>
                    <a:pt x="363105" y="429335"/>
                  </a:lnTo>
                  <a:lnTo>
                    <a:pt x="349750" y="429335"/>
                  </a:lnTo>
                  <a:close/>
                  <a:moveTo>
                    <a:pt x="200334" y="426123"/>
                  </a:moveTo>
                  <a:lnTo>
                    <a:pt x="213689" y="426123"/>
                  </a:lnTo>
                  <a:lnTo>
                    <a:pt x="213689" y="429335"/>
                  </a:lnTo>
                  <a:lnTo>
                    <a:pt x="200334" y="429335"/>
                  </a:lnTo>
                  <a:close/>
                  <a:moveTo>
                    <a:pt x="629382" y="418628"/>
                  </a:moveTo>
                  <a:lnTo>
                    <a:pt x="650250" y="418628"/>
                  </a:lnTo>
                  <a:lnTo>
                    <a:pt x="650250" y="430405"/>
                  </a:lnTo>
                  <a:lnTo>
                    <a:pt x="629382" y="430405"/>
                  </a:lnTo>
                  <a:close/>
                  <a:moveTo>
                    <a:pt x="555927" y="428264"/>
                  </a:moveTo>
                  <a:lnTo>
                    <a:pt x="598497" y="428264"/>
                  </a:lnTo>
                  <a:lnTo>
                    <a:pt x="598497" y="430405"/>
                  </a:lnTo>
                  <a:lnTo>
                    <a:pt x="555927" y="430405"/>
                  </a:lnTo>
                  <a:close/>
                  <a:moveTo>
                    <a:pt x="373957" y="425052"/>
                  </a:moveTo>
                  <a:lnTo>
                    <a:pt x="388982" y="425052"/>
                  </a:lnTo>
                  <a:lnTo>
                    <a:pt x="388982" y="430405"/>
                  </a:lnTo>
                  <a:lnTo>
                    <a:pt x="373957" y="430405"/>
                  </a:lnTo>
                  <a:close/>
                  <a:moveTo>
                    <a:pt x="226210" y="425052"/>
                  </a:moveTo>
                  <a:lnTo>
                    <a:pt x="253756" y="425052"/>
                  </a:lnTo>
                  <a:lnTo>
                    <a:pt x="253756" y="430405"/>
                  </a:lnTo>
                  <a:lnTo>
                    <a:pt x="226210" y="430405"/>
                  </a:lnTo>
                  <a:close/>
                  <a:moveTo>
                    <a:pt x="554257" y="430405"/>
                  </a:moveTo>
                  <a:lnTo>
                    <a:pt x="598497" y="430405"/>
                  </a:lnTo>
                  <a:lnTo>
                    <a:pt x="598497" y="431476"/>
                  </a:lnTo>
                  <a:lnTo>
                    <a:pt x="554257" y="431476"/>
                  </a:lnTo>
                  <a:close/>
                  <a:moveTo>
                    <a:pt x="226210" y="430405"/>
                  </a:moveTo>
                  <a:lnTo>
                    <a:pt x="254591" y="430405"/>
                  </a:lnTo>
                  <a:lnTo>
                    <a:pt x="254591" y="431476"/>
                  </a:lnTo>
                  <a:lnTo>
                    <a:pt x="226210" y="431476"/>
                  </a:lnTo>
                  <a:close/>
                  <a:moveTo>
                    <a:pt x="374791" y="430405"/>
                  </a:moveTo>
                  <a:lnTo>
                    <a:pt x="388147" y="430405"/>
                  </a:lnTo>
                  <a:lnTo>
                    <a:pt x="388147" y="431476"/>
                  </a:lnTo>
                  <a:lnTo>
                    <a:pt x="374791" y="431476"/>
                  </a:lnTo>
                  <a:close/>
                  <a:moveTo>
                    <a:pt x="408180" y="420769"/>
                  </a:moveTo>
                  <a:lnTo>
                    <a:pt x="418197" y="420769"/>
                  </a:lnTo>
                  <a:lnTo>
                    <a:pt x="418197" y="431476"/>
                  </a:lnTo>
                  <a:lnTo>
                    <a:pt x="408180" y="431476"/>
                  </a:lnTo>
                  <a:close/>
                  <a:moveTo>
                    <a:pt x="504174" y="426123"/>
                  </a:moveTo>
                  <a:lnTo>
                    <a:pt x="516694" y="426123"/>
                  </a:lnTo>
                  <a:lnTo>
                    <a:pt x="516694" y="431476"/>
                  </a:lnTo>
                  <a:lnTo>
                    <a:pt x="504174" y="431476"/>
                  </a:lnTo>
                  <a:close/>
                  <a:moveTo>
                    <a:pt x="466611" y="421840"/>
                  </a:moveTo>
                  <a:lnTo>
                    <a:pt x="473289" y="421840"/>
                  </a:lnTo>
                  <a:lnTo>
                    <a:pt x="473289" y="431476"/>
                  </a:lnTo>
                  <a:lnTo>
                    <a:pt x="466611" y="431476"/>
                  </a:lnTo>
                  <a:close/>
                  <a:moveTo>
                    <a:pt x="375626" y="431476"/>
                  </a:moveTo>
                  <a:lnTo>
                    <a:pt x="388147" y="431476"/>
                  </a:lnTo>
                  <a:lnTo>
                    <a:pt x="388147" y="432547"/>
                  </a:lnTo>
                  <a:lnTo>
                    <a:pt x="375626" y="432547"/>
                  </a:lnTo>
                  <a:close/>
                  <a:moveTo>
                    <a:pt x="703673" y="427193"/>
                  </a:moveTo>
                  <a:lnTo>
                    <a:pt x="1000000" y="427193"/>
                  </a:lnTo>
                  <a:lnTo>
                    <a:pt x="1000000" y="432547"/>
                  </a:lnTo>
                  <a:lnTo>
                    <a:pt x="703673" y="432547"/>
                  </a:lnTo>
                  <a:close/>
                  <a:moveTo>
                    <a:pt x="225376" y="431476"/>
                  </a:moveTo>
                  <a:lnTo>
                    <a:pt x="254591" y="431476"/>
                  </a:lnTo>
                  <a:lnTo>
                    <a:pt x="254591" y="432547"/>
                  </a:lnTo>
                  <a:lnTo>
                    <a:pt x="225376" y="432547"/>
                  </a:lnTo>
                  <a:close/>
                  <a:moveTo>
                    <a:pt x="628548" y="430405"/>
                  </a:moveTo>
                  <a:lnTo>
                    <a:pt x="650250" y="430405"/>
                  </a:lnTo>
                  <a:lnTo>
                    <a:pt x="650250" y="433618"/>
                  </a:lnTo>
                  <a:lnTo>
                    <a:pt x="628548" y="433618"/>
                  </a:lnTo>
                  <a:close/>
                  <a:moveTo>
                    <a:pt x="310518" y="408992"/>
                  </a:moveTo>
                  <a:lnTo>
                    <a:pt x="337229" y="408992"/>
                  </a:lnTo>
                  <a:lnTo>
                    <a:pt x="337229" y="433618"/>
                  </a:lnTo>
                  <a:lnTo>
                    <a:pt x="310518" y="433618"/>
                  </a:lnTo>
                  <a:close/>
                  <a:moveTo>
                    <a:pt x="466611" y="431476"/>
                  </a:moveTo>
                  <a:lnTo>
                    <a:pt x="474124" y="431476"/>
                  </a:lnTo>
                  <a:lnTo>
                    <a:pt x="474124" y="433618"/>
                  </a:lnTo>
                  <a:lnTo>
                    <a:pt x="466611" y="433618"/>
                  </a:lnTo>
                  <a:close/>
                  <a:moveTo>
                    <a:pt x="503339" y="431476"/>
                  </a:moveTo>
                  <a:lnTo>
                    <a:pt x="516694" y="431476"/>
                  </a:lnTo>
                  <a:lnTo>
                    <a:pt x="516694" y="433618"/>
                  </a:lnTo>
                  <a:lnTo>
                    <a:pt x="503339" y="433618"/>
                  </a:lnTo>
                  <a:close/>
                  <a:moveTo>
                    <a:pt x="553422" y="431476"/>
                  </a:moveTo>
                  <a:lnTo>
                    <a:pt x="597663" y="431476"/>
                  </a:lnTo>
                  <a:lnTo>
                    <a:pt x="597663" y="434688"/>
                  </a:lnTo>
                  <a:lnTo>
                    <a:pt x="553422" y="434688"/>
                  </a:lnTo>
                  <a:close/>
                  <a:moveTo>
                    <a:pt x="226210" y="432547"/>
                  </a:moveTo>
                  <a:lnTo>
                    <a:pt x="255426" y="432547"/>
                  </a:lnTo>
                  <a:lnTo>
                    <a:pt x="255426" y="434688"/>
                  </a:lnTo>
                  <a:lnTo>
                    <a:pt x="226210" y="434688"/>
                  </a:lnTo>
                  <a:close/>
                  <a:moveTo>
                    <a:pt x="309683" y="433618"/>
                  </a:moveTo>
                  <a:lnTo>
                    <a:pt x="337229" y="433618"/>
                  </a:lnTo>
                  <a:lnTo>
                    <a:pt x="337229" y="434688"/>
                  </a:lnTo>
                  <a:lnTo>
                    <a:pt x="309683" y="434688"/>
                  </a:lnTo>
                  <a:close/>
                  <a:moveTo>
                    <a:pt x="627713" y="433618"/>
                  </a:moveTo>
                  <a:lnTo>
                    <a:pt x="650250" y="433618"/>
                  </a:lnTo>
                  <a:lnTo>
                    <a:pt x="650250" y="435759"/>
                  </a:lnTo>
                  <a:lnTo>
                    <a:pt x="627713" y="435759"/>
                  </a:lnTo>
                  <a:close/>
                  <a:moveTo>
                    <a:pt x="502504" y="433618"/>
                  </a:moveTo>
                  <a:lnTo>
                    <a:pt x="515860" y="433618"/>
                  </a:lnTo>
                  <a:lnTo>
                    <a:pt x="515860" y="435759"/>
                  </a:lnTo>
                  <a:lnTo>
                    <a:pt x="502504" y="435759"/>
                  </a:lnTo>
                  <a:close/>
                  <a:moveTo>
                    <a:pt x="376461" y="432547"/>
                  </a:moveTo>
                  <a:lnTo>
                    <a:pt x="388147" y="432547"/>
                  </a:lnTo>
                  <a:lnTo>
                    <a:pt x="388147" y="435759"/>
                  </a:lnTo>
                  <a:lnTo>
                    <a:pt x="376461" y="435759"/>
                  </a:lnTo>
                  <a:close/>
                  <a:moveTo>
                    <a:pt x="552588" y="434688"/>
                  </a:moveTo>
                  <a:lnTo>
                    <a:pt x="597663" y="434688"/>
                  </a:lnTo>
                  <a:lnTo>
                    <a:pt x="597663" y="435759"/>
                  </a:lnTo>
                  <a:lnTo>
                    <a:pt x="552588" y="435759"/>
                  </a:lnTo>
                  <a:close/>
                  <a:moveTo>
                    <a:pt x="349750" y="429335"/>
                  </a:moveTo>
                  <a:lnTo>
                    <a:pt x="363940" y="429335"/>
                  </a:lnTo>
                  <a:lnTo>
                    <a:pt x="363940" y="435759"/>
                  </a:lnTo>
                  <a:lnTo>
                    <a:pt x="349750" y="435759"/>
                  </a:lnTo>
                  <a:close/>
                  <a:moveTo>
                    <a:pt x="466611" y="433618"/>
                  </a:moveTo>
                  <a:lnTo>
                    <a:pt x="474958" y="433618"/>
                  </a:lnTo>
                  <a:lnTo>
                    <a:pt x="474958" y="436830"/>
                  </a:lnTo>
                  <a:lnTo>
                    <a:pt x="466611" y="436830"/>
                  </a:lnTo>
                  <a:close/>
                  <a:moveTo>
                    <a:pt x="502504" y="435759"/>
                  </a:moveTo>
                  <a:lnTo>
                    <a:pt x="515025" y="435759"/>
                  </a:lnTo>
                  <a:lnTo>
                    <a:pt x="515025" y="436830"/>
                  </a:lnTo>
                  <a:lnTo>
                    <a:pt x="502504" y="436830"/>
                  </a:lnTo>
                  <a:close/>
                  <a:moveTo>
                    <a:pt x="551753" y="435759"/>
                  </a:moveTo>
                  <a:lnTo>
                    <a:pt x="597663" y="435759"/>
                  </a:lnTo>
                  <a:lnTo>
                    <a:pt x="597663" y="436830"/>
                  </a:lnTo>
                  <a:lnTo>
                    <a:pt x="551753" y="436830"/>
                  </a:lnTo>
                  <a:close/>
                  <a:moveTo>
                    <a:pt x="377295" y="435759"/>
                  </a:moveTo>
                  <a:lnTo>
                    <a:pt x="388147" y="435759"/>
                  </a:lnTo>
                  <a:lnTo>
                    <a:pt x="388147" y="436830"/>
                  </a:lnTo>
                  <a:lnTo>
                    <a:pt x="377295" y="436830"/>
                  </a:lnTo>
                  <a:close/>
                  <a:moveTo>
                    <a:pt x="377295" y="436830"/>
                  </a:moveTo>
                  <a:lnTo>
                    <a:pt x="388982" y="436830"/>
                  </a:lnTo>
                  <a:lnTo>
                    <a:pt x="388982" y="437900"/>
                  </a:lnTo>
                  <a:lnTo>
                    <a:pt x="377295" y="437900"/>
                  </a:lnTo>
                  <a:close/>
                  <a:moveTo>
                    <a:pt x="501669" y="436830"/>
                  </a:moveTo>
                  <a:lnTo>
                    <a:pt x="515025" y="436830"/>
                  </a:lnTo>
                  <a:lnTo>
                    <a:pt x="515025" y="437900"/>
                  </a:lnTo>
                  <a:lnTo>
                    <a:pt x="501669" y="437900"/>
                  </a:lnTo>
                  <a:close/>
                  <a:moveTo>
                    <a:pt x="550918" y="436830"/>
                  </a:moveTo>
                  <a:lnTo>
                    <a:pt x="596828" y="436830"/>
                  </a:lnTo>
                  <a:lnTo>
                    <a:pt x="596828" y="438971"/>
                  </a:lnTo>
                  <a:lnTo>
                    <a:pt x="550918" y="438971"/>
                  </a:lnTo>
                  <a:close/>
                  <a:moveTo>
                    <a:pt x="378965" y="437900"/>
                  </a:moveTo>
                  <a:lnTo>
                    <a:pt x="388982" y="437900"/>
                  </a:lnTo>
                  <a:lnTo>
                    <a:pt x="388982" y="438971"/>
                  </a:lnTo>
                  <a:lnTo>
                    <a:pt x="378965" y="438971"/>
                  </a:lnTo>
                  <a:close/>
                  <a:moveTo>
                    <a:pt x="550083" y="438971"/>
                  </a:moveTo>
                  <a:lnTo>
                    <a:pt x="595993" y="438971"/>
                  </a:lnTo>
                  <a:lnTo>
                    <a:pt x="595993" y="440042"/>
                  </a:lnTo>
                  <a:lnTo>
                    <a:pt x="550083" y="440042"/>
                  </a:lnTo>
                  <a:close/>
                  <a:moveTo>
                    <a:pt x="627713" y="435759"/>
                  </a:moveTo>
                  <a:lnTo>
                    <a:pt x="651085" y="435759"/>
                  </a:lnTo>
                  <a:lnTo>
                    <a:pt x="651085" y="440042"/>
                  </a:lnTo>
                  <a:lnTo>
                    <a:pt x="627713" y="440042"/>
                  </a:lnTo>
                  <a:close/>
                  <a:moveTo>
                    <a:pt x="349750" y="435759"/>
                  </a:moveTo>
                  <a:lnTo>
                    <a:pt x="364775" y="435759"/>
                  </a:lnTo>
                  <a:lnTo>
                    <a:pt x="364775" y="440042"/>
                  </a:lnTo>
                  <a:lnTo>
                    <a:pt x="349750" y="440042"/>
                  </a:lnTo>
                  <a:close/>
                  <a:moveTo>
                    <a:pt x="549249" y="440042"/>
                  </a:moveTo>
                  <a:lnTo>
                    <a:pt x="595993" y="440042"/>
                  </a:lnTo>
                  <a:lnTo>
                    <a:pt x="595993" y="441112"/>
                  </a:lnTo>
                  <a:lnTo>
                    <a:pt x="549249" y="441112"/>
                  </a:lnTo>
                  <a:close/>
                  <a:moveTo>
                    <a:pt x="349750" y="440042"/>
                  </a:moveTo>
                  <a:lnTo>
                    <a:pt x="365609" y="440042"/>
                  </a:lnTo>
                  <a:lnTo>
                    <a:pt x="365609" y="441112"/>
                  </a:lnTo>
                  <a:lnTo>
                    <a:pt x="349750" y="441112"/>
                  </a:lnTo>
                  <a:close/>
                  <a:moveTo>
                    <a:pt x="379800" y="438971"/>
                  </a:moveTo>
                  <a:lnTo>
                    <a:pt x="388982" y="438971"/>
                  </a:lnTo>
                  <a:lnTo>
                    <a:pt x="388982" y="441112"/>
                  </a:lnTo>
                  <a:lnTo>
                    <a:pt x="379800" y="441112"/>
                  </a:lnTo>
                  <a:close/>
                  <a:moveTo>
                    <a:pt x="273790" y="383295"/>
                  </a:moveTo>
                  <a:lnTo>
                    <a:pt x="283806" y="383295"/>
                  </a:lnTo>
                  <a:lnTo>
                    <a:pt x="283806" y="441112"/>
                  </a:lnTo>
                  <a:lnTo>
                    <a:pt x="273790" y="441112"/>
                  </a:lnTo>
                  <a:close/>
                  <a:moveTo>
                    <a:pt x="380634" y="441112"/>
                  </a:moveTo>
                  <a:lnTo>
                    <a:pt x="388147" y="441112"/>
                  </a:lnTo>
                  <a:lnTo>
                    <a:pt x="388147" y="442183"/>
                  </a:lnTo>
                  <a:lnTo>
                    <a:pt x="380634" y="442183"/>
                  </a:lnTo>
                  <a:close/>
                  <a:moveTo>
                    <a:pt x="308848" y="434688"/>
                  </a:moveTo>
                  <a:lnTo>
                    <a:pt x="337229" y="434688"/>
                  </a:lnTo>
                  <a:lnTo>
                    <a:pt x="337229" y="442183"/>
                  </a:lnTo>
                  <a:lnTo>
                    <a:pt x="308848" y="442183"/>
                  </a:lnTo>
                  <a:close/>
                  <a:moveTo>
                    <a:pt x="547579" y="441112"/>
                  </a:moveTo>
                  <a:lnTo>
                    <a:pt x="595993" y="441112"/>
                  </a:lnTo>
                  <a:lnTo>
                    <a:pt x="595993" y="443254"/>
                  </a:lnTo>
                  <a:lnTo>
                    <a:pt x="547579" y="443254"/>
                  </a:lnTo>
                  <a:close/>
                  <a:moveTo>
                    <a:pt x="501669" y="437900"/>
                  </a:moveTo>
                  <a:lnTo>
                    <a:pt x="514190" y="437900"/>
                  </a:lnTo>
                  <a:lnTo>
                    <a:pt x="514190" y="443254"/>
                  </a:lnTo>
                  <a:lnTo>
                    <a:pt x="501669" y="443254"/>
                  </a:lnTo>
                  <a:close/>
                  <a:moveTo>
                    <a:pt x="466611" y="436830"/>
                  </a:moveTo>
                  <a:lnTo>
                    <a:pt x="475793" y="436830"/>
                  </a:lnTo>
                  <a:lnTo>
                    <a:pt x="475793" y="444324"/>
                  </a:lnTo>
                  <a:lnTo>
                    <a:pt x="466611" y="444324"/>
                  </a:lnTo>
                  <a:close/>
                  <a:moveTo>
                    <a:pt x="408180" y="431476"/>
                  </a:moveTo>
                  <a:lnTo>
                    <a:pt x="419032" y="431476"/>
                  </a:lnTo>
                  <a:lnTo>
                    <a:pt x="419032" y="444324"/>
                  </a:lnTo>
                  <a:lnTo>
                    <a:pt x="408180" y="444324"/>
                  </a:lnTo>
                  <a:close/>
                  <a:moveTo>
                    <a:pt x="274624" y="441112"/>
                  </a:moveTo>
                  <a:lnTo>
                    <a:pt x="283806" y="441112"/>
                  </a:lnTo>
                  <a:lnTo>
                    <a:pt x="283806" y="444324"/>
                  </a:lnTo>
                  <a:lnTo>
                    <a:pt x="274624" y="444324"/>
                  </a:lnTo>
                  <a:close/>
                  <a:moveTo>
                    <a:pt x="501669" y="443254"/>
                  </a:moveTo>
                  <a:lnTo>
                    <a:pt x="513356" y="443254"/>
                  </a:lnTo>
                  <a:lnTo>
                    <a:pt x="513356" y="444324"/>
                  </a:lnTo>
                  <a:lnTo>
                    <a:pt x="501669" y="444324"/>
                  </a:lnTo>
                  <a:close/>
                  <a:moveTo>
                    <a:pt x="546745" y="443254"/>
                  </a:moveTo>
                  <a:lnTo>
                    <a:pt x="595159" y="443254"/>
                  </a:lnTo>
                  <a:lnTo>
                    <a:pt x="595159" y="444324"/>
                  </a:lnTo>
                  <a:lnTo>
                    <a:pt x="546745" y="444324"/>
                  </a:lnTo>
                  <a:close/>
                  <a:moveTo>
                    <a:pt x="349750" y="441112"/>
                  </a:moveTo>
                  <a:lnTo>
                    <a:pt x="366444" y="441112"/>
                  </a:lnTo>
                  <a:lnTo>
                    <a:pt x="366444" y="444324"/>
                  </a:lnTo>
                  <a:lnTo>
                    <a:pt x="349750" y="444324"/>
                  </a:lnTo>
                  <a:close/>
                  <a:moveTo>
                    <a:pt x="500835" y="444324"/>
                  </a:moveTo>
                  <a:lnTo>
                    <a:pt x="513356" y="444324"/>
                  </a:lnTo>
                  <a:lnTo>
                    <a:pt x="513356" y="445395"/>
                  </a:lnTo>
                  <a:lnTo>
                    <a:pt x="500835" y="445395"/>
                  </a:lnTo>
                  <a:close/>
                  <a:moveTo>
                    <a:pt x="0" y="428264"/>
                  </a:moveTo>
                  <a:lnTo>
                    <a:pt x="147746" y="428264"/>
                  </a:lnTo>
                  <a:lnTo>
                    <a:pt x="147746" y="445395"/>
                  </a:lnTo>
                  <a:lnTo>
                    <a:pt x="0" y="445395"/>
                  </a:lnTo>
                  <a:close/>
                  <a:moveTo>
                    <a:pt x="545910" y="444324"/>
                  </a:moveTo>
                  <a:lnTo>
                    <a:pt x="595159" y="444324"/>
                  </a:lnTo>
                  <a:lnTo>
                    <a:pt x="595159" y="445395"/>
                  </a:lnTo>
                  <a:lnTo>
                    <a:pt x="545910" y="445395"/>
                  </a:lnTo>
                  <a:close/>
                  <a:moveTo>
                    <a:pt x="702838" y="432547"/>
                  </a:moveTo>
                  <a:lnTo>
                    <a:pt x="1000000" y="432547"/>
                  </a:lnTo>
                  <a:lnTo>
                    <a:pt x="1000000" y="445395"/>
                  </a:lnTo>
                  <a:lnTo>
                    <a:pt x="702838" y="445395"/>
                  </a:lnTo>
                  <a:close/>
                  <a:moveTo>
                    <a:pt x="408180" y="444324"/>
                  </a:moveTo>
                  <a:lnTo>
                    <a:pt x="419866" y="444324"/>
                  </a:lnTo>
                  <a:lnTo>
                    <a:pt x="419866" y="445395"/>
                  </a:lnTo>
                  <a:lnTo>
                    <a:pt x="408180" y="445395"/>
                  </a:lnTo>
                  <a:close/>
                  <a:moveTo>
                    <a:pt x="466611" y="444324"/>
                  </a:moveTo>
                  <a:lnTo>
                    <a:pt x="476628" y="444324"/>
                  </a:lnTo>
                  <a:lnTo>
                    <a:pt x="476628" y="446466"/>
                  </a:lnTo>
                  <a:lnTo>
                    <a:pt x="466611" y="446466"/>
                  </a:lnTo>
                  <a:close/>
                  <a:moveTo>
                    <a:pt x="407346" y="445395"/>
                  </a:moveTo>
                  <a:lnTo>
                    <a:pt x="419866" y="445395"/>
                  </a:lnTo>
                  <a:lnTo>
                    <a:pt x="419866" y="446466"/>
                  </a:lnTo>
                  <a:lnTo>
                    <a:pt x="407346" y="446466"/>
                  </a:lnTo>
                  <a:close/>
                  <a:moveTo>
                    <a:pt x="309683" y="442183"/>
                  </a:moveTo>
                  <a:lnTo>
                    <a:pt x="337229" y="442183"/>
                  </a:lnTo>
                  <a:lnTo>
                    <a:pt x="337229" y="446466"/>
                  </a:lnTo>
                  <a:lnTo>
                    <a:pt x="309683" y="446466"/>
                  </a:lnTo>
                  <a:close/>
                  <a:moveTo>
                    <a:pt x="466611" y="446466"/>
                  </a:moveTo>
                  <a:lnTo>
                    <a:pt x="477462" y="446466"/>
                  </a:lnTo>
                  <a:lnTo>
                    <a:pt x="477462" y="447536"/>
                  </a:lnTo>
                  <a:lnTo>
                    <a:pt x="466611" y="447536"/>
                  </a:lnTo>
                  <a:close/>
                  <a:moveTo>
                    <a:pt x="500000" y="445395"/>
                  </a:moveTo>
                  <a:lnTo>
                    <a:pt x="512521" y="445395"/>
                  </a:lnTo>
                  <a:lnTo>
                    <a:pt x="512521" y="447536"/>
                  </a:lnTo>
                  <a:lnTo>
                    <a:pt x="500000" y="447536"/>
                  </a:lnTo>
                  <a:close/>
                  <a:moveTo>
                    <a:pt x="545075" y="445395"/>
                  </a:moveTo>
                  <a:lnTo>
                    <a:pt x="595159" y="445395"/>
                  </a:lnTo>
                  <a:lnTo>
                    <a:pt x="595159" y="447536"/>
                  </a:lnTo>
                  <a:lnTo>
                    <a:pt x="545075" y="447536"/>
                  </a:lnTo>
                  <a:close/>
                  <a:moveTo>
                    <a:pt x="626878" y="440042"/>
                  </a:moveTo>
                  <a:lnTo>
                    <a:pt x="651085" y="440042"/>
                  </a:lnTo>
                  <a:lnTo>
                    <a:pt x="651085" y="447536"/>
                  </a:lnTo>
                  <a:lnTo>
                    <a:pt x="626878" y="447536"/>
                  </a:lnTo>
                  <a:close/>
                  <a:moveTo>
                    <a:pt x="702003" y="445395"/>
                  </a:moveTo>
                  <a:lnTo>
                    <a:pt x="1000000" y="445395"/>
                  </a:lnTo>
                  <a:lnTo>
                    <a:pt x="1000000" y="447536"/>
                  </a:lnTo>
                  <a:lnTo>
                    <a:pt x="702003" y="447536"/>
                  </a:lnTo>
                  <a:close/>
                  <a:moveTo>
                    <a:pt x="543406" y="447536"/>
                  </a:moveTo>
                  <a:lnTo>
                    <a:pt x="595159" y="447536"/>
                  </a:lnTo>
                  <a:lnTo>
                    <a:pt x="595159" y="448607"/>
                  </a:lnTo>
                  <a:lnTo>
                    <a:pt x="543406" y="448607"/>
                  </a:lnTo>
                  <a:close/>
                  <a:moveTo>
                    <a:pt x="310518" y="446466"/>
                  </a:moveTo>
                  <a:lnTo>
                    <a:pt x="337229" y="446466"/>
                  </a:lnTo>
                  <a:lnTo>
                    <a:pt x="337229" y="448607"/>
                  </a:lnTo>
                  <a:lnTo>
                    <a:pt x="310518" y="448607"/>
                  </a:lnTo>
                  <a:close/>
                  <a:moveTo>
                    <a:pt x="349750" y="444324"/>
                  </a:moveTo>
                  <a:lnTo>
                    <a:pt x="367279" y="444324"/>
                  </a:lnTo>
                  <a:lnTo>
                    <a:pt x="367279" y="448607"/>
                  </a:lnTo>
                  <a:lnTo>
                    <a:pt x="349750" y="448607"/>
                  </a:lnTo>
                  <a:close/>
                  <a:moveTo>
                    <a:pt x="407346" y="446466"/>
                  </a:moveTo>
                  <a:lnTo>
                    <a:pt x="420701" y="446466"/>
                  </a:lnTo>
                  <a:lnTo>
                    <a:pt x="420701" y="448607"/>
                  </a:lnTo>
                  <a:lnTo>
                    <a:pt x="407346" y="448607"/>
                  </a:lnTo>
                  <a:close/>
                  <a:moveTo>
                    <a:pt x="200334" y="429335"/>
                  </a:moveTo>
                  <a:lnTo>
                    <a:pt x="214524" y="429335"/>
                  </a:lnTo>
                  <a:lnTo>
                    <a:pt x="214524" y="448607"/>
                  </a:lnTo>
                  <a:lnTo>
                    <a:pt x="200334" y="448607"/>
                  </a:lnTo>
                  <a:close/>
                  <a:moveTo>
                    <a:pt x="227045" y="434688"/>
                  </a:moveTo>
                  <a:lnTo>
                    <a:pt x="255426" y="434688"/>
                  </a:lnTo>
                  <a:lnTo>
                    <a:pt x="255426" y="449678"/>
                  </a:lnTo>
                  <a:lnTo>
                    <a:pt x="227045" y="449678"/>
                  </a:lnTo>
                  <a:close/>
                  <a:moveTo>
                    <a:pt x="499165" y="447536"/>
                  </a:moveTo>
                  <a:lnTo>
                    <a:pt x="511686" y="447536"/>
                  </a:lnTo>
                  <a:lnTo>
                    <a:pt x="511686" y="449678"/>
                  </a:lnTo>
                  <a:lnTo>
                    <a:pt x="499165" y="449678"/>
                  </a:lnTo>
                  <a:close/>
                  <a:moveTo>
                    <a:pt x="349750" y="448607"/>
                  </a:moveTo>
                  <a:lnTo>
                    <a:pt x="368114" y="448607"/>
                  </a:lnTo>
                  <a:lnTo>
                    <a:pt x="368114" y="450748"/>
                  </a:lnTo>
                  <a:lnTo>
                    <a:pt x="349750" y="450748"/>
                  </a:lnTo>
                  <a:close/>
                  <a:moveTo>
                    <a:pt x="542571" y="448607"/>
                  </a:moveTo>
                  <a:lnTo>
                    <a:pt x="595159" y="448607"/>
                  </a:lnTo>
                  <a:lnTo>
                    <a:pt x="595159" y="450748"/>
                  </a:lnTo>
                  <a:lnTo>
                    <a:pt x="542571" y="450748"/>
                  </a:lnTo>
                  <a:close/>
                  <a:moveTo>
                    <a:pt x="466611" y="447536"/>
                  </a:moveTo>
                  <a:lnTo>
                    <a:pt x="478297" y="447536"/>
                  </a:lnTo>
                  <a:lnTo>
                    <a:pt x="478297" y="451819"/>
                  </a:lnTo>
                  <a:lnTo>
                    <a:pt x="466611" y="451819"/>
                  </a:lnTo>
                  <a:close/>
                  <a:moveTo>
                    <a:pt x="499165" y="449678"/>
                  </a:moveTo>
                  <a:lnTo>
                    <a:pt x="510851" y="449678"/>
                  </a:lnTo>
                  <a:lnTo>
                    <a:pt x="510851" y="451819"/>
                  </a:lnTo>
                  <a:lnTo>
                    <a:pt x="499165" y="451819"/>
                  </a:lnTo>
                  <a:close/>
                  <a:moveTo>
                    <a:pt x="541736" y="450748"/>
                  </a:moveTo>
                  <a:lnTo>
                    <a:pt x="594324" y="450748"/>
                  </a:lnTo>
                  <a:lnTo>
                    <a:pt x="594324" y="451819"/>
                  </a:lnTo>
                  <a:lnTo>
                    <a:pt x="541736" y="451819"/>
                  </a:lnTo>
                  <a:close/>
                  <a:moveTo>
                    <a:pt x="349750" y="450748"/>
                  </a:moveTo>
                  <a:lnTo>
                    <a:pt x="368948" y="450748"/>
                  </a:lnTo>
                  <a:lnTo>
                    <a:pt x="368948" y="451819"/>
                  </a:lnTo>
                  <a:lnTo>
                    <a:pt x="349750" y="451819"/>
                  </a:lnTo>
                  <a:close/>
                  <a:moveTo>
                    <a:pt x="407346" y="448607"/>
                  </a:moveTo>
                  <a:lnTo>
                    <a:pt x="421536" y="448607"/>
                  </a:lnTo>
                  <a:lnTo>
                    <a:pt x="421536" y="452890"/>
                  </a:lnTo>
                  <a:lnTo>
                    <a:pt x="407346" y="452890"/>
                  </a:lnTo>
                  <a:close/>
                  <a:moveTo>
                    <a:pt x="200334" y="448607"/>
                  </a:moveTo>
                  <a:lnTo>
                    <a:pt x="215359" y="448607"/>
                  </a:lnTo>
                  <a:lnTo>
                    <a:pt x="215359" y="452890"/>
                  </a:lnTo>
                  <a:lnTo>
                    <a:pt x="200334" y="452890"/>
                  </a:lnTo>
                  <a:close/>
                  <a:moveTo>
                    <a:pt x="540902" y="451819"/>
                  </a:moveTo>
                  <a:lnTo>
                    <a:pt x="594324" y="451819"/>
                  </a:lnTo>
                  <a:lnTo>
                    <a:pt x="594324" y="452890"/>
                  </a:lnTo>
                  <a:lnTo>
                    <a:pt x="540902" y="452890"/>
                  </a:lnTo>
                  <a:close/>
                  <a:moveTo>
                    <a:pt x="701169" y="447536"/>
                  </a:moveTo>
                  <a:lnTo>
                    <a:pt x="1000000" y="447536"/>
                  </a:lnTo>
                  <a:lnTo>
                    <a:pt x="1000000" y="453961"/>
                  </a:lnTo>
                  <a:lnTo>
                    <a:pt x="701169" y="453961"/>
                  </a:lnTo>
                  <a:close/>
                  <a:moveTo>
                    <a:pt x="498331" y="451819"/>
                  </a:moveTo>
                  <a:lnTo>
                    <a:pt x="510851" y="451819"/>
                  </a:lnTo>
                  <a:lnTo>
                    <a:pt x="510851" y="453961"/>
                  </a:lnTo>
                  <a:lnTo>
                    <a:pt x="498331" y="453961"/>
                  </a:lnTo>
                  <a:close/>
                  <a:moveTo>
                    <a:pt x="227045" y="449678"/>
                  </a:moveTo>
                  <a:lnTo>
                    <a:pt x="256260" y="449678"/>
                  </a:lnTo>
                  <a:lnTo>
                    <a:pt x="256260" y="453961"/>
                  </a:lnTo>
                  <a:lnTo>
                    <a:pt x="227045" y="453961"/>
                  </a:lnTo>
                  <a:close/>
                  <a:moveTo>
                    <a:pt x="540067" y="452890"/>
                  </a:moveTo>
                  <a:lnTo>
                    <a:pt x="594324" y="452890"/>
                  </a:lnTo>
                  <a:lnTo>
                    <a:pt x="594324" y="453961"/>
                  </a:lnTo>
                  <a:lnTo>
                    <a:pt x="540067" y="453961"/>
                  </a:lnTo>
                  <a:close/>
                  <a:moveTo>
                    <a:pt x="407346" y="452890"/>
                  </a:moveTo>
                  <a:lnTo>
                    <a:pt x="422371" y="452890"/>
                  </a:lnTo>
                  <a:lnTo>
                    <a:pt x="422371" y="453961"/>
                  </a:lnTo>
                  <a:lnTo>
                    <a:pt x="407346" y="453961"/>
                  </a:lnTo>
                  <a:close/>
                  <a:moveTo>
                    <a:pt x="497496" y="453961"/>
                  </a:moveTo>
                  <a:lnTo>
                    <a:pt x="510017" y="453961"/>
                  </a:lnTo>
                  <a:lnTo>
                    <a:pt x="510017" y="455031"/>
                  </a:lnTo>
                  <a:lnTo>
                    <a:pt x="497496" y="455031"/>
                  </a:lnTo>
                  <a:close/>
                  <a:moveTo>
                    <a:pt x="539232" y="453961"/>
                  </a:moveTo>
                  <a:lnTo>
                    <a:pt x="593489" y="453961"/>
                  </a:lnTo>
                  <a:lnTo>
                    <a:pt x="593489" y="455031"/>
                  </a:lnTo>
                  <a:lnTo>
                    <a:pt x="539232" y="455031"/>
                  </a:lnTo>
                  <a:close/>
                  <a:moveTo>
                    <a:pt x="626878" y="447536"/>
                  </a:moveTo>
                  <a:lnTo>
                    <a:pt x="651920" y="447536"/>
                  </a:lnTo>
                  <a:lnTo>
                    <a:pt x="651920" y="455031"/>
                  </a:lnTo>
                  <a:lnTo>
                    <a:pt x="626878" y="455031"/>
                  </a:lnTo>
                  <a:close/>
                  <a:moveTo>
                    <a:pt x="407346" y="453961"/>
                  </a:moveTo>
                  <a:lnTo>
                    <a:pt x="423205" y="453961"/>
                  </a:lnTo>
                  <a:lnTo>
                    <a:pt x="423205" y="455031"/>
                  </a:lnTo>
                  <a:lnTo>
                    <a:pt x="407346" y="455031"/>
                  </a:lnTo>
                  <a:close/>
                  <a:moveTo>
                    <a:pt x="466611" y="451819"/>
                  </a:moveTo>
                  <a:lnTo>
                    <a:pt x="479132" y="451819"/>
                  </a:lnTo>
                  <a:lnTo>
                    <a:pt x="479132" y="455031"/>
                  </a:lnTo>
                  <a:lnTo>
                    <a:pt x="466611" y="455031"/>
                  </a:lnTo>
                  <a:close/>
                  <a:moveTo>
                    <a:pt x="200334" y="452890"/>
                  </a:moveTo>
                  <a:lnTo>
                    <a:pt x="216194" y="452890"/>
                  </a:lnTo>
                  <a:lnTo>
                    <a:pt x="216194" y="456102"/>
                  </a:lnTo>
                  <a:lnTo>
                    <a:pt x="200334" y="456102"/>
                  </a:lnTo>
                  <a:close/>
                  <a:moveTo>
                    <a:pt x="538397" y="455031"/>
                  </a:moveTo>
                  <a:lnTo>
                    <a:pt x="593489" y="455031"/>
                  </a:lnTo>
                  <a:lnTo>
                    <a:pt x="593489" y="456102"/>
                  </a:lnTo>
                  <a:lnTo>
                    <a:pt x="538397" y="456102"/>
                  </a:lnTo>
                  <a:close/>
                  <a:moveTo>
                    <a:pt x="227880" y="453961"/>
                  </a:moveTo>
                  <a:lnTo>
                    <a:pt x="257095" y="453961"/>
                  </a:lnTo>
                  <a:lnTo>
                    <a:pt x="257095" y="456102"/>
                  </a:lnTo>
                  <a:lnTo>
                    <a:pt x="227880" y="456102"/>
                  </a:lnTo>
                  <a:close/>
                  <a:moveTo>
                    <a:pt x="310518" y="448607"/>
                  </a:moveTo>
                  <a:lnTo>
                    <a:pt x="336394" y="448607"/>
                  </a:lnTo>
                  <a:lnTo>
                    <a:pt x="336394" y="456102"/>
                  </a:lnTo>
                  <a:lnTo>
                    <a:pt x="310518" y="456102"/>
                  </a:lnTo>
                  <a:close/>
                  <a:moveTo>
                    <a:pt x="466611" y="455031"/>
                  </a:moveTo>
                  <a:lnTo>
                    <a:pt x="480801" y="455031"/>
                  </a:lnTo>
                  <a:lnTo>
                    <a:pt x="480801" y="457173"/>
                  </a:lnTo>
                  <a:lnTo>
                    <a:pt x="466611" y="457173"/>
                  </a:lnTo>
                  <a:close/>
                  <a:moveTo>
                    <a:pt x="406511" y="455031"/>
                  </a:moveTo>
                  <a:lnTo>
                    <a:pt x="424040" y="455031"/>
                  </a:lnTo>
                  <a:lnTo>
                    <a:pt x="424040" y="457173"/>
                  </a:lnTo>
                  <a:lnTo>
                    <a:pt x="406511" y="457173"/>
                  </a:lnTo>
                  <a:close/>
                  <a:moveTo>
                    <a:pt x="537563" y="456102"/>
                  </a:moveTo>
                  <a:lnTo>
                    <a:pt x="593489" y="456102"/>
                  </a:lnTo>
                  <a:lnTo>
                    <a:pt x="593489" y="457173"/>
                  </a:lnTo>
                  <a:lnTo>
                    <a:pt x="537563" y="457173"/>
                  </a:lnTo>
                  <a:close/>
                  <a:moveTo>
                    <a:pt x="227880" y="456102"/>
                  </a:moveTo>
                  <a:lnTo>
                    <a:pt x="257930" y="456102"/>
                  </a:lnTo>
                  <a:lnTo>
                    <a:pt x="257930" y="457173"/>
                  </a:lnTo>
                  <a:lnTo>
                    <a:pt x="227880" y="457173"/>
                  </a:lnTo>
                  <a:close/>
                  <a:moveTo>
                    <a:pt x="496661" y="455031"/>
                  </a:moveTo>
                  <a:lnTo>
                    <a:pt x="509182" y="455031"/>
                  </a:lnTo>
                  <a:lnTo>
                    <a:pt x="509182" y="457173"/>
                  </a:lnTo>
                  <a:lnTo>
                    <a:pt x="496661" y="457173"/>
                  </a:lnTo>
                  <a:close/>
                  <a:moveTo>
                    <a:pt x="349750" y="451819"/>
                  </a:moveTo>
                  <a:lnTo>
                    <a:pt x="369783" y="451819"/>
                  </a:lnTo>
                  <a:lnTo>
                    <a:pt x="369783" y="457173"/>
                  </a:lnTo>
                  <a:lnTo>
                    <a:pt x="349750" y="457173"/>
                  </a:lnTo>
                  <a:close/>
                  <a:moveTo>
                    <a:pt x="274624" y="444324"/>
                  </a:moveTo>
                  <a:lnTo>
                    <a:pt x="284641" y="444324"/>
                  </a:lnTo>
                  <a:lnTo>
                    <a:pt x="284641" y="458243"/>
                  </a:lnTo>
                  <a:lnTo>
                    <a:pt x="274624" y="458243"/>
                  </a:lnTo>
                  <a:close/>
                  <a:moveTo>
                    <a:pt x="228715" y="457173"/>
                  </a:moveTo>
                  <a:lnTo>
                    <a:pt x="257930" y="457173"/>
                  </a:lnTo>
                  <a:lnTo>
                    <a:pt x="257930" y="458243"/>
                  </a:lnTo>
                  <a:lnTo>
                    <a:pt x="228715" y="458243"/>
                  </a:lnTo>
                  <a:close/>
                  <a:moveTo>
                    <a:pt x="349750" y="457173"/>
                  </a:moveTo>
                  <a:lnTo>
                    <a:pt x="370618" y="457173"/>
                  </a:lnTo>
                  <a:lnTo>
                    <a:pt x="370618" y="458243"/>
                  </a:lnTo>
                  <a:lnTo>
                    <a:pt x="349750" y="458243"/>
                  </a:lnTo>
                  <a:close/>
                  <a:moveTo>
                    <a:pt x="626878" y="455031"/>
                  </a:moveTo>
                  <a:lnTo>
                    <a:pt x="652755" y="455031"/>
                  </a:lnTo>
                  <a:lnTo>
                    <a:pt x="652755" y="458243"/>
                  </a:lnTo>
                  <a:lnTo>
                    <a:pt x="626878" y="458243"/>
                  </a:lnTo>
                  <a:close/>
                  <a:moveTo>
                    <a:pt x="406511" y="457173"/>
                  </a:moveTo>
                  <a:lnTo>
                    <a:pt x="424875" y="457173"/>
                  </a:lnTo>
                  <a:lnTo>
                    <a:pt x="424875" y="458243"/>
                  </a:lnTo>
                  <a:lnTo>
                    <a:pt x="406511" y="458243"/>
                  </a:lnTo>
                  <a:close/>
                  <a:moveTo>
                    <a:pt x="495826" y="457173"/>
                  </a:moveTo>
                  <a:lnTo>
                    <a:pt x="508347" y="457173"/>
                  </a:lnTo>
                  <a:lnTo>
                    <a:pt x="508347" y="458243"/>
                  </a:lnTo>
                  <a:lnTo>
                    <a:pt x="495826" y="458243"/>
                  </a:lnTo>
                  <a:close/>
                  <a:moveTo>
                    <a:pt x="349750" y="458243"/>
                  </a:moveTo>
                  <a:lnTo>
                    <a:pt x="371452" y="458243"/>
                  </a:lnTo>
                  <a:lnTo>
                    <a:pt x="371452" y="459314"/>
                  </a:lnTo>
                  <a:lnTo>
                    <a:pt x="349750" y="459314"/>
                  </a:lnTo>
                  <a:close/>
                  <a:moveTo>
                    <a:pt x="406511" y="458243"/>
                  </a:moveTo>
                  <a:lnTo>
                    <a:pt x="425710" y="458243"/>
                  </a:lnTo>
                  <a:lnTo>
                    <a:pt x="425710" y="459314"/>
                  </a:lnTo>
                  <a:lnTo>
                    <a:pt x="406511" y="459314"/>
                  </a:lnTo>
                  <a:close/>
                  <a:moveTo>
                    <a:pt x="536728" y="457173"/>
                  </a:moveTo>
                  <a:lnTo>
                    <a:pt x="592654" y="457173"/>
                  </a:lnTo>
                  <a:lnTo>
                    <a:pt x="592654" y="459314"/>
                  </a:lnTo>
                  <a:lnTo>
                    <a:pt x="536728" y="459314"/>
                  </a:lnTo>
                  <a:close/>
                  <a:moveTo>
                    <a:pt x="466611" y="457173"/>
                  </a:moveTo>
                  <a:lnTo>
                    <a:pt x="481636" y="457173"/>
                  </a:lnTo>
                  <a:lnTo>
                    <a:pt x="481636" y="459314"/>
                  </a:lnTo>
                  <a:lnTo>
                    <a:pt x="466611" y="459314"/>
                  </a:lnTo>
                  <a:close/>
                  <a:moveTo>
                    <a:pt x="494992" y="458243"/>
                  </a:moveTo>
                  <a:lnTo>
                    <a:pt x="508347" y="458243"/>
                  </a:lnTo>
                  <a:lnTo>
                    <a:pt x="508347" y="459314"/>
                  </a:lnTo>
                  <a:lnTo>
                    <a:pt x="494992" y="459314"/>
                  </a:lnTo>
                  <a:close/>
                  <a:moveTo>
                    <a:pt x="406511" y="459314"/>
                  </a:moveTo>
                  <a:lnTo>
                    <a:pt x="426544" y="459314"/>
                  </a:lnTo>
                  <a:lnTo>
                    <a:pt x="426544" y="460385"/>
                  </a:lnTo>
                  <a:lnTo>
                    <a:pt x="406511" y="460385"/>
                  </a:lnTo>
                  <a:close/>
                  <a:moveTo>
                    <a:pt x="466611" y="459314"/>
                  </a:moveTo>
                  <a:lnTo>
                    <a:pt x="482471" y="459314"/>
                  </a:lnTo>
                  <a:lnTo>
                    <a:pt x="482471" y="460385"/>
                  </a:lnTo>
                  <a:lnTo>
                    <a:pt x="466611" y="460385"/>
                  </a:lnTo>
                  <a:close/>
                  <a:moveTo>
                    <a:pt x="535893" y="459314"/>
                  </a:moveTo>
                  <a:lnTo>
                    <a:pt x="592654" y="459314"/>
                  </a:lnTo>
                  <a:lnTo>
                    <a:pt x="592654" y="460385"/>
                  </a:lnTo>
                  <a:lnTo>
                    <a:pt x="535893" y="460385"/>
                  </a:lnTo>
                  <a:close/>
                  <a:moveTo>
                    <a:pt x="494157" y="459314"/>
                  </a:moveTo>
                  <a:lnTo>
                    <a:pt x="508347" y="459314"/>
                  </a:lnTo>
                  <a:lnTo>
                    <a:pt x="508347" y="460385"/>
                  </a:lnTo>
                  <a:lnTo>
                    <a:pt x="494157" y="460385"/>
                  </a:lnTo>
                  <a:close/>
                  <a:moveTo>
                    <a:pt x="466611" y="460385"/>
                  </a:moveTo>
                  <a:lnTo>
                    <a:pt x="483306" y="460385"/>
                  </a:lnTo>
                  <a:lnTo>
                    <a:pt x="483306" y="461455"/>
                  </a:lnTo>
                  <a:lnTo>
                    <a:pt x="466611" y="461455"/>
                  </a:lnTo>
                  <a:close/>
                  <a:moveTo>
                    <a:pt x="493322" y="460385"/>
                  </a:moveTo>
                  <a:lnTo>
                    <a:pt x="508347" y="460385"/>
                  </a:lnTo>
                  <a:lnTo>
                    <a:pt x="508347" y="461455"/>
                  </a:lnTo>
                  <a:lnTo>
                    <a:pt x="493322" y="461455"/>
                  </a:lnTo>
                  <a:close/>
                  <a:moveTo>
                    <a:pt x="535058" y="460385"/>
                  </a:moveTo>
                  <a:lnTo>
                    <a:pt x="592654" y="460385"/>
                  </a:lnTo>
                  <a:lnTo>
                    <a:pt x="592654" y="461455"/>
                  </a:lnTo>
                  <a:lnTo>
                    <a:pt x="535058" y="461455"/>
                  </a:lnTo>
                  <a:close/>
                  <a:moveTo>
                    <a:pt x="626043" y="458243"/>
                  </a:moveTo>
                  <a:lnTo>
                    <a:pt x="652755" y="458243"/>
                  </a:lnTo>
                  <a:lnTo>
                    <a:pt x="652755" y="461455"/>
                  </a:lnTo>
                  <a:lnTo>
                    <a:pt x="626043" y="461455"/>
                  </a:lnTo>
                  <a:close/>
                  <a:moveTo>
                    <a:pt x="406511" y="460385"/>
                  </a:moveTo>
                  <a:lnTo>
                    <a:pt x="427379" y="460385"/>
                  </a:lnTo>
                  <a:lnTo>
                    <a:pt x="427379" y="461455"/>
                  </a:lnTo>
                  <a:lnTo>
                    <a:pt x="406511" y="461455"/>
                  </a:lnTo>
                  <a:close/>
                  <a:moveTo>
                    <a:pt x="274624" y="458243"/>
                  </a:moveTo>
                  <a:lnTo>
                    <a:pt x="285476" y="458243"/>
                  </a:lnTo>
                  <a:lnTo>
                    <a:pt x="285476" y="461455"/>
                  </a:lnTo>
                  <a:lnTo>
                    <a:pt x="274624" y="461455"/>
                  </a:lnTo>
                  <a:close/>
                  <a:moveTo>
                    <a:pt x="492487" y="461455"/>
                  </a:moveTo>
                  <a:lnTo>
                    <a:pt x="508347" y="461455"/>
                  </a:lnTo>
                  <a:lnTo>
                    <a:pt x="508347" y="462526"/>
                  </a:lnTo>
                  <a:lnTo>
                    <a:pt x="492487" y="462526"/>
                  </a:lnTo>
                  <a:close/>
                  <a:moveTo>
                    <a:pt x="406511" y="461455"/>
                  </a:moveTo>
                  <a:lnTo>
                    <a:pt x="429048" y="461455"/>
                  </a:lnTo>
                  <a:lnTo>
                    <a:pt x="429048" y="462526"/>
                  </a:lnTo>
                  <a:lnTo>
                    <a:pt x="406511" y="462526"/>
                  </a:lnTo>
                  <a:close/>
                  <a:moveTo>
                    <a:pt x="466611" y="461455"/>
                  </a:moveTo>
                  <a:lnTo>
                    <a:pt x="484975" y="461455"/>
                  </a:lnTo>
                  <a:lnTo>
                    <a:pt x="484975" y="462526"/>
                  </a:lnTo>
                  <a:lnTo>
                    <a:pt x="466611" y="462526"/>
                  </a:lnTo>
                  <a:close/>
                  <a:moveTo>
                    <a:pt x="349750" y="459314"/>
                  </a:moveTo>
                  <a:lnTo>
                    <a:pt x="372287" y="459314"/>
                  </a:lnTo>
                  <a:lnTo>
                    <a:pt x="372287" y="462526"/>
                  </a:lnTo>
                  <a:lnTo>
                    <a:pt x="349750" y="462526"/>
                  </a:lnTo>
                  <a:close/>
                  <a:moveTo>
                    <a:pt x="534224" y="461455"/>
                  </a:moveTo>
                  <a:lnTo>
                    <a:pt x="592654" y="461455"/>
                  </a:lnTo>
                  <a:lnTo>
                    <a:pt x="592654" y="462526"/>
                  </a:lnTo>
                  <a:lnTo>
                    <a:pt x="534224" y="462526"/>
                  </a:lnTo>
                  <a:close/>
                  <a:moveTo>
                    <a:pt x="533389" y="462526"/>
                  </a:moveTo>
                  <a:lnTo>
                    <a:pt x="592654" y="462526"/>
                  </a:lnTo>
                  <a:lnTo>
                    <a:pt x="592654" y="463597"/>
                  </a:lnTo>
                  <a:lnTo>
                    <a:pt x="533389" y="463597"/>
                  </a:lnTo>
                  <a:close/>
                  <a:moveTo>
                    <a:pt x="625209" y="461455"/>
                  </a:moveTo>
                  <a:lnTo>
                    <a:pt x="652755" y="461455"/>
                  </a:lnTo>
                  <a:lnTo>
                    <a:pt x="652755" y="463597"/>
                  </a:lnTo>
                  <a:lnTo>
                    <a:pt x="625209" y="463597"/>
                  </a:lnTo>
                  <a:close/>
                  <a:moveTo>
                    <a:pt x="466611" y="462526"/>
                  </a:moveTo>
                  <a:lnTo>
                    <a:pt x="487479" y="462526"/>
                  </a:lnTo>
                  <a:lnTo>
                    <a:pt x="487479" y="463597"/>
                  </a:lnTo>
                  <a:lnTo>
                    <a:pt x="466611" y="463597"/>
                  </a:lnTo>
                  <a:close/>
                  <a:moveTo>
                    <a:pt x="488314" y="462526"/>
                  </a:moveTo>
                  <a:lnTo>
                    <a:pt x="508347" y="462526"/>
                  </a:lnTo>
                  <a:lnTo>
                    <a:pt x="508347" y="463597"/>
                  </a:lnTo>
                  <a:lnTo>
                    <a:pt x="488314" y="463597"/>
                  </a:lnTo>
                  <a:close/>
                  <a:moveTo>
                    <a:pt x="406511" y="462526"/>
                  </a:moveTo>
                  <a:lnTo>
                    <a:pt x="429883" y="462526"/>
                  </a:lnTo>
                  <a:lnTo>
                    <a:pt x="429883" y="463597"/>
                  </a:lnTo>
                  <a:lnTo>
                    <a:pt x="406511" y="463597"/>
                  </a:lnTo>
                  <a:close/>
                  <a:moveTo>
                    <a:pt x="532554" y="463597"/>
                  </a:moveTo>
                  <a:lnTo>
                    <a:pt x="592654" y="463597"/>
                  </a:lnTo>
                  <a:lnTo>
                    <a:pt x="592654" y="464667"/>
                  </a:lnTo>
                  <a:lnTo>
                    <a:pt x="532554" y="464667"/>
                  </a:lnTo>
                  <a:close/>
                  <a:moveTo>
                    <a:pt x="406511" y="463597"/>
                  </a:moveTo>
                  <a:lnTo>
                    <a:pt x="430718" y="463597"/>
                  </a:lnTo>
                  <a:lnTo>
                    <a:pt x="430718" y="464667"/>
                  </a:lnTo>
                  <a:lnTo>
                    <a:pt x="406511" y="464667"/>
                  </a:lnTo>
                  <a:close/>
                  <a:moveTo>
                    <a:pt x="349750" y="462526"/>
                  </a:moveTo>
                  <a:lnTo>
                    <a:pt x="373122" y="462526"/>
                  </a:lnTo>
                  <a:lnTo>
                    <a:pt x="373122" y="464667"/>
                  </a:lnTo>
                  <a:lnTo>
                    <a:pt x="349750" y="464667"/>
                  </a:lnTo>
                  <a:close/>
                  <a:moveTo>
                    <a:pt x="449917" y="464667"/>
                  </a:moveTo>
                  <a:lnTo>
                    <a:pt x="453255" y="464667"/>
                  </a:lnTo>
                  <a:lnTo>
                    <a:pt x="453255" y="465738"/>
                  </a:lnTo>
                  <a:lnTo>
                    <a:pt x="449917" y="465738"/>
                  </a:lnTo>
                  <a:close/>
                  <a:moveTo>
                    <a:pt x="275459" y="461455"/>
                  </a:moveTo>
                  <a:lnTo>
                    <a:pt x="285476" y="461455"/>
                  </a:lnTo>
                  <a:lnTo>
                    <a:pt x="285476" y="465738"/>
                  </a:lnTo>
                  <a:lnTo>
                    <a:pt x="275459" y="465738"/>
                  </a:lnTo>
                  <a:close/>
                  <a:moveTo>
                    <a:pt x="406511" y="464667"/>
                  </a:moveTo>
                  <a:lnTo>
                    <a:pt x="434057" y="464667"/>
                  </a:lnTo>
                  <a:lnTo>
                    <a:pt x="434057" y="465738"/>
                  </a:lnTo>
                  <a:lnTo>
                    <a:pt x="406511" y="465738"/>
                  </a:lnTo>
                  <a:close/>
                  <a:moveTo>
                    <a:pt x="531720" y="464667"/>
                  </a:moveTo>
                  <a:lnTo>
                    <a:pt x="592654" y="464667"/>
                  </a:lnTo>
                  <a:lnTo>
                    <a:pt x="592654" y="465738"/>
                  </a:lnTo>
                  <a:lnTo>
                    <a:pt x="531720" y="465738"/>
                  </a:lnTo>
                  <a:close/>
                  <a:moveTo>
                    <a:pt x="700334" y="453961"/>
                  </a:moveTo>
                  <a:lnTo>
                    <a:pt x="1000000" y="453961"/>
                  </a:lnTo>
                  <a:lnTo>
                    <a:pt x="1000000" y="465738"/>
                  </a:lnTo>
                  <a:lnTo>
                    <a:pt x="700334" y="465738"/>
                  </a:lnTo>
                  <a:close/>
                  <a:moveTo>
                    <a:pt x="200334" y="456102"/>
                  </a:moveTo>
                  <a:lnTo>
                    <a:pt x="217028" y="456102"/>
                  </a:lnTo>
                  <a:lnTo>
                    <a:pt x="217028" y="465738"/>
                  </a:lnTo>
                  <a:lnTo>
                    <a:pt x="200334" y="465738"/>
                  </a:lnTo>
                  <a:close/>
                  <a:moveTo>
                    <a:pt x="466611" y="463597"/>
                  </a:moveTo>
                  <a:lnTo>
                    <a:pt x="508347" y="463597"/>
                  </a:lnTo>
                  <a:lnTo>
                    <a:pt x="508347" y="465738"/>
                  </a:lnTo>
                  <a:lnTo>
                    <a:pt x="466611" y="465738"/>
                  </a:lnTo>
                  <a:close/>
                  <a:moveTo>
                    <a:pt x="276294" y="465738"/>
                  </a:moveTo>
                  <a:lnTo>
                    <a:pt x="285476" y="465738"/>
                  </a:lnTo>
                  <a:lnTo>
                    <a:pt x="285476" y="466809"/>
                  </a:lnTo>
                  <a:lnTo>
                    <a:pt x="276294" y="466809"/>
                  </a:lnTo>
                  <a:close/>
                  <a:moveTo>
                    <a:pt x="530885" y="465738"/>
                  </a:moveTo>
                  <a:lnTo>
                    <a:pt x="592654" y="465738"/>
                  </a:lnTo>
                  <a:lnTo>
                    <a:pt x="592654" y="466809"/>
                  </a:lnTo>
                  <a:lnTo>
                    <a:pt x="530885" y="466809"/>
                  </a:lnTo>
                  <a:close/>
                  <a:moveTo>
                    <a:pt x="447412" y="465738"/>
                  </a:moveTo>
                  <a:lnTo>
                    <a:pt x="454090" y="465738"/>
                  </a:lnTo>
                  <a:lnTo>
                    <a:pt x="454090" y="466809"/>
                  </a:lnTo>
                  <a:lnTo>
                    <a:pt x="447412" y="466809"/>
                  </a:lnTo>
                  <a:close/>
                  <a:moveTo>
                    <a:pt x="229549" y="458243"/>
                  </a:moveTo>
                  <a:lnTo>
                    <a:pt x="257930" y="458243"/>
                  </a:lnTo>
                  <a:lnTo>
                    <a:pt x="257930" y="466809"/>
                  </a:lnTo>
                  <a:lnTo>
                    <a:pt x="229549" y="466809"/>
                  </a:lnTo>
                  <a:close/>
                  <a:moveTo>
                    <a:pt x="406511" y="465738"/>
                  </a:moveTo>
                  <a:lnTo>
                    <a:pt x="439065" y="465738"/>
                  </a:lnTo>
                  <a:lnTo>
                    <a:pt x="439065" y="466809"/>
                  </a:lnTo>
                  <a:lnTo>
                    <a:pt x="406511" y="466809"/>
                  </a:lnTo>
                  <a:close/>
                  <a:moveTo>
                    <a:pt x="349750" y="464667"/>
                  </a:moveTo>
                  <a:lnTo>
                    <a:pt x="374791" y="464667"/>
                  </a:lnTo>
                  <a:lnTo>
                    <a:pt x="374791" y="466809"/>
                  </a:lnTo>
                  <a:lnTo>
                    <a:pt x="349750" y="466809"/>
                  </a:lnTo>
                  <a:close/>
                  <a:moveTo>
                    <a:pt x="626043" y="463597"/>
                  </a:moveTo>
                  <a:lnTo>
                    <a:pt x="652755" y="463597"/>
                  </a:lnTo>
                  <a:lnTo>
                    <a:pt x="652755" y="466809"/>
                  </a:lnTo>
                  <a:lnTo>
                    <a:pt x="626043" y="466809"/>
                  </a:lnTo>
                  <a:close/>
                  <a:moveTo>
                    <a:pt x="406511" y="466809"/>
                  </a:moveTo>
                  <a:lnTo>
                    <a:pt x="444908" y="466809"/>
                  </a:lnTo>
                  <a:lnTo>
                    <a:pt x="444908" y="467879"/>
                  </a:lnTo>
                  <a:lnTo>
                    <a:pt x="406511" y="467879"/>
                  </a:lnTo>
                  <a:close/>
                  <a:moveTo>
                    <a:pt x="530050" y="466809"/>
                  </a:moveTo>
                  <a:lnTo>
                    <a:pt x="592654" y="466809"/>
                  </a:lnTo>
                  <a:lnTo>
                    <a:pt x="592654" y="467879"/>
                  </a:lnTo>
                  <a:lnTo>
                    <a:pt x="530050" y="467879"/>
                  </a:lnTo>
                  <a:close/>
                  <a:moveTo>
                    <a:pt x="230384" y="466809"/>
                  </a:moveTo>
                  <a:lnTo>
                    <a:pt x="257930" y="466809"/>
                  </a:lnTo>
                  <a:lnTo>
                    <a:pt x="257930" y="467879"/>
                  </a:lnTo>
                  <a:lnTo>
                    <a:pt x="230384" y="467879"/>
                  </a:lnTo>
                  <a:close/>
                  <a:moveTo>
                    <a:pt x="465776" y="465738"/>
                  </a:moveTo>
                  <a:lnTo>
                    <a:pt x="508347" y="465738"/>
                  </a:lnTo>
                  <a:lnTo>
                    <a:pt x="508347" y="467879"/>
                  </a:lnTo>
                  <a:lnTo>
                    <a:pt x="465776" y="467879"/>
                  </a:lnTo>
                  <a:close/>
                  <a:moveTo>
                    <a:pt x="446578" y="466809"/>
                  </a:moveTo>
                  <a:lnTo>
                    <a:pt x="454090" y="466809"/>
                  </a:lnTo>
                  <a:lnTo>
                    <a:pt x="454090" y="467879"/>
                  </a:lnTo>
                  <a:lnTo>
                    <a:pt x="446578" y="467879"/>
                  </a:lnTo>
                  <a:close/>
                  <a:moveTo>
                    <a:pt x="529215" y="467879"/>
                  </a:moveTo>
                  <a:lnTo>
                    <a:pt x="592654" y="467879"/>
                  </a:lnTo>
                  <a:lnTo>
                    <a:pt x="592654" y="468950"/>
                  </a:lnTo>
                  <a:lnTo>
                    <a:pt x="529215" y="468950"/>
                  </a:lnTo>
                  <a:close/>
                  <a:moveTo>
                    <a:pt x="349750" y="466809"/>
                  </a:moveTo>
                  <a:lnTo>
                    <a:pt x="375626" y="466809"/>
                  </a:lnTo>
                  <a:lnTo>
                    <a:pt x="375626" y="468950"/>
                  </a:lnTo>
                  <a:lnTo>
                    <a:pt x="349750" y="468950"/>
                  </a:lnTo>
                  <a:close/>
                  <a:moveTo>
                    <a:pt x="276294" y="466809"/>
                  </a:moveTo>
                  <a:lnTo>
                    <a:pt x="286311" y="466809"/>
                  </a:lnTo>
                  <a:lnTo>
                    <a:pt x="286311" y="468950"/>
                  </a:lnTo>
                  <a:lnTo>
                    <a:pt x="276294" y="468950"/>
                  </a:lnTo>
                  <a:close/>
                  <a:moveTo>
                    <a:pt x="464942" y="467879"/>
                  </a:moveTo>
                  <a:lnTo>
                    <a:pt x="509182" y="467879"/>
                  </a:lnTo>
                  <a:lnTo>
                    <a:pt x="509182" y="468950"/>
                  </a:lnTo>
                  <a:lnTo>
                    <a:pt x="464942" y="468950"/>
                  </a:lnTo>
                  <a:close/>
                  <a:moveTo>
                    <a:pt x="521703" y="468950"/>
                  </a:moveTo>
                  <a:lnTo>
                    <a:pt x="592654" y="468950"/>
                  </a:lnTo>
                  <a:lnTo>
                    <a:pt x="592654" y="470021"/>
                  </a:lnTo>
                  <a:lnTo>
                    <a:pt x="521703" y="470021"/>
                  </a:lnTo>
                  <a:close/>
                  <a:moveTo>
                    <a:pt x="276294" y="468950"/>
                  </a:moveTo>
                  <a:lnTo>
                    <a:pt x="287145" y="468950"/>
                  </a:lnTo>
                  <a:lnTo>
                    <a:pt x="287145" y="470021"/>
                  </a:lnTo>
                  <a:lnTo>
                    <a:pt x="276294" y="470021"/>
                  </a:lnTo>
                  <a:close/>
                  <a:moveTo>
                    <a:pt x="626043" y="466809"/>
                  </a:moveTo>
                  <a:lnTo>
                    <a:pt x="653589" y="466809"/>
                  </a:lnTo>
                  <a:lnTo>
                    <a:pt x="653589" y="470021"/>
                  </a:lnTo>
                  <a:lnTo>
                    <a:pt x="626043" y="470021"/>
                  </a:lnTo>
                  <a:close/>
                  <a:moveTo>
                    <a:pt x="464107" y="468950"/>
                  </a:moveTo>
                  <a:lnTo>
                    <a:pt x="510851" y="468950"/>
                  </a:lnTo>
                  <a:lnTo>
                    <a:pt x="510851" y="470021"/>
                  </a:lnTo>
                  <a:lnTo>
                    <a:pt x="464107" y="470021"/>
                  </a:lnTo>
                  <a:close/>
                  <a:moveTo>
                    <a:pt x="349750" y="468950"/>
                  </a:moveTo>
                  <a:lnTo>
                    <a:pt x="377295" y="468950"/>
                  </a:lnTo>
                  <a:lnTo>
                    <a:pt x="377295" y="470021"/>
                  </a:lnTo>
                  <a:lnTo>
                    <a:pt x="349750" y="470021"/>
                  </a:lnTo>
                  <a:close/>
                  <a:moveTo>
                    <a:pt x="230384" y="467879"/>
                  </a:moveTo>
                  <a:lnTo>
                    <a:pt x="258765" y="467879"/>
                  </a:lnTo>
                  <a:lnTo>
                    <a:pt x="258765" y="470021"/>
                  </a:lnTo>
                  <a:lnTo>
                    <a:pt x="230384" y="470021"/>
                  </a:lnTo>
                  <a:close/>
                  <a:moveTo>
                    <a:pt x="406511" y="467879"/>
                  </a:moveTo>
                  <a:lnTo>
                    <a:pt x="454090" y="467879"/>
                  </a:lnTo>
                  <a:lnTo>
                    <a:pt x="454090" y="470021"/>
                  </a:lnTo>
                  <a:lnTo>
                    <a:pt x="406511" y="470021"/>
                  </a:lnTo>
                  <a:close/>
                  <a:moveTo>
                    <a:pt x="349750" y="470021"/>
                  </a:moveTo>
                  <a:lnTo>
                    <a:pt x="378130" y="470021"/>
                  </a:lnTo>
                  <a:lnTo>
                    <a:pt x="378130" y="471091"/>
                  </a:lnTo>
                  <a:lnTo>
                    <a:pt x="349750" y="471091"/>
                  </a:lnTo>
                  <a:close/>
                  <a:moveTo>
                    <a:pt x="463272" y="470021"/>
                  </a:moveTo>
                  <a:lnTo>
                    <a:pt x="512521" y="470021"/>
                  </a:lnTo>
                  <a:lnTo>
                    <a:pt x="512521" y="471091"/>
                  </a:lnTo>
                  <a:lnTo>
                    <a:pt x="463272" y="471091"/>
                  </a:lnTo>
                  <a:close/>
                  <a:moveTo>
                    <a:pt x="699499" y="465738"/>
                  </a:moveTo>
                  <a:lnTo>
                    <a:pt x="1000000" y="465738"/>
                  </a:lnTo>
                  <a:lnTo>
                    <a:pt x="1000000" y="471091"/>
                  </a:lnTo>
                  <a:lnTo>
                    <a:pt x="699499" y="471091"/>
                  </a:lnTo>
                  <a:close/>
                  <a:moveTo>
                    <a:pt x="520868" y="470021"/>
                  </a:moveTo>
                  <a:lnTo>
                    <a:pt x="592654" y="470021"/>
                  </a:lnTo>
                  <a:lnTo>
                    <a:pt x="592654" y="471091"/>
                  </a:lnTo>
                  <a:lnTo>
                    <a:pt x="520868" y="471091"/>
                  </a:lnTo>
                  <a:close/>
                  <a:moveTo>
                    <a:pt x="516694" y="470021"/>
                  </a:moveTo>
                  <a:lnTo>
                    <a:pt x="517529" y="470021"/>
                  </a:lnTo>
                  <a:lnTo>
                    <a:pt x="517529" y="471091"/>
                  </a:lnTo>
                  <a:lnTo>
                    <a:pt x="516694" y="471091"/>
                  </a:lnTo>
                  <a:close/>
                  <a:moveTo>
                    <a:pt x="231219" y="470021"/>
                  </a:moveTo>
                  <a:lnTo>
                    <a:pt x="258765" y="470021"/>
                  </a:lnTo>
                  <a:lnTo>
                    <a:pt x="258765" y="471091"/>
                  </a:lnTo>
                  <a:lnTo>
                    <a:pt x="231219" y="471091"/>
                  </a:lnTo>
                  <a:close/>
                  <a:moveTo>
                    <a:pt x="311352" y="456102"/>
                  </a:moveTo>
                  <a:lnTo>
                    <a:pt x="336394" y="456102"/>
                  </a:lnTo>
                  <a:lnTo>
                    <a:pt x="336394" y="472162"/>
                  </a:lnTo>
                  <a:lnTo>
                    <a:pt x="311352" y="472162"/>
                  </a:lnTo>
                  <a:close/>
                  <a:moveTo>
                    <a:pt x="405676" y="470021"/>
                  </a:moveTo>
                  <a:lnTo>
                    <a:pt x="454090" y="470021"/>
                  </a:lnTo>
                  <a:lnTo>
                    <a:pt x="454090" y="472162"/>
                  </a:lnTo>
                  <a:lnTo>
                    <a:pt x="405676" y="472162"/>
                  </a:lnTo>
                  <a:close/>
                  <a:moveTo>
                    <a:pt x="463272" y="471091"/>
                  </a:moveTo>
                  <a:lnTo>
                    <a:pt x="592654" y="471091"/>
                  </a:lnTo>
                  <a:lnTo>
                    <a:pt x="592654" y="472162"/>
                  </a:lnTo>
                  <a:lnTo>
                    <a:pt x="463272" y="472162"/>
                  </a:lnTo>
                  <a:close/>
                  <a:moveTo>
                    <a:pt x="626043" y="470021"/>
                  </a:moveTo>
                  <a:lnTo>
                    <a:pt x="654424" y="470021"/>
                  </a:lnTo>
                  <a:lnTo>
                    <a:pt x="654424" y="472162"/>
                  </a:lnTo>
                  <a:lnTo>
                    <a:pt x="626043" y="472162"/>
                  </a:lnTo>
                  <a:close/>
                  <a:moveTo>
                    <a:pt x="350584" y="471091"/>
                  </a:moveTo>
                  <a:lnTo>
                    <a:pt x="378130" y="471091"/>
                  </a:lnTo>
                  <a:lnTo>
                    <a:pt x="378130" y="472162"/>
                  </a:lnTo>
                  <a:lnTo>
                    <a:pt x="350584" y="472162"/>
                  </a:lnTo>
                  <a:close/>
                  <a:moveTo>
                    <a:pt x="276294" y="470021"/>
                  </a:moveTo>
                  <a:lnTo>
                    <a:pt x="287980" y="470021"/>
                  </a:lnTo>
                  <a:lnTo>
                    <a:pt x="287980" y="473233"/>
                  </a:lnTo>
                  <a:lnTo>
                    <a:pt x="276294" y="473233"/>
                  </a:lnTo>
                  <a:close/>
                  <a:moveTo>
                    <a:pt x="462437" y="472162"/>
                  </a:moveTo>
                  <a:lnTo>
                    <a:pt x="592654" y="472162"/>
                  </a:lnTo>
                  <a:lnTo>
                    <a:pt x="592654" y="473233"/>
                  </a:lnTo>
                  <a:lnTo>
                    <a:pt x="462437" y="473233"/>
                  </a:lnTo>
                  <a:close/>
                  <a:moveTo>
                    <a:pt x="232053" y="471091"/>
                  </a:moveTo>
                  <a:lnTo>
                    <a:pt x="259599" y="471091"/>
                  </a:lnTo>
                  <a:lnTo>
                    <a:pt x="259599" y="473233"/>
                  </a:lnTo>
                  <a:lnTo>
                    <a:pt x="232053" y="473233"/>
                  </a:lnTo>
                  <a:close/>
                  <a:moveTo>
                    <a:pt x="350584" y="472162"/>
                  </a:moveTo>
                  <a:lnTo>
                    <a:pt x="379800" y="472162"/>
                  </a:lnTo>
                  <a:lnTo>
                    <a:pt x="379800" y="473233"/>
                  </a:lnTo>
                  <a:lnTo>
                    <a:pt x="350584" y="473233"/>
                  </a:lnTo>
                  <a:close/>
                  <a:moveTo>
                    <a:pt x="200334" y="465738"/>
                  </a:moveTo>
                  <a:lnTo>
                    <a:pt x="217863" y="465738"/>
                  </a:lnTo>
                  <a:lnTo>
                    <a:pt x="217863" y="474304"/>
                  </a:lnTo>
                  <a:lnTo>
                    <a:pt x="200334" y="474304"/>
                  </a:lnTo>
                  <a:close/>
                  <a:moveTo>
                    <a:pt x="232053" y="473233"/>
                  </a:moveTo>
                  <a:lnTo>
                    <a:pt x="260434" y="473233"/>
                  </a:lnTo>
                  <a:lnTo>
                    <a:pt x="260434" y="474304"/>
                  </a:lnTo>
                  <a:lnTo>
                    <a:pt x="232053" y="474304"/>
                  </a:lnTo>
                  <a:close/>
                  <a:moveTo>
                    <a:pt x="350584" y="473233"/>
                  </a:moveTo>
                  <a:lnTo>
                    <a:pt x="380634" y="473233"/>
                  </a:lnTo>
                  <a:lnTo>
                    <a:pt x="380634" y="474304"/>
                  </a:lnTo>
                  <a:lnTo>
                    <a:pt x="350584" y="474304"/>
                  </a:lnTo>
                  <a:close/>
                  <a:moveTo>
                    <a:pt x="461603" y="473233"/>
                  </a:moveTo>
                  <a:lnTo>
                    <a:pt x="592654" y="473233"/>
                  </a:lnTo>
                  <a:lnTo>
                    <a:pt x="592654" y="474304"/>
                  </a:lnTo>
                  <a:lnTo>
                    <a:pt x="461603" y="474304"/>
                  </a:lnTo>
                  <a:close/>
                  <a:moveTo>
                    <a:pt x="275459" y="473233"/>
                  </a:moveTo>
                  <a:lnTo>
                    <a:pt x="287980" y="473233"/>
                  </a:lnTo>
                  <a:lnTo>
                    <a:pt x="287980" y="474304"/>
                  </a:lnTo>
                  <a:lnTo>
                    <a:pt x="275459" y="474304"/>
                  </a:lnTo>
                  <a:close/>
                  <a:moveTo>
                    <a:pt x="351419" y="474304"/>
                  </a:moveTo>
                  <a:lnTo>
                    <a:pt x="381469" y="474304"/>
                  </a:lnTo>
                  <a:lnTo>
                    <a:pt x="381469" y="475374"/>
                  </a:lnTo>
                  <a:lnTo>
                    <a:pt x="351419" y="475374"/>
                  </a:lnTo>
                  <a:close/>
                  <a:moveTo>
                    <a:pt x="275459" y="474304"/>
                  </a:moveTo>
                  <a:lnTo>
                    <a:pt x="288815" y="474304"/>
                  </a:lnTo>
                  <a:lnTo>
                    <a:pt x="288815" y="475374"/>
                  </a:lnTo>
                  <a:lnTo>
                    <a:pt x="275459" y="475374"/>
                  </a:lnTo>
                  <a:close/>
                  <a:moveTo>
                    <a:pt x="698664" y="471091"/>
                  </a:moveTo>
                  <a:lnTo>
                    <a:pt x="1000000" y="471091"/>
                  </a:lnTo>
                  <a:lnTo>
                    <a:pt x="1000000" y="475374"/>
                  </a:lnTo>
                  <a:lnTo>
                    <a:pt x="698664" y="475374"/>
                  </a:lnTo>
                  <a:close/>
                  <a:moveTo>
                    <a:pt x="311352" y="472162"/>
                  </a:moveTo>
                  <a:lnTo>
                    <a:pt x="337229" y="472162"/>
                  </a:lnTo>
                  <a:lnTo>
                    <a:pt x="337229" y="475374"/>
                  </a:lnTo>
                  <a:lnTo>
                    <a:pt x="311352" y="475374"/>
                  </a:lnTo>
                  <a:close/>
                  <a:moveTo>
                    <a:pt x="200334" y="474304"/>
                  </a:moveTo>
                  <a:lnTo>
                    <a:pt x="218698" y="474304"/>
                  </a:lnTo>
                  <a:lnTo>
                    <a:pt x="218698" y="476445"/>
                  </a:lnTo>
                  <a:lnTo>
                    <a:pt x="200334" y="476445"/>
                  </a:lnTo>
                  <a:close/>
                  <a:moveTo>
                    <a:pt x="275459" y="475374"/>
                  </a:moveTo>
                  <a:lnTo>
                    <a:pt x="289649" y="475374"/>
                  </a:lnTo>
                  <a:lnTo>
                    <a:pt x="289649" y="476445"/>
                  </a:lnTo>
                  <a:lnTo>
                    <a:pt x="275459" y="476445"/>
                  </a:lnTo>
                  <a:close/>
                  <a:moveTo>
                    <a:pt x="460768" y="474304"/>
                  </a:moveTo>
                  <a:lnTo>
                    <a:pt x="592654" y="474304"/>
                  </a:lnTo>
                  <a:lnTo>
                    <a:pt x="592654" y="476445"/>
                  </a:lnTo>
                  <a:lnTo>
                    <a:pt x="460768" y="476445"/>
                  </a:lnTo>
                  <a:close/>
                  <a:moveTo>
                    <a:pt x="404841" y="472162"/>
                  </a:moveTo>
                  <a:lnTo>
                    <a:pt x="454090" y="472162"/>
                  </a:lnTo>
                  <a:lnTo>
                    <a:pt x="454090" y="476445"/>
                  </a:lnTo>
                  <a:lnTo>
                    <a:pt x="404841" y="476445"/>
                  </a:lnTo>
                  <a:close/>
                  <a:moveTo>
                    <a:pt x="351419" y="475374"/>
                  </a:moveTo>
                  <a:lnTo>
                    <a:pt x="387312" y="475374"/>
                  </a:lnTo>
                  <a:lnTo>
                    <a:pt x="387312" y="476445"/>
                  </a:lnTo>
                  <a:lnTo>
                    <a:pt x="351419" y="476445"/>
                  </a:lnTo>
                  <a:close/>
                  <a:moveTo>
                    <a:pt x="232888" y="474304"/>
                  </a:moveTo>
                  <a:lnTo>
                    <a:pt x="260434" y="474304"/>
                  </a:lnTo>
                  <a:lnTo>
                    <a:pt x="260434" y="477516"/>
                  </a:lnTo>
                  <a:lnTo>
                    <a:pt x="232888" y="477516"/>
                  </a:lnTo>
                  <a:close/>
                  <a:moveTo>
                    <a:pt x="351419" y="476445"/>
                  </a:moveTo>
                  <a:lnTo>
                    <a:pt x="388147" y="476445"/>
                  </a:lnTo>
                  <a:lnTo>
                    <a:pt x="388147" y="477516"/>
                  </a:lnTo>
                  <a:lnTo>
                    <a:pt x="351419" y="477516"/>
                  </a:lnTo>
                  <a:close/>
                  <a:moveTo>
                    <a:pt x="0" y="445395"/>
                  </a:moveTo>
                  <a:lnTo>
                    <a:pt x="146912" y="445395"/>
                  </a:lnTo>
                  <a:lnTo>
                    <a:pt x="146912" y="477516"/>
                  </a:lnTo>
                  <a:lnTo>
                    <a:pt x="0" y="477516"/>
                  </a:lnTo>
                  <a:close/>
                  <a:moveTo>
                    <a:pt x="233723" y="477516"/>
                  </a:moveTo>
                  <a:lnTo>
                    <a:pt x="260434" y="477516"/>
                  </a:lnTo>
                  <a:lnTo>
                    <a:pt x="260434" y="478586"/>
                  </a:lnTo>
                  <a:lnTo>
                    <a:pt x="233723" y="478586"/>
                  </a:lnTo>
                  <a:close/>
                  <a:moveTo>
                    <a:pt x="351419" y="477516"/>
                  </a:moveTo>
                  <a:lnTo>
                    <a:pt x="388982" y="477516"/>
                  </a:lnTo>
                  <a:lnTo>
                    <a:pt x="388982" y="478586"/>
                  </a:lnTo>
                  <a:lnTo>
                    <a:pt x="351419" y="478586"/>
                  </a:lnTo>
                  <a:close/>
                  <a:moveTo>
                    <a:pt x="404007" y="476445"/>
                  </a:moveTo>
                  <a:lnTo>
                    <a:pt x="454090" y="476445"/>
                  </a:lnTo>
                  <a:lnTo>
                    <a:pt x="454090" y="478586"/>
                  </a:lnTo>
                  <a:lnTo>
                    <a:pt x="404007" y="478586"/>
                  </a:lnTo>
                  <a:close/>
                  <a:moveTo>
                    <a:pt x="459098" y="476445"/>
                  </a:moveTo>
                  <a:lnTo>
                    <a:pt x="592654" y="476445"/>
                  </a:lnTo>
                  <a:lnTo>
                    <a:pt x="592654" y="478586"/>
                  </a:lnTo>
                  <a:lnTo>
                    <a:pt x="459098" y="478586"/>
                  </a:lnTo>
                  <a:close/>
                  <a:moveTo>
                    <a:pt x="626043" y="472162"/>
                  </a:moveTo>
                  <a:lnTo>
                    <a:pt x="655259" y="472162"/>
                  </a:lnTo>
                  <a:lnTo>
                    <a:pt x="655259" y="478586"/>
                  </a:lnTo>
                  <a:lnTo>
                    <a:pt x="626043" y="478586"/>
                  </a:lnTo>
                  <a:close/>
                  <a:moveTo>
                    <a:pt x="276294" y="476445"/>
                  </a:moveTo>
                  <a:lnTo>
                    <a:pt x="290484" y="476445"/>
                  </a:lnTo>
                  <a:lnTo>
                    <a:pt x="290484" y="479657"/>
                  </a:lnTo>
                  <a:lnTo>
                    <a:pt x="276294" y="479657"/>
                  </a:lnTo>
                  <a:close/>
                  <a:moveTo>
                    <a:pt x="404007" y="478586"/>
                  </a:moveTo>
                  <a:lnTo>
                    <a:pt x="455760" y="478586"/>
                  </a:lnTo>
                  <a:lnTo>
                    <a:pt x="455760" y="479657"/>
                  </a:lnTo>
                  <a:lnTo>
                    <a:pt x="404007" y="479657"/>
                  </a:lnTo>
                  <a:close/>
                  <a:moveTo>
                    <a:pt x="457429" y="478586"/>
                  </a:moveTo>
                  <a:lnTo>
                    <a:pt x="592654" y="478586"/>
                  </a:lnTo>
                  <a:lnTo>
                    <a:pt x="592654" y="479657"/>
                  </a:lnTo>
                  <a:lnTo>
                    <a:pt x="457429" y="479657"/>
                  </a:lnTo>
                  <a:close/>
                  <a:moveTo>
                    <a:pt x="350584" y="478586"/>
                  </a:moveTo>
                  <a:lnTo>
                    <a:pt x="388982" y="478586"/>
                  </a:lnTo>
                  <a:lnTo>
                    <a:pt x="388982" y="480728"/>
                  </a:lnTo>
                  <a:lnTo>
                    <a:pt x="350584" y="480728"/>
                  </a:lnTo>
                  <a:close/>
                  <a:moveTo>
                    <a:pt x="626043" y="478586"/>
                  </a:moveTo>
                  <a:lnTo>
                    <a:pt x="656093" y="478586"/>
                  </a:lnTo>
                  <a:lnTo>
                    <a:pt x="656093" y="480728"/>
                  </a:lnTo>
                  <a:lnTo>
                    <a:pt x="626043" y="480728"/>
                  </a:lnTo>
                  <a:close/>
                  <a:moveTo>
                    <a:pt x="234558" y="478586"/>
                  </a:moveTo>
                  <a:lnTo>
                    <a:pt x="261269" y="478586"/>
                  </a:lnTo>
                  <a:lnTo>
                    <a:pt x="261269" y="480728"/>
                  </a:lnTo>
                  <a:lnTo>
                    <a:pt x="234558" y="480728"/>
                  </a:lnTo>
                  <a:close/>
                  <a:moveTo>
                    <a:pt x="351419" y="480728"/>
                  </a:moveTo>
                  <a:lnTo>
                    <a:pt x="388982" y="480728"/>
                  </a:lnTo>
                  <a:lnTo>
                    <a:pt x="388982" y="481798"/>
                  </a:lnTo>
                  <a:lnTo>
                    <a:pt x="351419" y="481798"/>
                  </a:lnTo>
                  <a:close/>
                  <a:moveTo>
                    <a:pt x="626043" y="480728"/>
                  </a:moveTo>
                  <a:lnTo>
                    <a:pt x="656928" y="480728"/>
                  </a:lnTo>
                  <a:lnTo>
                    <a:pt x="656928" y="481798"/>
                  </a:lnTo>
                  <a:lnTo>
                    <a:pt x="626043" y="481798"/>
                  </a:lnTo>
                  <a:close/>
                  <a:moveTo>
                    <a:pt x="404007" y="479657"/>
                  </a:moveTo>
                  <a:lnTo>
                    <a:pt x="592654" y="479657"/>
                  </a:lnTo>
                  <a:lnTo>
                    <a:pt x="592654" y="481798"/>
                  </a:lnTo>
                  <a:lnTo>
                    <a:pt x="404007" y="481798"/>
                  </a:lnTo>
                  <a:close/>
                  <a:moveTo>
                    <a:pt x="200334" y="476445"/>
                  </a:moveTo>
                  <a:lnTo>
                    <a:pt x="219533" y="476445"/>
                  </a:lnTo>
                  <a:lnTo>
                    <a:pt x="219533" y="481798"/>
                  </a:lnTo>
                  <a:lnTo>
                    <a:pt x="200334" y="481798"/>
                  </a:lnTo>
                  <a:close/>
                  <a:moveTo>
                    <a:pt x="276294" y="479657"/>
                  </a:moveTo>
                  <a:lnTo>
                    <a:pt x="291319" y="479657"/>
                  </a:lnTo>
                  <a:lnTo>
                    <a:pt x="291319" y="481798"/>
                  </a:lnTo>
                  <a:lnTo>
                    <a:pt x="276294" y="481798"/>
                  </a:lnTo>
                  <a:close/>
                  <a:moveTo>
                    <a:pt x="235392" y="480728"/>
                  </a:moveTo>
                  <a:lnTo>
                    <a:pt x="261269" y="480728"/>
                  </a:lnTo>
                  <a:lnTo>
                    <a:pt x="261269" y="482869"/>
                  </a:lnTo>
                  <a:lnTo>
                    <a:pt x="235392" y="482869"/>
                  </a:lnTo>
                  <a:close/>
                  <a:moveTo>
                    <a:pt x="276294" y="481798"/>
                  </a:moveTo>
                  <a:lnTo>
                    <a:pt x="292154" y="481798"/>
                  </a:lnTo>
                  <a:lnTo>
                    <a:pt x="292154" y="482869"/>
                  </a:lnTo>
                  <a:lnTo>
                    <a:pt x="276294" y="482869"/>
                  </a:lnTo>
                  <a:close/>
                  <a:moveTo>
                    <a:pt x="403172" y="481798"/>
                  </a:moveTo>
                  <a:lnTo>
                    <a:pt x="592654" y="481798"/>
                  </a:lnTo>
                  <a:lnTo>
                    <a:pt x="592654" y="482869"/>
                  </a:lnTo>
                  <a:lnTo>
                    <a:pt x="403172" y="482869"/>
                  </a:lnTo>
                  <a:close/>
                  <a:moveTo>
                    <a:pt x="312187" y="475374"/>
                  </a:moveTo>
                  <a:lnTo>
                    <a:pt x="337229" y="475374"/>
                  </a:lnTo>
                  <a:lnTo>
                    <a:pt x="337229" y="482869"/>
                  </a:lnTo>
                  <a:lnTo>
                    <a:pt x="312187" y="482869"/>
                  </a:lnTo>
                  <a:close/>
                  <a:moveTo>
                    <a:pt x="351419" y="481798"/>
                  </a:moveTo>
                  <a:lnTo>
                    <a:pt x="389816" y="481798"/>
                  </a:lnTo>
                  <a:lnTo>
                    <a:pt x="389816" y="482869"/>
                  </a:lnTo>
                  <a:lnTo>
                    <a:pt x="351419" y="482869"/>
                  </a:lnTo>
                  <a:close/>
                  <a:moveTo>
                    <a:pt x="350584" y="482869"/>
                  </a:moveTo>
                  <a:lnTo>
                    <a:pt x="393155" y="482869"/>
                  </a:lnTo>
                  <a:lnTo>
                    <a:pt x="393155" y="483940"/>
                  </a:lnTo>
                  <a:lnTo>
                    <a:pt x="350584" y="483940"/>
                  </a:lnTo>
                  <a:close/>
                  <a:moveTo>
                    <a:pt x="236227" y="482869"/>
                  </a:moveTo>
                  <a:lnTo>
                    <a:pt x="260434" y="482869"/>
                  </a:lnTo>
                  <a:lnTo>
                    <a:pt x="260434" y="483940"/>
                  </a:lnTo>
                  <a:lnTo>
                    <a:pt x="236227" y="483940"/>
                  </a:lnTo>
                  <a:close/>
                  <a:moveTo>
                    <a:pt x="402337" y="482869"/>
                  </a:moveTo>
                  <a:lnTo>
                    <a:pt x="592654" y="482869"/>
                  </a:lnTo>
                  <a:lnTo>
                    <a:pt x="592654" y="483940"/>
                  </a:lnTo>
                  <a:lnTo>
                    <a:pt x="402337" y="483940"/>
                  </a:lnTo>
                  <a:close/>
                  <a:moveTo>
                    <a:pt x="311352" y="482869"/>
                  </a:moveTo>
                  <a:lnTo>
                    <a:pt x="337229" y="482869"/>
                  </a:lnTo>
                  <a:lnTo>
                    <a:pt x="337229" y="483940"/>
                  </a:lnTo>
                  <a:lnTo>
                    <a:pt x="311352" y="483940"/>
                  </a:lnTo>
                  <a:close/>
                  <a:moveTo>
                    <a:pt x="626043" y="481798"/>
                  </a:moveTo>
                  <a:lnTo>
                    <a:pt x="657763" y="481798"/>
                  </a:lnTo>
                  <a:lnTo>
                    <a:pt x="657763" y="485010"/>
                  </a:lnTo>
                  <a:lnTo>
                    <a:pt x="626043" y="485010"/>
                  </a:lnTo>
                  <a:close/>
                  <a:moveTo>
                    <a:pt x="237062" y="483940"/>
                  </a:moveTo>
                  <a:lnTo>
                    <a:pt x="260434" y="483940"/>
                  </a:lnTo>
                  <a:lnTo>
                    <a:pt x="260434" y="485010"/>
                  </a:lnTo>
                  <a:lnTo>
                    <a:pt x="237062" y="485010"/>
                  </a:lnTo>
                  <a:close/>
                  <a:moveTo>
                    <a:pt x="276294" y="482869"/>
                  </a:moveTo>
                  <a:lnTo>
                    <a:pt x="292988" y="482869"/>
                  </a:lnTo>
                  <a:lnTo>
                    <a:pt x="292988" y="485010"/>
                  </a:lnTo>
                  <a:lnTo>
                    <a:pt x="276294" y="485010"/>
                  </a:lnTo>
                  <a:close/>
                  <a:moveTo>
                    <a:pt x="400668" y="483940"/>
                  </a:moveTo>
                  <a:lnTo>
                    <a:pt x="592654" y="483940"/>
                  </a:lnTo>
                  <a:lnTo>
                    <a:pt x="592654" y="485010"/>
                  </a:lnTo>
                  <a:lnTo>
                    <a:pt x="400668" y="485010"/>
                  </a:lnTo>
                  <a:close/>
                  <a:moveTo>
                    <a:pt x="351419" y="483940"/>
                  </a:moveTo>
                  <a:lnTo>
                    <a:pt x="396494" y="483940"/>
                  </a:lnTo>
                  <a:lnTo>
                    <a:pt x="396494" y="485010"/>
                  </a:lnTo>
                  <a:lnTo>
                    <a:pt x="351419" y="485010"/>
                  </a:lnTo>
                  <a:close/>
                  <a:moveTo>
                    <a:pt x="237896" y="485010"/>
                  </a:moveTo>
                  <a:lnTo>
                    <a:pt x="258765" y="485010"/>
                  </a:lnTo>
                  <a:lnTo>
                    <a:pt x="258765" y="486081"/>
                  </a:lnTo>
                  <a:lnTo>
                    <a:pt x="237896" y="486081"/>
                  </a:lnTo>
                  <a:close/>
                  <a:moveTo>
                    <a:pt x="312187" y="483940"/>
                  </a:moveTo>
                  <a:lnTo>
                    <a:pt x="337229" y="483940"/>
                  </a:lnTo>
                  <a:lnTo>
                    <a:pt x="337229" y="486081"/>
                  </a:lnTo>
                  <a:lnTo>
                    <a:pt x="312187" y="486081"/>
                  </a:lnTo>
                  <a:close/>
                  <a:moveTo>
                    <a:pt x="626043" y="485010"/>
                  </a:moveTo>
                  <a:lnTo>
                    <a:pt x="658598" y="485010"/>
                  </a:lnTo>
                  <a:lnTo>
                    <a:pt x="658598" y="486081"/>
                  </a:lnTo>
                  <a:lnTo>
                    <a:pt x="626043" y="486081"/>
                  </a:lnTo>
                  <a:close/>
                  <a:moveTo>
                    <a:pt x="351419" y="485010"/>
                  </a:moveTo>
                  <a:lnTo>
                    <a:pt x="592654" y="485010"/>
                  </a:lnTo>
                  <a:lnTo>
                    <a:pt x="592654" y="487152"/>
                  </a:lnTo>
                  <a:lnTo>
                    <a:pt x="351419" y="487152"/>
                  </a:lnTo>
                  <a:close/>
                  <a:moveTo>
                    <a:pt x="312187" y="486081"/>
                  </a:moveTo>
                  <a:lnTo>
                    <a:pt x="338063" y="486081"/>
                  </a:lnTo>
                  <a:lnTo>
                    <a:pt x="338063" y="487152"/>
                  </a:lnTo>
                  <a:lnTo>
                    <a:pt x="312187" y="487152"/>
                  </a:lnTo>
                  <a:close/>
                  <a:moveTo>
                    <a:pt x="237896" y="486081"/>
                  </a:moveTo>
                  <a:lnTo>
                    <a:pt x="257930" y="486081"/>
                  </a:lnTo>
                  <a:lnTo>
                    <a:pt x="257930" y="487152"/>
                  </a:lnTo>
                  <a:lnTo>
                    <a:pt x="237896" y="487152"/>
                  </a:lnTo>
                  <a:close/>
                  <a:moveTo>
                    <a:pt x="626043" y="486081"/>
                  </a:moveTo>
                  <a:lnTo>
                    <a:pt x="661102" y="486081"/>
                  </a:lnTo>
                  <a:lnTo>
                    <a:pt x="661102" y="487152"/>
                  </a:lnTo>
                  <a:lnTo>
                    <a:pt x="626043" y="487152"/>
                  </a:lnTo>
                  <a:close/>
                  <a:moveTo>
                    <a:pt x="276294" y="485010"/>
                  </a:moveTo>
                  <a:lnTo>
                    <a:pt x="293823" y="485010"/>
                  </a:lnTo>
                  <a:lnTo>
                    <a:pt x="293823" y="487152"/>
                  </a:lnTo>
                  <a:lnTo>
                    <a:pt x="276294" y="487152"/>
                  </a:lnTo>
                  <a:close/>
                  <a:moveTo>
                    <a:pt x="238731" y="487152"/>
                  </a:moveTo>
                  <a:lnTo>
                    <a:pt x="255426" y="487152"/>
                  </a:lnTo>
                  <a:lnTo>
                    <a:pt x="255426" y="488222"/>
                  </a:lnTo>
                  <a:lnTo>
                    <a:pt x="238731" y="488222"/>
                  </a:lnTo>
                  <a:close/>
                  <a:moveTo>
                    <a:pt x="626043" y="487152"/>
                  </a:moveTo>
                  <a:lnTo>
                    <a:pt x="661937" y="487152"/>
                  </a:lnTo>
                  <a:lnTo>
                    <a:pt x="661937" y="488222"/>
                  </a:lnTo>
                  <a:lnTo>
                    <a:pt x="626043" y="488222"/>
                  </a:lnTo>
                  <a:close/>
                  <a:moveTo>
                    <a:pt x="276294" y="487152"/>
                  </a:moveTo>
                  <a:lnTo>
                    <a:pt x="294658" y="487152"/>
                  </a:lnTo>
                  <a:lnTo>
                    <a:pt x="294658" y="488222"/>
                  </a:lnTo>
                  <a:lnTo>
                    <a:pt x="276294" y="488222"/>
                  </a:lnTo>
                  <a:close/>
                  <a:moveTo>
                    <a:pt x="276294" y="488222"/>
                  </a:moveTo>
                  <a:lnTo>
                    <a:pt x="295492" y="488222"/>
                  </a:lnTo>
                  <a:lnTo>
                    <a:pt x="295492" y="489293"/>
                  </a:lnTo>
                  <a:lnTo>
                    <a:pt x="276294" y="489293"/>
                  </a:lnTo>
                  <a:close/>
                  <a:moveTo>
                    <a:pt x="311352" y="487152"/>
                  </a:moveTo>
                  <a:lnTo>
                    <a:pt x="338898" y="487152"/>
                  </a:lnTo>
                  <a:lnTo>
                    <a:pt x="338898" y="489293"/>
                  </a:lnTo>
                  <a:lnTo>
                    <a:pt x="311352" y="489293"/>
                  </a:lnTo>
                  <a:close/>
                  <a:moveTo>
                    <a:pt x="626043" y="488222"/>
                  </a:moveTo>
                  <a:lnTo>
                    <a:pt x="663606" y="488222"/>
                  </a:lnTo>
                  <a:lnTo>
                    <a:pt x="663606" y="489293"/>
                  </a:lnTo>
                  <a:lnTo>
                    <a:pt x="626043" y="489293"/>
                  </a:lnTo>
                  <a:close/>
                  <a:moveTo>
                    <a:pt x="239566" y="488222"/>
                  </a:moveTo>
                  <a:lnTo>
                    <a:pt x="253756" y="488222"/>
                  </a:lnTo>
                  <a:lnTo>
                    <a:pt x="253756" y="489293"/>
                  </a:lnTo>
                  <a:lnTo>
                    <a:pt x="239566" y="489293"/>
                  </a:lnTo>
                  <a:close/>
                  <a:moveTo>
                    <a:pt x="311352" y="489293"/>
                  </a:moveTo>
                  <a:lnTo>
                    <a:pt x="339733" y="489293"/>
                  </a:lnTo>
                  <a:lnTo>
                    <a:pt x="339733" y="490364"/>
                  </a:lnTo>
                  <a:lnTo>
                    <a:pt x="311352" y="490364"/>
                  </a:lnTo>
                  <a:close/>
                  <a:moveTo>
                    <a:pt x="200334" y="481798"/>
                  </a:moveTo>
                  <a:lnTo>
                    <a:pt x="220367" y="481798"/>
                  </a:lnTo>
                  <a:lnTo>
                    <a:pt x="220367" y="490364"/>
                  </a:lnTo>
                  <a:lnTo>
                    <a:pt x="200334" y="490364"/>
                  </a:lnTo>
                  <a:close/>
                  <a:moveTo>
                    <a:pt x="626878" y="489293"/>
                  </a:moveTo>
                  <a:lnTo>
                    <a:pt x="666945" y="489293"/>
                  </a:lnTo>
                  <a:lnTo>
                    <a:pt x="666945" y="490364"/>
                  </a:lnTo>
                  <a:lnTo>
                    <a:pt x="626878" y="490364"/>
                  </a:lnTo>
                  <a:close/>
                  <a:moveTo>
                    <a:pt x="240401" y="489293"/>
                  </a:moveTo>
                  <a:lnTo>
                    <a:pt x="252922" y="489293"/>
                  </a:lnTo>
                  <a:lnTo>
                    <a:pt x="252922" y="490364"/>
                  </a:lnTo>
                  <a:lnTo>
                    <a:pt x="240401" y="490364"/>
                  </a:lnTo>
                  <a:close/>
                  <a:moveTo>
                    <a:pt x="201169" y="490364"/>
                  </a:moveTo>
                  <a:lnTo>
                    <a:pt x="220367" y="490364"/>
                  </a:lnTo>
                  <a:lnTo>
                    <a:pt x="220367" y="491435"/>
                  </a:lnTo>
                  <a:lnTo>
                    <a:pt x="201169" y="491435"/>
                  </a:lnTo>
                  <a:close/>
                  <a:moveTo>
                    <a:pt x="626878" y="490364"/>
                  </a:moveTo>
                  <a:lnTo>
                    <a:pt x="667780" y="490364"/>
                  </a:lnTo>
                  <a:lnTo>
                    <a:pt x="667780" y="491435"/>
                  </a:lnTo>
                  <a:lnTo>
                    <a:pt x="626878" y="491435"/>
                  </a:lnTo>
                  <a:close/>
                  <a:moveTo>
                    <a:pt x="351419" y="487152"/>
                  </a:moveTo>
                  <a:lnTo>
                    <a:pt x="591820" y="487152"/>
                  </a:lnTo>
                  <a:lnTo>
                    <a:pt x="591820" y="491435"/>
                  </a:lnTo>
                  <a:lnTo>
                    <a:pt x="351419" y="491435"/>
                  </a:lnTo>
                  <a:close/>
                  <a:moveTo>
                    <a:pt x="241235" y="490364"/>
                  </a:moveTo>
                  <a:lnTo>
                    <a:pt x="251252" y="490364"/>
                  </a:lnTo>
                  <a:lnTo>
                    <a:pt x="251252" y="491435"/>
                  </a:lnTo>
                  <a:lnTo>
                    <a:pt x="241235" y="491435"/>
                  </a:lnTo>
                  <a:close/>
                  <a:moveTo>
                    <a:pt x="242905" y="491435"/>
                  </a:moveTo>
                  <a:lnTo>
                    <a:pt x="248748" y="491435"/>
                  </a:lnTo>
                  <a:lnTo>
                    <a:pt x="248748" y="492505"/>
                  </a:lnTo>
                  <a:lnTo>
                    <a:pt x="242905" y="492505"/>
                  </a:lnTo>
                  <a:close/>
                  <a:moveTo>
                    <a:pt x="201169" y="491435"/>
                  </a:moveTo>
                  <a:lnTo>
                    <a:pt x="221202" y="491435"/>
                  </a:lnTo>
                  <a:lnTo>
                    <a:pt x="221202" y="492505"/>
                  </a:lnTo>
                  <a:lnTo>
                    <a:pt x="201169" y="492505"/>
                  </a:lnTo>
                  <a:close/>
                  <a:moveTo>
                    <a:pt x="276294" y="489293"/>
                  </a:moveTo>
                  <a:lnTo>
                    <a:pt x="296327" y="489293"/>
                  </a:lnTo>
                  <a:lnTo>
                    <a:pt x="296327" y="492505"/>
                  </a:lnTo>
                  <a:lnTo>
                    <a:pt x="276294" y="492505"/>
                  </a:lnTo>
                  <a:close/>
                  <a:moveTo>
                    <a:pt x="243740" y="492505"/>
                  </a:moveTo>
                  <a:lnTo>
                    <a:pt x="247913" y="492505"/>
                  </a:lnTo>
                  <a:lnTo>
                    <a:pt x="247913" y="493576"/>
                  </a:lnTo>
                  <a:lnTo>
                    <a:pt x="243740" y="493576"/>
                  </a:lnTo>
                  <a:close/>
                  <a:moveTo>
                    <a:pt x="276294" y="492505"/>
                  </a:moveTo>
                  <a:lnTo>
                    <a:pt x="297162" y="492505"/>
                  </a:lnTo>
                  <a:lnTo>
                    <a:pt x="297162" y="493576"/>
                  </a:lnTo>
                  <a:lnTo>
                    <a:pt x="276294" y="493576"/>
                  </a:lnTo>
                  <a:close/>
                  <a:moveTo>
                    <a:pt x="312187" y="490364"/>
                  </a:moveTo>
                  <a:lnTo>
                    <a:pt x="339733" y="490364"/>
                  </a:lnTo>
                  <a:lnTo>
                    <a:pt x="339733" y="493576"/>
                  </a:lnTo>
                  <a:lnTo>
                    <a:pt x="312187" y="493576"/>
                  </a:lnTo>
                  <a:close/>
                  <a:moveTo>
                    <a:pt x="244574" y="493576"/>
                  </a:moveTo>
                  <a:lnTo>
                    <a:pt x="246244" y="493576"/>
                  </a:lnTo>
                  <a:lnTo>
                    <a:pt x="246244" y="494647"/>
                  </a:lnTo>
                  <a:lnTo>
                    <a:pt x="244574" y="494647"/>
                  </a:lnTo>
                  <a:close/>
                  <a:moveTo>
                    <a:pt x="276294" y="493576"/>
                  </a:moveTo>
                  <a:lnTo>
                    <a:pt x="298831" y="493576"/>
                  </a:lnTo>
                  <a:lnTo>
                    <a:pt x="298831" y="495717"/>
                  </a:lnTo>
                  <a:lnTo>
                    <a:pt x="276294" y="495717"/>
                  </a:lnTo>
                  <a:close/>
                  <a:moveTo>
                    <a:pt x="311352" y="493576"/>
                  </a:moveTo>
                  <a:lnTo>
                    <a:pt x="340568" y="493576"/>
                  </a:lnTo>
                  <a:lnTo>
                    <a:pt x="340568" y="495717"/>
                  </a:lnTo>
                  <a:lnTo>
                    <a:pt x="311352" y="495717"/>
                  </a:lnTo>
                  <a:close/>
                  <a:moveTo>
                    <a:pt x="201169" y="492505"/>
                  </a:moveTo>
                  <a:lnTo>
                    <a:pt x="222037" y="492505"/>
                  </a:lnTo>
                  <a:lnTo>
                    <a:pt x="222037" y="495717"/>
                  </a:lnTo>
                  <a:lnTo>
                    <a:pt x="201169" y="495717"/>
                  </a:lnTo>
                  <a:close/>
                  <a:moveTo>
                    <a:pt x="276294" y="495717"/>
                  </a:moveTo>
                  <a:lnTo>
                    <a:pt x="299666" y="495717"/>
                  </a:lnTo>
                  <a:lnTo>
                    <a:pt x="299666" y="496788"/>
                  </a:lnTo>
                  <a:lnTo>
                    <a:pt x="276294" y="496788"/>
                  </a:lnTo>
                  <a:close/>
                  <a:moveTo>
                    <a:pt x="311352" y="495717"/>
                  </a:moveTo>
                  <a:lnTo>
                    <a:pt x="341402" y="495717"/>
                  </a:lnTo>
                  <a:lnTo>
                    <a:pt x="341402" y="496788"/>
                  </a:lnTo>
                  <a:lnTo>
                    <a:pt x="311352" y="496788"/>
                  </a:lnTo>
                  <a:close/>
                  <a:moveTo>
                    <a:pt x="350584" y="491435"/>
                  </a:moveTo>
                  <a:lnTo>
                    <a:pt x="590985" y="491435"/>
                  </a:lnTo>
                  <a:lnTo>
                    <a:pt x="590985" y="497859"/>
                  </a:lnTo>
                  <a:lnTo>
                    <a:pt x="350584" y="497859"/>
                  </a:lnTo>
                  <a:close/>
                  <a:moveTo>
                    <a:pt x="276294" y="496788"/>
                  </a:moveTo>
                  <a:lnTo>
                    <a:pt x="301336" y="496788"/>
                  </a:lnTo>
                  <a:lnTo>
                    <a:pt x="301336" y="497859"/>
                  </a:lnTo>
                  <a:lnTo>
                    <a:pt x="276294" y="497859"/>
                  </a:lnTo>
                  <a:close/>
                  <a:moveTo>
                    <a:pt x="311352" y="496788"/>
                  </a:moveTo>
                  <a:lnTo>
                    <a:pt x="342237" y="496788"/>
                  </a:lnTo>
                  <a:lnTo>
                    <a:pt x="342237" y="498929"/>
                  </a:lnTo>
                  <a:lnTo>
                    <a:pt x="311352" y="498929"/>
                  </a:lnTo>
                  <a:close/>
                  <a:moveTo>
                    <a:pt x="276294" y="497859"/>
                  </a:moveTo>
                  <a:lnTo>
                    <a:pt x="302170" y="497859"/>
                  </a:lnTo>
                  <a:lnTo>
                    <a:pt x="302170" y="498929"/>
                  </a:lnTo>
                  <a:lnTo>
                    <a:pt x="276294" y="498929"/>
                  </a:lnTo>
                  <a:close/>
                  <a:moveTo>
                    <a:pt x="626878" y="491435"/>
                  </a:moveTo>
                  <a:lnTo>
                    <a:pt x="668614" y="491435"/>
                  </a:lnTo>
                  <a:lnTo>
                    <a:pt x="668614" y="498929"/>
                  </a:lnTo>
                  <a:lnTo>
                    <a:pt x="626878" y="498929"/>
                  </a:lnTo>
                  <a:close/>
                  <a:moveTo>
                    <a:pt x="276294" y="498929"/>
                  </a:moveTo>
                  <a:lnTo>
                    <a:pt x="303840" y="498929"/>
                  </a:lnTo>
                  <a:lnTo>
                    <a:pt x="303840" y="500000"/>
                  </a:lnTo>
                  <a:lnTo>
                    <a:pt x="276294" y="500000"/>
                  </a:lnTo>
                  <a:close/>
                  <a:moveTo>
                    <a:pt x="349750" y="497859"/>
                  </a:moveTo>
                  <a:lnTo>
                    <a:pt x="590985" y="497859"/>
                  </a:lnTo>
                  <a:lnTo>
                    <a:pt x="590985" y="500000"/>
                  </a:lnTo>
                  <a:lnTo>
                    <a:pt x="349750" y="500000"/>
                  </a:lnTo>
                  <a:close/>
                  <a:moveTo>
                    <a:pt x="310518" y="498929"/>
                  </a:moveTo>
                  <a:lnTo>
                    <a:pt x="343072" y="498929"/>
                  </a:lnTo>
                  <a:lnTo>
                    <a:pt x="343072" y="500000"/>
                  </a:lnTo>
                  <a:lnTo>
                    <a:pt x="310518" y="500000"/>
                  </a:lnTo>
                  <a:close/>
                  <a:moveTo>
                    <a:pt x="627713" y="498929"/>
                  </a:moveTo>
                  <a:lnTo>
                    <a:pt x="668614" y="498929"/>
                  </a:lnTo>
                  <a:lnTo>
                    <a:pt x="668614" y="501071"/>
                  </a:lnTo>
                  <a:lnTo>
                    <a:pt x="627713" y="501071"/>
                  </a:lnTo>
                  <a:close/>
                  <a:moveTo>
                    <a:pt x="348915" y="500000"/>
                  </a:moveTo>
                  <a:lnTo>
                    <a:pt x="590985" y="500000"/>
                  </a:lnTo>
                  <a:lnTo>
                    <a:pt x="590985" y="501071"/>
                  </a:lnTo>
                  <a:lnTo>
                    <a:pt x="348915" y="501071"/>
                  </a:lnTo>
                  <a:close/>
                  <a:moveTo>
                    <a:pt x="276294" y="500000"/>
                  </a:moveTo>
                  <a:lnTo>
                    <a:pt x="343907" y="500000"/>
                  </a:lnTo>
                  <a:lnTo>
                    <a:pt x="343907" y="501071"/>
                  </a:lnTo>
                  <a:lnTo>
                    <a:pt x="276294" y="501071"/>
                  </a:lnTo>
                  <a:close/>
                  <a:moveTo>
                    <a:pt x="276294" y="501071"/>
                  </a:moveTo>
                  <a:lnTo>
                    <a:pt x="344741" y="501071"/>
                  </a:lnTo>
                  <a:lnTo>
                    <a:pt x="344741" y="502141"/>
                  </a:lnTo>
                  <a:lnTo>
                    <a:pt x="276294" y="502141"/>
                  </a:lnTo>
                  <a:close/>
                  <a:moveTo>
                    <a:pt x="348080" y="501071"/>
                  </a:moveTo>
                  <a:lnTo>
                    <a:pt x="590985" y="501071"/>
                  </a:lnTo>
                  <a:lnTo>
                    <a:pt x="590985" y="502141"/>
                  </a:lnTo>
                  <a:lnTo>
                    <a:pt x="348080" y="502141"/>
                  </a:lnTo>
                  <a:close/>
                  <a:moveTo>
                    <a:pt x="276294" y="502141"/>
                  </a:moveTo>
                  <a:lnTo>
                    <a:pt x="345576" y="502141"/>
                  </a:lnTo>
                  <a:lnTo>
                    <a:pt x="345576" y="503212"/>
                  </a:lnTo>
                  <a:lnTo>
                    <a:pt x="276294" y="503212"/>
                  </a:lnTo>
                  <a:close/>
                  <a:moveTo>
                    <a:pt x="628548" y="501071"/>
                  </a:moveTo>
                  <a:lnTo>
                    <a:pt x="668614" y="501071"/>
                  </a:lnTo>
                  <a:lnTo>
                    <a:pt x="668614" y="503212"/>
                  </a:lnTo>
                  <a:lnTo>
                    <a:pt x="628548" y="503212"/>
                  </a:lnTo>
                  <a:close/>
                  <a:moveTo>
                    <a:pt x="347245" y="502141"/>
                  </a:moveTo>
                  <a:lnTo>
                    <a:pt x="590985" y="502141"/>
                  </a:lnTo>
                  <a:lnTo>
                    <a:pt x="590985" y="503212"/>
                  </a:lnTo>
                  <a:lnTo>
                    <a:pt x="347245" y="503212"/>
                  </a:lnTo>
                  <a:close/>
                  <a:moveTo>
                    <a:pt x="201169" y="495717"/>
                  </a:moveTo>
                  <a:lnTo>
                    <a:pt x="222871" y="495717"/>
                  </a:lnTo>
                  <a:lnTo>
                    <a:pt x="222871" y="505353"/>
                  </a:lnTo>
                  <a:lnTo>
                    <a:pt x="201169" y="505353"/>
                  </a:lnTo>
                  <a:close/>
                  <a:moveTo>
                    <a:pt x="201169" y="505353"/>
                  </a:moveTo>
                  <a:lnTo>
                    <a:pt x="223706" y="505353"/>
                  </a:lnTo>
                  <a:lnTo>
                    <a:pt x="223706" y="507495"/>
                  </a:lnTo>
                  <a:lnTo>
                    <a:pt x="201169" y="507495"/>
                  </a:lnTo>
                  <a:close/>
                  <a:moveTo>
                    <a:pt x="201169" y="507495"/>
                  </a:moveTo>
                  <a:lnTo>
                    <a:pt x="224541" y="507495"/>
                  </a:lnTo>
                  <a:lnTo>
                    <a:pt x="224541" y="509636"/>
                  </a:lnTo>
                  <a:lnTo>
                    <a:pt x="201169" y="509636"/>
                  </a:lnTo>
                  <a:close/>
                  <a:moveTo>
                    <a:pt x="697830" y="475374"/>
                  </a:moveTo>
                  <a:lnTo>
                    <a:pt x="1000000" y="475374"/>
                  </a:lnTo>
                  <a:lnTo>
                    <a:pt x="1000000" y="509636"/>
                  </a:lnTo>
                  <a:lnTo>
                    <a:pt x="697830" y="509636"/>
                  </a:lnTo>
                  <a:close/>
                  <a:moveTo>
                    <a:pt x="698664" y="509636"/>
                  </a:moveTo>
                  <a:lnTo>
                    <a:pt x="1000000" y="509636"/>
                  </a:lnTo>
                  <a:lnTo>
                    <a:pt x="1000000" y="510707"/>
                  </a:lnTo>
                  <a:lnTo>
                    <a:pt x="698664" y="510707"/>
                  </a:lnTo>
                  <a:close/>
                  <a:moveTo>
                    <a:pt x="699499" y="510707"/>
                  </a:moveTo>
                  <a:lnTo>
                    <a:pt x="1000000" y="510707"/>
                  </a:lnTo>
                  <a:lnTo>
                    <a:pt x="1000000" y="511778"/>
                  </a:lnTo>
                  <a:lnTo>
                    <a:pt x="699499" y="511778"/>
                  </a:lnTo>
                  <a:close/>
                  <a:moveTo>
                    <a:pt x="276294" y="503212"/>
                  </a:moveTo>
                  <a:lnTo>
                    <a:pt x="590150" y="503212"/>
                  </a:lnTo>
                  <a:lnTo>
                    <a:pt x="590150" y="513919"/>
                  </a:lnTo>
                  <a:lnTo>
                    <a:pt x="276294" y="513919"/>
                  </a:lnTo>
                  <a:close/>
                  <a:moveTo>
                    <a:pt x="629382" y="503212"/>
                  </a:moveTo>
                  <a:lnTo>
                    <a:pt x="668614" y="503212"/>
                  </a:lnTo>
                  <a:lnTo>
                    <a:pt x="668614" y="514990"/>
                  </a:lnTo>
                  <a:lnTo>
                    <a:pt x="629382" y="514990"/>
                  </a:lnTo>
                  <a:close/>
                  <a:moveTo>
                    <a:pt x="277129" y="513919"/>
                  </a:moveTo>
                  <a:lnTo>
                    <a:pt x="590150" y="513919"/>
                  </a:lnTo>
                  <a:lnTo>
                    <a:pt x="590150" y="514990"/>
                  </a:lnTo>
                  <a:lnTo>
                    <a:pt x="277129" y="514990"/>
                  </a:lnTo>
                  <a:close/>
                  <a:moveTo>
                    <a:pt x="201169" y="509636"/>
                  </a:moveTo>
                  <a:lnTo>
                    <a:pt x="225376" y="509636"/>
                  </a:lnTo>
                  <a:lnTo>
                    <a:pt x="225376" y="516060"/>
                  </a:lnTo>
                  <a:lnTo>
                    <a:pt x="201169" y="516060"/>
                  </a:lnTo>
                  <a:close/>
                  <a:moveTo>
                    <a:pt x="630217" y="514990"/>
                  </a:moveTo>
                  <a:lnTo>
                    <a:pt x="668614" y="514990"/>
                  </a:lnTo>
                  <a:lnTo>
                    <a:pt x="668614" y="517131"/>
                  </a:lnTo>
                  <a:lnTo>
                    <a:pt x="630217" y="517131"/>
                  </a:lnTo>
                  <a:close/>
                  <a:moveTo>
                    <a:pt x="700334" y="511778"/>
                  </a:moveTo>
                  <a:lnTo>
                    <a:pt x="1000000" y="511778"/>
                  </a:lnTo>
                  <a:lnTo>
                    <a:pt x="1000000" y="517131"/>
                  </a:lnTo>
                  <a:lnTo>
                    <a:pt x="700334" y="517131"/>
                  </a:lnTo>
                  <a:close/>
                  <a:moveTo>
                    <a:pt x="631052" y="517131"/>
                  </a:moveTo>
                  <a:lnTo>
                    <a:pt x="668614" y="517131"/>
                  </a:lnTo>
                  <a:lnTo>
                    <a:pt x="668614" y="518202"/>
                  </a:lnTo>
                  <a:lnTo>
                    <a:pt x="631052" y="518202"/>
                  </a:lnTo>
                  <a:close/>
                  <a:moveTo>
                    <a:pt x="277963" y="514990"/>
                  </a:moveTo>
                  <a:lnTo>
                    <a:pt x="590150" y="514990"/>
                  </a:lnTo>
                  <a:lnTo>
                    <a:pt x="590150" y="518202"/>
                  </a:lnTo>
                  <a:lnTo>
                    <a:pt x="277963" y="518202"/>
                  </a:lnTo>
                  <a:close/>
                  <a:moveTo>
                    <a:pt x="701169" y="517131"/>
                  </a:moveTo>
                  <a:lnTo>
                    <a:pt x="1000000" y="517131"/>
                  </a:lnTo>
                  <a:lnTo>
                    <a:pt x="1000000" y="518202"/>
                  </a:lnTo>
                  <a:lnTo>
                    <a:pt x="701169" y="518202"/>
                  </a:lnTo>
                  <a:close/>
                  <a:moveTo>
                    <a:pt x="201169" y="516060"/>
                  </a:moveTo>
                  <a:lnTo>
                    <a:pt x="226210" y="516060"/>
                  </a:lnTo>
                  <a:lnTo>
                    <a:pt x="226210" y="518202"/>
                  </a:lnTo>
                  <a:lnTo>
                    <a:pt x="201169" y="518202"/>
                  </a:lnTo>
                  <a:close/>
                  <a:moveTo>
                    <a:pt x="201169" y="518202"/>
                  </a:moveTo>
                  <a:lnTo>
                    <a:pt x="227045" y="518202"/>
                  </a:lnTo>
                  <a:lnTo>
                    <a:pt x="227045" y="520343"/>
                  </a:lnTo>
                  <a:lnTo>
                    <a:pt x="201169" y="520343"/>
                  </a:lnTo>
                  <a:close/>
                  <a:moveTo>
                    <a:pt x="702838" y="518202"/>
                  </a:moveTo>
                  <a:lnTo>
                    <a:pt x="1000000" y="518202"/>
                  </a:lnTo>
                  <a:lnTo>
                    <a:pt x="1000000" y="520343"/>
                  </a:lnTo>
                  <a:lnTo>
                    <a:pt x="702838" y="520343"/>
                  </a:lnTo>
                  <a:close/>
                  <a:moveTo>
                    <a:pt x="703673" y="520343"/>
                  </a:moveTo>
                  <a:lnTo>
                    <a:pt x="1000000" y="520343"/>
                  </a:lnTo>
                  <a:lnTo>
                    <a:pt x="1000000" y="521414"/>
                  </a:lnTo>
                  <a:lnTo>
                    <a:pt x="703673" y="521414"/>
                  </a:lnTo>
                  <a:close/>
                  <a:moveTo>
                    <a:pt x="631886" y="518202"/>
                  </a:moveTo>
                  <a:lnTo>
                    <a:pt x="669449" y="518202"/>
                  </a:lnTo>
                  <a:lnTo>
                    <a:pt x="669449" y="521414"/>
                  </a:lnTo>
                  <a:lnTo>
                    <a:pt x="631886" y="521414"/>
                  </a:lnTo>
                  <a:close/>
                  <a:moveTo>
                    <a:pt x="704508" y="521414"/>
                  </a:moveTo>
                  <a:lnTo>
                    <a:pt x="1000000" y="521414"/>
                  </a:lnTo>
                  <a:lnTo>
                    <a:pt x="1000000" y="522484"/>
                  </a:lnTo>
                  <a:lnTo>
                    <a:pt x="704508" y="522484"/>
                  </a:lnTo>
                  <a:close/>
                  <a:moveTo>
                    <a:pt x="706177" y="522484"/>
                  </a:moveTo>
                  <a:lnTo>
                    <a:pt x="1000000" y="522484"/>
                  </a:lnTo>
                  <a:lnTo>
                    <a:pt x="1000000" y="523555"/>
                  </a:lnTo>
                  <a:lnTo>
                    <a:pt x="706177" y="523555"/>
                  </a:lnTo>
                  <a:close/>
                  <a:moveTo>
                    <a:pt x="632721" y="521414"/>
                  </a:moveTo>
                  <a:lnTo>
                    <a:pt x="669449" y="521414"/>
                  </a:lnTo>
                  <a:lnTo>
                    <a:pt x="669449" y="523555"/>
                  </a:lnTo>
                  <a:lnTo>
                    <a:pt x="632721" y="523555"/>
                  </a:lnTo>
                  <a:close/>
                  <a:moveTo>
                    <a:pt x="201169" y="520343"/>
                  </a:moveTo>
                  <a:lnTo>
                    <a:pt x="227880" y="520343"/>
                  </a:lnTo>
                  <a:lnTo>
                    <a:pt x="227880" y="523555"/>
                  </a:lnTo>
                  <a:lnTo>
                    <a:pt x="201169" y="523555"/>
                  </a:lnTo>
                  <a:close/>
                  <a:moveTo>
                    <a:pt x="707012" y="523555"/>
                  </a:moveTo>
                  <a:lnTo>
                    <a:pt x="1000000" y="523555"/>
                  </a:lnTo>
                  <a:lnTo>
                    <a:pt x="1000000" y="524626"/>
                  </a:lnTo>
                  <a:lnTo>
                    <a:pt x="707012" y="524626"/>
                  </a:lnTo>
                  <a:close/>
                  <a:moveTo>
                    <a:pt x="633556" y="523555"/>
                  </a:moveTo>
                  <a:lnTo>
                    <a:pt x="669449" y="523555"/>
                  </a:lnTo>
                  <a:lnTo>
                    <a:pt x="669449" y="524626"/>
                  </a:lnTo>
                  <a:lnTo>
                    <a:pt x="633556" y="524626"/>
                  </a:lnTo>
                  <a:close/>
                  <a:moveTo>
                    <a:pt x="634391" y="524626"/>
                  </a:moveTo>
                  <a:lnTo>
                    <a:pt x="669449" y="524626"/>
                  </a:lnTo>
                  <a:lnTo>
                    <a:pt x="669449" y="525696"/>
                  </a:lnTo>
                  <a:lnTo>
                    <a:pt x="634391" y="525696"/>
                  </a:lnTo>
                  <a:close/>
                  <a:moveTo>
                    <a:pt x="707846" y="524626"/>
                  </a:moveTo>
                  <a:lnTo>
                    <a:pt x="1000000" y="524626"/>
                  </a:lnTo>
                  <a:lnTo>
                    <a:pt x="1000000" y="525696"/>
                  </a:lnTo>
                  <a:lnTo>
                    <a:pt x="707846" y="525696"/>
                  </a:lnTo>
                  <a:close/>
                  <a:moveTo>
                    <a:pt x="635225" y="525696"/>
                  </a:moveTo>
                  <a:lnTo>
                    <a:pt x="669449" y="525696"/>
                  </a:lnTo>
                  <a:lnTo>
                    <a:pt x="669449" y="526767"/>
                  </a:lnTo>
                  <a:lnTo>
                    <a:pt x="635225" y="526767"/>
                  </a:lnTo>
                  <a:close/>
                  <a:moveTo>
                    <a:pt x="724541" y="525696"/>
                  </a:moveTo>
                  <a:lnTo>
                    <a:pt x="1000000" y="525696"/>
                  </a:lnTo>
                  <a:lnTo>
                    <a:pt x="1000000" y="526767"/>
                  </a:lnTo>
                  <a:lnTo>
                    <a:pt x="724541" y="526767"/>
                  </a:lnTo>
                  <a:close/>
                  <a:moveTo>
                    <a:pt x="713689" y="525696"/>
                  </a:moveTo>
                  <a:lnTo>
                    <a:pt x="716194" y="525696"/>
                  </a:lnTo>
                  <a:lnTo>
                    <a:pt x="716194" y="526767"/>
                  </a:lnTo>
                  <a:lnTo>
                    <a:pt x="713689" y="526767"/>
                  </a:lnTo>
                  <a:close/>
                  <a:moveTo>
                    <a:pt x="201169" y="523555"/>
                  </a:moveTo>
                  <a:lnTo>
                    <a:pt x="228715" y="523555"/>
                  </a:lnTo>
                  <a:lnTo>
                    <a:pt x="228715" y="527838"/>
                  </a:lnTo>
                  <a:lnTo>
                    <a:pt x="201169" y="527838"/>
                  </a:lnTo>
                  <a:close/>
                  <a:moveTo>
                    <a:pt x="726210" y="526767"/>
                  </a:moveTo>
                  <a:lnTo>
                    <a:pt x="1000000" y="526767"/>
                  </a:lnTo>
                  <a:lnTo>
                    <a:pt x="1000000" y="527838"/>
                  </a:lnTo>
                  <a:lnTo>
                    <a:pt x="726210" y="527838"/>
                  </a:lnTo>
                  <a:close/>
                  <a:moveTo>
                    <a:pt x="201169" y="527838"/>
                  </a:moveTo>
                  <a:lnTo>
                    <a:pt x="229549" y="527838"/>
                  </a:lnTo>
                  <a:lnTo>
                    <a:pt x="229549" y="528909"/>
                  </a:lnTo>
                  <a:lnTo>
                    <a:pt x="201169" y="528909"/>
                  </a:lnTo>
                  <a:close/>
                  <a:moveTo>
                    <a:pt x="635225" y="526767"/>
                  </a:moveTo>
                  <a:lnTo>
                    <a:pt x="670284" y="526767"/>
                  </a:lnTo>
                  <a:lnTo>
                    <a:pt x="670284" y="528909"/>
                  </a:lnTo>
                  <a:lnTo>
                    <a:pt x="635225" y="528909"/>
                  </a:lnTo>
                  <a:close/>
                  <a:moveTo>
                    <a:pt x="636895" y="528909"/>
                  </a:moveTo>
                  <a:lnTo>
                    <a:pt x="671119" y="528909"/>
                  </a:lnTo>
                  <a:lnTo>
                    <a:pt x="671119" y="529979"/>
                  </a:lnTo>
                  <a:lnTo>
                    <a:pt x="636895" y="529979"/>
                  </a:lnTo>
                  <a:close/>
                  <a:moveTo>
                    <a:pt x="727045" y="527838"/>
                  </a:moveTo>
                  <a:lnTo>
                    <a:pt x="1000000" y="527838"/>
                  </a:lnTo>
                  <a:lnTo>
                    <a:pt x="1000000" y="529979"/>
                  </a:lnTo>
                  <a:lnTo>
                    <a:pt x="727045" y="529979"/>
                  </a:lnTo>
                  <a:close/>
                  <a:moveTo>
                    <a:pt x="727880" y="529979"/>
                  </a:moveTo>
                  <a:lnTo>
                    <a:pt x="1000000" y="529979"/>
                  </a:lnTo>
                  <a:lnTo>
                    <a:pt x="1000000" y="532121"/>
                  </a:lnTo>
                  <a:lnTo>
                    <a:pt x="727880" y="532121"/>
                  </a:lnTo>
                  <a:close/>
                  <a:moveTo>
                    <a:pt x="637730" y="529979"/>
                  </a:moveTo>
                  <a:lnTo>
                    <a:pt x="671119" y="529979"/>
                  </a:lnTo>
                  <a:lnTo>
                    <a:pt x="671119" y="532121"/>
                  </a:lnTo>
                  <a:lnTo>
                    <a:pt x="637730" y="532121"/>
                  </a:lnTo>
                  <a:close/>
                  <a:moveTo>
                    <a:pt x="201169" y="528909"/>
                  </a:moveTo>
                  <a:lnTo>
                    <a:pt x="230384" y="528909"/>
                  </a:lnTo>
                  <a:lnTo>
                    <a:pt x="230384" y="532121"/>
                  </a:lnTo>
                  <a:lnTo>
                    <a:pt x="201169" y="532121"/>
                  </a:lnTo>
                  <a:close/>
                  <a:moveTo>
                    <a:pt x="728715" y="532121"/>
                  </a:moveTo>
                  <a:lnTo>
                    <a:pt x="1000000" y="532121"/>
                  </a:lnTo>
                  <a:lnTo>
                    <a:pt x="1000000" y="533191"/>
                  </a:lnTo>
                  <a:lnTo>
                    <a:pt x="728715" y="533191"/>
                  </a:lnTo>
                  <a:close/>
                  <a:moveTo>
                    <a:pt x="638564" y="532121"/>
                  </a:moveTo>
                  <a:lnTo>
                    <a:pt x="671119" y="532121"/>
                  </a:lnTo>
                  <a:lnTo>
                    <a:pt x="671119" y="533191"/>
                  </a:lnTo>
                  <a:lnTo>
                    <a:pt x="638564" y="533191"/>
                  </a:lnTo>
                  <a:close/>
                  <a:moveTo>
                    <a:pt x="278798" y="518202"/>
                  </a:moveTo>
                  <a:lnTo>
                    <a:pt x="590150" y="518202"/>
                  </a:lnTo>
                  <a:lnTo>
                    <a:pt x="590150" y="534262"/>
                  </a:lnTo>
                  <a:lnTo>
                    <a:pt x="278798" y="534262"/>
                  </a:lnTo>
                  <a:close/>
                  <a:moveTo>
                    <a:pt x="641068" y="533191"/>
                  </a:moveTo>
                  <a:lnTo>
                    <a:pt x="671953" y="533191"/>
                  </a:lnTo>
                  <a:lnTo>
                    <a:pt x="671953" y="534262"/>
                  </a:lnTo>
                  <a:lnTo>
                    <a:pt x="641068" y="534262"/>
                  </a:lnTo>
                  <a:close/>
                  <a:moveTo>
                    <a:pt x="641903" y="534262"/>
                  </a:moveTo>
                  <a:lnTo>
                    <a:pt x="647746" y="534262"/>
                  </a:lnTo>
                  <a:lnTo>
                    <a:pt x="647746" y="535333"/>
                  </a:lnTo>
                  <a:lnTo>
                    <a:pt x="641903" y="535333"/>
                  </a:lnTo>
                  <a:close/>
                  <a:moveTo>
                    <a:pt x="649416" y="534262"/>
                  </a:moveTo>
                  <a:lnTo>
                    <a:pt x="671953" y="534262"/>
                  </a:lnTo>
                  <a:lnTo>
                    <a:pt x="671953" y="535333"/>
                  </a:lnTo>
                  <a:lnTo>
                    <a:pt x="649416" y="535333"/>
                  </a:lnTo>
                  <a:close/>
                  <a:moveTo>
                    <a:pt x="729549" y="533191"/>
                  </a:moveTo>
                  <a:lnTo>
                    <a:pt x="1000000" y="533191"/>
                  </a:lnTo>
                  <a:lnTo>
                    <a:pt x="1000000" y="535333"/>
                  </a:lnTo>
                  <a:lnTo>
                    <a:pt x="729549" y="535333"/>
                  </a:lnTo>
                  <a:close/>
                  <a:moveTo>
                    <a:pt x="201169" y="532121"/>
                  </a:moveTo>
                  <a:lnTo>
                    <a:pt x="231219" y="532121"/>
                  </a:lnTo>
                  <a:lnTo>
                    <a:pt x="231219" y="535333"/>
                  </a:lnTo>
                  <a:lnTo>
                    <a:pt x="201169" y="535333"/>
                  </a:lnTo>
                  <a:close/>
                  <a:moveTo>
                    <a:pt x="278798" y="534262"/>
                  </a:moveTo>
                  <a:lnTo>
                    <a:pt x="589316" y="534262"/>
                  </a:lnTo>
                  <a:lnTo>
                    <a:pt x="589316" y="536403"/>
                  </a:lnTo>
                  <a:lnTo>
                    <a:pt x="278798" y="536403"/>
                  </a:lnTo>
                  <a:close/>
                  <a:moveTo>
                    <a:pt x="643573" y="535333"/>
                  </a:moveTo>
                  <a:lnTo>
                    <a:pt x="646077" y="535333"/>
                  </a:lnTo>
                  <a:lnTo>
                    <a:pt x="646077" y="536403"/>
                  </a:lnTo>
                  <a:lnTo>
                    <a:pt x="643573" y="536403"/>
                  </a:lnTo>
                  <a:close/>
                  <a:moveTo>
                    <a:pt x="651920" y="535333"/>
                  </a:moveTo>
                  <a:lnTo>
                    <a:pt x="671953" y="535333"/>
                  </a:lnTo>
                  <a:lnTo>
                    <a:pt x="671953" y="536403"/>
                  </a:lnTo>
                  <a:lnTo>
                    <a:pt x="651920" y="536403"/>
                  </a:lnTo>
                  <a:close/>
                  <a:moveTo>
                    <a:pt x="201169" y="535333"/>
                  </a:moveTo>
                  <a:lnTo>
                    <a:pt x="232053" y="535333"/>
                  </a:lnTo>
                  <a:lnTo>
                    <a:pt x="232053" y="536403"/>
                  </a:lnTo>
                  <a:lnTo>
                    <a:pt x="201169" y="536403"/>
                  </a:lnTo>
                  <a:close/>
                  <a:moveTo>
                    <a:pt x="201169" y="536403"/>
                  </a:moveTo>
                  <a:lnTo>
                    <a:pt x="232888" y="536403"/>
                  </a:lnTo>
                  <a:lnTo>
                    <a:pt x="232888" y="537474"/>
                  </a:lnTo>
                  <a:lnTo>
                    <a:pt x="201169" y="537474"/>
                  </a:lnTo>
                  <a:close/>
                  <a:moveTo>
                    <a:pt x="656093" y="536403"/>
                  </a:moveTo>
                  <a:lnTo>
                    <a:pt x="671953" y="536403"/>
                  </a:lnTo>
                  <a:lnTo>
                    <a:pt x="671953" y="537474"/>
                  </a:lnTo>
                  <a:lnTo>
                    <a:pt x="656093" y="537474"/>
                  </a:lnTo>
                  <a:close/>
                  <a:moveTo>
                    <a:pt x="278798" y="536403"/>
                  </a:moveTo>
                  <a:lnTo>
                    <a:pt x="588481" y="536403"/>
                  </a:lnTo>
                  <a:lnTo>
                    <a:pt x="588481" y="538545"/>
                  </a:lnTo>
                  <a:lnTo>
                    <a:pt x="278798" y="538545"/>
                  </a:lnTo>
                  <a:close/>
                  <a:moveTo>
                    <a:pt x="656928" y="537474"/>
                  </a:moveTo>
                  <a:lnTo>
                    <a:pt x="671953" y="537474"/>
                  </a:lnTo>
                  <a:lnTo>
                    <a:pt x="671953" y="539615"/>
                  </a:lnTo>
                  <a:lnTo>
                    <a:pt x="656928" y="539615"/>
                  </a:lnTo>
                  <a:close/>
                  <a:moveTo>
                    <a:pt x="658598" y="539615"/>
                  </a:moveTo>
                  <a:lnTo>
                    <a:pt x="672788" y="539615"/>
                  </a:lnTo>
                  <a:lnTo>
                    <a:pt x="672788" y="540686"/>
                  </a:lnTo>
                  <a:lnTo>
                    <a:pt x="658598" y="540686"/>
                  </a:lnTo>
                  <a:close/>
                  <a:moveTo>
                    <a:pt x="201169" y="537474"/>
                  </a:moveTo>
                  <a:lnTo>
                    <a:pt x="233723" y="537474"/>
                  </a:lnTo>
                  <a:lnTo>
                    <a:pt x="233723" y="541757"/>
                  </a:lnTo>
                  <a:lnTo>
                    <a:pt x="201169" y="541757"/>
                  </a:lnTo>
                  <a:close/>
                  <a:moveTo>
                    <a:pt x="278798" y="538545"/>
                  </a:moveTo>
                  <a:lnTo>
                    <a:pt x="587646" y="538545"/>
                  </a:lnTo>
                  <a:lnTo>
                    <a:pt x="587646" y="541757"/>
                  </a:lnTo>
                  <a:lnTo>
                    <a:pt x="278798" y="541757"/>
                  </a:lnTo>
                  <a:close/>
                  <a:moveTo>
                    <a:pt x="202003" y="541757"/>
                  </a:moveTo>
                  <a:lnTo>
                    <a:pt x="235392" y="541757"/>
                  </a:lnTo>
                  <a:lnTo>
                    <a:pt x="235392" y="542827"/>
                  </a:lnTo>
                  <a:lnTo>
                    <a:pt x="202003" y="542827"/>
                  </a:lnTo>
                  <a:close/>
                  <a:moveTo>
                    <a:pt x="659432" y="540686"/>
                  </a:moveTo>
                  <a:lnTo>
                    <a:pt x="673623" y="540686"/>
                  </a:lnTo>
                  <a:lnTo>
                    <a:pt x="673623" y="542827"/>
                  </a:lnTo>
                  <a:lnTo>
                    <a:pt x="659432" y="542827"/>
                  </a:lnTo>
                  <a:close/>
                  <a:moveTo>
                    <a:pt x="278798" y="541757"/>
                  </a:moveTo>
                  <a:lnTo>
                    <a:pt x="588481" y="541757"/>
                  </a:lnTo>
                  <a:lnTo>
                    <a:pt x="588481" y="543898"/>
                  </a:lnTo>
                  <a:lnTo>
                    <a:pt x="278798" y="543898"/>
                  </a:lnTo>
                  <a:close/>
                  <a:moveTo>
                    <a:pt x="730384" y="535333"/>
                  </a:moveTo>
                  <a:lnTo>
                    <a:pt x="1000000" y="535333"/>
                  </a:lnTo>
                  <a:lnTo>
                    <a:pt x="1000000" y="544969"/>
                  </a:lnTo>
                  <a:lnTo>
                    <a:pt x="730384" y="544969"/>
                  </a:lnTo>
                  <a:close/>
                  <a:moveTo>
                    <a:pt x="202003" y="542827"/>
                  </a:moveTo>
                  <a:lnTo>
                    <a:pt x="236227" y="542827"/>
                  </a:lnTo>
                  <a:lnTo>
                    <a:pt x="236227" y="544969"/>
                  </a:lnTo>
                  <a:lnTo>
                    <a:pt x="202003" y="544969"/>
                  </a:lnTo>
                  <a:close/>
                  <a:moveTo>
                    <a:pt x="660267" y="542827"/>
                  </a:moveTo>
                  <a:lnTo>
                    <a:pt x="674457" y="542827"/>
                  </a:lnTo>
                  <a:lnTo>
                    <a:pt x="674457" y="544969"/>
                  </a:lnTo>
                  <a:lnTo>
                    <a:pt x="660267" y="544969"/>
                  </a:lnTo>
                  <a:close/>
                  <a:moveTo>
                    <a:pt x="661102" y="544969"/>
                  </a:moveTo>
                  <a:lnTo>
                    <a:pt x="674457" y="544969"/>
                  </a:lnTo>
                  <a:lnTo>
                    <a:pt x="674457" y="546039"/>
                  </a:lnTo>
                  <a:lnTo>
                    <a:pt x="661102" y="546039"/>
                  </a:lnTo>
                  <a:close/>
                  <a:moveTo>
                    <a:pt x="202003" y="544969"/>
                  </a:moveTo>
                  <a:lnTo>
                    <a:pt x="237062" y="544969"/>
                  </a:lnTo>
                  <a:lnTo>
                    <a:pt x="237062" y="546039"/>
                  </a:lnTo>
                  <a:lnTo>
                    <a:pt x="202003" y="546039"/>
                  </a:lnTo>
                  <a:close/>
                  <a:moveTo>
                    <a:pt x="202003" y="546039"/>
                  </a:moveTo>
                  <a:lnTo>
                    <a:pt x="237896" y="546039"/>
                  </a:lnTo>
                  <a:lnTo>
                    <a:pt x="237896" y="547110"/>
                  </a:lnTo>
                  <a:lnTo>
                    <a:pt x="202003" y="547110"/>
                  </a:lnTo>
                  <a:close/>
                  <a:moveTo>
                    <a:pt x="661937" y="546039"/>
                  </a:moveTo>
                  <a:lnTo>
                    <a:pt x="674457" y="546039"/>
                  </a:lnTo>
                  <a:lnTo>
                    <a:pt x="674457" y="547110"/>
                  </a:lnTo>
                  <a:lnTo>
                    <a:pt x="661937" y="547110"/>
                  </a:lnTo>
                  <a:close/>
                  <a:moveTo>
                    <a:pt x="278798" y="543898"/>
                  </a:moveTo>
                  <a:lnTo>
                    <a:pt x="589316" y="543898"/>
                  </a:lnTo>
                  <a:lnTo>
                    <a:pt x="589316" y="548181"/>
                  </a:lnTo>
                  <a:lnTo>
                    <a:pt x="278798" y="548181"/>
                  </a:lnTo>
                  <a:close/>
                  <a:moveTo>
                    <a:pt x="202003" y="547110"/>
                  </a:moveTo>
                  <a:lnTo>
                    <a:pt x="238731" y="547110"/>
                  </a:lnTo>
                  <a:lnTo>
                    <a:pt x="238731" y="548181"/>
                  </a:lnTo>
                  <a:lnTo>
                    <a:pt x="202003" y="548181"/>
                  </a:lnTo>
                  <a:close/>
                  <a:moveTo>
                    <a:pt x="661937" y="547110"/>
                  </a:moveTo>
                  <a:lnTo>
                    <a:pt x="675292" y="547110"/>
                  </a:lnTo>
                  <a:lnTo>
                    <a:pt x="675292" y="548181"/>
                  </a:lnTo>
                  <a:lnTo>
                    <a:pt x="661937" y="548181"/>
                  </a:lnTo>
                  <a:close/>
                  <a:moveTo>
                    <a:pt x="202003" y="548181"/>
                  </a:moveTo>
                  <a:lnTo>
                    <a:pt x="239566" y="548181"/>
                  </a:lnTo>
                  <a:lnTo>
                    <a:pt x="239566" y="549252"/>
                  </a:lnTo>
                  <a:lnTo>
                    <a:pt x="202003" y="549252"/>
                  </a:lnTo>
                  <a:close/>
                  <a:moveTo>
                    <a:pt x="661937" y="548181"/>
                  </a:moveTo>
                  <a:lnTo>
                    <a:pt x="676127" y="548181"/>
                  </a:lnTo>
                  <a:lnTo>
                    <a:pt x="676127" y="549252"/>
                  </a:lnTo>
                  <a:lnTo>
                    <a:pt x="661937" y="549252"/>
                  </a:lnTo>
                  <a:close/>
                  <a:moveTo>
                    <a:pt x="731219" y="544969"/>
                  </a:moveTo>
                  <a:lnTo>
                    <a:pt x="1000000" y="544969"/>
                  </a:lnTo>
                  <a:lnTo>
                    <a:pt x="1000000" y="549252"/>
                  </a:lnTo>
                  <a:lnTo>
                    <a:pt x="731219" y="549252"/>
                  </a:lnTo>
                  <a:close/>
                  <a:moveTo>
                    <a:pt x="202003" y="549252"/>
                  </a:moveTo>
                  <a:lnTo>
                    <a:pt x="248748" y="549252"/>
                  </a:lnTo>
                  <a:lnTo>
                    <a:pt x="248748" y="550322"/>
                  </a:lnTo>
                  <a:lnTo>
                    <a:pt x="202003" y="550322"/>
                  </a:lnTo>
                  <a:close/>
                  <a:moveTo>
                    <a:pt x="661937" y="549252"/>
                  </a:moveTo>
                  <a:lnTo>
                    <a:pt x="676962" y="549252"/>
                  </a:lnTo>
                  <a:lnTo>
                    <a:pt x="676962" y="552464"/>
                  </a:lnTo>
                  <a:lnTo>
                    <a:pt x="661937" y="552464"/>
                  </a:lnTo>
                  <a:close/>
                  <a:moveTo>
                    <a:pt x="202838" y="550322"/>
                  </a:moveTo>
                  <a:lnTo>
                    <a:pt x="249583" y="550322"/>
                  </a:lnTo>
                  <a:lnTo>
                    <a:pt x="249583" y="552464"/>
                  </a:lnTo>
                  <a:lnTo>
                    <a:pt x="202838" y="552464"/>
                  </a:lnTo>
                  <a:close/>
                  <a:moveTo>
                    <a:pt x="278798" y="548181"/>
                  </a:moveTo>
                  <a:lnTo>
                    <a:pt x="590150" y="548181"/>
                  </a:lnTo>
                  <a:lnTo>
                    <a:pt x="590150" y="552464"/>
                  </a:lnTo>
                  <a:lnTo>
                    <a:pt x="278798" y="552464"/>
                  </a:lnTo>
                  <a:close/>
                  <a:moveTo>
                    <a:pt x="661937" y="552464"/>
                  </a:moveTo>
                  <a:lnTo>
                    <a:pt x="678631" y="552464"/>
                  </a:lnTo>
                  <a:lnTo>
                    <a:pt x="678631" y="553534"/>
                  </a:lnTo>
                  <a:lnTo>
                    <a:pt x="661937" y="553534"/>
                  </a:lnTo>
                  <a:close/>
                  <a:moveTo>
                    <a:pt x="279633" y="552464"/>
                  </a:moveTo>
                  <a:lnTo>
                    <a:pt x="590150" y="552464"/>
                  </a:lnTo>
                  <a:lnTo>
                    <a:pt x="590150" y="555676"/>
                  </a:lnTo>
                  <a:lnTo>
                    <a:pt x="279633" y="555676"/>
                  </a:lnTo>
                  <a:close/>
                  <a:moveTo>
                    <a:pt x="661937" y="553534"/>
                  </a:moveTo>
                  <a:lnTo>
                    <a:pt x="679466" y="553534"/>
                  </a:lnTo>
                  <a:lnTo>
                    <a:pt x="679466" y="555676"/>
                  </a:lnTo>
                  <a:lnTo>
                    <a:pt x="661937" y="555676"/>
                  </a:lnTo>
                  <a:close/>
                  <a:moveTo>
                    <a:pt x="280467" y="555676"/>
                  </a:moveTo>
                  <a:lnTo>
                    <a:pt x="590985" y="555676"/>
                  </a:lnTo>
                  <a:lnTo>
                    <a:pt x="590985" y="556746"/>
                  </a:lnTo>
                  <a:lnTo>
                    <a:pt x="280467" y="556746"/>
                  </a:lnTo>
                  <a:close/>
                  <a:moveTo>
                    <a:pt x="202838" y="552464"/>
                  </a:moveTo>
                  <a:lnTo>
                    <a:pt x="250417" y="552464"/>
                  </a:lnTo>
                  <a:lnTo>
                    <a:pt x="250417" y="556746"/>
                  </a:lnTo>
                  <a:lnTo>
                    <a:pt x="202838" y="556746"/>
                  </a:lnTo>
                  <a:close/>
                  <a:moveTo>
                    <a:pt x="661937" y="555676"/>
                  </a:moveTo>
                  <a:lnTo>
                    <a:pt x="681135" y="555676"/>
                  </a:lnTo>
                  <a:lnTo>
                    <a:pt x="681135" y="556746"/>
                  </a:lnTo>
                  <a:lnTo>
                    <a:pt x="661937" y="556746"/>
                  </a:lnTo>
                  <a:close/>
                  <a:moveTo>
                    <a:pt x="661937" y="556746"/>
                  </a:moveTo>
                  <a:lnTo>
                    <a:pt x="682805" y="556746"/>
                  </a:lnTo>
                  <a:lnTo>
                    <a:pt x="682805" y="557817"/>
                  </a:lnTo>
                  <a:lnTo>
                    <a:pt x="661937" y="557817"/>
                  </a:lnTo>
                  <a:close/>
                  <a:moveTo>
                    <a:pt x="281302" y="556746"/>
                  </a:moveTo>
                  <a:lnTo>
                    <a:pt x="590985" y="556746"/>
                  </a:lnTo>
                  <a:lnTo>
                    <a:pt x="590985" y="557817"/>
                  </a:lnTo>
                  <a:lnTo>
                    <a:pt x="281302" y="557817"/>
                  </a:lnTo>
                  <a:close/>
                  <a:moveTo>
                    <a:pt x="203673" y="556746"/>
                  </a:moveTo>
                  <a:lnTo>
                    <a:pt x="250417" y="556746"/>
                  </a:lnTo>
                  <a:lnTo>
                    <a:pt x="250417" y="557817"/>
                  </a:lnTo>
                  <a:lnTo>
                    <a:pt x="203673" y="557817"/>
                  </a:lnTo>
                  <a:close/>
                  <a:moveTo>
                    <a:pt x="281302" y="557817"/>
                  </a:moveTo>
                  <a:lnTo>
                    <a:pt x="591820" y="557817"/>
                  </a:lnTo>
                  <a:lnTo>
                    <a:pt x="591820" y="558888"/>
                  </a:lnTo>
                  <a:lnTo>
                    <a:pt x="281302" y="558888"/>
                  </a:lnTo>
                  <a:close/>
                  <a:moveTo>
                    <a:pt x="661937" y="557817"/>
                  </a:moveTo>
                  <a:lnTo>
                    <a:pt x="683639" y="557817"/>
                  </a:lnTo>
                  <a:lnTo>
                    <a:pt x="683639" y="558888"/>
                  </a:lnTo>
                  <a:lnTo>
                    <a:pt x="661937" y="558888"/>
                  </a:lnTo>
                  <a:close/>
                  <a:moveTo>
                    <a:pt x="732053" y="549252"/>
                  </a:moveTo>
                  <a:lnTo>
                    <a:pt x="1000000" y="549252"/>
                  </a:lnTo>
                  <a:lnTo>
                    <a:pt x="1000000" y="558888"/>
                  </a:lnTo>
                  <a:lnTo>
                    <a:pt x="732053" y="558888"/>
                  </a:lnTo>
                  <a:close/>
                  <a:moveTo>
                    <a:pt x="281302" y="558888"/>
                  </a:moveTo>
                  <a:lnTo>
                    <a:pt x="592654" y="558888"/>
                  </a:lnTo>
                  <a:lnTo>
                    <a:pt x="592654" y="559958"/>
                  </a:lnTo>
                  <a:lnTo>
                    <a:pt x="281302" y="559958"/>
                  </a:lnTo>
                  <a:close/>
                  <a:moveTo>
                    <a:pt x="204508" y="557817"/>
                  </a:moveTo>
                  <a:lnTo>
                    <a:pt x="250417" y="557817"/>
                  </a:lnTo>
                  <a:lnTo>
                    <a:pt x="250417" y="559958"/>
                  </a:lnTo>
                  <a:lnTo>
                    <a:pt x="204508" y="559958"/>
                  </a:lnTo>
                  <a:close/>
                  <a:moveTo>
                    <a:pt x="661937" y="558888"/>
                  </a:moveTo>
                  <a:lnTo>
                    <a:pt x="685309" y="558888"/>
                  </a:lnTo>
                  <a:lnTo>
                    <a:pt x="685309" y="559958"/>
                  </a:lnTo>
                  <a:lnTo>
                    <a:pt x="661937" y="559958"/>
                  </a:lnTo>
                  <a:close/>
                  <a:moveTo>
                    <a:pt x="661937" y="559958"/>
                  </a:moveTo>
                  <a:lnTo>
                    <a:pt x="686978" y="559958"/>
                  </a:lnTo>
                  <a:lnTo>
                    <a:pt x="686978" y="561029"/>
                  </a:lnTo>
                  <a:lnTo>
                    <a:pt x="661937" y="561029"/>
                  </a:lnTo>
                  <a:close/>
                  <a:moveTo>
                    <a:pt x="0" y="477516"/>
                  </a:moveTo>
                  <a:lnTo>
                    <a:pt x="146077" y="477516"/>
                  </a:lnTo>
                  <a:lnTo>
                    <a:pt x="146077" y="561029"/>
                  </a:lnTo>
                  <a:lnTo>
                    <a:pt x="0" y="561029"/>
                  </a:lnTo>
                  <a:close/>
                  <a:moveTo>
                    <a:pt x="731219" y="558888"/>
                  </a:moveTo>
                  <a:lnTo>
                    <a:pt x="1000000" y="558888"/>
                  </a:lnTo>
                  <a:lnTo>
                    <a:pt x="1000000" y="561029"/>
                  </a:lnTo>
                  <a:lnTo>
                    <a:pt x="731219" y="561029"/>
                  </a:lnTo>
                  <a:close/>
                  <a:moveTo>
                    <a:pt x="282137" y="559958"/>
                  </a:moveTo>
                  <a:lnTo>
                    <a:pt x="592654" y="559958"/>
                  </a:lnTo>
                  <a:lnTo>
                    <a:pt x="592654" y="562100"/>
                  </a:lnTo>
                  <a:lnTo>
                    <a:pt x="282137" y="562100"/>
                  </a:lnTo>
                  <a:close/>
                  <a:moveTo>
                    <a:pt x="730384" y="561029"/>
                  </a:moveTo>
                  <a:lnTo>
                    <a:pt x="1000000" y="561029"/>
                  </a:lnTo>
                  <a:lnTo>
                    <a:pt x="1000000" y="562100"/>
                  </a:lnTo>
                  <a:lnTo>
                    <a:pt x="730384" y="562100"/>
                  </a:lnTo>
                  <a:close/>
                  <a:moveTo>
                    <a:pt x="661937" y="561029"/>
                  </a:moveTo>
                  <a:lnTo>
                    <a:pt x="687813" y="561029"/>
                  </a:lnTo>
                  <a:lnTo>
                    <a:pt x="687813" y="562100"/>
                  </a:lnTo>
                  <a:lnTo>
                    <a:pt x="661937" y="562100"/>
                  </a:lnTo>
                  <a:close/>
                  <a:moveTo>
                    <a:pt x="205342" y="559958"/>
                  </a:moveTo>
                  <a:lnTo>
                    <a:pt x="251252" y="559958"/>
                  </a:lnTo>
                  <a:lnTo>
                    <a:pt x="251252" y="563170"/>
                  </a:lnTo>
                  <a:lnTo>
                    <a:pt x="205342" y="563170"/>
                  </a:lnTo>
                  <a:close/>
                  <a:moveTo>
                    <a:pt x="729549" y="562100"/>
                  </a:moveTo>
                  <a:lnTo>
                    <a:pt x="1000000" y="562100"/>
                  </a:lnTo>
                  <a:lnTo>
                    <a:pt x="1000000" y="563170"/>
                  </a:lnTo>
                  <a:lnTo>
                    <a:pt x="729549" y="563170"/>
                  </a:lnTo>
                  <a:close/>
                  <a:moveTo>
                    <a:pt x="282972" y="562100"/>
                  </a:moveTo>
                  <a:lnTo>
                    <a:pt x="592654" y="562100"/>
                  </a:lnTo>
                  <a:lnTo>
                    <a:pt x="592654" y="563170"/>
                  </a:lnTo>
                  <a:lnTo>
                    <a:pt x="282972" y="563170"/>
                  </a:lnTo>
                  <a:close/>
                  <a:moveTo>
                    <a:pt x="661937" y="562100"/>
                  </a:moveTo>
                  <a:lnTo>
                    <a:pt x="688648" y="562100"/>
                  </a:lnTo>
                  <a:lnTo>
                    <a:pt x="688648" y="563170"/>
                  </a:lnTo>
                  <a:lnTo>
                    <a:pt x="661937" y="563170"/>
                  </a:lnTo>
                  <a:close/>
                  <a:moveTo>
                    <a:pt x="661937" y="563170"/>
                  </a:moveTo>
                  <a:lnTo>
                    <a:pt x="692821" y="563170"/>
                  </a:lnTo>
                  <a:lnTo>
                    <a:pt x="692821" y="564241"/>
                  </a:lnTo>
                  <a:lnTo>
                    <a:pt x="661937" y="564241"/>
                  </a:lnTo>
                  <a:close/>
                  <a:moveTo>
                    <a:pt x="727045" y="563170"/>
                  </a:moveTo>
                  <a:lnTo>
                    <a:pt x="1000000" y="563170"/>
                  </a:lnTo>
                  <a:lnTo>
                    <a:pt x="1000000" y="564241"/>
                  </a:lnTo>
                  <a:lnTo>
                    <a:pt x="727045" y="564241"/>
                  </a:lnTo>
                  <a:close/>
                  <a:moveTo>
                    <a:pt x="283806" y="563170"/>
                  </a:moveTo>
                  <a:lnTo>
                    <a:pt x="593489" y="563170"/>
                  </a:lnTo>
                  <a:lnTo>
                    <a:pt x="593489" y="565312"/>
                  </a:lnTo>
                  <a:lnTo>
                    <a:pt x="283806" y="565312"/>
                  </a:lnTo>
                  <a:close/>
                  <a:moveTo>
                    <a:pt x="724541" y="564241"/>
                  </a:moveTo>
                  <a:lnTo>
                    <a:pt x="1000000" y="564241"/>
                  </a:lnTo>
                  <a:lnTo>
                    <a:pt x="1000000" y="565312"/>
                  </a:lnTo>
                  <a:lnTo>
                    <a:pt x="724541" y="565312"/>
                  </a:lnTo>
                  <a:close/>
                  <a:moveTo>
                    <a:pt x="661937" y="564241"/>
                  </a:moveTo>
                  <a:lnTo>
                    <a:pt x="693656" y="564241"/>
                  </a:lnTo>
                  <a:lnTo>
                    <a:pt x="693656" y="565312"/>
                  </a:lnTo>
                  <a:lnTo>
                    <a:pt x="661937" y="565312"/>
                  </a:lnTo>
                  <a:close/>
                  <a:moveTo>
                    <a:pt x="205342" y="563170"/>
                  </a:moveTo>
                  <a:lnTo>
                    <a:pt x="252087" y="563170"/>
                  </a:lnTo>
                  <a:lnTo>
                    <a:pt x="252087" y="565312"/>
                  </a:lnTo>
                  <a:lnTo>
                    <a:pt x="205342" y="565312"/>
                  </a:lnTo>
                  <a:close/>
                  <a:moveTo>
                    <a:pt x="661937" y="565312"/>
                  </a:moveTo>
                  <a:lnTo>
                    <a:pt x="695326" y="565312"/>
                  </a:lnTo>
                  <a:lnTo>
                    <a:pt x="695326" y="566382"/>
                  </a:lnTo>
                  <a:lnTo>
                    <a:pt x="661937" y="566382"/>
                  </a:lnTo>
                  <a:close/>
                  <a:moveTo>
                    <a:pt x="284641" y="565312"/>
                  </a:moveTo>
                  <a:lnTo>
                    <a:pt x="594324" y="565312"/>
                  </a:lnTo>
                  <a:lnTo>
                    <a:pt x="594324" y="566382"/>
                  </a:lnTo>
                  <a:lnTo>
                    <a:pt x="284641" y="566382"/>
                  </a:lnTo>
                  <a:close/>
                  <a:moveTo>
                    <a:pt x="206177" y="565312"/>
                  </a:moveTo>
                  <a:lnTo>
                    <a:pt x="252087" y="565312"/>
                  </a:lnTo>
                  <a:lnTo>
                    <a:pt x="252087" y="566382"/>
                  </a:lnTo>
                  <a:lnTo>
                    <a:pt x="206177" y="566382"/>
                  </a:lnTo>
                  <a:close/>
                  <a:moveTo>
                    <a:pt x="722871" y="565312"/>
                  </a:moveTo>
                  <a:lnTo>
                    <a:pt x="1000000" y="565312"/>
                  </a:lnTo>
                  <a:lnTo>
                    <a:pt x="1000000" y="566382"/>
                  </a:lnTo>
                  <a:lnTo>
                    <a:pt x="722871" y="566382"/>
                  </a:lnTo>
                  <a:close/>
                  <a:moveTo>
                    <a:pt x="207012" y="566382"/>
                  </a:moveTo>
                  <a:lnTo>
                    <a:pt x="252922" y="566382"/>
                  </a:lnTo>
                  <a:lnTo>
                    <a:pt x="252922" y="567453"/>
                  </a:lnTo>
                  <a:lnTo>
                    <a:pt x="207012" y="567453"/>
                  </a:lnTo>
                  <a:close/>
                  <a:moveTo>
                    <a:pt x="284641" y="566382"/>
                  </a:moveTo>
                  <a:lnTo>
                    <a:pt x="595159" y="566382"/>
                  </a:lnTo>
                  <a:lnTo>
                    <a:pt x="595159" y="567453"/>
                  </a:lnTo>
                  <a:lnTo>
                    <a:pt x="284641" y="567453"/>
                  </a:lnTo>
                  <a:close/>
                  <a:moveTo>
                    <a:pt x="286311" y="567453"/>
                  </a:moveTo>
                  <a:lnTo>
                    <a:pt x="595159" y="567453"/>
                  </a:lnTo>
                  <a:lnTo>
                    <a:pt x="595159" y="568524"/>
                  </a:lnTo>
                  <a:lnTo>
                    <a:pt x="286311" y="568524"/>
                  </a:lnTo>
                  <a:close/>
                  <a:moveTo>
                    <a:pt x="661937" y="566382"/>
                  </a:moveTo>
                  <a:lnTo>
                    <a:pt x="1000000" y="566382"/>
                  </a:lnTo>
                  <a:lnTo>
                    <a:pt x="1000000" y="568524"/>
                  </a:lnTo>
                  <a:lnTo>
                    <a:pt x="661937" y="568524"/>
                  </a:lnTo>
                  <a:close/>
                  <a:moveTo>
                    <a:pt x="287145" y="568524"/>
                  </a:moveTo>
                  <a:lnTo>
                    <a:pt x="595993" y="568524"/>
                  </a:lnTo>
                  <a:lnTo>
                    <a:pt x="595993" y="569595"/>
                  </a:lnTo>
                  <a:lnTo>
                    <a:pt x="287145" y="569595"/>
                  </a:lnTo>
                  <a:close/>
                  <a:moveTo>
                    <a:pt x="0" y="561029"/>
                  </a:moveTo>
                  <a:lnTo>
                    <a:pt x="146912" y="561029"/>
                  </a:lnTo>
                  <a:lnTo>
                    <a:pt x="146912" y="570665"/>
                  </a:lnTo>
                  <a:lnTo>
                    <a:pt x="0" y="570665"/>
                  </a:lnTo>
                  <a:close/>
                  <a:moveTo>
                    <a:pt x="287145" y="569595"/>
                  </a:moveTo>
                  <a:lnTo>
                    <a:pt x="596828" y="569595"/>
                  </a:lnTo>
                  <a:lnTo>
                    <a:pt x="596828" y="570665"/>
                  </a:lnTo>
                  <a:lnTo>
                    <a:pt x="287145" y="570665"/>
                  </a:lnTo>
                  <a:close/>
                  <a:moveTo>
                    <a:pt x="661102" y="568524"/>
                  </a:moveTo>
                  <a:lnTo>
                    <a:pt x="1000000" y="568524"/>
                  </a:lnTo>
                  <a:lnTo>
                    <a:pt x="1000000" y="571736"/>
                  </a:lnTo>
                  <a:lnTo>
                    <a:pt x="661102" y="571736"/>
                  </a:lnTo>
                  <a:close/>
                  <a:moveTo>
                    <a:pt x="207846" y="567453"/>
                  </a:moveTo>
                  <a:lnTo>
                    <a:pt x="252922" y="567453"/>
                  </a:lnTo>
                  <a:lnTo>
                    <a:pt x="252922" y="571736"/>
                  </a:lnTo>
                  <a:lnTo>
                    <a:pt x="207846" y="571736"/>
                  </a:lnTo>
                  <a:close/>
                  <a:moveTo>
                    <a:pt x="288815" y="570665"/>
                  </a:moveTo>
                  <a:lnTo>
                    <a:pt x="597663" y="570665"/>
                  </a:lnTo>
                  <a:lnTo>
                    <a:pt x="597663" y="571736"/>
                  </a:lnTo>
                  <a:lnTo>
                    <a:pt x="288815" y="571736"/>
                  </a:lnTo>
                  <a:close/>
                  <a:moveTo>
                    <a:pt x="0" y="570665"/>
                  </a:moveTo>
                  <a:lnTo>
                    <a:pt x="147746" y="570665"/>
                  </a:lnTo>
                  <a:lnTo>
                    <a:pt x="147746" y="571736"/>
                  </a:lnTo>
                  <a:lnTo>
                    <a:pt x="0" y="571736"/>
                  </a:lnTo>
                  <a:close/>
                  <a:moveTo>
                    <a:pt x="660267" y="571736"/>
                  </a:moveTo>
                  <a:lnTo>
                    <a:pt x="1000000" y="571736"/>
                  </a:lnTo>
                  <a:lnTo>
                    <a:pt x="1000000" y="572807"/>
                  </a:lnTo>
                  <a:lnTo>
                    <a:pt x="660267" y="572807"/>
                  </a:lnTo>
                  <a:close/>
                  <a:moveTo>
                    <a:pt x="291319" y="571736"/>
                  </a:moveTo>
                  <a:lnTo>
                    <a:pt x="303005" y="571736"/>
                  </a:lnTo>
                  <a:lnTo>
                    <a:pt x="303005" y="572807"/>
                  </a:lnTo>
                  <a:lnTo>
                    <a:pt x="291319" y="572807"/>
                  </a:lnTo>
                  <a:close/>
                  <a:moveTo>
                    <a:pt x="308848" y="571736"/>
                  </a:moveTo>
                  <a:lnTo>
                    <a:pt x="598497" y="571736"/>
                  </a:lnTo>
                  <a:lnTo>
                    <a:pt x="598497" y="572807"/>
                  </a:lnTo>
                  <a:lnTo>
                    <a:pt x="308848" y="572807"/>
                  </a:lnTo>
                  <a:close/>
                  <a:moveTo>
                    <a:pt x="208681" y="571736"/>
                  </a:moveTo>
                  <a:lnTo>
                    <a:pt x="252922" y="571736"/>
                  </a:lnTo>
                  <a:lnTo>
                    <a:pt x="252922" y="573877"/>
                  </a:lnTo>
                  <a:lnTo>
                    <a:pt x="208681" y="573877"/>
                  </a:lnTo>
                  <a:close/>
                  <a:moveTo>
                    <a:pt x="309683" y="572807"/>
                  </a:moveTo>
                  <a:lnTo>
                    <a:pt x="600167" y="572807"/>
                  </a:lnTo>
                  <a:lnTo>
                    <a:pt x="600167" y="573877"/>
                  </a:lnTo>
                  <a:lnTo>
                    <a:pt x="309683" y="573877"/>
                  </a:lnTo>
                  <a:close/>
                  <a:moveTo>
                    <a:pt x="659432" y="572807"/>
                  </a:moveTo>
                  <a:lnTo>
                    <a:pt x="1000000" y="572807"/>
                  </a:lnTo>
                  <a:lnTo>
                    <a:pt x="1000000" y="573877"/>
                  </a:lnTo>
                  <a:lnTo>
                    <a:pt x="659432" y="573877"/>
                  </a:lnTo>
                  <a:close/>
                  <a:moveTo>
                    <a:pt x="292154" y="572807"/>
                  </a:moveTo>
                  <a:lnTo>
                    <a:pt x="301336" y="572807"/>
                  </a:lnTo>
                  <a:lnTo>
                    <a:pt x="301336" y="573877"/>
                  </a:lnTo>
                  <a:lnTo>
                    <a:pt x="292154" y="573877"/>
                  </a:lnTo>
                  <a:close/>
                  <a:moveTo>
                    <a:pt x="652755" y="573877"/>
                  </a:moveTo>
                  <a:lnTo>
                    <a:pt x="1000000" y="573877"/>
                  </a:lnTo>
                  <a:lnTo>
                    <a:pt x="1000000" y="574948"/>
                  </a:lnTo>
                  <a:lnTo>
                    <a:pt x="652755" y="574948"/>
                  </a:lnTo>
                  <a:close/>
                  <a:moveTo>
                    <a:pt x="310518" y="573877"/>
                  </a:moveTo>
                  <a:lnTo>
                    <a:pt x="601836" y="573877"/>
                  </a:lnTo>
                  <a:lnTo>
                    <a:pt x="601836" y="574948"/>
                  </a:lnTo>
                  <a:lnTo>
                    <a:pt x="310518" y="574948"/>
                  </a:lnTo>
                  <a:close/>
                  <a:moveTo>
                    <a:pt x="0" y="571736"/>
                  </a:moveTo>
                  <a:lnTo>
                    <a:pt x="148581" y="571736"/>
                  </a:lnTo>
                  <a:lnTo>
                    <a:pt x="148581" y="574948"/>
                  </a:lnTo>
                  <a:lnTo>
                    <a:pt x="0" y="574948"/>
                  </a:lnTo>
                  <a:close/>
                  <a:moveTo>
                    <a:pt x="297162" y="573877"/>
                  </a:moveTo>
                  <a:lnTo>
                    <a:pt x="299666" y="573877"/>
                  </a:lnTo>
                  <a:lnTo>
                    <a:pt x="299666" y="574948"/>
                  </a:lnTo>
                  <a:lnTo>
                    <a:pt x="297162" y="574948"/>
                  </a:lnTo>
                  <a:close/>
                  <a:moveTo>
                    <a:pt x="294658" y="573877"/>
                  </a:moveTo>
                  <a:lnTo>
                    <a:pt x="296327" y="573877"/>
                  </a:lnTo>
                  <a:lnTo>
                    <a:pt x="296327" y="574948"/>
                  </a:lnTo>
                  <a:lnTo>
                    <a:pt x="294658" y="574948"/>
                  </a:lnTo>
                  <a:close/>
                  <a:moveTo>
                    <a:pt x="646912" y="574948"/>
                  </a:moveTo>
                  <a:lnTo>
                    <a:pt x="1000000" y="574948"/>
                  </a:lnTo>
                  <a:lnTo>
                    <a:pt x="1000000" y="576019"/>
                  </a:lnTo>
                  <a:lnTo>
                    <a:pt x="646912" y="576019"/>
                  </a:lnTo>
                  <a:close/>
                  <a:moveTo>
                    <a:pt x="311352" y="574948"/>
                  </a:moveTo>
                  <a:lnTo>
                    <a:pt x="602671" y="574948"/>
                  </a:lnTo>
                  <a:lnTo>
                    <a:pt x="602671" y="576019"/>
                  </a:lnTo>
                  <a:lnTo>
                    <a:pt x="311352" y="576019"/>
                  </a:lnTo>
                  <a:close/>
                  <a:moveTo>
                    <a:pt x="210351" y="573877"/>
                  </a:moveTo>
                  <a:lnTo>
                    <a:pt x="252922" y="573877"/>
                  </a:lnTo>
                  <a:lnTo>
                    <a:pt x="252922" y="576019"/>
                  </a:lnTo>
                  <a:lnTo>
                    <a:pt x="210351" y="576019"/>
                  </a:lnTo>
                  <a:close/>
                  <a:moveTo>
                    <a:pt x="644407" y="576019"/>
                  </a:moveTo>
                  <a:lnTo>
                    <a:pt x="1000000" y="576019"/>
                  </a:lnTo>
                  <a:lnTo>
                    <a:pt x="1000000" y="577089"/>
                  </a:lnTo>
                  <a:lnTo>
                    <a:pt x="644407" y="577089"/>
                  </a:lnTo>
                  <a:close/>
                  <a:moveTo>
                    <a:pt x="311352" y="576019"/>
                  </a:moveTo>
                  <a:lnTo>
                    <a:pt x="604341" y="576019"/>
                  </a:lnTo>
                  <a:lnTo>
                    <a:pt x="604341" y="577089"/>
                  </a:lnTo>
                  <a:lnTo>
                    <a:pt x="311352" y="577089"/>
                  </a:lnTo>
                  <a:close/>
                  <a:moveTo>
                    <a:pt x="211185" y="576019"/>
                  </a:moveTo>
                  <a:lnTo>
                    <a:pt x="252922" y="576019"/>
                  </a:lnTo>
                  <a:lnTo>
                    <a:pt x="252922" y="577089"/>
                  </a:lnTo>
                  <a:lnTo>
                    <a:pt x="211185" y="577089"/>
                  </a:lnTo>
                  <a:close/>
                  <a:moveTo>
                    <a:pt x="211185" y="577089"/>
                  </a:moveTo>
                  <a:lnTo>
                    <a:pt x="253756" y="577089"/>
                  </a:lnTo>
                  <a:lnTo>
                    <a:pt x="253756" y="578160"/>
                  </a:lnTo>
                  <a:lnTo>
                    <a:pt x="211185" y="578160"/>
                  </a:lnTo>
                  <a:close/>
                  <a:moveTo>
                    <a:pt x="312187" y="577089"/>
                  </a:moveTo>
                  <a:lnTo>
                    <a:pt x="1000000" y="577089"/>
                  </a:lnTo>
                  <a:lnTo>
                    <a:pt x="1000000" y="578160"/>
                  </a:lnTo>
                  <a:lnTo>
                    <a:pt x="312187" y="578160"/>
                  </a:lnTo>
                  <a:close/>
                  <a:moveTo>
                    <a:pt x="212020" y="578160"/>
                  </a:moveTo>
                  <a:lnTo>
                    <a:pt x="254591" y="578160"/>
                  </a:lnTo>
                  <a:lnTo>
                    <a:pt x="254591" y="579231"/>
                  </a:lnTo>
                  <a:lnTo>
                    <a:pt x="212020" y="579231"/>
                  </a:lnTo>
                  <a:close/>
                  <a:moveTo>
                    <a:pt x="212855" y="579231"/>
                  </a:moveTo>
                  <a:lnTo>
                    <a:pt x="254591" y="579231"/>
                  </a:lnTo>
                  <a:lnTo>
                    <a:pt x="254591" y="580301"/>
                  </a:lnTo>
                  <a:lnTo>
                    <a:pt x="212855" y="580301"/>
                  </a:lnTo>
                  <a:close/>
                  <a:moveTo>
                    <a:pt x="0" y="574948"/>
                  </a:moveTo>
                  <a:lnTo>
                    <a:pt x="149416" y="574948"/>
                  </a:lnTo>
                  <a:lnTo>
                    <a:pt x="149416" y="581372"/>
                  </a:lnTo>
                  <a:lnTo>
                    <a:pt x="0" y="581372"/>
                  </a:lnTo>
                  <a:close/>
                  <a:moveTo>
                    <a:pt x="213689" y="580301"/>
                  </a:moveTo>
                  <a:lnTo>
                    <a:pt x="255426" y="580301"/>
                  </a:lnTo>
                  <a:lnTo>
                    <a:pt x="255426" y="581372"/>
                  </a:lnTo>
                  <a:lnTo>
                    <a:pt x="213689" y="581372"/>
                  </a:lnTo>
                  <a:close/>
                  <a:moveTo>
                    <a:pt x="214524" y="581372"/>
                  </a:moveTo>
                  <a:lnTo>
                    <a:pt x="255426" y="581372"/>
                  </a:lnTo>
                  <a:lnTo>
                    <a:pt x="255426" y="582443"/>
                  </a:lnTo>
                  <a:lnTo>
                    <a:pt x="214524" y="582443"/>
                  </a:lnTo>
                  <a:close/>
                  <a:moveTo>
                    <a:pt x="0" y="581372"/>
                  </a:moveTo>
                  <a:lnTo>
                    <a:pt x="150250" y="581372"/>
                  </a:lnTo>
                  <a:lnTo>
                    <a:pt x="150250" y="582443"/>
                  </a:lnTo>
                  <a:lnTo>
                    <a:pt x="0" y="582443"/>
                  </a:lnTo>
                  <a:close/>
                  <a:moveTo>
                    <a:pt x="0" y="582443"/>
                  </a:moveTo>
                  <a:lnTo>
                    <a:pt x="151085" y="582443"/>
                  </a:lnTo>
                  <a:lnTo>
                    <a:pt x="151085" y="583513"/>
                  </a:lnTo>
                  <a:lnTo>
                    <a:pt x="0" y="583513"/>
                  </a:lnTo>
                  <a:close/>
                  <a:moveTo>
                    <a:pt x="215359" y="582443"/>
                  </a:moveTo>
                  <a:lnTo>
                    <a:pt x="255426" y="582443"/>
                  </a:lnTo>
                  <a:lnTo>
                    <a:pt x="255426" y="583513"/>
                  </a:lnTo>
                  <a:lnTo>
                    <a:pt x="215359" y="583513"/>
                  </a:lnTo>
                  <a:close/>
                  <a:moveTo>
                    <a:pt x="313856" y="578160"/>
                  </a:moveTo>
                  <a:lnTo>
                    <a:pt x="1000000" y="578160"/>
                  </a:lnTo>
                  <a:lnTo>
                    <a:pt x="1000000" y="583513"/>
                  </a:lnTo>
                  <a:lnTo>
                    <a:pt x="313856" y="583513"/>
                  </a:lnTo>
                  <a:close/>
                  <a:moveTo>
                    <a:pt x="216194" y="583513"/>
                  </a:moveTo>
                  <a:lnTo>
                    <a:pt x="255426" y="583513"/>
                  </a:lnTo>
                  <a:lnTo>
                    <a:pt x="255426" y="584584"/>
                  </a:lnTo>
                  <a:lnTo>
                    <a:pt x="216194" y="584584"/>
                  </a:lnTo>
                  <a:close/>
                  <a:moveTo>
                    <a:pt x="217863" y="584584"/>
                  </a:moveTo>
                  <a:lnTo>
                    <a:pt x="255426" y="584584"/>
                  </a:lnTo>
                  <a:lnTo>
                    <a:pt x="255426" y="585655"/>
                  </a:lnTo>
                  <a:lnTo>
                    <a:pt x="217863" y="585655"/>
                  </a:lnTo>
                  <a:close/>
                  <a:moveTo>
                    <a:pt x="314691" y="583513"/>
                  </a:moveTo>
                  <a:lnTo>
                    <a:pt x="1000000" y="583513"/>
                  </a:lnTo>
                  <a:lnTo>
                    <a:pt x="1000000" y="585655"/>
                  </a:lnTo>
                  <a:lnTo>
                    <a:pt x="314691" y="585655"/>
                  </a:lnTo>
                  <a:close/>
                  <a:moveTo>
                    <a:pt x="315526" y="585655"/>
                  </a:moveTo>
                  <a:lnTo>
                    <a:pt x="1000000" y="585655"/>
                  </a:lnTo>
                  <a:lnTo>
                    <a:pt x="1000000" y="586726"/>
                  </a:lnTo>
                  <a:lnTo>
                    <a:pt x="315526" y="586726"/>
                  </a:lnTo>
                  <a:close/>
                  <a:moveTo>
                    <a:pt x="219533" y="585655"/>
                  </a:moveTo>
                  <a:lnTo>
                    <a:pt x="255426" y="585655"/>
                  </a:lnTo>
                  <a:lnTo>
                    <a:pt x="255426" y="586726"/>
                  </a:lnTo>
                  <a:lnTo>
                    <a:pt x="219533" y="586726"/>
                  </a:lnTo>
                  <a:close/>
                  <a:moveTo>
                    <a:pt x="220367" y="586726"/>
                  </a:moveTo>
                  <a:lnTo>
                    <a:pt x="255426" y="586726"/>
                  </a:lnTo>
                  <a:lnTo>
                    <a:pt x="255426" y="587796"/>
                  </a:lnTo>
                  <a:lnTo>
                    <a:pt x="220367" y="587796"/>
                  </a:lnTo>
                  <a:close/>
                  <a:moveTo>
                    <a:pt x="0" y="583513"/>
                  </a:moveTo>
                  <a:lnTo>
                    <a:pt x="151920" y="583513"/>
                  </a:lnTo>
                  <a:lnTo>
                    <a:pt x="151920" y="588867"/>
                  </a:lnTo>
                  <a:lnTo>
                    <a:pt x="0" y="588867"/>
                  </a:lnTo>
                  <a:close/>
                  <a:moveTo>
                    <a:pt x="222037" y="587796"/>
                  </a:moveTo>
                  <a:lnTo>
                    <a:pt x="256260" y="587796"/>
                  </a:lnTo>
                  <a:lnTo>
                    <a:pt x="256260" y="588867"/>
                  </a:lnTo>
                  <a:lnTo>
                    <a:pt x="222037" y="588867"/>
                  </a:lnTo>
                  <a:close/>
                  <a:moveTo>
                    <a:pt x="244574" y="588867"/>
                  </a:moveTo>
                  <a:lnTo>
                    <a:pt x="257095" y="588867"/>
                  </a:lnTo>
                  <a:lnTo>
                    <a:pt x="257095" y="589938"/>
                  </a:lnTo>
                  <a:lnTo>
                    <a:pt x="244574" y="589938"/>
                  </a:lnTo>
                  <a:close/>
                  <a:moveTo>
                    <a:pt x="0" y="588867"/>
                  </a:moveTo>
                  <a:lnTo>
                    <a:pt x="152755" y="588867"/>
                  </a:lnTo>
                  <a:lnTo>
                    <a:pt x="152755" y="591008"/>
                  </a:lnTo>
                  <a:lnTo>
                    <a:pt x="0" y="591008"/>
                  </a:lnTo>
                  <a:close/>
                  <a:moveTo>
                    <a:pt x="316361" y="586726"/>
                  </a:moveTo>
                  <a:lnTo>
                    <a:pt x="1000000" y="586726"/>
                  </a:lnTo>
                  <a:lnTo>
                    <a:pt x="1000000" y="591008"/>
                  </a:lnTo>
                  <a:lnTo>
                    <a:pt x="316361" y="591008"/>
                  </a:lnTo>
                  <a:close/>
                  <a:moveTo>
                    <a:pt x="245409" y="589938"/>
                  </a:moveTo>
                  <a:lnTo>
                    <a:pt x="257930" y="589938"/>
                  </a:lnTo>
                  <a:lnTo>
                    <a:pt x="257930" y="591008"/>
                  </a:lnTo>
                  <a:lnTo>
                    <a:pt x="245409" y="591008"/>
                  </a:lnTo>
                  <a:close/>
                  <a:moveTo>
                    <a:pt x="246244" y="591008"/>
                  </a:moveTo>
                  <a:lnTo>
                    <a:pt x="257930" y="591008"/>
                  </a:lnTo>
                  <a:lnTo>
                    <a:pt x="257930" y="592079"/>
                  </a:lnTo>
                  <a:lnTo>
                    <a:pt x="246244" y="592079"/>
                  </a:lnTo>
                  <a:close/>
                  <a:moveTo>
                    <a:pt x="0" y="591008"/>
                  </a:moveTo>
                  <a:lnTo>
                    <a:pt x="153589" y="591008"/>
                  </a:lnTo>
                  <a:lnTo>
                    <a:pt x="153589" y="592079"/>
                  </a:lnTo>
                  <a:lnTo>
                    <a:pt x="0" y="592079"/>
                  </a:lnTo>
                  <a:close/>
                  <a:moveTo>
                    <a:pt x="247913" y="592079"/>
                  </a:moveTo>
                  <a:lnTo>
                    <a:pt x="257930" y="592079"/>
                  </a:lnTo>
                  <a:lnTo>
                    <a:pt x="257930" y="593150"/>
                  </a:lnTo>
                  <a:lnTo>
                    <a:pt x="247913" y="593150"/>
                  </a:lnTo>
                  <a:close/>
                  <a:moveTo>
                    <a:pt x="0" y="592079"/>
                  </a:moveTo>
                  <a:lnTo>
                    <a:pt x="154424" y="592079"/>
                  </a:lnTo>
                  <a:lnTo>
                    <a:pt x="154424" y="594220"/>
                  </a:lnTo>
                  <a:lnTo>
                    <a:pt x="0" y="594220"/>
                  </a:lnTo>
                  <a:close/>
                  <a:moveTo>
                    <a:pt x="248748" y="593150"/>
                  </a:moveTo>
                  <a:lnTo>
                    <a:pt x="257930" y="593150"/>
                  </a:lnTo>
                  <a:lnTo>
                    <a:pt x="257930" y="594220"/>
                  </a:lnTo>
                  <a:lnTo>
                    <a:pt x="248748" y="594220"/>
                  </a:lnTo>
                  <a:close/>
                  <a:moveTo>
                    <a:pt x="249583" y="594220"/>
                  </a:moveTo>
                  <a:lnTo>
                    <a:pt x="258765" y="594220"/>
                  </a:lnTo>
                  <a:lnTo>
                    <a:pt x="258765" y="595291"/>
                  </a:lnTo>
                  <a:lnTo>
                    <a:pt x="249583" y="595291"/>
                  </a:lnTo>
                  <a:close/>
                  <a:moveTo>
                    <a:pt x="250417" y="595291"/>
                  </a:moveTo>
                  <a:lnTo>
                    <a:pt x="258765" y="595291"/>
                  </a:lnTo>
                  <a:lnTo>
                    <a:pt x="258765" y="596362"/>
                  </a:lnTo>
                  <a:lnTo>
                    <a:pt x="250417" y="596362"/>
                  </a:lnTo>
                  <a:close/>
                  <a:moveTo>
                    <a:pt x="251252" y="596362"/>
                  </a:moveTo>
                  <a:lnTo>
                    <a:pt x="259599" y="596362"/>
                  </a:lnTo>
                  <a:lnTo>
                    <a:pt x="259599" y="597432"/>
                  </a:lnTo>
                  <a:lnTo>
                    <a:pt x="251252" y="597432"/>
                  </a:lnTo>
                  <a:close/>
                  <a:moveTo>
                    <a:pt x="0" y="594220"/>
                  </a:moveTo>
                  <a:lnTo>
                    <a:pt x="155259" y="594220"/>
                  </a:lnTo>
                  <a:lnTo>
                    <a:pt x="155259" y="597432"/>
                  </a:lnTo>
                  <a:lnTo>
                    <a:pt x="0" y="597432"/>
                  </a:lnTo>
                  <a:close/>
                  <a:moveTo>
                    <a:pt x="0" y="597432"/>
                  </a:moveTo>
                  <a:lnTo>
                    <a:pt x="156093" y="597432"/>
                  </a:lnTo>
                  <a:lnTo>
                    <a:pt x="156093" y="598503"/>
                  </a:lnTo>
                  <a:lnTo>
                    <a:pt x="0" y="598503"/>
                  </a:lnTo>
                  <a:close/>
                  <a:moveTo>
                    <a:pt x="0" y="598503"/>
                  </a:moveTo>
                  <a:lnTo>
                    <a:pt x="156928" y="598503"/>
                  </a:lnTo>
                  <a:lnTo>
                    <a:pt x="156928" y="599574"/>
                  </a:lnTo>
                  <a:lnTo>
                    <a:pt x="0" y="599574"/>
                  </a:lnTo>
                  <a:close/>
                  <a:moveTo>
                    <a:pt x="252087" y="597432"/>
                  </a:moveTo>
                  <a:lnTo>
                    <a:pt x="260434" y="597432"/>
                  </a:lnTo>
                  <a:lnTo>
                    <a:pt x="260434" y="599574"/>
                  </a:lnTo>
                  <a:lnTo>
                    <a:pt x="252087" y="599574"/>
                  </a:lnTo>
                  <a:close/>
                  <a:moveTo>
                    <a:pt x="252922" y="599574"/>
                  </a:moveTo>
                  <a:lnTo>
                    <a:pt x="261269" y="599574"/>
                  </a:lnTo>
                  <a:lnTo>
                    <a:pt x="261269" y="600644"/>
                  </a:lnTo>
                  <a:lnTo>
                    <a:pt x="252922" y="600644"/>
                  </a:lnTo>
                  <a:close/>
                  <a:moveTo>
                    <a:pt x="253756" y="600644"/>
                  </a:moveTo>
                  <a:lnTo>
                    <a:pt x="262104" y="600644"/>
                  </a:lnTo>
                  <a:lnTo>
                    <a:pt x="262104" y="601715"/>
                  </a:lnTo>
                  <a:lnTo>
                    <a:pt x="253756" y="601715"/>
                  </a:lnTo>
                  <a:close/>
                  <a:moveTo>
                    <a:pt x="317195" y="591008"/>
                  </a:moveTo>
                  <a:lnTo>
                    <a:pt x="1000000" y="591008"/>
                  </a:lnTo>
                  <a:lnTo>
                    <a:pt x="1000000" y="601715"/>
                  </a:lnTo>
                  <a:lnTo>
                    <a:pt x="317195" y="601715"/>
                  </a:lnTo>
                  <a:close/>
                  <a:moveTo>
                    <a:pt x="0" y="599574"/>
                  </a:moveTo>
                  <a:lnTo>
                    <a:pt x="157763" y="599574"/>
                  </a:lnTo>
                  <a:lnTo>
                    <a:pt x="157763" y="602786"/>
                  </a:lnTo>
                  <a:lnTo>
                    <a:pt x="0" y="602786"/>
                  </a:lnTo>
                  <a:close/>
                  <a:moveTo>
                    <a:pt x="253756" y="601715"/>
                  </a:moveTo>
                  <a:lnTo>
                    <a:pt x="262938" y="601715"/>
                  </a:lnTo>
                  <a:lnTo>
                    <a:pt x="262938" y="602786"/>
                  </a:lnTo>
                  <a:lnTo>
                    <a:pt x="253756" y="602786"/>
                  </a:lnTo>
                  <a:close/>
                  <a:moveTo>
                    <a:pt x="0" y="602786"/>
                  </a:moveTo>
                  <a:lnTo>
                    <a:pt x="158598" y="602786"/>
                  </a:lnTo>
                  <a:lnTo>
                    <a:pt x="158598" y="603856"/>
                  </a:lnTo>
                  <a:lnTo>
                    <a:pt x="0" y="603856"/>
                  </a:lnTo>
                  <a:close/>
                  <a:moveTo>
                    <a:pt x="318030" y="601715"/>
                  </a:moveTo>
                  <a:lnTo>
                    <a:pt x="1000000" y="601715"/>
                  </a:lnTo>
                  <a:lnTo>
                    <a:pt x="1000000" y="604927"/>
                  </a:lnTo>
                  <a:lnTo>
                    <a:pt x="318030" y="604927"/>
                  </a:lnTo>
                  <a:close/>
                  <a:moveTo>
                    <a:pt x="254591" y="602786"/>
                  </a:moveTo>
                  <a:lnTo>
                    <a:pt x="263773" y="602786"/>
                  </a:lnTo>
                  <a:lnTo>
                    <a:pt x="263773" y="604927"/>
                  </a:lnTo>
                  <a:lnTo>
                    <a:pt x="254591" y="604927"/>
                  </a:lnTo>
                  <a:close/>
                  <a:moveTo>
                    <a:pt x="0" y="603856"/>
                  </a:moveTo>
                  <a:lnTo>
                    <a:pt x="159432" y="603856"/>
                  </a:lnTo>
                  <a:lnTo>
                    <a:pt x="159432" y="604927"/>
                  </a:lnTo>
                  <a:lnTo>
                    <a:pt x="0" y="604927"/>
                  </a:lnTo>
                  <a:close/>
                  <a:moveTo>
                    <a:pt x="254591" y="604927"/>
                  </a:moveTo>
                  <a:lnTo>
                    <a:pt x="265442" y="604927"/>
                  </a:lnTo>
                  <a:lnTo>
                    <a:pt x="265442" y="605998"/>
                  </a:lnTo>
                  <a:lnTo>
                    <a:pt x="254591" y="605998"/>
                  </a:lnTo>
                  <a:close/>
                  <a:moveTo>
                    <a:pt x="0" y="604927"/>
                  </a:moveTo>
                  <a:lnTo>
                    <a:pt x="160267" y="604927"/>
                  </a:lnTo>
                  <a:lnTo>
                    <a:pt x="160267" y="607069"/>
                  </a:lnTo>
                  <a:lnTo>
                    <a:pt x="0" y="607069"/>
                  </a:lnTo>
                  <a:close/>
                  <a:moveTo>
                    <a:pt x="317195" y="604927"/>
                  </a:moveTo>
                  <a:lnTo>
                    <a:pt x="1000000" y="604927"/>
                  </a:lnTo>
                  <a:lnTo>
                    <a:pt x="1000000" y="607069"/>
                  </a:lnTo>
                  <a:lnTo>
                    <a:pt x="317195" y="607069"/>
                  </a:lnTo>
                  <a:close/>
                  <a:moveTo>
                    <a:pt x="254591" y="605998"/>
                  </a:moveTo>
                  <a:lnTo>
                    <a:pt x="266277" y="605998"/>
                  </a:lnTo>
                  <a:lnTo>
                    <a:pt x="266277" y="607069"/>
                  </a:lnTo>
                  <a:lnTo>
                    <a:pt x="254591" y="607069"/>
                  </a:lnTo>
                  <a:close/>
                  <a:moveTo>
                    <a:pt x="0" y="607069"/>
                  </a:moveTo>
                  <a:lnTo>
                    <a:pt x="161102" y="607069"/>
                  </a:lnTo>
                  <a:lnTo>
                    <a:pt x="161102" y="608139"/>
                  </a:lnTo>
                  <a:lnTo>
                    <a:pt x="0" y="608139"/>
                  </a:lnTo>
                  <a:close/>
                  <a:moveTo>
                    <a:pt x="255426" y="607069"/>
                  </a:moveTo>
                  <a:lnTo>
                    <a:pt x="266277" y="607069"/>
                  </a:lnTo>
                  <a:lnTo>
                    <a:pt x="266277" y="608139"/>
                  </a:lnTo>
                  <a:lnTo>
                    <a:pt x="255426" y="608139"/>
                  </a:lnTo>
                  <a:close/>
                  <a:moveTo>
                    <a:pt x="316361" y="607069"/>
                  </a:moveTo>
                  <a:lnTo>
                    <a:pt x="1000000" y="607069"/>
                  </a:lnTo>
                  <a:lnTo>
                    <a:pt x="1000000" y="608139"/>
                  </a:lnTo>
                  <a:lnTo>
                    <a:pt x="316361" y="608139"/>
                  </a:lnTo>
                  <a:close/>
                  <a:moveTo>
                    <a:pt x="256260" y="608139"/>
                  </a:moveTo>
                  <a:lnTo>
                    <a:pt x="269616" y="608139"/>
                  </a:lnTo>
                  <a:lnTo>
                    <a:pt x="269616" y="609210"/>
                  </a:lnTo>
                  <a:lnTo>
                    <a:pt x="256260" y="609210"/>
                  </a:lnTo>
                  <a:close/>
                  <a:moveTo>
                    <a:pt x="0" y="608139"/>
                  </a:moveTo>
                  <a:lnTo>
                    <a:pt x="162771" y="608139"/>
                  </a:lnTo>
                  <a:lnTo>
                    <a:pt x="162771" y="609210"/>
                  </a:lnTo>
                  <a:lnTo>
                    <a:pt x="0" y="609210"/>
                  </a:lnTo>
                  <a:close/>
                  <a:moveTo>
                    <a:pt x="314691" y="608139"/>
                  </a:moveTo>
                  <a:lnTo>
                    <a:pt x="1000000" y="608139"/>
                  </a:lnTo>
                  <a:lnTo>
                    <a:pt x="1000000" y="609210"/>
                  </a:lnTo>
                  <a:lnTo>
                    <a:pt x="314691" y="609210"/>
                  </a:lnTo>
                  <a:close/>
                  <a:moveTo>
                    <a:pt x="257095" y="609210"/>
                  </a:moveTo>
                  <a:lnTo>
                    <a:pt x="271285" y="609210"/>
                  </a:lnTo>
                  <a:lnTo>
                    <a:pt x="271285" y="610281"/>
                  </a:lnTo>
                  <a:lnTo>
                    <a:pt x="257095" y="610281"/>
                  </a:lnTo>
                  <a:close/>
                  <a:moveTo>
                    <a:pt x="313856" y="609210"/>
                  </a:moveTo>
                  <a:lnTo>
                    <a:pt x="1000000" y="609210"/>
                  </a:lnTo>
                  <a:lnTo>
                    <a:pt x="1000000" y="610281"/>
                  </a:lnTo>
                  <a:lnTo>
                    <a:pt x="313856" y="610281"/>
                  </a:lnTo>
                  <a:close/>
                  <a:moveTo>
                    <a:pt x="257095" y="610281"/>
                  </a:moveTo>
                  <a:lnTo>
                    <a:pt x="272120" y="610281"/>
                  </a:lnTo>
                  <a:lnTo>
                    <a:pt x="272120" y="611351"/>
                  </a:lnTo>
                  <a:lnTo>
                    <a:pt x="257095" y="611351"/>
                  </a:lnTo>
                  <a:close/>
                  <a:moveTo>
                    <a:pt x="0" y="609210"/>
                  </a:moveTo>
                  <a:lnTo>
                    <a:pt x="163606" y="609210"/>
                  </a:lnTo>
                  <a:lnTo>
                    <a:pt x="163606" y="611351"/>
                  </a:lnTo>
                  <a:lnTo>
                    <a:pt x="0" y="611351"/>
                  </a:lnTo>
                  <a:close/>
                  <a:moveTo>
                    <a:pt x="313022" y="610281"/>
                  </a:moveTo>
                  <a:lnTo>
                    <a:pt x="1000000" y="610281"/>
                  </a:lnTo>
                  <a:lnTo>
                    <a:pt x="1000000" y="611351"/>
                  </a:lnTo>
                  <a:lnTo>
                    <a:pt x="313022" y="611351"/>
                  </a:lnTo>
                  <a:close/>
                  <a:moveTo>
                    <a:pt x="0" y="611351"/>
                  </a:moveTo>
                  <a:lnTo>
                    <a:pt x="165275" y="611351"/>
                  </a:lnTo>
                  <a:lnTo>
                    <a:pt x="165275" y="612422"/>
                  </a:lnTo>
                  <a:lnTo>
                    <a:pt x="0" y="612422"/>
                  </a:lnTo>
                  <a:close/>
                  <a:moveTo>
                    <a:pt x="306344" y="611351"/>
                  </a:moveTo>
                  <a:lnTo>
                    <a:pt x="1000000" y="611351"/>
                  </a:lnTo>
                  <a:lnTo>
                    <a:pt x="1000000" y="612422"/>
                  </a:lnTo>
                  <a:lnTo>
                    <a:pt x="306344" y="612422"/>
                  </a:lnTo>
                  <a:close/>
                  <a:moveTo>
                    <a:pt x="257095" y="611351"/>
                  </a:moveTo>
                  <a:lnTo>
                    <a:pt x="274624" y="611351"/>
                  </a:lnTo>
                  <a:lnTo>
                    <a:pt x="274624" y="612422"/>
                  </a:lnTo>
                  <a:lnTo>
                    <a:pt x="257095" y="612422"/>
                  </a:lnTo>
                  <a:close/>
                  <a:moveTo>
                    <a:pt x="257095" y="612422"/>
                  </a:moveTo>
                  <a:lnTo>
                    <a:pt x="277129" y="612422"/>
                  </a:lnTo>
                  <a:lnTo>
                    <a:pt x="277129" y="613493"/>
                  </a:lnTo>
                  <a:lnTo>
                    <a:pt x="257095" y="613493"/>
                  </a:lnTo>
                  <a:close/>
                  <a:moveTo>
                    <a:pt x="0" y="612422"/>
                  </a:moveTo>
                  <a:lnTo>
                    <a:pt x="166945" y="612422"/>
                  </a:lnTo>
                  <a:lnTo>
                    <a:pt x="166945" y="613493"/>
                  </a:lnTo>
                  <a:lnTo>
                    <a:pt x="0" y="613493"/>
                  </a:lnTo>
                  <a:close/>
                  <a:moveTo>
                    <a:pt x="301336" y="612422"/>
                  </a:moveTo>
                  <a:lnTo>
                    <a:pt x="1000000" y="612422"/>
                  </a:lnTo>
                  <a:lnTo>
                    <a:pt x="1000000" y="613493"/>
                  </a:lnTo>
                  <a:lnTo>
                    <a:pt x="301336" y="613493"/>
                  </a:lnTo>
                  <a:close/>
                  <a:moveTo>
                    <a:pt x="257095" y="613493"/>
                  </a:moveTo>
                  <a:lnTo>
                    <a:pt x="277963" y="613493"/>
                  </a:lnTo>
                  <a:lnTo>
                    <a:pt x="277963" y="614563"/>
                  </a:lnTo>
                  <a:lnTo>
                    <a:pt x="257095" y="614563"/>
                  </a:lnTo>
                  <a:close/>
                  <a:moveTo>
                    <a:pt x="0" y="613493"/>
                  </a:moveTo>
                  <a:lnTo>
                    <a:pt x="167780" y="613493"/>
                  </a:lnTo>
                  <a:lnTo>
                    <a:pt x="167780" y="614563"/>
                  </a:lnTo>
                  <a:lnTo>
                    <a:pt x="0" y="614563"/>
                  </a:lnTo>
                  <a:close/>
                  <a:moveTo>
                    <a:pt x="298831" y="613493"/>
                  </a:moveTo>
                  <a:lnTo>
                    <a:pt x="1000000" y="613493"/>
                  </a:lnTo>
                  <a:lnTo>
                    <a:pt x="1000000" y="614563"/>
                  </a:lnTo>
                  <a:lnTo>
                    <a:pt x="298831" y="614563"/>
                  </a:lnTo>
                  <a:close/>
                  <a:moveTo>
                    <a:pt x="257095" y="614563"/>
                  </a:moveTo>
                  <a:lnTo>
                    <a:pt x="282137" y="614563"/>
                  </a:lnTo>
                  <a:lnTo>
                    <a:pt x="282137" y="615634"/>
                  </a:lnTo>
                  <a:lnTo>
                    <a:pt x="257095" y="615634"/>
                  </a:lnTo>
                  <a:close/>
                  <a:moveTo>
                    <a:pt x="0" y="614563"/>
                  </a:moveTo>
                  <a:lnTo>
                    <a:pt x="168614" y="614563"/>
                  </a:lnTo>
                  <a:lnTo>
                    <a:pt x="168614" y="615634"/>
                  </a:lnTo>
                  <a:lnTo>
                    <a:pt x="0" y="615634"/>
                  </a:lnTo>
                  <a:close/>
                  <a:moveTo>
                    <a:pt x="294658" y="614563"/>
                  </a:moveTo>
                  <a:lnTo>
                    <a:pt x="1000000" y="614563"/>
                  </a:lnTo>
                  <a:lnTo>
                    <a:pt x="1000000" y="615634"/>
                  </a:lnTo>
                  <a:lnTo>
                    <a:pt x="294658" y="615634"/>
                  </a:lnTo>
                  <a:close/>
                  <a:moveTo>
                    <a:pt x="0" y="615634"/>
                  </a:moveTo>
                  <a:lnTo>
                    <a:pt x="170284" y="615634"/>
                  </a:lnTo>
                  <a:lnTo>
                    <a:pt x="170284" y="617775"/>
                  </a:lnTo>
                  <a:lnTo>
                    <a:pt x="0" y="617775"/>
                  </a:lnTo>
                  <a:close/>
                  <a:moveTo>
                    <a:pt x="0" y="617775"/>
                  </a:moveTo>
                  <a:lnTo>
                    <a:pt x="171119" y="617775"/>
                  </a:lnTo>
                  <a:lnTo>
                    <a:pt x="171119" y="618846"/>
                  </a:lnTo>
                  <a:lnTo>
                    <a:pt x="0" y="618846"/>
                  </a:lnTo>
                  <a:close/>
                  <a:moveTo>
                    <a:pt x="0" y="618846"/>
                  </a:moveTo>
                  <a:lnTo>
                    <a:pt x="173623" y="618846"/>
                  </a:lnTo>
                  <a:lnTo>
                    <a:pt x="173623" y="619917"/>
                  </a:lnTo>
                  <a:lnTo>
                    <a:pt x="0" y="619917"/>
                  </a:lnTo>
                  <a:close/>
                  <a:moveTo>
                    <a:pt x="0" y="619917"/>
                  </a:moveTo>
                  <a:lnTo>
                    <a:pt x="174457" y="619917"/>
                  </a:lnTo>
                  <a:lnTo>
                    <a:pt x="174457" y="620987"/>
                  </a:lnTo>
                  <a:lnTo>
                    <a:pt x="0" y="620987"/>
                  </a:lnTo>
                  <a:close/>
                  <a:moveTo>
                    <a:pt x="0" y="620987"/>
                  </a:moveTo>
                  <a:lnTo>
                    <a:pt x="175292" y="620987"/>
                  </a:lnTo>
                  <a:lnTo>
                    <a:pt x="175292" y="622058"/>
                  </a:lnTo>
                  <a:lnTo>
                    <a:pt x="0" y="622058"/>
                  </a:lnTo>
                  <a:close/>
                  <a:moveTo>
                    <a:pt x="0" y="622058"/>
                  </a:moveTo>
                  <a:lnTo>
                    <a:pt x="176962" y="622058"/>
                  </a:lnTo>
                  <a:lnTo>
                    <a:pt x="176962" y="623129"/>
                  </a:lnTo>
                  <a:lnTo>
                    <a:pt x="0" y="623129"/>
                  </a:lnTo>
                  <a:close/>
                  <a:moveTo>
                    <a:pt x="0" y="623129"/>
                  </a:moveTo>
                  <a:lnTo>
                    <a:pt x="178631" y="623129"/>
                  </a:lnTo>
                  <a:lnTo>
                    <a:pt x="178631" y="625270"/>
                  </a:lnTo>
                  <a:lnTo>
                    <a:pt x="0" y="625270"/>
                  </a:lnTo>
                  <a:close/>
                  <a:moveTo>
                    <a:pt x="0" y="625270"/>
                  </a:moveTo>
                  <a:lnTo>
                    <a:pt x="181135" y="625270"/>
                  </a:lnTo>
                  <a:lnTo>
                    <a:pt x="181135" y="626341"/>
                  </a:lnTo>
                  <a:lnTo>
                    <a:pt x="0" y="626341"/>
                  </a:lnTo>
                  <a:close/>
                  <a:moveTo>
                    <a:pt x="0" y="626341"/>
                  </a:moveTo>
                  <a:lnTo>
                    <a:pt x="181970" y="626341"/>
                  </a:lnTo>
                  <a:lnTo>
                    <a:pt x="181970" y="627412"/>
                  </a:lnTo>
                  <a:lnTo>
                    <a:pt x="0" y="627412"/>
                  </a:lnTo>
                  <a:close/>
                  <a:moveTo>
                    <a:pt x="0" y="627412"/>
                  </a:moveTo>
                  <a:lnTo>
                    <a:pt x="182805" y="627412"/>
                  </a:lnTo>
                  <a:lnTo>
                    <a:pt x="182805" y="628482"/>
                  </a:lnTo>
                  <a:lnTo>
                    <a:pt x="0" y="628482"/>
                  </a:lnTo>
                  <a:close/>
                  <a:moveTo>
                    <a:pt x="0" y="628482"/>
                  </a:moveTo>
                  <a:lnTo>
                    <a:pt x="185309" y="628482"/>
                  </a:lnTo>
                  <a:lnTo>
                    <a:pt x="185309" y="629553"/>
                  </a:lnTo>
                  <a:lnTo>
                    <a:pt x="0" y="629553"/>
                  </a:lnTo>
                  <a:close/>
                  <a:moveTo>
                    <a:pt x="0" y="629553"/>
                  </a:moveTo>
                  <a:lnTo>
                    <a:pt x="186978" y="629553"/>
                  </a:lnTo>
                  <a:lnTo>
                    <a:pt x="186978" y="630624"/>
                  </a:lnTo>
                  <a:lnTo>
                    <a:pt x="0" y="630624"/>
                  </a:lnTo>
                  <a:close/>
                  <a:moveTo>
                    <a:pt x="0" y="630624"/>
                  </a:moveTo>
                  <a:lnTo>
                    <a:pt x="188648" y="630624"/>
                  </a:lnTo>
                  <a:lnTo>
                    <a:pt x="188648" y="631694"/>
                  </a:lnTo>
                  <a:lnTo>
                    <a:pt x="0" y="631694"/>
                  </a:lnTo>
                  <a:close/>
                  <a:moveTo>
                    <a:pt x="0" y="631694"/>
                  </a:moveTo>
                  <a:lnTo>
                    <a:pt x="189482" y="631694"/>
                  </a:lnTo>
                  <a:lnTo>
                    <a:pt x="189482" y="632765"/>
                  </a:lnTo>
                  <a:lnTo>
                    <a:pt x="0" y="632765"/>
                  </a:lnTo>
                  <a:close/>
                  <a:moveTo>
                    <a:pt x="0" y="632765"/>
                  </a:moveTo>
                  <a:lnTo>
                    <a:pt x="192821" y="632765"/>
                  </a:lnTo>
                  <a:lnTo>
                    <a:pt x="192821" y="633836"/>
                  </a:lnTo>
                  <a:lnTo>
                    <a:pt x="0" y="633836"/>
                  </a:lnTo>
                  <a:close/>
                  <a:moveTo>
                    <a:pt x="0" y="633836"/>
                  </a:moveTo>
                  <a:lnTo>
                    <a:pt x="193656" y="633836"/>
                  </a:lnTo>
                  <a:lnTo>
                    <a:pt x="193656" y="634906"/>
                  </a:lnTo>
                  <a:lnTo>
                    <a:pt x="0" y="634906"/>
                  </a:lnTo>
                  <a:close/>
                  <a:moveTo>
                    <a:pt x="0" y="634906"/>
                  </a:moveTo>
                  <a:lnTo>
                    <a:pt x="195326" y="634906"/>
                  </a:lnTo>
                  <a:lnTo>
                    <a:pt x="195326" y="635977"/>
                  </a:lnTo>
                  <a:lnTo>
                    <a:pt x="0" y="635977"/>
                  </a:lnTo>
                  <a:close/>
                  <a:moveTo>
                    <a:pt x="0" y="635977"/>
                  </a:moveTo>
                  <a:lnTo>
                    <a:pt x="199499" y="635977"/>
                  </a:lnTo>
                  <a:lnTo>
                    <a:pt x="199499" y="637048"/>
                  </a:lnTo>
                  <a:lnTo>
                    <a:pt x="0" y="637048"/>
                  </a:lnTo>
                  <a:close/>
                  <a:moveTo>
                    <a:pt x="0" y="637048"/>
                  </a:moveTo>
                  <a:lnTo>
                    <a:pt x="201169" y="637048"/>
                  </a:lnTo>
                  <a:lnTo>
                    <a:pt x="201169" y="638118"/>
                  </a:lnTo>
                  <a:lnTo>
                    <a:pt x="0" y="638118"/>
                  </a:lnTo>
                  <a:close/>
                  <a:moveTo>
                    <a:pt x="257095" y="615634"/>
                  </a:moveTo>
                  <a:lnTo>
                    <a:pt x="1000000" y="615634"/>
                  </a:lnTo>
                  <a:lnTo>
                    <a:pt x="1000000" y="639189"/>
                  </a:lnTo>
                  <a:lnTo>
                    <a:pt x="257095" y="639189"/>
                  </a:lnTo>
                  <a:close/>
                  <a:moveTo>
                    <a:pt x="0" y="638118"/>
                  </a:moveTo>
                  <a:lnTo>
                    <a:pt x="202003" y="638118"/>
                  </a:lnTo>
                  <a:lnTo>
                    <a:pt x="202003" y="639189"/>
                  </a:lnTo>
                  <a:lnTo>
                    <a:pt x="0" y="639189"/>
                  </a:lnTo>
                  <a:close/>
                  <a:moveTo>
                    <a:pt x="0" y="639189"/>
                  </a:moveTo>
                  <a:lnTo>
                    <a:pt x="206177" y="639189"/>
                  </a:lnTo>
                  <a:lnTo>
                    <a:pt x="206177" y="640260"/>
                  </a:lnTo>
                  <a:lnTo>
                    <a:pt x="0" y="640260"/>
                  </a:lnTo>
                  <a:close/>
                  <a:moveTo>
                    <a:pt x="256260" y="639189"/>
                  </a:moveTo>
                  <a:lnTo>
                    <a:pt x="1000000" y="639189"/>
                  </a:lnTo>
                  <a:lnTo>
                    <a:pt x="1000000" y="640260"/>
                  </a:lnTo>
                  <a:lnTo>
                    <a:pt x="256260" y="640260"/>
                  </a:lnTo>
                  <a:close/>
                  <a:moveTo>
                    <a:pt x="252922" y="640260"/>
                  </a:moveTo>
                  <a:lnTo>
                    <a:pt x="1000000" y="640260"/>
                  </a:lnTo>
                  <a:lnTo>
                    <a:pt x="1000000" y="641330"/>
                  </a:lnTo>
                  <a:lnTo>
                    <a:pt x="252922" y="641330"/>
                  </a:lnTo>
                  <a:close/>
                  <a:moveTo>
                    <a:pt x="0" y="640260"/>
                  </a:moveTo>
                  <a:lnTo>
                    <a:pt x="209516" y="640260"/>
                  </a:lnTo>
                  <a:lnTo>
                    <a:pt x="209516" y="641330"/>
                  </a:lnTo>
                  <a:lnTo>
                    <a:pt x="0" y="641330"/>
                  </a:lnTo>
                  <a:close/>
                  <a:moveTo>
                    <a:pt x="250417" y="641330"/>
                  </a:moveTo>
                  <a:lnTo>
                    <a:pt x="1000000" y="641330"/>
                  </a:lnTo>
                  <a:lnTo>
                    <a:pt x="1000000" y="642401"/>
                  </a:lnTo>
                  <a:lnTo>
                    <a:pt x="250417" y="642401"/>
                  </a:lnTo>
                  <a:close/>
                  <a:moveTo>
                    <a:pt x="0" y="641330"/>
                  </a:moveTo>
                  <a:lnTo>
                    <a:pt x="211185" y="641330"/>
                  </a:lnTo>
                  <a:lnTo>
                    <a:pt x="211185" y="642401"/>
                  </a:lnTo>
                  <a:lnTo>
                    <a:pt x="0" y="642401"/>
                  </a:lnTo>
                  <a:close/>
                  <a:moveTo>
                    <a:pt x="247913" y="642401"/>
                  </a:moveTo>
                  <a:lnTo>
                    <a:pt x="1000000" y="642401"/>
                  </a:lnTo>
                  <a:lnTo>
                    <a:pt x="1000000" y="643472"/>
                  </a:lnTo>
                  <a:lnTo>
                    <a:pt x="247913" y="643472"/>
                  </a:lnTo>
                  <a:close/>
                  <a:moveTo>
                    <a:pt x="0" y="642401"/>
                  </a:moveTo>
                  <a:lnTo>
                    <a:pt x="215359" y="642401"/>
                  </a:lnTo>
                  <a:lnTo>
                    <a:pt x="215359" y="643472"/>
                  </a:lnTo>
                  <a:lnTo>
                    <a:pt x="0" y="643472"/>
                  </a:lnTo>
                  <a:close/>
                  <a:moveTo>
                    <a:pt x="0" y="643472"/>
                  </a:moveTo>
                  <a:lnTo>
                    <a:pt x="1000000" y="643472"/>
                  </a:lnTo>
                  <a:lnTo>
                    <a:pt x="1000000" y="763389"/>
                  </a:lnTo>
                  <a:lnTo>
                    <a:pt x="0" y="763389"/>
                  </a:lnTo>
                  <a:close/>
                  <a:moveTo>
                    <a:pt x="0" y="763389"/>
                  </a:moveTo>
                  <a:lnTo>
                    <a:pt x="310518" y="763389"/>
                  </a:lnTo>
                  <a:lnTo>
                    <a:pt x="310518" y="764459"/>
                  </a:lnTo>
                  <a:lnTo>
                    <a:pt x="0" y="764459"/>
                  </a:lnTo>
                  <a:close/>
                  <a:moveTo>
                    <a:pt x="319699" y="763389"/>
                  </a:moveTo>
                  <a:lnTo>
                    <a:pt x="1000000" y="763389"/>
                  </a:lnTo>
                  <a:lnTo>
                    <a:pt x="1000000" y="764459"/>
                  </a:lnTo>
                  <a:lnTo>
                    <a:pt x="319699" y="764459"/>
                  </a:lnTo>
                  <a:close/>
                  <a:moveTo>
                    <a:pt x="320534" y="764459"/>
                  </a:moveTo>
                  <a:lnTo>
                    <a:pt x="1000000" y="764459"/>
                  </a:lnTo>
                  <a:lnTo>
                    <a:pt x="1000000" y="765530"/>
                  </a:lnTo>
                  <a:lnTo>
                    <a:pt x="320534" y="765530"/>
                  </a:lnTo>
                  <a:close/>
                  <a:moveTo>
                    <a:pt x="0" y="764459"/>
                  </a:moveTo>
                  <a:lnTo>
                    <a:pt x="309683" y="764459"/>
                  </a:lnTo>
                  <a:lnTo>
                    <a:pt x="309683" y="765530"/>
                  </a:lnTo>
                  <a:lnTo>
                    <a:pt x="0" y="765530"/>
                  </a:lnTo>
                  <a:close/>
                  <a:moveTo>
                    <a:pt x="321369" y="765530"/>
                  </a:moveTo>
                  <a:lnTo>
                    <a:pt x="1000000" y="765530"/>
                  </a:lnTo>
                  <a:lnTo>
                    <a:pt x="1000000" y="766601"/>
                  </a:lnTo>
                  <a:lnTo>
                    <a:pt x="321369" y="766601"/>
                  </a:lnTo>
                  <a:close/>
                  <a:moveTo>
                    <a:pt x="0" y="765530"/>
                  </a:moveTo>
                  <a:lnTo>
                    <a:pt x="308848" y="765530"/>
                  </a:lnTo>
                  <a:lnTo>
                    <a:pt x="308848" y="766601"/>
                  </a:lnTo>
                  <a:lnTo>
                    <a:pt x="0" y="766601"/>
                  </a:lnTo>
                  <a:close/>
                  <a:moveTo>
                    <a:pt x="522538" y="766601"/>
                  </a:moveTo>
                  <a:lnTo>
                    <a:pt x="697830" y="766601"/>
                  </a:lnTo>
                  <a:lnTo>
                    <a:pt x="697830" y="767671"/>
                  </a:lnTo>
                  <a:lnTo>
                    <a:pt x="522538" y="767671"/>
                  </a:lnTo>
                  <a:close/>
                  <a:moveTo>
                    <a:pt x="322204" y="766601"/>
                  </a:moveTo>
                  <a:lnTo>
                    <a:pt x="515025" y="766601"/>
                  </a:lnTo>
                  <a:lnTo>
                    <a:pt x="515025" y="767671"/>
                  </a:lnTo>
                  <a:lnTo>
                    <a:pt x="322204" y="767671"/>
                  </a:lnTo>
                  <a:close/>
                  <a:moveTo>
                    <a:pt x="700334" y="766601"/>
                  </a:moveTo>
                  <a:lnTo>
                    <a:pt x="1000000" y="766601"/>
                  </a:lnTo>
                  <a:lnTo>
                    <a:pt x="1000000" y="767671"/>
                  </a:lnTo>
                  <a:lnTo>
                    <a:pt x="700334" y="767671"/>
                  </a:lnTo>
                  <a:close/>
                  <a:moveTo>
                    <a:pt x="523372" y="767671"/>
                  </a:moveTo>
                  <a:lnTo>
                    <a:pt x="695326" y="767671"/>
                  </a:lnTo>
                  <a:lnTo>
                    <a:pt x="695326" y="768742"/>
                  </a:lnTo>
                  <a:lnTo>
                    <a:pt x="523372" y="768742"/>
                  </a:lnTo>
                  <a:close/>
                  <a:moveTo>
                    <a:pt x="0" y="766601"/>
                  </a:moveTo>
                  <a:lnTo>
                    <a:pt x="307179" y="766601"/>
                  </a:lnTo>
                  <a:lnTo>
                    <a:pt x="307179" y="768742"/>
                  </a:lnTo>
                  <a:lnTo>
                    <a:pt x="0" y="768742"/>
                  </a:lnTo>
                  <a:close/>
                  <a:moveTo>
                    <a:pt x="702003" y="767671"/>
                  </a:moveTo>
                  <a:lnTo>
                    <a:pt x="1000000" y="767671"/>
                  </a:lnTo>
                  <a:lnTo>
                    <a:pt x="1000000" y="768742"/>
                  </a:lnTo>
                  <a:lnTo>
                    <a:pt x="702003" y="768742"/>
                  </a:lnTo>
                  <a:close/>
                  <a:moveTo>
                    <a:pt x="323038" y="767671"/>
                  </a:moveTo>
                  <a:lnTo>
                    <a:pt x="513356" y="767671"/>
                  </a:lnTo>
                  <a:lnTo>
                    <a:pt x="513356" y="768742"/>
                  </a:lnTo>
                  <a:lnTo>
                    <a:pt x="323038" y="768742"/>
                  </a:lnTo>
                  <a:close/>
                  <a:moveTo>
                    <a:pt x="0" y="768742"/>
                  </a:moveTo>
                  <a:lnTo>
                    <a:pt x="306344" y="768742"/>
                  </a:lnTo>
                  <a:lnTo>
                    <a:pt x="306344" y="769813"/>
                  </a:lnTo>
                  <a:lnTo>
                    <a:pt x="0" y="769813"/>
                  </a:lnTo>
                  <a:close/>
                  <a:moveTo>
                    <a:pt x="702838" y="768742"/>
                  </a:moveTo>
                  <a:lnTo>
                    <a:pt x="1000000" y="768742"/>
                  </a:lnTo>
                  <a:lnTo>
                    <a:pt x="1000000" y="769813"/>
                  </a:lnTo>
                  <a:lnTo>
                    <a:pt x="702838" y="769813"/>
                  </a:lnTo>
                  <a:close/>
                  <a:moveTo>
                    <a:pt x="323873" y="768742"/>
                  </a:moveTo>
                  <a:lnTo>
                    <a:pt x="512521" y="768742"/>
                  </a:lnTo>
                  <a:lnTo>
                    <a:pt x="512521" y="769813"/>
                  </a:lnTo>
                  <a:lnTo>
                    <a:pt x="323873" y="769813"/>
                  </a:lnTo>
                  <a:close/>
                  <a:moveTo>
                    <a:pt x="524207" y="768742"/>
                  </a:moveTo>
                  <a:lnTo>
                    <a:pt x="694491" y="768742"/>
                  </a:lnTo>
                  <a:lnTo>
                    <a:pt x="694491" y="769813"/>
                  </a:lnTo>
                  <a:lnTo>
                    <a:pt x="524207" y="769813"/>
                  </a:lnTo>
                  <a:close/>
                  <a:moveTo>
                    <a:pt x="525042" y="769813"/>
                  </a:moveTo>
                  <a:lnTo>
                    <a:pt x="692821" y="769813"/>
                  </a:lnTo>
                  <a:lnTo>
                    <a:pt x="692821" y="770883"/>
                  </a:lnTo>
                  <a:lnTo>
                    <a:pt x="525042" y="770883"/>
                  </a:lnTo>
                  <a:close/>
                  <a:moveTo>
                    <a:pt x="324708" y="769813"/>
                  </a:moveTo>
                  <a:lnTo>
                    <a:pt x="511686" y="769813"/>
                  </a:lnTo>
                  <a:lnTo>
                    <a:pt x="511686" y="770883"/>
                  </a:lnTo>
                  <a:lnTo>
                    <a:pt x="324708" y="770883"/>
                  </a:lnTo>
                  <a:close/>
                  <a:moveTo>
                    <a:pt x="704508" y="769813"/>
                  </a:moveTo>
                  <a:lnTo>
                    <a:pt x="1000000" y="769813"/>
                  </a:lnTo>
                  <a:lnTo>
                    <a:pt x="1000000" y="770883"/>
                  </a:lnTo>
                  <a:lnTo>
                    <a:pt x="704508" y="770883"/>
                  </a:lnTo>
                  <a:close/>
                  <a:moveTo>
                    <a:pt x="0" y="769813"/>
                  </a:moveTo>
                  <a:lnTo>
                    <a:pt x="304674" y="769813"/>
                  </a:lnTo>
                  <a:lnTo>
                    <a:pt x="304674" y="770883"/>
                  </a:lnTo>
                  <a:lnTo>
                    <a:pt x="0" y="770883"/>
                  </a:lnTo>
                  <a:close/>
                  <a:moveTo>
                    <a:pt x="705342" y="770883"/>
                  </a:moveTo>
                  <a:lnTo>
                    <a:pt x="1000000" y="770883"/>
                  </a:lnTo>
                  <a:lnTo>
                    <a:pt x="1000000" y="771954"/>
                  </a:lnTo>
                  <a:lnTo>
                    <a:pt x="705342" y="771954"/>
                  </a:lnTo>
                  <a:close/>
                  <a:moveTo>
                    <a:pt x="0" y="770883"/>
                  </a:moveTo>
                  <a:lnTo>
                    <a:pt x="303840" y="770883"/>
                  </a:lnTo>
                  <a:lnTo>
                    <a:pt x="303840" y="773025"/>
                  </a:lnTo>
                  <a:lnTo>
                    <a:pt x="0" y="773025"/>
                  </a:lnTo>
                  <a:close/>
                  <a:moveTo>
                    <a:pt x="324708" y="770883"/>
                  </a:moveTo>
                  <a:lnTo>
                    <a:pt x="510851" y="770883"/>
                  </a:lnTo>
                  <a:lnTo>
                    <a:pt x="510851" y="774095"/>
                  </a:lnTo>
                  <a:lnTo>
                    <a:pt x="324708" y="774095"/>
                  </a:lnTo>
                  <a:close/>
                  <a:moveTo>
                    <a:pt x="525876" y="770883"/>
                  </a:moveTo>
                  <a:lnTo>
                    <a:pt x="691152" y="770883"/>
                  </a:lnTo>
                  <a:lnTo>
                    <a:pt x="691152" y="774095"/>
                  </a:lnTo>
                  <a:lnTo>
                    <a:pt x="525876" y="774095"/>
                  </a:lnTo>
                  <a:close/>
                  <a:moveTo>
                    <a:pt x="0" y="773025"/>
                  </a:moveTo>
                  <a:lnTo>
                    <a:pt x="302170" y="773025"/>
                  </a:lnTo>
                  <a:lnTo>
                    <a:pt x="302170" y="774095"/>
                  </a:lnTo>
                  <a:lnTo>
                    <a:pt x="0" y="774095"/>
                  </a:lnTo>
                  <a:close/>
                  <a:moveTo>
                    <a:pt x="0" y="774095"/>
                  </a:moveTo>
                  <a:lnTo>
                    <a:pt x="301336" y="774095"/>
                  </a:lnTo>
                  <a:lnTo>
                    <a:pt x="301336" y="775166"/>
                  </a:lnTo>
                  <a:lnTo>
                    <a:pt x="0" y="775166"/>
                  </a:lnTo>
                  <a:close/>
                  <a:moveTo>
                    <a:pt x="706177" y="771954"/>
                  </a:moveTo>
                  <a:lnTo>
                    <a:pt x="1000000" y="771954"/>
                  </a:lnTo>
                  <a:lnTo>
                    <a:pt x="1000000" y="775166"/>
                  </a:lnTo>
                  <a:lnTo>
                    <a:pt x="706177" y="775166"/>
                  </a:lnTo>
                  <a:close/>
                  <a:moveTo>
                    <a:pt x="0" y="775166"/>
                  </a:moveTo>
                  <a:lnTo>
                    <a:pt x="300501" y="775166"/>
                  </a:lnTo>
                  <a:lnTo>
                    <a:pt x="300501" y="776237"/>
                  </a:lnTo>
                  <a:lnTo>
                    <a:pt x="0" y="776237"/>
                  </a:lnTo>
                  <a:close/>
                  <a:moveTo>
                    <a:pt x="0" y="776237"/>
                  </a:moveTo>
                  <a:lnTo>
                    <a:pt x="299666" y="776237"/>
                  </a:lnTo>
                  <a:lnTo>
                    <a:pt x="299666" y="777307"/>
                  </a:lnTo>
                  <a:lnTo>
                    <a:pt x="0" y="777307"/>
                  </a:lnTo>
                  <a:close/>
                  <a:moveTo>
                    <a:pt x="324708" y="774095"/>
                  </a:moveTo>
                  <a:lnTo>
                    <a:pt x="510017" y="774095"/>
                  </a:lnTo>
                  <a:lnTo>
                    <a:pt x="510017" y="777307"/>
                  </a:lnTo>
                  <a:lnTo>
                    <a:pt x="324708" y="777307"/>
                  </a:lnTo>
                  <a:close/>
                  <a:moveTo>
                    <a:pt x="0" y="777307"/>
                  </a:moveTo>
                  <a:lnTo>
                    <a:pt x="297997" y="777307"/>
                  </a:lnTo>
                  <a:lnTo>
                    <a:pt x="297997" y="778378"/>
                  </a:lnTo>
                  <a:lnTo>
                    <a:pt x="0" y="778378"/>
                  </a:lnTo>
                  <a:close/>
                  <a:moveTo>
                    <a:pt x="0" y="778378"/>
                  </a:moveTo>
                  <a:lnTo>
                    <a:pt x="297162" y="778378"/>
                  </a:lnTo>
                  <a:lnTo>
                    <a:pt x="297162" y="779449"/>
                  </a:lnTo>
                  <a:lnTo>
                    <a:pt x="0" y="779449"/>
                  </a:lnTo>
                  <a:close/>
                  <a:moveTo>
                    <a:pt x="324708" y="777307"/>
                  </a:moveTo>
                  <a:lnTo>
                    <a:pt x="509182" y="777307"/>
                  </a:lnTo>
                  <a:lnTo>
                    <a:pt x="509182" y="779449"/>
                  </a:lnTo>
                  <a:lnTo>
                    <a:pt x="324708" y="779449"/>
                  </a:lnTo>
                  <a:close/>
                  <a:moveTo>
                    <a:pt x="707012" y="775166"/>
                  </a:moveTo>
                  <a:lnTo>
                    <a:pt x="1000000" y="775166"/>
                  </a:lnTo>
                  <a:lnTo>
                    <a:pt x="1000000" y="779449"/>
                  </a:lnTo>
                  <a:lnTo>
                    <a:pt x="707012" y="779449"/>
                  </a:lnTo>
                  <a:close/>
                  <a:moveTo>
                    <a:pt x="0" y="779449"/>
                  </a:moveTo>
                  <a:lnTo>
                    <a:pt x="296327" y="779449"/>
                  </a:lnTo>
                  <a:lnTo>
                    <a:pt x="296327" y="780520"/>
                  </a:lnTo>
                  <a:lnTo>
                    <a:pt x="0" y="780520"/>
                  </a:lnTo>
                  <a:close/>
                  <a:moveTo>
                    <a:pt x="707846" y="779449"/>
                  </a:moveTo>
                  <a:lnTo>
                    <a:pt x="1000000" y="779449"/>
                  </a:lnTo>
                  <a:lnTo>
                    <a:pt x="1000000" y="780520"/>
                  </a:lnTo>
                  <a:lnTo>
                    <a:pt x="707846" y="780520"/>
                  </a:lnTo>
                  <a:close/>
                  <a:moveTo>
                    <a:pt x="159432" y="780520"/>
                  </a:moveTo>
                  <a:lnTo>
                    <a:pt x="295492" y="780520"/>
                  </a:lnTo>
                  <a:lnTo>
                    <a:pt x="295492" y="781590"/>
                  </a:lnTo>
                  <a:lnTo>
                    <a:pt x="159432" y="781590"/>
                  </a:lnTo>
                  <a:close/>
                  <a:moveTo>
                    <a:pt x="0" y="780520"/>
                  </a:moveTo>
                  <a:lnTo>
                    <a:pt x="149416" y="780520"/>
                  </a:lnTo>
                  <a:lnTo>
                    <a:pt x="149416" y="781590"/>
                  </a:lnTo>
                  <a:lnTo>
                    <a:pt x="0" y="781590"/>
                  </a:lnTo>
                  <a:close/>
                  <a:moveTo>
                    <a:pt x="324708" y="779449"/>
                  </a:moveTo>
                  <a:lnTo>
                    <a:pt x="510017" y="779449"/>
                  </a:lnTo>
                  <a:lnTo>
                    <a:pt x="510017" y="781590"/>
                  </a:lnTo>
                  <a:lnTo>
                    <a:pt x="324708" y="781590"/>
                  </a:lnTo>
                  <a:close/>
                  <a:moveTo>
                    <a:pt x="936561" y="780520"/>
                  </a:moveTo>
                  <a:lnTo>
                    <a:pt x="1000000" y="780520"/>
                  </a:lnTo>
                  <a:lnTo>
                    <a:pt x="1000000" y="781590"/>
                  </a:lnTo>
                  <a:lnTo>
                    <a:pt x="936561" y="781590"/>
                  </a:lnTo>
                  <a:close/>
                  <a:moveTo>
                    <a:pt x="707012" y="780520"/>
                  </a:moveTo>
                  <a:lnTo>
                    <a:pt x="926544" y="780520"/>
                  </a:lnTo>
                  <a:lnTo>
                    <a:pt x="926544" y="781590"/>
                  </a:lnTo>
                  <a:lnTo>
                    <a:pt x="707012" y="781590"/>
                  </a:lnTo>
                  <a:close/>
                  <a:moveTo>
                    <a:pt x="707012" y="781590"/>
                  </a:moveTo>
                  <a:lnTo>
                    <a:pt x="925710" y="781590"/>
                  </a:lnTo>
                  <a:lnTo>
                    <a:pt x="925710" y="782661"/>
                  </a:lnTo>
                  <a:lnTo>
                    <a:pt x="707012" y="782661"/>
                  </a:lnTo>
                  <a:close/>
                  <a:moveTo>
                    <a:pt x="938230" y="781590"/>
                  </a:moveTo>
                  <a:lnTo>
                    <a:pt x="1000000" y="781590"/>
                  </a:lnTo>
                  <a:lnTo>
                    <a:pt x="1000000" y="782661"/>
                  </a:lnTo>
                  <a:lnTo>
                    <a:pt x="938230" y="782661"/>
                  </a:lnTo>
                  <a:close/>
                  <a:moveTo>
                    <a:pt x="161102" y="781590"/>
                  </a:moveTo>
                  <a:lnTo>
                    <a:pt x="293823" y="781590"/>
                  </a:lnTo>
                  <a:lnTo>
                    <a:pt x="293823" y="782661"/>
                  </a:lnTo>
                  <a:lnTo>
                    <a:pt x="161102" y="782661"/>
                  </a:lnTo>
                  <a:close/>
                  <a:moveTo>
                    <a:pt x="0" y="781590"/>
                  </a:moveTo>
                  <a:lnTo>
                    <a:pt x="148581" y="781590"/>
                  </a:lnTo>
                  <a:lnTo>
                    <a:pt x="148581" y="782661"/>
                  </a:lnTo>
                  <a:lnTo>
                    <a:pt x="0" y="782661"/>
                  </a:lnTo>
                  <a:close/>
                  <a:moveTo>
                    <a:pt x="939065" y="782661"/>
                  </a:moveTo>
                  <a:lnTo>
                    <a:pt x="1000000" y="782661"/>
                  </a:lnTo>
                  <a:lnTo>
                    <a:pt x="1000000" y="783732"/>
                  </a:lnTo>
                  <a:lnTo>
                    <a:pt x="939065" y="783732"/>
                  </a:lnTo>
                  <a:close/>
                  <a:moveTo>
                    <a:pt x="0" y="782661"/>
                  </a:moveTo>
                  <a:lnTo>
                    <a:pt x="147746" y="782661"/>
                  </a:lnTo>
                  <a:lnTo>
                    <a:pt x="147746" y="783732"/>
                  </a:lnTo>
                  <a:lnTo>
                    <a:pt x="0" y="783732"/>
                  </a:lnTo>
                  <a:close/>
                  <a:moveTo>
                    <a:pt x="707012" y="782661"/>
                  </a:moveTo>
                  <a:lnTo>
                    <a:pt x="924875" y="782661"/>
                  </a:lnTo>
                  <a:lnTo>
                    <a:pt x="924875" y="783732"/>
                  </a:lnTo>
                  <a:lnTo>
                    <a:pt x="707012" y="783732"/>
                  </a:lnTo>
                  <a:close/>
                  <a:moveTo>
                    <a:pt x="324708" y="781590"/>
                  </a:moveTo>
                  <a:lnTo>
                    <a:pt x="509182" y="781590"/>
                  </a:lnTo>
                  <a:lnTo>
                    <a:pt x="509182" y="783732"/>
                  </a:lnTo>
                  <a:lnTo>
                    <a:pt x="324708" y="783732"/>
                  </a:lnTo>
                  <a:close/>
                  <a:moveTo>
                    <a:pt x="161937" y="782661"/>
                  </a:moveTo>
                  <a:lnTo>
                    <a:pt x="293823" y="782661"/>
                  </a:lnTo>
                  <a:lnTo>
                    <a:pt x="293823" y="783732"/>
                  </a:lnTo>
                  <a:lnTo>
                    <a:pt x="161937" y="783732"/>
                  </a:lnTo>
                  <a:close/>
                  <a:moveTo>
                    <a:pt x="0" y="783732"/>
                  </a:moveTo>
                  <a:lnTo>
                    <a:pt x="146912" y="783732"/>
                  </a:lnTo>
                  <a:lnTo>
                    <a:pt x="146912" y="784802"/>
                  </a:lnTo>
                  <a:lnTo>
                    <a:pt x="0" y="784802"/>
                  </a:lnTo>
                  <a:close/>
                  <a:moveTo>
                    <a:pt x="162771" y="783732"/>
                  </a:moveTo>
                  <a:lnTo>
                    <a:pt x="292988" y="783732"/>
                  </a:lnTo>
                  <a:lnTo>
                    <a:pt x="292988" y="784802"/>
                  </a:lnTo>
                  <a:lnTo>
                    <a:pt x="162771" y="784802"/>
                  </a:lnTo>
                  <a:close/>
                  <a:moveTo>
                    <a:pt x="325543" y="783732"/>
                  </a:moveTo>
                  <a:lnTo>
                    <a:pt x="435726" y="783732"/>
                  </a:lnTo>
                  <a:lnTo>
                    <a:pt x="435726" y="784802"/>
                  </a:lnTo>
                  <a:lnTo>
                    <a:pt x="325543" y="784802"/>
                  </a:lnTo>
                  <a:close/>
                  <a:moveTo>
                    <a:pt x="446578" y="783732"/>
                  </a:moveTo>
                  <a:lnTo>
                    <a:pt x="509182" y="783732"/>
                  </a:lnTo>
                  <a:lnTo>
                    <a:pt x="509182" y="784802"/>
                  </a:lnTo>
                  <a:lnTo>
                    <a:pt x="446578" y="784802"/>
                  </a:lnTo>
                  <a:close/>
                  <a:moveTo>
                    <a:pt x="163606" y="784802"/>
                  </a:moveTo>
                  <a:lnTo>
                    <a:pt x="291319" y="784802"/>
                  </a:lnTo>
                  <a:lnTo>
                    <a:pt x="291319" y="785873"/>
                  </a:lnTo>
                  <a:lnTo>
                    <a:pt x="163606" y="785873"/>
                  </a:lnTo>
                  <a:close/>
                  <a:moveTo>
                    <a:pt x="526711" y="774095"/>
                  </a:moveTo>
                  <a:lnTo>
                    <a:pt x="690317" y="774095"/>
                  </a:lnTo>
                  <a:lnTo>
                    <a:pt x="690317" y="785873"/>
                  </a:lnTo>
                  <a:lnTo>
                    <a:pt x="526711" y="785873"/>
                  </a:lnTo>
                  <a:close/>
                  <a:moveTo>
                    <a:pt x="939900" y="783732"/>
                  </a:moveTo>
                  <a:lnTo>
                    <a:pt x="1000000" y="783732"/>
                  </a:lnTo>
                  <a:lnTo>
                    <a:pt x="1000000" y="785873"/>
                  </a:lnTo>
                  <a:lnTo>
                    <a:pt x="939900" y="785873"/>
                  </a:lnTo>
                  <a:close/>
                  <a:moveTo>
                    <a:pt x="327212" y="784802"/>
                  </a:moveTo>
                  <a:lnTo>
                    <a:pt x="434057" y="784802"/>
                  </a:lnTo>
                  <a:lnTo>
                    <a:pt x="434057" y="785873"/>
                  </a:lnTo>
                  <a:lnTo>
                    <a:pt x="327212" y="785873"/>
                  </a:lnTo>
                  <a:close/>
                  <a:moveTo>
                    <a:pt x="707012" y="783732"/>
                  </a:moveTo>
                  <a:lnTo>
                    <a:pt x="924040" y="783732"/>
                  </a:lnTo>
                  <a:lnTo>
                    <a:pt x="924040" y="785873"/>
                  </a:lnTo>
                  <a:lnTo>
                    <a:pt x="707012" y="785873"/>
                  </a:lnTo>
                  <a:close/>
                  <a:moveTo>
                    <a:pt x="448247" y="784802"/>
                  </a:moveTo>
                  <a:lnTo>
                    <a:pt x="508347" y="784802"/>
                  </a:lnTo>
                  <a:lnTo>
                    <a:pt x="508347" y="785873"/>
                  </a:lnTo>
                  <a:lnTo>
                    <a:pt x="448247" y="785873"/>
                  </a:lnTo>
                  <a:close/>
                  <a:moveTo>
                    <a:pt x="0" y="784802"/>
                  </a:moveTo>
                  <a:lnTo>
                    <a:pt x="146077" y="784802"/>
                  </a:lnTo>
                  <a:lnTo>
                    <a:pt x="146077" y="785873"/>
                  </a:lnTo>
                  <a:lnTo>
                    <a:pt x="0" y="785873"/>
                  </a:lnTo>
                  <a:close/>
                  <a:moveTo>
                    <a:pt x="527546" y="785873"/>
                  </a:moveTo>
                  <a:lnTo>
                    <a:pt x="690317" y="785873"/>
                  </a:lnTo>
                  <a:lnTo>
                    <a:pt x="690317" y="786944"/>
                  </a:lnTo>
                  <a:lnTo>
                    <a:pt x="527546" y="786944"/>
                  </a:lnTo>
                  <a:close/>
                  <a:moveTo>
                    <a:pt x="0" y="785873"/>
                  </a:moveTo>
                  <a:lnTo>
                    <a:pt x="145242" y="785873"/>
                  </a:lnTo>
                  <a:lnTo>
                    <a:pt x="145242" y="786944"/>
                  </a:lnTo>
                  <a:lnTo>
                    <a:pt x="0" y="786944"/>
                  </a:lnTo>
                  <a:close/>
                  <a:moveTo>
                    <a:pt x="328047" y="785873"/>
                  </a:moveTo>
                  <a:lnTo>
                    <a:pt x="433222" y="785873"/>
                  </a:lnTo>
                  <a:lnTo>
                    <a:pt x="433222" y="786944"/>
                  </a:lnTo>
                  <a:lnTo>
                    <a:pt x="328047" y="786944"/>
                  </a:lnTo>
                  <a:close/>
                  <a:moveTo>
                    <a:pt x="164441" y="785873"/>
                  </a:moveTo>
                  <a:lnTo>
                    <a:pt x="290484" y="785873"/>
                  </a:lnTo>
                  <a:lnTo>
                    <a:pt x="290484" y="786944"/>
                  </a:lnTo>
                  <a:lnTo>
                    <a:pt x="164441" y="786944"/>
                  </a:lnTo>
                  <a:close/>
                  <a:moveTo>
                    <a:pt x="449082" y="785873"/>
                  </a:moveTo>
                  <a:lnTo>
                    <a:pt x="508347" y="785873"/>
                  </a:lnTo>
                  <a:lnTo>
                    <a:pt x="508347" y="786944"/>
                  </a:lnTo>
                  <a:lnTo>
                    <a:pt x="449082" y="786944"/>
                  </a:lnTo>
                  <a:close/>
                  <a:moveTo>
                    <a:pt x="707846" y="785873"/>
                  </a:moveTo>
                  <a:lnTo>
                    <a:pt x="923205" y="785873"/>
                  </a:lnTo>
                  <a:lnTo>
                    <a:pt x="923205" y="786944"/>
                  </a:lnTo>
                  <a:lnTo>
                    <a:pt x="707846" y="786944"/>
                  </a:lnTo>
                  <a:close/>
                  <a:moveTo>
                    <a:pt x="449917" y="786944"/>
                  </a:moveTo>
                  <a:lnTo>
                    <a:pt x="467446" y="786944"/>
                  </a:lnTo>
                  <a:lnTo>
                    <a:pt x="467446" y="788014"/>
                  </a:lnTo>
                  <a:lnTo>
                    <a:pt x="449917" y="788014"/>
                  </a:lnTo>
                  <a:close/>
                  <a:moveTo>
                    <a:pt x="329716" y="786944"/>
                  </a:moveTo>
                  <a:lnTo>
                    <a:pt x="432387" y="786944"/>
                  </a:lnTo>
                  <a:lnTo>
                    <a:pt x="432387" y="788014"/>
                  </a:lnTo>
                  <a:lnTo>
                    <a:pt x="329716" y="788014"/>
                  </a:lnTo>
                  <a:close/>
                  <a:moveTo>
                    <a:pt x="570117" y="786944"/>
                  </a:moveTo>
                  <a:lnTo>
                    <a:pt x="690317" y="786944"/>
                  </a:lnTo>
                  <a:lnTo>
                    <a:pt x="690317" y="788014"/>
                  </a:lnTo>
                  <a:lnTo>
                    <a:pt x="570117" y="788014"/>
                  </a:lnTo>
                  <a:close/>
                  <a:moveTo>
                    <a:pt x="164441" y="786944"/>
                  </a:moveTo>
                  <a:lnTo>
                    <a:pt x="289649" y="786944"/>
                  </a:lnTo>
                  <a:lnTo>
                    <a:pt x="289649" y="788014"/>
                  </a:lnTo>
                  <a:lnTo>
                    <a:pt x="164441" y="788014"/>
                  </a:lnTo>
                  <a:close/>
                  <a:moveTo>
                    <a:pt x="940735" y="785873"/>
                  </a:moveTo>
                  <a:lnTo>
                    <a:pt x="1000000" y="785873"/>
                  </a:lnTo>
                  <a:lnTo>
                    <a:pt x="1000000" y="788014"/>
                  </a:lnTo>
                  <a:lnTo>
                    <a:pt x="940735" y="788014"/>
                  </a:lnTo>
                  <a:close/>
                  <a:moveTo>
                    <a:pt x="707846" y="786944"/>
                  </a:moveTo>
                  <a:lnTo>
                    <a:pt x="922371" y="786944"/>
                  </a:lnTo>
                  <a:lnTo>
                    <a:pt x="922371" y="788014"/>
                  </a:lnTo>
                  <a:lnTo>
                    <a:pt x="707846" y="788014"/>
                  </a:lnTo>
                  <a:close/>
                  <a:moveTo>
                    <a:pt x="0" y="786944"/>
                  </a:moveTo>
                  <a:lnTo>
                    <a:pt x="144407" y="786944"/>
                  </a:lnTo>
                  <a:lnTo>
                    <a:pt x="144407" y="788014"/>
                  </a:lnTo>
                  <a:lnTo>
                    <a:pt x="0" y="788014"/>
                  </a:lnTo>
                  <a:close/>
                  <a:moveTo>
                    <a:pt x="333890" y="788014"/>
                  </a:moveTo>
                  <a:lnTo>
                    <a:pt x="431553" y="788014"/>
                  </a:lnTo>
                  <a:lnTo>
                    <a:pt x="431553" y="789085"/>
                  </a:lnTo>
                  <a:lnTo>
                    <a:pt x="333890" y="789085"/>
                  </a:lnTo>
                  <a:close/>
                  <a:moveTo>
                    <a:pt x="572621" y="788014"/>
                  </a:moveTo>
                  <a:lnTo>
                    <a:pt x="689482" y="788014"/>
                  </a:lnTo>
                  <a:lnTo>
                    <a:pt x="689482" y="789085"/>
                  </a:lnTo>
                  <a:lnTo>
                    <a:pt x="572621" y="789085"/>
                  </a:lnTo>
                  <a:close/>
                  <a:moveTo>
                    <a:pt x="0" y="788014"/>
                  </a:moveTo>
                  <a:lnTo>
                    <a:pt x="93489" y="788014"/>
                  </a:lnTo>
                  <a:lnTo>
                    <a:pt x="93489" y="789085"/>
                  </a:lnTo>
                  <a:lnTo>
                    <a:pt x="0" y="789085"/>
                  </a:lnTo>
                  <a:close/>
                  <a:moveTo>
                    <a:pt x="99332" y="788014"/>
                  </a:moveTo>
                  <a:lnTo>
                    <a:pt x="144407" y="788014"/>
                  </a:lnTo>
                  <a:lnTo>
                    <a:pt x="144407" y="789085"/>
                  </a:lnTo>
                  <a:lnTo>
                    <a:pt x="99332" y="789085"/>
                  </a:lnTo>
                  <a:close/>
                  <a:moveTo>
                    <a:pt x="450751" y="788014"/>
                  </a:moveTo>
                  <a:lnTo>
                    <a:pt x="465776" y="788014"/>
                  </a:lnTo>
                  <a:lnTo>
                    <a:pt x="465776" y="789085"/>
                  </a:lnTo>
                  <a:lnTo>
                    <a:pt x="450751" y="789085"/>
                  </a:lnTo>
                  <a:close/>
                  <a:moveTo>
                    <a:pt x="0" y="789085"/>
                  </a:moveTo>
                  <a:lnTo>
                    <a:pt x="91820" y="789085"/>
                  </a:lnTo>
                  <a:lnTo>
                    <a:pt x="91820" y="790156"/>
                  </a:lnTo>
                  <a:lnTo>
                    <a:pt x="0" y="790156"/>
                  </a:lnTo>
                  <a:close/>
                  <a:moveTo>
                    <a:pt x="708681" y="788014"/>
                  </a:moveTo>
                  <a:lnTo>
                    <a:pt x="921536" y="788014"/>
                  </a:lnTo>
                  <a:lnTo>
                    <a:pt x="921536" y="790156"/>
                  </a:lnTo>
                  <a:lnTo>
                    <a:pt x="708681" y="790156"/>
                  </a:lnTo>
                  <a:close/>
                  <a:moveTo>
                    <a:pt x="451586" y="789085"/>
                  </a:moveTo>
                  <a:lnTo>
                    <a:pt x="464942" y="789085"/>
                  </a:lnTo>
                  <a:lnTo>
                    <a:pt x="464942" y="790156"/>
                  </a:lnTo>
                  <a:lnTo>
                    <a:pt x="451586" y="790156"/>
                  </a:lnTo>
                  <a:close/>
                  <a:moveTo>
                    <a:pt x="941569" y="788014"/>
                  </a:moveTo>
                  <a:lnTo>
                    <a:pt x="1000000" y="788014"/>
                  </a:lnTo>
                  <a:lnTo>
                    <a:pt x="1000000" y="790156"/>
                  </a:lnTo>
                  <a:lnTo>
                    <a:pt x="941569" y="790156"/>
                  </a:lnTo>
                  <a:close/>
                  <a:moveTo>
                    <a:pt x="164441" y="788014"/>
                  </a:moveTo>
                  <a:lnTo>
                    <a:pt x="287980" y="788014"/>
                  </a:lnTo>
                  <a:lnTo>
                    <a:pt x="287980" y="790156"/>
                  </a:lnTo>
                  <a:lnTo>
                    <a:pt x="164441" y="790156"/>
                  </a:lnTo>
                  <a:close/>
                  <a:moveTo>
                    <a:pt x="572621" y="789085"/>
                  </a:moveTo>
                  <a:lnTo>
                    <a:pt x="688648" y="789085"/>
                  </a:lnTo>
                  <a:lnTo>
                    <a:pt x="688648" y="790156"/>
                  </a:lnTo>
                  <a:lnTo>
                    <a:pt x="572621" y="790156"/>
                  </a:lnTo>
                  <a:close/>
                  <a:moveTo>
                    <a:pt x="100167" y="789085"/>
                  </a:moveTo>
                  <a:lnTo>
                    <a:pt x="143573" y="789085"/>
                  </a:lnTo>
                  <a:lnTo>
                    <a:pt x="143573" y="790156"/>
                  </a:lnTo>
                  <a:lnTo>
                    <a:pt x="100167" y="790156"/>
                  </a:lnTo>
                  <a:close/>
                  <a:moveTo>
                    <a:pt x="334725" y="789085"/>
                  </a:moveTo>
                  <a:lnTo>
                    <a:pt x="430718" y="789085"/>
                  </a:lnTo>
                  <a:lnTo>
                    <a:pt x="430718" y="790156"/>
                  </a:lnTo>
                  <a:lnTo>
                    <a:pt x="334725" y="790156"/>
                  </a:lnTo>
                  <a:close/>
                  <a:moveTo>
                    <a:pt x="336394" y="790156"/>
                  </a:moveTo>
                  <a:lnTo>
                    <a:pt x="429883" y="790156"/>
                  </a:lnTo>
                  <a:lnTo>
                    <a:pt x="429883" y="791226"/>
                  </a:lnTo>
                  <a:lnTo>
                    <a:pt x="336394" y="791226"/>
                  </a:lnTo>
                  <a:close/>
                  <a:moveTo>
                    <a:pt x="683639" y="790156"/>
                  </a:moveTo>
                  <a:lnTo>
                    <a:pt x="686144" y="790156"/>
                  </a:lnTo>
                  <a:lnTo>
                    <a:pt x="686144" y="791226"/>
                  </a:lnTo>
                  <a:lnTo>
                    <a:pt x="683639" y="791226"/>
                  </a:lnTo>
                  <a:close/>
                  <a:moveTo>
                    <a:pt x="572621" y="790156"/>
                  </a:moveTo>
                  <a:lnTo>
                    <a:pt x="659432" y="790156"/>
                  </a:lnTo>
                  <a:lnTo>
                    <a:pt x="659432" y="791226"/>
                  </a:lnTo>
                  <a:lnTo>
                    <a:pt x="572621" y="791226"/>
                  </a:lnTo>
                  <a:close/>
                  <a:moveTo>
                    <a:pt x="164441" y="790156"/>
                  </a:moveTo>
                  <a:lnTo>
                    <a:pt x="287145" y="790156"/>
                  </a:lnTo>
                  <a:lnTo>
                    <a:pt x="287145" y="791226"/>
                  </a:lnTo>
                  <a:lnTo>
                    <a:pt x="164441" y="791226"/>
                  </a:lnTo>
                  <a:close/>
                  <a:moveTo>
                    <a:pt x="0" y="790156"/>
                  </a:moveTo>
                  <a:lnTo>
                    <a:pt x="90150" y="790156"/>
                  </a:lnTo>
                  <a:lnTo>
                    <a:pt x="90150" y="791226"/>
                  </a:lnTo>
                  <a:lnTo>
                    <a:pt x="0" y="791226"/>
                  </a:lnTo>
                  <a:close/>
                  <a:moveTo>
                    <a:pt x="759599" y="790156"/>
                  </a:moveTo>
                  <a:lnTo>
                    <a:pt x="921536" y="790156"/>
                  </a:lnTo>
                  <a:lnTo>
                    <a:pt x="921536" y="791226"/>
                  </a:lnTo>
                  <a:lnTo>
                    <a:pt x="759599" y="791226"/>
                  </a:lnTo>
                  <a:close/>
                  <a:moveTo>
                    <a:pt x="102671" y="790156"/>
                  </a:moveTo>
                  <a:lnTo>
                    <a:pt x="143573" y="790156"/>
                  </a:lnTo>
                  <a:lnTo>
                    <a:pt x="143573" y="791226"/>
                  </a:lnTo>
                  <a:lnTo>
                    <a:pt x="102671" y="791226"/>
                  </a:lnTo>
                  <a:close/>
                  <a:moveTo>
                    <a:pt x="710351" y="790156"/>
                  </a:moveTo>
                  <a:lnTo>
                    <a:pt x="712020" y="790156"/>
                  </a:lnTo>
                  <a:lnTo>
                    <a:pt x="712020" y="791226"/>
                  </a:lnTo>
                  <a:lnTo>
                    <a:pt x="710351" y="791226"/>
                  </a:lnTo>
                  <a:close/>
                  <a:moveTo>
                    <a:pt x="104341" y="791226"/>
                  </a:moveTo>
                  <a:lnTo>
                    <a:pt x="142738" y="791226"/>
                  </a:lnTo>
                  <a:lnTo>
                    <a:pt x="142738" y="792297"/>
                  </a:lnTo>
                  <a:lnTo>
                    <a:pt x="104341" y="792297"/>
                  </a:lnTo>
                  <a:close/>
                  <a:moveTo>
                    <a:pt x="340568" y="791226"/>
                  </a:moveTo>
                  <a:lnTo>
                    <a:pt x="429883" y="791226"/>
                  </a:lnTo>
                  <a:lnTo>
                    <a:pt x="429883" y="792297"/>
                  </a:lnTo>
                  <a:lnTo>
                    <a:pt x="340568" y="792297"/>
                  </a:lnTo>
                  <a:close/>
                  <a:moveTo>
                    <a:pt x="0" y="791226"/>
                  </a:moveTo>
                  <a:lnTo>
                    <a:pt x="87646" y="791226"/>
                  </a:lnTo>
                  <a:lnTo>
                    <a:pt x="87646" y="792297"/>
                  </a:lnTo>
                  <a:lnTo>
                    <a:pt x="0" y="792297"/>
                  </a:lnTo>
                  <a:close/>
                  <a:moveTo>
                    <a:pt x="573456" y="791226"/>
                  </a:moveTo>
                  <a:lnTo>
                    <a:pt x="656093" y="791226"/>
                  </a:lnTo>
                  <a:lnTo>
                    <a:pt x="656093" y="792297"/>
                  </a:lnTo>
                  <a:lnTo>
                    <a:pt x="573456" y="792297"/>
                  </a:lnTo>
                  <a:close/>
                  <a:moveTo>
                    <a:pt x="765442" y="791226"/>
                  </a:moveTo>
                  <a:lnTo>
                    <a:pt x="921536" y="791226"/>
                  </a:lnTo>
                  <a:lnTo>
                    <a:pt x="921536" y="792297"/>
                  </a:lnTo>
                  <a:lnTo>
                    <a:pt x="765442" y="792297"/>
                  </a:lnTo>
                  <a:close/>
                  <a:moveTo>
                    <a:pt x="636895" y="792297"/>
                  </a:moveTo>
                  <a:lnTo>
                    <a:pt x="655259" y="792297"/>
                  </a:lnTo>
                  <a:lnTo>
                    <a:pt x="655259" y="793368"/>
                  </a:lnTo>
                  <a:lnTo>
                    <a:pt x="636895" y="793368"/>
                  </a:lnTo>
                  <a:close/>
                  <a:moveTo>
                    <a:pt x="574290" y="792297"/>
                  </a:moveTo>
                  <a:lnTo>
                    <a:pt x="631052" y="792297"/>
                  </a:lnTo>
                  <a:lnTo>
                    <a:pt x="631052" y="793368"/>
                  </a:lnTo>
                  <a:lnTo>
                    <a:pt x="574290" y="793368"/>
                  </a:lnTo>
                  <a:close/>
                  <a:moveTo>
                    <a:pt x="847245" y="792297"/>
                  </a:moveTo>
                  <a:lnTo>
                    <a:pt x="920701" y="792297"/>
                  </a:lnTo>
                  <a:lnTo>
                    <a:pt x="920701" y="793368"/>
                  </a:lnTo>
                  <a:lnTo>
                    <a:pt x="847245" y="793368"/>
                  </a:lnTo>
                  <a:close/>
                  <a:moveTo>
                    <a:pt x="452421" y="790156"/>
                  </a:moveTo>
                  <a:lnTo>
                    <a:pt x="464942" y="790156"/>
                  </a:lnTo>
                  <a:lnTo>
                    <a:pt x="464942" y="793368"/>
                  </a:lnTo>
                  <a:lnTo>
                    <a:pt x="452421" y="793368"/>
                  </a:lnTo>
                  <a:close/>
                  <a:moveTo>
                    <a:pt x="341402" y="792297"/>
                  </a:moveTo>
                  <a:lnTo>
                    <a:pt x="429883" y="792297"/>
                  </a:lnTo>
                  <a:lnTo>
                    <a:pt x="429883" y="793368"/>
                  </a:lnTo>
                  <a:lnTo>
                    <a:pt x="341402" y="793368"/>
                  </a:lnTo>
                  <a:close/>
                  <a:moveTo>
                    <a:pt x="105175" y="792297"/>
                  </a:moveTo>
                  <a:lnTo>
                    <a:pt x="141903" y="792297"/>
                  </a:lnTo>
                  <a:lnTo>
                    <a:pt x="141903" y="793368"/>
                  </a:lnTo>
                  <a:lnTo>
                    <a:pt x="105175" y="793368"/>
                  </a:lnTo>
                  <a:close/>
                  <a:moveTo>
                    <a:pt x="0" y="792297"/>
                  </a:moveTo>
                  <a:lnTo>
                    <a:pt x="86811" y="792297"/>
                  </a:lnTo>
                  <a:lnTo>
                    <a:pt x="86811" y="793368"/>
                  </a:lnTo>
                  <a:lnTo>
                    <a:pt x="0" y="793368"/>
                  </a:lnTo>
                  <a:close/>
                  <a:moveTo>
                    <a:pt x="165275" y="791226"/>
                  </a:moveTo>
                  <a:lnTo>
                    <a:pt x="285476" y="791226"/>
                  </a:lnTo>
                  <a:lnTo>
                    <a:pt x="285476" y="793368"/>
                  </a:lnTo>
                  <a:lnTo>
                    <a:pt x="165275" y="793368"/>
                  </a:lnTo>
                  <a:close/>
                  <a:moveTo>
                    <a:pt x="765442" y="792297"/>
                  </a:moveTo>
                  <a:lnTo>
                    <a:pt x="846411" y="792297"/>
                  </a:lnTo>
                  <a:lnTo>
                    <a:pt x="846411" y="793368"/>
                  </a:lnTo>
                  <a:lnTo>
                    <a:pt x="765442" y="793368"/>
                  </a:lnTo>
                  <a:close/>
                  <a:moveTo>
                    <a:pt x="165275" y="793368"/>
                  </a:moveTo>
                  <a:lnTo>
                    <a:pt x="284641" y="793368"/>
                  </a:lnTo>
                  <a:lnTo>
                    <a:pt x="284641" y="794438"/>
                  </a:lnTo>
                  <a:lnTo>
                    <a:pt x="165275" y="794438"/>
                  </a:lnTo>
                  <a:close/>
                  <a:moveTo>
                    <a:pt x="575125" y="793368"/>
                  </a:moveTo>
                  <a:lnTo>
                    <a:pt x="630217" y="793368"/>
                  </a:lnTo>
                  <a:lnTo>
                    <a:pt x="630217" y="794438"/>
                  </a:lnTo>
                  <a:lnTo>
                    <a:pt x="575125" y="794438"/>
                  </a:lnTo>
                  <a:close/>
                  <a:moveTo>
                    <a:pt x="0" y="793368"/>
                  </a:moveTo>
                  <a:lnTo>
                    <a:pt x="85977" y="793368"/>
                  </a:lnTo>
                  <a:lnTo>
                    <a:pt x="85977" y="794438"/>
                  </a:lnTo>
                  <a:lnTo>
                    <a:pt x="0" y="794438"/>
                  </a:lnTo>
                  <a:close/>
                  <a:moveTo>
                    <a:pt x="343072" y="793368"/>
                  </a:moveTo>
                  <a:lnTo>
                    <a:pt x="429883" y="793368"/>
                  </a:lnTo>
                  <a:lnTo>
                    <a:pt x="429883" y="794438"/>
                  </a:lnTo>
                  <a:lnTo>
                    <a:pt x="343072" y="794438"/>
                  </a:lnTo>
                  <a:close/>
                  <a:moveTo>
                    <a:pt x="106010" y="793368"/>
                  </a:moveTo>
                  <a:lnTo>
                    <a:pt x="141903" y="793368"/>
                  </a:lnTo>
                  <a:lnTo>
                    <a:pt x="141903" y="794438"/>
                  </a:lnTo>
                  <a:lnTo>
                    <a:pt x="106010" y="794438"/>
                  </a:lnTo>
                  <a:close/>
                  <a:moveTo>
                    <a:pt x="638564" y="793368"/>
                  </a:moveTo>
                  <a:lnTo>
                    <a:pt x="654424" y="793368"/>
                  </a:lnTo>
                  <a:lnTo>
                    <a:pt x="654424" y="794438"/>
                  </a:lnTo>
                  <a:lnTo>
                    <a:pt x="638564" y="794438"/>
                  </a:lnTo>
                  <a:close/>
                  <a:moveTo>
                    <a:pt x="766277" y="793368"/>
                  </a:moveTo>
                  <a:lnTo>
                    <a:pt x="843907" y="793368"/>
                  </a:lnTo>
                  <a:lnTo>
                    <a:pt x="843907" y="794438"/>
                  </a:lnTo>
                  <a:lnTo>
                    <a:pt x="766277" y="794438"/>
                  </a:lnTo>
                  <a:close/>
                  <a:moveTo>
                    <a:pt x="848915" y="793368"/>
                  </a:moveTo>
                  <a:lnTo>
                    <a:pt x="919866" y="793368"/>
                  </a:lnTo>
                  <a:lnTo>
                    <a:pt x="919866" y="794438"/>
                  </a:lnTo>
                  <a:lnTo>
                    <a:pt x="848915" y="794438"/>
                  </a:lnTo>
                  <a:close/>
                  <a:moveTo>
                    <a:pt x="575125" y="794438"/>
                  </a:moveTo>
                  <a:lnTo>
                    <a:pt x="627713" y="794438"/>
                  </a:lnTo>
                  <a:lnTo>
                    <a:pt x="627713" y="795509"/>
                  </a:lnTo>
                  <a:lnTo>
                    <a:pt x="575125" y="795509"/>
                  </a:lnTo>
                  <a:close/>
                  <a:moveTo>
                    <a:pt x="346411" y="794438"/>
                  </a:moveTo>
                  <a:lnTo>
                    <a:pt x="429883" y="794438"/>
                  </a:lnTo>
                  <a:lnTo>
                    <a:pt x="429883" y="795509"/>
                  </a:lnTo>
                  <a:lnTo>
                    <a:pt x="346411" y="795509"/>
                  </a:lnTo>
                  <a:close/>
                  <a:moveTo>
                    <a:pt x="942404" y="790156"/>
                  </a:moveTo>
                  <a:lnTo>
                    <a:pt x="1000000" y="790156"/>
                  </a:lnTo>
                  <a:lnTo>
                    <a:pt x="1000000" y="795509"/>
                  </a:lnTo>
                  <a:lnTo>
                    <a:pt x="942404" y="795509"/>
                  </a:lnTo>
                  <a:close/>
                  <a:moveTo>
                    <a:pt x="0" y="794438"/>
                  </a:moveTo>
                  <a:lnTo>
                    <a:pt x="85142" y="794438"/>
                  </a:lnTo>
                  <a:lnTo>
                    <a:pt x="85142" y="795509"/>
                  </a:lnTo>
                  <a:lnTo>
                    <a:pt x="0" y="795509"/>
                  </a:lnTo>
                  <a:close/>
                  <a:moveTo>
                    <a:pt x="640234" y="794438"/>
                  </a:moveTo>
                  <a:lnTo>
                    <a:pt x="653589" y="794438"/>
                  </a:lnTo>
                  <a:lnTo>
                    <a:pt x="653589" y="795509"/>
                  </a:lnTo>
                  <a:lnTo>
                    <a:pt x="640234" y="795509"/>
                  </a:lnTo>
                  <a:close/>
                  <a:moveTo>
                    <a:pt x="165275" y="794438"/>
                  </a:moveTo>
                  <a:lnTo>
                    <a:pt x="282972" y="794438"/>
                  </a:lnTo>
                  <a:lnTo>
                    <a:pt x="282972" y="795509"/>
                  </a:lnTo>
                  <a:lnTo>
                    <a:pt x="165275" y="795509"/>
                  </a:lnTo>
                  <a:close/>
                  <a:moveTo>
                    <a:pt x="852254" y="794438"/>
                  </a:moveTo>
                  <a:lnTo>
                    <a:pt x="919032" y="794438"/>
                  </a:lnTo>
                  <a:lnTo>
                    <a:pt x="919032" y="795509"/>
                  </a:lnTo>
                  <a:lnTo>
                    <a:pt x="852254" y="795509"/>
                  </a:lnTo>
                  <a:close/>
                  <a:moveTo>
                    <a:pt x="106845" y="794438"/>
                  </a:moveTo>
                  <a:lnTo>
                    <a:pt x="141068" y="794438"/>
                  </a:lnTo>
                  <a:lnTo>
                    <a:pt x="141068" y="795509"/>
                  </a:lnTo>
                  <a:lnTo>
                    <a:pt x="106845" y="795509"/>
                  </a:lnTo>
                  <a:close/>
                  <a:moveTo>
                    <a:pt x="767947" y="794438"/>
                  </a:moveTo>
                  <a:lnTo>
                    <a:pt x="841402" y="794438"/>
                  </a:lnTo>
                  <a:lnTo>
                    <a:pt x="841402" y="795509"/>
                  </a:lnTo>
                  <a:lnTo>
                    <a:pt x="767947" y="795509"/>
                  </a:lnTo>
                  <a:close/>
                  <a:moveTo>
                    <a:pt x="348915" y="795509"/>
                  </a:moveTo>
                  <a:lnTo>
                    <a:pt x="429883" y="795509"/>
                  </a:lnTo>
                  <a:lnTo>
                    <a:pt x="429883" y="796580"/>
                  </a:lnTo>
                  <a:lnTo>
                    <a:pt x="348915" y="796580"/>
                  </a:lnTo>
                  <a:close/>
                  <a:moveTo>
                    <a:pt x="165275" y="795509"/>
                  </a:moveTo>
                  <a:lnTo>
                    <a:pt x="282137" y="795509"/>
                  </a:lnTo>
                  <a:lnTo>
                    <a:pt x="282137" y="796580"/>
                  </a:lnTo>
                  <a:lnTo>
                    <a:pt x="165275" y="796580"/>
                  </a:lnTo>
                  <a:close/>
                  <a:moveTo>
                    <a:pt x="941569" y="795509"/>
                  </a:moveTo>
                  <a:lnTo>
                    <a:pt x="1000000" y="795509"/>
                  </a:lnTo>
                  <a:lnTo>
                    <a:pt x="1000000" y="796580"/>
                  </a:lnTo>
                  <a:lnTo>
                    <a:pt x="941569" y="796580"/>
                  </a:lnTo>
                  <a:close/>
                  <a:moveTo>
                    <a:pt x="767947" y="795509"/>
                  </a:moveTo>
                  <a:lnTo>
                    <a:pt x="840568" y="795509"/>
                  </a:lnTo>
                  <a:lnTo>
                    <a:pt x="840568" y="796580"/>
                  </a:lnTo>
                  <a:lnTo>
                    <a:pt x="767947" y="796580"/>
                  </a:lnTo>
                  <a:close/>
                  <a:moveTo>
                    <a:pt x="575125" y="795509"/>
                  </a:moveTo>
                  <a:lnTo>
                    <a:pt x="626878" y="795509"/>
                  </a:lnTo>
                  <a:lnTo>
                    <a:pt x="626878" y="796580"/>
                  </a:lnTo>
                  <a:lnTo>
                    <a:pt x="575125" y="796580"/>
                  </a:lnTo>
                  <a:close/>
                  <a:moveTo>
                    <a:pt x="107679" y="795509"/>
                  </a:moveTo>
                  <a:lnTo>
                    <a:pt x="141068" y="795509"/>
                  </a:lnTo>
                  <a:lnTo>
                    <a:pt x="141068" y="796580"/>
                  </a:lnTo>
                  <a:lnTo>
                    <a:pt x="107679" y="796580"/>
                  </a:lnTo>
                  <a:close/>
                  <a:moveTo>
                    <a:pt x="641068" y="795509"/>
                  </a:moveTo>
                  <a:lnTo>
                    <a:pt x="652755" y="795509"/>
                  </a:lnTo>
                  <a:lnTo>
                    <a:pt x="652755" y="796580"/>
                  </a:lnTo>
                  <a:lnTo>
                    <a:pt x="641068" y="796580"/>
                  </a:lnTo>
                  <a:close/>
                  <a:moveTo>
                    <a:pt x="853088" y="795509"/>
                  </a:moveTo>
                  <a:lnTo>
                    <a:pt x="919032" y="795509"/>
                  </a:lnTo>
                  <a:lnTo>
                    <a:pt x="919032" y="796580"/>
                  </a:lnTo>
                  <a:lnTo>
                    <a:pt x="853088" y="796580"/>
                  </a:lnTo>
                  <a:close/>
                  <a:moveTo>
                    <a:pt x="349750" y="796580"/>
                  </a:moveTo>
                  <a:lnTo>
                    <a:pt x="429883" y="796580"/>
                  </a:lnTo>
                  <a:lnTo>
                    <a:pt x="429883" y="797650"/>
                  </a:lnTo>
                  <a:lnTo>
                    <a:pt x="349750" y="797650"/>
                  </a:lnTo>
                  <a:close/>
                  <a:moveTo>
                    <a:pt x="107679" y="796580"/>
                  </a:moveTo>
                  <a:lnTo>
                    <a:pt x="140234" y="796580"/>
                  </a:lnTo>
                  <a:lnTo>
                    <a:pt x="140234" y="797650"/>
                  </a:lnTo>
                  <a:lnTo>
                    <a:pt x="107679" y="797650"/>
                  </a:lnTo>
                  <a:close/>
                  <a:moveTo>
                    <a:pt x="641903" y="796580"/>
                  </a:moveTo>
                  <a:lnTo>
                    <a:pt x="652755" y="796580"/>
                  </a:lnTo>
                  <a:lnTo>
                    <a:pt x="652755" y="797650"/>
                  </a:lnTo>
                  <a:lnTo>
                    <a:pt x="641903" y="797650"/>
                  </a:lnTo>
                  <a:close/>
                  <a:moveTo>
                    <a:pt x="767947" y="796580"/>
                  </a:moveTo>
                  <a:lnTo>
                    <a:pt x="839733" y="796580"/>
                  </a:lnTo>
                  <a:lnTo>
                    <a:pt x="839733" y="797650"/>
                  </a:lnTo>
                  <a:lnTo>
                    <a:pt x="767947" y="797650"/>
                  </a:lnTo>
                  <a:close/>
                  <a:moveTo>
                    <a:pt x="853923" y="796580"/>
                  </a:moveTo>
                  <a:lnTo>
                    <a:pt x="919032" y="796580"/>
                  </a:lnTo>
                  <a:lnTo>
                    <a:pt x="919032" y="797650"/>
                  </a:lnTo>
                  <a:lnTo>
                    <a:pt x="853923" y="797650"/>
                  </a:lnTo>
                  <a:close/>
                  <a:moveTo>
                    <a:pt x="164441" y="796580"/>
                  </a:moveTo>
                  <a:lnTo>
                    <a:pt x="281302" y="796580"/>
                  </a:lnTo>
                  <a:lnTo>
                    <a:pt x="281302" y="797650"/>
                  </a:lnTo>
                  <a:lnTo>
                    <a:pt x="164441" y="797650"/>
                  </a:lnTo>
                  <a:close/>
                  <a:moveTo>
                    <a:pt x="0" y="795509"/>
                  </a:moveTo>
                  <a:lnTo>
                    <a:pt x="84307" y="795509"/>
                  </a:lnTo>
                  <a:lnTo>
                    <a:pt x="84307" y="797650"/>
                  </a:lnTo>
                  <a:lnTo>
                    <a:pt x="0" y="797650"/>
                  </a:lnTo>
                  <a:close/>
                  <a:moveTo>
                    <a:pt x="164441" y="797650"/>
                  </a:moveTo>
                  <a:lnTo>
                    <a:pt x="280467" y="797650"/>
                  </a:lnTo>
                  <a:lnTo>
                    <a:pt x="280467" y="798721"/>
                  </a:lnTo>
                  <a:lnTo>
                    <a:pt x="164441" y="798721"/>
                  </a:lnTo>
                  <a:close/>
                  <a:moveTo>
                    <a:pt x="854758" y="797650"/>
                  </a:moveTo>
                  <a:lnTo>
                    <a:pt x="865609" y="797650"/>
                  </a:lnTo>
                  <a:lnTo>
                    <a:pt x="865609" y="798721"/>
                  </a:lnTo>
                  <a:lnTo>
                    <a:pt x="854758" y="798721"/>
                  </a:lnTo>
                  <a:close/>
                  <a:moveTo>
                    <a:pt x="642738" y="797650"/>
                  </a:moveTo>
                  <a:lnTo>
                    <a:pt x="652755" y="797650"/>
                  </a:lnTo>
                  <a:lnTo>
                    <a:pt x="652755" y="798721"/>
                  </a:lnTo>
                  <a:lnTo>
                    <a:pt x="642738" y="798721"/>
                  </a:lnTo>
                  <a:close/>
                  <a:moveTo>
                    <a:pt x="940735" y="796580"/>
                  </a:moveTo>
                  <a:lnTo>
                    <a:pt x="1000000" y="796580"/>
                  </a:lnTo>
                  <a:lnTo>
                    <a:pt x="1000000" y="798721"/>
                  </a:lnTo>
                  <a:lnTo>
                    <a:pt x="940735" y="798721"/>
                  </a:lnTo>
                  <a:close/>
                  <a:moveTo>
                    <a:pt x="109349" y="797650"/>
                  </a:moveTo>
                  <a:lnTo>
                    <a:pt x="139399" y="797650"/>
                  </a:lnTo>
                  <a:lnTo>
                    <a:pt x="139399" y="798721"/>
                  </a:lnTo>
                  <a:lnTo>
                    <a:pt x="109349" y="798721"/>
                  </a:lnTo>
                  <a:close/>
                  <a:moveTo>
                    <a:pt x="768781" y="797650"/>
                  </a:moveTo>
                  <a:lnTo>
                    <a:pt x="838898" y="797650"/>
                  </a:lnTo>
                  <a:lnTo>
                    <a:pt x="838898" y="798721"/>
                  </a:lnTo>
                  <a:lnTo>
                    <a:pt x="768781" y="798721"/>
                  </a:lnTo>
                  <a:close/>
                  <a:moveTo>
                    <a:pt x="575125" y="796580"/>
                  </a:moveTo>
                  <a:lnTo>
                    <a:pt x="626043" y="796580"/>
                  </a:lnTo>
                  <a:lnTo>
                    <a:pt x="626043" y="798721"/>
                  </a:lnTo>
                  <a:lnTo>
                    <a:pt x="575125" y="798721"/>
                  </a:lnTo>
                  <a:close/>
                  <a:moveTo>
                    <a:pt x="873957" y="797650"/>
                  </a:moveTo>
                  <a:lnTo>
                    <a:pt x="919032" y="797650"/>
                  </a:lnTo>
                  <a:lnTo>
                    <a:pt x="919032" y="798721"/>
                  </a:lnTo>
                  <a:lnTo>
                    <a:pt x="873957" y="798721"/>
                  </a:lnTo>
                  <a:close/>
                  <a:moveTo>
                    <a:pt x="352254" y="797650"/>
                  </a:moveTo>
                  <a:lnTo>
                    <a:pt x="429883" y="797650"/>
                  </a:lnTo>
                  <a:lnTo>
                    <a:pt x="429883" y="798721"/>
                  </a:lnTo>
                  <a:lnTo>
                    <a:pt x="352254" y="798721"/>
                  </a:lnTo>
                  <a:close/>
                  <a:moveTo>
                    <a:pt x="0" y="797650"/>
                  </a:moveTo>
                  <a:lnTo>
                    <a:pt x="83472" y="797650"/>
                  </a:lnTo>
                  <a:lnTo>
                    <a:pt x="83472" y="799792"/>
                  </a:lnTo>
                  <a:lnTo>
                    <a:pt x="0" y="799792"/>
                  </a:lnTo>
                  <a:close/>
                  <a:moveTo>
                    <a:pt x="876461" y="798721"/>
                  </a:moveTo>
                  <a:lnTo>
                    <a:pt x="918197" y="798721"/>
                  </a:lnTo>
                  <a:lnTo>
                    <a:pt x="918197" y="799792"/>
                  </a:lnTo>
                  <a:lnTo>
                    <a:pt x="876461" y="799792"/>
                  </a:lnTo>
                  <a:close/>
                  <a:moveTo>
                    <a:pt x="574290" y="798721"/>
                  </a:moveTo>
                  <a:lnTo>
                    <a:pt x="625209" y="798721"/>
                  </a:lnTo>
                  <a:lnTo>
                    <a:pt x="625209" y="799792"/>
                  </a:lnTo>
                  <a:lnTo>
                    <a:pt x="574290" y="799792"/>
                  </a:lnTo>
                  <a:close/>
                  <a:moveTo>
                    <a:pt x="164441" y="798721"/>
                  </a:moveTo>
                  <a:lnTo>
                    <a:pt x="279633" y="798721"/>
                  </a:lnTo>
                  <a:lnTo>
                    <a:pt x="279633" y="799792"/>
                  </a:lnTo>
                  <a:lnTo>
                    <a:pt x="164441" y="799792"/>
                  </a:lnTo>
                  <a:close/>
                  <a:moveTo>
                    <a:pt x="109349" y="798721"/>
                  </a:moveTo>
                  <a:lnTo>
                    <a:pt x="138564" y="798721"/>
                  </a:lnTo>
                  <a:lnTo>
                    <a:pt x="138564" y="799792"/>
                  </a:lnTo>
                  <a:lnTo>
                    <a:pt x="109349" y="799792"/>
                  </a:lnTo>
                  <a:close/>
                  <a:moveTo>
                    <a:pt x="355593" y="798721"/>
                  </a:moveTo>
                  <a:lnTo>
                    <a:pt x="429883" y="798721"/>
                  </a:lnTo>
                  <a:lnTo>
                    <a:pt x="429883" y="799792"/>
                  </a:lnTo>
                  <a:lnTo>
                    <a:pt x="355593" y="799792"/>
                  </a:lnTo>
                  <a:close/>
                  <a:moveTo>
                    <a:pt x="356427" y="799792"/>
                  </a:moveTo>
                  <a:lnTo>
                    <a:pt x="429883" y="799792"/>
                  </a:lnTo>
                  <a:lnTo>
                    <a:pt x="429883" y="800863"/>
                  </a:lnTo>
                  <a:lnTo>
                    <a:pt x="356427" y="800863"/>
                  </a:lnTo>
                  <a:close/>
                  <a:moveTo>
                    <a:pt x="876461" y="799792"/>
                  </a:moveTo>
                  <a:lnTo>
                    <a:pt x="917362" y="799792"/>
                  </a:lnTo>
                  <a:lnTo>
                    <a:pt x="917362" y="800863"/>
                  </a:lnTo>
                  <a:lnTo>
                    <a:pt x="876461" y="800863"/>
                  </a:lnTo>
                  <a:close/>
                  <a:moveTo>
                    <a:pt x="855593" y="798721"/>
                  </a:moveTo>
                  <a:lnTo>
                    <a:pt x="863105" y="798721"/>
                  </a:lnTo>
                  <a:lnTo>
                    <a:pt x="863105" y="800863"/>
                  </a:lnTo>
                  <a:lnTo>
                    <a:pt x="855593" y="800863"/>
                  </a:lnTo>
                  <a:close/>
                  <a:moveTo>
                    <a:pt x="643573" y="798721"/>
                  </a:moveTo>
                  <a:lnTo>
                    <a:pt x="651920" y="798721"/>
                  </a:lnTo>
                  <a:lnTo>
                    <a:pt x="651920" y="800863"/>
                  </a:lnTo>
                  <a:lnTo>
                    <a:pt x="643573" y="800863"/>
                  </a:lnTo>
                  <a:close/>
                  <a:moveTo>
                    <a:pt x="164441" y="799792"/>
                  </a:moveTo>
                  <a:lnTo>
                    <a:pt x="278798" y="799792"/>
                  </a:lnTo>
                  <a:lnTo>
                    <a:pt x="278798" y="800863"/>
                  </a:lnTo>
                  <a:lnTo>
                    <a:pt x="164441" y="800863"/>
                  </a:lnTo>
                  <a:close/>
                  <a:moveTo>
                    <a:pt x="768781" y="798721"/>
                  </a:moveTo>
                  <a:lnTo>
                    <a:pt x="838063" y="798721"/>
                  </a:lnTo>
                  <a:lnTo>
                    <a:pt x="838063" y="800863"/>
                  </a:lnTo>
                  <a:lnTo>
                    <a:pt x="768781" y="800863"/>
                  </a:lnTo>
                  <a:close/>
                  <a:moveTo>
                    <a:pt x="358097" y="800863"/>
                  </a:moveTo>
                  <a:lnTo>
                    <a:pt x="429883" y="800863"/>
                  </a:lnTo>
                  <a:lnTo>
                    <a:pt x="429883" y="801933"/>
                  </a:lnTo>
                  <a:lnTo>
                    <a:pt x="358097" y="801933"/>
                  </a:lnTo>
                  <a:close/>
                  <a:moveTo>
                    <a:pt x="164441" y="800863"/>
                  </a:moveTo>
                  <a:lnTo>
                    <a:pt x="277963" y="800863"/>
                  </a:lnTo>
                  <a:lnTo>
                    <a:pt x="277963" y="801933"/>
                  </a:lnTo>
                  <a:lnTo>
                    <a:pt x="164441" y="801933"/>
                  </a:lnTo>
                  <a:close/>
                  <a:moveTo>
                    <a:pt x="768781" y="800863"/>
                  </a:moveTo>
                  <a:lnTo>
                    <a:pt x="837229" y="800863"/>
                  </a:lnTo>
                  <a:lnTo>
                    <a:pt x="837229" y="801933"/>
                  </a:lnTo>
                  <a:lnTo>
                    <a:pt x="768781" y="801933"/>
                  </a:lnTo>
                  <a:close/>
                  <a:moveTo>
                    <a:pt x="573456" y="799792"/>
                  </a:moveTo>
                  <a:lnTo>
                    <a:pt x="625209" y="799792"/>
                  </a:lnTo>
                  <a:lnTo>
                    <a:pt x="625209" y="801933"/>
                  </a:lnTo>
                  <a:lnTo>
                    <a:pt x="573456" y="801933"/>
                  </a:lnTo>
                  <a:close/>
                  <a:moveTo>
                    <a:pt x="0" y="799792"/>
                  </a:moveTo>
                  <a:lnTo>
                    <a:pt x="82638" y="799792"/>
                  </a:lnTo>
                  <a:lnTo>
                    <a:pt x="82638" y="801933"/>
                  </a:lnTo>
                  <a:lnTo>
                    <a:pt x="0" y="801933"/>
                  </a:lnTo>
                  <a:close/>
                  <a:moveTo>
                    <a:pt x="453255" y="793368"/>
                  </a:moveTo>
                  <a:lnTo>
                    <a:pt x="464942" y="793368"/>
                  </a:lnTo>
                  <a:lnTo>
                    <a:pt x="464942" y="801933"/>
                  </a:lnTo>
                  <a:lnTo>
                    <a:pt x="453255" y="801933"/>
                  </a:lnTo>
                  <a:close/>
                  <a:moveTo>
                    <a:pt x="362270" y="801933"/>
                  </a:moveTo>
                  <a:lnTo>
                    <a:pt x="429883" y="801933"/>
                  </a:lnTo>
                  <a:lnTo>
                    <a:pt x="429883" y="803004"/>
                  </a:lnTo>
                  <a:lnTo>
                    <a:pt x="362270" y="803004"/>
                  </a:lnTo>
                  <a:close/>
                  <a:moveTo>
                    <a:pt x="769616" y="801933"/>
                  </a:moveTo>
                  <a:lnTo>
                    <a:pt x="837229" y="801933"/>
                  </a:lnTo>
                  <a:lnTo>
                    <a:pt x="837229" y="803004"/>
                  </a:lnTo>
                  <a:lnTo>
                    <a:pt x="769616" y="803004"/>
                  </a:lnTo>
                  <a:close/>
                  <a:moveTo>
                    <a:pt x="163606" y="801933"/>
                  </a:moveTo>
                  <a:lnTo>
                    <a:pt x="276294" y="801933"/>
                  </a:lnTo>
                  <a:lnTo>
                    <a:pt x="276294" y="803004"/>
                  </a:lnTo>
                  <a:lnTo>
                    <a:pt x="163606" y="803004"/>
                  </a:lnTo>
                  <a:close/>
                  <a:moveTo>
                    <a:pt x="877295" y="800863"/>
                  </a:moveTo>
                  <a:lnTo>
                    <a:pt x="916528" y="800863"/>
                  </a:lnTo>
                  <a:lnTo>
                    <a:pt x="916528" y="803004"/>
                  </a:lnTo>
                  <a:lnTo>
                    <a:pt x="877295" y="803004"/>
                  </a:lnTo>
                  <a:close/>
                  <a:moveTo>
                    <a:pt x="572621" y="801933"/>
                  </a:moveTo>
                  <a:lnTo>
                    <a:pt x="624374" y="801933"/>
                  </a:lnTo>
                  <a:lnTo>
                    <a:pt x="624374" y="803004"/>
                  </a:lnTo>
                  <a:lnTo>
                    <a:pt x="572621" y="803004"/>
                  </a:lnTo>
                  <a:close/>
                  <a:moveTo>
                    <a:pt x="939900" y="798721"/>
                  </a:moveTo>
                  <a:lnTo>
                    <a:pt x="1000000" y="798721"/>
                  </a:lnTo>
                  <a:lnTo>
                    <a:pt x="1000000" y="803004"/>
                  </a:lnTo>
                  <a:lnTo>
                    <a:pt x="939900" y="803004"/>
                  </a:lnTo>
                  <a:close/>
                  <a:moveTo>
                    <a:pt x="110184" y="799792"/>
                  </a:moveTo>
                  <a:lnTo>
                    <a:pt x="138564" y="799792"/>
                  </a:lnTo>
                  <a:lnTo>
                    <a:pt x="138564" y="803004"/>
                  </a:lnTo>
                  <a:lnTo>
                    <a:pt x="110184" y="803004"/>
                  </a:lnTo>
                  <a:close/>
                  <a:moveTo>
                    <a:pt x="855593" y="800863"/>
                  </a:moveTo>
                  <a:lnTo>
                    <a:pt x="862270" y="800863"/>
                  </a:lnTo>
                  <a:lnTo>
                    <a:pt x="862270" y="803004"/>
                  </a:lnTo>
                  <a:lnTo>
                    <a:pt x="855593" y="803004"/>
                  </a:lnTo>
                  <a:close/>
                  <a:moveTo>
                    <a:pt x="452421" y="801933"/>
                  </a:moveTo>
                  <a:lnTo>
                    <a:pt x="464942" y="801933"/>
                  </a:lnTo>
                  <a:lnTo>
                    <a:pt x="464942" y="803004"/>
                  </a:lnTo>
                  <a:lnTo>
                    <a:pt x="452421" y="803004"/>
                  </a:lnTo>
                  <a:close/>
                  <a:moveTo>
                    <a:pt x="363105" y="803004"/>
                  </a:moveTo>
                  <a:lnTo>
                    <a:pt x="429883" y="803004"/>
                  </a:lnTo>
                  <a:lnTo>
                    <a:pt x="429883" y="804075"/>
                  </a:lnTo>
                  <a:lnTo>
                    <a:pt x="363105" y="804075"/>
                  </a:lnTo>
                  <a:close/>
                  <a:moveTo>
                    <a:pt x="163606" y="803004"/>
                  </a:moveTo>
                  <a:lnTo>
                    <a:pt x="275459" y="803004"/>
                  </a:lnTo>
                  <a:lnTo>
                    <a:pt x="275459" y="804075"/>
                  </a:lnTo>
                  <a:lnTo>
                    <a:pt x="163606" y="804075"/>
                  </a:lnTo>
                  <a:close/>
                  <a:moveTo>
                    <a:pt x="571786" y="803004"/>
                  </a:moveTo>
                  <a:lnTo>
                    <a:pt x="624374" y="803004"/>
                  </a:lnTo>
                  <a:lnTo>
                    <a:pt x="624374" y="804075"/>
                  </a:lnTo>
                  <a:lnTo>
                    <a:pt x="571786" y="804075"/>
                  </a:lnTo>
                  <a:close/>
                  <a:moveTo>
                    <a:pt x="939065" y="803004"/>
                  </a:moveTo>
                  <a:lnTo>
                    <a:pt x="1000000" y="803004"/>
                  </a:lnTo>
                  <a:lnTo>
                    <a:pt x="1000000" y="804075"/>
                  </a:lnTo>
                  <a:lnTo>
                    <a:pt x="939065" y="804075"/>
                  </a:lnTo>
                  <a:close/>
                  <a:moveTo>
                    <a:pt x="878130" y="803004"/>
                  </a:moveTo>
                  <a:lnTo>
                    <a:pt x="916528" y="803004"/>
                  </a:lnTo>
                  <a:lnTo>
                    <a:pt x="916528" y="804075"/>
                  </a:lnTo>
                  <a:lnTo>
                    <a:pt x="878130" y="804075"/>
                  </a:lnTo>
                  <a:close/>
                  <a:moveTo>
                    <a:pt x="452421" y="803004"/>
                  </a:moveTo>
                  <a:lnTo>
                    <a:pt x="465776" y="803004"/>
                  </a:lnTo>
                  <a:lnTo>
                    <a:pt x="465776" y="804075"/>
                  </a:lnTo>
                  <a:lnTo>
                    <a:pt x="452421" y="804075"/>
                  </a:lnTo>
                  <a:close/>
                  <a:moveTo>
                    <a:pt x="643573" y="800863"/>
                  </a:moveTo>
                  <a:lnTo>
                    <a:pt x="651085" y="800863"/>
                  </a:lnTo>
                  <a:lnTo>
                    <a:pt x="651085" y="804075"/>
                  </a:lnTo>
                  <a:lnTo>
                    <a:pt x="643573" y="804075"/>
                  </a:lnTo>
                  <a:close/>
                  <a:moveTo>
                    <a:pt x="110184" y="803004"/>
                  </a:moveTo>
                  <a:lnTo>
                    <a:pt x="137730" y="803004"/>
                  </a:lnTo>
                  <a:lnTo>
                    <a:pt x="137730" y="804075"/>
                  </a:lnTo>
                  <a:lnTo>
                    <a:pt x="110184" y="804075"/>
                  </a:lnTo>
                  <a:close/>
                  <a:moveTo>
                    <a:pt x="770451" y="803004"/>
                  </a:moveTo>
                  <a:lnTo>
                    <a:pt x="837229" y="803004"/>
                  </a:lnTo>
                  <a:lnTo>
                    <a:pt x="837229" y="805145"/>
                  </a:lnTo>
                  <a:lnTo>
                    <a:pt x="770451" y="805145"/>
                  </a:lnTo>
                  <a:close/>
                  <a:moveTo>
                    <a:pt x="161937" y="804075"/>
                  </a:moveTo>
                  <a:lnTo>
                    <a:pt x="274624" y="804075"/>
                  </a:lnTo>
                  <a:lnTo>
                    <a:pt x="274624" y="805145"/>
                  </a:lnTo>
                  <a:lnTo>
                    <a:pt x="161937" y="805145"/>
                  </a:lnTo>
                  <a:close/>
                  <a:moveTo>
                    <a:pt x="110184" y="804075"/>
                  </a:moveTo>
                  <a:lnTo>
                    <a:pt x="136895" y="804075"/>
                  </a:lnTo>
                  <a:lnTo>
                    <a:pt x="136895" y="805145"/>
                  </a:lnTo>
                  <a:lnTo>
                    <a:pt x="110184" y="805145"/>
                  </a:lnTo>
                  <a:close/>
                  <a:moveTo>
                    <a:pt x="878965" y="804075"/>
                  </a:moveTo>
                  <a:lnTo>
                    <a:pt x="916528" y="804075"/>
                  </a:lnTo>
                  <a:lnTo>
                    <a:pt x="916528" y="805145"/>
                  </a:lnTo>
                  <a:lnTo>
                    <a:pt x="878965" y="805145"/>
                  </a:lnTo>
                  <a:close/>
                  <a:moveTo>
                    <a:pt x="938230" y="804075"/>
                  </a:moveTo>
                  <a:lnTo>
                    <a:pt x="1000000" y="804075"/>
                  </a:lnTo>
                  <a:lnTo>
                    <a:pt x="1000000" y="805145"/>
                  </a:lnTo>
                  <a:lnTo>
                    <a:pt x="938230" y="805145"/>
                  </a:lnTo>
                  <a:close/>
                  <a:moveTo>
                    <a:pt x="364775" y="804075"/>
                  </a:moveTo>
                  <a:lnTo>
                    <a:pt x="429883" y="804075"/>
                  </a:lnTo>
                  <a:lnTo>
                    <a:pt x="429883" y="805145"/>
                  </a:lnTo>
                  <a:lnTo>
                    <a:pt x="364775" y="805145"/>
                  </a:lnTo>
                  <a:close/>
                  <a:moveTo>
                    <a:pt x="452421" y="804075"/>
                  </a:moveTo>
                  <a:lnTo>
                    <a:pt x="468280" y="804075"/>
                  </a:lnTo>
                  <a:lnTo>
                    <a:pt x="468280" y="805145"/>
                  </a:lnTo>
                  <a:lnTo>
                    <a:pt x="452421" y="805145"/>
                  </a:lnTo>
                  <a:close/>
                  <a:moveTo>
                    <a:pt x="569282" y="804075"/>
                  </a:moveTo>
                  <a:lnTo>
                    <a:pt x="624374" y="804075"/>
                  </a:lnTo>
                  <a:lnTo>
                    <a:pt x="624374" y="805145"/>
                  </a:lnTo>
                  <a:lnTo>
                    <a:pt x="569282" y="805145"/>
                  </a:lnTo>
                  <a:close/>
                  <a:moveTo>
                    <a:pt x="305509" y="804075"/>
                  </a:moveTo>
                  <a:lnTo>
                    <a:pt x="310518" y="804075"/>
                  </a:lnTo>
                  <a:lnTo>
                    <a:pt x="310518" y="805145"/>
                  </a:lnTo>
                  <a:lnTo>
                    <a:pt x="305509" y="805145"/>
                  </a:lnTo>
                  <a:close/>
                  <a:moveTo>
                    <a:pt x="879800" y="805145"/>
                  </a:moveTo>
                  <a:lnTo>
                    <a:pt x="915693" y="805145"/>
                  </a:lnTo>
                  <a:lnTo>
                    <a:pt x="915693" y="806216"/>
                  </a:lnTo>
                  <a:lnTo>
                    <a:pt x="879800" y="806216"/>
                  </a:lnTo>
                  <a:close/>
                  <a:moveTo>
                    <a:pt x="451586" y="805145"/>
                  </a:moveTo>
                  <a:lnTo>
                    <a:pt x="491653" y="805145"/>
                  </a:lnTo>
                  <a:lnTo>
                    <a:pt x="491653" y="806216"/>
                  </a:lnTo>
                  <a:lnTo>
                    <a:pt x="451586" y="806216"/>
                  </a:lnTo>
                  <a:close/>
                  <a:moveTo>
                    <a:pt x="855593" y="803004"/>
                  </a:moveTo>
                  <a:lnTo>
                    <a:pt x="861436" y="803004"/>
                  </a:lnTo>
                  <a:lnTo>
                    <a:pt x="861436" y="806216"/>
                  </a:lnTo>
                  <a:lnTo>
                    <a:pt x="855593" y="806216"/>
                  </a:lnTo>
                  <a:close/>
                  <a:moveTo>
                    <a:pt x="303840" y="805145"/>
                  </a:moveTo>
                  <a:lnTo>
                    <a:pt x="311352" y="805145"/>
                  </a:lnTo>
                  <a:lnTo>
                    <a:pt x="311352" y="806216"/>
                  </a:lnTo>
                  <a:lnTo>
                    <a:pt x="303840" y="806216"/>
                  </a:lnTo>
                  <a:close/>
                  <a:moveTo>
                    <a:pt x="771285" y="805145"/>
                  </a:moveTo>
                  <a:lnTo>
                    <a:pt x="837229" y="805145"/>
                  </a:lnTo>
                  <a:lnTo>
                    <a:pt x="837229" y="806216"/>
                  </a:lnTo>
                  <a:lnTo>
                    <a:pt x="771285" y="806216"/>
                  </a:lnTo>
                  <a:close/>
                  <a:moveTo>
                    <a:pt x="161937" y="805145"/>
                  </a:moveTo>
                  <a:lnTo>
                    <a:pt x="273790" y="805145"/>
                  </a:lnTo>
                  <a:lnTo>
                    <a:pt x="273790" y="806216"/>
                  </a:lnTo>
                  <a:lnTo>
                    <a:pt x="161937" y="806216"/>
                  </a:lnTo>
                  <a:close/>
                  <a:moveTo>
                    <a:pt x="516694" y="805145"/>
                  </a:moveTo>
                  <a:lnTo>
                    <a:pt x="523372" y="805145"/>
                  </a:lnTo>
                  <a:lnTo>
                    <a:pt x="523372" y="806216"/>
                  </a:lnTo>
                  <a:lnTo>
                    <a:pt x="516694" y="806216"/>
                  </a:lnTo>
                  <a:close/>
                  <a:moveTo>
                    <a:pt x="557596" y="805145"/>
                  </a:moveTo>
                  <a:lnTo>
                    <a:pt x="565109" y="805145"/>
                  </a:lnTo>
                  <a:lnTo>
                    <a:pt x="565109" y="806216"/>
                  </a:lnTo>
                  <a:lnTo>
                    <a:pt x="557596" y="806216"/>
                  </a:lnTo>
                  <a:close/>
                  <a:moveTo>
                    <a:pt x="544240" y="805145"/>
                  </a:moveTo>
                  <a:lnTo>
                    <a:pt x="556761" y="805145"/>
                  </a:lnTo>
                  <a:lnTo>
                    <a:pt x="556761" y="806216"/>
                  </a:lnTo>
                  <a:lnTo>
                    <a:pt x="544240" y="806216"/>
                  </a:lnTo>
                  <a:close/>
                  <a:moveTo>
                    <a:pt x="567613" y="805145"/>
                  </a:moveTo>
                  <a:lnTo>
                    <a:pt x="623539" y="805145"/>
                  </a:lnTo>
                  <a:lnTo>
                    <a:pt x="623539" y="806216"/>
                  </a:lnTo>
                  <a:lnTo>
                    <a:pt x="567613" y="806216"/>
                  </a:lnTo>
                  <a:close/>
                  <a:moveTo>
                    <a:pt x="368114" y="805145"/>
                  </a:moveTo>
                  <a:lnTo>
                    <a:pt x="430718" y="805145"/>
                  </a:lnTo>
                  <a:lnTo>
                    <a:pt x="430718" y="806216"/>
                  </a:lnTo>
                  <a:lnTo>
                    <a:pt x="368114" y="806216"/>
                  </a:lnTo>
                  <a:close/>
                  <a:moveTo>
                    <a:pt x="368948" y="806216"/>
                  </a:moveTo>
                  <a:lnTo>
                    <a:pt x="431553" y="806216"/>
                  </a:lnTo>
                  <a:lnTo>
                    <a:pt x="431553" y="807287"/>
                  </a:lnTo>
                  <a:lnTo>
                    <a:pt x="368948" y="807287"/>
                  </a:lnTo>
                  <a:close/>
                  <a:moveTo>
                    <a:pt x="510851" y="806216"/>
                  </a:moveTo>
                  <a:lnTo>
                    <a:pt x="524207" y="806216"/>
                  </a:lnTo>
                  <a:lnTo>
                    <a:pt x="524207" y="807287"/>
                  </a:lnTo>
                  <a:lnTo>
                    <a:pt x="510851" y="807287"/>
                  </a:lnTo>
                  <a:close/>
                  <a:moveTo>
                    <a:pt x="855593" y="806216"/>
                  </a:moveTo>
                  <a:lnTo>
                    <a:pt x="860601" y="806216"/>
                  </a:lnTo>
                  <a:lnTo>
                    <a:pt x="860601" y="807287"/>
                  </a:lnTo>
                  <a:lnTo>
                    <a:pt x="855593" y="807287"/>
                  </a:lnTo>
                  <a:close/>
                  <a:moveTo>
                    <a:pt x="879800" y="806216"/>
                  </a:moveTo>
                  <a:lnTo>
                    <a:pt x="914858" y="806216"/>
                  </a:lnTo>
                  <a:lnTo>
                    <a:pt x="914858" y="807287"/>
                  </a:lnTo>
                  <a:lnTo>
                    <a:pt x="879800" y="807287"/>
                  </a:lnTo>
                  <a:close/>
                  <a:moveTo>
                    <a:pt x="161937" y="806216"/>
                  </a:moveTo>
                  <a:lnTo>
                    <a:pt x="272955" y="806216"/>
                  </a:lnTo>
                  <a:lnTo>
                    <a:pt x="272955" y="807287"/>
                  </a:lnTo>
                  <a:lnTo>
                    <a:pt x="161937" y="807287"/>
                  </a:lnTo>
                  <a:close/>
                  <a:moveTo>
                    <a:pt x="110184" y="805145"/>
                  </a:moveTo>
                  <a:lnTo>
                    <a:pt x="136060" y="805145"/>
                  </a:lnTo>
                  <a:lnTo>
                    <a:pt x="136060" y="807287"/>
                  </a:lnTo>
                  <a:lnTo>
                    <a:pt x="110184" y="807287"/>
                  </a:lnTo>
                  <a:close/>
                  <a:moveTo>
                    <a:pt x="450751" y="806216"/>
                  </a:moveTo>
                  <a:lnTo>
                    <a:pt x="493322" y="806216"/>
                  </a:lnTo>
                  <a:lnTo>
                    <a:pt x="493322" y="807287"/>
                  </a:lnTo>
                  <a:lnTo>
                    <a:pt x="450751" y="807287"/>
                  </a:lnTo>
                  <a:close/>
                  <a:moveTo>
                    <a:pt x="303005" y="806216"/>
                  </a:moveTo>
                  <a:lnTo>
                    <a:pt x="313022" y="806216"/>
                  </a:lnTo>
                  <a:lnTo>
                    <a:pt x="313022" y="807287"/>
                  </a:lnTo>
                  <a:lnTo>
                    <a:pt x="303005" y="807287"/>
                  </a:lnTo>
                  <a:close/>
                  <a:moveTo>
                    <a:pt x="543406" y="806216"/>
                  </a:moveTo>
                  <a:lnTo>
                    <a:pt x="623539" y="806216"/>
                  </a:lnTo>
                  <a:lnTo>
                    <a:pt x="623539" y="807287"/>
                  </a:lnTo>
                  <a:lnTo>
                    <a:pt x="543406" y="807287"/>
                  </a:lnTo>
                  <a:close/>
                  <a:moveTo>
                    <a:pt x="771285" y="806216"/>
                  </a:moveTo>
                  <a:lnTo>
                    <a:pt x="836394" y="806216"/>
                  </a:lnTo>
                  <a:lnTo>
                    <a:pt x="836394" y="807287"/>
                  </a:lnTo>
                  <a:lnTo>
                    <a:pt x="771285" y="807287"/>
                  </a:lnTo>
                  <a:close/>
                  <a:moveTo>
                    <a:pt x="450751" y="807287"/>
                  </a:moveTo>
                  <a:lnTo>
                    <a:pt x="494157" y="807287"/>
                  </a:lnTo>
                  <a:lnTo>
                    <a:pt x="494157" y="808357"/>
                  </a:lnTo>
                  <a:lnTo>
                    <a:pt x="450751" y="808357"/>
                  </a:lnTo>
                  <a:close/>
                  <a:moveTo>
                    <a:pt x="369783" y="807287"/>
                  </a:moveTo>
                  <a:lnTo>
                    <a:pt x="431553" y="807287"/>
                  </a:lnTo>
                  <a:lnTo>
                    <a:pt x="431553" y="808357"/>
                  </a:lnTo>
                  <a:lnTo>
                    <a:pt x="369783" y="808357"/>
                  </a:lnTo>
                  <a:close/>
                  <a:moveTo>
                    <a:pt x="937396" y="805145"/>
                  </a:moveTo>
                  <a:lnTo>
                    <a:pt x="1000000" y="805145"/>
                  </a:lnTo>
                  <a:lnTo>
                    <a:pt x="1000000" y="808357"/>
                  </a:lnTo>
                  <a:lnTo>
                    <a:pt x="937396" y="808357"/>
                  </a:lnTo>
                  <a:close/>
                  <a:moveTo>
                    <a:pt x="161102" y="807287"/>
                  </a:moveTo>
                  <a:lnTo>
                    <a:pt x="272120" y="807287"/>
                  </a:lnTo>
                  <a:lnTo>
                    <a:pt x="272120" y="808357"/>
                  </a:lnTo>
                  <a:lnTo>
                    <a:pt x="161102" y="808357"/>
                  </a:lnTo>
                  <a:close/>
                  <a:moveTo>
                    <a:pt x="643573" y="804075"/>
                  </a:moveTo>
                  <a:lnTo>
                    <a:pt x="651920" y="804075"/>
                  </a:lnTo>
                  <a:lnTo>
                    <a:pt x="651920" y="808357"/>
                  </a:lnTo>
                  <a:lnTo>
                    <a:pt x="643573" y="808357"/>
                  </a:lnTo>
                  <a:close/>
                  <a:moveTo>
                    <a:pt x="510017" y="807287"/>
                  </a:moveTo>
                  <a:lnTo>
                    <a:pt x="525042" y="807287"/>
                  </a:lnTo>
                  <a:lnTo>
                    <a:pt x="525042" y="808357"/>
                  </a:lnTo>
                  <a:lnTo>
                    <a:pt x="510017" y="808357"/>
                  </a:lnTo>
                  <a:close/>
                  <a:moveTo>
                    <a:pt x="302170" y="807287"/>
                  </a:moveTo>
                  <a:lnTo>
                    <a:pt x="317195" y="807287"/>
                  </a:lnTo>
                  <a:lnTo>
                    <a:pt x="317195" y="808357"/>
                  </a:lnTo>
                  <a:lnTo>
                    <a:pt x="302170" y="808357"/>
                  </a:lnTo>
                  <a:close/>
                  <a:moveTo>
                    <a:pt x="301336" y="808357"/>
                  </a:moveTo>
                  <a:lnTo>
                    <a:pt x="318030" y="808357"/>
                  </a:lnTo>
                  <a:lnTo>
                    <a:pt x="318030" y="809428"/>
                  </a:lnTo>
                  <a:lnTo>
                    <a:pt x="301336" y="809428"/>
                  </a:lnTo>
                  <a:close/>
                  <a:moveTo>
                    <a:pt x="855593" y="807287"/>
                  </a:moveTo>
                  <a:lnTo>
                    <a:pt x="859766" y="807287"/>
                  </a:lnTo>
                  <a:lnTo>
                    <a:pt x="859766" y="809428"/>
                  </a:lnTo>
                  <a:lnTo>
                    <a:pt x="855593" y="809428"/>
                  </a:lnTo>
                  <a:close/>
                  <a:moveTo>
                    <a:pt x="370618" y="808357"/>
                  </a:moveTo>
                  <a:lnTo>
                    <a:pt x="432387" y="808357"/>
                  </a:lnTo>
                  <a:lnTo>
                    <a:pt x="432387" y="809428"/>
                  </a:lnTo>
                  <a:lnTo>
                    <a:pt x="370618" y="809428"/>
                  </a:lnTo>
                  <a:close/>
                  <a:moveTo>
                    <a:pt x="110184" y="807287"/>
                  </a:moveTo>
                  <a:lnTo>
                    <a:pt x="135225" y="807287"/>
                  </a:lnTo>
                  <a:lnTo>
                    <a:pt x="135225" y="809428"/>
                  </a:lnTo>
                  <a:lnTo>
                    <a:pt x="110184" y="809428"/>
                  </a:lnTo>
                  <a:close/>
                  <a:moveTo>
                    <a:pt x="161102" y="808357"/>
                  </a:moveTo>
                  <a:lnTo>
                    <a:pt x="270451" y="808357"/>
                  </a:lnTo>
                  <a:lnTo>
                    <a:pt x="270451" y="809428"/>
                  </a:lnTo>
                  <a:lnTo>
                    <a:pt x="161102" y="809428"/>
                  </a:lnTo>
                  <a:close/>
                  <a:moveTo>
                    <a:pt x="771285" y="807287"/>
                  </a:moveTo>
                  <a:lnTo>
                    <a:pt x="835559" y="807287"/>
                  </a:lnTo>
                  <a:lnTo>
                    <a:pt x="835559" y="810499"/>
                  </a:lnTo>
                  <a:lnTo>
                    <a:pt x="771285" y="810499"/>
                  </a:lnTo>
                  <a:close/>
                  <a:moveTo>
                    <a:pt x="371452" y="809428"/>
                  </a:moveTo>
                  <a:lnTo>
                    <a:pt x="432387" y="809428"/>
                  </a:lnTo>
                  <a:lnTo>
                    <a:pt x="432387" y="810499"/>
                  </a:lnTo>
                  <a:lnTo>
                    <a:pt x="371452" y="810499"/>
                  </a:lnTo>
                  <a:close/>
                  <a:moveTo>
                    <a:pt x="643573" y="808357"/>
                  </a:moveTo>
                  <a:lnTo>
                    <a:pt x="652755" y="808357"/>
                  </a:lnTo>
                  <a:lnTo>
                    <a:pt x="652755" y="810499"/>
                  </a:lnTo>
                  <a:lnTo>
                    <a:pt x="643573" y="810499"/>
                  </a:lnTo>
                  <a:close/>
                  <a:moveTo>
                    <a:pt x="110184" y="809428"/>
                  </a:moveTo>
                  <a:lnTo>
                    <a:pt x="134391" y="809428"/>
                  </a:lnTo>
                  <a:lnTo>
                    <a:pt x="134391" y="810499"/>
                  </a:lnTo>
                  <a:lnTo>
                    <a:pt x="110184" y="810499"/>
                  </a:lnTo>
                  <a:close/>
                  <a:moveTo>
                    <a:pt x="936561" y="808357"/>
                  </a:moveTo>
                  <a:lnTo>
                    <a:pt x="1000000" y="808357"/>
                  </a:lnTo>
                  <a:lnTo>
                    <a:pt x="1000000" y="810499"/>
                  </a:lnTo>
                  <a:lnTo>
                    <a:pt x="936561" y="810499"/>
                  </a:lnTo>
                  <a:close/>
                  <a:moveTo>
                    <a:pt x="300501" y="809428"/>
                  </a:moveTo>
                  <a:lnTo>
                    <a:pt x="319699" y="809428"/>
                  </a:lnTo>
                  <a:lnTo>
                    <a:pt x="319699" y="810499"/>
                  </a:lnTo>
                  <a:lnTo>
                    <a:pt x="300501" y="810499"/>
                  </a:lnTo>
                  <a:close/>
                  <a:moveTo>
                    <a:pt x="879800" y="807287"/>
                  </a:moveTo>
                  <a:lnTo>
                    <a:pt x="914023" y="807287"/>
                  </a:lnTo>
                  <a:lnTo>
                    <a:pt x="914023" y="810499"/>
                  </a:lnTo>
                  <a:lnTo>
                    <a:pt x="879800" y="810499"/>
                  </a:lnTo>
                  <a:close/>
                  <a:moveTo>
                    <a:pt x="449917" y="808357"/>
                  </a:moveTo>
                  <a:lnTo>
                    <a:pt x="494157" y="808357"/>
                  </a:lnTo>
                  <a:lnTo>
                    <a:pt x="494157" y="810499"/>
                  </a:lnTo>
                  <a:lnTo>
                    <a:pt x="449917" y="810499"/>
                  </a:lnTo>
                  <a:close/>
                  <a:moveTo>
                    <a:pt x="160267" y="809428"/>
                  </a:moveTo>
                  <a:lnTo>
                    <a:pt x="269616" y="809428"/>
                  </a:lnTo>
                  <a:lnTo>
                    <a:pt x="269616" y="810499"/>
                  </a:lnTo>
                  <a:lnTo>
                    <a:pt x="160267" y="810499"/>
                  </a:lnTo>
                  <a:close/>
                  <a:moveTo>
                    <a:pt x="855593" y="809428"/>
                  </a:moveTo>
                  <a:lnTo>
                    <a:pt x="858932" y="809428"/>
                  </a:lnTo>
                  <a:lnTo>
                    <a:pt x="858932" y="811569"/>
                  </a:lnTo>
                  <a:lnTo>
                    <a:pt x="855593" y="811569"/>
                  </a:lnTo>
                  <a:close/>
                  <a:moveTo>
                    <a:pt x="299666" y="810499"/>
                  </a:moveTo>
                  <a:lnTo>
                    <a:pt x="323873" y="810499"/>
                  </a:lnTo>
                  <a:lnTo>
                    <a:pt x="323873" y="811569"/>
                  </a:lnTo>
                  <a:lnTo>
                    <a:pt x="299666" y="811569"/>
                  </a:lnTo>
                  <a:close/>
                  <a:moveTo>
                    <a:pt x="371452" y="810499"/>
                  </a:moveTo>
                  <a:lnTo>
                    <a:pt x="434891" y="810499"/>
                  </a:lnTo>
                  <a:lnTo>
                    <a:pt x="434891" y="811569"/>
                  </a:lnTo>
                  <a:lnTo>
                    <a:pt x="371452" y="811569"/>
                  </a:lnTo>
                  <a:close/>
                  <a:moveTo>
                    <a:pt x="447412" y="810499"/>
                  </a:moveTo>
                  <a:lnTo>
                    <a:pt x="494157" y="810499"/>
                  </a:lnTo>
                  <a:lnTo>
                    <a:pt x="494157" y="811569"/>
                  </a:lnTo>
                  <a:lnTo>
                    <a:pt x="447412" y="811569"/>
                  </a:lnTo>
                  <a:close/>
                  <a:moveTo>
                    <a:pt x="159432" y="810499"/>
                  </a:moveTo>
                  <a:lnTo>
                    <a:pt x="269616" y="810499"/>
                  </a:lnTo>
                  <a:lnTo>
                    <a:pt x="269616" y="811569"/>
                  </a:lnTo>
                  <a:lnTo>
                    <a:pt x="159432" y="811569"/>
                  </a:lnTo>
                  <a:close/>
                  <a:moveTo>
                    <a:pt x="935726" y="810499"/>
                  </a:moveTo>
                  <a:lnTo>
                    <a:pt x="1000000" y="810499"/>
                  </a:lnTo>
                  <a:lnTo>
                    <a:pt x="1000000" y="811569"/>
                  </a:lnTo>
                  <a:lnTo>
                    <a:pt x="935726" y="811569"/>
                  </a:lnTo>
                  <a:close/>
                  <a:moveTo>
                    <a:pt x="0" y="801933"/>
                  </a:moveTo>
                  <a:lnTo>
                    <a:pt x="81803" y="801933"/>
                  </a:lnTo>
                  <a:lnTo>
                    <a:pt x="81803" y="811569"/>
                  </a:lnTo>
                  <a:lnTo>
                    <a:pt x="0" y="811569"/>
                  </a:lnTo>
                  <a:close/>
                  <a:moveTo>
                    <a:pt x="643573" y="810499"/>
                  </a:moveTo>
                  <a:lnTo>
                    <a:pt x="653589" y="810499"/>
                  </a:lnTo>
                  <a:lnTo>
                    <a:pt x="653589" y="811569"/>
                  </a:lnTo>
                  <a:lnTo>
                    <a:pt x="643573" y="811569"/>
                  </a:lnTo>
                  <a:close/>
                  <a:moveTo>
                    <a:pt x="159432" y="811569"/>
                  </a:moveTo>
                  <a:lnTo>
                    <a:pt x="268781" y="811569"/>
                  </a:lnTo>
                  <a:lnTo>
                    <a:pt x="268781" y="812640"/>
                  </a:lnTo>
                  <a:lnTo>
                    <a:pt x="159432" y="812640"/>
                  </a:lnTo>
                  <a:close/>
                  <a:moveTo>
                    <a:pt x="445743" y="811569"/>
                  </a:moveTo>
                  <a:lnTo>
                    <a:pt x="494157" y="811569"/>
                  </a:lnTo>
                  <a:lnTo>
                    <a:pt x="494157" y="812640"/>
                  </a:lnTo>
                  <a:lnTo>
                    <a:pt x="445743" y="812640"/>
                  </a:lnTo>
                  <a:close/>
                  <a:moveTo>
                    <a:pt x="0" y="811569"/>
                  </a:moveTo>
                  <a:lnTo>
                    <a:pt x="82638" y="811569"/>
                  </a:lnTo>
                  <a:lnTo>
                    <a:pt x="82638" y="812640"/>
                  </a:lnTo>
                  <a:lnTo>
                    <a:pt x="0" y="812640"/>
                  </a:lnTo>
                  <a:close/>
                  <a:moveTo>
                    <a:pt x="110184" y="810499"/>
                  </a:moveTo>
                  <a:lnTo>
                    <a:pt x="133556" y="810499"/>
                  </a:lnTo>
                  <a:lnTo>
                    <a:pt x="133556" y="812640"/>
                  </a:lnTo>
                  <a:lnTo>
                    <a:pt x="110184" y="812640"/>
                  </a:lnTo>
                  <a:close/>
                  <a:moveTo>
                    <a:pt x="643573" y="811569"/>
                  </a:moveTo>
                  <a:lnTo>
                    <a:pt x="654424" y="811569"/>
                  </a:lnTo>
                  <a:lnTo>
                    <a:pt x="654424" y="812640"/>
                  </a:lnTo>
                  <a:lnTo>
                    <a:pt x="643573" y="812640"/>
                  </a:lnTo>
                  <a:close/>
                  <a:moveTo>
                    <a:pt x="371452" y="811569"/>
                  </a:moveTo>
                  <a:lnTo>
                    <a:pt x="436561" y="811569"/>
                  </a:lnTo>
                  <a:lnTo>
                    <a:pt x="436561" y="812640"/>
                  </a:lnTo>
                  <a:lnTo>
                    <a:pt x="371452" y="812640"/>
                  </a:lnTo>
                  <a:close/>
                  <a:moveTo>
                    <a:pt x="297997" y="811569"/>
                  </a:moveTo>
                  <a:lnTo>
                    <a:pt x="325543" y="811569"/>
                  </a:lnTo>
                  <a:lnTo>
                    <a:pt x="325543" y="812640"/>
                  </a:lnTo>
                  <a:lnTo>
                    <a:pt x="297997" y="812640"/>
                  </a:lnTo>
                  <a:close/>
                  <a:moveTo>
                    <a:pt x="444908" y="812640"/>
                  </a:moveTo>
                  <a:lnTo>
                    <a:pt x="494157" y="812640"/>
                  </a:lnTo>
                  <a:lnTo>
                    <a:pt x="494157" y="813711"/>
                  </a:lnTo>
                  <a:lnTo>
                    <a:pt x="444908" y="813711"/>
                  </a:lnTo>
                  <a:close/>
                  <a:moveTo>
                    <a:pt x="371452" y="812640"/>
                  </a:moveTo>
                  <a:lnTo>
                    <a:pt x="437396" y="812640"/>
                  </a:lnTo>
                  <a:lnTo>
                    <a:pt x="437396" y="813711"/>
                  </a:lnTo>
                  <a:lnTo>
                    <a:pt x="371452" y="813711"/>
                  </a:lnTo>
                  <a:close/>
                  <a:moveTo>
                    <a:pt x="643573" y="812640"/>
                  </a:moveTo>
                  <a:lnTo>
                    <a:pt x="655259" y="812640"/>
                  </a:lnTo>
                  <a:lnTo>
                    <a:pt x="655259" y="813711"/>
                  </a:lnTo>
                  <a:lnTo>
                    <a:pt x="643573" y="813711"/>
                  </a:lnTo>
                  <a:close/>
                  <a:moveTo>
                    <a:pt x="934891" y="811569"/>
                  </a:moveTo>
                  <a:lnTo>
                    <a:pt x="1000000" y="811569"/>
                  </a:lnTo>
                  <a:lnTo>
                    <a:pt x="1000000" y="813711"/>
                  </a:lnTo>
                  <a:lnTo>
                    <a:pt x="934891" y="813711"/>
                  </a:lnTo>
                  <a:close/>
                  <a:moveTo>
                    <a:pt x="297997" y="812640"/>
                  </a:moveTo>
                  <a:lnTo>
                    <a:pt x="326377" y="812640"/>
                  </a:lnTo>
                  <a:lnTo>
                    <a:pt x="326377" y="813711"/>
                  </a:lnTo>
                  <a:lnTo>
                    <a:pt x="297997" y="813711"/>
                  </a:lnTo>
                  <a:close/>
                  <a:moveTo>
                    <a:pt x="158598" y="812640"/>
                  </a:moveTo>
                  <a:lnTo>
                    <a:pt x="267947" y="812640"/>
                  </a:lnTo>
                  <a:lnTo>
                    <a:pt x="267947" y="813711"/>
                  </a:lnTo>
                  <a:lnTo>
                    <a:pt x="158598" y="813711"/>
                  </a:lnTo>
                  <a:close/>
                  <a:moveTo>
                    <a:pt x="855593" y="811569"/>
                  </a:moveTo>
                  <a:lnTo>
                    <a:pt x="859766" y="811569"/>
                  </a:lnTo>
                  <a:lnTo>
                    <a:pt x="859766" y="813711"/>
                  </a:lnTo>
                  <a:lnTo>
                    <a:pt x="855593" y="813711"/>
                  </a:lnTo>
                  <a:close/>
                  <a:moveTo>
                    <a:pt x="879800" y="810499"/>
                  </a:moveTo>
                  <a:lnTo>
                    <a:pt x="913189" y="810499"/>
                  </a:lnTo>
                  <a:lnTo>
                    <a:pt x="913189" y="813711"/>
                  </a:lnTo>
                  <a:lnTo>
                    <a:pt x="879800" y="813711"/>
                  </a:lnTo>
                  <a:close/>
                  <a:moveTo>
                    <a:pt x="110184" y="812640"/>
                  </a:moveTo>
                  <a:lnTo>
                    <a:pt x="132721" y="812640"/>
                  </a:lnTo>
                  <a:lnTo>
                    <a:pt x="132721" y="813711"/>
                  </a:lnTo>
                  <a:lnTo>
                    <a:pt x="110184" y="813711"/>
                  </a:lnTo>
                  <a:close/>
                  <a:moveTo>
                    <a:pt x="542571" y="807287"/>
                  </a:moveTo>
                  <a:lnTo>
                    <a:pt x="623539" y="807287"/>
                  </a:lnTo>
                  <a:lnTo>
                    <a:pt x="623539" y="814781"/>
                  </a:lnTo>
                  <a:lnTo>
                    <a:pt x="542571" y="814781"/>
                  </a:lnTo>
                  <a:close/>
                  <a:moveTo>
                    <a:pt x="371452" y="813711"/>
                  </a:moveTo>
                  <a:lnTo>
                    <a:pt x="478297" y="813711"/>
                  </a:lnTo>
                  <a:lnTo>
                    <a:pt x="478297" y="814781"/>
                  </a:lnTo>
                  <a:lnTo>
                    <a:pt x="371452" y="814781"/>
                  </a:lnTo>
                  <a:close/>
                  <a:moveTo>
                    <a:pt x="483306" y="813711"/>
                  </a:moveTo>
                  <a:lnTo>
                    <a:pt x="494157" y="813711"/>
                  </a:lnTo>
                  <a:lnTo>
                    <a:pt x="494157" y="814781"/>
                  </a:lnTo>
                  <a:lnTo>
                    <a:pt x="483306" y="814781"/>
                  </a:lnTo>
                  <a:close/>
                  <a:moveTo>
                    <a:pt x="879800" y="813711"/>
                  </a:moveTo>
                  <a:lnTo>
                    <a:pt x="912354" y="813711"/>
                  </a:lnTo>
                  <a:lnTo>
                    <a:pt x="912354" y="814781"/>
                  </a:lnTo>
                  <a:lnTo>
                    <a:pt x="879800" y="814781"/>
                  </a:lnTo>
                  <a:close/>
                  <a:moveTo>
                    <a:pt x="643573" y="813711"/>
                  </a:moveTo>
                  <a:lnTo>
                    <a:pt x="656928" y="813711"/>
                  </a:lnTo>
                  <a:lnTo>
                    <a:pt x="656928" y="814781"/>
                  </a:lnTo>
                  <a:lnTo>
                    <a:pt x="643573" y="814781"/>
                  </a:lnTo>
                  <a:close/>
                  <a:moveTo>
                    <a:pt x="297162" y="813711"/>
                  </a:moveTo>
                  <a:lnTo>
                    <a:pt x="329716" y="813711"/>
                  </a:lnTo>
                  <a:lnTo>
                    <a:pt x="329716" y="814781"/>
                  </a:lnTo>
                  <a:lnTo>
                    <a:pt x="297162" y="814781"/>
                  </a:lnTo>
                  <a:close/>
                  <a:moveTo>
                    <a:pt x="158598" y="813711"/>
                  </a:moveTo>
                  <a:lnTo>
                    <a:pt x="267112" y="813711"/>
                  </a:lnTo>
                  <a:lnTo>
                    <a:pt x="267112" y="814781"/>
                  </a:lnTo>
                  <a:lnTo>
                    <a:pt x="158598" y="814781"/>
                  </a:lnTo>
                  <a:close/>
                  <a:moveTo>
                    <a:pt x="484975" y="814781"/>
                  </a:moveTo>
                  <a:lnTo>
                    <a:pt x="494157" y="814781"/>
                  </a:lnTo>
                  <a:lnTo>
                    <a:pt x="494157" y="815852"/>
                  </a:lnTo>
                  <a:lnTo>
                    <a:pt x="484975" y="815852"/>
                  </a:lnTo>
                  <a:close/>
                  <a:moveTo>
                    <a:pt x="109349" y="813711"/>
                  </a:moveTo>
                  <a:lnTo>
                    <a:pt x="132721" y="813711"/>
                  </a:lnTo>
                  <a:lnTo>
                    <a:pt x="132721" y="815852"/>
                  </a:lnTo>
                  <a:lnTo>
                    <a:pt x="109349" y="815852"/>
                  </a:lnTo>
                  <a:close/>
                  <a:moveTo>
                    <a:pt x="0" y="812640"/>
                  </a:moveTo>
                  <a:lnTo>
                    <a:pt x="83472" y="812640"/>
                  </a:lnTo>
                  <a:lnTo>
                    <a:pt x="83472" y="815852"/>
                  </a:lnTo>
                  <a:lnTo>
                    <a:pt x="0" y="815852"/>
                  </a:lnTo>
                  <a:close/>
                  <a:moveTo>
                    <a:pt x="558431" y="814781"/>
                  </a:moveTo>
                  <a:lnTo>
                    <a:pt x="623539" y="814781"/>
                  </a:lnTo>
                  <a:lnTo>
                    <a:pt x="623539" y="815852"/>
                  </a:lnTo>
                  <a:lnTo>
                    <a:pt x="558431" y="815852"/>
                  </a:lnTo>
                  <a:close/>
                  <a:moveTo>
                    <a:pt x="542571" y="814781"/>
                  </a:moveTo>
                  <a:lnTo>
                    <a:pt x="553422" y="814781"/>
                  </a:lnTo>
                  <a:lnTo>
                    <a:pt x="553422" y="815852"/>
                  </a:lnTo>
                  <a:lnTo>
                    <a:pt x="542571" y="815852"/>
                  </a:lnTo>
                  <a:close/>
                  <a:moveTo>
                    <a:pt x="643573" y="814781"/>
                  </a:moveTo>
                  <a:lnTo>
                    <a:pt x="660267" y="814781"/>
                  </a:lnTo>
                  <a:lnTo>
                    <a:pt x="660267" y="815852"/>
                  </a:lnTo>
                  <a:lnTo>
                    <a:pt x="643573" y="815852"/>
                  </a:lnTo>
                  <a:close/>
                  <a:moveTo>
                    <a:pt x="371452" y="814781"/>
                  </a:moveTo>
                  <a:lnTo>
                    <a:pt x="476628" y="814781"/>
                  </a:lnTo>
                  <a:lnTo>
                    <a:pt x="476628" y="815852"/>
                  </a:lnTo>
                  <a:lnTo>
                    <a:pt x="371452" y="815852"/>
                  </a:lnTo>
                  <a:close/>
                  <a:moveTo>
                    <a:pt x="295492" y="814781"/>
                  </a:moveTo>
                  <a:lnTo>
                    <a:pt x="332220" y="814781"/>
                  </a:lnTo>
                  <a:lnTo>
                    <a:pt x="332220" y="815852"/>
                  </a:lnTo>
                  <a:lnTo>
                    <a:pt x="295492" y="815852"/>
                  </a:lnTo>
                  <a:close/>
                  <a:moveTo>
                    <a:pt x="157763" y="814781"/>
                  </a:moveTo>
                  <a:lnTo>
                    <a:pt x="267112" y="814781"/>
                  </a:lnTo>
                  <a:lnTo>
                    <a:pt x="267112" y="815852"/>
                  </a:lnTo>
                  <a:lnTo>
                    <a:pt x="157763" y="815852"/>
                  </a:lnTo>
                  <a:close/>
                  <a:moveTo>
                    <a:pt x="854758" y="813711"/>
                  </a:moveTo>
                  <a:lnTo>
                    <a:pt x="859766" y="813711"/>
                  </a:lnTo>
                  <a:lnTo>
                    <a:pt x="859766" y="816923"/>
                  </a:lnTo>
                  <a:lnTo>
                    <a:pt x="854758" y="816923"/>
                  </a:lnTo>
                  <a:close/>
                  <a:moveTo>
                    <a:pt x="485810" y="815852"/>
                  </a:moveTo>
                  <a:lnTo>
                    <a:pt x="494157" y="815852"/>
                  </a:lnTo>
                  <a:lnTo>
                    <a:pt x="494157" y="816923"/>
                  </a:lnTo>
                  <a:lnTo>
                    <a:pt x="485810" y="816923"/>
                  </a:lnTo>
                  <a:close/>
                  <a:moveTo>
                    <a:pt x="643573" y="815852"/>
                  </a:moveTo>
                  <a:lnTo>
                    <a:pt x="749583" y="815852"/>
                  </a:lnTo>
                  <a:lnTo>
                    <a:pt x="749583" y="816923"/>
                  </a:lnTo>
                  <a:lnTo>
                    <a:pt x="643573" y="816923"/>
                  </a:lnTo>
                  <a:close/>
                  <a:moveTo>
                    <a:pt x="295492" y="815852"/>
                  </a:moveTo>
                  <a:lnTo>
                    <a:pt x="333055" y="815852"/>
                  </a:lnTo>
                  <a:lnTo>
                    <a:pt x="333055" y="816923"/>
                  </a:lnTo>
                  <a:lnTo>
                    <a:pt x="295492" y="816923"/>
                  </a:lnTo>
                  <a:close/>
                  <a:moveTo>
                    <a:pt x="771285" y="810499"/>
                  </a:moveTo>
                  <a:lnTo>
                    <a:pt x="834725" y="810499"/>
                  </a:lnTo>
                  <a:lnTo>
                    <a:pt x="834725" y="816923"/>
                  </a:lnTo>
                  <a:lnTo>
                    <a:pt x="771285" y="816923"/>
                  </a:lnTo>
                  <a:close/>
                  <a:moveTo>
                    <a:pt x="934057" y="813711"/>
                  </a:moveTo>
                  <a:lnTo>
                    <a:pt x="1000000" y="813711"/>
                  </a:lnTo>
                  <a:lnTo>
                    <a:pt x="1000000" y="816923"/>
                  </a:lnTo>
                  <a:lnTo>
                    <a:pt x="934057" y="816923"/>
                  </a:lnTo>
                  <a:close/>
                  <a:moveTo>
                    <a:pt x="879800" y="814781"/>
                  </a:moveTo>
                  <a:lnTo>
                    <a:pt x="911519" y="814781"/>
                  </a:lnTo>
                  <a:lnTo>
                    <a:pt x="911519" y="816923"/>
                  </a:lnTo>
                  <a:lnTo>
                    <a:pt x="879800" y="816923"/>
                  </a:lnTo>
                  <a:close/>
                  <a:moveTo>
                    <a:pt x="108514" y="815852"/>
                  </a:moveTo>
                  <a:lnTo>
                    <a:pt x="132721" y="815852"/>
                  </a:lnTo>
                  <a:lnTo>
                    <a:pt x="132721" y="816923"/>
                  </a:lnTo>
                  <a:lnTo>
                    <a:pt x="108514" y="816923"/>
                  </a:lnTo>
                  <a:close/>
                  <a:moveTo>
                    <a:pt x="371452" y="815852"/>
                  </a:moveTo>
                  <a:lnTo>
                    <a:pt x="473289" y="815852"/>
                  </a:lnTo>
                  <a:lnTo>
                    <a:pt x="473289" y="816923"/>
                  </a:lnTo>
                  <a:lnTo>
                    <a:pt x="371452" y="816923"/>
                  </a:lnTo>
                  <a:close/>
                  <a:moveTo>
                    <a:pt x="542571" y="815852"/>
                  </a:moveTo>
                  <a:lnTo>
                    <a:pt x="551753" y="815852"/>
                  </a:lnTo>
                  <a:lnTo>
                    <a:pt x="551753" y="816923"/>
                  </a:lnTo>
                  <a:lnTo>
                    <a:pt x="542571" y="816923"/>
                  </a:lnTo>
                  <a:close/>
                  <a:moveTo>
                    <a:pt x="560100" y="815852"/>
                  </a:moveTo>
                  <a:lnTo>
                    <a:pt x="623539" y="815852"/>
                  </a:lnTo>
                  <a:lnTo>
                    <a:pt x="623539" y="816923"/>
                  </a:lnTo>
                  <a:lnTo>
                    <a:pt x="560100" y="816923"/>
                  </a:lnTo>
                  <a:close/>
                  <a:moveTo>
                    <a:pt x="542571" y="816923"/>
                  </a:moveTo>
                  <a:lnTo>
                    <a:pt x="550918" y="816923"/>
                  </a:lnTo>
                  <a:lnTo>
                    <a:pt x="550918" y="817994"/>
                  </a:lnTo>
                  <a:lnTo>
                    <a:pt x="542571" y="817994"/>
                  </a:lnTo>
                  <a:close/>
                  <a:moveTo>
                    <a:pt x="156928" y="815852"/>
                  </a:moveTo>
                  <a:lnTo>
                    <a:pt x="266277" y="815852"/>
                  </a:lnTo>
                  <a:lnTo>
                    <a:pt x="266277" y="817994"/>
                  </a:lnTo>
                  <a:lnTo>
                    <a:pt x="156928" y="817994"/>
                  </a:lnTo>
                  <a:close/>
                  <a:moveTo>
                    <a:pt x="293823" y="816923"/>
                  </a:moveTo>
                  <a:lnTo>
                    <a:pt x="335559" y="816923"/>
                  </a:lnTo>
                  <a:lnTo>
                    <a:pt x="335559" y="817994"/>
                  </a:lnTo>
                  <a:lnTo>
                    <a:pt x="293823" y="817994"/>
                  </a:lnTo>
                  <a:close/>
                  <a:moveTo>
                    <a:pt x="371452" y="816923"/>
                  </a:moveTo>
                  <a:lnTo>
                    <a:pt x="472454" y="816923"/>
                  </a:lnTo>
                  <a:lnTo>
                    <a:pt x="472454" y="817994"/>
                  </a:lnTo>
                  <a:lnTo>
                    <a:pt x="371452" y="817994"/>
                  </a:lnTo>
                  <a:close/>
                  <a:moveTo>
                    <a:pt x="933222" y="816923"/>
                  </a:moveTo>
                  <a:lnTo>
                    <a:pt x="1000000" y="816923"/>
                  </a:lnTo>
                  <a:lnTo>
                    <a:pt x="1000000" y="817994"/>
                  </a:lnTo>
                  <a:lnTo>
                    <a:pt x="933222" y="817994"/>
                  </a:lnTo>
                  <a:close/>
                  <a:moveTo>
                    <a:pt x="771285" y="816923"/>
                  </a:moveTo>
                  <a:lnTo>
                    <a:pt x="833890" y="816923"/>
                  </a:lnTo>
                  <a:lnTo>
                    <a:pt x="833890" y="817994"/>
                  </a:lnTo>
                  <a:lnTo>
                    <a:pt x="771285" y="817994"/>
                  </a:lnTo>
                  <a:close/>
                  <a:moveTo>
                    <a:pt x="560935" y="816923"/>
                  </a:moveTo>
                  <a:lnTo>
                    <a:pt x="623539" y="816923"/>
                  </a:lnTo>
                  <a:lnTo>
                    <a:pt x="623539" y="817994"/>
                  </a:lnTo>
                  <a:lnTo>
                    <a:pt x="560935" y="817994"/>
                  </a:lnTo>
                  <a:close/>
                  <a:moveTo>
                    <a:pt x="643573" y="816923"/>
                  </a:moveTo>
                  <a:lnTo>
                    <a:pt x="750417" y="816923"/>
                  </a:lnTo>
                  <a:lnTo>
                    <a:pt x="750417" y="817994"/>
                  </a:lnTo>
                  <a:lnTo>
                    <a:pt x="643573" y="817994"/>
                  </a:lnTo>
                  <a:close/>
                  <a:moveTo>
                    <a:pt x="107679" y="816923"/>
                  </a:moveTo>
                  <a:lnTo>
                    <a:pt x="132721" y="816923"/>
                  </a:lnTo>
                  <a:lnTo>
                    <a:pt x="132721" y="817994"/>
                  </a:lnTo>
                  <a:lnTo>
                    <a:pt x="107679" y="817994"/>
                  </a:lnTo>
                  <a:close/>
                  <a:moveTo>
                    <a:pt x="0" y="815852"/>
                  </a:moveTo>
                  <a:lnTo>
                    <a:pt x="84307" y="815852"/>
                  </a:lnTo>
                  <a:lnTo>
                    <a:pt x="84307" y="817994"/>
                  </a:lnTo>
                  <a:lnTo>
                    <a:pt x="0" y="817994"/>
                  </a:lnTo>
                  <a:close/>
                  <a:moveTo>
                    <a:pt x="292988" y="817994"/>
                  </a:moveTo>
                  <a:lnTo>
                    <a:pt x="338898" y="817994"/>
                  </a:lnTo>
                  <a:lnTo>
                    <a:pt x="338898" y="819064"/>
                  </a:lnTo>
                  <a:lnTo>
                    <a:pt x="292988" y="819064"/>
                  </a:lnTo>
                  <a:close/>
                  <a:moveTo>
                    <a:pt x="486644" y="816923"/>
                  </a:moveTo>
                  <a:lnTo>
                    <a:pt x="494157" y="816923"/>
                  </a:lnTo>
                  <a:lnTo>
                    <a:pt x="494157" y="819064"/>
                  </a:lnTo>
                  <a:lnTo>
                    <a:pt x="486644" y="819064"/>
                  </a:lnTo>
                  <a:close/>
                  <a:moveTo>
                    <a:pt x="0" y="817994"/>
                  </a:moveTo>
                  <a:lnTo>
                    <a:pt x="85142" y="817994"/>
                  </a:lnTo>
                  <a:lnTo>
                    <a:pt x="85142" y="819064"/>
                  </a:lnTo>
                  <a:lnTo>
                    <a:pt x="0" y="819064"/>
                  </a:lnTo>
                  <a:close/>
                  <a:moveTo>
                    <a:pt x="371452" y="817994"/>
                  </a:moveTo>
                  <a:lnTo>
                    <a:pt x="471619" y="817994"/>
                  </a:lnTo>
                  <a:lnTo>
                    <a:pt x="471619" y="819064"/>
                  </a:lnTo>
                  <a:lnTo>
                    <a:pt x="371452" y="819064"/>
                  </a:lnTo>
                  <a:close/>
                  <a:moveTo>
                    <a:pt x="853923" y="816923"/>
                  </a:moveTo>
                  <a:lnTo>
                    <a:pt x="859766" y="816923"/>
                  </a:lnTo>
                  <a:lnTo>
                    <a:pt x="859766" y="819064"/>
                  </a:lnTo>
                  <a:lnTo>
                    <a:pt x="853923" y="819064"/>
                  </a:lnTo>
                  <a:close/>
                  <a:moveTo>
                    <a:pt x="772120" y="817994"/>
                  </a:moveTo>
                  <a:lnTo>
                    <a:pt x="833890" y="817994"/>
                  </a:lnTo>
                  <a:lnTo>
                    <a:pt x="833890" y="819064"/>
                  </a:lnTo>
                  <a:lnTo>
                    <a:pt x="772120" y="819064"/>
                  </a:lnTo>
                  <a:close/>
                  <a:moveTo>
                    <a:pt x="106845" y="817994"/>
                  </a:moveTo>
                  <a:lnTo>
                    <a:pt x="132721" y="817994"/>
                  </a:lnTo>
                  <a:lnTo>
                    <a:pt x="132721" y="820135"/>
                  </a:lnTo>
                  <a:lnTo>
                    <a:pt x="106845" y="820135"/>
                  </a:lnTo>
                  <a:close/>
                  <a:moveTo>
                    <a:pt x="643573" y="817994"/>
                  </a:moveTo>
                  <a:lnTo>
                    <a:pt x="752087" y="817994"/>
                  </a:lnTo>
                  <a:lnTo>
                    <a:pt x="752087" y="820135"/>
                  </a:lnTo>
                  <a:lnTo>
                    <a:pt x="643573" y="820135"/>
                  </a:lnTo>
                  <a:close/>
                  <a:moveTo>
                    <a:pt x="542571" y="817994"/>
                  </a:moveTo>
                  <a:lnTo>
                    <a:pt x="550083" y="817994"/>
                  </a:lnTo>
                  <a:lnTo>
                    <a:pt x="550083" y="820135"/>
                  </a:lnTo>
                  <a:lnTo>
                    <a:pt x="542571" y="820135"/>
                  </a:lnTo>
                  <a:close/>
                  <a:moveTo>
                    <a:pt x="371452" y="819064"/>
                  </a:moveTo>
                  <a:lnTo>
                    <a:pt x="469115" y="819064"/>
                  </a:lnTo>
                  <a:lnTo>
                    <a:pt x="469115" y="820135"/>
                  </a:lnTo>
                  <a:lnTo>
                    <a:pt x="371452" y="820135"/>
                  </a:lnTo>
                  <a:close/>
                  <a:moveTo>
                    <a:pt x="510017" y="808357"/>
                  </a:moveTo>
                  <a:lnTo>
                    <a:pt x="525876" y="808357"/>
                  </a:lnTo>
                  <a:lnTo>
                    <a:pt x="525876" y="820135"/>
                  </a:lnTo>
                  <a:lnTo>
                    <a:pt x="510017" y="820135"/>
                  </a:lnTo>
                  <a:close/>
                  <a:moveTo>
                    <a:pt x="292154" y="819064"/>
                  </a:moveTo>
                  <a:lnTo>
                    <a:pt x="339733" y="819064"/>
                  </a:lnTo>
                  <a:lnTo>
                    <a:pt x="339733" y="820135"/>
                  </a:lnTo>
                  <a:lnTo>
                    <a:pt x="292154" y="820135"/>
                  </a:lnTo>
                  <a:close/>
                  <a:moveTo>
                    <a:pt x="879800" y="816923"/>
                  </a:moveTo>
                  <a:lnTo>
                    <a:pt x="910684" y="816923"/>
                  </a:lnTo>
                  <a:lnTo>
                    <a:pt x="910684" y="820135"/>
                  </a:lnTo>
                  <a:lnTo>
                    <a:pt x="879800" y="820135"/>
                  </a:lnTo>
                  <a:close/>
                  <a:moveTo>
                    <a:pt x="156093" y="817994"/>
                  </a:moveTo>
                  <a:lnTo>
                    <a:pt x="266277" y="817994"/>
                  </a:lnTo>
                  <a:lnTo>
                    <a:pt x="266277" y="821206"/>
                  </a:lnTo>
                  <a:lnTo>
                    <a:pt x="156093" y="821206"/>
                  </a:lnTo>
                  <a:close/>
                  <a:moveTo>
                    <a:pt x="879800" y="820135"/>
                  </a:moveTo>
                  <a:lnTo>
                    <a:pt x="909850" y="820135"/>
                  </a:lnTo>
                  <a:lnTo>
                    <a:pt x="909850" y="821206"/>
                  </a:lnTo>
                  <a:lnTo>
                    <a:pt x="879800" y="821206"/>
                  </a:lnTo>
                  <a:close/>
                  <a:moveTo>
                    <a:pt x="291319" y="820135"/>
                  </a:moveTo>
                  <a:lnTo>
                    <a:pt x="341402" y="820135"/>
                  </a:lnTo>
                  <a:lnTo>
                    <a:pt x="341402" y="821206"/>
                  </a:lnTo>
                  <a:lnTo>
                    <a:pt x="291319" y="821206"/>
                  </a:lnTo>
                  <a:close/>
                  <a:moveTo>
                    <a:pt x="486644" y="819064"/>
                  </a:moveTo>
                  <a:lnTo>
                    <a:pt x="493322" y="819064"/>
                  </a:lnTo>
                  <a:lnTo>
                    <a:pt x="493322" y="821206"/>
                  </a:lnTo>
                  <a:lnTo>
                    <a:pt x="486644" y="821206"/>
                  </a:lnTo>
                  <a:close/>
                  <a:moveTo>
                    <a:pt x="371452" y="820135"/>
                  </a:moveTo>
                  <a:lnTo>
                    <a:pt x="468280" y="820135"/>
                  </a:lnTo>
                  <a:lnTo>
                    <a:pt x="468280" y="821206"/>
                  </a:lnTo>
                  <a:lnTo>
                    <a:pt x="371452" y="821206"/>
                  </a:lnTo>
                  <a:close/>
                  <a:moveTo>
                    <a:pt x="106010" y="820135"/>
                  </a:moveTo>
                  <a:lnTo>
                    <a:pt x="132721" y="820135"/>
                  </a:lnTo>
                  <a:lnTo>
                    <a:pt x="132721" y="821206"/>
                  </a:lnTo>
                  <a:lnTo>
                    <a:pt x="106010" y="821206"/>
                  </a:lnTo>
                  <a:close/>
                  <a:moveTo>
                    <a:pt x="772120" y="819064"/>
                  </a:moveTo>
                  <a:lnTo>
                    <a:pt x="833055" y="819064"/>
                  </a:lnTo>
                  <a:lnTo>
                    <a:pt x="833055" y="821206"/>
                  </a:lnTo>
                  <a:lnTo>
                    <a:pt x="772120" y="821206"/>
                  </a:lnTo>
                  <a:close/>
                  <a:moveTo>
                    <a:pt x="561770" y="817994"/>
                  </a:moveTo>
                  <a:lnTo>
                    <a:pt x="623539" y="817994"/>
                  </a:lnTo>
                  <a:lnTo>
                    <a:pt x="623539" y="822276"/>
                  </a:lnTo>
                  <a:lnTo>
                    <a:pt x="561770" y="822276"/>
                  </a:lnTo>
                  <a:close/>
                  <a:moveTo>
                    <a:pt x="487479" y="821206"/>
                  </a:moveTo>
                  <a:lnTo>
                    <a:pt x="493322" y="821206"/>
                  </a:lnTo>
                  <a:lnTo>
                    <a:pt x="493322" y="822276"/>
                  </a:lnTo>
                  <a:lnTo>
                    <a:pt x="487479" y="822276"/>
                  </a:lnTo>
                  <a:close/>
                  <a:moveTo>
                    <a:pt x="0" y="819064"/>
                  </a:moveTo>
                  <a:lnTo>
                    <a:pt x="85977" y="819064"/>
                  </a:lnTo>
                  <a:lnTo>
                    <a:pt x="85977" y="822276"/>
                  </a:lnTo>
                  <a:lnTo>
                    <a:pt x="0" y="822276"/>
                  </a:lnTo>
                  <a:close/>
                  <a:moveTo>
                    <a:pt x="932387" y="817994"/>
                  </a:moveTo>
                  <a:lnTo>
                    <a:pt x="1000000" y="817994"/>
                  </a:lnTo>
                  <a:lnTo>
                    <a:pt x="1000000" y="822276"/>
                  </a:lnTo>
                  <a:lnTo>
                    <a:pt x="932387" y="822276"/>
                  </a:lnTo>
                  <a:close/>
                  <a:moveTo>
                    <a:pt x="289649" y="821206"/>
                  </a:moveTo>
                  <a:lnTo>
                    <a:pt x="345576" y="821206"/>
                  </a:lnTo>
                  <a:lnTo>
                    <a:pt x="345576" y="822276"/>
                  </a:lnTo>
                  <a:lnTo>
                    <a:pt x="289649" y="822276"/>
                  </a:lnTo>
                  <a:close/>
                  <a:moveTo>
                    <a:pt x="879800" y="821206"/>
                  </a:moveTo>
                  <a:lnTo>
                    <a:pt x="909015" y="821206"/>
                  </a:lnTo>
                  <a:lnTo>
                    <a:pt x="909015" y="822276"/>
                  </a:lnTo>
                  <a:lnTo>
                    <a:pt x="879800" y="822276"/>
                  </a:lnTo>
                  <a:close/>
                  <a:moveTo>
                    <a:pt x="371452" y="821206"/>
                  </a:moveTo>
                  <a:lnTo>
                    <a:pt x="467446" y="821206"/>
                  </a:lnTo>
                  <a:lnTo>
                    <a:pt x="467446" y="823347"/>
                  </a:lnTo>
                  <a:lnTo>
                    <a:pt x="371452" y="823347"/>
                  </a:lnTo>
                  <a:close/>
                  <a:moveTo>
                    <a:pt x="853088" y="819064"/>
                  </a:moveTo>
                  <a:lnTo>
                    <a:pt x="859766" y="819064"/>
                  </a:lnTo>
                  <a:lnTo>
                    <a:pt x="859766" y="823347"/>
                  </a:lnTo>
                  <a:lnTo>
                    <a:pt x="853088" y="823347"/>
                  </a:lnTo>
                  <a:close/>
                  <a:moveTo>
                    <a:pt x="289649" y="822276"/>
                  </a:moveTo>
                  <a:lnTo>
                    <a:pt x="347245" y="822276"/>
                  </a:lnTo>
                  <a:lnTo>
                    <a:pt x="347245" y="823347"/>
                  </a:lnTo>
                  <a:lnTo>
                    <a:pt x="289649" y="823347"/>
                  </a:lnTo>
                  <a:close/>
                  <a:moveTo>
                    <a:pt x="80134" y="822276"/>
                  </a:moveTo>
                  <a:lnTo>
                    <a:pt x="85977" y="822276"/>
                  </a:lnTo>
                  <a:lnTo>
                    <a:pt x="85977" y="823347"/>
                  </a:lnTo>
                  <a:lnTo>
                    <a:pt x="80134" y="823347"/>
                  </a:lnTo>
                  <a:close/>
                  <a:moveTo>
                    <a:pt x="154424" y="821206"/>
                  </a:moveTo>
                  <a:lnTo>
                    <a:pt x="266277" y="821206"/>
                  </a:lnTo>
                  <a:lnTo>
                    <a:pt x="266277" y="823347"/>
                  </a:lnTo>
                  <a:lnTo>
                    <a:pt x="154424" y="823347"/>
                  </a:lnTo>
                  <a:close/>
                  <a:moveTo>
                    <a:pt x="772120" y="821206"/>
                  </a:moveTo>
                  <a:lnTo>
                    <a:pt x="832220" y="821206"/>
                  </a:lnTo>
                  <a:lnTo>
                    <a:pt x="832220" y="823347"/>
                  </a:lnTo>
                  <a:lnTo>
                    <a:pt x="772120" y="823347"/>
                  </a:lnTo>
                  <a:close/>
                  <a:moveTo>
                    <a:pt x="933222" y="822276"/>
                  </a:moveTo>
                  <a:lnTo>
                    <a:pt x="1000000" y="822276"/>
                  </a:lnTo>
                  <a:lnTo>
                    <a:pt x="1000000" y="823347"/>
                  </a:lnTo>
                  <a:lnTo>
                    <a:pt x="933222" y="823347"/>
                  </a:lnTo>
                  <a:close/>
                  <a:moveTo>
                    <a:pt x="0" y="822276"/>
                  </a:moveTo>
                  <a:lnTo>
                    <a:pt x="68447" y="822276"/>
                  </a:lnTo>
                  <a:lnTo>
                    <a:pt x="68447" y="823347"/>
                  </a:lnTo>
                  <a:lnTo>
                    <a:pt x="0" y="823347"/>
                  </a:lnTo>
                  <a:close/>
                  <a:moveTo>
                    <a:pt x="562604" y="822276"/>
                  </a:moveTo>
                  <a:lnTo>
                    <a:pt x="623539" y="822276"/>
                  </a:lnTo>
                  <a:lnTo>
                    <a:pt x="623539" y="823347"/>
                  </a:lnTo>
                  <a:lnTo>
                    <a:pt x="562604" y="823347"/>
                  </a:lnTo>
                  <a:close/>
                  <a:moveTo>
                    <a:pt x="509182" y="820135"/>
                  </a:moveTo>
                  <a:lnTo>
                    <a:pt x="525876" y="820135"/>
                  </a:lnTo>
                  <a:lnTo>
                    <a:pt x="525876" y="823347"/>
                  </a:lnTo>
                  <a:lnTo>
                    <a:pt x="509182" y="823347"/>
                  </a:lnTo>
                  <a:close/>
                  <a:moveTo>
                    <a:pt x="81803" y="823347"/>
                  </a:moveTo>
                  <a:lnTo>
                    <a:pt x="85142" y="823347"/>
                  </a:lnTo>
                  <a:lnTo>
                    <a:pt x="85142" y="824418"/>
                  </a:lnTo>
                  <a:lnTo>
                    <a:pt x="81803" y="824418"/>
                  </a:lnTo>
                  <a:close/>
                  <a:moveTo>
                    <a:pt x="0" y="823347"/>
                  </a:moveTo>
                  <a:lnTo>
                    <a:pt x="66778" y="823347"/>
                  </a:lnTo>
                  <a:lnTo>
                    <a:pt x="66778" y="824418"/>
                  </a:lnTo>
                  <a:lnTo>
                    <a:pt x="0" y="824418"/>
                  </a:lnTo>
                  <a:close/>
                  <a:moveTo>
                    <a:pt x="153589" y="823347"/>
                  </a:moveTo>
                  <a:lnTo>
                    <a:pt x="266277" y="823347"/>
                  </a:lnTo>
                  <a:lnTo>
                    <a:pt x="266277" y="824418"/>
                  </a:lnTo>
                  <a:lnTo>
                    <a:pt x="153589" y="824418"/>
                  </a:lnTo>
                  <a:close/>
                  <a:moveTo>
                    <a:pt x="486644" y="822276"/>
                  </a:moveTo>
                  <a:lnTo>
                    <a:pt x="493322" y="822276"/>
                  </a:lnTo>
                  <a:lnTo>
                    <a:pt x="493322" y="824418"/>
                  </a:lnTo>
                  <a:lnTo>
                    <a:pt x="486644" y="824418"/>
                  </a:lnTo>
                  <a:close/>
                  <a:moveTo>
                    <a:pt x="935726" y="823347"/>
                  </a:moveTo>
                  <a:lnTo>
                    <a:pt x="1000000" y="823347"/>
                  </a:lnTo>
                  <a:lnTo>
                    <a:pt x="1000000" y="824418"/>
                  </a:lnTo>
                  <a:lnTo>
                    <a:pt x="935726" y="824418"/>
                  </a:lnTo>
                  <a:close/>
                  <a:moveTo>
                    <a:pt x="643573" y="820135"/>
                  </a:moveTo>
                  <a:lnTo>
                    <a:pt x="752922" y="820135"/>
                  </a:lnTo>
                  <a:lnTo>
                    <a:pt x="752922" y="824418"/>
                  </a:lnTo>
                  <a:lnTo>
                    <a:pt x="643573" y="824418"/>
                  </a:lnTo>
                  <a:close/>
                  <a:moveTo>
                    <a:pt x="563439" y="823347"/>
                  </a:moveTo>
                  <a:lnTo>
                    <a:pt x="623539" y="823347"/>
                  </a:lnTo>
                  <a:lnTo>
                    <a:pt x="623539" y="824418"/>
                  </a:lnTo>
                  <a:lnTo>
                    <a:pt x="563439" y="824418"/>
                  </a:lnTo>
                  <a:close/>
                  <a:moveTo>
                    <a:pt x="542571" y="820135"/>
                  </a:moveTo>
                  <a:lnTo>
                    <a:pt x="549249" y="820135"/>
                  </a:lnTo>
                  <a:lnTo>
                    <a:pt x="549249" y="824418"/>
                  </a:lnTo>
                  <a:lnTo>
                    <a:pt x="542571" y="824418"/>
                  </a:lnTo>
                  <a:close/>
                  <a:moveTo>
                    <a:pt x="288815" y="823347"/>
                  </a:moveTo>
                  <a:lnTo>
                    <a:pt x="347245" y="823347"/>
                  </a:lnTo>
                  <a:lnTo>
                    <a:pt x="347245" y="824418"/>
                  </a:lnTo>
                  <a:lnTo>
                    <a:pt x="288815" y="824418"/>
                  </a:lnTo>
                  <a:close/>
                  <a:moveTo>
                    <a:pt x="772955" y="823347"/>
                  </a:moveTo>
                  <a:lnTo>
                    <a:pt x="832220" y="823347"/>
                  </a:lnTo>
                  <a:lnTo>
                    <a:pt x="832220" y="825488"/>
                  </a:lnTo>
                  <a:lnTo>
                    <a:pt x="772955" y="825488"/>
                  </a:lnTo>
                  <a:close/>
                  <a:moveTo>
                    <a:pt x="287145" y="824418"/>
                  </a:moveTo>
                  <a:lnTo>
                    <a:pt x="347245" y="824418"/>
                  </a:lnTo>
                  <a:lnTo>
                    <a:pt x="347245" y="825488"/>
                  </a:lnTo>
                  <a:lnTo>
                    <a:pt x="287145" y="825488"/>
                  </a:lnTo>
                  <a:close/>
                  <a:moveTo>
                    <a:pt x="508347" y="823347"/>
                  </a:moveTo>
                  <a:lnTo>
                    <a:pt x="525876" y="823347"/>
                  </a:lnTo>
                  <a:lnTo>
                    <a:pt x="525876" y="825488"/>
                  </a:lnTo>
                  <a:lnTo>
                    <a:pt x="508347" y="825488"/>
                  </a:lnTo>
                  <a:close/>
                  <a:moveTo>
                    <a:pt x="542571" y="824418"/>
                  </a:moveTo>
                  <a:lnTo>
                    <a:pt x="550083" y="824418"/>
                  </a:lnTo>
                  <a:lnTo>
                    <a:pt x="550083" y="825488"/>
                  </a:lnTo>
                  <a:lnTo>
                    <a:pt x="542571" y="825488"/>
                  </a:lnTo>
                  <a:close/>
                  <a:moveTo>
                    <a:pt x="937396" y="824418"/>
                  </a:moveTo>
                  <a:lnTo>
                    <a:pt x="1000000" y="824418"/>
                  </a:lnTo>
                  <a:lnTo>
                    <a:pt x="1000000" y="825488"/>
                  </a:lnTo>
                  <a:lnTo>
                    <a:pt x="937396" y="825488"/>
                  </a:lnTo>
                  <a:close/>
                  <a:moveTo>
                    <a:pt x="370618" y="823347"/>
                  </a:moveTo>
                  <a:lnTo>
                    <a:pt x="467446" y="823347"/>
                  </a:lnTo>
                  <a:lnTo>
                    <a:pt x="467446" y="825488"/>
                  </a:lnTo>
                  <a:lnTo>
                    <a:pt x="370618" y="825488"/>
                  </a:lnTo>
                  <a:close/>
                  <a:moveTo>
                    <a:pt x="153589" y="824418"/>
                  </a:moveTo>
                  <a:lnTo>
                    <a:pt x="267112" y="824418"/>
                  </a:lnTo>
                  <a:lnTo>
                    <a:pt x="267112" y="825488"/>
                  </a:lnTo>
                  <a:lnTo>
                    <a:pt x="153589" y="825488"/>
                  </a:lnTo>
                  <a:close/>
                  <a:moveTo>
                    <a:pt x="643573" y="824418"/>
                  </a:moveTo>
                  <a:lnTo>
                    <a:pt x="727045" y="824418"/>
                  </a:lnTo>
                  <a:lnTo>
                    <a:pt x="727045" y="825488"/>
                  </a:lnTo>
                  <a:lnTo>
                    <a:pt x="643573" y="825488"/>
                  </a:lnTo>
                  <a:close/>
                  <a:moveTo>
                    <a:pt x="0" y="824418"/>
                  </a:moveTo>
                  <a:lnTo>
                    <a:pt x="65943" y="824418"/>
                  </a:lnTo>
                  <a:lnTo>
                    <a:pt x="65943" y="825488"/>
                  </a:lnTo>
                  <a:lnTo>
                    <a:pt x="0" y="825488"/>
                  </a:lnTo>
                  <a:close/>
                  <a:moveTo>
                    <a:pt x="104341" y="821206"/>
                  </a:moveTo>
                  <a:lnTo>
                    <a:pt x="132721" y="821206"/>
                  </a:lnTo>
                  <a:lnTo>
                    <a:pt x="132721" y="825488"/>
                  </a:lnTo>
                  <a:lnTo>
                    <a:pt x="104341" y="825488"/>
                  </a:lnTo>
                  <a:close/>
                  <a:moveTo>
                    <a:pt x="734558" y="824418"/>
                  </a:moveTo>
                  <a:lnTo>
                    <a:pt x="752922" y="824418"/>
                  </a:lnTo>
                  <a:lnTo>
                    <a:pt x="752922" y="825488"/>
                  </a:lnTo>
                  <a:lnTo>
                    <a:pt x="734558" y="825488"/>
                  </a:lnTo>
                  <a:close/>
                  <a:moveTo>
                    <a:pt x="643573" y="825488"/>
                  </a:moveTo>
                  <a:lnTo>
                    <a:pt x="725376" y="825488"/>
                  </a:lnTo>
                  <a:lnTo>
                    <a:pt x="725376" y="826559"/>
                  </a:lnTo>
                  <a:lnTo>
                    <a:pt x="643573" y="826559"/>
                  </a:lnTo>
                  <a:close/>
                  <a:moveTo>
                    <a:pt x="286311" y="825488"/>
                  </a:moveTo>
                  <a:lnTo>
                    <a:pt x="305509" y="825488"/>
                  </a:lnTo>
                  <a:lnTo>
                    <a:pt x="305509" y="826559"/>
                  </a:lnTo>
                  <a:lnTo>
                    <a:pt x="286311" y="826559"/>
                  </a:lnTo>
                  <a:close/>
                  <a:moveTo>
                    <a:pt x="953255" y="825488"/>
                  </a:moveTo>
                  <a:lnTo>
                    <a:pt x="1000000" y="825488"/>
                  </a:lnTo>
                  <a:lnTo>
                    <a:pt x="1000000" y="826559"/>
                  </a:lnTo>
                  <a:lnTo>
                    <a:pt x="953255" y="826559"/>
                  </a:lnTo>
                  <a:close/>
                  <a:moveTo>
                    <a:pt x="152755" y="825488"/>
                  </a:moveTo>
                  <a:lnTo>
                    <a:pt x="267112" y="825488"/>
                  </a:lnTo>
                  <a:lnTo>
                    <a:pt x="267112" y="826559"/>
                  </a:lnTo>
                  <a:lnTo>
                    <a:pt x="152755" y="826559"/>
                  </a:lnTo>
                  <a:close/>
                  <a:moveTo>
                    <a:pt x="564274" y="824418"/>
                  </a:moveTo>
                  <a:lnTo>
                    <a:pt x="623539" y="824418"/>
                  </a:lnTo>
                  <a:lnTo>
                    <a:pt x="623539" y="826559"/>
                  </a:lnTo>
                  <a:lnTo>
                    <a:pt x="564274" y="826559"/>
                  </a:lnTo>
                  <a:close/>
                  <a:moveTo>
                    <a:pt x="0" y="825488"/>
                  </a:moveTo>
                  <a:lnTo>
                    <a:pt x="65109" y="825488"/>
                  </a:lnTo>
                  <a:lnTo>
                    <a:pt x="65109" y="826559"/>
                  </a:lnTo>
                  <a:lnTo>
                    <a:pt x="0" y="826559"/>
                  </a:lnTo>
                  <a:close/>
                  <a:moveTo>
                    <a:pt x="737062" y="825488"/>
                  </a:moveTo>
                  <a:lnTo>
                    <a:pt x="752922" y="825488"/>
                  </a:lnTo>
                  <a:lnTo>
                    <a:pt x="752922" y="826559"/>
                  </a:lnTo>
                  <a:lnTo>
                    <a:pt x="737062" y="826559"/>
                  </a:lnTo>
                  <a:close/>
                  <a:moveTo>
                    <a:pt x="316361" y="825488"/>
                  </a:moveTo>
                  <a:lnTo>
                    <a:pt x="348080" y="825488"/>
                  </a:lnTo>
                  <a:lnTo>
                    <a:pt x="348080" y="826559"/>
                  </a:lnTo>
                  <a:lnTo>
                    <a:pt x="316361" y="826559"/>
                  </a:lnTo>
                  <a:close/>
                  <a:moveTo>
                    <a:pt x="369783" y="825488"/>
                  </a:moveTo>
                  <a:lnTo>
                    <a:pt x="467446" y="825488"/>
                  </a:lnTo>
                  <a:lnTo>
                    <a:pt x="467446" y="826559"/>
                  </a:lnTo>
                  <a:lnTo>
                    <a:pt x="369783" y="826559"/>
                  </a:lnTo>
                  <a:close/>
                  <a:moveTo>
                    <a:pt x="106010" y="825488"/>
                  </a:moveTo>
                  <a:lnTo>
                    <a:pt x="132721" y="825488"/>
                  </a:lnTo>
                  <a:lnTo>
                    <a:pt x="132721" y="826559"/>
                  </a:lnTo>
                  <a:lnTo>
                    <a:pt x="106010" y="826559"/>
                  </a:lnTo>
                  <a:close/>
                  <a:moveTo>
                    <a:pt x="542571" y="825488"/>
                  </a:moveTo>
                  <a:lnTo>
                    <a:pt x="550918" y="825488"/>
                  </a:lnTo>
                  <a:lnTo>
                    <a:pt x="550918" y="827630"/>
                  </a:lnTo>
                  <a:lnTo>
                    <a:pt x="542571" y="827630"/>
                  </a:lnTo>
                  <a:close/>
                  <a:moveTo>
                    <a:pt x="0" y="826559"/>
                  </a:moveTo>
                  <a:lnTo>
                    <a:pt x="64274" y="826559"/>
                  </a:lnTo>
                  <a:lnTo>
                    <a:pt x="64274" y="827630"/>
                  </a:lnTo>
                  <a:lnTo>
                    <a:pt x="0" y="827630"/>
                  </a:lnTo>
                  <a:close/>
                  <a:moveTo>
                    <a:pt x="116027" y="826559"/>
                  </a:moveTo>
                  <a:lnTo>
                    <a:pt x="132721" y="826559"/>
                  </a:lnTo>
                  <a:lnTo>
                    <a:pt x="132721" y="827630"/>
                  </a:lnTo>
                  <a:lnTo>
                    <a:pt x="116027" y="827630"/>
                  </a:lnTo>
                  <a:close/>
                  <a:moveTo>
                    <a:pt x="643573" y="826559"/>
                  </a:moveTo>
                  <a:lnTo>
                    <a:pt x="723706" y="826559"/>
                  </a:lnTo>
                  <a:lnTo>
                    <a:pt x="723706" y="827630"/>
                  </a:lnTo>
                  <a:lnTo>
                    <a:pt x="643573" y="827630"/>
                  </a:lnTo>
                  <a:close/>
                  <a:moveTo>
                    <a:pt x="286311" y="826559"/>
                  </a:moveTo>
                  <a:lnTo>
                    <a:pt x="303840" y="826559"/>
                  </a:lnTo>
                  <a:lnTo>
                    <a:pt x="303840" y="827630"/>
                  </a:lnTo>
                  <a:lnTo>
                    <a:pt x="286311" y="827630"/>
                  </a:lnTo>
                  <a:close/>
                  <a:moveTo>
                    <a:pt x="879800" y="822276"/>
                  </a:moveTo>
                  <a:lnTo>
                    <a:pt x="908180" y="822276"/>
                  </a:lnTo>
                  <a:lnTo>
                    <a:pt x="908180" y="827630"/>
                  </a:lnTo>
                  <a:lnTo>
                    <a:pt x="879800" y="827630"/>
                  </a:lnTo>
                  <a:close/>
                  <a:moveTo>
                    <a:pt x="773790" y="825488"/>
                  </a:moveTo>
                  <a:lnTo>
                    <a:pt x="832220" y="825488"/>
                  </a:lnTo>
                  <a:lnTo>
                    <a:pt x="832220" y="827630"/>
                  </a:lnTo>
                  <a:lnTo>
                    <a:pt x="773790" y="827630"/>
                  </a:lnTo>
                  <a:close/>
                  <a:moveTo>
                    <a:pt x="964942" y="826559"/>
                  </a:moveTo>
                  <a:lnTo>
                    <a:pt x="1000000" y="826559"/>
                  </a:lnTo>
                  <a:lnTo>
                    <a:pt x="1000000" y="827630"/>
                  </a:lnTo>
                  <a:lnTo>
                    <a:pt x="964942" y="827630"/>
                  </a:lnTo>
                  <a:close/>
                  <a:moveTo>
                    <a:pt x="323873" y="826559"/>
                  </a:moveTo>
                  <a:lnTo>
                    <a:pt x="348080" y="826559"/>
                  </a:lnTo>
                  <a:lnTo>
                    <a:pt x="348080" y="827630"/>
                  </a:lnTo>
                  <a:lnTo>
                    <a:pt x="323873" y="827630"/>
                  </a:lnTo>
                  <a:close/>
                  <a:moveTo>
                    <a:pt x="152755" y="826559"/>
                  </a:moveTo>
                  <a:lnTo>
                    <a:pt x="267947" y="826559"/>
                  </a:lnTo>
                  <a:lnTo>
                    <a:pt x="267947" y="827630"/>
                  </a:lnTo>
                  <a:lnTo>
                    <a:pt x="152755" y="827630"/>
                  </a:lnTo>
                  <a:close/>
                  <a:moveTo>
                    <a:pt x="737896" y="826559"/>
                  </a:moveTo>
                  <a:lnTo>
                    <a:pt x="752922" y="826559"/>
                  </a:lnTo>
                  <a:lnTo>
                    <a:pt x="752922" y="827630"/>
                  </a:lnTo>
                  <a:lnTo>
                    <a:pt x="737896" y="827630"/>
                  </a:lnTo>
                  <a:close/>
                  <a:moveTo>
                    <a:pt x="485810" y="824418"/>
                  </a:moveTo>
                  <a:lnTo>
                    <a:pt x="492487" y="824418"/>
                  </a:lnTo>
                  <a:lnTo>
                    <a:pt x="492487" y="827630"/>
                  </a:lnTo>
                  <a:lnTo>
                    <a:pt x="485810" y="827630"/>
                  </a:lnTo>
                  <a:close/>
                  <a:moveTo>
                    <a:pt x="879800" y="827630"/>
                  </a:moveTo>
                  <a:lnTo>
                    <a:pt x="907346" y="827630"/>
                  </a:lnTo>
                  <a:lnTo>
                    <a:pt x="907346" y="828700"/>
                  </a:lnTo>
                  <a:lnTo>
                    <a:pt x="879800" y="828700"/>
                  </a:lnTo>
                  <a:close/>
                  <a:moveTo>
                    <a:pt x="738731" y="827630"/>
                  </a:moveTo>
                  <a:lnTo>
                    <a:pt x="752922" y="827630"/>
                  </a:lnTo>
                  <a:lnTo>
                    <a:pt x="752922" y="828700"/>
                  </a:lnTo>
                  <a:lnTo>
                    <a:pt x="738731" y="828700"/>
                  </a:lnTo>
                  <a:close/>
                  <a:moveTo>
                    <a:pt x="152755" y="827630"/>
                  </a:moveTo>
                  <a:lnTo>
                    <a:pt x="268781" y="827630"/>
                  </a:lnTo>
                  <a:lnTo>
                    <a:pt x="268781" y="828700"/>
                  </a:lnTo>
                  <a:lnTo>
                    <a:pt x="152755" y="828700"/>
                  </a:lnTo>
                  <a:close/>
                  <a:moveTo>
                    <a:pt x="773790" y="827630"/>
                  </a:moveTo>
                  <a:lnTo>
                    <a:pt x="831386" y="827630"/>
                  </a:lnTo>
                  <a:lnTo>
                    <a:pt x="831386" y="828700"/>
                  </a:lnTo>
                  <a:lnTo>
                    <a:pt x="773790" y="828700"/>
                  </a:lnTo>
                  <a:close/>
                  <a:moveTo>
                    <a:pt x="686978" y="827630"/>
                  </a:moveTo>
                  <a:lnTo>
                    <a:pt x="723706" y="827630"/>
                  </a:lnTo>
                  <a:lnTo>
                    <a:pt x="723706" y="828700"/>
                  </a:lnTo>
                  <a:lnTo>
                    <a:pt x="686978" y="828700"/>
                  </a:lnTo>
                  <a:close/>
                  <a:moveTo>
                    <a:pt x="970785" y="827630"/>
                  </a:moveTo>
                  <a:lnTo>
                    <a:pt x="1000000" y="827630"/>
                  </a:lnTo>
                  <a:lnTo>
                    <a:pt x="1000000" y="828700"/>
                  </a:lnTo>
                  <a:lnTo>
                    <a:pt x="970785" y="828700"/>
                  </a:lnTo>
                  <a:close/>
                  <a:moveTo>
                    <a:pt x="643573" y="827630"/>
                  </a:moveTo>
                  <a:lnTo>
                    <a:pt x="680301" y="827630"/>
                  </a:lnTo>
                  <a:lnTo>
                    <a:pt x="680301" y="828700"/>
                  </a:lnTo>
                  <a:lnTo>
                    <a:pt x="643573" y="828700"/>
                  </a:lnTo>
                  <a:close/>
                  <a:moveTo>
                    <a:pt x="852254" y="823347"/>
                  </a:moveTo>
                  <a:lnTo>
                    <a:pt x="859766" y="823347"/>
                  </a:lnTo>
                  <a:lnTo>
                    <a:pt x="859766" y="828700"/>
                  </a:lnTo>
                  <a:lnTo>
                    <a:pt x="852254" y="828700"/>
                  </a:lnTo>
                  <a:close/>
                  <a:moveTo>
                    <a:pt x="327212" y="827630"/>
                  </a:moveTo>
                  <a:lnTo>
                    <a:pt x="347245" y="827630"/>
                  </a:lnTo>
                  <a:lnTo>
                    <a:pt x="347245" y="828700"/>
                  </a:lnTo>
                  <a:lnTo>
                    <a:pt x="327212" y="828700"/>
                  </a:lnTo>
                  <a:close/>
                  <a:moveTo>
                    <a:pt x="284641" y="827630"/>
                  </a:moveTo>
                  <a:lnTo>
                    <a:pt x="303005" y="827630"/>
                  </a:lnTo>
                  <a:lnTo>
                    <a:pt x="303005" y="828700"/>
                  </a:lnTo>
                  <a:lnTo>
                    <a:pt x="284641" y="828700"/>
                  </a:lnTo>
                  <a:close/>
                  <a:moveTo>
                    <a:pt x="0" y="827630"/>
                  </a:moveTo>
                  <a:lnTo>
                    <a:pt x="63439" y="827630"/>
                  </a:lnTo>
                  <a:lnTo>
                    <a:pt x="63439" y="828700"/>
                  </a:lnTo>
                  <a:lnTo>
                    <a:pt x="0" y="828700"/>
                  </a:lnTo>
                  <a:close/>
                  <a:moveTo>
                    <a:pt x="484140" y="827630"/>
                  </a:moveTo>
                  <a:lnTo>
                    <a:pt x="492487" y="827630"/>
                  </a:lnTo>
                  <a:lnTo>
                    <a:pt x="492487" y="828700"/>
                  </a:lnTo>
                  <a:lnTo>
                    <a:pt x="484140" y="828700"/>
                  </a:lnTo>
                  <a:close/>
                  <a:moveTo>
                    <a:pt x="564274" y="826559"/>
                  </a:moveTo>
                  <a:lnTo>
                    <a:pt x="624374" y="826559"/>
                  </a:lnTo>
                  <a:lnTo>
                    <a:pt x="624374" y="828700"/>
                  </a:lnTo>
                  <a:lnTo>
                    <a:pt x="564274" y="828700"/>
                  </a:lnTo>
                  <a:close/>
                  <a:moveTo>
                    <a:pt x="121870" y="827630"/>
                  </a:moveTo>
                  <a:lnTo>
                    <a:pt x="132721" y="827630"/>
                  </a:lnTo>
                  <a:lnTo>
                    <a:pt x="132721" y="828700"/>
                  </a:lnTo>
                  <a:lnTo>
                    <a:pt x="121870" y="828700"/>
                  </a:lnTo>
                  <a:close/>
                  <a:moveTo>
                    <a:pt x="481636" y="828700"/>
                  </a:moveTo>
                  <a:lnTo>
                    <a:pt x="491653" y="828700"/>
                  </a:lnTo>
                  <a:lnTo>
                    <a:pt x="491653" y="829771"/>
                  </a:lnTo>
                  <a:lnTo>
                    <a:pt x="481636" y="829771"/>
                  </a:lnTo>
                  <a:close/>
                  <a:moveTo>
                    <a:pt x="853088" y="828700"/>
                  </a:moveTo>
                  <a:lnTo>
                    <a:pt x="858932" y="828700"/>
                  </a:lnTo>
                  <a:lnTo>
                    <a:pt x="858932" y="829771"/>
                  </a:lnTo>
                  <a:lnTo>
                    <a:pt x="853088" y="829771"/>
                  </a:lnTo>
                  <a:close/>
                  <a:moveTo>
                    <a:pt x="565109" y="828700"/>
                  </a:moveTo>
                  <a:lnTo>
                    <a:pt x="624374" y="828700"/>
                  </a:lnTo>
                  <a:lnTo>
                    <a:pt x="624374" y="829771"/>
                  </a:lnTo>
                  <a:lnTo>
                    <a:pt x="565109" y="829771"/>
                  </a:lnTo>
                  <a:close/>
                  <a:moveTo>
                    <a:pt x="879800" y="828700"/>
                  </a:moveTo>
                  <a:lnTo>
                    <a:pt x="906511" y="828700"/>
                  </a:lnTo>
                  <a:lnTo>
                    <a:pt x="906511" y="829771"/>
                  </a:lnTo>
                  <a:lnTo>
                    <a:pt x="879800" y="829771"/>
                  </a:lnTo>
                  <a:close/>
                  <a:moveTo>
                    <a:pt x="130217" y="828700"/>
                  </a:moveTo>
                  <a:lnTo>
                    <a:pt x="131052" y="828700"/>
                  </a:lnTo>
                  <a:lnTo>
                    <a:pt x="131052" y="829771"/>
                  </a:lnTo>
                  <a:lnTo>
                    <a:pt x="130217" y="829771"/>
                  </a:lnTo>
                  <a:close/>
                  <a:moveTo>
                    <a:pt x="643573" y="828700"/>
                  </a:moveTo>
                  <a:lnTo>
                    <a:pt x="678631" y="828700"/>
                  </a:lnTo>
                  <a:lnTo>
                    <a:pt x="678631" y="829771"/>
                  </a:lnTo>
                  <a:lnTo>
                    <a:pt x="643573" y="829771"/>
                  </a:lnTo>
                  <a:close/>
                  <a:moveTo>
                    <a:pt x="976628" y="828700"/>
                  </a:moveTo>
                  <a:lnTo>
                    <a:pt x="1000000" y="828700"/>
                  </a:lnTo>
                  <a:lnTo>
                    <a:pt x="1000000" y="829771"/>
                  </a:lnTo>
                  <a:lnTo>
                    <a:pt x="976628" y="829771"/>
                  </a:lnTo>
                  <a:close/>
                  <a:moveTo>
                    <a:pt x="368948" y="826559"/>
                  </a:moveTo>
                  <a:lnTo>
                    <a:pt x="467446" y="826559"/>
                  </a:lnTo>
                  <a:lnTo>
                    <a:pt x="467446" y="829771"/>
                  </a:lnTo>
                  <a:lnTo>
                    <a:pt x="368948" y="829771"/>
                  </a:lnTo>
                  <a:close/>
                  <a:moveTo>
                    <a:pt x="739566" y="828700"/>
                  </a:moveTo>
                  <a:lnTo>
                    <a:pt x="752922" y="828700"/>
                  </a:lnTo>
                  <a:lnTo>
                    <a:pt x="752922" y="829771"/>
                  </a:lnTo>
                  <a:lnTo>
                    <a:pt x="739566" y="829771"/>
                  </a:lnTo>
                  <a:close/>
                  <a:moveTo>
                    <a:pt x="688648" y="828700"/>
                  </a:moveTo>
                  <a:lnTo>
                    <a:pt x="722871" y="828700"/>
                  </a:lnTo>
                  <a:lnTo>
                    <a:pt x="722871" y="829771"/>
                  </a:lnTo>
                  <a:lnTo>
                    <a:pt x="688648" y="829771"/>
                  </a:lnTo>
                  <a:close/>
                  <a:moveTo>
                    <a:pt x="329716" y="828700"/>
                  </a:moveTo>
                  <a:lnTo>
                    <a:pt x="347245" y="828700"/>
                  </a:lnTo>
                  <a:lnTo>
                    <a:pt x="347245" y="829771"/>
                  </a:lnTo>
                  <a:lnTo>
                    <a:pt x="329716" y="829771"/>
                  </a:lnTo>
                  <a:close/>
                  <a:moveTo>
                    <a:pt x="282972" y="828700"/>
                  </a:moveTo>
                  <a:lnTo>
                    <a:pt x="302170" y="828700"/>
                  </a:lnTo>
                  <a:lnTo>
                    <a:pt x="302170" y="829771"/>
                  </a:lnTo>
                  <a:lnTo>
                    <a:pt x="282972" y="829771"/>
                  </a:lnTo>
                  <a:close/>
                  <a:moveTo>
                    <a:pt x="643573" y="829771"/>
                  </a:moveTo>
                  <a:lnTo>
                    <a:pt x="676962" y="829771"/>
                  </a:lnTo>
                  <a:lnTo>
                    <a:pt x="676962" y="830842"/>
                  </a:lnTo>
                  <a:lnTo>
                    <a:pt x="643573" y="830842"/>
                  </a:lnTo>
                  <a:close/>
                  <a:moveTo>
                    <a:pt x="772955" y="828700"/>
                  </a:moveTo>
                  <a:lnTo>
                    <a:pt x="831386" y="828700"/>
                  </a:lnTo>
                  <a:lnTo>
                    <a:pt x="831386" y="830842"/>
                  </a:lnTo>
                  <a:lnTo>
                    <a:pt x="772955" y="830842"/>
                  </a:lnTo>
                  <a:close/>
                  <a:moveTo>
                    <a:pt x="565943" y="829771"/>
                  </a:moveTo>
                  <a:lnTo>
                    <a:pt x="625209" y="829771"/>
                  </a:lnTo>
                  <a:lnTo>
                    <a:pt x="625209" y="830842"/>
                  </a:lnTo>
                  <a:lnTo>
                    <a:pt x="565943" y="830842"/>
                  </a:lnTo>
                  <a:close/>
                  <a:moveTo>
                    <a:pt x="480801" y="829771"/>
                  </a:moveTo>
                  <a:lnTo>
                    <a:pt x="491653" y="829771"/>
                  </a:lnTo>
                  <a:lnTo>
                    <a:pt x="491653" y="830842"/>
                  </a:lnTo>
                  <a:lnTo>
                    <a:pt x="480801" y="830842"/>
                  </a:lnTo>
                  <a:close/>
                  <a:moveTo>
                    <a:pt x="542571" y="827630"/>
                  </a:moveTo>
                  <a:lnTo>
                    <a:pt x="551753" y="827630"/>
                  </a:lnTo>
                  <a:lnTo>
                    <a:pt x="551753" y="830842"/>
                  </a:lnTo>
                  <a:lnTo>
                    <a:pt x="542571" y="830842"/>
                  </a:lnTo>
                  <a:close/>
                  <a:moveTo>
                    <a:pt x="691152" y="829771"/>
                  </a:moveTo>
                  <a:lnTo>
                    <a:pt x="722871" y="829771"/>
                  </a:lnTo>
                  <a:lnTo>
                    <a:pt x="722871" y="830842"/>
                  </a:lnTo>
                  <a:lnTo>
                    <a:pt x="691152" y="830842"/>
                  </a:lnTo>
                  <a:close/>
                  <a:moveTo>
                    <a:pt x="152755" y="828700"/>
                  </a:moveTo>
                  <a:lnTo>
                    <a:pt x="269616" y="828700"/>
                  </a:lnTo>
                  <a:lnTo>
                    <a:pt x="269616" y="830842"/>
                  </a:lnTo>
                  <a:lnTo>
                    <a:pt x="152755" y="830842"/>
                  </a:lnTo>
                  <a:close/>
                  <a:moveTo>
                    <a:pt x="979967" y="829771"/>
                  </a:moveTo>
                  <a:lnTo>
                    <a:pt x="1000000" y="829771"/>
                  </a:lnTo>
                  <a:lnTo>
                    <a:pt x="1000000" y="830842"/>
                  </a:lnTo>
                  <a:lnTo>
                    <a:pt x="979967" y="830842"/>
                  </a:lnTo>
                  <a:close/>
                  <a:moveTo>
                    <a:pt x="856427" y="829771"/>
                  </a:moveTo>
                  <a:lnTo>
                    <a:pt x="858932" y="829771"/>
                  </a:lnTo>
                  <a:lnTo>
                    <a:pt x="858932" y="830842"/>
                  </a:lnTo>
                  <a:lnTo>
                    <a:pt x="856427" y="830842"/>
                  </a:lnTo>
                  <a:close/>
                  <a:moveTo>
                    <a:pt x="282137" y="829771"/>
                  </a:moveTo>
                  <a:lnTo>
                    <a:pt x="301336" y="829771"/>
                  </a:lnTo>
                  <a:lnTo>
                    <a:pt x="301336" y="830842"/>
                  </a:lnTo>
                  <a:lnTo>
                    <a:pt x="282137" y="830842"/>
                  </a:lnTo>
                  <a:close/>
                  <a:moveTo>
                    <a:pt x="740401" y="829771"/>
                  </a:moveTo>
                  <a:lnTo>
                    <a:pt x="752922" y="829771"/>
                  </a:lnTo>
                  <a:lnTo>
                    <a:pt x="752922" y="830842"/>
                  </a:lnTo>
                  <a:lnTo>
                    <a:pt x="740401" y="830842"/>
                  </a:lnTo>
                  <a:close/>
                  <a:moveTo>
                    <a:pt x="331386" y="829771"/>
                  </a:moveTo>
                  <a:lnTo>
                    <a:pt x="346411" y="829771"/>
                  </a:lnTo>
                  <a:lnTo>
                    <a:pt x="346411" y="830842"/>
                  </a:lnTo>
                  <a:lnTo>
                    <a:pt x="331386" y="830842"/>
                  </a:lnTo>
                  <a:close/>
                  <a:moveTo>
                    <a:pt x="772120" y="830842"/>
                  </a:moveTo>
                  <a:lnTo>
                    <a:pt x="830551" y="830842"/>
                  </a:lnTo>
                  <a:lnTo>
                    <a:pt x="830551" y="831912"/>
                  </a:lnTo>
                  <a:lnTo>
                    <a:pt x="772120" y="831912"/>
                  </a:lnTo>
                  <a:close/>
                  <a:moveTo>
                    <a:pt x="368114" y="829771"/>
                  </a:moveTo>
                  <a:lnTo>
                    <a:pt x="467446" y="829771"/>
                  </a:lnTo>
                  <a:lnTo>
                    <a:pt x="467446" y="831912"/>
                  </a:lnTo>
                  <a:lnTo>
                    <a:pt x="368114" y="831912"/>
                  </a:lnTo>
                  <a:close/>
                  <a:moveTo>
                    <a:pt x="154424" y="830842"/>
                  </a:moveTo>
                  <a:lnTo>
                    <a:pt x="272120" y="830842"/>
                  </a:lnTo>
                  <a:lnTo>
                    <a:pt x="272120" y="831912"/>
                  </a:lnTo>
                  <a:lnTo>
                    <a:pt x="154424" y="831912"/>
                  </a:lnTo>
                  <a:close/>
                  <a:moveTo>
                    <a:pt x="479132" y="830842"/>
                  </a:moveTo>
                  <a:lnTo>
                    <a:pt x="491653" y="830842"/>
                  </a:lnTo>
                  <a:lnTo>
                    <a:pt x="491653" y="831912"/>
                  </a:lnTo>
                  <a:lnTo>
                    <a:pt x="479132" y="831912"/>
                  </a:lnTo>
                  <a:close/>
                  <a:moveTo>
                    <a:pt x="691987" y="830842"/>
                  </a:moveTo>
                  <a:lnTo>
                    <a:pt x="722037" y="830842"/>
                  </a:lnTo>
                  <a:lnTo>
                    <a:pt x="722037" y="831912"/>
                  </a:lnTo>
                  <a:lnTo>
                    <a:pt x="691987" y="831912"/>
                  </a:lnTo>
                  <a:close/>
                  <a:moveTo>
                    <a:pt x="281302" y="830842"/>
                  </a:moveTo>
                  <a:lnTo>
                    <a:pt x="300501" y="830842"/>
                  </a:lnTo>
                  <a:lnTo>
                    <a:pt x="300501" y="831912"/>
                  </a:lnTo>
                  <a:lnTo>
                    <a:pt x="281302" y="831912"/>
                  </a:lnTo>
                  <a:close/>
                  <a:moveTo>
                    <a:pt x="980801" y="830842"/>
                  </a:moveTo>
                  <a:lnTo>
                    <a:pt x="1000000" y="830842"/>
                  </a:lnTo>
                  <a:lnTo>
                    <a:pt x="1000000" y="831912"/>
                  </a:lnTo>
                  <a:lnTo>
                    <a:pt x="980801" y="831912"/>
                  </a:lnTo>
                  <a:close/>
                  <a:moveTo>
                    <a:pt x="332220" y="830842"/>
                  </a:moveTo>
                  <a:lnTo>
                    <a:pt x="345576" y="830842"/>
                  </a:lnTo>
                  <a:lnTo>
                    <a:pt x="345576" y="831912"/>
                  </a:lnTo>
                  <a:lnTo>
                    <a:pt x="332220" y="831912"/>
                  </a:lnTo>
                  <a:close/>
                  <a:moveTo>
                    <a:pt x="879800" y="829771"/>
                  </a:moveTo>
                  <a:lnTo>
                    <a:pt x="905676" y="829771"/>
                  </a:lnTo>
                  <a:lnTo>
                    <a:pt x="905676" y="831912"/>
                  </a:lnTo>
                  <a:lnTo>
                    <a:pt x="879800" y="831912"/>
                  </a:lnTo>
                  <a:close/>
                  <a:moveTo>
                    <a:pt x="507513" y="825488"/>
                  </a:moveTo>
                  <a:lnTo>
                    <a:pt x="525876" y="825488"/>
                  </a:lnTo>
                  <a:lnTo>
                    <a:pt x="525876" y="832983"/>
                  </a:lnTo>
                  <a:lnTo>
                    <a:pt x="507513" y="832983"/>
                  </a:lnTo>
                  <a:close/>
                  <a:moveTo>
                    <a:pt x="158598" y="831912"/>
                  </a:moveTo>
                  <a:lnTo>
                    <a:pt x="300501" y="831912"/>
                  </a:lnTo>
                  <a:lnTo>
                    <a:pt x="300501" y="832983"/>
                  </a:lnTo>
                  <a:lnTo>
                    <a:pt x="158598" y="832983"/>
                  </a:lnTo>
                  <a:close/>
                  <a:moveTo>
                    <a:pt x="542571" y="830842"/>
                  </a:moveTo>
                  <a:lnTo>
                    <a:pt x="552588" y="830842"/>
                  </a:lnTo>
                  <a:lnTo>
                    <a:pt x="552588" y="832983"/>
                  </a:lnTo>
                  <a:lnTo>
                    <a:pt x="542571" y="832983"/>
                  </a:lnTo>
                  <a:close/>
                  <a:moveTo>
                    <a:pt x="643573" y="830842"/>
                  </a:moveTo>
                  <a:lnTo>
                    <a:pt x="676127" y="830842"/>
                  </a:lnTo>
                  <a:lnTo>
                    <a:pt x="676127" y="832983"/>
                  </a:lnTo>
                  <a:lnTo>
                    <a:pt x="643573" y="832983"/>
                  </a:lnTo>
                  <a:close/>
                  <a:moveTo>
                    <a:pt x="476628" y="831912"/>
                  </a:moveTo>
                  <a:lnTo>
                    <a:pt x="489983" y="831912"/>
                  </a:lnTo>
                  <a:lnTo>
                    <a:pt x="489983" y="832983"/>
                  </a:lnTo>
                  <a:lnTo>
                    <a:pt x="476628" y="832983"/>
                  </a:lnTo>
                  <a:close/>
                  <a:moveTo>
                    <a:pt x="981636" y="831912"/>
                  </a:moveTo>
                  <a:lnTo>
                    <a:pt x="1000000" y="831912"/>
                  </a:lnTo>
                  <a:lnTo>
                    <a:pt x="1000000" y="832983"/>
                  </a:lnTo>
                  <a:lnTo>
                    <a:pt x="981636" y="832983"/>
                  </a:lnTo>
                  <a:close/>
                  <a:moveTo>
                    <a:pt x="880634" y="831912"/>
                  </a:moveTo>
                  <a:lnTo>
                    <a:pt x="905676" y="831912"/>
                  </a:lnTo>
                  <a:lnTo>
                    <a:pt x="905676" y="832983"/>
                  </a:lnTo>
                  <a:lnTo>
                    <a:pt x="880634" y="832983"/>
                  </a:lnTo>
                  <a:close/>
                  <a:moveTo>
                    <a:pt x="368114" y="831912"/>
                  </a:moveTo>
                  <a:lnTo>
                    <a:pt x="468280" y="831912"/>
                  </a:lnTo>
                  <a:lnTo>
                    <a:pt x="468280" y="832983"/>
                  </a:lnTo>
                  <a:lnTo>
                    <a:pt x="368114" y="832983"/>
                  </a:lnTo>
                  <a:close/>
                  <a:moveTo>
                    <a:pt x="178631" y="832983"/>
                  </a:moveTo>
                  <a:lnTo>
                    <a:pt x="299666" y="832983"/>
                  </a:lnTo>
                  <a:lnTo>
                    <a:pt x="299666" y="834054"/>
                  </a:lnTo>
                  <a:lnTo>
                    <a:pt x="178631" y="834054"/>
                  </a:lnTo>
                  <a:close/>
                  <a:moveTo>
                    <a:pt x="542571" y="832983"/>
                  </a:moveTo>
                  <a:lnTo>
                    <a:pt x="553422" y="832983"/>
                  </a:lnTo>
                  <a:lnTo>
                    <a:pt x="553422" y="834054"/>
                  </a:lnTo>
                  <a:lnTo>
                    <a:pt x="542571" y="834054"/>
                  </a:lnTo>
                  <a:close/>
                  <a:moveTo>
                    <a:pt x="566778" y="830842"/>
                  </a:moveTo>
                  <a:lnTo>
                    <a:pt x="625209" y="830842"/>
                  </a:lnTo>
                  <a:lnTo>
                    <a:pt x="625209" y="834054"/>
                  </a:lnTo>
                  <a:lnTo>
                    <a:pt x="566778" y="834054"/>
                  </a:lnTo>
                  <a:close/>
                  <a:moveTo>
                    <a:pt x="741235" y="830842"/>
                  </a:moveTo>
                  <a:lnTo>
                    <a:pt x="753756" y="830842"/>
                  </a:lnTo>
                  <a:lnTo>
                    <a:pt x="753756" y="834054"/>
                  </a:lnTo>
                  <a:lnTo>
                    <a:pt x="741235" y="834054"/>
                  </a:lnTo>
                  <a:close/>
                  <a:moveTo>
                    <a:pt x="982471" y="832983"/>
                  </a:moveTo>
                  <a:lnTo>
                    <a:pt x="1000000" y="832983"/>
                  </a:lnTo>
                  <a:lnTo>
                    <a:pt x="1000000" y="834054"/>
                  </a:lnTo>
                  <a:lnTo>
                    <a:pt x="982471" y="834054"/>
                  </a:lnTo>
                  <a:close/>
                  <a:moveTo>
                    <a:pt x="367279" y="832983"/>
                  </a:moveTo>
                  <a:lnTo>
                    <a:pt x="469115" y="832983"/>
                  </a:lnTo>
                  <a:lnTo>
                    <a:pt x="469115" y="834054"/>
                  </a:lnTo>
                  <a:lnTo>
                    <a:pt x="367279" y="834054"/>
                  </a:lnTo>
                  <a:close/>
                  <a:moveTo>
                    <a:pt x="691987" y="831912"/>
                  </a:moveTo>
                  <a:lnTo>
                    <a:pt x="721202" y="831912"/>
                  </a:lnTo>
                  <a:lnTo>
                    <a:pt x="721202" y="834054"/>
                  </a:lnTo>
                  <a:lnTo>
                    <a:pt x="691987" y="834054"/>
                  </a:lnTo>
                  <a:close/>
                  <a:moveTo>
                    <a:pt x="333055" y="831912"/>
                  </a:moveTo>
                  <a:lnTo>
                    <a:pt x="345576" y="831912"/>
                  </a:lnTo>
                  <a:lnTo>
                    <a:pt x="345576" y="834054"/>
                  </a:lnTo>
                  <a:lnTo>
                    <a:pt x="333055" y="834054"/>
                  </a:lnTo>
                  <a:close/>
                  <a:moveTo>
                    <a:pt x="886477" y="832983"/>
                  </a:moveTo>
                  <a:lnTo>
                    <a:pt x="905676" y="832983"/>
                  </a:lnTo>
                  <a:lnTo>
                    <a:pt x="905676" y="834054"/>
                  </a:lnTo>
                  <a:lnTo>
                    <a:pt x="886477" y="834054"/>
                  </a:lnTo>
                  <a:close/>
                  <a:moveTo>
                    <a:pt x="475793" y="832983"/>
                  </a:moveTo>
                  <a:lnTo>
                    <a:pt x="489149" y="832983"/>
                  </a:lnTo>
                  <a:lnTo>
                    <a:pt x="489149" y="834054"/>
                  </a:lnTo>
                  <a:lnTo>
                    <a:pt x="475793" y="834054"/>
                  </a:lnTo>
                  <a:close/>
                  <a:moveTo>
                    <a:pt x="642738" y="832983"/>
                  </a:moveTo>
                  <a:lnTo>
                    <a:pt x="674457" y="832983"/>
                  </a:lnTo>
                  <a:lnTo>
                    <a:pt x="674457" y="835124"/>
                  </a:lnTo>
                  <a:lnTo>
                    <a:pt x="642738" y="835124"/>
                  </a:lnTo>
                  <a:close/>
                  <a:moveTo>
                    <a:pt x="474124" y="834054"/>
                  </a:moveTo>
                  <a:lnTo>
                    <a:pt x="489149" y="834054"/>
                  </a:lnTo>
                  <a:lnTo>
                    <a:pt x="489149" y="835124"/>
                  </a:lnTo>
                  <a:lnTo>
                    <a:pt x="474124" y="835124"/>
                  </a:lnTo>
                  <a:close/>
                  <a:moveTo>
                    <a:pt x="771285" y="831912"/>
                  </a:moveTo>
                  <a:lnTo>
                    <a:pt x="829716" y="831912"/>
                  </a:lnTo>
                  <a:lnTo>
                    <a:pt x="829716" y="835124"/>
                  </a:lnTo>
                  <a:lnTo>
                    <a:pt x="771285" y="835124"/>
                  </a:lnTo>
                  <a:close/>
                  <a:moveTo>
                    <a:pt x="889816" y="834054"/>
                  </a:moveTo>
                  <a:lnTo>
                    <a:pt x="904841" y="834054"/>
                  </a:lnTo>
                  <a:lnTo>
                    <a:pt x="904841" y="835124"/>
                  </a:lnTo>
                  <a:lnTo>
                    <a:pt x="889816" y="835124"/>
                  </a:lnTo>
                  <a:close/>
                  <a:moveTo>
                    <a:pt x="180301" y="834054"/>
                  </a:moveTo>
                  <a:lnTo>
                    <a:pt x="299666" y="834054"/>
                  </a:lnTo>
                  <a:lnTo>
                    <a:pt x="299666" y="835124"/>
                  </a:lnTo>
                  <a:lnTo>
                    <a:pt x="180301" y="835124"/>
                  </a:lnTo>
                  <a:close/>
                  <a:moveTo>
                    <a:pt x="333890" y="834054"/>
                  </a:moveTo>
                  <a:lnTo>
                    <a:pt x="345576" y="834054"/>
                  </a:lnTo>
                  <a:lnTo>
                    <a:pt x="345576" y="835124"/>
                  </a:lnTo>
                  <a:lnTo>
                    <a:pt x="333890" y="835124"/>
                  </a:lnTo>
                  <a:close/>
                  <a:moveTo>
                    <a:pt x="506678" y="832983"/>
                  </a:moveTo>
                  <a:lnTo>
                    <a:pt x="525876" y="832983"/>
                  </a:lnTo>
                  <a:lnTo>
                    <a:pt x="525876" y="835124"/>
                  </a:lnTo>
                  <a:lnTo>
                    <a:pt x="506678" y="835124"/>
                  </a:lnTo>
                  <a:close/>
                  <a:moveTo>
                    <a:pt x="567613" y="834054"/>
                  </a:moveTo>
                  <a:lnTo>
                    <a:pt x="626043" y="834054"/>
                  </a:lnTo>
                  <a:lnTo>
                    <a:pt x="626043" y="835124"/>
                  </a:lnTo>
                  <a:lnTo>
                    <a:pt x="567613" y="835124"/>
                  </a:lnTo>
                  <a:close/>
                  <a:moveTo>
                    <a:pt x="367279" y="834054"/>
                  </a:moveTo>
                  <a:lnTo>
                    <a:pt x="433222" y="834054"/>
                  </a:lnTo>
                  <a:lnTo>
                    <a:pt x="433222" y="835124"/>
                  </a:lnTo>
                  <a:lnTo>
                    <a:pt x="367279" y="835124"/>
                  </a:lnTo>
                  <a:close/>
                  <a:moveTo>
                    <a:pt x="435726" y="834054"/>
                  </a:moveTo>
                  <a:lnTo>
                    <a:pt x="470785" y="834054"/>
                  </a:lnTo>
                  <a:lnTo>
                    <a:pt x="470785" y="835124"/>
                  </a:lnTo>
                  <a:lnTo>
                    <a:pt x="435726" y="835124"/>
                  </a:lnTo>
                  <a:close/>
                  <a:moveTo>
                    <a:pt x="741235" y="834054"/>
                  </a:moveTo>
                  <a:lnTo>
                    <a:pt x="754591" y="834054"/>
                  </a:lnTo>
                  <a:lnTo>
                    <a:pt x="754591" y="835124"/>
                  </a:lnTo>
                  <a:lnTo>
                    <a:pt x="741235" y="835124"/>
                  </a:lnTo>
                  <a:close/>
                  <a:moveTo>
                    <a:pt x="366444" y="835124"/>
                  </a:moveTo>
                  <a:lnTo>
                    <a:pt x="429883" y="835124"/>
                  </a:lnTo>
                  <a:lnTo>
                    <a:pt x="429883" y="836195"/>
                  </a:lnTo>
                  <a:lnTo>
                    <a:pt x="366444" y="836195"/>
                  </a:lnTo>
                  <a:close/>
                  <a:moveTo>
                    <a:pt x="439065" y="835124"/>
                  </a:moveTo>
                  <a:lnTo>
                    <a:pt x="488314" y="835124"/>
                  </a:lnTo>
                  <a:lnTo>
                    <a:pt x="488314" y="836195"/>
                  </a:lnTo>
                  <a:lnTo>
                    <a:pt x="439065" y="836195"/>
                  </a:lnTo>
                  <a:close/>
                  <a:moveTo>
                    <a:pt x="891486" y="835124"/>
                  </a:moveTo>
                  <a:lnTo>
                    <a:pt x="904007" y="835124"/>
                  </a:lnTo>
                  <a:lnTo>
                    <a:pt x="904007" y="836195"/>
                  </a:lnTo>
                  <a:lnTo>
                    <a:pt x="891486" y="836195"/>
                  </a:lnTo>
                  <a:close/>
                  <a:moveTo>
                    <a:pt x="983306" y="834054"/>
                  </a:moveTo>
                  <a:lnTo>
                    <a:pt x="1000000" y="834054"/>
                  </a:lnTo>
                  <a:lnTo>
                    <a:pt x="1000000" y="836195"/>
                  </a:lnTo>
                  <a:lnTo>
                    <a:pt x="983306" y="836195"/>
                  </a:lnTo>
                  <a:close/>
                  <a:moveTo>
                    <a:pt x="641903" y="835124"/>
                  </a:moveTo>
                  <a:lnTo>
                    <a:pt x="674457" y="835124"/>
                  </a:lnTo>
                  <a:lnTo>
                    <a:pt x="674457" y="836195"/>
                  </a:lnTo>
                  <a:lnTo>
                    <a:pt x="641903" y="836195"/>
                  </a:lnTo>
                  <a:close/>
                  <a:moveTo>
                    <a:pt x="692821" y="834054"/>
                  </a:moveTo>
                  <a:lnTo>
                    <a:pt x="721202" y="834054"/>
                  </a:lnTo>
                  <a:lnTo>
                    <a:pt x="721202" y="836195"/>
                  </a:lnTo>
                  <a:lnTo>
                    <a:pt x="692821" y="836195"/>
                  </a:lnTo>
                  <a:close/>
                  <a:moveTo>
                    <a:pt x="181135" y="835124"/>
                  </a:moveTo>
                  <a:lnTo>
                    <a:pt x="298831" y="835124"/>
                  </a:lnTo>
                  <a:lnTo>
                    <a:pt x="298831" y="836195"/>
                  </a:lnTo>
                  <a:lnTo>
                    <a:pt x="181135" y="836195"/>
                  </a:lnTo>
                  <a:close/>
                  <a:moveTo>
                    <a:pt x="333890" y="835124"/>
                  </a:moveTo>
                  <a:lnTo>
                    <a:pt x="344741" y="835124"/>
                  </a:lnTo>
                  <a:lnTo>
                    <a:pt x="344741" y="836195"/>
                  </a:lnTo>
                  <a:lnTo>
                    <a:pt x="333890" y="836195"/>
                  </a:lnTo>
                  <a:close/>
                  <a:moveTo>
                    <a:pt x="567613" y="835124"/>
                  </a:moveTo>
                  <a:lnTo>
                    <a:pt x="626878" y="835124"/>
                  </a:lnTo>
                  <a:lnTo>
                    <a:pt x="626878" y="836195"/>
                  </a:lnTo>
                  <a:lnTo>
                    <a:pt x="567613" y="836195"/>
                  </a:lnTo>
                  <a:close/>
                  <a:moveTo>
                    <a:pt x="741235" y="835124"/>
                  </a:moveTo>
                  <a:lnTo>
                    <a:pt x="755426" y="835124"/>
                  </a:lnTo>
                  <a:lnTo>
                    <a:pt x="755426" y="836195"/>
                  </a:lnTo>
                  <a:lnTo>
                    <a:pt x="741235" y="836195"/>
                  </a:lnTo>
                  <a:close/>
                  <a:moveTo>
                    <a:pt x="770451" y="835124"/>
                  </a:moveTo>
                  <a:lnTo>
                    <a:pt x="829716" y="835124"/>
                  </a:lnTo>
                  <a:lnTo>
                    <a:pt x="829716" y="836195"/>
                  </a:lnTo>
                  <a:lnTo>
                    <a:pt x="770451" y="836195"/>
                  </a:lnTo>
                  <a:close/>
                  <a:moveTo>
                    <a:pt x="441569" y="836195"/>
                  </a:moveTo>
                  <a:lnTo>
                    <a:pt x="486644" y="836195"/>
                  </a:lnTo>
                  <a:lnTo>
                    <a:pt x="486644" y="837266"/>
                  </a:lnTo>
                  <a:lnTo>
                    <a:pt x="441569" y="837266"/>
                  </a:lnTo>
                  <a:close/>
                  <a:moveTo>
                    <a:pt x="505843" y="835124"/>
                  </a:moveTo>
                  <a:lnTo>
                    <a:pt x="525876" y="835124"/>
                  </a:lnTo>
                  <a:lnTo>
                    <a:pt x="525876" y="837266"/>
                  </a:lnTo>
                  <a:lnTo>
                    <a:pt x="505843" y="837266"/>
                  </a:lnTo>
                  <a:close/>
                  <a:moveTo>
                    <a:pt x="769616" y="836195"/>
                  </a:moveTo>
                  <a:lnTo>
                    <a:pt x="829716" y="836195"/>
                  </a:lnTo>
                  <a:lnTo>
                    <a:pt x="829716" y="837266"/>
                  </a:lnTo>
                  <a:lnTo>
                    <a:pt x="769616" y="837266"/>
                  </a:lnTo>
                  <a:close/>
                  <a:moveTo>
                    <a:pt x="365609" y="836195"/>
                  </a:moveTo>
                  <a:lnTo>
                    <a:pt x="427379" y="836195"/>
                  </a:lnTo>
                  <a:lnTo>
                    <a:pt x="427379" y="837266"/>
                  </a:lnTo>
                  <a:lnTo>
                    <a:pt x="365609" y="837266"/>
                  </a:lnTo>
                  <a:close/>
                  <a:moveTo>
                    <a:pt x="182805" y="836195"/>
                  </a:moveTo>
                  <a:lnTo>
                    <a:pt x="298831" y="836195"/>
                  </a:lnTo>
                  <a:lnTo>
                    <a:pt x="298831" y="837266"/>
                  </a:lnTo>
                  <a:lnTo>
                    <a:pt x="182805" y="837266"/>
                  </a:lnTo>
                  <a:close/>
                  <a:moveTo>
                    <a:pt x="742070" y="836195"/>
                  </a:moveTo>
                  <a:lnTo>
                    <a:pt x="756260" y="836195"/>
                  </a:lnTo>
                  <a:lnTo>
                    <a:pt x="756260" y="837266"/>
                  </a:lnTo>
                  <a:lnTo>
                    <a:pt x="742070" y="837266"/>
                  </a:lnTo>
                  <a:close/>
                  <a:moveTo>
                    <a:pt x="984140" y="836195"/>
                  </a:moveTo>
                  <a:lnTo>
                    <a:pt x="1000000" y="836195"/>
                  </a:lnTo>
                  <a:lnTo>
                    <a:pt x="1000000" y="837266"/>
                  </a:lnTo>
                  <a:lnTo>
                    <a:pt x="984140" y="837266"/>
                  </a:lnTo>
                  <a:close/>
                  <a:moveTo>
                    <a:pt x="893155" y="836195"/>
                  </a:moveTo>
                  <a:lnTo>
                    <a:pt x="903172" y="836195"/>
                  </a:lnTo>
                  <a:lnTo>
                    <a:pt x="903172" y="837266"/>
                  </a:lnTo>
                  <a:lnTo>
                    <a:pt x="893155" y="837266"/>
                  </a:lnTo>
                  <a:close/>
                  <a:moveTo>
                    <a:pt x="334725" y="836195"/>
                  </a:moveTo>
                  <a:lnTo>
                    <a:pt x="344741" y="836195"/>
                  </a:lnTo>
                  <a:lnTo>
                    <a:pt x="344741" y="837266"/>
                  </a:lnTo>
                  <a:lnTo>
                    <a:pt x="334725" y="837266"/>
                  </a:lnTo>
                  <a:close/>
                  <a:moveTo>
                    <a:pt x="542571" y="834054"/>
                  </a:moveTo>
                  <a:lnTo>
                    <a:pt x="554257" y="834054"/>
                  </a:lnTo>
                  <a:lnTo>
                    <a:pt x="554257" y="837266"/>
                  </a:lnTo>
                  <a:lnTo>
                    <a:pt x="542571" y="837266"/>
                  </a:lnTo>
                  <a:close/>
                  <a:moveTo>
                    <a:pt x="641068" y="836195"/>
                  </a:moveTo>
                  <a:lnTo>
                    <a:pt x="674457" y="836195"/>
                  </a:lnTo>
                  <a:lnTo>
                    <a:pt x="674457" y="837266"/>
                  </a:lnTo>
                  <a:lnTo>
                    <a:pt x="641068" y="837266"/>
                  </a:lnTo>
                  <a:close/>
                  <a:moveTo>
                    <a:pt x="692821" y="836195"/>
                  </a:moveTo>
                  <a:lnTo>
                    <a:pt x="720367" y="836195"/>
                  </a:lnTo>
                  <a:lnTo>
                    <a:pt x="720367" y="837266"/>
                  </a:lnTo>
                  <a:lnTo>
                    <a:pt x="692821" y="837266"/>
                  </a:lnTo>
                  <a:close/>
                  <a:moveTo>
                    <a:pt x="442404" y="837266"/>
                  </a:moveTo>
                  <a:lnTo>
                    <a:pt x="485810" y="837266"/>
                  </a:lnTo>
                  <a:lnTo>
                    <a:pt x="485810" y="838337"/>
                  </a:lnTo>
                  <a:lnTo>
                    <a:pt x="442404" y="838337"/>
                  </a:lnTo>
                  <a:close/>
                  <a:moveTo>
                    <a:pt x="742070" y="837266"/>
                  </a:moveTo>
                  <a:lnTo>
                    <a:pt x="757095" y="837266"/>
                  </a:lnTo>
                  <a:lnTo>
                    <a:pt x="757095" y="838337"/>
                  </a:lnTo>
                  <a:lnTo>
                    <a:pt x="742070" y="838337"/>
                  </a:lnTo>
                  <a:close/>
                  <a:moveTo>
                    <a:pt x="334725" y="837266"/>
                  </a:moveTo>
                  <a:lnTo>
                    <a:pt x="343907" y="837266"/>
                  </a:lnTo>
                  <a:lnTo>
                    <a:pt x="343907" y="838337"/>
                  </a:lnTo>
                  <a:lnTo>
                    <a:pt x="334725" y="838337"/>
                  </a:lnTo>
                  <a:close/>
                  <a:moveTo>
                    <a:pt x="640234" y="837266"/>
                  </a:moveTo>
                  <a:lnTo>
                    <a:pt x="673623" y="837266"/>
                  </a:lnTo>
                  <a:lnTo>
                    <a:pt x="673623" y="838337"/>
                  </a:lnTo>
                  <a:lnTo>
                    <a:pt x="640234" y="838337"/>
                  </a:lnTo>
                  <a:close/>
                  <a:moveTo>
                    <a:pt x="365609" y="837266"/>
                  </a:moveTo>
                  <a:lnTo>
                    <a:pt x="426544" y="837266"/>
                  </a:lnTo>
                  <a:lnTo>
                    <a:pt x="426544" y="838337"/>
                  </a:lnTo>
                  <a:lnTo>
                    <a:pt x="365609" y="838337"/>
                  </a:lnTo>
                  <a:close/>
                  <a:moveTo>
                    <a:pt x="567613" y="836195"/>
                  </a:moveTo>
                  <a:lnTo>
                    <a:pt x="627713" y="836195"/>
                  </a:lnTo>
                  <a:lnTo>
                    <a:pt x="627713" y="838337"/>
                  </a:lnTo>
                  <a:lnTo>
                    <a:pt x="567613" y="838337"/>
                  </a:lnTo>
                  <a:close/>
                  <a:moveTo>
                    <a:pt x="505008" y="837266"/>
                  </a:moveTo>
                  <a:lnTo>
                    <a:pt x="525876" y="837266"/>
                  </a:lnTo>
                  <a:lnTo>
                    <a:pt x="525876" y="838337"/>
                  </a:lnTo>
                  <a:lnTo>
                    <a:pt x="505008" y="838337"/>
                  </a:lnTo>
                  <a:close/>
                  <a:moveTo>
                    <a:pt x="693656" y="837266"/>
                  </a:moveTo>
                  <a:lnTo>
                    <a:pt x="720367" y="837266"/>
                  </a:lnTo>
                  <a:lnTo>
                    <a:pt x="720367" y="838337"/>
                  </a:lnTo>
                  <a:lnTo>
                    <a:pt x="693656" y="838337"/>
                  </a:lnTo>
                  <a:close/>
                  <a:moveTo>
                    <a:pt x="893990" y="837266"/>
                  </a:moveTo>
                  <a:lnTo>
                    <a:pt x="903172" y="837266"/>
                  </a:lnTo>
                  <a:lnTo>
                    <a:pt x="903172" y="838337"/>
                  </a:lnTo>
                  <a:lnTo>
                    <a:pt x="893990" y="838337"/>
                  </a:lnTo>
                  <a:close/>
                  <a:moveTo>
                    <a:pt x="768781" y="837266"/>
                  </a:moveTo>
                  <a:lnTo>
                    <a:pt x="829716" y="837266"/>
                  </a:lnTo>
                  <a:lnTo>
                    <a:pt x="829716" y="838337"/>
                  </a:lnTo>
                  <a:lnTo>
                    <a:pt x="768781" y="838337"/>
                  </a:lnTo>
                  <a:close/>
                  <a:moveTo>
                    <a:pt x="567613" y="838337"/>
                  </a:moveTo>
                  <a:lnTo>
                    <a:pt x="631052" y="838337"/>
                  </a:lnTo>
                  <a:lnTo>
                    <a:pt x="631052" y="839407"/>
                  </a:lnTo>
                  <a:lnTo>
                    <a:pt x="567613" y="839407"/>
                  </a:lnTo>
                  <a:close/>
                  <a:moveTo>
                    <a:pt x="443239" y="838337"/>
                  </a:moveTo>
                  <a:lnTo>
                    <a:pt x="485810" y="838337"/>
                  </a:lnTo>
                  <a:lnTo>
                    <a:pt x="485810" y="839407"/>
                  </a:lnTo>
                  <a:lnTo>
                    <a:pt x="443239" y="839407"/>
                  </a:lnTo>
                  <a:close/>
                  <a:moveTo>
                    <a:pt x="636895" y="838337"/>
                  </a:moveTo>
                  <a:lnTo>
                    <a:pt x="673623" y="838337"/>
                  </a:lnTo>
                  <a:lnTo>
                    <a:pt x="673623" y="839407"/>
                  </a:lnTo>
                  <a:lnTo>
                    <a:pt x="636895" y="839407"/>
                  </a:lnTo>
                  <a:close/>
                  <a:moveTo>
                    <a:pt x="742070" y="838337"/>
                  </a:moveTo>
                  <a:lnTo>
                    <a:pt x="762104" y="838337"/>
                  </a:lnTo>
                  <a:lnTo>
                    <a:pt x="762104" y="839407"/>
                  </a:lnTo>
                  <a:lnTo>
                    <a:pt x="742070" y="839407"/>
                  </a:lnTo>
                  <a:close/>
                  <a:moveTo>
                    <a:pt x="365609" y="838337"/>
                  </a:moveTo>
                  <a:lnTo>
                    <a:pt x="425710" y="838337"/>
                  </a:lnTo>
                  <a:lnTo>
                    <a:pt x="425710" y="839407"/>
                  </a:lnTo>
                  <a:lnTo>
                    <a:pt x="365609" y="839407"/>
                  </a:lnTo>
                  <a:close/>
                  <a:moveTo>
                    <a:pt x="765442" y="838337"/>
                  </a:moveTo>
                  <a:lnTo>
                    <a:pt x="828881" y="838337"/>
                  </a:lnTo>
                  <a:lnTo>
                    <a:pt x="828881" y="839407"/>
                  </a:lnTo>
                  <a:lnTo>
                    <a:pt x="765442" y="839407"/>
                  </a:lnTo>
                  <a:close/>
                  <a:moveTo>
                    <a:pt x="894825" y="838337"/>
                  </a:moveTo>
                  <a:lnTo>
                    <a:pt x="903172" y="838337"/>
                  </a:lnTo>
                  <a:lnTo>
                    <a:pt x="903172" y="839407"/>
                  </a:lnTo>
                  <a:lnTo>
                    <a:pt x="894825" y="839407"/>
                  </a:lnTo>
                  <a:close/>
                  <a:moveTo>
                    <a:pt x="542571" y="837266"/>
                  </a:moveTo>
                  <a:lnTo>
                    <a:pt x="555092" y="837266"/>
                  </a:lnTo>
                  <a:lnTo>
                    <a:pt x="555092" y="839407"/>
                  </a:lnTo>
                  <a:lnTo>
                    <a:pt x="542571" y="839407"/>
                  </a:lnTo>
                  <a:close/>
                  <a:moveTo>
                    <a:pt x="505008" y="838337"/>
                  </a:moveTo>
                  <a:lnTo>
                    <a:pt x="525042" y="838337"/>
                  </a:lnTo>
                  <a:lnTo>
                    <a:pt x="525042" y="839407"/>
                  </a:lnTo>
                  <a:lnTo>
                    <a:pt x="505008" y="839407"/>
                  </a:lnTo>
                  <a:close/>
                  <a:moveTo>
                    <a:pt x="984975" y="837266"/>
                  </a:moveTo>
                  <a:lnTo>
                    <a:pt x="1000000" y="837266"/>
                  </a:lnTo>
                  <a:lnTo>
                    <a:pt x="1000000" y="839407"/>
                  </a:lnTo>
                  <a:lnTo>
                    <a:pt x="984975" y="839407"/>
                  </a:lnTo>
                  <a:close/>
                  <a:moveTo>
                    <a:pt x="542571" y="839407"/>
                  </a:moveTo>
                  <a:lnTo>
                    <a:pt x="555927" y="839407"/>
                  </a:lnTo>
                  <a:lnTo>
                    <a:pt x="555927" y="840478"/>
                  </a:lnTo>
                  <a:lnTo>
                    <a:pt x="542571" y="840478"/>
                  </a:lnTo>
                  <a:close/>
                  <a:moveTo>
                    <a:pt x="334725" y="838337"/>
                  </a:moveTo>
                  <a:lnTo>
                    <a:pt x="343072" y="838337"/>
                  </a:lnTo>
                  <a:lnTo>
                    <a:pt x="343072" y="840478"/>
                  </a:lnTo>
                  <a:lnTo>
                    <a:pt x="334725" y="840478"/>
                  </a:lnTo>
                  <a:close/>
                  <a:moveTo>
                    <a:pt x="693656" y="838337"/>
                  </a:moveTo>
                  <a:lnTo>
                    <a:pt x="721202" y="838337"/>
                  </a:lnTo>
                  <a:lnTo>
                    <a:pt x="721202" y="840478"/>
                  </a:lnTo>
                  <a:lnTo>
                    <a:pt x="693656" y="840478"/>
                  </a:lnTo>
                  <a:close/>
                  <a:moveTo>
                    <a:pt x="504174" y="839407"/>
                  </a:moveTo>
                  <a:lnTo>
                    <a:pt x="525042" y="839407"/>
                  </a:lnTo>
                  <a:lnTo>
                    <a:pt x="525042" y="840478"/>
                  </a:lnTo>
                  <a:lnTo>
                    <a:pt x="504174" y="840478"/>
                  </a:lnTo>
                  <a:close/>
                  <a:moveTo>
                    <a:pt x="444073" y="839407"/>
                  </a:moveTo>
                  <a:lnTo>
                    <a:pt x="484140" y="839407"/>
                  </a:lnTo>
                  <a:lnTo>
                    <a:pt x="484140" y="840478"/>
                  </a:lnTo>
                  <a:lnTo>
                    <a:pt x="444073" y="840478"/>
                  </a:lnTo>
                  <a:close/>
                  <a:moveTo>
                    <a:pt x="183639" y="837266"/>
                  </a:moveTo>
                  <a:lnTo>
                    <a:pt x="298831" y="837266"/>
                  </a:lnTo>
                  <a:lnTo>
                    <a:pt x="298831" y="840478"/>
                  </a:lnTo>
                  <a:lnTo>
                    <a:pt x="183639" y="840478"/>
                  </a:lnTo>
                  <a:close/>
                  <a:moveTo>
                    <a:pt x="365609" y="839407"/>
                  </a:moveTo>
                  <a:lnTo>
                    <a:pt x="424875" y="839407"/>
                  </a:lnTo>
                  <a:lnTo>
                    <a:pt x="424875" y="840478"/>
                  </a:lnTo>
                  <a:lnTo>
                    <a:pt x="365609" y="840478"/>
                  </a:lnTo>
                  <a:close/>
                  <a:moveTo>
                    <a:pt x="742905" y="839407"/>
                  </a:moveTo>
                  <a:lnTo>
                    <a:pt x="828881" y="839407"/>
                  </a:lnTo>
                  <a:lnTo>
                    <a:pt x="828881" y="841549"/>
                  </a:lnTo>
                  <a:lnTo>
                    <a:pt x="742905" y="841549"/>
                  </a:lnTo>
                  <a:close/>
                  <a:moveTo>
                    <a:pt x="365609" y="840478"/>
                  </a:moveTo>
                  <a:lnTo>
                    <a:pt x="424040" y="840478"/>
                  </a:lnTo>
                  <a:lnTo>
                    <a:pt x="424040" y="841549"/>
                  </a:lnTo>
                  <a:lnTo>
                    <a:pt x="365609" y="841549"/>
                  </a:lnTo>
                  <a:close/>
                  <a:moveTo>
                    <a:pt x="184474" y="840478"/>
                  </a:moveTo>
                  <a:lnTo>
                    <a:pt x="299666" y="840478"/>
                  </a:lnTo>
                  <a:lnTo>
                    <a:pt x="299666" y="841549"/>
                  </a:lnTo>
                  <a:lnTo>
                    <a:pt x="184474" y="841549"/>
                  </a:lnTo>
                  <a:close/>
                  <a:moveTo>
                    <a:pt x="895659" y="839407"/>
                  </a:moveTo>
                  <a:lnTo>
                    <a:pt x="902337" y="839407"/>
                  </a:lnTo>
                  <a:lnTo>
                    <a:pt x="902337" y="841549"/>
                  </a:lnTo>
                  <a:lnTo>
                    <a:pt x="895659" y="841549"/>
                  </a:lnTo>
                  <a:close/>
                  <a:moveTo>
                    <a:pt x="444908" y="840478"/>
                  </a:moveTo>
                  <a:lnTo>
                    <a:pt x="481636" y="840478"/>
                  </a:lnTo>
                  <a:lnTo>
                    <a:pt x="481636" y="841549"/>
                  </a:lnTo>
                  <a:lnTo>
                    <a:pt x="444908" y="841549"/>
                  </a:lnTo>
                  <a:close/>
                  <a:moveTo>
                    <a:pt x="693656" y="840478"/>
                  </a:moveTo>
                  <a:lnTo>
                    <a:pt x="722037" y="840478"/>
                  </a:lnTo>
                  <a:lnTo>
                    <a:pt x="722037" y="841549"/>
                  </a:lnTo>
                  <a:lnTo>
                    <a:pt x="693656" y="841549"/>
                  </a:lnTo>
                  <a:close/>
                  <a:moveTo>
                    <a:pt x="504174" y="840478"/>
                  </a:moveTo>
                  <a:lnTo>
                    <a:pt x="524207" y="840478"/>
                  </a:lnTo>
                  <a:lnTo>
                    <a:pt x="524207" y="841549"/>
                  </a:lnTo>
                  <a:lnTo>
                    <a:pt x="504174" y="841549"/>
                  </a:lnTo>
                  <a:close/>
                  <a:moveTo>
                    <a:pt x="0" y="828700"/>
                  </a:moveTo>
                  <a:lnTo>
                    <a:pt x="62604" y="828700"/>
                  </a:lnTo>
                  <a:lnTo>
                    <a:pt x="62604" y="842619"/>
                  </a:lnTo>
                  <a:lnTo>
                    <a:pt x="0" y="842619"/>
                  </a:lnTo>
                  <a:close/>
                  <a:moveTo>
                    <a:pt x="444908" y="841549"/>
                  </a:moveTo>
                  <a:lnTo>
                    <a:pt x="480801" y="841549"/>
                  </a:lnTo>
                  <a:lnTo>
                    <a:pt x="480801" y="842619"/>
                  </a:lnTo>
                  <a:lnTo>
                    <a:pt x="444908" y="842619"/>
                  </a:lnTo>
                  <a:close/>
                  <a:moveTo>
                    <a:pt x="504174" y="841549"/>
                  </a:moveTo>
                  <a:lnTo>
                    <a:pt x="523372" y="841549"/>
                  </a:lnTo>
                  <a:lnTo>
                    <a:pt x="523372" y="842619"/>
                  </a:lnTo>
                  <a:lnTo>
                    <a:pt x="504174" y="842619"/>
                  </a:lnTo>
                  <a:close/>
                  <a:moveTo>
                    <a:pt x="985810" y="839407"/>
                  </a:moveTo>
                  <a:lnTo>
                    <a:pt x="1000000" y="839407"/>
                  </a:lnTo>
                  <a:lnTo>
                    <a:pt x="1000000" y="842619"/>
                  </a:lnTo>
                  <a:lnTo>
                    <a:pt x="985810" y="842619"/>
                  </a:lnTo>
                  <a:close/>
                  <a:moveTo>
                    <a:pt x="742905" y="841549"/>
                  </a:moveTo>
                  <a:lnTo>
                    <a:pt x="828047" y="841549"/>
                  </a:lnTo>
                  <a:lnTo>
                    <a:pt x="828047" y="842619"/>
                  </a:lnTo>
                  <a:lnTo>
                    <a:pt x="742905" y="842619"/>
                  </a:lnTo>
                  <a:close/>
                  <a:moveTo>
                    <a:pt x="896494" y="841549"/>
                  </a:moveTo>
                  <a:lnTo>
                    <a:pt x="902337" y="841549"/>
                  </a:lnTo>
                  <a:lnTo>
                    <a:pt x="902337" y="842619"/>
                  </a:lnTo>
                  <a:lnTo>
                    <a:pt x="896494" y="842619"/>
                  </a:lnTo>
                  <a:close/>
                  <a:moveTo>
                    <a:pt x="364775" y="841549"/>
                  </a:moveTo>
                  <a:lnTo>
                    <a:pt x="424040" y="841549"/>
                  </a:lnTo>
                  <a:lnTo>
                    <a:pt x="424040" y="842619"/>
                  </a:lnTo>
                  <a:lnTo>
                    <a:pt x="364775" y="842619"/>
                  </a:lnTo>
                  <a:close/>
                  <a:moveTo>
                    <a:pt x="693656" y="841549"/>
                  </a:moveTo>
                  <a:lnTo>
                    <a:pt x="722871" y="841549"/>
                  </a:lnTo>
                  <a:lnTo>
                    <a:pt x="722871" y="842619"/>
                  </a:lnTo>
                  <a:lnTo>
                    <a:pt x="693656" y="842619"/>
                  </a:lnTo>
                  <a:close/>
                  <a:moveTo>
                    <a:pt x="185309" y="841549"/>
                  </a:moveTo>
                  <a:lnTo>
                    <a:pt x="299666" y="841549"/>
                  </a:lnTo>
                  <a:lnTo>
                    <a:pt x="299666" y="842619"/>
                  </a:lnTo>
                  <a:lnTo>
                    <a:pt x="185309" y="842619"/>
                  </a:lnTo>
                  <a:close/>
                  <a:moveTo>
                    <a:pt x="567613" y="839407"/>
                  </a:moveTo>
                  <a:lnTo>
                    <a:pt x="671953" y="839407"/>
                  </a:lnTo>
                  <a:lnTo>
                    <a:pt x="671953" y="842619"/>
                  </a:lnTo>
                  <a:lnTo>
                    <a:pt x="567613" y="842619"/>
                  </a:lnTo>
                  <a:close/>
                  <a:moveTo>
                    <a:pt x="542571" y="840478"/>
                  </a:moveTo>
                  <a:lnTo>
                    <a:pt x="556761" y="840478"/>
                  </a:lnTo>
                  <a:lnTo>
                    <a:pt x="556761" y="842619"/>
                  </a:lnTo>
                  <a:lnTo>
                    <a:pt x="542571" y="842619"/>
                  </a:lnTo>
                  <a:close/>
                  <a:moveTo>
                    <a:pt x="502504" y="842619"/>
                  </a:moveTo>
                  <a:lnTo>
                    <a:pt x="512521" y="842619"/>
                  </a:lnTo>
                  <a:lnTo>
                    <a:pt x="512521" y="843690"/>
                  </a:lnTo>
                  <a:lnTo>
                    <a:pt x="502504" y="843690"/>
                  </a:lnTo>
                  <a:close/>
                  <a:moveTo>
                    <a:pt x="185309" y="842619"/>
                  </a:moveTo>
                  <a:lnTo>
                    <a:pt x="300501" y="842619"/>
                  </a:lnTo>
                  <a:lnTo>
                    <a:pt x="300501" y="843690"/>
                  </a:lnTo>
                  <a:lnTo>
                    <a:pt x="185309" y="843690"/>
                  </a:lnTo>
                  <a:close/>
                  <a:moveTo>
                    <a:pt x="0" y="842619"/>
                  </a:moveTo>
                  <a:lnTo>
                    <a:pt x="63439" y="842619"/>
                  </a:lnTo>
                  <a:lnTo>
                    <a:pt x="63439" y="843690"/>
                  </a:lnTo>
                  <a:lnTo>
                    <a:pt x="0" y="843690"/>
                  </a:lnTo>
                  <a:close/>
                  <a:moveTo>
                    <a:pt x="363940" y="842619"/>
                  </a:moveTo>
                  <a:lnTo>
                    <a:pt x="423205" y="842619"/>
                  </a:lnTo>
                  <a:lnTo>
                    <a:pt x="423205" y="843690"/>
                  </a:lnTo>
                  <a:lnTo>
                    <a:pt x="363940" y="843690"/>
                  </a:lnTo>
                  <a:close/>
                  <a:moveTo>
                    <a:pt x="566778" y="842619"/>
                  </a:moveTo>
                  <a:lnTo>
                    <a:pt x="671953" y="842619"/>
                  </a:lnTo>
                  <a:lnTo>
                    <a:pt x="671953" y="843690"/>
                  </a:lnTo>
                  <a:lnTo>
                    <a:pt x="566778" y="843690"/>
                  </a:lnTo>
                  <a:close/>
                  <a:moveTo>
                    <a:pt x="444908" y="842619"/>
                  </a:moveTo>
                  <a:lnTo>
                    <a:pt x="479132" y="842619"/>
                  </a:lnTo>
                  <a:lnTo>
                    <a:pt x="479132" y="843690"/>
                  </a:lnTo>
                  <a:lnTo>
                    <a:pt x="444908" y="843690"/>
                  </a:lnTo>
                  <a:close/>
                  <a:moveTo>
                    <a:pt x="896494" y="842619"/>
                  </a:moveTo>
                  <a:lnTo>
                    <a:pt x="900668" y="842619"/>
                  </a:lnTo>
                  <a:lnTo>
                    <a:pt x="900668" y="844761"/>
                  </a:lnTo>
                  <a:lnTo>
                    <a:pt x="896494" y="844761"/>
                  </a:lnTo>
                  <a:close/>
                  <a:moveTo>
                    <a:pt x="0" y="843690"/>
                  </a:moveTo>
                  <a:lnTo>
                    <a:pt x="64274" y="843690"/>
                  </a:lnTo>
                  <a:lnTo>
                    <a:pt x="64274" y="844761"/>
                  </a:lnTo>
                  <a:lnTo>
                    <a:pt x="0" y="844761"/>
                  </a:lnTo>
                  <a:close/>
                  <a:moveTo>
                    <a:pt x="445743" y="843690"/>
                  </a:moveTo>
                  <a:lnTo>
                    <a:pt x="474958" y="843690"/>
                  </a:lnTo>
                  <a:lnTo>
                    <a:pt x="474958" y="844761"/>
                  </a:lnTo>
                  <a:lnTo>
                    <a:pt x="445743" y="844761"/>
                  </a:lnTo>
                  <a:close/>
                  <a:moveTo>
                    <a:pt x="542571" y="842619"/>
                  </a:moveTo>
                  <a:lnTo>
                    <a:pt x="557596" y="842619"/>
                  </a:lnTo>
                  <a:lnTo>
                    <a:pt x="557596" y="844761"/>
                  </a:lnTo>
                  <a:lnTo>
                    <a:pt x="542571" y="844761"/>
                  </a:lnTo>
                  <a:close/>
                  <a:moveTo>
                    <a:pt x="502504" y="843690"/>
                  </a:moveTo>
                  <a:lnTo>
                    <a:pt x="509182" y="843690"/>
                  </a:lnTo>
                  <a:lnTo>
                    <a:pt x="509182" y="844761"/>
                  </a:lnTo>
                  <a:lnTo>
                    <a:pt x="502504" y="844761"/>
                  </a:lnTo>
                  <a:close/>
                  <a:moveTo>
                    <a:pt x="363105" y="843690"/>
                  </a:moveTo>
                  <a:lnTo>
                    <a:pt x="423205" y="843690"/>
                  </a:lnTo>
                  <a:lnTo>
                    <a:pt x="423205" y="844761"/>
                  </a:lnTo>
                  <a:lnTo>
                    <a:pt x="363105" y="844761"/>
                  </a:lnTo>
                  <a:close/>
                  <a:moveTo>
                    <a:pt x="742905" y="842619"/>
                  </a:moveTo>
                  <a:lnTo>
                    <a:pt x="827212" y="842619"/>
                  </a:lnTo>
                  <a:lnTo>
                    <a:pt x="827212" y="844761"/>
                  </a:lnTo>
                  <a:lnTo>
                    <a:pt x="742905" y="844761"/>
                  </a:lnTo>
                  <a:close/>
                  <a:moveTo>
                    <a:pt x="334725" y="840478"/>
                  </a:moveTo>
                  <a:lnTo>
                    <a:pt x="342237" y="840478"/>
                  </a:lnTo>
                  <a:lnTo>
                    <a:pt x="342237" y="844761"/>
                  </a:lnTo>
                  <a:lnTo>
                    <a:pt x="334725" y="844761"/>
                  </a:lnTo>
                  <a:close/>
                  <a:moveTo>
                    <a:pt x="566778" y="843690"/>
                  </a:moveTo>
                  <a:lnTo>
                    <a:pt x="671119" y="843690"/>
                  </a:lnTo>
                  <a:lnTo>
                    <a:pt x="671119" y="844761"/>
                  </a:lnTo>
                  <a:lnTo>
                    <a:pt x="566778" y="844761"/>
                  </a:lnTo>
                  <a:close/>
                  <a:moveTo>
                    <a:pt x="186144" y="843690"/>
                  </a:moveTo>
                  <a:lnTo>
                    <a:pt x="301336" y="843690"/>
                  </a:lnTo>
                  <a:lnTo>
                    <a:pt x="301336" y="845831"/>
                  </a:lnTo>
                  <a:lnTo>
                    <a:pt x="186144" y="845831"/>
                  </a:lnTo>
                  <a:close/>
                  <a:moveTo>
                    <a:pt x="542571" y="844761"/>
                  </a:moveTo>
                  <a:lnTo>
                    <a:pt x="558431" y="844761"/>
                  </a:lnTo>
                  <a:lnTo>
                    <a:pt x="558431" y="845831"/>
                  </a:lnTo>
                  <a:lnTo>
                    <a:pt x="542571" y="845831"/>
                  </a:lnTo>
                  <a:close/>
                  <a:moveTo>
                    <a:pt x="565943" y="844761"/>
                  </a:moveTo>
                  <a:lnTo>
                    <a:pt x="671119" y="844761"/>
                  </a:lnTo>
                  <a:lnTo>
                    <a:pt x="671119" y="845831"/>
                  </a:lnTo>
                  <a:lnTo>
                    <a:pt x="565943" y="845831"/>
                  </a:lnTo>
                  <a:close/>
                  <a:moveTo>
                    <a:pt x="501669" y="844761"/>
                  </a:moveTo>
                  <a:lnTo>
                    <a:pt x="509182" y="844761"/>
                  </a:lnTo>
                  <a:lnTo>
                    <a:pt x="509182" y="845831"/>
                  </a:lnTo>
                  <a:lnTo>
                    <a:pt x="501669" y="845831"/>
                  </a:lnTo>
                  <a:close/>
                  <a:moveTo>
                    <a:pt x="445743" y="844761"/>
                  </a:moveTo>
                  <a:lnTo>
                    <a:pt x="474124" y="844761"/>
                  </a:lnTo>
                  <a:lnTo>
                    <a:pt x="474124" y="845831"/>
                  </a:lnTo>
                  <a:lnTo>
                    <a:pt x="445743" y="845831"/>
                  </a:lnTo>
                  <a:close/>
                  <a:moveTo>
                    <a:pt x="692821" y="842619"/>
                  </a:moveTo>
                  <a:lnTo>
                    <a:pt x="722871" y="842619"/>
                  </a:lnTo>
                  <a:lnTo>
                    <a:pt x="722871" y="845831"/>
                  </a:lnTo>
                  <a:lnTo>
                    <a:pt x="692821" y="845831"/>
                  </a:lnTo>
                  <a:close/>
                  <a:moveTo>
                    <a:pt x="0" y="844761"/>
                  </a:moveTo>
                  <a:lnTo>
                    <a:pt x="65109" y="844761"/>
                  </a:lnTo>
                  <a:lnTo>
                    <a:pt x="65109" y="845831"/>
                  </a:lnTo>
                  <a:lnTo>
                    <a:pt x="0" y="845831"/>
                  </a:lnTo>
                  <a:close/>
                  <a:moveTo>
                    <a:pt x="500835" y="845831"/>
                  </a:moveTo>
                  <a:lnTo>
                    <a:pt x="508347" y="845831"/>
                  </a:lnTo>
                  <a:lnTo>
                    <a:pt x="508347" y="846902"/>
                  </a:lnTo>
                  <a:lnTo>
                    <a:pt x="500835" y="846902"/>
                  </a:lnTo>
                  <a:close/>
                  <a:moveTo>
                    <a:pt x="742070" y="844761"/>
                  </a:moveTo>
                  <a:lnTo>
                    <a:pt x="827212" y="844761"/>
                  </a:lnTo>
                  <a:lnTo>
                    <a:pt x="827212" y="846902"/>
                  </a:lnTo>
                  <a:lnTo>
                    <a:pt x="742070" y="846902"/>
                  </a:lnTo>
                  <a:close/>
                  <a:moveTo>
                    <a:pt x="445743" y="845831"/>
                  </a:moveTo>
                  <a:lnTo>
                    <a:pt x="472454" y="845831"/>
                  </a:lnTo>
                  <a:lnTo>
                    <a:pt x="472454" y="846902"/>
                  </a:lnTo>
                  <a:lnTo>
                    <a:pt x="445743" y="846902"/>
                  </a:lnTo>
                  <a:close/>
                  <a:moveTo>
                    <a:pt x="0" y="845831"/>
                  </a:moveTo>
                  <a:lnTo>
                    <a:pt x="66778" y="845831"/>
                  </a:lnTo>
                  <a:lnTo>
                    <a:pt x="66778" y="846902"/>
                  </a:lnTo>
                  <a:lnTo>
                    <a:pt x="0" y="846902"/>
                  </a:lnTo>
                  <a:close/>
                  <a:moveTo>
                    <a:pt x="541736" y="845831"/>
                  </a:moveTo>
                  <a:lnTo>
                    <a:pt x="670284" y="845831"/>
                  </a:lnTo>
                  <a:lnTo>
                    <a:pt x="670284" y="846902"/>
                  </a:lnTo>
                  <a:lnTo>
                    <a:pt x="541736" y="846902"/>
                  </a:lnTo>
                  <a:close/>
                  <a:moveTo>
                    <a:pt x="333890" y="844761"/>
                  </a:moveTo>
                  <a:lnTo>
                    <a:pt x="341402" y="844761"/>
                  </a:lnTo>
                  <a:lnTo>
                    <a:pt x="341402" y="846902"/>
                  </a:lnTo>
                  <a:lnTo>
                    <a:pt x="333890" y="846902"/>
                  </a:lnTo>
                  <a:close/>
                  <a:moveTo>
                    <a:pt x="0" y="846902"/>
                  </a:moveTo>
                  <a:lnTo>
                    <a:pt x="67613" y="846902"/>
                  </a:lnTo>
                  <a:lnTo>
                    <a:pt x="67613" y="847973"/>
                  </a:lnTo>
                  <a:lnTo>
                    <a:pt x="0" y="847973"/>
                  </a:lnTo>
                  <a:close/>
                  <a:moveTo>
                    <a:pt x="500000" y="846902"/>
                  </a:moveTo>
                  <a:lnTo>
                    <a:pt x="508347" y="846902"/>
                  </a:lnTo>
                  <a:lnTo>
                    <a:pt x="508347" y="847973"/>
                  </a:lnTo>
                  <a:lnTo>
                    <a:pt x="500000" y="847973"/>
                  </a:lnTo>
                  <a:close/>
                  <a:moveTo>
                    <a:pt x="649416" y="846902"/>
                  </a:moveTo>
                  <a:lnTo>
                    <a:pt x="669449" y="846902"/>
                  </a:lnTo>
                  <a:lnTo>
                    <a:pt x="669449" y="847973"/>
                  </a:lnTo>
                  <a:lnTo>
                    <a:pt x="649416" y="847973"/>
                  </a:lnTo>
                  <a:close/>
                  <a:moveTo>
                    <a:pt x="446578" y="846902"/>
                  </a:moveTo>
                  <a:lnTo>
                    <a:pt x="469115" y="846902"/>
                  </a:lnTo>
                  <a:lnTo>
                    <a:pt x="469115" y="847973"/>
                  </a:lnTo>
                  <a:lnTo>
                    <a:pt x="446578" y="847973"/>
                  </a:lnTo>
                  <a:close/>
                  <a:moveTo>
                    <a:pt x="896494" y="844761"/>
                  </a:moveTo>
                  <a:lnTo>
                    <a:pt x="899833" y="844761"/>
                  </a:lnTo>
                  <a:lnTo>
                    <a:pt x="899833" y="847973"/>
                  </a:lnTo>
                  <a:lnTo>
                    <a:pt x="896494" y="847973"/>
                  </a:lnTo>
                  <a:close/>
                  <a:moveTo>
                    <a:pt x="922371" y="846902"/>
                  </a:moveTo>
                  <a:lnTo>
                    <a:pt x="925710" y="846902"/>
                  </a:lnTo>
                  <a:lnTo>
                    <a:pt x="925710" y="847973"/>
                  </a:lnTo>
                  <a:lnTo>
                    <a:pt x="922371" y="847973"/>
                  </a:lnTo>
                  <a:close/>
                  <a:moveTo>
                    <a:pt x="333055" y="846902"/>
                  </a:moveTo>
                  <a:lnTo>
                    <a:pt x="340568" y="846902"/>
                  </a:lnTo>
                  <a:lnTo>
                    <a:pt x="340568" y="847973"/>
                  </a:lnTo>
                  <a:lnTo>
                    <a:pt x="333055" y="847973"/>
                  </a:lnTo>
                  <a:close/>
                  <a:moveTo>
                    <a:pt x="186144" y="845831"/>
                  </a:moveTo>
                  <a:lnTo>
                    <a:pt x="302170" y="845831"/>
                  </a:lnTo>
                  <a:lnTo>
                    <a:pt x="302170" y="847973"/>
                  </a:lnTo>
                  <a:lnTo>
                    <a:pt x="186144" y="847973"/>
                  </a:lnTo>
                  <a:close/>
                  <a:moveTo>
                    <a:pt x="541736" y="846902"/>
                  </a:moveTo>
                  <a:lnTo>
                    <a:pt x="642738" y="846902"/>
                  </a:lnTo>
                  <a:lnTo>
                    <a:pt x="642738" y="847973"/>
                  </a:lnTo>
                  <a:lnTo>
                    <a:pt x="541736" y="847973"/>
                  </a:lnTo>
                  <a:close/>
                  <a:moveTo>
                    <a:pt x="333055" y="847973"/>
                  </a:moveTo>
                  <a:lnTo>
                    <a:pt x="339733" y="847973"/>
                  </a:lnTo>
                  <a:lnTo>
                    <a:pt x="339733" y="849043"/>
                  </a:lnTo>
                  <a:lnTo>
                    <a:pt x="333055" y="849043"/>
                  </a:lnTo>
                  <a:close/>
                  <a:moveTo>
                    <a:pt x="656093" y="847973"/>
                  </a:moveTo>
                  <a:lnTo>
                    <a:pt x="668614" y="847973"/>
                  </a:lnTo>
                  <a:lnTo>
                    <a:pt x="668614" y="849043"/>
                  </a:lnTo>
                  <a:lnTo>
                    <a:pt x="656093" y="849043"/>
                  </a:lnTo>
                  <a:close/>
                  <a:moveTo>
                    <a:pt x="499165" y="847973"/>
                  </a:moveTo>
                  <a:lnTo>
                    <a:pt x="508347" y="847973"/>
                  </a:lnTo>
                  <a:lnTo>
                    <a:pt x="508347" y="849043"/>
                  </a:lnTo>
                  <a:lnTo>
                    <a:pt x="499165" y="849043"/>
                  </a:lnTo>
                  <a:close/>
                  <a:moveTo>
                    <a:pt x="652755" y="847973"/>
                  </a:moveTo>
                  <a:lnTo>
                    <a:pt x="655259" y="847973"/>
                  </a:lnTo>
                  <a:lnTo>
                    <a:pt x="655259" y="849043"/>
                  </a:lnTo>
                  <a:lnTo>
                    <a:pt x="652755" y="849043"/>
                  </a:lnTo>
                  <a:close/>
                  <a:moveTo>
                    <a:pt x="897329" y="847973"/>
                  </a:moveTo>
                  <a:lnTo>
                    <a:pt x="898998" y="847973"/>
                  </a:lnTo>
                  <a:lnTo>
                    <a:pt x="898998" y="849043"/>
                  </a:lnTo>
                  <a:lnTo>
                    <a:pt x="897329" y="849043"/>
                  </a:lnTo>
                  <a:close/>
                  <a:moveTo>
                    <a:pt x="186144" y="847973"/>
                  </a:moveTo>
                  <a:lnTo>
                    <a:pt x="303840" y="847973"/>
                  </a:lnTo>
                  <a:lnTo>
                    <a:pt x="303840" y="849043"/>
                  </a:lnTo>
                  <a:lnTo>
                    <a:pt x="186144" y="849043"/>
                  </a:lnTo>
                  <a:close/>
                  <a:moveTo>
                    <a:pt x="0" y="847973"/>
                  </a:moveTo>
                  <a:lnTo>
                    <a:pt x="69282" y="847973"/>
                  </a:lnTo>
                  <a:lnTo>
                    <a:pt x="69282" y="849043"/>
                  </a:lnTo>
                  <a:lnTo>
                    <a:pt x="0" y="849043"/>
                  </a:lnTo>
                  <a:close/>
                  <a:moveTo>
                    <a:pt x="540902" y="847973"/>
                  </a:moveTo>
                  <a:lnTo>
                    <a:pt x="641068" y="847973"/>
                  </a:lnTo>
                  <a:lnTo>
                    <a:pt x="641068" y="849043"/>
                  </a:lnTo>
                  <a:lnTo>
                    <a:pt x="540902" y="849043"/>
                  </a:lnTo>
                  <a:close/>
                  <a:moveTo>
                    <a:pt x="691987" y="845831"/>
                  </a:moveTo>
                  <a:lnTo>
                    <a:pt x="723706" y="845831"/>
                  </a:lnTo>
                  <a:lnTo>
                    <a:pt x="723706" y="849043"/>
                  </a:lnTo>
                  <a:lnTo>
                    <a:pt x="691987" y="849043"/>
                  </a:lnTo>
                  <a:close/>
                  <a:moveTo>
                    <a:pt x="446578" y="847973"/>
                  </a:moveTo>
                  <a:lnTo>
                    <a:pt x="468280" y="847973"/>
                  </a:lnTo>
                  <a:lnTo>
                    <a:pt x="468280" y="849043"/>
                  </a:lnTo>
                  <a:lnTo>
                    <a:pt x="446578" y="849043"/>
                  </a:lnTo>
                  <a:close/>
                  <a:moveTo>
                    <a:pt x="921536" y="847973"/>
                  </a:moveTo>
                  <a:lnTo>
                    <a:pt x="927379" y="847973"/>
                  </a:lnTo>
                  <a:lnTo>
                    <a:pt x="927379" y="849043"/>
                  </a:lnTo>
                  <a:lnTo>
                    <a:pt x="921536" y="849043"/>
                  </a:lnTo>
                  <a:close/>
                  <a:moveTo>
                    <a:pt x="363105" y="844761"/>
                  </a:moveTo>
                  <a:lnTo>
                    <a:pt x="422371" y="844761"/>
                  </a:lnTo>
                  <a:lnTo>
                    <a:pt x="422371" y="849043"/>
                  </a:lnTo>
                  <a:lnTo>
                    <a:pt x="363105" y="849043"/>
                  </a:lnTo>
                  <a:close/>
                  <a:moveTo>
                    <a:pt x="0" y="849043"/>
                  </a:moveTo>
                  <a:lnTo>
                    <a:pt x="91820" y="849043"/>
                  </a:lnTo>
                  <a:lnTo>
                    <a:pt x="91820" y="850114"/>
                  </a:lnTo>
                  <a:lnTo>
                    <a:pt x="0" y="850114"/>
                  </a:lnTo>
                  <a:close/>
                  <a:moveTo>
                    <a:pt x="741235" y="846902"/>
                  </a:moveTo>
                  <a:lnTo>
                    <a:pt x="826377" y="846902"/>
                  </a:lnTo>
                  <a:lnTo>
                    <a:pt x="826377" y="850114"/>
                  </a:lnTo>
                  <a:lnTo>
                    <a:pt x="741235" y="850114"/>
                  </a:lnTo>
                  <a:close/>
                  <a:moveTo>
                    <a:pt x="185309" y="849043"/>
                  </a:moveTo>
                  <a:lnTo>
                    <a:pt x="308848" y="849043"/>
                  </a:lnTo>
                  <a:lnTo>
                    <a:pt x="308848" y="850114"/>
                  </a:lnTo>
                  <a:lnTo>
                    <a:pt x="185309" y="850114"/>
                  </a:lnTo>
                  <a:close/>
                  <a:moveTo>
                    <a:pt x="920701" y="849043"/>
                  </a:moveTo>
                  <a:lnTo>
                    <a:pt x="940735" y="849043"/>
                  </a:lnTo>
                  <a:lnTo>
                    <a:pt x="940735" y="850114"/>
                  </a:lnTo>
                  <a:lnTo>
                    <a:pt x="920701" y="850114"/>
                  </a:lnTo>
                  <a:close/>
                  <a:moveTo>
                    <a:pt x="362270" y="849043"/>
                  </a:moveTo>
                  <a:lnTo>
                    <a:pt x="422371" y="849043"/>
                  </a:lnTo>
                  <a:lnTo>
                    <a:pt x="422371" y="850114"/>
                  </a:lnTo>
                  <a:lnTo>
                    <a:pt x="362270" y="850114"/>
                  </a:lnTo>
                  <a:close/>
                  <a:moveTo>
                    <a:pt x="540902" y="849043"/>
                  </a:moveTo>
                  <a:lnTo>
                    <a:pt x="640234" y="849043"/>
                  </a:lnTo>
                  <a:lnTo>
                    <a:pt x="640234" y="850114"/>
                  </a:lnTo>
                  <a:lnTo>
                    <a:pt x="540902" y="850114"/>
                  </a:lnTo>
                  <a:close/>
                  <a:moveTo>
                    <a:pt x="659432" y="849043"/>
                  </a:moveTo>
                  <a:lnTo>
                    <a:pt x="667780" y="849043"/>
                  </a:lnTo>
                  <a:lnTo>
                    <a:pt x="667780" y="850114"/>
                  </a:lnTo>
                  <a:lnTo>
                    <a:pt x="659432" y="850114"/>
                  </a:lnTo>
                  <a:close/>
                  <a:moveTo>
                    <a:pt x="498331" y="849043"/>
                  </a:moveTo>
                  <a:lnTo>
                    <a:pt x="508347" y="849043"/>
                  </a:lnTo>
                  <a:lnTo>
                    <a:pt x="508347" y="850114"/>
                  </a:lnTo>
                  <a:lnTo>
                    <a:pt x="498331" y="850114"/>
                  </a:lnTo>
                  <a:close/>
                  <a:moveTo>
                    <a:pt x="332220" y="849043"/>
                  </a:moveTo>
                  <a:lnTo>
                    <a:pt x="339733" y="849043"/>
                  </a:lnTo>
                  <a:lnTo>
                    <a:pt x="339733" y="850114"/>
                  </a:lnTo>
                  <a:lnTo>
                    <a:pt x="332220" y="850114"/>
                  </a:lnTo>
                  <a:close/>
                  <a:moveTo>
                    <a:pt x="920701" y="850114"/>
                  </a:moveTo>
                  <a:lnTo>
                    <a:pt x="943239" y="850114"/>
                  </a:lnTo>
                  <a:lnTo>
                    <a:pt x="943239" y="851185"/>
                  </a:lnTo>
                  <a:lnTo>
                    <a:pt x="920701" y="851185"/>
                  </a:lnTo>
                  <a:close/>
                  <a:moveTo>
                    <a:pt x="540067" y="850114"/>
                  </a:moveTo>
                  <a:lnTo>
                    <a:pt x="637730" y="850114"/>
                  </a:lnTo>
                  <a:lnTo>
                    <a:pt x="637730" y="851185"/>
                  </a:lnTo>
                  <a:lnTo>
                    <a:pt x="540067" y="851185"/>
                  </a:lnTo>
                  <a:close/>
                  <a:moveTo>
                    <a:pt x="184474" y="850114"/>
                  </a:moveTo>
                  <a:lnTo>
                    <a:pt x="310518" y="850114"/>
                  </a:lnTo>
                  <a:lnTo>
                    <a:pt x="310518" y="851185"/>
                  </a:lnTo>
                  <a:lnTo>
                    <a:pt x="184474" y="851185"/>
                  </a:lnTo>
                  <a:close/>
                  <a:moveTo>
                    <a:pt x="497496" y="850114"/>
                  </a:moveTo>
                  <a:lnTo>
                    <a:pt x="508347" y="850114"/>
                  </a:lnTo>
                  <a:lnTo>
                    <a:pt x="508347" y="851185"/>
                  </a:lnTo>
                  <a:lnTo>
                    <a:pt x="497496" y="851185"/>
                  </a:lnTo>
                  <a:close/>
                  <a:moveTo>
                    <a:pt x="0" y="850114"/>
                  </a:moveTo>
                  <a:lnTo>
                    <a:pt x="95159" y="850114"/>
                  </a:lnTo>
                  <a:lnTo>
                    <a:pt x="95159" y="851185"/>
                  </a:lnTo>
                  <a:lnTo>
                    <a:pt x="0" y="851185"/>
                  </a:lnTo>
                  <a:close/>
                  <a:moveTo>
                    <a:pt x="361436" y="850114"/>
                  </a:moveTo>
                  <a:lnTo>
                    <a:pt x="422371" y="850114"/>
                  </a:lnTo>
                  <a:lnTo>
                    <a:pt x="422371" y="851185"/>
                  </a:lnTo>
                  <a:lnTo>
                    <a:pt x="361436" y="851185"/>
                  </a:lnTo>
                  <a:close/>
                  <a:moveTo>
                    <a:pt x="446578" y="849043"/>
                  </a:moveTo>
                  <a:lnTo>
                    <a:pt x="467446" y="849043"/>
                  </a:lnTo>
                  <a:lnTo>
                    <a:pt x="467446" y="851185"/>
                  </a:lnTo>
                  <a:lnTo>
                    <a:pt x="446578" y="851185"/>
                  </a:lnTo>
                  <a:close/>
                  <a:moveTo>
                    <a:pt x="691987" y="849043"/>
                  </a:moveTo>
                  <a:lnTo>
                    <a:pt x="725376" y="849043"/>
                  </a:lnTo>
                  <a:lnTo>
                    <a:pt x="725376" y="851185"/>
                  </a:lnTo>
                  <a:lnTo>
                    <a:pt x="691987" y="851185"/>
                  </a:lnTo>
                  <a:close/>
                  <a:moveTo>
                    <a:pt x="496661" y="851185"/>
                  </a:moveTo>
                  <a:lnTo>
                    <a:pt x="508347" y="851185"/>
                  </a:lnTo>
                  <a:lnTo>
                    <a:pt x="508347" y="852255"/>
                  </a:lnTo>
                  <a:lnTo>
                    <a:pt x="496661" y="852255"/>
                  </a:lnTo>
                  <a:close/>
                  <a:moveTo>
                    <a:pt x="184474" y="851185"/>
                  </a:moveTo>
                  <a:lnTo>
                    <a:pt x="314691" y="851185"/>
                  </a:lnTo>
                  <a:lnTo>
                    <a:pt x="314691" y="852255"/>
                  </a:lnTo>
                  <a:lnTo>
                    <a:pt x="184474" y="852255"/>
                  </a:lnTo>
                  <a:close/>
                  <a:moveTo>
                    <a:pt x="0" y="851185"/>
                  </a:moveTo>
                  <a:lnTo>
                    <a:pt x="101002" y="851185"/>
                  </a:lnTo>
                  <a:lnTo>
                    <a:pt x="101002" y="852255"/>
                  </a:lnTo>
                  <a:lnTo>
                    <a:pt x="0" y="852255"/>
                  </a:lnTo>
                  <a:close/>
                  <a:moveTo>
                    <a:pt x="740401" y="850114"/>
                  </a:moveTo>
                  <a:lnTo>
                    <a:pt x="826377" y="850114"/>
                  </a:lnTo>
                  <a:lnTo>
                    <a:pt x="826377" y="852255"/>
                  </a:lnTo>
                  <a:lnTo>
                    <a:pt x="740401" y="852255"/>
                  </a:lnTo>
                  <a:close/>
                  <a:moveTo>
                    <a:pt x="984975" y="842619"/>
                  </a:moveTo>
                  <a:lnTo>
                    <a:pt x="1000000" y="842619"/>
                  </a:lnTo>
                  <a:lnTo>
                    <a:pt x="1000000" y="852255"/>
                  </a:lnTo>
                  <a:lnTo>
                    <a:pt x="984975" y="852255"/>
                  </a:lnTo>
                  <a:close/>
                  <a:moveTo>
                    <a:pt x="330551" y="850114"/>
                  </a:moveTo>
                  <a:lnTo>
                    <a:pt x="339733" y="850114"/>
                  </a:lnTo>
                  <a:lnTo>
                    <a:pt x="339733" y="852255"/>
                  </a:lnTo>
                  <a:lnTo>
                    <a:pt x="330551" y="852255"/>
                  </a:lnTo>
                  <a:close/>
                  <a:moveTo>
                    <a:pt x="920701" y="851185"/>
                  </a:moveTo>
                  <a:lnTo>
                    <a:pt x="949917" y="851185"/>
                  </a:lnTo>
                  <a:lnTo>
                    <a:pt x="949917" y="852255"/>
                  </a:lnTo>
                  <a:lnTo>
                    <a:pt x="920701" y="852255"/>
                  </a:lnTo>
                  <a:close/>
                  <a:moveTo>
                    <a:pt x="446578" y="851185"/>
                  </a:moveTo>
                  <a:lnTo>
                    <a:pt x="466611" y="851185"/>
                  </a:lnTo>
                  <a:lnTo>
                    <a:pt x="466611" y="853326"/>
                  </a:lnTo>
                  <a:lnTo>
                    <a:pt x="446578" y="853326"/>
                  </a:lnTo>
                  <a:close/>
                  <a:moveTo>
                    <a:pt x="360601" y="851185"/>
                  </a:moveTo>
                  <a:lnTo>
                    <a:pt x="422371" y="851185"/>
                  </a:lnTo>
                  <a:lnTo>
                    <a:pt x="422371" y="853326"/>
                  </a:lnTo>
                  <a:lnTo>
                    <a:pt x="360601" y="853326"/>
                  </a:lnTo>
                  <a:close/>
                  <a:moveTo>
                    <a:pt x="738731" y="852255"/>
                  </a:moveTo>
                  <a:lnTo>
                    <a:pt x="825543" y="852255"/>
                  </a:lnTo>
                  <a:lnTo>
                    <a:pt x="825543" y="853326"/>
                  </a:lnTo>
                  <a:lnTo>
                    <a:pt x="738731" y="853326"/>
                  </a:lnTo>
                  <a:close/>
                  <a:moveTo>
                    <a:pt x="919866" y="852255"/>
                  </a:moveTo>
                  <a:lnTo>
                    <a:pt x="962437" y="852255"/>
                  </a:lnTo>
                  <a:lnTo>
                    <a:pt x="962437" y="853326"/>
                  </a:lnTo>
                  <a:lnTo>
                    <a:pt x="919866" y="853326"/>
                  </a:lnTo>
                  <a:close/>
                  <a:moveTo>
                    <a:pt x="495826" y="852255"/>
                  </a:moveTo>
                  <a:lnTo>
                    <a:pt x="508347" y="852255"/>
                  </a:lnTo>
                  <a:lnTo>
                    <a:pt x="508347" y="853326"/>
                  </a:lnTo>
                  <a:lnTo>
                    <a:pt x="495826" y="853326"/>
                  </a:lnTo>
                  <a:close/>
                  <a:moveTo>
                    <a:pt x="692821" y="851185"/>
                  </a:moveTo>
                  <a:lnTo>
                    <a:pt x="726210" y="851185"/>
                  </a:lnTo>
                  <a:lnTo>
                    <a:pt x="726210" y="853326"/>
                  </a:lnTo>
                  <a:lnTo>
                    <a:pt x="692821" y="853326"/>
                  </a:lnTo>
                  <a:close/>
                  <a:moveTo>
                    <a:pt x="0" y="852255"/>
                  </a:moveTo>
                  <a:lnTo>
                    <a:pt x="119366" y="852255"/>
                  </a:lnTo>
                  <a:lnTo>
                    <a:pt x="119366" y="853326"/>
                  </a:lnTo>
                  <a:lnTo>
                    <a:pt x="0" y="853326"/>
                  </a:lnTo>
                  <a:close/>
                  <a:moveTo>
                    <a:pt x="540067" y="851185"/>
                  </a:moveTo>
                  <a:lnTo>
                    <a:pt x="636895" y="851185"/>
                  </a:lnTo>
                  <a:lnTo>
                    <a:pt x="636895" y="853326"/>
                  </a:lnTo>
                  <a:lnTo>
                    <a:pt x="540067" y="853326"/>
                  </a:lnTo>
                  <a:close/>
                  <a:moveTo>
                    <a:pt x="183639" y="852255"/>
                  </a:moveTo>
                  <a:lnTo>
                    <a:pt x="338898" y="852255"/>
                  </a:lnTo>
                  <a:lnTo>
                    <a:pt x="338898" y="854397"/>
                  </a:lnTo>
                  <a:lnTo>
                    <a:pt x="183639" y="854397"/>
                  </a:lnTo>
                  <a:close/>
                  <a:moveTo>
                    <a:pt x="919866" y="853326"/>
                  </a:moveTo>
                  <a:lnTo>
                    <a:pt x="964107" y="853326"/>
                  </a:lnTo>
                  <a:lnTo>
                    <a:pt x="964107" y="854397"/>
                  </a:lnTo>
                  <a:lnTo>
                    <a:pt x="919866" y="854397"/>
                  </a:lnTo>
                  <a:close/>
                  <a:moveTo>
                    <a:pt x="0" y="853326"/>
                  </a:moveTo>
                  <a:lnTo>
                    <a:pt x="127713" y="853326"/>
                  </a:lnTo>
                  <a:lnTo>
                    <a:pt x="127713" y="854397"/>
                  </a:lnTo>
                  <a:lnTo>
                    <a:pt x="0" y="854397"/>
                  </a:lnTo>
                  <a:close/>
                  <a:moveTo>
                    <a:pt x="703673" y="853326"/>
                  </a:moveTo>
                  <a:lnTo>
                    <a:pt x="726210" y="853326"/>
                  </a:lnTo>
                  <a:lnTo>
                    <a:pt x="726210" y="854397"/>
                  </a:lnTo>
                  <a:lnTo>
                    <a:pt x="703673" y="854397"/>
                  </a:lnTo>
                  <a:close/>
                  <a:moveTo>
                    <a:pt x="494157" y="853326"/>
                  </a:moveTo>
                  <a:lnTo>
                    <a:pt x="508347" y="853326"/>
                  </a:lnTo>
                  <a:lnTo>
                    <a:pt x="508347" y="854397"/>
                  </a:lnTo>
                  <a:lnTo>
                    <a:pt x="494157" y="854397"/>
                  </a:lnTo>
                  <a:close/>
                  <a:moveTo>
                    <a:pt x="720367" y="854397"/>
                  </a:moveTo>
                  <a:lnTo>
                    <a:pt x="725376" y="854397"/>
                  </a:lnTo>
                  <a:lnTo>
                    <a:pt x="725376" y="855467"/>
                  </a:lnTo>
                  <a:lnTo>
                    <a:pt x="720367" y="855467"/>
                  </a:lnTo>
                  <a:close/>
                  <a:moveTo>
                    <a:pt x="183639" y="854397"/>
                  </a:moveTo>
                  <a:lnTo>
                    <a:pt x="292988" y="854397"/>
                  </a:lnTo>
                  <a:lnTo>
                    <a:pt x="292988" y="855467"/>
                  </a:lnTo>
                  <a:lnTo>
                    <a:pt x="183639" y="855467"/>
                  </a:lnTo>
                  <a:close/>
                  <a:moveTo>
                    <a:pt x="493322" y="854397"/>
                  </a:moveTo>
                  <a:lnTo>
                    <a:pt x="508347" y="854397"/>
                  </a:lnTo>
                  <a:lnTo>
                    <a:pt x="508347" y="855467"/>
                  </a:lnTo>
                  <a:lnTo>
                    <a:pt x="493322" y="855467"/>
                  </a:lnTo>
                  <a:close/>
                  <a:moveTo>
                    <a:pt x="540067" y="853326"/>
                  </a:moveTo>
                  <a:lnTo>
                    <a:pt x="636060" y="853326"/>
                  </a:lnTo>
                  <a:lnTo>
                    <a:pt x="636060" y="855467"/>
                  </a:lnTo>
                  <a:lnTo>
                    <a:pt x="540067" y="855467"/>
                  </a:lnTo>
                  <a:close/>
                  <a:moveTo>
                    <a:pt x="919032" y="854397"/>
                  </a:moveTo>
                  <a:lnTo>
                    <a:pt x="964942" y="854397"/>
                  </a:lnTo>
                  <a:lnTo>
                    <a:pt x="964942" y="855467"/>
                  </a:lnTo>
                  <a:lnTo>
                    <a:pt x="919032" y="855467"/>
                  </a:lnTo>
                  <a:close/>
                  <a:moveTo>
                    <a:pt x="360601" y="853326"/>
                  </a:moveTo>
                  <a:lnTo>
                    <a:pt x="423205" y="853326"/>
                  </a:lnTo>
                  <a:lnTo>
                    <a:pt x="423205" y="855467"/>
                  </a:lnTo>
                  <a:lnTo>
                    <a:pt x="360601" y="855467"/>
                  </a:lnTo>
                  <a:close/>
                  <a:moveTo>
                    <a:pt x="0" y="854397"/>
                  </a:moveTo>
                  <a:lnTo>
                    <a:pt x="132721" y="854397"/>
                  </a:lnTo>
                  <a:lnTo>
                    <a:pt x="132721" y="855467"/>
                  </a:lnTo>
                  <a:lnTo>
                    <a:pt x="0" y="855467"/>
                  </a:lnTo>
                  <a:close/>
                  <a:moveTo>
                    <a:pt x="445743" y="853326"/>
                  </a:moveTo>
                  <a:lnTo>
                    <a:pt x="465776" y="853326"/>
                  </a:lnTo>
                  <a:lnTo>
                    <a:pt x="465776" y="855467"/>
                  </a:lnTo>
                  <a:lnTo>
                    <a:pt x="445743" y="855467"/>
                  </a:lnTo>
                  <a:close/>
                  <a:moveTo>
                    <a:pt x="0" y="855467"/>
                  </a:moveTo>
                  <a:lnTo>
                    <a:pt x="151085" y="855467"/>
                  </a:lnTo>
                  <a:lnTo>
                    <a:pt x="151085" y="856538"/>
                  </a:lnTo>
                  <a:lnTo>
                    <a:pt x="0" y="856538"/>
                  </a:lnTo>
                  <a:close/>
                  <a:moveTo>
                    <a:pt x="737896" y="853326"/>
                  </a:moveTo>
                  <a:lnTo>
                    <a:pt x="824708" y="853326"/>
                  </a:lnTo>
                  <a:lnTo>
                    <a:pt x="824708" y="856538"/>
                  </a:lnTo>
                  <a:lnTo>
                    <a:pt x="737896" y="856538"/>
                  </a:lnTo>
                  <a:close/>
                  <a:moveTo>
                    <a:pt x="539232" y="855467"/>
                  </a:moveTo>
                  <a:lnTo>
                    <a:pt x="636060" y="855467"/>
                  </a:lnTo>
                  <a:lnTo>
                    <a:pt x="636060" y="856538"/>
                  </a:lnTo>
                  <a:lnTo>
                    <a:pt x="539232" y="856538"/>
                  </a:lnTo>
                  <a:close/>
                  <a:moveTo>
                    <a:pt x="894825" y="855467"/>
                  </a:moveTo>
                  <a:lnTo>
                    <a:pt x="895659" y="855467"/>
                  </a:lnTo>
                  <a:lnTo>
                    <a:pt x="895659" y="856538"/>
                  </a:lnTo>
                  <a:lnTo>
                    <a:pt x="894825" y="856538"/>
                  </a:lnTo>
                  <a:close/>
                  <a:moveTo>
                    <a:pt x="845576" y="855467"/>
                  </a:moveTo>
                  <a:lnTo>
                    <a:pt x="858097" y="855467"/>
                  </a:lnTo>
                  <a:lnTo>
                    <a:pt x="858097" y="856538"/>
                  </a:lnTo>
                  <a:lnTo>
                    <a:pt x="845576" y="856538"/>
                  </a:lnTo>
                  <a:close/>
                  <a:moveTo>
                    <a:pt x="984140" y="852255"/>
                  </a:moveTo>
                  <a:lnTo>
                    <a:pt x="1000000" y="852255"/>
                  </a:lnTo>
                  <a:lnTo>
                    <a:pt x="1000000" y="856538"/>
                  </a:lnTo>
                  <a:lnTo>
                    <a:pt x="984140" y="856538"/>
                  </a:lnTo>
                  <a:close/>
                  <a:moveTo>
                    <a:pt x="491653" y="855467"/>
                  </a:moveTo>
                  <a:lnTo>
                    <a:pt x="508347" y="855467"/>
                  </a:lnTo>
                  <a:lnTo>
                    <a:pt x="508347" y="856538"/>
                  </a:lnTo>
                  <a:lnTo>
                    <a:pt x="491653" y="856538"/>
                  </a:lnTo>
                  <a:close/>
                  <a:moveTo>
                    <a:pt x="181970" y="855467"/>
                  </a:moveTo>
                  <a:lnTo>
                    <a:pt x="292154" y="855467"/>
                  </a:lnTo>
                  <a:lnTo>
                    <a:pt x="292154" y="856538"/>
                  </a:lnTo>
                  <a:lnTo>
                    <a:pt x="181970" y="856538"/>
                  </a:lnTo>
                  <a:close/>
                  <a:moveTo>
                    <a:pt x="301336" y="854397"/>
                  </a:moveTo>
                  <a:lnTo>
                    <a:pt x="338063" y="854397"/>
                  </a:lnTo>
                  <a:lnTo>
                    <a:pt x="338063" y="856538"/>
                  </a:lnTo>
                  <a:lnTo>
                    <a:pt x="301336" y="856538"/>
                  </a:lnTo>
                  <a:close/>
                  <a:moveTo>
                    <a:pt x="893155" y="856538"/>
                  </a:moveTo>
                  <a:lnTo>
                    <a:pt x="896494" y="856538"/>
                  </a:lnTo>
                  <a:lnTo>
                    <a:pt x="896494" y="857609"/>
                  </a:lnTo>
                  <a:lnTo>
                    <a:pt x="893155" y="857609"/>
                  </a:lnTo>
                  <a:close/>
                  <a:moveTo>
                    <a:pt x="181135" y="856538"/>
                  </a:moveTo>
                  <a:lnTo>
                    <a:pt x="291319" y="856538"/>
                  </a:lnTo>
                  <a:lnTo>
                    <a:pt x="291319" y="857609"/>
                  </a:lnTo>
                  <a:lnTo>
                    <a:pt x="181135" y="857609"/>
                  </a:lnTo>
                  <a:close/>
                  <a:moveTo>
                    <a:pt x="538397" y="856538"/>
                  </a:moveTo>
                  <a:lnTo>
                    <a:pt x="636060" y="856538"/>
                  </a:lnTo>
                  <a:lnTo>
                    <a:pt x="636060" y="857609"/>
                  </a:lnTo>
                  <a:lnTo>
                    <a:pt x="538397" y="857609"/>
                  </a:lnTo>
                  <a:close/>
                  <a:moveTo>
                    <a:pt x="303005" y="856538"/>
                  </a:moveTo>
                  <a:lnTo>
                    <a:pt x="337229" y="856538"/>
                  </a:lnTo>
                  <a:lnTo>
                    <a:pt x="337229" y="857609"/>
                  </a:lnTo>
                  <a:lnTo>
                    <a:pt x="303005" y="857609"/>
                  </a:lnTo>
                  <a:close/>
                  <a:moveTo>
                    <a:pt x="738731" y="856538"/>
                  </a:moveTo>
                  <a:lnTo>
                    <a:pt x="823873" y="856538"/>
                  </a:lnTo>
                  <a:lnTo>
                    <a:pt x="823873" y="857609"/>
                  </a:lnTo>
                  <a:lnTo>
                    <a:pt x="738731" y="857609"/>
                  </a:lnTo>
                  <a:close/>
                  <a:moveTo>
                    <a:pt x="489983" y="856538"/>
                  </a:moveTo>
                  <a:lnTo>
                    <a:pt x="508347" y="856538"/>
                  </a:lnTo>
                  <a:lnTo>
                    <a:pt x="508347" y="857609"/>
                  </a:lnTo>
                  <a:lnTo>
                    <a:pt x="489983" y="857609"/>
                  </a:lnTo>
                  <a:close/>
                  <a:moveTo>
                    <a:pt x="0" y="856538"/>
                  </a:moveTo>
                  <a:lnTo>
                    <a:pt x="159432" y="856538"/>
                  </a:lnTo>
                  <a:lnTo>
                    <a:pt x="159432" y="857609"/>
                  </a:lnTo>
                  <a:lnTo>
                    <a:pt x="0" y="857609"/>
                  </a:lnTo>
                  <a:close/>
                  <a:moveTo>
                    <a:pt x="891486" y="857609"/>
                  </a:moveTo>
                  <a:lnTo>
                    <a:pt x="896494" y="857609"/>
                  </a:lnTo>
                  <a:lnTo>
                    <a:pt x="896494" y="858680"/>
                  </a:lnTo>
                  <a:lnTo>
                    <a:pt x="891486" y="858680"/>
                  </a:lnTo>
                  <a:close/>
                  <a:moveTo>
                    <a:pt x="0" y="857609"/>
                  </a:moveTo>
                  <a:lnTo>
                    <a:pt x="166945" y="857609"/>
                  </a:lnTo>
                  <a:lnTo>
                    <a:pt x="166945" y="858680"/>
                  </a:lnTo>
                  <a:lnTo>
                    <a:pt x="0" y="858680"/>
                  </a:lnTo>
                  <a:close/>
                  <a:moveTo>
                    <a:pt x="755426" y="857609"/>
                  </a:moveTo>
                  <a:lnTo>
                    <a:pt x="823873" y="857609"/>
                  </a:lnTo>
                  <a:lnTo>
                    <a:pt x="823873" y="858680"/>
                  </a:lnTo>
                  <a:lnTo>
                    <a:pt x="755426" y="858680"/>
                  </a:lnTo>
                  <a:close/>
                  <a:moveTo>
                    <a:pt x="489149" y="857609"/>
                  </a:moveTo>
                  <a:lnTo>
                    <a:pt x="508347" y="857609"/>
                  </a:lnTo>
                  <a:lnTo>
                    <a:pt x="508347" y="858680"/>
                  </a:lnTo>
                  <a:lnTo>
                    <a:pt x="489149" y="858680"/>
                  </a:lnTo>
                  <a:close/>
                  <a:moveTo>
                    <a:pt x="844741" y="856538"/>
                  </a:moveTo>
                  <a:lnTo>
                    <a:pt x="858932" y="856538"/>
                  </a:lnTo>
                  <a:lnTo>
                    <a:pt x="858932" y="858680"/>
                  </a:lnTo>
                  <a:lnTo>
                    <a:pt x="844741" y="858680"/>
                  </a:lnTo>
                  <a:close/>
                  <a:moveTo>
                    <a:pt x="359766" y="855467"/>
                  </a:moveTo>
                  <a:lnTo>
                    <a:pt x="424040" y="855467"/>
                  </a:lnTo>
                  <a:lnTo>
                    <a:pt x="424040" y="858680"/>
                  </a:lnTo>
                  <a:lnTo>
                    <a:pt x="359766" y="858680"/>
                  </a:lnTo>
                  <a:close/>
                  <a:moveTo>
                    <a:pt x="537563" y="857609"/>
                  </a:moveTo>
                  <a:lnTo>
                    <a:pt x="635225" y="857609"/>
                  </a:lnTo>
                  <a:lnTo>
                    <a:pt x="635225" y="858680"/>
                  </a:lnTo>
                  <a:lnTo>
                    <a:pt x="537563" y="858680"/>
                  </a:lnTo>
                  <a:close/>
                  <a:moveTo>
                    <a:pt x="180301" y="857609"/>
                  </a:moveTo>
                  <a:lnTo>
                    <a:pt x="288815" y="857609"/>
                  </a:lnTo>
                  <a:lnTo>
                    <a:pt x="288815" y="858680"/>
                  </a:lnTo>
                  <a:lnTo>
                    <a:pt x="180301" y="858680"/>
                  </a:lnTo>
                  <a:close/>
                  <a:moveTo>
                    <a:pt x="304674" y="857609"/>
                  </a:moveTo>
                  <a:lnTo>
                    <a:pt x="337229" y="857609"/>
                  </a:lnTo>
                  <a:lnTo>
                    <a:pt x="337229" y="858680"/>
                  </a:lnTo>
                  <a:lnTo>
                    <a:pt x="304674" y="858680"/>
                  </a:lnTo>
                  <a:close/>
                  <a:moveTo>
                    <a:pt x="444908" y="855467"/>
                  </a:moveTo>
                  <a:lnTo>
                    <a:pt x="465776" y="855467"/>
                  </a:lnTo>
                  <a:lnTo>
                    <a:pt x="465776" y="858680"/>
                  </a:lnTo>
                  <a:lnTo>
                    <a:pt x="444908" y="858680"/>
                  </a:lnTo>
                  <a:close/>
                  <a:moveTo>
                    <a:pt x="918197" y="855467"/>
                  </a:moveTo>
                  <a:lnTo>
                    <a:pt x="964942" y="855467"/>
                  </a:lnTo>
                  <a:lnTo>
                    <a:pt x="964942" y="858680"/>
                  </a:lnTo>
                  <a:lnTo>
                    <a:pt x="918197" y="858680"/>
                  </a:lnTo>
                  <a:close/>
                  <a:moveTo>
                    <a:pt x="174457" y="858680"/>
                  </a:moveTo>
                  <a:lnTo>
                    <a:pt x="175292" y="858680"/>
                  </a:lnTo>
                  <a:lnTo>
                    <a:pt x="175292" y="859750"/>
                  </a:lnTo>
                  <a:lnTo>
                    <a:pt x="174457" y="859750"/>
                  </a:lnTo>
                  <a:close/>
                  <a:moveTo>
                    <a:pt x="844741" y="858680"/>
                  </a:moveTo>
                  <a:lnTo>
                    <a:pt x="859766" y="858680"/>
                  </a:lnTo>
                  <a:lnTo>
                    <a:pt x="859766" y="859750"/>
                  </a:lnTo>
                  <a:lnTo>
                    <a:pt x="844741" y="859750"/>
                  </a:lnTo>
                  <a:close/>
                  <a:moveTo>
                    <a:pt x="444073" y="858680"/>
                  </a:moveTo>
                  <a:lnTo>
                    <a:pt x="466611" y="858680"/>
                  </a:lnTo>
                  <a:lnTo>
                    <a:pt x="466611" y="859750"/>
                  </a:lnTo>
                  <a:lnTo>
                    <a:pt x="444073" y="859750"/>
                  </a:lnTo>
                  <a:close/>
                  <a:moveTo>
                    <a:pt x="890651" y="858680"/>
                  </a:moveTo>
                  <a:lnTo>
                    <a:pt x="896494" y="858680"/>
                  </a:lnTo>
                  <a:lnTo>
                    <a:pt x="896494" y="859750"/>
                  </a:lnTo>
                  <a:lnTo>
                    <a:pt x="890651" y="859750"/>
                  </a:lnTo>
                  <a:close/>
                  <a:moveTo>
                    <a:pt x="177796" y="858680"/>
                  </a:moveTo>
                  <a:lnTo>
                    <a:pt x="288815" y="858680"/>
                  </a:lnTo>
                  <a:lnTo>
                    <a:pt x="288815" y="859750"/>
                  </a:lnTo>
                  <a:lnTo>
                    <a:pt x="177796" y="859750"/>
                  </a:lnTo>
                  <a:close/>
                  <a:moveTo>
                    <a:pt x="488314" y="858680"/>
                  </a:moveTo>
                  <a:lnTo>
                    <a:pt x="508347" y="858680"/>
                  </a:lnTo>
                  <a:lnTo>
                    <a:pt x="508347" y="859750"/>
                  </a:lnTo>
                  <a:lnTo>
                    <a:pt x="488314" y="859750"/>
                  </a:lnTo>
                  <a:close/>
                  <a:moveTo>
                    <a:pt x="358932" y="858680"/>
                  </a:moveTo>
                  <a:lnTo>
                    <a:pt x="424875" y="858680"/>
                  </a:lnTo>
                  <a:lnTo>
                    <a:pt x="424875" y="859750"/>
                  </a:lnTo>
                  <a:lnTo>
                    <a:pt x="358932" y="859750"/>
                  </a:lnTo>
                  <a:close/>
                  <a:moveTo>
                    <a:pt x="536728" y="858680"/>
                  </a:moveTo>
                  <a:lnTo>
                    <a:pt x="635225" y="858680"/>
                  </a:lnTo>
                  <a:lnTo>
                    <a:pt x="635225" y="859750"/>
                  </a:lnTo>
                  <a:lnTo>
                    <a:pt x="536728" y="859750"/>
                  </a:lnTo>
                  <a:close/>
                  <a:moveTo>
                    <a:pt x="760434" y="858680"/>
                  </a:moveTo>
                  <a:lnTo>
                    <a:pt x="823873" y="858680"/>
                  </a:lnTo>
                  <a:lnTo>
                    <a:pt x="823873" y="859750"/>
                  </a:lnTo>
                  <a:lnTo>
                    <a:pt x="760434" y="859750"/>
                  </a:lnTo>
                  <a:close/>
                  <a:moveTo>
                    <a:pt x="917362" y="858680"/>
                  </a:moveTo>
                  <a:lnTo>
                    <a:pt x="964942" y="858680"/>
                  </a:lnTo>
                  <a:lnTo>
                    <a:pt x="964942" y="859750"/>
                  </a:lnTo>
                  <a:lnTo>
                    <a:pt x="917362" y="859750"/>
                  </a:lnTo>
                  <a:close/>
                  <a:moveTo>
                    <a:pt x="305509" y="858680"/>
                  </a:moveTo>
                  <a:lnTo>
                    <a:pt x="337229" y="858680"/>
                  </a:lnTo>
                  <a:lnTo>
                    <a:pt x="337229" y="859750"/>
                  </a:lnTo>
                  <a:lnTo>
                    <a:pt x="305509" y="859750"/>
                  </a:lnTo>
                  <a:close/>
                  <a:moveTo>
                    <a:pt x="0" y="858680"/>
                  </a:moveTo>
                  <a:lnTo>
                    <a:pt x="172788" y="858680"/>
                  </a:lnTo>
                  <a:lnTo>
                    <a:pt x="172788" y="859750"/>
                  </a:lnTo>
                  <a:lnTo>
                    <a:pt x="0" y="859750"/>
                  </a:lnTo>
                  <a:close/>
                  <a:moveTo>
                    <a:pt x="0" y="859750"/>
                  </a:moveTo>
                  <a:lnTo>
                    <a:pt x="287980" y="859750"/>
                  </a:lnTo>
                  <a:lnTo>
                    <a:pt x="287980" y="860821"/>
                  </a:lnTo>
                  <a:lnTo>
                    <a:pt x="0" y="860821"/>
                  </a:lnTo>
                  <a:close/>
                  <a:moveTo>
                    <a:pt x="443239" y="859750"/>
                  </a:moveTo>
                  <a:lnTo>
                    <a:pt x="466611" y="859750"/>
                  </a:lnTo>
                  <a:lnTo>
                    <a:pt x="466611" y="860821"/>
                  </a:lnTo>
                  <a:lnTo>
                    <a:pt x="443239" y="860821"/>
                  </a:lnTo>
                  <a:close/>
                  <a:moveTo>
                    <a:pt x="305509" y="859750"/>
                  </a:moveTo>
                  <a:lnTo>
                    <a:pt x="336394" y="859750"/>
                  </a:lnTo>
                  <a:lnTo>
                    <a:pt x="336394" y="860821"/>
                  </a:lnTo>
                  <a:lnTo>
                    <a:pt x="305509" y="860821"/>
                  </a:lnTo>
                  <a:close/>
                  <a:moveTo>
                    <a:pt x="762104" y="859750"/>
                  </a:moveTo>
                  <a:lnTo>
                    <a:pt x="823873" y="859750"/>
                  </a:lnTo>
                  <a:lnTo>
                    <a:pt x="823873" y="860821"/>
                  </a:lnTo>
                  <a:lnTo>
                    <a:pt x="762104" y="860821"/>
                  </a:lnTo>
                  <a:close/>
                  <a:moveTo>
                    <a:pt x="535058" y="859750"/>
                  </a:moveTo>
                  <a:lnTo>
                    <a:pt x="635225" y="859750"/>
                  </a:lnTo>
                  <a:lnTo>
                    <a:pt x="635225" y="860821"/>
                  </a:lnTo>
                  <a:lnTo>
                    <a:pt x="535058" y="860821"/>
                  </a:lnTo>
                  <a:close/>
                  <a:moveTo>
                    <a:pt x="485810" y="859750"/>
                  </a:moveTo>
                  <a:lnTo>
                    <a:pt x="509182" y="859750"/>
                  </a:lnTo>
                  <a:lnTo>
                    <a:pt x="509182" y="860821"/>
                  </a:lnTo>
                  <a:lnTo>
                    <a:pt x="485810" y="860821"/>
                  </a:lnTo>
                  <a:close/>
                  <a:moveTo>
                    <a:pt x="358097" y="859750"/>
                  </a:moveTo>
                  <a:lnTo>
                    <a:pt x="425710" y="859750"/>
                  </a:lnTo>
                  <a:lnTo>
                    <a:pt x="425710" y="860821"/>
                  </a:lnTo>
                  <a:lnTo>
                    <a:pt x="358097" y="860821"/>
                  </a:lnTo>
                  <a:close/>
                  <a:moveTo>
                    <a:pt x="917362" y="859750"/>
                  </a:moveTo>
                  <a:lnTo>
                    <a:pt x="964107" y="859750"/>
                  </a:lnTo>
                  <a:lnTo>
                    <a:pt x="964107" y="860821"/>
                  </a:lnTo>
                  <a:lnTo>
                    <a:pt x="917362" y="860821"/>
                  </a:lnTo>
                  <a:close/>
                  <a:moveTo>
                    <a:pt x="764608" y="860821"/>
                  </a:moveTo>
                  <a:lnTo>
                    <a:pt x="823873" y="860821"/>
                  </a:lnTo>
                  <a:lnTo>
                    <a:pt x="823873" y="861892"/>
                  </a:lnTo>
                  <a:lnTo>
                    <a:pt x="764608" y="861892"/>
                  </a:lnTo>
                  <a:close/>
                  <a:moveTo>
                    <a:pt x="485810" y="860821"/>
                  </a:moveTo>
                  <a:lnTo>
                    <a:pt x="510017" y="860821"/>
                  </a:lnTo>
                  <a:lnTo>
                    <a:pt x="510017" y="861892"/>
                  </a:lnTo>
                  <a:lnTo>
                    <a:pt x="485810" y="861892"/>
                  </a:lnTo>
                  <a:close/>
                  <a:moveTo>
                    <a:pt x="358097" y="860821"/>
                  </a:moveTo>
                  <a:lnTo>
                    <a:pt x="426544" y="860821"/>
                  </a:lnTo>
                  <a:lnTo>
                    <a:pt x="426544" y="861892"/>
                  </a:lnTo>
                  <a:lnTo>
                    <a:pt x="358097" y="861892"/>
                  </a:lnTo>
                  <a:close/>
                  <a:moveTo>
                    <a:pt x="916528" y="860821"/>
                  </a:moveTo>
                  <a:lnTo>
                    <a:pt x="964107" y="860821"/>
                  </a:lnTo>
                  <a:lnTo>
                    <a:pt x="964107" y="861892"/>
                  </a:lnTo>
                  <a:lnTo>
                    <a:pt x="916528" y="861892"/>
                  </a:lnTo>
                  <a:close/>
                  <a:moveTo>
                    <a:pt x="442404" y="860821"/>
                  </a:moveTo>
                  <a:lnTo>
                    <a:pt x="467446" y="860821"/>
                  </a:lnTo>
                  <a:lnTo>
                    <a:pt x="467446" y="861892"/>
                  </a:lnTo>
                  <a:lnTo>
                    <a:pt x="442404" y="861892"/>
                  </a:lnTo>
                  <a:close/>
                  <a:moveTo>
                    <a:pt x="765442" y="861892"/>
                  </a:moveTo>
                  <a:lnTo>
                    <a:pt x="823873" y="861892"/>
                  </a:lnTo>
                  <a:lnTo>
                    <a:pt x="823873" y="862962"/>
                  </a:lnTo>
                  <a:lnTo>
                    <a:pt x="765442" y="862962"/>
                  </a:lnTo>
                  <a:close/>
                  <a:moveTo>
                    <a:pt x="441569" y="861892"/>
                  </a:moveTo>
                  <a:lnTo>
                    <a:pt x="467446" y="861892"/>
                  </a:lnTo>
                  <a:lnTo>
                    <a:pt x="467446" y="862962"/>
                  </a:lnTo>
                  <a:lnTo>
                    <a:pt x="441569" y="862962"/>
                  </a:lnTo>
                  <a:close/>
                  <a:moveTo>
                    <a:pt x="843907" y="859750"/>
                  </a:moveTo>
                  <a:lnTo>
                    <a:pt x="859766" y="859750"/>
                  </a:lnTo>
                  <a:lnTo>
                    <a:pt x="859766" y="862962"/>
                  </a:lnTo>
                  <a:lnTo>
                    <a:pt x="843907" y="862962"/>
                  </a:lnTo>
                  <a:close/>
                  <a:moveTo>
                    <a:pt x="534224" y="860821"/>
                  </a:moveTo>
                  <a:lnTo>
                    <a:pt x="635225" y="860821"/>
                  </a:lnTo>
                  <a:lnTo>
                    <a:pt x="635225" y="862962"/>
                  </a:lnTo>
                  <a:lnTo>
                    <a:pt x="534224" y="862962"/>
                  </a:lnTo>
                  <a:close/>
                  <a:moveTo>
                    <a:pt x="306344" y="860821"/>
                  </a:moveTo>
                  <a:lnTo>
                    <a:pt x="336394" y="860821"/>
                  </a:lnTo>
                  <a:lnTo>
                    <a:pt x="336394" y="862962"/>
                  </a:lnTo>
                  <a:lnTo>
                    <a:pt x="306344" y="862962"/>
                  </a:lnTo>
                  <a:close/>
                  <a:moveTo>
                    <a:pt x="357262" y="861892"/>
                  </a:moveTo>
                  <a:lnTo>
                    <a:pt x="427379" y="861892"/>
                  </a:lnTo>
                  <a:lnTo>
                    <a:pt x="427379" y="862962"/>
                  </a:lnTo>
                  <a:lnTo>
                    <a:pt x="357262" y="862962"/>
                  </a:lnTo>
                  <a:close/>
                  <a:moveTo>
                    <a:pt x="0" y="860821"/>
                  </a:moveTo>
                  <a:lnTo>
                    <a:pt x="285476" y="860821"/>
                  </a:lnTo>
                  <a:lnTo>
                    <a:pt x="285476" y="862962"/>
                  </a:lnTo>
                  <a:lnTo>
                    <a:pt x="0" y="862962"/>
                  </a:lnTo>
                  <a:close/>
                  <a:moveTo>
                    <a:pt x="485810" y="861892"/>
                  </a:moveTo>
                  <a:lnTo>
                    <a:pt x="510851" y="861892"/>
                  </a:lnTo>
                  <a:lnTo>
                    <a:pt x="510851" y="862962"/>
                  </a:lnTo>
                  <a:lnTo>
                    <a:pt x="485810" y="862962"/>
                  </a:lnTo>
                  <a:close/>
                  <a:moveTo>
                    <a:pt x="357262" y="862962"/>
                  </a:moveTo>
                  <a:lnTo>
                    <a:pt x="429883" y="862962"/>
                  </a:lnTo>
                  <a:lnTo>
                    <a:pt x="429883" y="864033"/>
                  </a:lnTo>
                  <a:lnTo>
                    <a:pt x="357262" y="864033"/>
                  </a:lnTo>
                  <a:close/>
                  <a:moveTo>
                    <a:pt x="535058" y="862962"/>
                  </a:moveTo>
                  <a:lnTo>
                    <a:pt x="636060" y="862962"/>
                  </a:lnTo>
                  <a:lnTo>
                    <a:pt x="636060" y="864033"/>
                  </a:lnTo>
                  <a:lnTo>
                    <a:pt x="535058" y="864033"/>
                  </a:lnTo>
                  <a:close/>
                  <a:moveTo>
                    <a:pt x="306344" y="862962"/>
                  </a:moveTo>
                  <a:lnTo>
                    <a:pt x="335559" y="862962"/>
                  </a:lnTo>
                  <a:lnTo>
                    <a:pt x="335559" y="864033"/>
                  </a:lnTo>
                  <a:lnTo>
                    <a:pt x="306344" y="864033"/>
                  </a:lnTo>
                  <a:close/>
                  <a:moveTo>
                    <a:pt x="0" y="862962"/>
                  </a:moveTo>
                  <a:lnTo>
                    <a:pt x="284641" y="862962"/>
                  </a:lnTo>
                  <a:lnTo>
                    <a:pt x="284641" y="864033"/>
                  </a:lnTo>
                  <a:lnTo>
                    <a:pt x="0" y="864033"/>
                  </a:lnTo>
                  <a:close/>
                  <a:moveTo>
                    <a:pt x="485810" y="862962"/>
                  </a:moveTo>
                  <a:lnTo>
                    <a:pt x="510017" y="862962"/>
                  </a:lnTo>
                  <a:lnTo>
                    <a:pt x="510017" y="864033"/>
                  </a:lnTo>
                  <a:lnTo>
                    <a:pt x="485810" y="864033"/>
                  </a:lnTo>
                  <a:close/>
                  <a:moveTo>
                    <a:pt x="879800" y="859750"/>
                  </a:moveTo>
                  <a:lnTo>
                    <a:pt x="896494" y="859750"/>
                  </a:lnTo>
                  <a:lnTo>
                    <a:pt x="896494" y="864033"/>
                  </a:lnTo>
                  <a:lnTo>
                    <a:pt x="879800" y="864033"/>
                  </a:lnTo>
                  <a:close/>
                  <a:moveTo>
                    <a:pt x="439065" y="862962"/>
                  </a:moveTo>
                  <a:lnTo>
                    <a:pt x="468280" y="862962"/>
                  </a:lnTo>
                  <a:lnTo>
                    <a:pt x="468280" y="864033"/>
                  </a:lnTo>
                  <a:lnTo>
                    <a:pt x="439065" y="864033"/>
                  </a:lnTo>
                  <a:close/>
                  <a:moveTo>
                    <a:pt x="766277" y="862962"/>
                  </a:moveTo>
                  <a:lnTo>
                    <a:pt x="823873" y="862962"/>
                  </a:lnTo>
                  <a:lnTo>
                    <a:pt x="823873" y="864033"/>
                  </a:lnTo>
                  <a:lnTo>
                    <a:pt x="766277" y="864033"/>
                  </a:lnTo>
                  <a:close/>
                  <a:moveTo>
                    <a:pt x="843072" y="862962"/>
                  </a:moveTo>
                  <a:lnTo>
                    <a:pt x="859766" y="862962"/>
                  </a:lnTo>
                  <a:lnTo>
                    <a:pt x="859766" y="864033"/>
                  </a:lnTo>
                  <a:lnTo>
                    <a:pt x="843072" y="864033"/>
                  </a:lnTo>
                  <a:close/>
                  <a:moveTo>
                    <a:pt x="915693" y="861892"/>
                  </a:moveTo>
                  <a:lnTo>
                    <a:pt x="964107" y="861892"/>
                  </a:lnTo>
                  <a:lnTo>
                    <a:pt x="964107" y="865104"/>
                  </a:lnTo>
                  <a:lnTo>
                    <a:pt x="915693" y="865104"/>
                  </a:lnTo>
                  <a:close/>
                  <a:moveTo>
                    <a:pt x="554257" y="864033"/>
                  </a:moveTo>
                  <a:lnTo>
                    <a:pt x="636060" y="864033"/>
                  </a:lnTo>
                  <a:lnTo>
                    <a:pt x="636060" y="865104"/>
                  </a:lnTo>
                  <a:lnTo>
                    <a:pt x="554257" y="865104"/>
                  </a:lnTo>
                  <a:close/>
                  <a:moveTo>
                    <a:pt x="437396" y="864033"/>
                  </a:moveTo>
                  <a:lnTo>
                    <a:pt x="469950" y="864033"/>
                  </a:lnTo>
                  <a:lnTo>
                    <a:pt x="469950" y="865104"/>
                  </a:lnTo>
                  <a:lnTo>
                    <a:pt x="437396" y="865104"/>
                  </a:lnTo>
                  <a:close/>
                  <a:moveTo>
                    <a:pt x="766277" y="864033"/>
                  </a:moveTo>
                  <a:lnTo>
                    <a:pt x="823038" y="864033"/>
                  </a:lnTo>
                  <a:lnTo>
                    <a:pt x="823038" y="865104"/>
                  </a:lnTo>
                  <a:lnTo>
                    <a:pt x="766277" y="865104"/>
                  </a:lnTo>
                  <a:close/>
                  <a:moveTo>
                    <a:pt x="357262" y="864033"/>
                  </a:moveTo>
                  <a:lnTo>
                    <a:pt x="431553" y="864033"/>
                  </a:lnTo>
                  <a:lnTo>
                    <a:pt x="431553" y="865104"/>
                  </a:lnTo>
                  <a:lnTo>
                    <a:pt x="357262" y="865104"/>
                  </a:lnTo>
                  <a:close/>
                  <a:moveTo>
                    <a:pt x="0" y="864033"/>
                  </a:moveTo>
                  <a:lnTo>
                    <a:pt x="283806" y="864033"/>
                  </a:lnTo>
                  <a:lnTo>
                    <a:pt x="283806" y="865104"/>
                  </a:lnTo>
                  <a:lnTo>
                    <a:pt x="0" y="865104"/>
                  </a:lnTo>
                  <a:close/>
                  <a:moveTo>
                    <a:pt x="556761" y="865104"/>
                  </a:moveTo>
                  <a:lnTo>
                    <a:pt x="636060" y="865104"/>
                  </a:lnTo>
                  <a:lnTo>
                    <a:pt x="636060" y="866174"/>
                  </a:lnTo>
                  <a:lnTo>
                    <a:pt x="556761" y="866174"/>
                  </a:lnTo>
                  <a:close/>
                  <a:moveTo>
                    <a:pt x="357262" y="865104"/>
                  </a:moveTo>
                  <a:lnTo>
                    <a:pt x="469950" y="865104"/>
                  </a:lnTo>
                  <a:lnTo>
                    <a:pt x="469950" y="866174"/>
                  </a:lnTo>
                  <a:lnTo>
                    <a:pt x="357262" y="866174"/>
                  </a:lnTo>
                  <a:close/>
                  <a:moveTo>
                    <a:pt x="0" y="865104"/>
                  </a:moveTo>
                  <a:lnTo>
                    <a:pt x="282972" y="865104"/>
                  </a:lnTo>
                  <a:lnTo>
                    <a:pt x="282972" y="866174"/>
                  </a:lnTo>
                  <a:lnTo>
                    <a:pt x="0" y="866174"/>
                  </a:lnTo>
                  <a:close/>
                  <a:moveTo>
                    <a:pt x="767112" y="865104"/>
                  </a:moveTo>
                  <a:lnTo>
                    <a:pt x="823038" y="865104"/>
                  </a:lnTo>
                  <a:lnTo>
                    <a:pt x="823038" y="866174"/>
                  </a:lnTo>
                  <a:lnTo>
                    <a:pt x="767112" y="866174"/>
                  </a:lnTo>
                  <a:close/>
                  <a:moveTo>
                    <a:pt x="914858" y="865104"/>
                  </a:moveTo>
                  <a:lnTo>
                    <a:pt x="964107" y="865104"/>
                  </a:lnTo>
                  <a:lnTo>
                    <a:pt x="964107" y="866174"/>
                  </a:lnTo>
                  <a:lnTo>
                    <a:pt x="914858" y="866174"/>
                  </a:lnTo>
                  <a:close/>
                  <a:moveTo>
                    <a:pt x="0" y="866174"/>
                  </a:moveTo>
                  <a:lnTo>
                    <a:pt x="282137" y="866174"/>
                  </a:lnTo>
                  <a:lnTo>
                    <a:pt x="282137" y="867245"/>
                  </a:lnTo>
                  <a:lnTo>
                    <a:pt x="0" y="867245"/>
                  </a:lnTo>
                  <a:close/>
                  <a:moveTo>
                    <a:pt x="557596" y="866174"/>
                  </a:moveTo>
                  <a:lnTo>
                    <a:pt x="636060" y="866174"/>
                  </a:lnTo>
                  <a:lnTo>
                    <a:pt x="636060" y="867245"/>
                  </a:lnTo>
                  <a:lnTo>
                    <a:pt x="557596" y="867245"/>
                  </a:lnTo>
                  <a:close/>
                  <a:moveTo>
                    <a:pt x="914858" y="866174"/>
                  </a:moveTo>
                  <a:lnTo>
                    <a:pt x="963272" y="866174"/>
                  </a:lnTo>
                  <a:lnTo>
                    <a:pt x="963272" y="867245"/>
                  </a:lnTo>
                  <a:lnTo>
                    <a:pt x="914858" y="867245"/>
                  </a:lnTo>
                  <a:close/>
                  <a:moveTo>
                    <a:pt x="356427" y="866174"/>
                  </a:moveTo>
                  <a:lnTo>
                    <a:pt x="469115" y="866174"/>
                  </a:lnTo>
                  <a:lnTo>
                    <a:pt x="469115" y="867245"/>
                  </a:lnTo>
                  <a:lnTo>
                    <a:pt x="356427" y="867245"/>
                  </a:lnTo>
                  <a:close/>
                  <a:moveTo>
                    <a:pt x="879800" y="864033"/>
                  </a:moveTo>
                  <a:lnTo>
                    <a:pt x="897329" y="864033"/>
                  </a:lnTo>
                  <a:lnTo>
                    <a:pt x="897329" y="867245"/>
                  </a:lnTo>
                  <a:lnTo>
                    <a:pt x="879800" y="867245"/>
                  </a:lnTo>
                  <a:close/>
                  <a:moveTo>
                    <a:pt x="558431" y="867245"/>
                  </a:moveTo>
                  <a:lnTo>
                    <a:pt x="636895" y="867245"/>
                  </a:lnTo>
                  <a:lnTo>
                    <a:pt x="636895" y="868316"/>
                  </a:lnTo>
                  <a:lnTo>
                    <a:pt x="558431" y="868316"/>
                  </a:lnTo>
                  <a:close/>
                  <a:moveTo>
                    <a:pt x="355593" y="867245"/>
                  </a:moveTo>
                  <a:lnTo>
                    <a:pt x="469115" y="867245"/>
                  </a:lnTo>
                  <a:lnTo>
                    <a:pt x="469115" y="868316"/>
                  </a:lnTo>
                  <a:lnTo>
                    <a:pt x="355593" y="868316"/>
                  </a:lnTo>
                  <a:close/>
                  <a:moveTo>
                    <a:pt x="0" y="867245"/>
                  </a:moveTo>
                  <a:lnTo>
                    <a:pt x="281302" y="867245"/>
                  </a:lnTo>
                  <a:lnTo>
                    <a:pt x="281302" y="868316"/>
                  </a:lnTo>
                  <a:lnTo>
                    <a:pt x="0" y="868316"/>
                  </a:lnTo>
                  <a:close/>
                  <a:moveTo>
                    <a:pt x="914023" y="867245"/>
                  </a:moveTo>
                  <a:lnTo>
                    <a:pt x="963272" y="867245"/>
                  </a:lnTo>
                  <a:lnTo>
                    <a:pt x="963272" y="868316"/>
                  </a:lnTo>
                  <a:lnTo>
                    <a:pt x="914023" y="868316"/>
                  </a:lnTo>
                  <a:close/>
                  <a:moveTo>
                    <a:pt x="559265" y="868316"/>
                  </a:moveTo>
                  <a:lnTo>
                    <a:pt x="636895" y="868316"/>
                  </a:lnTo>
                  <a:lnTo>
                    <a:pt x="636895" y="869386"/>
                  </a:lnTo>
                  <a:lnTo>
                    <a:pt x="559265" y="869386"/>
                  </a:lnTo>
                  <a:close/>
                  <a:moveTo>
                    <a:pt x="913189" y="868316"/>
                  </a:moveTo>
                  <a:lnTo>
                    <a:pt x="963272" y="868316"/>
                  </a:lnTo>
                  <a:lnTo>
                    <a:pt x="963272" y="869386"/>
                  </a:lnTo>
                  <a:lnTo>
                    <a:pt x="913189" y="869386"/>
                  </a:lnTo>
                  <a:close/>
                  <a:moveTo>
                    <a:pt x="879800" y="867245"/>
                  </a:moveTo>
                  <a:lnTo>
                    <a:pt x="898164" y="867245"/>
                  </a:lnTo>
                  <a:lnTo>
                    <a:pt x="898164" y="869386"/>
                  </a:lnTo>
                  <a:lnTo>
                    <a:pt x="879800" y="869386"/>
                  </a:lnTo>
                  <a:close/>
                  <a:moveTo>
                    <a:pt x="767947" y="866174"/>
                  </a:moveTo>
                  <a:lnTo>
                    <a:pt x="823038" y="866174"/>
                  </a:lnTo>
                  <a:lnTo>
                    <a:pt x="823038" y="869386"/>
                  </a:lnTo>
                  <a:lnTo>
                    <a:pt x="767947" y="869386"/>
                  </a:lnTo>
                  <a:close/>
                  <a:moveTo>
                    <a:pt x="842237" y="864033"/>
                  </a:moveTo>
                  <a:lnTo>
                    <a:pt x="859766" y="864033"/>
                  </a:lnTo>
                  <a:lnTo>
                    <a:pt x="859766" y="869386"/>
                  </a:lnTo>
                  <a:lnTo>
                    <a:pt x="842237" y="869386"/>
                  </a:lnTo>
                  <a:close/>
                  <a:moveTo>
                    <a:pt x="354758" y="868316"/>
                  </a:moveTo>
                  <a:lnTo>
                    <a:pt x="468280" y="868316"/>
                  </a:lnTo>
                  <a:lnTo>
                    <a:pt x="468280" y="870457"/>
                  </a:lnTo>
                  <a:lnTo>
                    <a:pt x="354758" y="870457"/>
                  </a:lnTo>
                  <a:close/>
                  <a:moveTo>
                    <a:pt x="0" y="868316"/>
                  </a:moveTo>
                  <a:lnTo>
                    <a:pt x="279633" y="868316"/>
                  </a:lnTo>
                  <a:lnTo>
                    <a:pt x="279633" y="870457"/>
                  </a:lnTo>
                  <a:lnTo>
                    <a:pt x="0" y="870457"/>
                  </a:lnTo>
                  <a:close/>
                  <a:moveTo>
                    <a:pt x="912354" y="869386"/>
                  </a:moveTo>
                  <a:lnTo>
                    <a:pt x="963272" y="869386"/>
                  </a:lnTo>
                  <a:lnTo>
                    <a:pt x="963272" y="870457"/>
                  </a:lnTo>
                  <a:lnTo>
                    <a:pt x="912354" y="870457"/>
                  </a:lnTo>
                  <a:close/>
                  <a:moveTo>
                    <a:pt x="560100" y="869386"/>
                  </a:moveTo>
                  <a:lnTo>
                    <a:pt x="638564" y="869386"/>
                  </a:lnTo>
                  <a:lnTo>
                    <a:pt x="638564" y="870457"/>
                  </a:lnTo>
                  <a:lnTo>
                    <a:pt x="560100" y="870457"/>
                  </a:lnTo>
                  <a:close/>
                  <a:moveTo>
                    <a:pt x="767947" y="869386"/>
                  </a:moveTo>
                  <a:lnTo>
                    <a:pt x="823873" y="869386"/>
                  </a:lnTo>
                  <a:lnTo>
                    <a:pt x="823873" y="870457"/>
                  </a:lnTo>
                  <a:lnTo>
                    <a:pt x="767947" y="870457"/>
                  </a:lnTo>
                  <a:close/>
                  <a:moveTo>
                    <a:pt x="841402" y="869386"/>
                  </a:moveTo>
                  <a:lnTo>
                    <a:pt x="859766" y="869386"/>
                  </a:lnTo>
                  <a:lnTo>
                    <a:pt x="859766" y="870457"/>
                  </a:lnTo>
                  <a:lnTo>
                    <a:pt x="841402" y="870457"/>
                  </a:lnTo>
                  <a:close/>
                  <a:moveTo>
                    <a:pt x="879800" y="869386"/>
                  </a:moveTo>
                  <a:lnTo>
                    <a:pt x="899833" y="869386"/>
                  </a:lnTo>
                  <a:lnTo>
                    <a:pt x="899833" y="870457"/>
                  </a:lnTo>
                  <a:lnTo>
                    <a:pt x="879800" y="870457"/>
                  </a:lnTo>
                  <a:close/>
                  <a:moveTo>
                    <a:pt x="910684" y="870457"/>
                  </a:moveTo>
                  <a:lnTo>
                    <a:pt x="963272" y="870457"/>
                  </a:lnTo>
                  <a:lnTo>
                    <a:pt x="963272" y="871528"/>
                  </a:lnTo>
                  <a:lnTo>
                    <a:pt x="910684" y="871528"/>
                  </a:lnTo>
                  <a:close/>
                  <a:moveTo>
                    <a:pt x="879800" y="870457"/>
                  </a:moveTo>
                  <a:lnTo>
                    <a:pt x="901503" y="870457"/>
                  </a:lnTo>
                  <a:lnTo>
                    <a:pt x="901503" y="871528"/>
                  </a:lnTo>
                  <a:lnTo>
                    <a:pt x="879800" y="871528"/>
                  </a:lnTo>
                  <a:close/>
                  <a:moveTo>
                    <a:pt x="306344" y="864033"/>
                  </a:moveTo>
                  <a:lnTo>
                    <a:pt x="334725" y="864033"/>
                  </a:lnTo>
                  <a:lnTo>
                    <a:pt x="334725" y="871528"/>
                  </a:lnTo>
                  <a:lnTo>
                    <a:pt x="306344" y="871528"/>
                  </a:lnTo>
                  <a:close/>
                  <a:moveTo>
                    <a:pt x="560935" y="870457"/>
                  </a:moveTo>
                  <a:lnTo>
                    <a:pt x="639399" y="870457"/>
                  </a:lnTo>
                  <a:lnTo>
                    <a:pt x="639399" y="871528"/>
                  </a:lnTo>
                  <a:lnTo>
                    <a:pt x="560935" y="871528"/>
                  </a:lnTo>
                  <a:close/>
                  <a:moveTo>
                    <a:pt x="0" y="870457"/>
                  </a:moveTo>
                  <a:lnTo>
                    <a:pt x="277963" y="870457"/>
                  </a:lnTo>
                  <a:lnTo>
                    <a:pt x="277963" y="871528"/>
                  </a:lnTo>
                  <a:lnTo>
                    <a:pt x="0" y="871528"/>
                  </a:lnTo>
                  <a:close/>
                  <a:moveTo>
                    <a:pt x="842237" y="870457"/>
                  </a:moveTo>
                  <a:lnTo>
                    <a:pt x="859766" y="870457"/>
                  </a:lnTo>
                  <a:lnTo>
                    <a:pt x="859766" y="871528"/>
                  </a:lnTo>
                  <a:lnTo>
                    <a:pt x="842237" y="871528"/>
                  </a:lnTo>
                  <a:close/>
                  <a:moveTo>
                    <a:pt x="879800" y="871528"/>
                  </a:moveTo>
                  <a:lnTo>
                    <a:pt x="902337" y="871528"/>
                  </a:lnTo>
                  <a:lnTo>
                    <a:pt x="902337" y="872598"/>
                  </a:lnTo>
                  <a:lnTo>
                    <a:pt x="879800" y="872598"/>
                  </a:lnTo>
                  <a:close/>
                  <a:moveTo>
                    <a:pt x="561770" y="871528"/>
                  </a:moveTo>
                  <a:lnTo>
                    <a:pt x="640234" y="871528"/>
                  </a:lnTo>
                  <a:lnTo>
                    <a:pt x="640234" y="872598"/>
                  </a:lnTo>
                  <a:lnTo>
                    <a:pt x="561770" y="872598"/>
                  </a:lnTo>
                  <a:close/>
                  <a:moveTo>
                    <a:pt x="306344" y="871528"/>
                  </a:moveTo>
                  <a:lnTo>
                    <a:pt x="335559" y="871528"/>
                  </a:lnTo>
                  <a:lnTo>
                    <a:pt x="335559" y="872598"/>
                  </a:lnTo>
                  <a:lnTo>
                    <a:pt x="306344" y="872598"/>
                  </a:lnTo>
                  <a:close/>
                  <a:moveTo>
                    <a:pt x="909850" y="871528"/>
                  </a:moveTo>
                  <a:lnTo>
                    <a:pt x="962437" y="871528"/>
                  </a:lnTo>
                  <a:lnTo>
                    <a:pt x="962437" y="872598"/>
                  </a:lnTo>
                  <a:lnTo>
                    <a:pt x="909850" y="872598"/>
                  </a:lnTo>
                  <a:close/>
                  <a:moveTo>
                    <a:pt x="0" y="871528"/>
                  </a:moveTo>
                  <a:lnTo>
                    <a:pt x="277129" y="871528"/>
                  </a:lnTo>
                  <a:lnTo>
                    <a:pt x="277129" y="872598"/>
                  </a:lnTo>
                  <a:lnTo>
                    <a:pt x="0" y="872598"/>
                  </a:lnTo>
                  <a:close/>
                  <a:moveTo>
                    <a:pt x="768781" y="870457"/>
                  </a:moveTo>
                  <a:lnTo>
                    <a:pt x="823873" y="870457"/>
                  </a:lnTo>
                  <a:lnTo>
                    <a:pt x="823873" y="873669"/>
                  </a:lnTo>
                  <a:lnTo>
                    <a:pt x="768781" y="873669"/>
                  </a:lnTo>
                  <a:close/>
                  <a:moveTo>
                    <a:pt x="879800" y="872598"/>
                  </a:moveTo>
                  <a:lnTo>
                    <a:pt x="904841" y="872598"/>
                  </a:lnTo>
                  <a:lnTo>
                    <a:pt x="904841" y="873669"/>
                  </a:lnTo>
                  <a:lnTo>
                    <a:pt x="879800" y="873669"/>
                  </a:lnTo>
                  <a:close/>
                  <a:moveTo>
                    <a:pt x="0" y="872598"/>
                  </a:moveTo>
                  <a:lnTo>
                    <a:pt x="276294" y="872598"/>
                  </a:lnTo>
                  <a:lnTo>
                    <a:pt x="276294" y="873669"/>
                  </a:lnTo>
                  <a:lnTo>
                    <a:pt x="0" y="873669"/>
                  </a:lnTo>
                  <a:close/>
                  <a:moveTo>
                    <a:pt x="354758" y="870457"/>
                  </a:moveTo>
                  <a:lnTo>
                    <a:pt x="467446" y="870457"/>
                  </a:lnTo>
                  <a:lnTo>
                    <a:pt x="467446" y="873669"/>
                  </a:lnTo>
                  <a:lnTo>
                    <a:pt x="354758" y="873669"/>
                  </a:lnTo>
                  <a:close/>
                  <a:moveTo>
                    <a:pt x="906511" y="872598"/>
                  </a:moveTo>
                  <a:lnTo>
                    <a:pt x="962437" y="872598"/>
                  </a:lnTo>
                  <a:lnTo>
                    <a:pt x="962437" y="873669"/>
                  </a:lnTo>
                  <a:lnTo>
                    <a:pt x="906511" y="873669"/>
                  </a:lnTo>
                  <a:close/>
                  <a:moveTo>
                    <a:pt x="841402" y="871528"/>
                  </a:moveTo>
                  <a:lnTo>
                    <a:pt x="859766" y="871528"/>
                  </a:lnTo>
                  <a:lnTo>
                    <a:pt x="859766" y="873669"/>
                  </a:lnTo>
                  <a:lnTo>
                    <a:pt x="841402" y="873669"/>
                  </a:lnTo>
                  <a:close/>
                  <a:moveTo>
                    <a:pt x="561770" y="872598"/>
                  </a:moveTo>
                  <a:lnTo>
                    <a:pt x="642738" y="872598"/>
                  </a:lnTo>
                  <a:lnTo>
                    <a:pt x="642738" y="873669"/>
                  </a:lnTo>
                  <a:lnTo>
                    <a:pt x="561770" y="873669"/>
                  </a:lnTo>
                  <a:close/>
                  <a:moveTo>
                    <a:pt x="353923" y="873669"/>
                  </a:moveTo>
                  <a:lnTo>
                    <a:pt x="467446" y="873669"/>
                  </a:lnTo>
                  <a:lnTo>
                    <a:pt x="467446" y="874740"/>
                  </a:lnTo>
                  <a:lnTo>
                    <a:pt x="353923" y="874740"/>
                  </a:lnTo>
                  <a:close/>
                  <a:moveTo>
                    <a:pt x="305509" y="872598"/>
                  </a:moveTo>
                  <a:lnTo>
                    <a:pt x="336394" y="872598"/>
                  </a:lnTo>
                  <a:lnTo>
                    <a:pt x="336394" y="874740"/>
                  </a:lnTo>
                  <a:lnTo>
                    <a:pt x="305509" y="874740"/>
                  </a:lnTo>
                  <a:close/>
                  <a:moveTo>
                    <a:pt x="767947" y="873669"/>
                  </a:moveTo>
                  <a:lnTo>
                    <a:pt x="823873" y="873669"/>
                  </a:lnTo>
                  <a:lnTo>
                    <a:pt x="823873" y="874740"/>
                  </a:lnTo>
                  <a:lnTo>
                    <a:pt x="767947" y="874740"/>
                  </a:lnTo>
                  <a:close/>
                  <a:moveTo>
                    <a:pt x="0" y="873669"/>
                  </a:moveTo>
                  <a:lnTo>
                    <a:pt x="275459" y="873669"/>
                  </a:lnTo>
                  <a:lnTo>
                    <a:pt x="275459" y="874740"/>
                  </a:lnTo>
                  <a:lnTo>
                    <a:pt x="0" y="874740"/>
                  </a:lnTo>
                  <a:close/>
                  <a:moveTo>
                    <a:pt x="561770" y="873669"/>
                  </a:moveTo>
                  <a:lnTo>
                    <a:pt x="656928" y="873669"/>
                  </a:lnTo>
                  <a:lnTo>
                    <a:pt x="656928" y="874740"/>
                  </a:lnTo>
                  <a:lnTo>
                    <a:pt x="561770" y="874740"/>
                  </a:lnTo>
                  <a:close/>
                  <a:moveTo>
                    <a:pt x="840568" y="873669"/>
                  </a:moveTo>
                  <a:lnTo>
                    <a:pt x="859766" y="873669"/>
                  </a:lnTo>
                  <a:lnTo>
                    <a:pt x="859766" y="874740"/>
                  </a:lnTo>
                  <a:lnTo>
                    <a:pt x="840568" y="874740"/>
                  </a:lnTo>
                  <a:close/>
                  <a:moveTo>
                    <a:pt x="879800" y="873669"/>
                  </a:moveTo>
                  <a:lnTo>
                    <a:pt x="962437" y="873669"/>
                  </a:lnTo>
                  <a:lnTo>
                    <a:pt x="962437" y="874740"/>
                  </a:lnTo>
                  <a:lnTo>
                    <a:pt x="879800" y="874740"/>
                  </a:lnTo>
                  <a:close/>
                  <a:moveTo>
                    <a:pt x="353088" y="874740"/>
                  </a:moveTo>
                  <a:lnTo>
                    <a:pt x="467446" y="874740"/>
                  </a:lnTo>
                  <a:lnTo>
                    <a:pt x="467446" y="875811"/>
                  </a:lnTo>
                  <a:lnTo>
                    <a:pt x="353088" y="875811"/>
                  </a:lnTo>
                  <a:close/>
                  <a:moveTo>
                    <a:pt x="888147" y="874740"/>
                  </a:moveTo>
                  <a:lnTo>
                    <a:pt x="963272" y="874740"/>
                  </a:lnTo>
                  <a:lnTo>
                    <a:pt x="963272" y="875811"/>
                  </a:lnTo>
                  <a:lnTo>
                    <a:pt x="888147" y="875811"/>
                  </a:lnTo>
                  <a:close/>
                  <a:moveTo>
                    <a:pt x="0" y="874740"/>
                  </a:moveTo>
                  <a:lnTo>
                    <a:pt x="273790" y="874740"/>
                  </a:lnTo>
                  <a:lnTo>
                    <a:pt x="273790" y="875811"/>
                  </a:lnTo>
                  <a:lnTo>
                    <a:pt x="0" y="875811"/>
                  </a:lnTo>
                  <a:close/>
                  <a:moveTo>
                    <a:pt x="767947" y="874740"/>
                  </a:moveTo>
                  <a:lnTo>
                    <a:pt x="824708" y="874740"/>
                  </a:lnTo>
                  <a:lnTo>
                    <a:pt x="824708" y="875811"/>
                  </a:lnTo>
                  <a:lnTo>
                    <a:pt x="767947" y="875811"/>
                  </a:lnTo>
                  <a:close/>
                  <a:moveTo>
                    <a:pt x="839733" y="874740"/>
                  </a:moveTo>
                  <a:lnTo>
                    <a:pt x="859766" y="874740"/>
                  </a:lnTo>
                  <a:lnTo>
                    <a:pt x="859766" y="875811"/>
                  </a:lnTo>
                  <a:lnTo>
                    <a:pt x="839733" y="875811"/>
                  </a:lnTo>
                  <a:close/>
                  <a:moveTo>
                    <a:pt x="304674" y="874740"/>
                  </a:moveTo>
                  <a:lnTo>
                    <a:pt x="337229" y="874740"/>
                  </a:lnTo>
                  <a:lnTo>
                    <a:pt x="337229" y="875811"/>
                  </a:lnTo>
                  <a:lnTo>
                    <a:pt x="304674" y="875811"/>
                  </a:lnTo>
                  <a:close/>
                  <a:moveTo>
                    <a:pt x="838898" y="875811"/>
                  </a:moveTo>
                  <a:lnTo>
                    <a:pt x="859766" y="875811"/>
                  </a:lnTo>
                  <a:lnTo>
                    <a:pt x="859766" y="876881"/>
                  </a:lnTo>
                  <a:lnTo>
                    <a:pt x="838898" y="876881"/>
                  </a:lnTo>
                  <a:close/>
                  <a:moveTo>
                    <a:pt x="303840" y="875811"/>
                  </a:moveTo>
                  <a:lnTo>
                    <a:pt x="312187" y="875811"/>
                  </a:lnTo>
                  <a:lnTo>
                    <a:pt x="312187" y="876881"/>
                  </a:lnTo>
                  <a:lnTo>
                    <a:pt x="303840" y="876881"/>
                  </a:lnTo>
                  <a:close/>
                  <a:moveTo>
                    <a:pt x="0" y="875811"/>
                  </a:moveTo>
                  <a:lnTo>
                    <a:pt x="272955" y="875811"/>
                  </a:lnTo>
                  <a:lnTo>
                    <a:pt x="272955" y="876881"/>
                  </a:lnTo>
                  <a:lnTo>
                    <a:pt x="0" y="876881"/>
                  </a:lnTo>
                  <a:close/>
                  <a:moveTo>
                    <a:pt x="317195" y="875811"/>
                  </a:moveTo>
                  <a:lnTo>
                    <a:pt x="337229" y="875811"/>
                  </a:lnTo>
                  <a:lnTo>
                    <a:pt x="337229" y="876881"/>
                  </a:lnTo>
                  <a:lnTo>
                    <a:pt x="317195" y="876881"/>
                  </a:lnTo>
                  <a:close/>
                  <a:moveTo>
                    <a:pt x="767947" y="875811"/>
                  </a:moveTo>
                  <a:lnTo>
                    <a:pt x="825543" y="875811"/>
                  </a:lnTo>
                  <a:lnTo>
                    <a:pt x="825543" y="876881"/>
                  </a:lnTo>
                  <a:lnTo>
                    <a:pt x="767947" y="876881"/>
                  </a:lnTo>
                  <a:close/>
                  <a:moveTo>
                    <a:pt x="888982" y="875811"/>
                  </a:moveTo>
                  <a:lnTo>
                    <a:pt x="963272" y="875811"/>
                  </a:lnTo>
                  <a:lnTo>
                    <a:pt x="963272" y="876881"/>
                  </a:lnTo>
                  <a:lnTo>
                    <a:pt x="888982" y="876881"/>
                  </a:lnTo>
                  <a:close/>
                  <a:moveTo>
                    <a:pt x="352254" y="875811"/>
                  </a:moveTo>
                  <a:lnTo>
                    <a:pt x="467446" y="875811"/>
                  </a:lnTo>
                  <a:lnTo>
                    <a:pt x="467446" y="876881"/>
                  </a:lnTo>
                  <a:lnTo>
                    <a:pt x="352254" y="876881"/>
                  </a:lnTo>
                  <a:close/>
                  <a:moveTo>
                    <a:pt x="837229" y="876881"/>
                  </a:moveTo>
                  <a:lnTo>
                    <a:pt x="859766" y="876881"/>
                  </a:lnTo>
                  <a:lnTo>
                    <a:pt x="859766" y="877952"/>
                  </a:lnTo>
                  <a:lnTo>
                    <a:pt x="837229" y="877952"/>
                  </a:lnTo>
                  <a:close/>
                  <a:moveTo>
                    <a:pt x="318865" y="876881"/>
                  </a:moveTo>
                  <a:lnTo>
                    <a:pt x="338898" y="876881"/>
                  </a:lnTo>
                  <a:lnTo>
                    <a:pt x="338898" y="877952"/>
                  </a:lnTo>
                  <a:lnTo>
                    <a:pt x="318865" y="877952"/>
                  </a:lnTo>
                  <a:close/>
                  <a:moveTo>
                    <a:pt x="767947" y="876881"/>
                  </a:moveTo>
                  <a:lnTo>
                    <a:pt x="827212" y="876881"/>
                  </a:lnTo>
                  <a:lnTo>
                    <a:pt x="827212" y="877952"/>
                  </a:lnTo>
                  <a:lnTo>
                    <a:pt x="767947" y="877952"/>
                  </a:lnTo>
                  <a:close/>
                  <a:moveTo>
                    <a:pt x="889816" y="876881"/>
                  </a:moveTo>
                  <a:lnTo>
                    <a:pt x="962437" y="876881"/>
                  </a:lnTo>
                  <a:lnTo>
                    <a:pt x="962437" y="877952"/>
                  </a:lnTo>
                  <a:lnTo>
                    <a:pt x="889816" y="877952"/>
                  </a:lnTo>
                  <a:close/>
                  <a:moveTo>
                    <a:pt x="351419" y="876881"/>
                  </a:moveTo>
                  <a:lnTo>
                    <a:pt x="468280" y="876881"/>
                  </a:lnTo>
                  <a:lnTo>
                    <a:pt x="468280" y="877952"/>
                  </a:lnTo>
                  <a:lnTo>
                    <a:pt x="351419" y="877952"/>
                  </a:lnTo>
                  <a:close/>
                  <a:moveTo>
                    <a:pt x="303005" y="876881"/>
                  </a:moveTo>
                  <a:lnTo>
                    <a:pt x="310518" y="876881"/>
                  </a:lnTo>
                  <a:lnTo>
                    <a:pt x="310518" y="877952"/>
                  </a:lnTo>
                  <a:lnTo>
                    <a:pt x="303005" y="877952"/>
                  </a:lnTo>
                  <a:close/>
                  <a:moveTo>
                    <a:pt x="681135" y="876881"/>
                  </a:moveTo>
                  <a:lnTo>
                    <a:pt x="694491" y="876881"/>
                  </a:lnTo>
                  <a:lnTo>
                    <a:pt x="694491" y="877952"/>
                  </a:lnTo>
                  <a:lnTo>
                    <a:pt x="681135" y="877952"/>
                  </a:lnTo>
                  <a:close/>
                  <a:moveTo>
                    <a:pt x="0" y="876881"/>
                  </a:moveTo>
                  <a:lnTo>
                    <a:pt x="272120" y="876881"/>
                  </a:lnTo>
                  <a:lnTo>
                    <a:pt x="272120" y="877952"/>
                  </a:lnTo>
                  <a:lnTo>
                    <a:pt x="0" y="877952"/>
                  </a:lnTo>
                  <a:close/>
                  <a:moveTo>
                    <a:pt x="350584" y="877952"/>
                  </a:moveTo>
                  <a:lnTo>
                    <a:pt x="468280" y="877952"/>
                  </a:lnTo>
                  <a:lnTo>
                    <a:pt x="468280" y="879023"/>
                  </a:lnTo>
                  <a:lnTo>
                    <a:pt x="350584" y="879023"/>
                  </a:lnTo>
                  <a:close/>
                  <a:moveTo>
                    <a:pt x="890651" y="877952"/>
                  </a:moveTo>
                  <a:lnTo>
                    <a:pt x="913189" y="877952"/>
                  </a:lnTo>
                  <a:lnTo>
                    <a:pt x="913189" y="879023"/>
                  </a:lnTo>
                  <a:lnTo>
                    <a:pt x="890651" y="879023"/>
                  </a:lnTo>
                  <a:close/>
                  <a:moveTo>
                    <a:pt x="0" y="877952"/>
                  </a:moveTo>
                  <a:lnTo>
                    <a:pt x="271285" y="877952"/>
                  </a:lnTo>
                  <a:lnTo>
                    <a:pt x="271285" y="879023"/>
                  </a:lnTo>
                  <a:lnTo>
                    <a:pt x="0" y="879023"/>
                  </a:lnTo>
                  <a:close/>
                  <a:moveTo>
                    <a:pt x="680301" y="877952"/>
                  </a:moveTo>
                  <a:lnTo>
                    <a:pt x="698664" y="877952"/>
                  </a:lnTo>
                  <a:lnTo>
                    <a:pt x="698664" y="879023"/>
                  </a:lnTo>
                  <a:lnTo>
                    <a:pt x="680301" y="879023"/>
                  </a:lnTo>
                  <a:close/>
                  <a:moveTo>
                    <a:pt x="767112" y="877952"/>
                  </a:moveTo>
                  <a:lnTo>
                    <a:pt x="828881" y="877952"/>
                  </a:lnTo>
                  <a:lnTo>
                    <a:pt x="828881" y="879023"/>
                  </a:lnTo>
                  <a:lnTo>
                    <a:pt x="767112" y="879023"/>
                  </a:lnTo>
                  <a:close/>
                  <a:moveTo>
                    <a:pt x="923205" y="877952"/>
                  </a:moveTo>
                  <a:lnTo>
                    <a:pt x="962437" y="877952"/>
                  </a:lnTo>
                  <a:lnTo>
                    <a:pt x="962437" y="879023"/>
                  </a:lnTo>
                  <a:lnTo>
                    <a:pt x="923205" y="879023"/>
                  </a:lnTo>
                  <a:close/>
                  <a:moveTo>
                    <a:pt x="302170" y="877952"/>
                  </a:moveTo>
                  <a:lnTo>
                    <a:pt x="308013" y="877952"/>
                  </a:lnTo>
                  <a:lnTo>
                    <a:pt x="308013" y="879023"/>
                  </a:lnTo>
                  <a:lnTo>
                    <a:pt x="302170" y="879023"/>
                  </a:lnTo>
                  <a:close/>
                  <a:moveTo>
                    <a:pt x="835559" y="877952"/>
                  </a:moveTo>
                  <a:lnTo>
                    <a:pt x="859766" y="877952"/>
                  </a:lnTo>
                  <a:lnTo>
                    <a:pt x="859766" y="879023"/>
                  </a:lnTo>
                  <a:lnTo>
                    <a:pt x="835559" y="879023"/>
                  </a:lnTo>
                  <a:close/>
                  <a:moveTo>
                    <a:pt x="322204" y="877952"/>
                  </a:moveTo>
                  <a:lnTo>
                    <a:pt x="339733" y="877952"/>
                  </a:lnTo>
                  <a:lnTo>
                    <a:pt x="339733" y="879023"/>
                  </a:lnTo>
                  <a:lnTo>
                    <a:pt x="322204" y="879023"/>
                  </a:lnTo>
                  <a:close/>
                  <a:moveTo>
                    <a:pt x="301336" y="879023"/>
                  </a:moveTo>
                  <a:lnTo>
                    <a:pt x="307179" y="879023"/>
                  </a:lnTo>
                  <a:lnTo>
                    <a:pt x="307179" y="880093"/>
                  </a:lnTo>
                  <a:lnTo>
                    <a:pt x="301336" y="880093"/>
                  </a:lnTo>
                  <a:close/>
                  <a:moveTo>
                    <a:pt x="834725" y="879023"/>
                  </a:moveTo>
                  <a:lnTo>
                    <a:pt x="859766" y="879023"/>
                  </a:lnTo>
                  <a:lnTo>
                    <a:pt x="859766" y="880093"/>
                  </a:lnTo>
                  <a:lnTo>
                    <a:pt x="834725" y="880093"/>
                  </a:lnTo>
                  <a:close/>
                  <a:moveTo>
                    <a:pt x="679466" y="879023"/>
                  </a:moveTo>
                  <a:lnTo>
                    <a:pt x="705342" y="879023"/>
                  </a:lnTo>
                  <a:lnTo>
                    <a:pt x="705342" y="880093"/>
                  </a:lnTo>
                  <a:lnTo>
                    <a:pt x="679466" y="880093"/>
                  </a:lnTo>
                  <a:close/>
                  <a:moveTo>
                    <a:pt x="0" y="879023"/>
                  </a:moveTo>
                  <a:lnTo>
                    <a:pt x="270451" y="879023"/>
                  </a:lnTo>
                  <a:lnTo>
                    <a:pt x="270451" y="880093"/>
                  </a:lnTo>
                  <a:lnTo>
                    <a:pt x="0" y="880093"/>
                  </a:lnTo>
                  <a:close/>
                  <a:moveTo>
                    <a:pt x="561770" y="874740"/>
                  </a:moveTo>
                  <a:lnTo>
                    <a:pt x="657763" y="874740"/>
                  </a:lnTo>
                  <a:lnTo>
                    <a:pt x="657763" y="880093"/>
                  </a:lnTo>
                  <a:lnTo>
                    <a:pt x="561770" y="880093"/>
                  </a:lnTo>
                  <a:close/>
                  <a:moveTo>
                    <a:pt x="892321" y="879023"/>
                  </a:moveTo>
                  <a:lnTo>
                    <a:pt x="911519" y="879023"/>
                  </a:lnTo>
                  <a:lnTo>
                    <a:pt x="911519" y="880093"/>
                  </a:lnTo>
                  <a:lnTo>
                    <a:pt x="892321" y="880093"/>
                  </a:lnTo>
                  <a:close/>
                  <a:moveTo>
                    <a:pt x="325543" y="879023"/>
                  </a:moveTo>
                  <a:lnTo>
                    <a:pt x="340568" y="879023"/>
                  </a:lnTo>
                  <a:lnTo>
                    <a:pt x="340568" y="880093"/>
                  </a:lnTo>
                  <a:lnTo>
                    <a:pt x="325543" y="880093"/>
                  </a:lnTo>
                  <a:close/>
                  <a:moveTo>
                    <a:pt x="349750" y="879023"/>
                  </a:moveTo>
                  <a:lnTo>
                    <a:pt x="469115" y="879023"/>
                  </a:lnTo>
                  <a:lnTo>
                    <a:pt x="469115" y="880093"/>
                  </a:lnTo>
                  <a:lnTo>
                    <a:pt x="349750" y="880093"/>
                  </a:lnTo>
                  <a:close/>
                  <a:moveTo>
                    <a:pt x="766277" y="879023"/>
                  </a:moveTo>
                  <a:lnTo>
                    <a:pt x="830551" y="879023"/>
                  </a:lnTo>
                  <a:lnTo>
                    <a:pt x="830551" y="880093"/>
                  </a:lnTo>
                  <a:lnTo>
                    <a:pt x="766277" y="880093"/>
                  </a:lnTo>
                  <a:close/>
                  <a:moveTo>
                    <a:pt x="326377" y="880093"/>
                  </a:moveTo>
                  <a:lnTo>
                    <a:pt x="470785" y="880093"/>
                  </a:lnTo>
                  <a:lnTo>
                    <a:pt x="470785" y="881164"/>
                  </a:lnTo>
                  <a:lnTo>
                    <a:pt x="326377" y="881164"/>
                  </a:lnTo>
                  <a:close/>
                  <a:moveTo>
                    <a:pt x="765442" y="880093"/>
                  </a:moveTo>
                  <a:lnTo>
                    <a:pt x="858932" y="880093"/>
                  </a:lnTo>
                  <a:lnTo>
                    <a:pt x="858932" y="881164"/>
                  </a:lnTo>
                  <a:lnTo>
                    <a:pt x="765442" y="881164"/>
                  </a:lnTo>
                  <a:close/>
                  <a:moveTo>
                    <a:pt x="678631" y="880093"/>
                  </a:moveTo>
                  <a:lnTo>
                    <a:pt x="724541" y="880093"/>
                  </a:lnTo>
                  <a:lnTo>
                    <a:pt x="724541" y="881164"/>
                  </a:lnTo>
                  <a:lnTo>
                    <a:pt x="678631" y="881164"/>
                  </a:lnTo>
                  <a:close/>
                  <a:moveTo>
                    <a:pt x="0" y="880093"/>
                  </a:moveTo>
                  <a:lnTo>
                    <a:pt x="85142" y="880093"/>
                  </a:lnTo>
                  <a:lnTo>
                    <a:pt x="85142" y="881164"/>
                  </a:lnTo>
                  <a:lnTo>
                    <a:pt x="0" y="881164"/>
                  </a:lnTo>
                  <a:close/>
                  <a:moveTo>
                    <a:pt x="893155" y="880093"/>
                  </a:moveTo>
                  <a:lnTo>
                    <a:pt x="911519" y="880093"/>
                  </a:lnTo>
                  <a:lnTo>
                    <a:pt x="911519" y="881164"/>
                  </a:lnTo>
                  <a:lnTo>
                    <a:pt x="893155" y="881164"/>
                  </a:lnTo>
                  <a:close/>
                  <a:moveTo>
                    <a:pt x="925710" y="879023"/>
                  </a:moveTo>
                  <a:lnTo>
                    <a:pt x="962437" y="879023"/>
                  </a:lnTo>
                  <a:lnTo>
                    <a:pt x="962437" y="881164"/>
                  </a:lnTo>
                  <a:lnTo>
                    <a:pt x="925710" y="881164"/>
                  </a:lnTo>
                  <a:close/>
                  <a:moveTo>
                    <a:pt x="299666" y="880093"/>
                  </a:moveTo>
                  <a:lnTo>
                    <a:pt x="307179" y="880093"/>
                  </a:lnTo>
                  <a:lnTo>
                    <a:pt x="307179" y="881164"/>
                  </a:lnTo>
                  <a:lnTo>
                    <a:pt x="299666" y="881164"/>
                  </a:lnTo>
                  <a:close/>
                  <a:moveTo>
                    <a:pt x="561770" y="880093"/>
                  </a:moveTo>
                  <a:lnTo>
                    <a:pt x="656928" y="880093"/>
                  </a:lnTo>
                  <a:lnTo>
                    <a:pt x="656928" y="881164"/>
                  </a:lnTo>
                  <a:lnTo>
                    <a:pt x="561770" y="881164"/>
                  </a:lnTo>
                  <a:close/>
                  <a:moveTo>
                    <a:pt x="89316" y="880093"/>
                  </a:moveTo>
                  <a:lnTo>
                    <a:pt x="269616" y="880093"/>
                  </a:lnTo>
                  <a:lnTo>
                    <a:pt x="269616" y="881164"/>
                  </a:lnTo>
                  <a:lnTo>
                    <a:pt x="89316" y="881164"/>
                  </a:lnTo>
                  <a:close/>
                  <a:moveTo>
                    <a:pt x="764608" y="881164"/>
                  </a:moveTo>
                  <a:lnTo>
                    <a:pt x="858932" y="881164"/>
                  </a:lnTo>
                  <a:lnTo>
                    <a:pt x="858932" y="882235"/>
                  </a:lnTo>
                  <a:lnTo>
                    <a:pt x="764608" y="882235"/>
                  </a:lnTo>
                  <a:close/>
                  <a:moveTo>
                    <a:pt x="561770" y="881164"/>
                  </a:moveTo>
                  <a:lnTo>
                    <a:pt x="656093" y="881164"/>
                  </a:lnTo>
                  <a:lnTo>
                    <a:pt x="656093" y="882235"/>
                  </a:lnTo>
                  <a:lnTo>
                    <a:pt x="561770" y="882235"/>
                  </a:lnTo>
                  <a:close/>
                  <a:moveTo>
                    <a:pt x="328047" y="881164"/>
                  </a:moveTo>
                  <a:lnTo>
                    <a:pt x="471619" y="881164"/>
                  </a:lnTo>
                  <a:lnTo>
                    <a:pt x="471619" y="882235"/>
                  </a:lnTo>
                  <a:lnTo>
                    <a:pt x="328047" y="882235"/>
                  </a:lnTo>
                  <a:close/>
                  <a:moveTo>
                    <a:pt x="97663" y="881164"/>
                  </a:moveTo>
                  <a:lnTo>
                    <a:pt x="268781" y="881164"/>
                  </a:lnTo>
                  <a:lnTo>
                    <a:pt x="268781" y="882235"/>
                  </a:lnTo>
                  <a:lnTo>
                    <a:pt x="97663" y="882235"/>
                  </a:lnTo>
                  <a:close/>
                  <a:moveTo>
                    <a:pt x="678631" y="881164"/>
                  </a:moveTo>
                  <a:lnTo>
                    <a:pt x="732888" y="881164"/>
                  </a:lnTo>
                  <a:lnTo>
                    <a:pt x="732888" y="882235"/>
                  </a:lnTo>
                  <a:lnTo>
                    <a:pt x="678631" y="882235"/>
                  </a:lnTo>
                  <a:close/>
                  <a:moveTo>
                    <a:pt x="298831" y="881164"/>
                  </a:moveTo>
                  <a:lnTo>
                    <a:pt x="307179" y="881164"/>
                  </a:lnTo>
                  <a:lnTo>
                    <a:pt x="307179" y="882235"/>
                  </a:lnTo>
                  <a:lnTo>
                    <a:pt x="298831" y="882235"/>
                  </a:lnTo>
                  <a:close/>
                  <a:moveTo>
                    <a:pt x="0" y="881164"/>
                  </a:moveTo>
                  <a:lnTo>
                    <a:pt x="81803" y="881164"/>
                  </a:lnTo>
                  <a:lnTo>
                    <a:pt x="81803" y="882235"/>
                  </a:lnTo>
                  <a:lnTo>
                    <a:pt x="0" y="882235"/>
                  </a:lnTo>
                  <a:close/>
                  <a:moveTo>
                    <a:pt x="893155" y="881164"/>
                  </a:moveTo>
                  <a:lnTo>
                    <a:pt x="910684" y="881164"/>
                  </a:lnTo>
                  <a:lnTo>
                    <a:pt x="910684" y="882235"/>
                  </a:lnTo>
                  <a:lnTo>
                    <a:pt x="893155" y="882235"/>
                  </a:lnTo>
                  <a:close/>
                  <a:moveTo>
                    <a:pt x="0" y="882235"/>
                  </a:moveTo>
                  <a:lnTo>
                    <a:pt x="80968" y="882235"/>
                  </a:lnTo>
                  <a:lnTo>
                    <a:pt x="80968" y="883305"/>
                  </a:lnTo>
                  <a:lnTo>
                    <a:pt x="0" y="883305"/>
                  </a:lnTo>
                  <a:close/>
                  <a:moveTo>
                    <a:pt x="763773" y="882235"/>
                  </a:moveTo>
                  <a:lnTo>
                    <a:pt x="856427" y="882235"/>
                  </a:lnTo>
                  <a:lnTo>
                    <a:pt x="856427" y="883305"/>
                  </a:lnTo>
                  <a:lnTo>
                    <a:pt x="763773" y="883305"/>
                  </a:lnTo>
                  <a:close/>
                  <a:moveTo>
                    <a:pt x="297997" y="882235"/>
                  </a:moveTo>
                  <a:lnTo>
                    <a:pt x="306344" y="882235"/>
                  </a:lnTo>
                  <a:lnTo>
                    <a:pt x="306344" y="883305"/>
                  </a:lnTo>
                  <a:lnTo>
                    <a:pt x="297997" y="883305"/>
                  </a:lnTo>
                  <a:close/>
                  <a:moveTo>
                    <a:pt x="893155" y="882235"/>
                  </a:moveTo>
                  <a:lnTo>
                    <a:pt x="909850" y="882235"/>
                  </a:lnTo>
                  <a:lnTo>
                    <a:pt x="909850" y="883305"/>
                  </a:lnTo>
                  <a:lnTo>
                    <a:pt x="893155" y="883305"/>
                  </a:lnTo>
                  <a:close/>
                  <a:moveTo>
                    <a:pt x="926544" y="881164"/>
                  </a:moveTo>
                  <a:lnTo>
                    <a:pt x="962437" y="881164"/>
                  </a:lnTo>
                  <a:lnTo>
                    <a:pt x="962437" y="883305"/>
                  </a:lnTo>
                  <a:lnTo>
                    <a:pt x="926544" y="883305"/>
                  </a:lnTo>
                  <a:close/>
                  <a:moveTo>
                    <a:pt x="678631" y="882235"/>
                  </a:moveTo>
                  <a:lnTo>
                    <a:pt x="740401" y="882235"/>
                  </a:lnTo>
                  <a:lnTo>
                    <a:pt x="740401" y="883305"/>
                  </a:lnTo>
                  <a:lnTo>
                    <a:pt x="678631" y="883305"/>
                  </a:lnTo>
                  <a:close/>
                  <a:moveTo>
                    <a:pt x="331386" y="882235"/>
                  </a:moveTo>
                  <a:lnTo>
                    <a:pt x="472454" y="882235"/>
                  </a:lnTo>
                  <a:lnTo>
                    <a:pt x="472454" y="883305"/>
                  </a:lnTo>
                  <a:lnTo>
                    <a:pt x="331386" y="883305"/>
                  </a:lnTo>
                  <a:close/>
                  <a:moveTo>
                    <a:pt x="116027" y="882235"/>
                  </a:moveTo>
                  <a:lnTo>
                    <a:pt x="267112" y="882235"/>
                  </a:lnTo>
                  <a:lnTo>
                    <a:pt x="267112" y="883305"/>
                  </a:lnTo>
                  <a:lnTo>
                    <a:pt x="116027" y="883305"/>
                  </a:lnTo>
                  <a:close/>
                  <a:moveTo>
                    <a:pt x="678631" y="883305"/>
                  </a:moveTo>
                  <a:lnTo>
                    <a:pt x="752087" y="883305"/>
                  </a:lnTo>
                  <a:lnTo>
                    <a:pt x="752087" y="884376"/>
                  </a:lnTo>
                  <a:lnTo>
                    <a:pt x="678631" y="884376"/>
                  </a:lnTo>
                  <a:close/>
                  <a:moveTo>
                    <a:pt x="893990" y="883305"/>
                  </a:moveTo>
                  <a:lnTo>
                    <a:pt x="909850" y="883305"/>
                  </a:lnTo>
                  <a:lnTo>
                    <a:pt x="909850" y="884376"/>
                  </a:lnTo>
                  <a:lnTo>
                    <a:pt x="893990" y="884376"/>
                  </a:lnTo>
                  <a:close/>
                  <a:moveTo>
                    <a:pt x="927379" y="883305"/>
                  </a:moveTo>
                  <a:lnTo>
                    <a:pt x="962437" y="883305"/>
                  </a:lnTo>
                  <a:lnTo>
                    <a:pt x="962437" y="884376"/>
                  </a:lnTo>
                  <a:lnTo>
                    <a:pt x="927379" y="884376"/>
                  </a:lnTo>
                  <a:close/>
                  <a:moveTo>
                    <a:pt x="333055" y="883305"/>
                  </a:moveTo>
                  <a:lnTo>
                    <a:pt x="545075" y="883305"/>
                  </a:lnTo>
                  <a:lnTo>
                    <a:pt x="545075" y="884376"/>
                  </a:lnTo>
                  <a:lnTo>
                    <a:pt x="333055" y="884376"/>
                  </a:lnTo>
                  <a:close/>
                  <a:moveTo>
                    <a:pt x="0" y="883305"/>
                  </a:moveTo>
                  <a:lnTo>
                    <a:pt x="80134" y="883305"/>
                  </a:lnTo>
                  <a:lnTo>
                    <a:pt x="80134" y="884376"/>
                  </a:lnTo>
                  <a:lnTo>
                    <a:pt x="0" y="884376"/>
                  </a:lnTo>
                  <a:close/>
                  <a:moveTo>
                    <a:pt x="755426" y="883305"/>
                  </a:moveTo>
                  <a:lnTo>
                    <a:pt x="758765" y="883305"/>
                  </a:lnTo>
                  <a:lnTo>
                    <a:pt x="758765" y="884376"/>
                  </a:lnTo>
                  <a:lnTo>
                    <a:pt x="755426" y="884376"/>
                  </a:lnTo>
                  <a:close/>
                  <a:moveTo>
                    <a:pt x="761269" y="883305"/>
                  </a:moveTo>
                  <a:lnTo>
                    <a:pt x="855593" y="883305"/>
                  </a:lnTo>
                  <a:lnTo>
                    <a:pt x="855593" y="884376"/>
                  </a:lnTo>
                  <a:lnTo>
                    <a:pt x="761269" y="884376"/>
                  </a:lnTo>
                  <a:close/>
                  <a:moveTo>
                    <a:pt x="983306" y="856538"/>
                  </a:moveTo>
                  <a:lnTo>
                    <a:pt x="1000000" y="856538"/>
                  </a:lnTo>
                  <a:lnTo>
                    <a:pt x="1000000" y="884376"/>
                  </a:lnTo>
                  <a:lnTo>
                    <a:pt x="983306" y="884376"/>
                  </a:lnTo>
                  <a:close/>
                  <a:moveTo>
                    <a:pt x="297162" y="883305"/>
                  </a:moveTo>
                  <a:lnTo>
                    <a:pt x="305509" y="883305"/>
                  </a:lnTo>
                  <a:lnTo>
                    <a:pt x="305509" y="884376"/>
                  </a:lnTo>
                  <a:lnTo>
                    <a:pt x="297162" y="884376"/>
                  </a:lnTo>
                  <a:close/>
                  <a:moveTo>
                    <a:pt x="121870" y="883305"/>
                  </a:moveTo>
                  <a:lnTo>
                    <a:pt x="266277" y="883305"/>
                  </a:lnTo>
                  <a:lnTo>
                    <a:pt x="266277" y="884376"/>
                  </a:lnTo>
                  <a:lnTo>
                    <a:pt x="121870" y="884376"/>
                  </a:lnTo>
                  <a:close/>
                  <a:moveTo>
                    <a:pt x="296327" y="884376"/>
                  </a:moveTo>
                  <a:lnTo>
                    <a:pt x="305509" y="884376"/>
                  </a:lnTo>
                  <a:lnTo>
                    <a:pt x="305509" y="885447"/>
                  </a:lnTo>
                  <a:lnTo>
                    <a:pt x="296327" y="885447"/>
                  </a:lnTo>
                  <a:close/>
                  <a:moveTo>
                    <a:pt x="130217" y="884376"/>
                  </a:moveTo>
                  <a:lnTo>
                    <a:pt x="266277" y="884376"/>
                  </a:lnTo>
                  <a:lnTo>
                    <a:pt x="266277" y="885447"/>
                  </a:lnTo>
                  <a:lnTo>
                    <a:pt x="130217" y="885447"/>
                  </a:lnTo>
                  <a:close/>
                  <a:moveTo>
                    <a:pt x="677796" y="884376"/>
                  </a:moveTo>
                  <a:lnTo>
                    <a:pt x="853088" y="884376"/>
                  </a:lnTo>
                  <a:lnTo>
                    <a:pt x="853088" y="885447"/>
                  </a:lnTo>
                  <a:lnTo>
                    <a:pt x="677796" y="885447"/>
                  </a:lnTo>
                  <a:close/>
                  <a:moveTo>
                    <a:pt x="893990" y="884376"/>
                  </a:moveTo>
                  <a:lnTo>
                    <a:pt x="909015" y="884376"/>
                  </a:lnTo>
                  <a:lnTo>
                    <a:pt x="909015" y="885447"/>
                  </a:lnTo>
                  <a:lnTo>
                    <a:pt x="893990" y="885447"/>
                  </a:lnTo>
                  <a:close/>
                  <a:moveTo>
                    <a:pt x="334725" y="884376"/>
                  </a:moveTo>
                  <a:lnTo>
                    <a:pt x="546745" y="884376"/>
                  </a:lnTo>
                  <a:lnTo>
                    <a:pt x="546745" y="885447"/>
                  </a:lnTo>
                  <a:lnTo>
                    <a:pt x="334725" y="885447"/>
                  </a:lnTo>
                  <a:close/>
                  <a:moveTo>
                    <a:pt x="0" y="884376"/>
                  </a:moveTo>
                  <a:lnTo>
                    <a:pt x="79299" y="884376"/>
                  </a:lnTo>
                  <a:lnTo>
                    <a:pt x="79299" y="885447"/>
                  </a:lnTo>
                  <a:lnTo>
                    <a:pt x="0" y="885447"/>
                  </a:lnTo>
                  <a:close/>
                  <a:moveTo>
                    <a:pt x="295492" y="885447"/>
                  </a:moveTo>
                  <a:lnTo>
                    <a:pt x="304674" y="885447"/>
                  </a:lnTo>
                  <a:lnTo>
                    <a:pt x="304674" y="886517"/>
                  </a:lnTo>
                  <a:lnTo>
                    <a:pt x="295492" y="886517"/>
                  </a:lnTo>
                  <a:close/>
                  <a:moveTo>
                    <a:pt x="148581" y="885447"/>
                  </a:moveTo>
                  <a:lnTo>
                    <a:pt x="264608" y="885447"/>
                  </a:lnTo>
                  <a:lnTo>
                    <a:pt x="264608" y="886517"/>
                  </a:lnTo>
                  <a:lnTo>
                    <a:pt x="148581" y="886517"/>
                  </a:lnTo>
                  <a:close/>
                  <a:moveTo>
                    <a:pt x="338063" y="885447"/>
                  </a:moveTo>
                  <a:lnTo>
                    <a:pt x="546745" y="885447"/>
                  </a:lnTo>
                  <a:lnTo>
                    <a:pt x="546745" y="886517"/>
                  </a:lnTo>
                  <a:lnTo>
                    <a:pt x="338063" y="886517"/>
                  </a:lnTo>
                  <a:close/>
                  <a:moveTo>
                    <a:pt x="676962" y="885447"/>
                  </a:moveTo>
                  <a:lnTo>
                    <a:pt x="712855" y="885447"/>
                  </a:lnTo>
                  <a:lnTo>
                    <a:pt x="712855" y="886517"/>
                  </a:lnTo>
                  <a:lnTo>
                    <a:pt x="676962" y="886517"/>
                  </a:lnTo>
                  <a:close/>
                  <a:moveTo>
                    <a:pt x="722871" y="885447"/>
                  </a:moveTo>
                  <a:lnTo>
                    <a:pt x="846411" y="885447"/>
                  </a:lnTo>
                  <a:lnTo>
                    <a:pt x="846411" y="886517"/>
                  </a:lnTo>
                  <a:lnTo>
                    <a:pt x="722871" y="886517"/>
                  </a:lnTo>
                  <a:close/>
                  <a:moveTo>
                    <a:pt x="928214" y="884376"/>
                  </a:moveTo>
                  <a:lnTo>
                    <a:pt x="962437" y="884376"/>
                  </a:lnTo>
                  <a:lnTo>
                    <a:pt x="962437" y="886517"/>
                  </a:lnTo>
                  <a:lnTo>
                    <a:pt x="928214" y="886517"/>
                  </a:lnTo>
                  <a:close/>
                  <a:moveTo>
                    <a:pt x="676962" y="886517"/>
                  </a:moveTo>
                  <a:lnTo>
                    <a:pt x="712020" y="886517"/>
                  </a:lnTo>
                  <a:lnTo>
                    <a:pt x="712020" y="887588"/>
                  </a:lnTo>
                  <a:lnTo>
                    <a:pt x="676962" y="887588"/>
                  </a:lnTo>
                  <a:close/>
                  <a:moveTo>
                    <a:pt x="561770" y="882235"/>
                  </a:moveTo>
                  <a:lnTo>
                    <a:pt x="655259" y="882235"/>
                  </a:lnTo>
                  <a:lnTo>
                    <a:pt x="655259" y="887588"/>
                  </a:lnTo>
                  <a:lnTo>
                    <a:pt x="561770" y="887588"/>
                  </a:lnTo>
                  <a:close/>
                  <a:moveTo>
                    <a:pt x="929048" y="886517"/>
                  </a:moveTo>
                  <a:lnTo>
                    <a:pt x="941569" y="886517"/>
                  </a:lnTo>
                  <a:lnTo>
                    <a:pt x="941569" y="887588"/>
                  </a:lnTo>
                  <a:lnTo>
                    <a:pt x="929048" y="887588"/>
                  </a:lnTo>
                  <a:close/>
                  <a:moveTo>
                    <a:pt x="339733" y="886517"/>
                  </a:moveTo>
                  <a:lnTo>
                    <a:pt x="546745" y="886517"/>
                  </a:lnTo>
                  <a:lnTo>
                    <a:pt x="546745" y="887588"/>
                  </a:lnTo>
                  <a:lnTo>
                    <a:pt x="339733" y="887588"/>
                  </a:lnTo>
                  <a:close/>
                  <a:moveTo>
                    <a:pt x="294658" y="886517"/>
                  </a:moveTo>
                  <a:lnTo>
                    <a:pt x="304674" y="886517"/>
                  </a:lnTo>
                  <a:lnTo>
                    <a:pt x="304674" y="887588"/>
                  </a:lnTo>
                  <a:lnTo>
                    <a:pt x="294658" y="887588"/>
                  </a:lnTo>
                  <a:close/>
                  <a:moveTo>
                    <a:pt x="723706" y="886517"/>
                  </a:moveTo>
                  <a:lnTo>
                    <a:pt x="843907" y="886517"/>
                  </a:lnTo>
                  <a:lnTo>
                    <a:pt x="843907" y="887588"/>
                  </a:lnTo>
                  <a:lnTo>
                    <a:pt x="723706" y="887588"/>
                  </a:lnTo>
                  <a:close/>
                  <a:moveTo>
                    <a:pt x="945743" y="886517"/>
                  </a:moveTo>
                  <a:lnTo>
                    <a:pt x="962437" y="886517"/>
                  </a:lnTo>
                  <a:lnTo>
                    <a:pt x="962437" y="887588"/>
                  </a:lnTo>
                  <a:lnTo>
                    <a:pt x="945743" y="887588"/>
                  </a:lnTo>
                  <a:close/>
                  <a:moveTo>
                    <a:pt x="156093" y="886517"/>
                  </a:moveTo>
                  <a:lnTo>
                    <a:pt x="263773" y="886517"/>
                  </a:lnTo>
                  <a:lnTo>
                    <a:pt x="263773" y="887588"/>
                  </a:lnTo>
                  <a:lnTo>
                    <a:pt x="156093" y="887588"/>
                  </a:lnTo>
                  <a:close/>
                  <a:moveTo>
                    <a:pt x="676127" y="887588"/>
                  </a:moveTo>
                  <a:lnTo>
                    <a:pt x="711185" y="887588"/>
                  </a:lnTo>
                  <a:lnTo>
                    <a:pt x="711185" y="888659"/>
                  </a:lnTo>
                  <a:lnTo>
                    <a:pt x="676127" y="888659"/>
                  </a:lnTo>
                  <a:close/>
                  <a:moveTo>
                    <a:pt x="929048" y="887588"/>
                  </a:moveTo>
                  <a:lnTo>
                    <a:pt x="939065" y="887588"/>
                  </a:lnTo>
                  <a:lnTo>
                    <a:pt x="939065" y="888659"/>
                  </a:lnTo>
                  <a:lnTo>
                    <a:pt x="929048" y="888659"/>
                  </a:lnTo>
                  <a:close/>
                  <a:moveTo>
                    <a:pt x="948247" y="887588"/>
                  </a:moveTo>
                  <a:lnTo>
                    <a:pt x="962437" y="887588"/>
                  </a:lnTo>
                  <a:lnTo>
                    <a:pt x="962437" y="888659"/>
                  </a:lnTo>
                  <a:lnTo>
                    <a:pt x="948247" y="888659"/>
                  </a:lnTo>
                  <a:close/>
                  <a:moveTo>
                    <a:pt x="157763" y="887588"/>
                  </a:moveTo>
                  <a:lnTo>
                    <a:pt x="262938" y="887588"/>
                  </a:lnTo>
                  <a:lnTo>
                    <a:pt x="262938" y="888659"/>
                  </a:lnTo>
                  <a:lnTo>
                    <a:pt x="157763" y="888659"/>
                  </a:lnTo>
                  <a:close/>
                  <a:moveTo>
                    <a:pt x="982471" y="884376"/>
                  </a:moveTo>
                  <a:lnTo>
                    <a:pt x="1000000" y="884376"/>
                  </a:lnTo>
                  <a:lnTo>
                    <a:pt x="1000000" y="888659"/>
                  </a:lnTo>
                  <a:lnTo>
                    <a:pt x="982471" y="888659"/>
                  </a:lnTo>
                  <a:close/>
                  <a:moveTo>
                    <a:pt x="724541" y="887588"/>
                  </a:moveTo>
                  <a:lnTo>
                    <a:pt x="842237" y="887588"/>
                  </a:lnTo>
                  <a:lnTo>
                    <a:pt x="842237" y="888659"/>
                  </a:lnTo>
                  <a:lnTo>
                    <a:pt x="724541" y="888659"/>
                  </a:lnTo>
                  <a:close/>
                  <a:moveTo>
                    <a:pt x="340568" y="887588"/>
                  </a:moveTo>
                  <a:lnTo>
                    <a:pt x="546745" y="887588"/>
                  </a:lnTo>
                  <a:lnTo>
                    <a:pt x="546745" y="888659"/>
                  </a:lnTo>
                  <a:lnTo>
                    <a:pt x="340568" y="888659"/>
                  </a:lnTo>
                  <a:close/>
                  <a:moveTo>
                    <a:pt x="561770" y="887588"/>
                  </a:moveTo>
                  <a:lnTo>
                    <a:pt x="654424" y="887588"/>
                  </a:lnTo>
                  <a:lnTo>
                    <a:pt x="654424" y="888659"/>
                  </a:lnTo>
                  <a:lnTo>
                    <a:pt x="561770" y="888659"/>
                  </a:lnTo>
                  <a:close/>
                  <a:moveTo>
                    <a:pt x="292988" y="887588"/>
                  </a:moveTo>
                  <a:lnTo>
                    <a:pt x="304674" y="887588"/>
                  </a:lnTo>
                  <a:lnTo>
                    <a:pt x="304674" y="888659"/>
                  </a:lnTo>
                  <a:lnTo>
                    <a:pt x="292988" y="888659"/>
                  </a:lnTo>
                  <a:close/>
                  <a:moveTo>
                    <a:pt x="0" y="885447"/>
                  </a:moveTo>
                  <a:lnTo>
                    <a:pt x="78464" y="885447"/>
                  </a:lnTo>
                  <a:lnTo>
                    <a:pt x="78464" y="889729"/>
                  </a:lnTo>
                  <a:lnTo>
                    <a:pt x="0" y="889729"/>
                  </a:lnTo>
                  <a:close/>
                  <a:moveTo>
                    <a:pt x="725376" y="888659"/>
                  </a:moveTo>
                  <a:lnTo>
                    <a:pt x="836394" y="888659"/>
                  </a:lnTo>
                  <a:lnTo>
                    <a:pt x="836394" y="889729"/>
                  </a:lnTo>
                  <a:lnTo>
                    <a:pt x="725376" y="889729"/>
                  </a:lnTo>
                  <a:close/>
                  <a:moveTo>
                    <a:pt x="676127" y="888659"/>
                  </a:moveTo>
                  <a:lnTo>
                    <a:pt x="710351" y="888659"/>
                  </a:lnTo>
                  <a:lnTo>
                    <a:pt x="710351" y="889729"/>
                  </a:lnTo>
                  <a:lnTo>
                    <a:pt x="676127" y="889729"/>
                  </a:lnTo>
                  <a:close/>
                  <a:moveTo>
                    <a:pt x="949917" y="888659"/>
                  </a:moveTo>
                  <a:lnTo>
                    <a:pt x="962437" y="888659"/>
                  </a:lnTo>
                  <a:lnTo>
                    <a:pt x="962437" y="889729"/>
                  </a:lnTo>
                  <a:lnTo>
                    <a:pt x="949917" y="889729"/>
                  </a:lnTo>
                  <a:close/>
                  <a:moveTo>
                    <a:pt x="345576" y="888659"/>
                  </a:moveTo>
                  <a:lnTo>
                    <a:pt x="545910" y="888659"/>
                  </a:lnTo>
                  <a:lnTo>
                    <a:pt x="545910" y="889729"/>
                  </a:lnTo>
                  <a:lnTo>
                    <a:pt x="345576" y="889729"/>
                  </a:lnTo>
                  <a:close/>
                  <a:moveTo>
                    <a:pt x="165275" y="888659"/>
                  </a:moveTo>
                  <a:lnTo>
                    <a:pt x="261269" y="888659"/>
                  </a:lnTo>
                  <a:lnTo>
                    <a:pt x="261269" y="889729"/>
                  </a:lnTo>
                  <a:lnTo>
                    <a:pt x="165275" y="889729"/>
                  </a:lnTo>
                  <a:close/>
                  <a:moveTo>
                    <a:pt x="929048" y="888659"/>
                  </a:moveTo>
                  <a:lnTo>
                    <a:pt x="937396" y="888659"/>
                  </a:lnTo>
                  <a:lnTo>
                    <a:pt x="937396" y="889729"/>
                  </a:lnTo>
                  <a:lnTo>
                    <a:pt x="929048" y="889729"/>
                  </a:lnTo>
                  <a:close/>
                  <a:moveTo>
                    <a:pt x="893990" y="885447"/>
                  </a:moveTo>
                  <a:lnTo>
                    <a:pt x="908180" y="885447"/>
                  </a:lnTo>
                  <a:lnTo>
                    <a:pt x="908180" y="889729"/>
                  </a:lnTo>
                  <a:lnTo>
                    <a:pt x="893990" y="889729"/>
                  </a:lnTo>
                  <a:close/>
                  <a:moveTo>
                    <a:pt x="561770" y="888659"/>
                  </a:moveTo>
                  <a:lnTo>
                    <a:pt x="653589" y="888659"/>
                  </a:lnTo>
                  <a:lnTo>
                    <a:pt x="653589" y="889729"/>
                  </a:lnTo>
                  <a:lnTo>
                    <a:pt x="561770" y="889729"/>
                  </a:lnTo>
                  <a:close/>
                  <a:moveTo>
                    <a:pt x="166945" y="889729"/>
                  </a:moveTo>
                  <a:lnTo>
                    <a:pt x="261269" y="889729"/>
                  </a:lnTo>
                  <a:lnTo>
                    <a:pt x="261269" y="890800"/>
                  </a:lnTo>
                  <a:lnTo>
                    <a:pt x="166945" y="890800"/>
                  </a:lnTo>
                  <a:close/>
                  <a:moveTo>
                    <a:pt x="950751" y="889729"/>
                  </a:moveTo>
                  <a:lnTo>
                    <a:pt x="962437" y="889729"/>
                  </a:lnTo>
                  <a:lnTo>
                    <a:pt x="962437" y="890800"/>
                  </a:lnTo>
                  <a:lnTo>
                    <a:pt x="950751" y="890800"/>
                  </a:lnTo>
                  <a:close/>
                  <a:moveTo>
                    <a:pt x="726210" y="889729"/>
                  </a:moveTo>
                  <a:lnTo>
                    <a:pt x="834725" y="889729"/>
                  </a:lnTo>
                  <a:lnTo>
                    <a:pt x="834725" y="890800"/>
                  </a:lnTo>
                  <a:lnTo>
                    <a:pt x="726210" y="890800"/>
                  </a:lnTo>
                  <a:close/>
                  <a:moveTo>
                    <a:pt x="676127" y="889729"/>
                  </a:moveTo>
                  <a:lnTo>
                    <a:pt x="709516" y="889729"/>
                  </a:lnTo>
                  <a:lnTo>
                    <a:pt x="709516" y="890800"/>
                  </a:lnTo>
                  <a:lnTo>
                    <a:pt x="676127" y="890800"/>
                  </a:lnTo>
                  <a:close/>
                  <a:moveTo>
                    <a:pt x="292154" y="888659"/>
                  </a:moveTo>
                  <a:lnTo>
                    <a:pt x="304674" y="888659"/>
                  </a:lnTo>
                  <a:lnTo>
                    <a:pt x="304674" y="890800"/>
                  </a:lnTo>
                  <a:lnTo>
                    <a:pt x="292154" y="890800"/>
                  </a:lnTo>
                  <a:close/>
                  <a:moveTo>
                    <a:pt x="981636" y="888659"/>
                  </a:moveTo>
                  <a:lnTo>
                    <a:pt x="1000000" y="888659"/>
                  </a:lnTo>
                  <a:lnTo>
                    <a:pt x="1000000" y="890800"/>
                  </a:lnTo>
                  <a:lnTo>
                    <a:pt x="981636" y="890800"/>
                  </a:lnTo>
                  <a:close/>
                  <a:moveTo>
                    <a:pt x="347245" y="889729"/>
                  </a:moveTo>
                  <a:lnTo>
                    <a:pt x="545910" y="889729"/>
                  </a:lnTo>
                  <a:lnTo>
                    <a:pt x="545910" y="890800"/>
                  </a:lnTo>
                  <a:lnTo>
                    <a:pt x="347245" y="890800"/>
                  </a:lnTo>
                  <a:close/>
                  <a:moveTo>
                    <a:pt x="347245" y="890800"/>
                  </a:moveTo>
                  <a:lnTo>
                    <a:pt x="545075" y="890800"/>
                  </a:lnTo>
                  <a:lnTo>
                    <a:pt x="545075" y="891871"/>
                  </a:lnTo>
                  <a:lnTo>
                    <a:pt x="347245" y="891871"/>
                  </a:lnTo>
                  <a:close/>
                  <a:moveTo>
                    <a:pt x="893990" y="889729"/>
                  </a:moveTo>
                  <a:lnTo>
                    <a:pt x="907346" y="889729"/>
                  </a:lnTo>
                  <a:lnTo>
                    <a:pt x="907346" y="891871"/>
                  </a:lnTo>
                  <a:lnTo>
                    <a:pt x="893990" y="891871"/>
                  </a:lnTo>
                  <a:close/>
                  <a:moveTo>
                    <a:pt x="727045" y="890800"/>
                  </a:moveTo>
                  <a:lnTo>
                    <a:pt x="833890" y="890800"/>
                  </a:lnTo>
                  <a:lnTo>
                    <a:pt x="833890" y="891871"/>
                  </a:lnTo>
                  <a:lnTo>
                    <a:pt x="727045" y="891871"/>
                  </a:lnTo>
                  <a:close/>
                  <a:moveTo>
                    <a:pt x="0" y="889729"/>
                  </a:moveTo>
                  <a:lnTo>
                    <a:pt x="77629" y="889729"/>
                  </a:lnTo>
                  <a:lnTo>
                    <a:pt x="77629" y="891871"/>
                  </a:lnTo>
                  <a:lnTo>
                    <a:pt x="0" y="891871"/>
                  </a:lnTo>
                  <a:close/>
                  <a:moveTo>
                    <a:pt x="951586" y="890800"/>
                  </a:moveTo>
                  <a:lnTo>
                    <a:pt x="962437" y="890800"/>
                  </a:lnTo>
                  <a:lnTo>
                    <a:pt x="962437" y="891871"/>
                  </a:lnTo>
                  <a:lnTo>
                    <a:pt x="951586" y="891871"/>
                  </a:lnTo>
                  <a:close/>
                  <a:moveTo>
                    <a:pt x="166945" y="890800"/>
                  </a:moveTo>
                  <a:lnTo>
                    <a:pt x="260434" y="890800"/>
                  </a:lnTo>
                  <a:lnTo>
                    <a:pt x="260434" y="891871"/>
                  </a:lnTo>
                  <a:lnTo>
                    <a:pt x="166945" y="891871"/>
                  </a:lnTo>
                  <a:close/>
                  <a:moveTo>
                    <a:pt x="929048" y="889729"/>
                  </a:moveTo>
                  <a:lnTo>
                    <a:pt x="935726" y="889729"/>
                  </a:lnTo>
                  <a:lnTo>
                    <a:pt x="935726" y="891871"/>
                  </a:lnTo>
                  <a:lnTo>
                    <a:pt x="929048" y="891871"/>
                  </a:lnTo>
                  <a:close/>
                  <a:moveTo>
                    <a:pt x="290484" y="890800"/>
                  </a:moveTo>
                  <a:lnTo>
                    <a:pt x="304674" y="890800"/>
                  </a:lnTo>
                  <a:lnTo>
                    <a:pt x="304674" y="891871"/>
                  </a:lnTo>
                  <a:lnTo>
                    <a:pt x="290484" y="891871"/>
                  </a:lnTo>
                  <a:close/>
                  <a:moveTo>
                    <a:pt x="167780" y="891871"/>
                  </a:moveTo>
                  <a:lnTo>
                    <a:pt x="259599" y="891871"/>
                  </a:lnTo>
                  <a:lnTo>
                    <a:pt x="259599" y="892941"/>
                  </a:lnTo>
                  <a:lnTo>
                    <a:pt x="167780" y="892941"/>
                  </a:lnTo>
                  <a:close/>
                  <a:moveTo>
                    <a:pt x="289649" y="891871"/>
                  </a:moveTo>
                  <a:lnTo>
                    <a:pt x="304674" y="891871"/>
                  </a:lnTo>
                  <a:lnTo>
                    <a:pt x="304674" y="892941"/>
                  </a:lnTo>
                  <a:lnTo>
                    <a:pt x="289649" y="892941"/>
                  </a:lnTo>
                  <a:close/>
                  <a:moveTo>
                    <a:pt x="952421" y="891871"/>
                  </a:moveTo>
                  <a:lnTo>
                    <a:pt x="962437" y="891871"/>
                  </a:lnTo>
                  <a:lnTo>
                    <a:pt x="962437" y="892941"/>
                  </a:lnTo>
                  <a:lnTo>
                    <a:pt x="952421" y="892941"/>
                  </a:lnTo>
                  <a:close/>
                  <a:moveTo>
                    <a:pt x="351419" y="891871"/>
                  </a:moveTo>
                  <a:lnTo>
                    <a:pt x="476628" y="891871"/>
                  </a:lnTo>
                  <a:lnTo>
                    <a:pt x="476628" y="892941"/>
                  </a:lnTo>
                  <a:lnTo>
                    <a:pt x="351419" y="892941"/>
                  </a:lnTo>
                  <a:close/>
                  <a:moveTo>
                    <a:pt x="893990" y="891871"/>
                  </a:moveTo>
                  <a:lnTo>
                    <a:pt x="906511" y="891871"/>
                  </a:lnTo>
                  <a:lnTo>
                    <a:pt x="906511" y="892941"/>
                  </a:lnTo>
                  <a:lnTo>
                    <a:pt x="893990" y="892941"/>
                  </a:lnTo>
                  <a:close/>
                  <a:moveTo>
                    <a:pt x="675292" y="890800"/>
                  </a:moveTo>
                  <a:lnTo>
                    <a:pt x="709516" y="890800"/>
                  </a:lnTo>
                  <a:lnTo>
                    <a:pt x="709516" y="892941"/>
                  </a:lnTo>
                  <a:lnTo>
                    <a:pt x="675292" y="892941"/>
                  </a:lnTo>
                  <a:close/>
                  <a:moveTo>
                    <a:pt x="928214" y="891871"/>
                  </a:moveTo>
                  <a:lnTo>
                    <a:pt x="935726" y="891871"/>
                  </a:lnTo>
                  <a:lnTo>
                    <a:pt x="935726" y="892941"/>
                  </a:lnTo>
                  <a:lnTo>
                    <a:pt x="928214" y="892941"/>
                  </a:lnTo>
                  <a:close/>
                  <a:moveTo>
                    <a:pt x="727045" y="891871"/>
                  </a:moveTo>
                  <a:lnTo>
                    <a:pt x="832220" y="891871"/>
                  </a:lnTo>
                  <a:lnTo>
                    <a:pt x="832220" y="892941"/>
                  </a:lnTo>
                  <a:lnTo>
                    <a:pt x="727045" y="892941"/>
                  </a:lnTo>
                  <a:close/>
                  <a:moveTo>
                    <a:pt x="727880" y="892941"/>
                  </a:moveTo>
                  <a:lnTo>
                    <a:pt x="832220" y="892941"/>
                  </a:lnTo>
                  <a:lnTo>
                    <a:pt x="832220" y="894012"/>
                  </a:lnTo>
                  <a:lnTo>
                    <a:pt x="727880" y="894012"/>
                  </a:lnTo>
                  <a:close/>
                  <a:moveTo>
                    <a:pt x="561770" y="889729"/>
                  </a:moveTo>
                  <a:lnTo>
                    <a:pt x="652755" y="889729"/>
                  </a:lnTo>
                  <a:lnTo>
                    <a:pt x="652755" y="894012"/>
                  </a:lnTo>
                  <a:lnTo>
                    <a:pt x="561770" y="894012"/>
                  </a:lnTo>
                  <a:close/>
                  <a:moveTo>
                    <a:pt x="353088" y="892941"/>
                  </a:moveTo>
                  <a:lnTo>
                    <a:pt x="474958" y="892941"/>
                  </a:lnTo>
                  <a:lnTo>
                    <a:pt x="474958" y="894012"/>
                  </a:lnTo>
                  <a:lnTo>
                    <a:pt x="353088" y="894012"/>
                  </a:lnTo>
                  <a:close/>
                  <a:moveTo>
                    <a:pt x="674457" y="892941"/>
                  </a:moveTo>
                  <a:lnTo>
                    <a:pt x="708681" y="892941"/>
                  </a:lnTo>
                  <a:lnTo>
                    <a:pt x="708681" y="894012"/>
                  </a:lnTo>
                  <a:lnTo>
                    <a:pt x="674457" y="894012"/>
                  </a:lnTo>
                  <a:close/>
                  <a:moveTo>
                    <a:pt x="982471" y="890800"/>
                  </a:moveTo>
                  <a:lnTo>
                    <a:pt x="1000000" y="890800"/>
                  </a:lnTo>
                  <a:lnTo>
                    <a:pt x="1000000" y="894012"/>
                  </a:lnTo>
                  <a:lnTo>
                    <a:pt x="982471" y="894012"/>
                  </a:lnTo>
                  <a:close/>
                  <a:moveTo>
                    <a:pt x="289649" y="892941"/>
                  </a:moveTo>
                  <a:lnTo>
                    <a:pt x="305509" y="892941"/>
                  </a:lnTo>
                  <a:lnTo>
                    <a:pt x="305509" y="894012"/>
                  </a:lnTo>
                  <a:lnTo>
                    <a:pt x="289649" y="894012"/>
                  </a:lnTo>
                  <a:close/>
                  <a:moveTo>
                    <a:pt x="168614" y="892941"/>
                  </a:moveTo>
                  <a:lnTo>
                    <a:pt x="257930" y="892941"/>
                  </a:lnTo>
                  <a:lnTo>
                    <a:pt x="257930" y="894012"/>
                  </a:lnTo>
                  <a:lnTo>
                    <a:pt x="168614" y="894012"/>
                  </a:lnTo>
                  <a:close/>
                  <a:moveTo>
                    <a:pt x="0" y="891871"/>
                  </a:moveTo>
                  <a:lnTo>
                    <a:pt x="76795" y="891871"/>
                  </a:lnTo>
                  <a:lnTo>
                    <a:pt x="76795" y="894012"/>
                  </a:lnTo>
                  <a:lnTo>
                    <a:pt x="0" y="894012"/>
                  </a:lnTo>
                  <a:close/>
                  <a:moveTo>
                    <a:pt x="287980" y="894012"/>
                  </a:moveTo>
                  <a:lnTo>
                    <a:pt x="306344" y="894012"/>
                  </a:lnTo>
                  <a:lnTo>
                    <a:pt x="306344" y="895083"/>
                  </a:lnTo>
                  <a:lnTo>
                    <a:pt x="287980" y="895083"/>
                  </a:lnTo>
                  <a:close/>
                  <a:moveTo>
                    <a:pt x="928214" y="892941"/>
                  </a:moveTo>
                  <a:lnTo>
                    <a:pt x="934891" y="892941"/>
                  </a:lnTo>
                  <a:lnTo>
                    <a:pt x="934891" y="895083"/>
                  </a:lnTo>
                  <a:lnTo>
                    <a:pt x="928214" y="895083"/>
                  </a:lnTo>
                  <a:close/>
                  <a:moveTo>
                    <a:pt x="169449" y="894012"/>
                  </a:moveTo>
                  <a:lnTo>
                    <a:pt x="257930" y="894012"/>
                  </a:lnTo>
                  <a:lnTo>
                    <a:pt x="257930" y="895083"/>
                  </a:lnTo>
                  <a:lnTo>
                    <a:pt x="169449" y="895083"/>
                  </a:lnTo>
                  <a:close/>
                  <a:moveTo>
                    <a:pt x="727880" y="894012"/>
                  </a:moveTo>
                  <a:lnTo>
                    <a:pt x="831386" y="894012"/>
                  </a:lnTo>
                  <a:lnTo>
                    <a:pt x="831386" y="895083"/>
                  </a:lnTo>
                  <a:lnTo>
                    <a:pt x="727880" y="895083"/>
                  </a:lnTo>
                  <a:close/>
                  <a:moveTo>
                    <a:pt x="561770" y="894012"/>
                  </a:moveTo>
                  <a:lnTo>
                    <a:pt x="651920" y="894012"/>
                  </a:lnTo>
                  <a:lnTo>
                    <a:pt x="651920" y="895083"/>
                  </a:lnTo>
                  <a:lnTo>
                    <a:pt x="561770" y="895083"/>
                  </a:lnTo>
                  <a:close/>
                  <a:moveTo>
                    <a:pt x="893155" y="892941"/>
                  </a:moveTo>
                  <a:lnTo>
                    <a:pt x="905676" y="892941"/>
                  </a:lnTo>
                  <a:lnTo>
                    <a:pt x="905676" y="895083"/>
                  </a:lnTo>
                  <a:lnTo>
                    <a:pt x="893155" y="895083"/>
                  </a:lnTo>
                  <a:close/>
                  <a:moveTo>
                    <a:pt x="354758" y="894012"/>
                  </a:moveTo>
                  <a:lnTo>
                    <a:pt x="474124" y="894012"/>
                  </a:lnTo>
                  <a:lnTo>
                    <a:pt x="474124" y="895083"/>
                  </a:lnTo>
                  <a:lnTo>
                    <a:pt x="354758" y="895083"/>
                  </a:lnTo>
                  <a:close/>
                  <a:moveTo>
                    <a:pt x="927379" y="895083"/>
                  </a:moveTo>
                  <a:lnTo>
                    <a:pt x="934057" y="895083"/>
                  </a:lnTo>
                  <a:lnTo>
                    <a:pt x="934057" y="896154"/>
                  </a:lnTo>
                  <a:lnTo>
                    <a:pt x="927379" y="896154"/>
                  </a:lnTo>
                  <a:close/>
                  <a:moveTo>
                    <a:pt x="356427" y="895083"/>
                  </a:moveTo>
                  <a:lnTo>
                    <a:pt x="473289" y="895083"/>
                  </a:lnTo>
                  <a:lnTo>
                    <a:pt x="473289" y="896154"/>
                  </a:lnTo>
                  <a:lnTo>
                    <a:pt x="356427" y="896154"/>
                  </a:lnTo>
                  <a:close/>
                  <a:moveTo>
                    <a:pt x="673623" y="894012"/>
                  </a:moveTo>
                  <a:lnTo>
                    <a:pt x="708681" y="894012"/>
                  </a:lnTo>
                  <a:lnTo>
                    <a:pt x="708681" y="896154"/>
                  </a:lnTo>
                  <a:lnTo>
                    <a:pt x="673623" y="896154"/>
                  </a:lnTo>
                  <a:close/>
                  <a:moveTo>
                    <a:pt x="0" y="894012"/>
                  </a:moveTo>
                  <a:lnTo>
                    <a:pt x="77629" y="894012"/>
                  </a:lnTo>
                  <a:lnTo>
                    <a:pt x="77629" y="896154"/>
                  </a:lnTo>
                  <a:lnTo>
                    <a:pt x="0" y="896154"/>
                  </a:lnTo>
                  <a:close/>
                  <a:moveTo>
                    <a:pt x="727880" y="895083"/>
                  </a:moveTo>
                  <a:lnTo>
                    <a:pt x="750417" y="895083"/>
                  </a:lnTo>
                  <a:lnTo>
                    <a:pt x="750417" y="896154"/>
                  </a:lnTo>
                  <a:lnTo>
                    <a:pt x="727880" y="896154"/>
                  </a:lnTo>
                  <a:close/>
                  <a:moveTo>
                    <a:pt x="752922" y="895083"/>
                  </a:moveTo>
                  <a:lnTo>
                    <a:pt x="830551" y="895083"/>
                  </a:lnTo>
                  <a:lnTo>
                    <a:pt x="830551" y="896154"/>
                  </a:lnTo>
                  <a:lnTo>
                    <a:pt x="752922" y="896154"/>
                  </a:lnTo>
                  <a:close/>
                  <a:moveTo>
                    <a:pt x="892321" y="895083"/>
                  </a:moveTo>
                  <a:lnTo>
                    <a:pt x="905676" y="895083"/>
                  </a:lnTo>
                  <a:lnTo>
                    <a:pt x="905676" y="896154"/>
                  </a:lnTo>
                  <a:lnTo>
                    <a:pt x="892321" y="896154"/>
                  </a:lnTo>
                  <a:close/>
                  <a:moveTo>
                    <a:pt x="981636" y="894012"/>
                  </a:moveTo>
                  <a:lnTo>
                    <a:pt x="1000000" y="894012"/>
                  </a:lnTo>
                  <a:lnTo>
                    <a:pt x="1000000" y="896154"/>
                  </a:lnTo>
                  <a:lnTo>
                    <a:pt x="981636" y="896154"/>
                  </a:lnTo>
                  <a:close/>
                  <a:moveTo>
                    <a:pt x="169449" y="895083"/>
                  </a:moveTo>
                  <a:lnTo>
                    <a:pt x="256260" y="895083"/>
                  </a:lnTo>
                  <a:lnTo>
                    <a:pt x="256260" y="896154"/>
                  </a:lnTo>
                  <a:lnTo>
                    <a:pt x="169449" y="896154"/>
                  </a:lnTo>
                  <a:close/>
                  <a:moveTo>
                    <a:pt x="561770" y="895083"/>
                  </a:moveTo>
                  <a:lnTo>
                    <a:pt x="651085" y="895083"/>
                  </a:lnTo>
                  <a:lnTo>
                    <a:pt x="651085" y="896154"/>
                  </a:lnTo>
                  <a:lnTo>
                    <a:pt x="561770" y="896154"/>
                  </a:lnTo>
                  <a:close/>
                  <a:moveTo>
                    <a:pt x="287145" y="895083"/>
                  </a:moveTo>
                  <a:lnTo>
                    <a:pt x="307179" y="895083"/>
                  </a:lnTo>
                  <a:lnTo>
                    <a:pt x="307179" y="896154"/>
                  </a:lnTo>
                  <a:lnTo>
                    <a:pt x="287145" y="896154"/>
                  </a:lnTo>
                  <a:close/>
                  <a:moveTo>
                    <a:pt x="170284" y="896154"/>
                  </a:moveTo>
                  <a:lnTo>
                    <a:pt x="255426" y="896154"/>
                  </a:lnTo>
                  <a:lnTo>
                    <a:pt x="255426" y="897224"/>
                  </a:lnTo>
                  <a:lnTo>
                    <a:pt x="170284" y="897224"/>
                  </a:lnTo>
                  <a:close/>
                  <a:moveTo>
                    <a:pt x="727880" y="896154"/>
                  </a:moveTo>
                  <a:lnTo>
                    <a:pt x="743740" y="896154"/>
                  </a:lnTo>
                  <a:lnTo>
                    <a:pt x="743740" y="897224"/>
                  </a:lnTo>
                  <a:lnTo>
                    <a:pt x="727880" y="897224"/>
                  </a:lnTo>
                  <a:close/>
                  <a:moveTo>
                    <a:pt x="757095" y="896154"/>
                  </a:moveTo>
                  <a:lnTo>
                    <a:pt x="829716" y="896154"/>
                  </a:lnTo>
                  <a:lnTo>
                    <a:pt x="829716" y="897224"/>
                  </a:lnTo>
                  <a:lnTo>
                    <a:pt x="757095" y="897224"/>
                  </a:lnTo>
                  <a:close/>
                  <a:moveTo>
                    <a:pt x="673623" y="896154"/>
                  </a:moveTo>
                  <a:lnTo>
                    <a:pt x="707846" y="896154"/>
                  </a:lnTo>
                  <a:lnTo>
                    <a:pt x="707846" y="897224"/>
                  </a:lnTo>
                  <a:lnTo>
                    <a:pt x="673623" y="897224"/>
                  </a:lnTo>
                  <a:close/>
                  <a:moveTo>
                    <a:pt x="359766" y="896154"/>
                  </a:moveTo>
                  <a:lnTo>
                    <a:pt x="472454" y="896154"/>
                  </a:lnTo>
                  <a:lnTo>
                    <a:pt x="472454" y="897224"/>
                  </a:lnTo>
                  <a:lnTo>
                    <a:pt x="359766" y="897224"/>
                  </a:lnTo>
                  <a:close/>
                  <a:moveTo>
                    <a:pt x="891486" y="896154"/>
                  </a:moveTo>
                  <a:lnTo>
                    <a:pt x="905676" y="896154"/>
                  </a:lnTo>
                  <a:lnTo>
                    <a:pt x="905676" y="897224"/>
                  </a:lnTo>
                  <a:lnTo>
                    <a:pt x="891486" y="897224"/>
                  </a:lnTo>
                  <a:close/>
                  <a:moveTo>
                    <a:pt x="286311" y="896154"/>
                  </a:moveTo>
                  <a:lnTo>
                    <a:pt x="307179" y="896154"/>
                  </a:lnTo>
                  <a:lnTo>
                    <a:pt x="307179" y="897224"/>
                  </a:lnTo>
                  <a:lnTo>
                    <a:pt x="286311" y="897224"/>
                  </a:lnTo>
                  <a:close/>
                  <a:moveTo>
                    <a:pt x="757930" y="897224"/>
                  </a:moveTo>
                  <a:lnTo>
                    <a:pt x="829716" y="897224"/>
                  </a:lnTo>
                  <a:lnTo>
                    <a:pt x="829716" y="898295"/>
                  </a:lnTo>
                  <a:lnTo>
                    <a:pt x="757930" y="898295"/>
                  </a:lnTo>
                  <a:close/>
                  <a:moveTo>
                    <a:pt x="727880" y="897224"/>
                  </a:moveTo>
                  <a:lnTo>
                    <a:pt x="742905" y="897224"/>
                  </a:lnTo>
                  <a:lnTo>
                    <a:pt x="742905" y="898295"/>
                  </a:lnTo>
                  <a:lnTo>
                    <a:pt x="727880" y="898295"/>
                  </a:lnTo>
                  <a:close/>
                  <a:moveTo>
                    <a:pt x="890651" y="897224"/>
                  </a:moveTo>
                  <a:lnTo>
                    <a:pt x="904841" y="897224"/>
                  </a:lnTo>
                  <a:lnTo>
                    <a:pt x="904841" y="898295"/>
                  </a:lnTo>
                  <a:lnTo>
                    <a:pt x="890651" y="898295"/>
                  </a:lnTo>
                  <a:close/>
                  <a:moveTo>
                    <a:pt x="360601" y="897224"/>
                  </a:moveTo>
                  <a:lnTo>
                    <a:pt x="472454" y="897224"/>
                  </a:lnTo>
                  <a:lnTo>
                    <a:pt x="472454" y="898295"/>
                  </a:lnTo>
                  <a:lnTo>
                    <a:pt x="360601" y="898295"/>
                  </a:lnTo>
                  <a:close/>
                  <a:moveTo>
                    <a:pt x="284641" y="897224"/>
                  </a:moveTo>
                  <a:lnTo>
                    <a:pt x="308013" y="897224"/>
                  </a:lnTo>
                  <a:lnTo>
                    <a:pt x="308013" y="898295"/>
                  </a:lnTo>
                  <a:lnTo>
                    <a:pt x="284641" y="898295"/>
                  </a:lnTo>
                  <a:close/>
                  <a:moveTo>
                    <a:pt x="170284" y="897224"/>
                  </a:moveTo>
                  <a:lnTo>
                    <a:pt x="254591" y="897224"/>
                  </a:lnTo>
                  <a:lnTo>
                    <a:pt x="254591" y="898295"/>
                  </a:lnTo>
                  <a:lnTo>
                    <a:pt x="170284" y="898295"/>
                  </a:lnTo>
                  <a:close/>
                  <a:moveTo>
                    <a:pt x="926544" y="896154"/>
                  </a:moveTo>
                  <a:lnTo>
                    <a:pt x="933222" y="896154"/>
                  </a:lnTo>
                  <a:lnTo>
                    <a:pt x="933222" y="899366"/>
                  </a:lnTo>
                  <a:lnTo>
                    <a:pt x="926544" y="899366"/>
                  </a:lnTo>
                  <a:close/>
                  <a:moveTo>
                    <a:pt x="283806" y="898295"/>
                  </a:moveTo>
                  <a:lnTo>
                    <a:pt x="308848" y="898295"/>
                  </a:lnTo>
                  <a:lnTo>
                    <a:pt x="308848" y="899366"/>
                  </a:lnTo>
                  <a:lnTo>
                    <a:pt x="283806" y="899366"/>
                  </a:lnTo>
                  <a:close/>
                  <a:moveTo>
                    <a:pt x="561770" y="896154"/>
                  </a:moveTo>
                  <a:lnTo>
                    <a:pt x="650250" y="896154"/>
                  </a:lnTo>
                  <a:lnTo>
                    <a:pt x="650250" y="899366"/>
                  </a:lnTo>
                  <a:lnTo>
                    <a:pt x="561770" y="899366"/>
                  </a:lnTo>
                  <a:close/>
                  <a:moveTo>
                    <a:pt x="672788" y="897224"/>
                  </a:moveTo>
                  <a:lnTo>
                    <a:pt x="707846" y="897224"/>
                  </a:lnTo>
                  <a:lnTo>
                    <a:pt x="707846" y="899366"/>
                  </a:lnTo>
                  <a:lnTo>
                    <a:pt x="672788" y="899366"/>
                  </a:lnTo>
                  <a:close/>
                  <a:moveTo>
                    <a:pt x="727880" y="898295"/>
                  </a:moveTo>
                  <a:lnTo>
                    <a:pt x="740401" y="898295"/>
                  </a:lnTo>
                  <a:lnTo>
                    <a:pt x="740401" y="899366"/>
                  </a:lnTo>
                  <a:lnTo>
                    <a:pt x="727880" y="899366"/>
                  </a:lnTo>
                  <a:close/>
                  <a:moveTo>
                    <a:pt x="953255" y="892941"/>
                  </a:moveTo>
                  <a:lnTo>
                    <a:pt x="962437" y="892941"/>
                  </a:lnTo>
                  <a:lnTo>
                    <a:pt x="962437" y="899366"/>
                  </a:lnTo>
                  <a:lnTo>
                    <a:pt x="953255" y="899366"/>
                  </a:lnTo>
                  <a:close/>
                  <a:moveTo>
                    <a:pt x="888982" y="898295"/>
                  </a:moveTo>
                  <a:lnTo>
                    <a:pt x="904841" y="898295"/>
                  </a:lnTo>
                  <a:lnTo>
                    <a:pt x="904841" y="899366"/>
                  </a:lnTo>
                  <a:lnTo>
                    <a:pt x="888982" y="899366"/>
                  </a:lnTo>
                  <a:close/>
                  <a:moveTo>
                    <a:pt x="170284" y="898295"/>
                  </a:moveTo>
                  <a:lnTo>
                    <a:pt x="253756" y="898295"/>
                  </a:lnTo>
                  <a:lnTo>
                    <a:pt x="253756" y="899366"/>
                  </a:lnTo>
                  <a:lnTo>
                    <a:pt x="170284" y="899366"/>
                  </a:lnTo>
                  <a:close/>
                  <a:moveTo>
                    <a:pt x="758765" y="898295"/>
                  </a:moveTo>
                  <a:lnTo>
                    <a:pt x="829716" y="898295"/>
                  </a:lnTo>
                  <a:lnTo>
                    <a:pt x="829716" y="899366"/>
                  </a:lnTo>
                  <a:lnTo>
                    <a:pt x="758765" y="899366"/>
                  </a:lnTo>
                  <a:close/>
                  <a:moveTo>
                    <a:pt x="361436" y="898295"/>
                  </a:moveTo>
                  <a:lnTo>
                    <a:pt x="470785" y="898295"/>
                  </a:lnTo>
                  <a:lnTo>
                    <a:pt x="470785" y="899366"/>
                  </a:lnTo>
                  <a:lnTo>
                    <a:pt x="361436" y="899366"/>
                  </a:lnTo>
                  <a:close/>
                  <a:moveTo>
                    <a:pt x="0" y="896154"/>
                  </a:moveTo>
                  <a:lnTo>
                    <a:pt x="78464" y="896154"/>
                  </a:lnTo>
                  <a:lnTo>
                    <a:pt x="78464" y="900436"/>
                  </a:lnTo>
                  <a:lnTo>
                    <a:pt x="0" y="900436"/>
                  </a:lnTo>
                  <a:close/>
                  <a:moveTo>
                    <a:pt x="671953" y="899366"/>
                  </a:moveTo>
                  <a:lnTo>
                    <a:pt x="707846" y="899366"/>
                  </a:lnTo>
                  <a:lnTo>
                    <a:pt x="707846" y="900436"/>
                  </a:lnTo>
                  <a:lnTo>
                    <a:pt x="671953" y="900436"/>
                  </a:lnTo>
                  <a:close/>
                  <a:moveTo>
                    <a:pt x="888147" y="899366"/>
                  </a:moveTo>
                  <a:lnTo>
                    <a:pt x="904007" y="899366"/>
                  </a:lnTo>
                  <a:lnTo>
                    <a:pt x="904007" y="900436"/>
                  </a:lnTo>
                  <a:lnTo>
                    <a:pt x="888147" y="900436"/>
                  </a:lnTo>
                  <a:close/>
                  <a:moveTo>
                    <a:pt x="283806" y="899366"/>
                  </a:moveTo>
                  <a:lnTo>
                    <a:pt x="309683" y="899366"/>
                  </a:lnTo>
                  <a:lnTo>
                    <a:pt x="309683" y="900436"/>
                  </a:lnTo>
                  <a:lnTo>
                    <a:pt x="283806" y="900436"/>
                  </a:lnTo>
                  <a:close/>
                  <a:moveTo>
                    <a:pt x="759599" y="899366"/>
                  </a:moveTo>
                  <a:lnTo>
                    <a:pt x="829716" y="899366"/>
                  </a:lnTo>
                  <a:lnTo>
                    <a:pt x="829716" y="900436"/>
                  </a:lnTo>
                  <a:lnTo>
                    <a:pt x="759599" y="900436"/>
                  </a:lnTo>
                  <a:close/>
                  <a:moveTo>
                    <a:pt x="727880" y="899366"/>
                  </a:moveTo>
                  <a:lnTo>
                    <a:pt x="734558" y="899366"/>
                  </a:lnTo>
                  <a:lnTo>
                    <a:pt x="734558" y="900436"/>
                  </a:lnTo>
                  <a:lnTo>
                    <a:pt x="727880" y="900436"/>
                  </a:lnTo>
                  <a:close/>
                  <a:moveTo>
                    <a:pt x="362270" y="899366"/>
                  </a:moveTo>
                  <a:lnTo>
                    <a:pt x="470785" y="899366"/>
                  </a:lnTo>
                  <a:lnTo>
                    <a:pt x="470785" y="900436"/>
                  </a:lnTo>
                  <a:lnTo>
                    <a:pt x="362270" y="900436"/>
                  </a:lnTo>
                  <a:close/>
                  <a:moveTo>
                    <a:pt x="170284" y="899366"/>
                  </a:moveTo>
                  <a:lnTo>
                    <a:pt x="252922" y="899366"/>
                  </a:lnTo>
                  <a:lnTo>
                    <a:pt x="252922" y="900436"/>
                  </a:lnTo>
                  <a:lnTo>
                    <a:pt x="170284" y="900436"/>
                  </a:lnTo>
                  <a:close/>
                  <a:moveTo>
                    <a:pt x="727880" y="900436"/>
                  </a:moveTo>
                  <a:lnTo>
                    <a:pt x="732888" y="900436"/>
                  </a:lnTo>
                  <a:lnTo>
                    <a:pt x="732888" y="901507"/>
                  </a:lnTo>
                  <a:lnTo>
                    <a:pt x="727880" y="901507"/>
                  </a:lnTo>
                  <a:close/>
                  <a:moveTo>
                    <a:pt x="282137" y="900436"/>
                  </a:moveTo>
                  <a:lnTo>
                    <a:pt x="310518" y="900436"/>
                  </a:lnTo>
                  <a:lnTo>
                    <a:pt x="310518" y="901507"/>
                  </a:lnTo>
                  <a:lnTo>
                    <a:pt x="282137" y="901507"/>
                  </a:lnTo>
                  <a:close/>
                  <a:moveTo>
                    <a:pt x="170284" y="900436"/>
                  </a:moveTo>
                  <a:lnTo>
                    <a:pt x="252087" y="900436"/>
                  </a:lnTo>
                  <a:lnTo>
                    <a:pt x="252087" y="901507"/>
                  </a:lnTo>
                  <a:lnTo>
                    <a:pt x="170284" y="901507"/>
                  </a:lnTo>
                  <a:close/>
                  <a:moveTo>
                    <a:pt x="561770" y="899366"/>
                  </a:moveTo>
                  <a:lnTo>
                    <a:pt x="649416" y="899366"/>
                  </a:lnTo>
                  <a:lnTo>
                    <a:pt x="649416" y="901507"/>
                  </a:lnTo>
                  <a:lnTo>
                    <a:pt x="561770" y="901507"/>
                  </a:lnTo>
                  <a:close/>
                  <a:moveTo>
                    <a:pt x="886477" y="900436"/>
                  </a:moveTo>
                  <a:lnTo>
                    <a:pt x="904007" y="900436"/>
                  </a:lnTo>
                  <a:lnTo>
                    <a:pt x="904007" y="901507"/>
                  </a:lnTo>
                  <a:lnTo>
                    <a:pt x="886477" y="901507"/>
                  </a:lnTo>
                  <a:close/>
                  <a:moveTo>
                    <a:pt x="0" y="900436"/>
                  </a:moveTo>
                  <a:lnTo>
                    <a:pt x="79299" y="900436"/>
                  </a:lnTo>
                  <a:lnTo>
                    <a:pt x="79299" y="901507"/>
                  </a:lnTo>
                  <a:lnTo>
                    <a:pt x="0" y="901507"/>
                  </a:lnTo>
                  <a:close/>
                  <a:moveTo>
                    <a:pt x="363105" y="900436"/>
                  </a:moveTo>
                  <a:lnTo>
                    <a:pt x="470785" y="900436"/>
                  </a:lnTo>
                  <a:lnTo>
                    <a:pt x="470785" y="901507"/>
                  </a:lnTo>
                  <a:lnTo>
                    <a:pt x="363105" y="901507"/>
                  </a:lnTo>
                  <a:close/>
                  <a:moveTo>
                    <a:pt x="671119" y="900436"/>
                  </a:moveTo>
                  <a:lnTo>
                    <a:pt x="707012" y="900436"/>
                  </a:lnTo>
                  <a:lnTo>
                    <a:pt x="707012" y="902578"/>
                  </a:lnTo>
                  <a:lnTo>
                    <a:pt x="671119" y="902578"/>
                  </a:lnTo>
                  <a:close/>
                  <a:moveTo>
                    <a:pt x="363105" y="901507"/>
                  </a:moveTo>
                  <a:lnTo>
                    <a:pt x="469950" y="901507"/>
                  </a:lnTo>
                  <a:lnTo>
                    <a:pt x="469950" y="902578"/>
                  </a:lnTo>
                  <a:lnTo>
                    <a:pt x="363105" y="902578"/>
                  </a:lnTo>
                  <a:close/>
                  <a:moveTo>
                    <a:pt x="729549" y="901507"/>
                  </a:moveTo>
                  <a:lnTo>
                    <a:pt x="730384" y="901507"/>
                  </a:lnTo>
                  <a:lnTo>
                    <a:pt x="730384" y="902578"/>
                  </a:lnTo>
                  <a:lnTo>
                    <a:pt x="729549" y="902578"/>
                  </a:lnTo>
                  <a:close/>
                  <a:moveTo>
                    <a:pt x="0" y="901507"/>
                  </a:moveTo>
                  <a:lnTo>
                    <a:pt x="80134" y="901507"/>
                  </a:lnTo>
                  <a:lnTo>
                    <a:pt x="80134" y="902578"/>
                  </a:lnTo>
                  <a:lnTo>
                    <a:pt x="0" y="902578"/>
                  </a:lnTo>
                  <a:close/>
                  <a:moveTo>
                    <a:pt x="170284" y="901507"/>
                  </a:moveTo>
                  <a:lnTo>
                    <a:pt x="251252" y="901507"/>
                  </a:lnTo>
                  <a:lnTo>
                    <a:pt x="251252" y="902578"/>
                  </a:lnTo>
                  <a:lnTo>
                    <a:pt x="170284" y="902578"/>
                  </a:lnTo>
                  <a:close/>
                  <a:moveTo>
                    <a:pt x="880634" y="901507"/>
                  </a:moveTo>
                  <a:lnTo>
                    <a:pt x="903172" y="901507"/>
                  </a:lnTo>
                  <a:lnTo>
                    <a:pt x="903172" y="902578"/>
                  </a:lnTo>
                  <a:lnTo>
                    <a:pt x="880634" y="902578"/>
                  </a:lnTo>
                  <a:close/>
                  <a:moveTo>
                    <a:pt x="281302" y="901507"/>
                  </a:moveTo>
                  <a:lnTo>
                    <a:pt x="315526" y="901507"/>
                  </a:lnTo>
                  <a:lnTo>
                    <a:pt x="315526" y="902578"/>
                  </a:lnTo>
                  <a:lnTo>
                    <a:pt x="281302" y="902578"/>
                  </a:lnTo>
                  <a:close/>
                  <a:moveTo>
                    <a:pt x="561770" y="901507"/>
                  </a:moveTo>
                  <a:lnTo>
                    <a:pt x="648581" y="901507"/>
                  </a:lnTo>
                  <a:lnTo>
                    <a:pt x="648581" y="902578"/>
                  </a:lnTo>
                  <a:lnTo>
                    <a:pt x="561770" y="902578"/>
                  </a:lnTo>
                  <a:close/>
                  <a:moveTo>
                    <a:pt x="925710" y="899366"/>
                  </a:moveTo>
                  <a:lnTo>
                    <a:pt x="932387" y="899366"/>
                  </a:lnTo>
                  <a:lnTo>
                    <a:pt x="932387" y="902578"/>
                  </a:lnTo>
                  <a:lnTo>
                    <a:pt x="925710" y="902578"/>
                  </a:lnTo>
                  <a:close/>
                  <a:moveTo>
                    <a:pt x="0" y="902578"/>
                  </a:moveTo>
                  <a:lnTo>
                    <a:pt x="80968" y="902578"/>
                  </a:lnTo>
                  <a:lnTo>
                    <a:pt x="80968" y="903648"/>
                  </a:lnTo>
                  <a:lnTo>
                    <a:pt x="0" y="903648"/>
                  </a:lnTo>
                  <a:close/>
                  <a:moveTo>
                    <a:pt x="170284" y="902578"/>
                  </a:moveTo>
                  <a:lnTo>
                    <a:pt x="250417" y="902578"/>
                  </a:lnTo>
                  <a:lnTo>
                    <a:pt x="250417" y="903648"/>
                  </a:lnTo>
                  <a:lnTo>
                    <a:pt x="170284" y="903648"/>
                  </a:lnTo>
                  <a:close/>
                  <a:moveTo>
                    <a:pt x="924875" y="902578"/>
                  </a:moveTo>
                  <a:lnTo>
                    <a:pt x="931553" y="902578"/>
                  </a:lnTo>
                  <a:lnTo>
                    <a:pt x="931553" y="903648"/>
                  </a:lnTo>
                  <a:lnTo>
                    <a:pt x="924875" y="903648"/>
                  </a:lnTo>
                  <a:close/>
                  <a:moveTo>
                    <a:pt x="953255" y="899366"/>
                  </a:moveTo>
                  <a:lnTo>
                    <a:pt x="961603" y="899366"/>
                  </a:lnTo>
                  <a:lnTo>
                    <a:pt x="961603" y="903648"/>
                  </a:lnTo>
                  <a:lnTo>
                    <a:pt x="953255" y="903648"/>
                  </a:lnTo>
                  <a:close/>
                  <a:moveTo>
                    <a:pt x="280467" y="902578"/>
                  </a:moveTo>
                  <a:lnTo>
                    <a:pt x="316361" y="902578"/>
                  </a:lnTo>
                  <a:lnTo>
                    <a:pt x="316361" y="903648"/>
                  </a:lnTo>
                  <a:lnTo>
                    <a:pt x="280467" y="903648"/>
                  </a:lnTo>
                  <a:close/>
                  <a:moveTo>
                    <a:pt x="760434" y="900436"/>
                  </a:moveTo>
                  <a:lnTo>
                    <a:pt x="829716" y="900436"/>
                  </a:lnTo>
                  <a:lnTo>
                    <a:pt x="829716" y="903648"/>
                  </a:lnTo>
                  <a:lnTo>
                    <a:pt x="760434" y="903648"/>
                  </a:lnTo>
                  <a:close/>
                  <a:moveTo>
                    <a:pt x="363105" y="902578"/>
                  </a:moveTo>
                  <a:lnTo>
                    <a:pt x="444908" y="902578"/>
                  </a:lnTo>
                  <a:lnTo>
                    <a:pt x="444908" y="903648"/>
                  </a:lnTo>
                  <a:lnTo>
                    <a:pt x="363105" y="903648"/>
                  </a:lnTo>
                  <a:close/>
                  <a:moveTo>
                    <a:pt x="449917" y="902578"/>
                  </a:moveTo>
                  <a:lnTo>
                    <a:pt x="469950" y="902578"/>
                  </a:lnTo>
                  <a:lnTo>
                    <a:pt x="469950" y="903648"/>
                  </a:lnTo>
                  <a:lnTo>
                    <a:pt x="449917" y="903648"/>
                  </a:lnTo>
                  <a:close/>
                  <a:moveTo>
                    <a:pt x="451586" y="903648"/>
                  </a:moveTo>
                  <a:lnTo>
                    <a:pt x="469950" y="903648"/>
                  </a:lnTo>
                  <a:lnTo>
                    <a:pt x="469950" y="904719"/>
                  </a:lnTo>
                  <a:lnTo>
                    <a:pt x="451586" y="904719"/>
                  </a:lnTo>
                  <a:close/>
                  <a:moveTo>
                    <a:pt x="0" y="903648"/>
                  </a:moveTo>
                  <a:lnTo>
                    <a:pt x="81803" y="903648"/>
                  </a:lnTo>
                  <a:lnTo>
                    <a:pt x="81803" y="904719"/>
                  </a:lnTo>
                  <a:lnTo>
                    <a:pt x="0" y="904719"/>
                  </a:lnTo>
                  <a:close/>
                  <a:moveTo>
                    <a:pt x="279633" y="903648"/>
                  </a:moveTo>
                  <a:lnTo>
                    <a:pt x="317195" y="903648"/>
                  </a:lnTo>
                  <a:lnTo>
                    <a:pt x="317195" y="904719"/>
                  </a:lnTo>
                  <a:lnTo>
                    <a:pt x="279633" y="904719"/>
                  </a:lnTo>
                  <a:close/>
                  <a:moveTo>
                    <a:pt x="363105" y="903648"/>
                  </a:moveTo>
                  <a:lnTo>
                    <a:pt x="442404" y="903648"/>
                  </a:lnTo>
                  <a:lnTo>
                    <a:pt x="442404" y="904719"/>
                  </a:lnTo>
                  <a:lnTo>
                    <a:pt x="363105" y="904719"/>
                  </a:lnTo>
                  <a:close/>
                  <a:moveTo>
                    <a:pt x="560935" y="902578"/>
                  </a:moveTo>
                  <a:lnTo>
                    <a:pt x="647746" y="902578"/>
                  </a:lnTo>
                  <a:lnTo>
                    <a:pt x="647746" y="904719"/>
                  </a:lnTo>
                  <a:lnTo>
                    <a:pt x="560935" y="904719"/>
                  </a:lnTo>
                  <a:close/>
                  <a:moveTo>
                    <a:pt x="879800" y="902578"/>
                  </a:moveTo>
                  <a:lnTo>
                    <a:pt x="903172" y="902578"/>
                  </a:lnTo>
                  <a:lnTo>
                    <a:pt x="903172" y="904719"/>
                  </a:lnTo>
                  <a:lnTo>
                    <a:pt x="879800" y="904719"/>
                  </a:lnTo>
                  <a:close/>
                  <a:moveTo>
                    <a:pt x="670284" y="902578"/>
                  </a:moveTo>
                  <a:lnTo>
                    <a:pt x="707012" y="902578"/>
                  </a:lnTo>
                  <a:lnTo>
                    <a:pt x="707012" y="905790"/>
                  </a:lnTo>
                  <a:lnTo>
                    <a:pt x="670284" y="905790"/>
                  </a:lnTo>
                  <a:close/>
                  <a:moveTo>
                    <a:pt x="278798" y="904719"/>
                  </a:moveTo>
                  <a:lnTo>
                    <a:pt x="322204" y="904719"/>
                  </a:lnTo>
                  <a:lnTo>
                    <a:pt x="322204" y="905790"/>
                  </a:lnTo>
                  <a:lnTo>
                    <a:pt x="278798" y="905790"/>
                  </a:lnTo>
                  <a:close/>
                  <a:moveTo>
                    <a:pt x="452421" y="904719"/>
                  </a:moveTo>
                  <a:lnTo>
                    <a:pt x="469950" y="904719"/>
                  </a:lnTo>
                  <a:lnTo>
                    <a:pt x="469950" y="905790"/>
                  </a:lnTo>
                  <a:lnTo>
                    <a:pt x="452421" y="905790"/>
                  </a:lnTo>
                  <a:close/>
                  <a:moveTo>
                    <a:pt x="169449" y="903648"/>
                  </a:moveTo>
                  <a:lnTo>
                    <a:pt x="249583" y="903648"/>
                  </a:lnTo>
                  <a:lnTo>
                    <a:pt x="249583" y="905790"/>
                  </a:lnTo>
                  <a:lnTo>
                    <a:pt x="169449" y="905790"/>
                  </a:lnTo>
                  <a:close/>
                  <a:moveTo>
                    <a:pt x="924040" y="903648"/>
                  </a:moveTo>
                  <a:lnTo>
                    <a:pt x="930718" y="903648"/>
                  </a:lnTo>
                  <a:lnTo>
                    <a:pt x="930718" y="905790"/>
                  </a:lnTo>
                  <a:lnTo>
                    <a:pt x="924040" y="905790"/>
                  </a:lnTo>
                  <a:close/>
                  <a:moveTo>
                    <a:pt x="953255" y="903648"/>
                  </a:moveTo>
                  <a:lnTo>
                    <a:pt x="960768" y="903648"/>
                  </a:lnTo>
                  <a:lnTo>
                    <a:pt x="960768" y="905790"/>
                  </a:lnTo>
                  <a:lnTo>
                    <a:pt x="953255" y="905790"/>
                  </a:lnTo>
                  <a:close/>
                  <a:moveTo>
                    <a:pt x="0" y="904719"/>
                  </a:moveTo>
                  <a:lnTo>
                    <a:pt x="87646" y="904719"/>
                  </a:lnTo>
                  <a:lnTo>
                    <a:pt x="87646" y="905790"/>
                  </a:lnTo>
                  <a:lnTo>
                    <a:pt x="0" y="905790"/>
                  </a:lnTo>
                  <a:close/>
                  <a:moveTo>
                    <a:pt x="88481" y="904719"/>
                  </a:moveTo>
                  <a:lnTo>
                    <a:pt x="90150" y="904719"/>
                  </a:lnTo>
                  <a:lnTo>
                    <a:pt x="90150" y="905790"/>
                  </a:lnTo>
                  <a:lnTo>
                    <a:pt x="88481" y="905790"/>
                  </a:lnTo>
                  <a:close/>
                  <a:moveTo>
                    <a:pt x="363940" y="904719"/>
                  </a:moveTo>
                  <a:lnTo>
                    <a:pt x="441569" y="904719"/>
                  </a:lnTo>
                  <a:lnTo>
                    <a:pt x="441569" y="905790"/>
                  </a:lnTo>
                  <a:lnTo>
                    <a:pt x="363940" y="905790"/>
                  </a:lnTo>
                  <a:close/>
                  <a:moveTo>
                    <a:pt x="559265" y="904719"/>
                  </a:moveTo>
                  <a:lnTo>
                    <a:pt x="647746" y="904719"/>
                  </a:lnTo>
                  <a:lnTo>
                    <a:pt x="647746" y="905790"/>
                  </a:lnTo>
                  <a:lnTo>
                    <a:pt x="559265" y="905790"/>
                  </a:lnTo>
                  <a:close/>
                  <a:moveTo>
                    <a:pt x="0" y="905790"/>
                  </a:moveTo>
                  <a:lnTo>
                    <a:pt x="94324" y="905790"/>
                  </a:lnTo>
                  <a:lnTo>
                    <a:pt x="94324" y="906860"/>
                  </a:lnTo>
                  <a:lnTo>
                    <a:pt x="0" y="906860"/>
                  </a:lnTo>
                  <a:close/>
                  <a:moveTo>
                    <a:pt x="761269" y="903648"/>
                  </a:moveTo>
                  <a:lnTo>
                    <a:pt x="829716" y="903648"/>
                  </a:lnTo>
                  <a:lnTo>
                    <a:pt x="829716" y="906860"/>
                  </a:lnTo>
                  <a:lnTo>
                    <a:pt x="761269" y="906860"/>
                  </a:lnTo>
                  <a:close/>
                  <a:moveTo>
                    <a:pt x="952421" y="905790"/>
                  </a:moveTo>
                  <a:lnTo>
                    <a:pt x="960768" y="905790"/>
                  </a:lnTo>
                  <a:lnTo>
                    <a:pt x="960768" y="906860"/>
                  </a:lnTo>
                  <a:lnTo>
                    <a:pt x="952421" y="906860"/>
                  </a:lnTo>
                  <a:close/>
                  <a:moveTo>
                    <a:pt x="363940" y="905790"/>
                  </a:moveTo>
                  <a:lnTo>
                    <a:pt x="440735" y="905790"/>
                  </a:lnTo>
                  <a:lnTo>
                    <a:pt x="440735" y="906860"/>
                  </a:lnTo>
                  <a:lnTo>
                    <a:pt x="363940" y="906860"/>
                  </a:lnTo>
                  <a:close/>
                  <a:moveTo>
                    <a:pt x="559265" y="905790"/>
                  </a:moveTo>
                  <a:lnTo>
                    <a:pt x="646912" y="905790"/>
                  </a:lnTo>
                  <a:lnTo>
                    <a:pt x="646912" y="906860"/>
                  </a:lnTo>
                  <a:lnTo>
                    <a:pt x="559265" y="906860"/>
                  </a:lnTo>
                  <a:close/>
                  <a:moveTo>
                    <a:pt x="453255" y="905790"/>
                  </a:moveTo>
                  <a:lnTo>
                    <a:pt x="469115" y="905790"/>
                  </a:lnTo>
                  <a:lnTo>
                    <a:pt x="469115" y="906860"/>
                  </a:lnTo>
                  <a:lnTo>
                    <a:pt x="453255" y="906860"/>
                  </a:lnTo>
                  <a:close/>
                  <a:moveTo>
                    <a:pt x="277129" y="905790"/>
                  </a:moveTo>
                  <a:lnTo>
                    <a:pt x="323038" y="905790"/>
                  </a:lnTo>
                  <a:lnTo>
                    <a:pt x="323038" y="906860"/>
                  </a:lnTo>
                  <a:lnTo>
                    <a:pt x="277129" y="906860"/>
                  </a:lnTo>
                  <a:close/>
                  <a:moveTo>
                    <a:pt x="0" y="906860"/>
                  </a:moveTo>
                  <a:lnTo>
                    <a:pt x="100167" y="906860"/>
                  </a:lnTo>
                  <a:lnTo>
                    <a:pt x="100167" y="907931"/>
                  </a:lnTo>
                  <a:lnTo>
                    <a:pt x="0" y="907931"/>
                  </a:lnTo>
                  <a:close/>
                  <a:moveTo>
                    <a:pt x="879800" y="904719"/>
                  </a:moveTo>
                  <a:lnTo>
                    <a:pt x="902337" y="904719"/>
                  </a:lnTo>
                  <a:lnTo>
                    <a:pt x="902337" y="907931"/>
                  </a:lnTo>
                  <a:lnTo>
                    <a:pt x="879800" y="907931"/>
                  </a:lnTo>
                  <a:close/>
                  <a:moveTo>
                    <a:pt x="951586" y="906860"/>
                  </a:moveTo>
                  <a:lnTo>
                    <a:pt x="960768" y="906860"/>
                  </a:lnTo>
                  <a:lnTo>
                    <a:pt x="960768" y="907931"/>
                  </a:lnTo>
                  <a:lnTo>
                    <a:pt x="951586" y="907931"/>
                  </a:lnTo>
                  <a:close/>
                  <a:moveTo>
                    <a:pt x="558431" y="906860"/>
                  </a:moveTo>
                  <a:lnTo>
                    <a:pt x="646912" y="906860"/>
                  </a:lnTo>
                  <a:lnTo>
                    <a:pt x="646912" y="907931"/>
                  </a:lnTo>
                  <a:lnTo>
                    <a:pt x="558431" y="907931"/>
                  </a:lnTo>
                  <a:close/>
                  <a:moveTo>
                    <a:pt x="363940" y="906860"/>
                  </a:moveTo>
                  <a:lnTo>
                    <a:pt x="439900" y="906860"/>
                  </a:lnTo>
                  <a:lnTo>
                    <a:pt x="439900" y="907931"/>
                  </a:lnTo>
                  <a:lnTo>
                    <a:pt x="363940" y="907931"/>
                  </a:lnTo>
                  <a:close/>
                  <a:moveTo>
                    <a:pt x="669449" y="905790"/>
                  </a:moveTo>
                  <a:lnTo>
                    <a:pt x="707012" y="905790"/>
                  </a:lnTo>
                  <a:lnTo>
                    <a:pt x="707012" y="907931"/>
                  </a:lnTo>
                  <a:lnTo>
                    <a:pt x="669449" y="907931"/>
                  </a:lnTo>
                  <a:close/>
                  <a:moveTo>
                    <a:pt x="454925" y="906860"/>
                  </a:moveTo>
                  <a:lnTo>
                    <a:pt x="469115" y="906860"/>
                  </a:lnTo>
                  <a:lnTo>
                    <a:pt x="469115" y="907931"/>
                  </a:lnTo>
                  <a:lnTo>
                    <a:pt x="454925" y="907931"/>
                  </a:lnTo>
                  <a:close/>
                  <a:moveTo>
                    <a:pt x="169449" y="905790"/>
                  </a:moveTo>
                  <a:lnTo>
                    <a:pt x="248748" y="905790"/>
                  </a:lnTo>
                  <a:lnTo>
                    <a:pt x="248748" y="907931"/>
                  </a:lnTo>
                  <a:lnTo>
                    <a:pt x="169449" y="907931"/>
                  </a:lnTo>
                  <a:close/>
                  <a:moveTo>
                    <a:pt x="276294" y="906860"/>
                  </a:moveTo>
                  <a:lnTo>
                    <a:pt x="323873" y="906860"/>
                  </a:lnTo>
                  <a:lnTo>
                    <a:pt x="323873" y="907931"/>
                  </a:lnTo>
                  <a:lnTo>
                    <a:pt x="276294" y="907931"/>
                  </a:lnTo>
                  <a:close/>
                  <a:moveTo>
                    <a:pt x="762104" y="906860"/>
                  </a:moveTo>
                  <a:lnTo>
                    <a:pt x="830551" y="906860"/>
                  </a:lnTo>
                  <a:lnTo>
                    <a:pt x="830551" y="907931"/>
                  </a:lnTo>
                  <a:lnTo>
                    <a:pt x="762104" y="907931"/>
                  </a:lnTo>
                  <a:close/>
                  <a:moveTo>
                    <a:pt x="0" y="907931"/>
                  </a:moveTo>
                  <a:lnTo>
                    <a:pt x="118531" y="907931"/>
                  </a:lnTo>
                  <a:lnTo>
                    <a:pt x="118531" y="909002"/>
                  </a:lnTo>
                  <a:lnTo>
                    <a:pt x="0" y="909002"/>
                  </a:lnTo>
                  <a:close/>
                  <a:moveTo>
                    <a:pt x="275459" y="907931"/>
                  </a:moveTo>
                  <a:lnTo>
                    <a:pt x="328047" y="907931"/>
                  </a:lnTo>
                  <a:lnTo>
                    <a:pt x="328047" y="909002"/>
                  </a:lnTo>
                  <a:lnTo>
                    <a:pt x="275459" y="909002"/>
                  </a:lnTo>
                  <a:close/>
                  <a:moveTo>
                    <a:pt x="168614" y="907931"/>
                  </a:moveTo>
                  <a:lnTo>
                    <a:pt x="247913" y="907931"/>
                  </a:lnTo>
                  <a:lnTo>
                    <a:pt x="247913" y="909002"/>
                  </a:lnTo>
                  <a:lnTo>
                    <a:pt x="168614" y="909002"/>
                  </a:lnTo>
                  <a:close/>
                  <a:moveTo>
                    <a:pt x="879800" y="907931"/>
                  </a:moveTo>
                  <a:lnTo>
                    <a:pt x="901503" y="907931"/>
                  </a:lnTo>
                  <a:lnTo>
                    <a:pt x="901503" y="909002"/>
                  </a:lnTo>
                  <a:lnTo>
                    <a:pt x="879800" y="909002"/>
                  </a:lnTo>
                  <a:close/>
                  <a:moveTo>
                    <a:pt x="555092" y="907931"/>
                  </a:moveTo>
                  <a:lnTo>
                    <a:pt x="646912" y="907931"/>
                  </a:lnTo>
                  <a:lnTo>
                    <a:pt x="646912" y="909002"/>
                  </a:lnTo>
                  <a:lnTo>
                    <a:pt x="555092" y="909002"/>
                  </a:lnTo>
                  <a:close/>
                  <a:moveTo>
                    <a:pt x="761269" y="907931"/>
                  </a:moveTo>
                  <a:lnTo>
                    <a:pt x="831386" y="907931"/>
                  </a:lnTo>
                  <a:lnTo>
                    <a:pt x="831386" y="909002"/>
                  </a:lnTo>
                  <a:lnTo>
                    <a:pt x="761269" y="909002"/>
                  </a:lnTo>
                  <a:close/>
                  <a:moveTo>
                    <a:pt x="363940" y="907931"/>
                  </a:moveTo>
                  <a:lnTo>
                    <a:pt x="439065" y="907931"/>
                  </a:lnTo>
                  <a:lnTo>
                    <a:pt x="439065" y="909002"/>
                  </a:lnTo>
                  <a:lnTo>
                    <a:pt x="363940" y="909002"/>
                  </a:lnTo>
                  <a:close/>
                  <a:moveTo>
                    <a:pt x="454925" y="907931"/>
                  </a:moveTo>
                  <a:lnTo>
                    <a:pt x="468280" y="907931"/>
                  </a:lnTo>
                  <a:lnTo>
                    <a:pt x="468280" y="909002"/>
                  </a:lnTo>
                  <a:lnTo>
                    <a:pt x="454925" y="909002"/>
                  </a:lnTo>
                  <a:close/>
                  <a:moveTo>
                    <a:pt x="668614" y="907931"/>
                  </a:moveTo>
                  <a:lnTo>
                    <a:pt x="707012" y="907931"/>
                  </a:lnTo>
                  <a:lnTo>
                    <a:pt x="707012" y="909002"/>
                  </a:lnTo>
                  <a:lnTo>
                    <a:pt x="668614" y="909002"/>
                  </a:lnTo>
                  <a:close/>
                  <a:moveTo>
                    <a:pt x="855593" y="909002"/>
                  </a:moveTo>
                  <a:lnTo>
                    <a:pt x="858932" y="909002"/>
                  </a:lnTo>
                  <a:lnTo>
                    <a:pt x="858932" y="910072"/>
                  </a:lnTo>
                  <a:lnTo>
                    <a:pt x="855593" y="910072"/>
                  </a:lnTo>
                  <a:close/>
                  <a:moveTo>
                    <a:pt x="550918" y="909002"/>
                  </a:moveTo>
                  <a:lnTo>
                    <a:pt x="646077" y="909002"/>
                  </a:lnTo>
                  <a:lnTo>
                    <a:pt x="646077" y="910072"/>
                  </a:lnTo>
                  <a:lnTo>
                    <a:pt x="550918" y="910072"/>
                  </a:lnTo>
                  <a:close/>
                  <a:moveTo>
                    <a:pt x="274624" y="909002"/>
                  </a:moveTo>
                  <a:lnTo>
                    <a:pt x="329716" y="909002"/>
                  </a:lnTo>
                  <a:lnTo>
                    <a:pt x="329716" y="910072"/>
                  </a:lnTo>
                  <a:lnTo>
                    <a:pt x="274624" y="910072"/>
                  </a:lnTo>
                  <a:close/>
                  <a:moveTo>
                    <a:pt x="0" y="909002"/>
                  </a:moveTo>
                  <a:lnTo>
                    <a:pt x="126878" y="909002"/>
                  </a:lnTo>
                  <a:lnTo>
                    <a:pt x="126878" y="910072"/>
                  </a:lnTo>
                  <a:lnTo>
                    <a:pt x="0" y="910072"/>
                  </a:lnTo>
                  <a:close/>
                  <a:moveTo>
                    <a:pt x="923205" y="905790"/>
                  </a:moveTo>
                  <a:lnTo>
                    <a:pt x="929883" y="905790"/>
                  </a:lnTo>
                  <a:lnTo>
                    <a:pt x="929883" y="910072"/>
                  </a:lnTo>
                  <a:lnTo>
                    <a:pt x="923205" y="910072"/>
                  </a:lnTo>
                  <a:close/>
                  <a:moveTo>
                    <a:pt x="167780" y="909002"/>
                  </a:moveTo>
                  <a:lnTo>
                    <a:pt x="247913" y="909002"/>
                  </a:lnTo>
                  <a:lnTo>
                    <a:pt x="247913" y="910072"/>
                  </a:lnTo>
                  <a:lnTo>
                    <a:pt x="167780" y="910072"/>
                  </a:lnTo>
                  <a:close/>
                  <a:moveTo>
                    <a:pt x="667780" y="909002"/>
                  </a:moveTo>
                  <a:lnTo>
                    <a:pt x="706177" y="909002"/>
                  </a:lnTo>
                  <a:lnTo>
                    <a:pt x="706177" y="910072"/>
                  </a:lnTo>
                  <a:lnTo>
                    <a:pt x="667780" y="910072"/>
                  </a:lnTo>
                  <a:close/>
                  <a:moveTo>
                    <a:pt x="950751" y="907931"/>
                  </a:moveTo>
                  <a:lnTo>
                    <a:pt x="960768" y="907931"/>
                  </a:lnTo>
                  <a:lnTo>
                    <a:pt x="960768" y="911143"/>
                  </a:lnTo>
                  <a:lnTo>
                    <a:pt x="950751" y="911143"/>
                  </a:lnTo>
                  <a:close/>
                  <a:moveTo>
                    <a:pt x="273790" y="910072"/>
                  </a:moveTo>
                  <a:lnTo>
                    <a:pt x="331386" y="910072"/>
                  </a:lnTo>
                  <a:lnTo>
                    <a:pt x="331386" y="911143"/>
                  </a:lnTo>
                  <a:lnTo>
                    <a:pt x="273790" y="911143"/>
                  </a:lnTo>
                  <a:close/>
                  <a:moveTo>
                    <a:pt x="0" y="910072"/>
                  </a:moveTo>
                  <a:lnTo>
                    <a:pt x="134391" y="910072"/>
                  </a:lnTo>
                  <a:lnTo>
                    <a:pt x="134391" y="911143"/>
                  </a:lnTo>
                  <a:lnTo>
                    <a:pt x="0" y="911143"/>
                  </a:lnTo>
                  <a:close/>
                  <a:moveTo>
                    <a:pt x="363940" y="909002"/>
                  </a:moveTo>
                  <a:lnTo>
                    <a:pt x="438230" y="909002"/>
                  </a:lnTo>
                  <a:lnTo>
                    <a:pt x="438230" y="911143"/>
                  </a:lnTo>
                  <a:lnTo>
                    <a:pt x="363940" y="911143"/>
                  </a:lnTo>
                  <a:close/>
                  <a:moveTo>
                    <a:pt x="761269" y="909002"/>
                  </a:moveTo>
                  <a:lnTo>
                    <a:pt x="832220" y="909002"/>
                  </a:lnTo>
                  <a:lnTo>
                    <a:pt x="832220" y="911143"/>
                  </a:lnTo>
                  <a:lnTo>
                    <a:pt x="761269" y="911143"/>
                  </a:lnTo>
                  <a:close/>
                  <a:moveTo>
                    <a:pt x="166945" y="910072"/>
                  </a:moveTo>
                  <a:lnTo>
                    <a:pt x="247078" y="910072"/>
                  </a:lnTo>
                  <a:lnTo>
                    <a:pt x="247078" y="911143"/>
                  </a:lnTo>
                  <a:lnTo>
                    <a:pt x="166945" y="911143"/>
                  </a:lnTo>
                  <a:close/>
                  <a:moveTo>
                    <a:pt x="667780" y="910072"/>
                  </a:moveTo>
                  <a:lnTo>
                    <a:pt x="702003" y="910072"/>
                  </a:lnTo>
                  <a:lnTo>
                    <a:pt x="702003" y="911143"/>
                  </a:lnTo>
                  <a:lnTo>
                    <a:pt x="667780" y="911143"/>
                  </a:lnTo>
                  <a:close/>
                  <a:moveTo>
                    <a:pt x="455760" y="909002"/>
                  </a:moveTo>
                  <a:lnTo>
                    <a:pt x="468280" y="909002"/>
                  </a:lnTo>
                  <a:lnTo>
                    <a:pt x="468280" y="911143"/>
                  </a:lnTo>
                  <a:lnTo>
                    <a:pt x="455760" y="911143"/>
                  </a:lnTo>
                  <a:close/>
                  <a:moveTo>
                    <a:pt x="923205" y="910072"/>
                  </a:moveTo>
                  <a:lnTo>
                    <a:pt x="929048" y="910072"/>
                  </a:lnTo>
                  <a:lnTo>
                    <a:pt x="929048" y="911143"/>
                  </a:lnTo>
                  <a:lnTo>
                    <a:pt x="923205" y="911143"/>
                  </a:lnTo>
                  <a:close/>
                  <a:moveTo>
                    <a:pt x="853923" y="910072"/>
                  </a:moveTo>
                  <a:lnTo>
                    <a:pt x="858932" y="910072"/>
                  </a:lnTo>
                  <a:lnTo>
                    <a:pt x="858932" y="911143"/>
                  </a:lnTo>
                  <a:lnTo>
                    <a:pt x="853923" y="911143"/>
                  </a:lnTo>
                  <a:close/>
                  <a:moveTo>
                    <a:pt x="486644" y="910072"/>
                  </a:moveTo>
                  <a:lnTo>
                    <a:pt x="645242" y="910072"/>
                  </a:lnTo>
                  <a:lnTo>
                    <a:pt x="645242" y="911143"/>
                  </a:lnTo>
                  <a:lnTo>
                    <a:pt x="486644" y="911143"/>
                  </a:lnTo>
                  <a:close/>
                  <a:moveTo>
                    <a:pt x="850584" y="911143"/>
                  </a:moveTo>
                  <a:lnTo>
                    <a:pt x="858932" y="911143"/>
                  </a:lnTo>
                  <a:lnTo>
                    <a:pt x="858932" y="912214"/>
                  </a:lnTo>
                  <a:lnTo>
                    <a:pt x="850584" y="912214"/>
                  </a:lnTo>
                  <a:close/>
                  <a:moveTo>
                    <a:pt x="272955" y="911143"/>
                  </a:moveTo>
                  <a:lnTo>
                    <a:pt x="333890" y="911143"/>
                  </a:lnTo>
                  <a:lnTo>
                    <a:pt x="333890" y="912214"/>
                  </a:lnTo>
                  <a:lnTo>
                    <a:pt x="272955" y="912214"/>
                  </a:lnTo>
                  <a:close/>
                  <a:moveTo>
                    <a:pt x="667780" y="911143"/>
                  </a:moveTo>
                  <a:lnTo>
                    <a:pt x="700334" y="911143"/>
                  </a:lnTo>
                  <a:lnTo>
                    <a:pt x="700334" y="912214"/>
                  </a:lnTo>
                  <a:lnTo>
                    <a:pt x="667780" y="912214"/>
                  </a:lnTo>
                  <a:close/>
                  <a:moveTo>
                    <a:pt x="166110" y="911143"/>
                  </a:moveTo>
                  <a:lnTo>
                    <a:pt x="247078" y="911143"/>
                  </a:lnTo>
                  <a:lnTo>
                    <a:pt x="247078" y="912214"/>
                  </a:lnTo>
                  <a:lnTo>
                    <a:pt x="166110" y="912214"/>
                  </a:lnTo>
                  <a:close/>
                  <a:moveTo>
                    <a:pt x="455760" y="911143"/>
                  </a:moveTo>
                  <a:lnTo>
                    <a:pt x="467446" y="911143"/>
                  </a:lnTo>
                  <a:lnTo>
                    <a:pt x="467446" y="912214"/>
                  </a:lnTo>
                  <a:lnTo>
                    <a:pt x="455760" y="912214"/>
                  </a:lnTo>
                  <a:close/>
                  <a:moveTo>
                    <a:pt x="760434" y="911143"/>
                  </a:moveTo>
                  <a:lnTo>
                    <a:pt x="833055" y="911143"/>
                  </a:lnTo>
                  <a:lnTo>
                    <a:pt x="833055" y="912214"/>
                  </a:lnTo>
                  <a:lnTo>
                    <a:pt x="760434" y="912214"/>
                  </a:lnTo>
                  <a:close/>
                  <a:moveTo>
                    <a:pt x="922371" y="911143"/>
                  </a:moveTo>
                  <a:lnTo>
                    <a:pt x="928214" y="911143"/>
                  </a:lnTo>
                  <a:lnTo>
                    <a:pt x="928214" y="912214"/>
                  </a:lnTo>
                  <a:lnTo>
                    <a:pt x="922371" y="912214"/>
                  </a:lnTo>
                  <a:close/>
                  <a:moveTo>
                    <a:pt x="879800" y="909002"/>
                  </a:moveTo>
                  <a:lnTo>
                    <a:pt x="900668" y="909002"/>
                  </a:lnTo>
                  <a:lnTo>
                    <a:pt x="900668" y="912214"/>
                  </a:lnTo>
                  <a:lnTo>
                    <a:pt x="879800" y="912214"/>
                  </a:lnTo>
                  <a:close/>
                  <a:moveTo>
                    <a:pt x="0" y="911143"/>
                  </a:moveTo>
                  <a:lnTo>
                    <a:pt x="143573" y="911143"/>
                  </a:lnTo>
                  <a:lnTo>
                    <a:pt x="143573" y="912214"/>
                  </a:lnTo>
                  <a:lnTo>
                    <a:pt x="0" y="912214"/>
                  </a:lnTo>
                  <a:close/>
                  <a:moveTo>
                    <a:pt x="484140" y="911143"/>
                  </a:moveTo>
                  <a:lnTo>
                    <a:pt x="644407" y="911143"/>
                  </a:lnTo>
                  <a:lnTo>
                    <a:pt x="644407" y="912214"/>
                  </a:lnTo>
                  <a:lnTo>
                    <a:pt x="484140" y="912214"/>
                  </a:lnTo>
                  <a:close/>
                  <a:moveTo>
                    <a:pt x="483306" y="912214"/>
                  </a:moveTo>
                  <a:lnTo>
                    <a:pt x="644407" y="912214"/>
                  </a:lnTo>
                  <a:lnTo>
                    <a:pt x="644407" y="913284"/>
                  </a:lnTo>
                  <a:lnTo>
                    <a:pt x="483306" y="913284"/>
                  </a:lnTo>
                  <a:close/>
                  <a:moveTo>
                    <a:pt x="666945" y="912214"/>
                  </a:moveTo>
                  <a:lnTo>
                    <a:pt x="697830" y="912214"/>
                  </a:lnTo>
                  <a:lnTo>
                    <a:pt x="697830" y="913284"/>
                  </a:lnTo>
                  <a:lnTo>
                    <a:pt x="666945" y="913284"/>
                  </a:lnTo>
                  <a:close/>
                  <a:moveTo>
                    <a:pt x="950751" y="911143"/>
                  </a:moveTo>
                  <a:lnTo>
                    <a:pt x="959933" y="911143"/>
                  </a:lnTo>
                  <a:lnTo>
                    <a:pt x="959933" y="913284"/>
                  </a:lnTo>
                  <a:lnTo>
                    <a:pt x="950751" y="913284"/>
                  </a:lnTo>
                  <a:close/>
                  <a:moveTo>
                    <a:pt x="921536" y="912214"/>
                  </a:moveTo>
                  <a:lnTo>
                    <a:pt x="928214" y="912214"/>
                  </a:lnTo>
                  <a:lnTo>
                    <a:pt x="928214" y="913284"/>
                  </a:lnTo>
                  <a:lnTo>
                    <a:pt x="921536" y="913284"/>
                  </a:lnTo>
                  <a:close/>
                  <a:moveTo>
                    <a:pt x="271285" y="912214"/>
                  </a:moveTo>
                  <a:lnTo>
                    <a:pt x="337229" y="912214"/>
                  </a:lnTo>
                  <a:lnTo>
                    <a:pt x="337229" y="913284"/>
                  </a:lnTo>
                  <a:lnTo>
                    <a:pt x="271285" y="913284"/>
                  </a:lnTo>
                  <a:close/>
                  <a:moveTo>
                    <a:pt x="760434" y="912214"/>
                  </a:moveTo>
                  <a:lnTo>
                    <a:pt x="835559" y="912214"/>
                  </a:lnTo>
                  <a:lnTo>
                    <a:pt x="835559" y="913284"/>
                  </a:lnTo>
                  <a:lnTo>
                    <a:pt x="760434" y="913284"/>
                  </a:lnTo>
                  <a:close/>
                  <a:moveTo>
                    <a:pt x="845576" y="912214"/>
                  </a:moveTo>
                  <a:lnTo>
                    <a:pt x="859766" y="912214"/>
                  </a:lnTo>
                  <a:lnTo>
                    <a:pt x="859766" y="913284"/>
                  </a:lnTo>
                  <a:lnTo>
                    <a:pt x="845576" y="913284"/>
                  </a:lnTo>
                  <a:close/>
                  <a:moveTo>
                    <a:pt x="760434" y="913284"/>
                  </a:moveTo>
                  <a:lnTo>
                    <a:pt x="836394" y="913284"/>
                  </a:lnTo>
                  <a:lnTo>
                    <a:pt x="836394" y="914355"/>
                  </a:lnTo>
                  <a:lnTo>
                    <a:pt x="760434" y="914355"/>
                  </a:lnTo>
                  <a:close/>
                  <a:moveTo>
                    <a:pt x="363105" y="911143"/>
                  </a:moveTo>
                  <a:lnTo>
                    <a:pt x="437396" y="911143"/>
                  </a:lnTo>
                  <a:lnTo>
                    <a:pt x="437396" y="914355"/>
                  </a:lnTo>
                  <a:lnTo>
                    <a:pt x="363105" y="914355"/>
                  </a:lnTo>
                  <a:close/>
                  <a:moveTo>
                    <a:pt x="271285" y="913284"/>
                  </a:moveTo>
                  <a:lnTo>
                    <a:pt x="338063" y="913284"/>
                  </a:lnTo>
                  <a:lnTo>
                    <a:pt x="338063" y="914355"/>
                  </a:lnTo>
                  <a:lnTo>
                    <a:pt x="271285" y="914355"/>
                  </a:lnTo>
                  <a:close/>
                  <a:moveTo>
                    <a:pt x="666945" y="913284"/>
                  </a:moveTo>
                  <a:lnTo>
                    <a:pt x="691987" y="913284"/>
                  </a:lnTo>
                  <a:lnTo>
                    <a:pt x="691987" y="914355"/>
                  </a:lnTo>
                  <a:lnTo>
                    <a:pt x="666945" y="914355"/>
                  </a:lnTo>
                  <a:close/>
                  <a:moveTo>
                    <a:pt x="843907" y="913284"/>
                  </a:moveTo>
                  <a:lnTo>
                    <a:pt x="859766" y="913284"/>
                  </a:lnTo>
                  <a:lnTo>
                    <a:pt x="859766" y="914355"/>
                  </a:lnTo>
                  <a:lnTo>
                    <a:pt x="843907" y="914355"/>
                  </a:lnTo>
                  <a:close/>
                  <a:moveTo>
                    <a:pt x="456594" y="912214"/>
                  </a:moveTo>
                  <a:lnTo>
                    <a:pt x="467446" y="912214"/>
                  </a:lnTo>
                  <a:lnTo>
                    <a:pt x="467446" y="914355"/>
                  </a:lnTo>
                  <a:lnTo>
                    <a:pt x="456594" y="914355"/>
                  </a:lnTo>
                  <a:close/>
                  <a:moveTo>
                    <a:pt x="270451" y="914355"/>
                  </a:moveTo>
                  <a:lnTo>
                    <a:pt x="338898" y="914355"/>
                  </a:lnTo>
                  <a:lnTo>
                    <a:pt x="338898" y="915426"/>
                  </a:lnTo>
                  <a:lnTo>
                    <a:pt x="270451" y="915426"/>
                  </a:lnTo>
                  <a:close/>
                  <a:moveTo>
                    <a:pt x="666110" y="914355"/>
                  </a:moveTo>
                  <a:lnTo>
                    <a:pt x="689482" y="914355"/>
                  </a:lnTo>
                  <a:lnTo>
                    <a:pt x="689482" y="915426"/>
                  </a:lnTo>
                  <a:lnTo>
                    <a:pt x="666110" y="915426"/>
                  </a:lnTo>
                  <a:close/>
                  <a:moveTo>
                    <a:pt x="482471" y="913284"/>
                  </a:moveTo>
                  <a:lnTo>
                    <a:pt x="644407" y="913284"/>
                  </a:lnTo>
                  <a:lnTo>
                    <a:pt x="644407" y="915426"/>
                  </a:lnTo>
                  <a:lnTo>
                    <a:pt x="482471" y="915426"/>
                  </a:lnTo>
                  <a:close/>
                  <a:moveTo>
                    <a:pt x="760434" y="914355"/>
                  </a:moveTo>
                  <a:lnTo>
                    <a:pt x="838063" y="914355"/>
                  </a:lnTo>
                  <a:lnTo>
                    <a:pt x="838063" y="915426"/>
                  </a:lnTo>
                  <a:lnTo>
                    <a:pt x="760434" y="915426"/>
                  </a:lnTo>
                  <a:close/>
                  <a:moveTo>
                    <a:pt x="949917" y="913284"/>
                  </a:moveTo>
                  <a:lnTo>
                    <a:pt x="959933" y="913284"/>
                  </a:lnTo>
                  <a:lnTo>
                    <a:pt x="959933" y="915426"/>
                  </a:lnTo>
                  <a:lnTo>
                    <a:pt x="949917" y="915426"/>
                  </a:lnTo>
                  <a:close/>
                  <a:moveTo>
                    <a:pt x="840568" y="914355"/>
                  </a:moveTo>
                  <a:lnTo>
                    <a:pt x="859766" y="914355"/>
                  </a:lnTo>
                  <a:lnTo>
                    <a:pt x="859766" y="915426"/>
                  </a:lnTo>
                  <a:lnTo>
                    <a:pt x="840568" y="915426"/>
                  </a:lnTo>
                  <a:close/>
                  <a:moveTo>
                    <a:pt x="0" y="912214"/>
                  </a:moveTo>
                  <a:lnTo>
                    <a:pt x="247913" y="912214"/>
                  </a:lnTo>
                  <a:lnTo>
                    <a:pt x="247913" y="915426"/>
                  </a:lnTo>
                  <a:lnTo>
                    <a:pt x="0" y="915426"/>
                  </a:lnTo>
                  <a:close/>
                  <a:moveTo>
                    <a:pt x="363105" y="914355"/>
                  </a:moveTo>
                  <a:lnTo>
                    <a:pt x="436561" y="914355"/>
                  </a:lnTo>
                  <a:lnTo>
                    <a:pt x="436561" y="915426"/>
                  </a:lnTo>
                  <a:lnTo>
                    <a:pt x="363105" y="915426"/>
                  </a:lnTo>
                  <a:close/>
                  <a:moveTo>
                    <a:pt x="879800" y="912214"/>
                  </a:moveTo>
                  <a:lnTo>
                    <a:pt x="899833" y="912214"/>
                  </a:lnTo>
                  <a:lnTo>
                    <a:pt x="899833" y="915426"/>
                  </a:lnTo>
                  <a:lnTo>
                    <a:pt x="879800" y="915426"/>
                  </a:lnTo>
                  <a:close/>
                  <a:moveTo>
                    <a:pt x="879800" y="915426"/>
                  </a:moveTo>
                  <a:lnTo>
                    <a:pt x="898998" y="915426"/>
                  </a:lnTo>
                  <a:lnTo>
                    <a:pt x="898998" y="916497"/>
                  </a:lnTo>
                  <a:lnTo>
                    <a:pt x="879800" y="916497"/>
                  </a:lnTo>
                  <a:close/>
                  <a:moveTo>
                    <a:pt x="482471" y="915426"/>
                  </a:moveTo>
                  <a:lnTo>
                    <a:pt x="643573" y="915426"/>
                  </a:lnTo>
                  <a:lnTo>
                    <a:pt x="643573" y="916497"/>
                  </a:lnTo>
                  <a:lnTo>
                    <a:pt x="482471" y="916497"/>
                  </a:lnTo>
                  <a:close/>
                  <a:moveTo>
                    <a:pt x="268781" y="915426"/>
                  </a:moveTo>
                  <a:lnTo>
                    <a:pt x="339733" y="915426"/>
                  </a:lnTo>
                  <a:lnTo>
                    <a:pt x="339733" y="916497"/>
                  </a:lnTo>
                  <a:lnTo>
                    <a:pt x="268781" y="916497"/>
                  </a:lnTo>
                  <a:close/>
                  <a:moveTo>
                    <a:pt x="0" y="915426"/>
                  </a:moveTo>
                  <a:lnTo>
                    <a:pt x="248748" y="915426"/>
                  </a:lnTo>
                  <a:lnTo>
                    <a:pt x="248748" y="916497"/>
                  </a:lnTo>
                  <a:lnTo>
                    <a:pt x="0" y="916497"/>
                  </a:lnTo>
                  <a:close/>
                  <a:moveTo>
                    <a:pt x="949082" y="915426"/>
                  </a:moveTo>
                  <a:lnTo>
                    <a:pt x="959933" y="915426"/>
                  </a:lnTo>
                  <a:lnTo>
                    <a:pt x="959933" y="916497"/>
                  </a:lnTo>
                  <a:lnTo>
                    <a:pt x="949082" y="916497"/>
                  </a:lnTo>
                  <a:close/>
                  <a:moveTo>
                    <a:pt x="759599" y="915426"/>
                  </a:moveTo>
                  <a:lnTo>
                    <a:pt x="859766" y="915426"/>
                  </a:lnTo>
                  <a:lnTo>
                    <a:pt x="859766" y="916497"/>
                  </a:lnTo>
                  <a:lnTo>
                    <a:pt x="759599" y="916497"/>
                  </a:lnTo>
                  <a:close/>
                  <a:moveTo>
                    <a:pt x="362270" y="915426"/>
                  </a:moveTo>
                  <a:lnTo>
                    <a:pt x="435726" y="915426"/>
                  </a:lnTo>
                  <a:lnTo>
                    <a:pt x="435726" y="916497"/>
                  </a:lnTo>
                  <a:lnTo>
                    <a:pt x="362270" y="916497"/>
                  </a:lnTo>
                  <a:close/>
                  <a:moveTo>
                    <a:pt x="665275" y="915426"/>
                  </a:moveTo>
                  <a:lnTo>
                    <a:pt x="687813" y="915426"/>
                  </a:lnTo>
                  <a:lnTo>
                    <a:pt x="687813" y="916497"/>
                  </a:lnTo>
                  <a:lnTo>
                    <a:pt x="665275" y="916497"/>
                  </a:lnTo>
                  <a:close/>
                  <a:moveTo>
                    <a:pt x="665275" y="916497"/>
                  </a:moveTo>
                  <a:lnTo>
                    <a:pt x="681970" y="916497"/>
                  </a:lnTo>
                  <a:lnTo>
                    <a:pt x="681970" y="917567"/>
                  </a:lnTo>
                  <a:lnTo>
                    <a:pt x="665275" y="917567"/>
                  </a:lnTo>
                  <a:close/>
                  <a:moveTo>
                    <a:pt x="267947" y="916497"/>
                  </a:moveTo>
                  <a:lnTo>
                    <a:pt x="290484" y="916497"/>
                  </a:lnTo>
                  <a:lnTo>
                    <a:pt x="290484" y="917567"/>
                  </a:lnTo>
                  <a:lnTo>
                    <a:pt x="267947" y="917567"/>
                  </a:lnTo>
                  <a:close/>
                  <a:moveTo>
                    <a:pt x="362270" y="916497"/>
                  </a:moveTo>
                  <a:lnTo>
                    <a:pt x="434891" y="916497"/>
                  </a:lnTo>
                  <a:lnTo>
                    <a:pt x="434891" y="917567"/>
                  </a:lnTo>
                  <a:lnTo>
                    <a:pt x="362270" y="917567"/>
                  </a:lnTo>
                  <a:close/>
                  <a:moveTo>
                    <a:pt x="457429" y="914355"/>
                  </a:moveTo>
                  <a:lnTo>
                    <a:pt x="467446" y="914355"/>
                  </a:lnTo>
                  <a:lnTo>
                    <a:pt x="467446" y="917567"/>
                  </a:lnTo>
                  <a:lnTo>
                    <a:pt x="457429" y="917567"/>
                  </a:lnTo>
                  <a:close/>
                  <a:moveTo>
                    <a:pt x="758765" y="916497"/>
                  </a:moveTo>
                  <a:lnTo>
                    <a:pt x="859766" y="916497"/>
                  </a:lnTo>
                  <a:lnTo>
                    <a:pt x="859766" y="917567"/>
                  </a:lnTo>
                  <a:lnTo>
                    <a:pt x="758765" y="917567"/>
                  </a:lnTo>
                  <a:close/>
                  <a:moveTo>
                    <a:pt x="303005" y="916497"/>
                  </a:moveTo>
                  <a:lnTo>
                    <a:pt x="339733" y="916497"/>
                  </a:lnTo>
                  <a:lnTo>
                    <a:pt x="339733" y="917567"/>
                  </a:lnTo>
                  <a:lnTo>
                    <a:pt x="303005" y="917567"/>
                  </a:lnTo>
                  <a:close/>
                  <a:moveTo>
                    <a:pt x="483306" y="916497"/>
                  </a:moveTo>
                  <a:lnTo>
                    <a:pt x="642738" y="916497"/>
                  </a:lnTo>
                  <a:lnTo>
                    <a:pt x="642738" y="917567"/>
                  </a:lnTo>
                  <a:lnTo>
                    <a:pt x="483306" y="917567"/>
                  </a:lnTo>
                  <a:close/>
                  <a:moveTo>
                    <a:pt x="757930" y="917567"/>
                  </a:moveTo>
                  <a:lnTo>
                    <a:pt x="859766" y="917567"/>
                  </a:lnTo>
                  <a:lnTo>
                    <a:pt x="859766" y="918638"/>
                  </a:lnTo>
                  <a:lnTo>
                    <a:pt x="757930" y="918638"/>
                  </a:lnTo>
                  <a:close/>
                  <a:moveTo>
                    <a:pt x="483306" y="917567"/>
                  </a:moveTo>
                  <a:lnTo>
                    <a:pt x="641903" y="917567"/>
                  </a:lnTo>
                  <a:lnTo>
                    <a:pt x="641903" y="918638"/>
                  </a:lnTo>
                  <a:lnTo>
                    <a:pt x="483306" y="918638"/>
                  </a:lnTo>
                  <a:close/>
                  <a:moveTo>
                    <a:pt x="361436" y="917567"/>
                  </a:moveTo>
                  <a:lnTo>
                    <a:pt x="434891" y="917567"/>
                  </a:lnTo>
                  <a:lnTo>
                    <a:pt x="434891" y="918638"/>
                  </a:lnTo>
                  <a:lnTo>
                    <a:pt x="361436" y="918638"/>
                  </a:lnTo>
                  <a:close/>
                  <a:moveTo>
                    <a:pt x="0" y="916497"/>
                  </a:moveTo>
                  <a:lnTo>
                    <a:pt x="249583" y="916497"/>
                  </a:lnTo>
                  <a:lnTo>
                    <a:pt x="249583" y="918638"/>
                  </a:lnTo>
                  <a:lnTo>
                    <a:pt x="0" y="918638"/>
                  </a:lnTo>
                  <a:close/>
                  <a:moveTo>
                    <a:pt x="665275" y="917567"/>
                  </a:moveTo>
                  <a:lnTo>
                    <a:pt x="679466" y="917567"/>
                  </a:lnTo>
                  <a:lnTo>
                    <a:pt x="679466" y="918638"/>
                  </a:lnTo>
                  <a:lnTo>
                    <a:pt x="665275" y="918638"/>
                  </a:lnTo>
                  <a:close/>
                  <a:moveTo>
                    <a:pt x="920701" y="913284"/>
                  </a:moveTo>
                  <a:lnTo>
                    <a:pt x="927379" y="913284"/>
                  </a:lnTo>
                  <a:lnTo>
                    <a:pt x="927379" y="918638"/>
                  </a:lnTo>
                  <a:lnTo>
                    <a:pt x="920701" y="918638"/>
                  </a:lnTo>
                  <a:close/>
                  <a:moveTo>
                    <a:pt x="879800" y="916497"/>
                  </a:moveTo>
                  <a:lnTo>
                    <a:pt x="898164" y="916497"/>
                  </a:lnTo>
                  <a:lnTo>
                    <a:pt x="898164" y="918638"/>
                  </a:lnTo>
                  <a:lnTo>
                    <a:pt x="879800" y="918638"/>
                  </a:lnTo>
                  <a:close/>
                  <a:moveTo>
                    <a:pt x="308013" y="917567"/>
                  </a:moveTo>
                  <a:lnTo>
                    <a:pt x="339733" y="917567"/>
                  </a:lnTo>
                  <a:lnTo>
                    <a:pt x="339733" y="918638"/>
                  </a:lnTo>
                  <a:lnTo>
                    <a:pt x="308013" y="918638"/>
                  </a:lnTo>
                  <a:close/>
                  <a:moveTo>
                    <a:pt x="267947" y="917567"/>
                  </a:moveTo>
                  <a:lnTo>
                    <a:pt x="288815" y="917567"/>
                  </a:lnTo>
                  <a:lnTo>
                    <a:pt x="288815" y="918638"/>
                  </a:lnTo>
                  <a:lnTo>
                    <a:pt x="267947" y="918638"/>
                  </a:lnTo>
                  <a:close/>
                  <a:moveTo>
                    <a:pt x="919866" y="918638"/>
                  </a:moveTo>
                  <a:lnTo>
                    <a:pt x="926544" y="918638"/>
                  </a:lnTo>
                  <a:lnTo>
                    <a:pt x="926544" y="919709"/>
                  </a:lnTo>
                  <a:lnTo>
                    <a:pt x="919866" y="919709"/>
                  </a:lnTo>
                  <a:close/>
                  <a:moveTo>
                    <a:pt x="948247" y="916497"/>
                  </a:moveTo>
                  <a:lnTo>
                    <a:pt x="959933" y="916497"/>
                  </a:lnTo>
                  <a:lnTo>
                    <a:pt x="959933" y="919709"/>
                  </a:lnTo>
                  <a:lnTo>
                    <a:pt x="948247" y="919709"/>
                  </a:lnTo>
                  <a:close/>
                  <a:moveTo>
                    <a:pt x="664441" y="918638"/>
                  </a:moveTo>
                  <a:lnTo>
                    <a:pt x="678631" y="918638"/>
                  </a:lnTo>
                  <a:lnTo>
                    <a:pt x="678631" y="919709"/>
                  </a:lnTo>
                  <a:lnTo>
                    <a:pt x="664441" y="919709"/>
                  </a:lnTo>
                  <a:close/>
                  <a:moveTo>
                    <a:pt x="309683" y="918638"/>
                  </a:moveTo>
                  <a:lnTo>
                    <a:pt x="339733" y="918638"/>
                  </a:lnTo>
                  <a:lnTo>
                    <a:pt x="339733" y="919709"/>
                  </a:lnTo>
                  <a:lnTo>
                    <a:pt x="309683" y="919709"/>
                  </a:lnTo>
                  <a:close/>
                  <a:moveTo>
                    <a:pt x="266277" y="918638"/>
                  </a:moveTo>
                  <a:lnTo>
                    <a:pt x="288815" y="918638"/>
                  </a:lnTo>
                  <a:lnTo>
                    <a:pt x="288815" y="919709"/>
                  </a:lnTo>
                  <a:lnTo>
                    <a:pt x="266277" y="919709"/>
                  </a:lnTo>
                  <a:close/>
                  <a:moveTo>
                    <a:pt x="484140" y="918638"/>
                  </a:moveTo>
                  <a:lnTo>
                    <a:pt x="641903" y="918638"/>
                  </a:lnTo>
                  <a:lnTo>
                    <a:pt x="641903" y="919709"/>
                  </a:lnTo>
                  <a:lnTo>
                    <a:pt x="484140" y="919709"/>
                  </a:lnTo>
                  <a:close/>
                  <a:moveTo>
                    <a:pt x="755426" y="918638"/>
                  </a:moveTo>
                  <a:lnTo>
                    <a:pt x="859766" y="918638"/>
                  </a:lnTo>
                  <a:lnTo>
                    <a:pt x="859766" y="919709"/>
                  </a:lnTo>
                  <a:lnTo>
                    <a:pt x="755426" y="919709"/>
                  </a:lnTo>
                  <a:close/>
                  <a:moveTo>
                    <a:pt x="456594" y="917567"/>
                  </a:moveTo>
                  <a:lnTo>
                    <a:pt x="467446" y="917567"/>
                  </a:lnTo>
                  <a:lnTo>
                    <a:pt x="467446" y="919709"/>
                  </a:lnTo>
                  <a:lnTo>
                    <a:pt x="456594" y="919709"/>
                  </a:lnTo>
                  <a:close/>
                  <a:moveTo>
                    <a:pt x="0" y="918638"/>
                  </a:moveTo>
                  <a:lnTo>
                    <a:pt x="250417" y="918638"/>
                  </a:lnTo>
                  <a:lnTo>
                    <a:pt x="250417" y="920779"/>
                  </a:lnTo>
                  <a:lnTo>
                    <a:pt x="0" y="920779"/>
                  </a:lnTo>
                  <a:close/>
                  <a:moveTo>
                    <a:pt x="559265" y="919709"/>
                  </a:moveTo>
                  <a:lnTo>
                    <a:pt x="641903" y="919709"/>
                  </a:lnTo>
                  <a:lnTo>
                    <a:pt x="641903" y="920779"/>
                  </a:lnTo>
                  <a:lnTo>
                    <a:pt x="559265" y="920779"/>
                  </a:lnTo>
                  <a:close/>
                  <a:moveTo>
                    <a:pt x="753756" y="919709"/>
                  </a:moveTo>
                  <a:lnTo>
                    <a:pt x="859766" y="919709"/>
                  </a:lnTo>
                  <a:lnTo>
                    <a:pt x="859766" y="920779"/>
                  </a:lnTo>
                  <a:lnTo>
                    <a:pt x="753756" y="920779"/>
                  </a:lnTo>
                  <a:close/>
                  <a:moveTo>
                    <a:pt x="919866" y="919709"/>
                  </a:moveTo>
                  <a:lnTo>
                    <a:pt x="925710" y="919709"/>
                  </a:lnTo>
                  <a:lnTo>
                    <a:pt x="925710" y="920779"/>
                  </a:lnTo>
                  <a:lnTo>
                    <a:pt x="919866" y="920779"/>
                  </a:lnTo>
                  <a:close/>
                  <a:moveTo>
                    <a:pt x="360601" y="918638"/>
                  </a:moveTo>
                  <a:lnTo>
                    <a:pt x="434891" y="918638"/>
                  </a:lnTo>
                  <a:lnTo>
                    <a:pt x="434891" y="920779"/>
                  </a:lnTo>
                  <a:lnTo>
                    <a:pt x="360601" y="920779"/>
                  </a:lnTo>
                  <a:close/>
                  <a:moveTo>
                    <a:pt x="543406" y="919709"/>
                  </a:moveTo>
                  <a:lnTo>
                    <a:pt x="551753" y="919709"/>
                  </a:lnTo>
                  <a:lnTo>
                    <a:pt x="551753" y="920779"/>
                  </a:lnTo>
                  <a:lnTo>
                    <a:pt x="543406" y="920779"/>
                  </a:lnTo>
                  <a:close/>
                  <a:moveTo>
                    <a:pt x="487479" y="919709"/>
                  </a:moveTo>
                  <a:lnTo>
                    <a:pt x="489149" y="919709"/>
                  </a:lnTo>
                  <a:lnTo>
                    <a:pt x="489149" y="920779"/>
                  </a:lnTo>
                  <a:lnTo>
                    <a:pt x="487479" y="920779"/>
                  </a:lnTo>
                  <a:close/>
                  <a:moveTo>
                    <a:pt x="664441" y="919709"/>
                  </a:moveTo>
                  <a:lnTo>
                    <a:pt x="675292" y="919709"/>
                  </a:lnTo>
                  <a:lnTo>
                    <a:pt x="675292" y="920779"/>
                  </a:lnTo>
                  <a:lnTo>
                    <a:pt x="664441" y="920779"/>
                  </a:lnTo>
                  <a:close/>
                  <a:moveTo>
                    <a:pt x="554257" y="919709"/>
                  </a:moveTo>
                  <a:lnTo>
                    <a:pt x="556761" y="919709"/>
                  </a:lnTo>
                  <a:lnTo>
                    <a:pt x="556761" y="920779"/>
                  </a:lnTo>
                  <a:lnTo>
                    <a:pt x="554257" y="920779"/>
                  </a:lnTo>
                  <a:close/>
                  <a:moveTo>
                    <a:pt x="265442" y="919709"/>
                  </a:moveTo>
                  <a:lnTo>
                    <a:pt x="287980" y="919709"/>
                  </a:lnTo>
                  <a:lnTo>
                    <a:pt x="287980" y="920779"/>
                  </a:lnTo>
                  <a:lnTo>
                    <a:pt x="265442" y="920779"/>
                  </a:lnTo>
                  <a:close/>
                  <a:moveTo>
                    <a:pt x="314691" y="919709"/>
                  </a:moveTo>
                  <a:lnTo>
                    <a:pt x="339733" y="919709"/>
                  </a:lnTo>
                  <a:lnTo>
                    <a:pt x="339733" y="920779"/>
                  </a:lnTo>
                  <a:lnTo>
                    <a:pt x="314691" y="920779"/>
                  </a:lnTo>
                  <a:close/>
                  <a:moveTo>
                    <a:pt x="563439" y="920779"/>
                  </a:moveTo>
                  <a:lnTo>
                    <a:pt x="641068" y="920779"/>
                  </a:lnTo>
                  <a:lnTo>
                    <a:pt x="641068" y="921850"/>
                  </a:lnTo>
                  <a:lnTo>
                    <a:pt x="563439" y="921850"/>
                  </a:lnTo>
                  <a:close/>
                  <a:moveTo>
                    <a:pt x="919032" y="920779"/>
                  </a:moveTo>
                  <a:lnTo>
                    <a:pt x="924875" y="920779"/>
                  </a:lnTo>
                  <a:lnTo>
                    <a:pt x="924875" y="921850"/>
                  </a:lnTo>
                  <a:lnTo>
                    <a:pt x="919032" y="921850"/>
                  </a:lnTo>
                  <a:close/>
                  <a:moveTo>
                    <a:pt x="264608" y="920779"/>
                  </a:moveTo>
                  <a:lnTo>
                    <a:pt x="286311" y="920779"/>
                  </a:lnTo>
                  <a:lnTo>
                    <a:pt x="286311" y="921850"/>
                  </a:lnTo>
                  <a:lnTo>
                    <a:pt x="264608" y="921850"/>
                  </a:lnTo>
                  <a:close/>
                  <a:moveTo>
                    <a:pt x="360601" y="920779"/>
                  </a:moveTo>
                  <a:lnTo>
                    <a:pt x="434057" y="920779"/>
                  </a:lnTo>
                  <a:lnTo>
                    <a:pt x="434057" y="921850"/>
                  </a:lnTo>
                  <a:lnTo>
                    <a:pt x="360601" y="921850"/>
                  </a:lnTo>
                  <a:close/>
                  <a:moveTo>
                    <a:pt x="752922" y="920779"/>
                  </a:moveTo>
                  <a:lnTo>
                    <a:pt x="859766" y="920779"/>
                  </a:lnTo>
                  <a:lnTo>
                    <a:pt x="859766" y="921850"/>
                  </a:lnTo>
                  <a:lnTo>
                    <a:pt x="752922" y="921850"/>
                  </a:lnTo>
                  <a:close/>
                  <a:moveTo>
                    <a:pt x="0" y="920779"/>
                  </a:moveTo>
                  <a:lnTo>
                    <a:pt x="251252" y="920779"/>
                  </a:lnTo>
                  <a:lnTo>
                    <a:pt x="251252" y="921850"/>
                  </a:lnTo>
                  <a:lnTo>
                    <a:pt x="0" y="921850"/>
                  </a:lnTo>
                  <a:close/>
                  <a:moveTo>
                    <a:pt x="663606" y="920779"/>
                  </a:moveTo>
                  <a:lnTo>
                    <a:pt x="674457" y="920779"/>
                  </a:lnTo>
                  <a:lnTo>
                    <a:pt x="674457" y="921850"/>
                  </a:lnTo>
                  <a:lnTo>
                    <a:pt x="663606" y="921850"/>
                  </a:lnTo>
                  <a:close/>
                  <a:moveTo>
                    <a:pt x="316361" y="920779"/>
                  </a:moveTo>
                  <a:lnTo>
                    <a:pt x="338898" y="920779"/>
                  </a:lnTo>
                  <a:lnTo>
                    <a:pt x="338898" y="921850"/>
                  </a:lnTo>
                  <a:lnTo>
                    <a:pt x="316361" y="921850"/>
                  </a:lnTo>
                  <a:close/>
                  <a:moveTo>
                    <a:pt x="360601" y="921850"/>
                  </a:moveTo>
                  <a:lnTo>
                    <a:pt x="433222" y="921850"/>
                  </a:lnTo>
                  <a:lnTo>
                    <a:pt x="433222" y="922921"/>
                  </a:lnTo>
                  <a:lnTo>
                    <a:pt x="360601" y="922921"/>
                  </a:lnTo>
                  <a:close/>
                  <a:moveTo>
                    <a:pt x="662771" y="921850"/>
                  </a:moveTo>
                  <a:lnTo>
                    <a:pt x="673623" y="921850"/>
                  </a:lnTo>
                  <a:lnTo>
                    <a:pt x="673623" y="922921"/>
                  </a:lnTo>
                  <a:lnTo>
                    <a:pt x="662771" y="922921"/>
                  </a:lnTo>
                  <a:close/>
                  <a:moveTo>
                    <a:pt x="564274" y="921850"/>
                  </a:moveTo>
                  <a:lnTo>
                    <a:pt x="641068" y="921850"/>
                  </a:lnTo>
                  <a:lnTo>
                    <a:pt x="641068" y="922921"/>
                  </a:lnTo>
                  <a:lnTo>
                    <a:pt x="564274" y="922921"/>
                  </a:lnTo>
                  <a:close/>
                  <a:moveTo>
                    <a:pt x="317195" y="921850"/>
                  </a:moveTo>
                  <a:lnTo>
                    <a:pt x="338063" y="921850"/>
                  </a:lnTo>
                  <a:lnTo>
                    <a:pt x="338063" y="922921"/>
                  </a:lnTo>
                  <a:lnTo>
                    <a:pt x="317195" y="922921"/>
                  </a:lnTo>
                  <a:close/>
                  <a:moveTo>
                    <a:pt x="947412" y="919709"/>
                  </a:moveTo>
                  <a:lnTo>
                    <a:pt x="959933" y="919709"/>
                  </a:lnTo>
                  <a:lnTo>
                    <a:pt x="959933" y="922921"/>
                  </a:lnTo>
                  <a:lnTo>
                    <a:pt x="947412" y="922921"/>
                  </a:lnTo>
                  <a:close/>
                  <a:moveTo>
                    <a:pt x="262938" y="921850"/>
                  </a:moveTo>
                  <a:lnTo>
                    <a:pt x="286311" y="921850"/>
                  </a:lnTo>
                  <a:lnTo>
                    <a:pt x="286311" y="922921"/>
                  </a:lnTo>
                  <a:lnTo>
                    <a:pt x="262938" y="922921"/>
                  </a:lnTo>
                  <a:close/>
                  <a:moveTo>
                    <a:pt x="0" y="921850"/>
                  </a:moveTo>
                  <a:lnTo>
                    <a:pt x="253756" y="921850"/>
                  </a:lnTo>
                  <a:lnTo>
                    <a:pt x="253756" y="922921"/>
                  </a:lnTo>
                  <a:lnTo>
                    <a:pt x="0" y="922921"/>
                  </a:lnTo>
                  <a:close/>
                  <a:moveTo>
                    <a:pt x="747078" y="921850"/>
                  </a:moveTo>
                  <a:lnTo>
                    <a:pt x="859766" y="921850"/>
                  </a:lnTo>
                  <a:lnTo>
                    <a:pt x="859766" y="922921"/>
                  </a:lnTo>
                  <a:lnTo>
                    <a:pt x="747078" y="922921"/>
                  </a:lnTo>
                  <a:close/>
                  <a:moveTo>
                    <a:pt x="743740" y="922921"/>
                  </a:moveTo>
                  <a:lnTo>
                    <a:pt x="859766" y="922921"/>
                  </a:lnTo>
                  <a:lnTo>
                    <a:pt x="859766" y="923991"/>
                  </a:lnTo>
                  <a:lnTo>
                    <a:pt x="743740" y="923991"/>
                  </a:lnTo>
                  <a:close/>
                  <a:moveTo>
                    <a:pt x="564274" y="922921"/>
                  </a:moveTo>
                  <a:lnTo>
                    <a:pt x="640234" y="922921"/>
                  </a:lnTo>
                  <a:lnTo>
                    <a:pt x="640234" y="923991"/>
                  </a:lnTo>
                  <a:lnTo>
                    <a:pt x="564274" y="923991"/>
                  </a:lnTo>
                  <a:close/>
                  <a:moveTo>
                    <a:pt x="662771" y="922921"/>
                  </a:moveTo>
                  <a:lnTo>
                    <a:pt x="672788" y="922921"/>
                  </a:lnTo>
                  <a:lnTo>
                    <a:pt x="672788" y="923991"/>
                  </a:lnTo>
                  <a:lnTo>
                    <a:pt x="662771" y="923991"/>
                  </a:lnTo>
                  <a:close/>
                  <a:moveTo>
                    <a:pt x="946578" y="922921"/>
                  </a:moveTo>
                  <a:lnTo>
                    <a:pt x="959933" y="922921"/>
                  </a:lnTo>
                  <a:lnTo>
                    <a:pt x="959933" y="923991"/>
                  </a:lnTo>
                  <a:lnTo>
                    <a:pt x="946578" y="923991"/>
                  </a:lnTo>
                  <a:close/>
                  <a:moveTo>
                    <a:pt x="318030" y="922921"/>
                  </a:moveTo>
                  <a:lnTo>
                    <a:pt x="337229" y="922921"/>
                  </a:lnTo>
                  <a:lnTo>
                    <a:pt x="337229" y="923991"/>
                  </a:lnTo>
                  <a:lnTo>
                    <a:pt x="318030" y="923991"/>
                  </a:lnTo>
                  <a:close/>
                  <a:moveTo>
                    <a:pt x="879800" y="918638"/>
                  </a:moveTo>
                  <a:lnTo>
                    <a:pt x="897329" y="918638"/>
                  </a:lnTo>
                  <a:lnTo>
                    <a:pt x="897329" y="923991"/>
                  </a:lnTo>
                  <a:lnTo>
                    <a:pt x="879800" y="923991"/>
                  </a:lnTo>
                  <a:close/>
                  <a:moveTo>
                    <a:pt x="0" y="922921"/>
                  </a:moveTo>
                  <a:lnTo>
                    <a:pt x="256260" y="922921"/>
                  </a:lnTo>
                  <a:lnTo>
                    <a:pt x="256260" y="923991"/>
                  </a:lnTo>
                  <a:lnTo>
                    <a:pt x="0" y="923991"/>
                  </a:lnTo>
                  <a:close/>
                  <a:moveTo>
                    <a:pt x="260434" y="922921"/>
                  </a:moveTo>
                  <a:lnTo>
                    <a:pt x="285476" y="922921"/>
                  </a:lnTo>
                  <a:lnTo>
                    <a:pt x="285476" y="923991"/>
                  </a:lnTo>
                  <a:lnTo>
                    <a:pt x="260434" y="923991"/>
                  </a:lnTo>
                  <a:close/>
                  <a:moveTo>
                    <a:pt x="565943" y="923991"/>
                  </a:moveTo>
                  <a:lnTo>
                    <a:pt x="639399" y="923991"/>
                  </a:lnTo>
                  <a:lnTo>
                    <a:pt x="639399" y="925062"/>
                  </a:lnTo>
                  <a:lnTo>
                    <a:pt x="565943" y="925062"/>
                  </a:lnTo>
                  <a:close/>
                  <a:moveTo>
                    <a:pt x="455760" y="919709"/>
                  </a:moveTo>
                  <a:lnTo>
                    <a:pt x="467446" y="919709"/>
                  </a:lnTo>
                  <a:lnTo>
                    <a:pt x="467446" y="925062"/>
                  </a:lnTo>
                  <a:lnTo>
                    <a:pt x="455760" y="925062"/>
                  </a:lnTo>
                  <a:close/>
                  <a:moveTo>
                    <a:pt x="359766" y="922921"/>
                  </a:moveTo>
                  <a:lnTo>
                    <a:pt x="432387" y="922921"/>
                  </a:lnTo>
                  <a:lnTo>
                    <a:pt x="432387" y="925062"/>
                  </a:lnTo>
                  <a:lnTo>
                    <a:pt x="359766" y="925062"/>
                  </a:lnTo>
                  <a:close/>
                  <a:moveTo>
                    <a:pt x="980801" y="896154"/>
                  </a:moveTo>
                  <a:lnTo>
                    <a:pt x="1000000" y="896154"/>
                  </a:lnTo>
                  <a:lnTo>
                    <a:pt x="1000000" y="925062"/>
                  </a:lnTo>
                  <a:lnTo>
                    <a:pt x="980801" y="925062"/>
                  </a:lnTo>
                  <a:close/>
                  <a:moveTo>
                    <a:pt x="918197" y="921850"/>
                  </a:moveTo>
                  <a:lnTo>
                    <a:pt x="924875" y="921850"/>
                  </a:lnTo>
                  <a:lnTo>
                    <a:pt x="924875" y="925062"/>
                  </a:lnTo>
                  <a:lnTo>
                    <a:pt x="918197" y="925062"/>
                  </a:lnTo>
                  <a:close/>
                  <a:moveTo>
                    <a:pt x="318865" y="923991"/>
                  </a:moveTo>
                  <a:lnTo>
                    <a:pt x="337229" y="923991"/>
                  </a:lnTo>
                  <a:lnTo>
                    <a:pt x="337229" y="925062"/>
                  </a:lnTo>
                  <a:lnTo>
                    <a:pt x="318865" y="925062"/>
                  </a:lnTo>
                  <a:close/>
                  <a:moveTo>
                    <a:pt x="742070" y="923991"/>
                  </a:moveTo>
                  <a:lnTo>
                    <a:pt x="859766" y="923991"/>
                  </a:lnTo>
                  <a:lnTo>
                    <a:pt x="859766" y="925062"/>
                  </a:lnTo>
                  <a:lnTo>
                    <a:pt x="742070" y="925062"/>
                  </a:lnTo>
                  <a:close/>
                  <a:moveTo>
                    <a:pt x="879800" y="923991"/>
                  </a:moveTo>
                  <a:lnTo>
                    <a:pt x="896494" y="923991"/>
                  </a:lnTo>
                  <a:lnTo>
                    <a:pt x="896494" y="926133"/>
                  </a:lnTo>
                  <a:lnTo>
                    <a:pt x="879800" y="926133"/>
                  </a:lnTo>
                  <a:close/>
                  <a:moveTo>
                    <a:pt x="454925" y="925062"/>
                  </a:moveTo>
                  <a:lnTo>
                    <a:pt x="467446" y="925062"/>
                  </a:lnTo>
                  <a:lnTo>
                    <a:pt x="467446" y="926133"/>
                  </a:lnTo>
                  <a:lnTo>
                    <a:pt x="454925" y="926133"/>
                  </a:lnTo>
                  <a:close/>
                  <a:moveTo>
                    <a:pt x="661937" y="923991"/>
                  </a:moveTo>
                  <a:lnTo>
                    <a:pt x="671953" y="923991"/>
                  </a:lnTo>
                  <a:lnTo>
                    <a:pt x="671953" y="926133"/>
                  </a:lnTo>
                  <a:lnTo>
                    <a:pt x="661937" y="926133"/>
                  </a:lnTo>
                  <a:close/>
                  <a:moveTo>
                    <a:pt x="358932" y="925062"/>
                  </a:moveTo>
                  <a:lnTo>
                    <a:pt x="432387" y="925062"/>
                  </a:lnTo>
                  <a:lnTo>
                    <a:pt x="432387" y="926133"/>
                  </a:lnTo>
                  <a:lnTo>
                    <a:pt x="358932" y="926133"/>
                  </a:lnTo>
                  <a:close/>
                  <a:moveTo>
                    <a:pt x="737896" y="925062"/>
                  </a:moveTo>
                  <a:lnTo>
                    <a:pt x="859766" y="925062"/>
                  </a:lnTo>
                  <a:lnTo>
                    <a:pt x="859766" y="926133"/>
                  </a:lnTo>
                  <a:lnTo>
                    <a:pt x="737896" y="926133"/>
                  </a:lnTo>
                  <a:close/>
                  <a:moveTo>
                    <a:pt x="454090" y="926133"/>
                  </a:moveTo>
                  <a:lnTo>
                    <a:pt x="467446" y="926133"/>
                  </a:lnTo>
                  <a:lnTo>
                    <a:pt x="467446" y="927203"/>
                  </a:lnTo>
                  <a:lnTo>
                    <a:pt x="454090" y="927203"/>
                  </a:lnTo>
                  <a:close/>
                  <a:moveTo>
                    <a:pt x="358097" y="926133"/>
                  </a:moveTo>
                  <a:lnTo>
                    <a:pt x="432387" y="926133"/>
                  </a:lnTo>
                  <a:lnTo>
                    <a:pt x="432387" y="927203"/>
                  </a:lnTo>
                  <a:lnTo>
                    <a:pt x="358097" y="927203"/>
                  </a:lnTo>
                  <a:close/>
                  <a:moveTo>
                    <a:pt x="319699" y="925062"/>
                  </a:moveTo>
                  <a:lnTo>
                    <a:pt x="337229" y="925062"/>
                  </a:lnTo>
                  <a:lnTo>
                    <a:pt x="337229" y="927203"/>
                  </a:lnTo>
                  <a:lnTo>
                    <a:pt x="319699" y="927203"/>
                  </a:lnTo>
                  <a:close/>
                  <a:moveTo>
                    <a:pt x="945743" y="923991"/>
                  </a:moveTo>
                  <a:lnTo>
                    <a:pt x="959933" y="923991"/>
                  </a:lnTo>
                  <a:lnTo>
                    <a:pt x="959933" y="927203"/>
                  </a:lnTo>
                  <a:lnTo>
                    <a:pt x="945743" y="927203"/>
                  </a:lnTo>
                  <a:close/>
                  <a:moveTo>
                    <a:pt x="566778" y="925062"/>
                  </a:moveTo>
                  <a:lnTo>
                    <a:pt x="639399" y="925062"/>
                  </a:lnTo>
                  <a:lnTo>
                    <a:pt x="639399" y="927203"/>
                  </a:lnTo>
                  <a:lnTo>
                    <a:pt x="566778" y="927203"/>
                  </a:lnTo>
                  <a:close/>
                  <a:moveTo>
                    <a:pt x="732888" y="926133"/>
                  </a:moveTo>
                  <a:lnTo>
                    <a:pt x="859766" y="926133"/>
                  </a:lnTo>
                  <a:lnTo>
                    <a:pt x="859766" y="927203"/>
                  </a:lnTo>
                  <a:lnTo>
                    <a:pt x="732888" y="927203"/>
                  </a:lnTo>
                  <a:close/>
                  <a:moveTo>
                    <a:pt x="661937" y="926133"/>
                  </a:moveTo>
                  <a:lnTo>
                    <a:pt x="671119" y="926133"/>
                  </a:lnTo>
                  <a:lnTo>
                    <a:pt x="671119" y="927203"/>
                  </a:lnTo>
                  <a:lnTo>
                    <a:pt x="661937" y="927203"/>
                  </a:lnTo>
                  <a:close/>
                  <a:moveTo>
                    <a:pt x="566778" y="927203"/>
                  </a:moveTo>
                  <a:lnTo>
                    <a:pt x="638564" y="927203"/>
                  </a:lnTo>
                  <a:lnTo>
                    <a:pt x="638564" y="928274"/>
                  </a:lnTo>
                  <a:lnTo>
                    <a:pt x="566778" y="928274"/>
                  </a:lnTo>
                  <a:close/>
                  <a:moveTo>
                    <a:pt x="661102" y="927203"/>
                  </a:moveTo>
                  <a:lnTo>
                    <a:pt x="671119" y="927203"/>
                  </a:lnTo>
                  <a:lnTo>
                    <a:pt x="671119" y="928274"/>
                  </a:lnTo>
                  <a:lnTo>
                    <a:pt x="661102" y="928274"/>
                  </a:lnTo>
                  <a:close/>
                  <a:moveTo>
                    <a:pt x="358097" y="927203"/>
                  </a:moveTo>
                  <a:lnTo>
                    <a:pt x="431553" y="927203"/>
                  </a:lnTo>
                  <a:lnTo>
                    <a:pt x="431553" y="928274"/>
                  </a:lnTo>
                  <a:lnTo>
                    <a:pt x="358097" y="928274"/>
                  </a:lnTo>
                  <a:close/>
                  <a:moveTo>
                    <a:pt x="917362" y="925062"/>
                  </a:moveTo>
                  <a:lnTo>
                    <a:pt x="924875" y="925062"/>
                  </a:lnTo>
                  <a:lnTo>
                    <a:pt x="924875" y="928274"/>
                  </a:lnTo>
                  <a:lnTo>
                    <a:pt x="917362" y="928274"/>
                  </a:lnTo>
                  <a:close/>
                  <a:moveTo>
                    <a:pt x="731219" y="927203"/>
                  </a:moveTo>
                  <a:lnTo>
                    <a:pt x="859766" y="927203"/>
                  </a:lnTo>
                  <a:lnTo>
                    <a:pt x="859766" y="928274"/>
                  </a:lnTo>
                  <a:lnTo>
                    <a:pt x="731219" y="928274"/>
                  </a:lnTo>
                  <a:close/>
                  <a:moveTo>
                    <a:pt x="567613" y="928274"/>
                  </a:moveTo>
                  <a:lnTo>
                    <a:pt x="638564" y="928274"/>
                  </a:lnTo>
                  <a:lnTo>
                    <a:pt x="638564" y="929345"/>
                  </a:lnTo>
                  <a:lnTo>
                    <a:pt x="567613" y="929345"/>
                  </a:lnTo>
                  <a:close/>
                  <a:moveTo>
                    <a:pt x="916528" y="928274"/>
                  </a:moveTo>
                  <a:lnTo>
                    <a:pt x="924875" y="928274"/>
                  </a:lnTo>
                  <a:lnTo>
                    <a:pt x="924875" y="929345"/>
                  </a:lnTo>
                  <a:lnTo>
                    <a:pt x="916528" y="929345"/>
                  </a:lnTo>
                  <a:close/>
                  <a:moveTo>
                    <a:pt x="319699" y="927203"/>
                  </a:moveTo>
                  <a:lnTo>
                    <a:pt x="336394" y="927203"/>
                  </a:lnTo>
                  <a:lnTo>
                    <a:pt x="336394" y="929345"/>
                  </a:lnTo>
                  <a:lnTo>
                    <a:pt x="319699" y="929345"/>
                  </a:lnTo>
                  <a:close/>
                  <a:moveTo>
                    <a:pt x="879800" y="926133"/>
                  </a:moveTo>
                  <a:lnTo>
                    <a:pt x="895659" y="926133"/>
                  </a:lnTo>
                  <a:lnTo>
                    <a:pt x="895659" y="929345"/>
                  </a:lnTo>
                  <a:lnTo>
                    <a:pt x="879800" y="929345"/>
                  </a:lnTo>
                  <a:close/>
                  <a:moveTo>
                    <a:pt x="358097" y="928274"/>
                  </a:moveTo>
                  <a:lnTo>
                    <a:pt x="430718" y="928274"/>
                  </a:lnTo>
                  <a:lnTo>
                    <a:pt x="430718" y="929345"/>
                  </a:lnTo>
                  <a:lnTo>
                    <a:pt x="358097" y="929345"/>
                  </a:lnTo>
                  <a:close/>
                  <a:moveTo>
                    <a:pt x="729549" y="928274"/>
                  </a:moveTo>
                  <a:lnTo>
                    <a:pt x="859766" y="928274"/>
                  </a:lnTo>
                  <a:lnTo>
                    <a:pt x="859766" y="929345"/>
                  </a:lnTo>
                  <a:lnTo>
                    <a:pt x="729549" y="929345"/>
                  </a:lnTo>
                  <a:close/>
                  <a:moveTo>
                    <a:pt x="726210" y="929345"/>
                  </a:moveTo>
                  <a:lnTo>
                    <a:pt x="859766" y="929345"/>
                  </a:lnTo>
                  <a:lnTo>
                    <a:pt x="859766" y="930415"/>
                  </a:lnTo>
                  <a:lnTo>
                    <a:pt x="726210" y="930415"/>
                  </a:lnTo>
                  <a:close/>
                  <a:moveTo>
                    <a:pt x="453255" y="927203"/>
                  </a:moveTo>
                  <a:lnTo>
                    <a:pt x="467446" y="927203"/>
                  </a:lnTo>
                  <a:lnTo>
                    <a:pt x="467446" y="930415"/>
                  </a:lnTo>
                  <a:lnTo>
                    <a:pt x="453255" y="930415"/>
                  </a:lnTo>
                  <a:close/>
                  <a:moveTo>
                    <a:pt x="660267" y="928274"/>
                  </a:moveTo>
                  <a:lnTo>
                    <a:pt x="671119" y="928274"/>
                  </a:lnTo>
                  <a:lnTo>
                    <a:pt x="671119" y="930415"/>
                  </a:lnTo>
                  <a:lnTo>
                    <a:pt x="660267" y="930415"/>
                  </a:lnTo>
                  <a:close/>
                  <a:moveTo>
                    <a:pt x="944908" y="927203"/>
                  </a:moveTo>
                  <a:lnTo>
                    <a:pt x="959933" y="927203"/>
                  </a:lnTo>
                  <a:lnTo>
                    <a:pt x="959933" y="930415"/>
                  </a:lnTo>
                  <a:lnTo>
                    <a:pt x="944908" y="930415"/>
                  </a:lnTo>
                  <a:close/>
                  <a:moveTo>
                    <a:pt x="567613" y="929345"/>
                  </a:moveTo>
                  <a:lnTo>
                    <a:pt x="637730" y="929345"/>
                  </a:lnTo>
                  <a:lnTo>
                    <a:pt x="637730" y="930415"/>
                  </a:lnTo>
                  <a:lnTo>
                    <a:pt x="567613" y="930415"/>
                  </a:lnTo>
                  <a:close/>
                  <a:moveTo>
                    <a:pt x="319699" y="929345"/>
                  </a:moveTo>
                  <a:lnTo>
                    <a:pt x="335559" y="929345"/>
                  </a:lnTo>
                  <a:lnTo>
                    <a:pt x="335559" y="931486"/>
                  </a:lnTo>
                  <a:lnTo>
                    <a:pt x="319699" y="931486"/>
                  </a:lnTo>
                  <a:close/>
                  <a:moveTo>
                    <a:pt x="879800" y="929345"/>
                  </a:moveTo>
                  <a:lnTo>
                    <a:pt x="896494" y="929345"/>
                  </a:lnTo>
                  <a:lnTo>
                    <a:pt x="896494" y="931486"/>
                  </a:lnTo>
                  <a:lnTo>
                    <a:pt x="879800" y="931486"/>
                  </a:lnTo>
                  <a:close/>
                  <a:moveTo>
                    <a:pt x="357262" y="929345"/>
                  </a:moveTo>
                  <a:lnTo>
                    <a:pt x="429883" y="929345"/>
                  </a:lnTo>
                  <a:lnTo>
                    <a:pt x="429883" y="932557"/>
                  </a:lnTo>
                  <a:lnTo>
                    <a:pt x="357262" y="932557"/>
                  </a:lnTo>
                  <a:close/>
                  <a:moveTo>
                    <a:pt x="452421" y="930415"/>
                  </a:moveTo>
                  <a:lnTo>
                    <a:pt x="467446" y="930415"/>
                  </a:lnTo>
                  <a:lnTo>
                    <a:pt x="467446" y="932557"/>
                  </a:lnTo>
                  <a:lnTo>
                    <a:pt x="452421" y="932557"/>
                  </a:lnTo>
                  <a:close/>
                  <a:moveTo>
                    <a:pt x="979967" y="925062"/>
                  </a:moveTo>
                  <a:lnTo>
                    <a:pt x="1000000" y="925062"/>
                  </a:lnTo>
                  <a:lnTo>
                    <a:pt x="1000000" y="932557"/>
                  </a:lnTo>
                  <a:lnTo>
                    <a:pt x="979967" y="932557"/>
                  </a:lnTo>
                  <a:close/>
                  <a:moveTo>
                    <a:pt x="915693" y="929345"/>
                  </a:moveTo>
                  <a:lnTo>
                    <a:pt x="924875" y="929345"/>
                  </a:lnTo>
                  <a:lnTo>
                    <a:pt x="924875" y="932557"/>
                  </a:lnTo>
                  <a:lnTo>
                    <a:pt x="915693" y="932557"/>
                  </a:lnTo>
                  <a:close/>
                  <a:moveTo>
                    <a:pt x="944073" y="930415"/>
                  </a:moveTo>
                  <a:lnTo>
                    <a:pt x="959933" y="930415"/>
                  </a:lnTo>
                  <a:lnTo>
                    <a:pt x="959933" y="932557"/>
                  </a:lnTo>
                  <a:lnTo>
                    <a:pt x="944073" y="932557"/>
                  </a:lnTo>
                  <a:close/>
                  <a:moveTo>
                    <a:pt x="567613" y="930415"/>
                  </a:moveTo>
                  <a:lnTo>
                    <a:pt x="636895" y="930415"/>
                  </a:lnTo>
                  <a:lnTo>
                    <a:pt x="636895" y="932557"/>
                  </a:lnTo>
                  <a:lnTo>
                    <a:pt x="567613" y="932557"/>
                  </a:lnTo>
                  <a:close/>
                  <a:moveTo>
                    <a:pt x="567613" y="932557"/>
                  </a:moveTo>
                  <a:lnTo>
                    <a:pt x="636060" y="932557"/>
                  </a:lnTo>
                  <a:lnTo>
                    <a:pt x="636060" y="933628"/>
                  </a:lnTo>
                  <a:lnTo>
                    <a:pt x="567613" y="933628"/>
                  </a:lnTo>
                  <a:close/>
                  <a:moveTo>
                    <a:pt x="357262" y="932557"/>
                  </a:moveTo>
                  <a:lnTo>
                    <a:pt x="429048" y="932557"/>
                  </a:lnTo>
                  <a:lnTo>
                    <a:pt x="429048" y="933628"/>
                  </a:lnTo>
                  <a:lnTo>
                    <a:pt x="357262" y="933628"/>
                  </a:lnTo>
                  <a:close/>
                  <a:moveTo>
                    <a:pt x="943239" y="932557"/>
                  </a:moveTo>
                  <a:lnTo>
                    <a:pt x="959933" y="932557"/>
                  </a:lnTo>
                  <a:lnTo>
                    <a:pt x="959933" y="933628"/>
                  </a:lnTo>
                  <a:lnTo>
                    <a:pt x="943239" y="933628"/>
                  </a:lnTo>
                  <a:close/>
                  <a:moveTo>
                    <a:pt x="451586" y="932557"/>
                  </a:moveTo>
                  <a:lnTo>
                    <a:pt x="468280" y="932557"/>
                  </a:lnTo>
                  <a:lnTo>
                    <a:pt x="468280" y="933628"/>
                  </a:lnTo>
                  <a:lnTo>
                    <a:pt x="451586" y="933628"/>
                  </a:lnTo>
                  <a:close/>
                  <a:moveTo>
                    <a:pt x="319699" y="931486"/>
                  </a:moveTo>
                  <a:lnTo>
                    <a:pt x="334725" y="931486"/>
                  </a:lnTo>
                  <a:lnTo>
                    <a:pt x="334725" y="934698"/>
                  </a:lnTo>
                  <a:lnTo>
                    <a:pt x="319699" y="934698"/>
                  </a:lnTo>
                  <a:close/>
                  <a:moveTo>
                    <a:pt x="450751" y="933628"/>
                  </a:moveTo>
                  <a:lnTo>
                    <a:pt x="469115" y="933628"/>
                  </a:lnTo>
                  <a:lnTo>
                    <a:pt x="469115" y="934698"/>
                  </a:lnTo>
                  <a:lnTo>
                    <a:pt x="450751" y="934698"/>
                  </a:lnTo>
                  <a:close/>
                  <a:moveTo>
                    <a:pt x="659432" y="930415"/>
                  </a:moveTo>
                  <a:lnTo>
                    <a:pt x="671119" y="930415"/>
                  </a:lnTo>
                  <a:lnTo>
                    <a:pt x="671119" y="934698"/>
                  </a:lnTo>
                  <a:lnTo>
                    <a:pt x="659432" y="934698"/>
                  </a:lnTo>
                  <a:close/>
                  <a:moveTo>
                    <a:pt x="658598" y="934698"/>
                  </a:moveTo>
                  <a:lnTo>
                    <a:pt x="671119" y="934698"/>
                  </a:lnTo>
                  <a:lnTo>
                    <a:pt x="671119" y="935769"/>
                  </a:lnTo>
                  <a:lnTo>
                    <a:pt x="658598" y="935769"/>
                  </a:lnTo>
                  <a:close/>
                  <a:moveTo>
                    <a:pt x="450751" y="934698"/>
                  </a:moveTo>
                  <a:lnTo>
                    <a:pt x="469950" y="934698"/>
                  </a:lnTo>
                  <a:lnTo>
                    <a:pt x="469950" y="935769"/>
                  </a:lnTo>
                  <a:lnTo>
                    <a:pt x="450751" y="935769"/>
                  </a:lnTo>
                  <a:close/>
                  <a:moveTo>
                    <a:pt x="355593" y="933628"/>
                  </a:moveTo>
                  <a:lnTo>
                    <a:pt x="429048" y="933628"/>
                  </a:lnTo>
                  <a:lnTo>
                    <a:pt x="429048" y="935769"/>
                  </a:lnTo>
                  <a:lnTo>
                    <a:pt x="355593" y="935769"/>
                  </a:lnTo>
                  <a:close/>
                  <a:moveTo>
                    <a:pt x="914858" y="932557"/>
                  </a:moveTo>
                  <a:lnTo>
                    <a:pt x="924875" y="932557"/>
                  </a:lnTo>
                  <a:lnTo>
                    <a:pt x="924875" y="935769"/>
                  </a:lnTo>
                  <a:lnTo>
                    <a:pt x="914858" y="935769"/>
                  </a:lnTo>
                  <a:close/>
                  <a:moveTo>
                    <a:pt x="879800" y="931486"/>
                  </a:moveTo>
                  <a:lnTo>
                    <a:pt x="897329" y="931486"/>
                  </a:lnTo>
                  <a:lnTo>
                    <a:pt x="897329" y="935769"/>
                  </a:lnTo>
                  <a:lnTo>
                    <a:pt x="879800" y="935769"/>
                  </a:lnTo>
                  <a:close/>
                  <a:moveTo>
                    <a:pt x="0" y="923991"/>
                  </a:moveTo>
                  <a:lnTo>
                    <a:pt x="285476" y="923991"/>
                  </a:lnTo>
                  <a:lnTo>
                    <a:pt x="285476" y="935769"/>
                  </a:lnTo>
                  <a:lnTo>
                    <a:pt x="0" y="935769"/>
                  </a:lnTo>
                  <a:close/>
                  <a:moveTo>
                    <a:pt x="568447" y="933628"/>
                  </a:moveTo>
                  <a:lnTo>
                    <a:pt x="636060" y="933628"/>
                  </a:lnTo>
                  <a:lnTo>
                    <a:pt x="636060" y="936840"/>
                  </a:lnTo>
                  <a:lnTo>
                    <a:pt x="568447" y="936840"/>
                  </a:lnTo>
                  <a:close/>
                  <a:moveTo>
                    <a:pt x="449917" y="935769"/>
                  </a:moveTo>
                  <a:lnTo>
                    <a:pt x="470785" y="935769"/>
                  </a:lnTo>
                  <a:lnTo>
                    <a:pt x="470785" y="936840"/>
                  </a:lnTo>
                  <a:lnTo>
                    <a:pt x="449917" y="936840"/>
                  </a:lnTo>
                  <a:close/>
                  <a:moveTo>
                    <a:pt x="0" y="935769"/>
                  </a:moveTo>
                  <a:lnTo>
                    <a:pt x="286311" y="935769"/>
                  </a:lnTo>
                  <a:lnTo>
                    <a:pt x="286311" y="936840"/>
                  </a:lnTo>
                  <a:lnTo>
                    <a:pt x="0" y="936840"/>
                  </a:lnTo>
                  <a:close/>
                  <a:moveTo>
                    <a:pt x="942404" y="933628"/>
                  </a:moveTo>
                  <a:lnTo>
                    <a:pt x="959933" y="933628"/>
                  </a:lnTo>
                  <a:lnTo>
                    <a:pt x="959933" y="936840"/>
                  </a:lnTo>
                  <a:lnTo>
                    <a:pt x="942404" y="936840"/>
                  </a:lnTo>
                  <a:close/>
                  <a:moveTo>
                    <a:pt x="879800" y="935769"/>
                  </a:moveTo>
                  <a:lnTo>
                    <a:pt x="898164" y="935769"/>
                  </a:lnTo>
                  <a:lnTo>
                    <a:pt x="898164" y="936840"/>
                  </a:lnTo>
                  <a:lnTo>
                    <a:pt x="879800" y="936840"/>
                  </a:lnTo>
                  <a:close/>
                  <a:moveTo>
                    <a:pt x="914023" y="935769"/>
                  </a:moveTo>
                  <a:lnTo>
                    <a:pt x="925710" y="935769"/>
                  </a:lnTo>
                  <a:lnTo>
                    <a:pt x="925710" y="936840"/>
                  </a:lnTo>
                  <a:lnTo>
                    <a:pt x="914023" y="936840"/>
                  </a:lnTo>
                  <a:close/>
                  <a:moveTo>
                    <a:pt x="354758" y="935769"/>
                  </a:moveTo>
                  <a:lnTo>
                    <a:pt x="428214" y="935769"/>
                  </a:lnTo>
                  <a:lnTo>
                    <a:pt x="428214" y="936840"/>
                  </a:lnTo>
                  <a:lnTo>
                    <a:pt x="354758" y="936840"/>
                  </a:lnTo>
                  <a:close/>
                  <a:moveTo>
                    <a:pt x="0" y="936840"/>
                  </a:moveTo>
                  <a:lnTo>
                    <a:pt x="287145" y="936840"/>
                  </a:lnTo>
                  <a:lnTo>
                    <a:pt x="287145" y="937910"/>
                  </a:lnTo>
                  <a:lnTo>
                    <a:pt x="0" y="937910"/>
                  </a:lnTo>
                  <a:close/>
                  <a:moveTo>
                    <a:pt x="879800" y="936840"/>
                  </a:moveTo>
                  <a:lnTo>
                    <a:pt x="898998" y="936840"/>
                  </a:lnTo>
                  <a:lnTo>
                    <a:pt x="898998" y="937910"/>
                  </a:lnTo>
                  <a:lnTo>
                    <a:pt x="879800" y="937910"/>
                  </a:lnTo>
                  <a:close/>
                  <a:moveTo>
                    <a:pt x="700334" y="936840"/>
                  </a:moveTo>
                  <a:lnTo>
                    <a:pt x="704508" y="936840"/>
                  </a:lnTo>
                  <a:lnTo>
                    <a:pt x="704508" y="937910"/>
                  </a:lnTo>
                  <a:lnTo>
                    <a:pt x="700334" y="937910"/>
                  </a:lnTo>
                  <a:close/>
                  <a:moveTo>
                    <a:pt x="941569" y="936840"/>
                  </a:moveTo>
                  <a:lnTo>
                    <a:pt x="959933" y="936840"/>
                  </a:lnTo>
                  <a:lnTo>
                    <a:pt x="959933" y="937910"/>
                  </a:lnTo>
                  <a:lnTo>
                    <a:pt x="941569" y="937910"/>
                  </a:lnTo>
                  <a:close/>
                  <a:moveTo>
                    <a:pt x="979132" y="932557"/>
                  </a:moveTo>
                  <a:lnTo>
                    <a:pt x="1000000" y="932557"/>
                  </a:lnTo>
                  <a:lnTo>
                    <a:pt x="1000000" y="937910"/>
                  </a:lnTo>
                  <a:lnTo>
                    <a:pt x="979132" y="937910"/>
                  </a:lnTo>
                  <a:close/>
                  <a:moveTo>
                    <a:pt x="449917" y="936840"/>
                  </a:moveTo>
                  <a:lnTo>
                    <a:pt x="473289" y="936840"/>
                  </a:lnTo>
                  <a:lnTo>
                    <a:pt x="473289" y="937910"/>
                  </a:lnTo>
                  <a:lnTo>
                    <a:pt x="449917" y="937910"/>
                  </a:lnTo>
                  <a:close/>
                  <a:moveTo>
                    <a:pt x="319699" y="934698"/>
                  </a:moveTo>
                  <a:lnTo>
                    <a:pt x="333890" y="934698"/>
                  </a:lnTo>
                  <a:lnTo>
                    <a:pt x="333890" y="937910"/>
                  </a:lnTo>
                  <a:lnTo>
                    <a:pt x="319699" y="937910"/>
                  </a:lnTo>
                  <a:close/>
                  <a:moveTo>
                    <a:pt x="657763" y="935769"/>
                  </a:moveTo>
                  <a:lnTo>
                    <a:pt x="671953" y="935769"/>
                  </a:lnTo>
                  <a:lnTo>
                    <a:pt x="671953" y="937910"/>
                  </a:lnTo>
                  <a:lnTo>
                    <a:pt x="657763" y="937910"/>
                  </a:lnTo>
                  <a:close/>
                  <a:moveTo>
                    <a:pt x="354758" y="936840"/>
                  </a:moveTo>
                  <a:lnTo>
                    <a:pt x="427379" y="936840"/>
                  </a:lnTo>
                  <a:lnTo>
                    <a:pt x="427379" y="938981"/>
                  </a:lnTo>
                  <a:lnTo>
                    <a:pt x="354758" y="938981"/>
                  </a:lnTo>
                  <a:close/>
                  <a:moveTo>
                    <a:pt x="699499" y="937910"/>
                  </a:moveTo>
                  <a:lnTo>
                    <a:pt x="705342" y="937910"/>
                  </a:lnTo>
                  <a:lnTo>
                    <a:pt x="705342" y="938981"/>
                  </a:lnTo>
                  <a:lnTo>
                    <a:pt x="699499" y="938981"/>
                  </a:lnTo>
                  <a:close/>
                  <a:moveTo>
                    <a:pt x="190317" y="937910"/>
                  </a:moveTo>
                  <a:lnTo>
                    <a:pt x="287980" y="937910"/>
                  </a:lnTo>
                  <a:lnTo>
                    <a:pt x="287980" y="938981"/>
                  </a:lnTo>
                  <a:lnTo>
                    <a:pt x="190317" y="938981"/>
                  </a:lnTo>
                  <a:close/>
                  <a:moveTo>
                    <a:pt x="940735" y="937910"/>
                  </a:moveTo>
                  <a:lnTo>
                    <a:pt x="959933" y="937910"/>
                  </a:lnTo>
                  <a:lnTo>
                    <a:pt x="959933" y="938981"/>
                  </a:lnTo>
                  <a:lnTo>
                    <a:pt x="940735" y="938981"/>
                  </a:lnTo>
                  <a:close/>
                  <a:moveTo>
                    <a:pt x="0" y="937910"/>
                  </a:moveTo>
                  <a:lnTo>
                    <a:pt x="57596" y="937910"/>
                  </a:lnTo>
                  <a:lnTo>
                    <a:pt x="57596" y="938981"/>
                  </a:lnTo>
                  <a:lnTo>
                    <a:pt x="0" y="938981"/>
                  </a:lnTo>
                  <a:close/>
                  <a:moveTo>
                    <a:pt x="568447" y="936840"/>
                  </a:moveTo>
                  <a:lnTo>
                    <a:pt x="635225" y="936840"/>
                  </a:lnTo>
                  <a:lnTo>
                    <a:pt x="635225" y="938981"/>
                  </a:lnTo>
                  <a:lnTo>
                    <a:pt x="568447" y="938981"/>
                  </a:lnTo>
                  <a:close/>
                  <a:moveTo>
                    <a:pt x="912354" y="936840"/>
                  </a:moveTo>
                  <a:lnTo>
                    <a:pt x="927379" y="936840"/>
                  </a:lnTo>
                  <a:lnTo>
                    <a:pt x="927379" y="938981"/>
                  </a:lnTo>
                  <a:lnTo>
                    <a:pt x="912354" y="938981"/>
                  </a:lnTo>
                  <a:close/>
                  <a:moveTo>
                    <a:pt x="449917" y="937910"/>
                  </a:moveTo>
                  <a:lnTo>
                    <a:pt x="547579" y="937910"/>
                  </a:lnTo>
                  <a:lnTo>
                    <a:pt x="547579" y="938981"/>
                  </a:lnTo>
                  <a:lnTo>
                    <a:pt x="449917" y="938981"/>
                  </a:lnTo>
                  <a:close/>
                  <a:moveTo>
                    <a:pt x="879800" y="937910"/>
                  </a:moveTo>
                  <a:lnTo>
                    <a:pt x="899833" y="937910"/>
                  </a:lnTo>
                  <a:lnTo>
                    <a:pt x="899833" y="938981"/>
                  </a:lnTo>
                  <a:lnTo>
                    <a:pt x="879800" y="938981"/>
                  </a:lnTo>
                  <a:close/>
                  <a:moveTo>
                    <a:pt x="656928" y="937910"/>
                  </a:moveTo>
                  <a:lnTo>
                    <a:pt x="671953" y="937910"/>
                  </a:lnTo>
                  <a:lnTo>
                    <a:pt x="671953" y="938981"/>
                  </a:lnTo>
                  <a:lnTo>
                    <a:pt x="656928" y="938981"/>
                  </a:lnTo>
                  <a:close/>
                  <a:moveTo>
                    <a:pt x="319699" y="937910"/>
                  </a:moveTo>
                  <a:lnTo>
                    <a:pt x="333055" y="937910"/>
                  </a:lnTo>
                  <a:lnTo>
                    <a:pt x="333055" y="938981"/>
                  </a:lnTo>
                  <a:lnTo>
                    <a:pt x="319699" y="938981"/>
                  </a:lnTo>
                  <a:close/>
                  <a:moveTo>
                    <a:pt x="879800" y="938981"/>
                  </a:moveTo>
                  <a:lnTo>
                    <a:pt x="901503" y="938981"/>
                  </a:lnTo>
                  <a:lnTo>
                    <a:pt x="901503" y="940052"/>
                  </a:lnTo>
                  <a:lnTo>
                    <a:pt x="879800" y="940052"/>
                  </a:lnTo>
                  <a:close/>
                  <a:moveTo>
                    <a:pt x="696995" y="938981"/>
                  </a:moveTo>
                  <a:lnTo>
                    <a:pt x="705342" y="938981"/>
                  </a:lnTo>
                  <a:lnTo>
                    <a:pt x="705342" y="940052"/>
                  </a:lnTo>
                  <a:lnTo>
                    <a:pt x="696995" y="940052"/>
                  </a:lnTo>
                  <a:close/>
                  <a:moveTo>
                    <a:pt x="0" y="938981"/>
                  </a:moveTo>
                  <a:lnTo>
                    <a:pt x="55927" y="938981"/>
                  </a:lnTo>
                  <a:lnTo>
                    <a:pt x="55927" y="940052"/>
                  </a:lnTo>
                  <a:lnTo>
                    <a:pt x="0" y="940052"/>
                  </a:lnTo>
                  <a:close/>
                  <a:moveTo>
                    <a:pt x="191987" y="938981"/>
                  </a:moveTo>
                  <a:lnTo>
                    <a:pt x="288815" y="938981"/>
                  </a:lnTo>
                  <a:lnTo>
                    <a:pt x="288815" y="940052"/>
                  </a:lnTo>
                  <a:lnTo>
                    <a:pt x="191987" y="940052"/>
                  </a:lnTo>
                  <a:close/>
                  <a:moveTo>
                    <a:pt x="354758" y="938981"/>
                  </a:moveTo>
                  <a:lnTo>
                    <a:pt x="426544" y="938981"/>
                  </a:lnTo>
                  <a:lnTo>
                    <a:pt x="426544" y="940052"/>
                  </a:lnTo>
                  <a:lnTo>
                    <a:pt x="354758" y="940052"/>
                  </a:lnTo>
                  <a:close/>
                  <a:moveTo>
                    <a:pt x="449917" y="938981"/>
                  </a:moveTo>
                  <a:lnTo>
                    <a:pt x="550918" y="938981"/>
                  </a:lnTo>
                  <a:lnTo>
                    <a:pt x="550918" y="940052"/>
                  </a:lnTo>
                  <a:lnTo>
                    <a:pt x="449917" y="940052"/>
                  </a:lnTo>
                  <a:close/>
                  <a:moveTo>
                    <a:pt x="656928" y="938981"/>
                  </a:moveTo>
                  <a:lnTo>
                    <a:pt x="672788" y="938981"/>
                  </a:lnTo>
                  <a:lnTo>
                    <a:pt x="672788" y="940052"/>
                  </a:lnTo>
                  <a:lnTo>
                    <a:pt x="656928" y="940052"/>
                  </a:lnTo>
                  <a:close/>
                  <a:moveTo>
                    <a:pt x="318865" y="938981"/>
                  </a:moveTo>
                  <a:lnTo>
                    <a:pt x="332220" y="938981"/>
                  </a:lnTo>
                  <a:lnTo>
                    <a:pt x="332220" y="940052"/>
                  </a:lnTo>
                  <a:lnTo>
                    <a:pt x="318865" y="940052"/>
                  </a:lnTo>
                  <a:close/>
                  <a:moveTo>
                    <a:pt x="909850" y="938981"/>
                  </a:moveTo>
                  <a:lnTo>
                    <a:pt x="929048" y="938981"/>
                  </a:lnTo>
                  <a:lnTo>
                    <a:pt x="929048" y="940052"/>
                  </a:lnTo>
                  <a:lnTo>
                    <a:pt x="909850" y="940052"/>
                  </a:lnTo>
                  <a:close/>
                  <a:moveTo>
                    <a:pt x="939065" y="938981"/>
                  </a:moveTo>
                  <a:lnTo>
                    <a:pt x="959098" y="938981"/>
                  </a:lnTo>
                  <a:lnTo>
                    <a:pt x="959098" y="940052"/>
                  </a:lnTo>
                  <a:lnTo>
                    <a:pt x="939065" y="940052"/>
                  </a:lnTo>
                  <a:close/>
                  <a:moveTo>
                    <a:pt x="568447" y="938981"/>
                  </a:moveTo>
                  <a:lnTo>
                    <a:pt x="634391" y="938981"/>
                  </a:lnTo>
                  <a:lnTo>
                    <a:pt x="634391" y="940052"/>
                  </a:lnTo>
                  <a:lnTo>
                    <a:pt x="568447" y="940052"/>
                  </a:lnTo>
                  <a:close/>
                  <a:moveTo>
                    <a:pt x="0" y="940052"/>
                  </a:moveTo>
                  <a:lnTo>
                    <a:pt x="54257" y="940052"/>
                  </a:lnTo>
                  <a:lnTo>
                    <a:pt x="54257" y="941122"/>
                  </a:lnTo>
                  <a:lnTo>
                    <a:pt x="0" y="941122"/>
                  </a:lnTo>
                  <a:close/>
                  <a:moveTo>
                    <a:pt x="691987" y="940052"/>
                  </a:moveTo>
                  <a:lnTo>
                    <a:pt x="705342" y="940052"/>
                  </a:lnTo>
                  <a:lnTo>
                    <a:pt x="705342" y="941122"/>
                  </a:lnTo>
                  <a:lnTo>
                    <a:pt x="691987" y="941122"/>
                  </a:lnTo>
                  <a:close/>
                  <a:moveTo>
                    <a:pt x="656928" y="940052"/>
                  </a:moveTo>
                  <a:lnTo>
                    <a:pt x="673623" y="940052"/>
                  </a:lnTo>
                  <a:lnTo>
                    <a:pt x="673623" y="941122"/>
                  </a:lnTo>
                  <a:lnTo>
                    <a:pt x="656928" y="941122"/>
                  </a:lnTo>
                  <a:close/>
                  <a:moveTo>
                    <a:pt x="725376" y="930415"/>
                  </a:moveTo>
                  <a:lnTo>
                    <a:pt x="859766" y="930415"/>
                  </a:lnTo>
                  <a:lnTo>
                    <a:pt x="859766" y="941122"/>
                  </a:lnTo>
                  <a:lnTo>
                    <a:pt x="725376" y="941122"/>
                  </a:lnTo>
                  <a:close/>
                  <a:moveTo>
                    <a:pt x="193656" y="940052"/>
                  </a:moveTo>
                  <a:lnTo>
                    <a:pt x="292154" y="940052"/>
                  </a:lnTo>
                  <a:lnTo>
                    <a:pt x="292154" y="941122"/>
                  </a:lnTo>
                  <a:lnTo>
                    <a:pt x="193656" y="941122"/>
                  </a:lnTo>
                  <a:close/>
                  <a:moveTo>
                    <a:pt x="449082" y="940052"/>
                  </a:moveTo>
                  <a:lnTo>
                    <a:pt x="551753" y="940052"/>
                  </a:lnTo>
                  <a:lnTo>
                    <a:pt x="551753" y="941122"/>
                  </a:lnTo>
                  <a:lnTo>
                    <a:pt x="449082" y="941122"/>
                  </a:lnTo>
                  <a:close/>
                  <a:moveTo>
                    <a:pt x="317195" y="940052"/>
                  </a:moveTo>
                  <a:lnTo>
                    <a:pt x="332220" y="940052"/>
                  </a:lnTo>
                  <a:lnTo>
                    <a:pt x="332220" y="941122"/>
                  </a:lnTo>
                  <a:lnTo>
                    <a:pt x="317195" y="941122"/>
                  </a:lnTo>
                  <a:close/>
                  <a:moveTo>
                    <a:pt x="879800" y="940052"/>
                  </a:moveTo>
                  <a:lnTo>
                    <a:pt x="959098" y="940052"/>
                  </a:lnTo>
                  <a:lnTo>
                    <a:pt x="959098" y="941122"/>
                  </a:lnTo>
                  <a:lnTo>
                    <a:pt x="879800" y="941122"/>
                  </a:lnTo>
                  <a:close/>
                  <a:moveTo>
                    <a:pt x="879800" y="941122"/>
                  </a:moveTo>
                  <a:lnTo>
                    <a:pt x="958264" y="941122"/>
                  </a:lnTo>
                  <a:lnTo>
                    <a:pt x="958264" y="942193"/>
                  </a:lnTo>
                  <a:lnTo>
                    <a:pt x="879800" y="942193"/>
                  </a:lnTo>
                  <a:close/>
                  <a:moveTo>
                    <a:pt x="689482" y="941122"/>
                  </a:moveTo>
                  <a:lnTo>
                    <a:pt x="705342" y="941122"/>
                  </a:lnTo>
                  <a:lnTo>
                    <a:pt x="705342" y="942193"/>
                  </a:lnTo>
                  <a:lnTo>
                    <a:pt x="689482" y="942193"/>
                  </a:lnTo>
                  <a:close/>
                  <a:moveTo>
                    <a:pt x="353923" y="940052"/>
                  </a:moveTo>
                  <a:lnTo>
                    <a:pt x="426544" y="940052"/>
                  </a:lnTo>
                  <a:lnTo>
                    <a:pt x="426544" y="942193"/>
                  </a:lnTo>
                  <a:lnTo>
                    <a:pt x="353923" y="942193"/>
                  </a:lnTo>
                  <a:close/>
                  <a:moveTo>
                    <a:pt x="448247" y="941122"/>
                  </a:moveTo>
                  <a:lnTo>
                    <a:pt x="551753" y="941122"/>
                  </a:lnTo>
                  <a:lnTo>
                    <a:pt x="551753" y="942193"/>
                  </a:lnTo>
                  <a:lnTo>
                    <a:pt x="448247" y="942193"/>
                  </a:lnTo>
                  <a:close/>
                  <a:moveTo>
                    <a:pt x="194491" y="941122"/>
                  </a:moveTo>
                  <a:lnTo>
                    <a:pt x="294658" y="941122"/>
                  </a:lnTo>
                  <a:lnTo>
                    <a:pt x="294658" y="942193"/>
                  </a:lnTo>
                  <a:lnTo>
                    <a:pt x="194491" y="942193"/>
                  </a:lnTo>
                  <a:close/>
                  <a:moveTo>
                    <a:pt x="317195" y="941122"/>
                  </a:moveTo>
                  <a:lnTo>
                    <a:pt x="331386" y="941122"/>
                  </a:lnTo>
                  <a:lnTo>
                    <a:pt x="331386" y="942193"/>
                  </a:lnTo>
                  <a:lnTo>
                    <a:pt x="317195" y="942193"/>
                  </a:lnTo>
                  <a:close/>
                  <a:moveTo>
                    <a:pt x="656093" y="941122"/>
                  </a:moveTo>
                  <a:lnTo>
                    <a:pt x="674457" y="941122"/>
                  </a:lnTo>
                  <a:lnTo>
                    <a:pt x="674457" y="942193"/>
                  </a:lnTo>
                  <a:lnTo>
                    <a:pt x="656093" y="942193"/>
                  </a:lnTo>
                  <a:close/>
                  <a:moveTo>
                    <a:pt x="726210" y="941122"/>
                  </a:moveTo>
                  <a:lnTo>
                    <a:pt x="859766" y="941122"/>
                  </a:lnTo>
                  <a:lnTo>
                    <a:pt x="859766" y="943264"/>
                  </a:lnTo>
                  <a:lnTo>
                    <a:pt x="726210" y="943264"/>
                  </a:lnTo>
                  <a:close/>
                  <a:moveTo>
                    <a:pt x="954090" y="942193"/>
                  </a:moveTo>
                  <a:lnTo>
                    <a:pt x="954925" y="942193"/>
                  </a:lnTo>
                  <a:lnTo>
                    <a:pt x="954925" y="943264"/>
                  </a:lnTo>
                  <a:lnTo>
                    <a:pt x="954090" y="943264"/>
                  </a:lnTo>
                  <a:close/>
                  <a:moveTo>
                    <a:pt x="316361" y="942193"/>
                  </a:moveTo>
                  <a:lnTo>
                    <a:pt x="331386" y="942193"/>
                  </a:lnTo>
                  <a:lnTo>
                    <a:pt x="331386" y="943264"/>
                  </a:lnTo>
                  <a:lnTo>
                    <a:pt x="316361" y="943264"/>
                  </a:lnTo>
                  <a:close/>
                  <a:moveTo>
                    <a:pt x="686978" y="942193"/>
                  </a:moveTo>
                  <a:lnTo>
                    <a:pt x="705342" y="942193"/>
                  </a:lnTo>
                  <a:lnTo>
                    <a:pt x="705342" y="943264"/>
                  </a:lnTo>
                  <a:lnTo>
                    <a:pt x="686978" y="943264"/>
                  </a:lnTo>
                  <a:close/>
                  <a:moveTo>
                    <a:pt x="195326" y="942193"/>
                  </a:moveTo>
                  <a:lnTo>
                    <a:pt x="297162" y="942193"/>
                  </a:lnTo>
                  <a:lnTo>
                    <a:pt x="297162" y="943264"/>
                  </a:lnTo>
                  <a:lnTo>
                    <a:pt x="195326" y="943264"/>
                  </a:lnTo>
                  <a:close/>
                  <a:moveTo>
                    <a:pt x="879800" y="942193"/>
                  </a:moveTo>
                  <a:lnTo>
                    <a:pt x="952421" y="942193"/>
                  </a:lnTo>
                  <a:lnTo>
                    <a:pt x="952421" y="943264"/>
                  </a:lnTo>
                  <a:lnTo>
                    <a:pt x="879800" y="943264"/>
                  </a:lnTo>
                  <a:close/>
                  <a:moveTo>
                    <a:pt x="353088" y="942193"/>
                  </a:moveTo>
                  <a:lnTo>
                    <a:pt x="425710" y="942193"/>
                  </a:lnTo>
                  <a:lnTo>
                    <a:pt x="425710" y="943264"/>
                  </a:lnTo>
                  <a:lnTo>
                    <a:pt x="353088" y="943264"/>
                  </a:lnTo>
                  <a:close/>
                  <a:moveTo>
                    <a:pt x="656093" y="942193"/>
                  </a:moveTo>
                  <a:lnTo>
                    <a:pt x="675292" y="942193"/>
                  </a:lnTo>
                  <a:lnTo>
                    <a:pt x="675292" y="943264"/>
                  </a:lnTo>
                  <a:lnTo>
                    <a:pt x="656093" y="943264"/>
                  </a:lnTo>
                  <a:close/>
                  <a:moveTo>
                    <a:pt x="0" y="941122"/>
                  </a:moveTo>
                  <a:lnTo>
                    <a:pt x="51753" y="941122"/>
                  </a:lnTo>
                  <a:lnTo>
                    <a:pt x="51753" y="943264"/>
                  </a:lnTo>
                  <a:lnTo>
                    <a:pt x="0" y="943264"/>
                  </a:lnTo>
                  <a:close/>
                  <a:moveTo>
                    <a:pt x="567613" y="940052"/>
                  </a:moveTo>
                  <a:lnTo>
                    <a:pt x="633556" y="940052"/>
                  </a:lnTo>
                  <a:lnTo>
                    <a:pt x="633556" y="944334"/>
                  </a:lnTo>
                  <a:lnTo>
                    <a:pt x="567613" y="944334"/>
                  </a:lnTo>
                  <a:close/>
                  <a:moveTo>
                    <a:pt x="879800" y="943264"/>
                  </a:moveTo>
                  <a:lnTo>
                    <a:pt x="949917" y="943264"/>
                  </a:lnTo>
                  <a:lnTo>
                    <a:pt x="949917" y="944334"/>
                  </a:lnTo>
                  <a:lnTo>
                    <a:pt x="879800" y="944334"/>
                  </a:lnTo>
                  <a:close/>
                  <a:moveTo>
                    <a:pt x="655259" y="943264"/>
                  </a:moveTo>
                  <a:lnTo>
                    <a:pt x="705342" y="943264"/>
                  </a:lnTo>
                  <a:lnTo>
                    <a:pt x="705342" y="944334"/>
                  </a:lnTo>
                  <a:lnTo>
                    <a:pt x="655259" y="944334"/>
                  </a:lnTo>
                  <a:close/>
                  <a:moveTo>
                    <a:pt x="196160" y="943264"/>
                  </a:moveTo>
                  <a:lnTo>
                    <a:pt x="308013" y="943264"/>
                  </a:lnTo>
                  <a:lnTo>
                    <a:pt x="308013" y="944334"/>
                  </a:lnTo>
                  <a:lnTo>
                    <a:pt x="196160" y="944334"/>
                  </a:lnTo>
                  <a:close/>
                  <a:moveTo>
                    <a:pt x="727880" y="943264"/>
                  </a:moveTo>
                  <a:lnTo>
                    <a:pt x="859766" y="943264"/>
                  </a:lnTo>
                  <a:lnTo>
                    <a:pt x="859766" y="944334"/>
                  </a:lnTo>
                  <a:lnTo>
                    <a:pt x="727880" y="944334"/>
                  </a:lnTo>
                  <a:close/>
                  <a:moveTo>
                    <a:pt x="308848" y="943264"/>
                  </a:moveTo>
                  <a:lnTo>
                    <a:pt x="331386" y="943264"/>
                  </a:lnTo>
                  <a:lnTo>
                    <a:pt x="331386" y="944334"/>
                  </a:lnTo>
                  <a:lnTo>
                    <a:pt x="308848" y="944334"/>
                  </a:lnTo>
                  <a:close/>
                  <a:moveTo>
                    <a:pt x="352254" y="943264"/>
                  </a:moveTo>
                  <a:lnTo>
                    <a:pt x="424875" y="943264"/>
                  </a:lnTo>
                  <a:lnTo>
                    <a:pt x="424875" y="944334"/>
                  </a:lnTo>
                  <a:lnTo>
                    <a:pt x="352254" y="944334"/>
                  </a:lnTo>
                  <a:close/>
                  <a:moveTo>
                    <a:pt x="0" y="943264"/>
                  </a:moveTo>
                  <a:lnTo>
                    <a:pt x="50918" y="943264"/>
                  </a:lnTo>
                  <a:lnTo>
                    <a:pt x="50918" y="945405"/>
                  </a:lnTo>
                  <a:lnTo>
                    <a:pt x="0" y="945405"/>
                  </a:lnTo>
                  <a:close/>
                  <a:moveTo>
                    <a:pt x="879800" y="944334"/>
                  </a:moveTo>
                  <a:lnTo>
                    <a:pt x="947412" y="944334"/>
                  </a:lnTo>
                  <a:lnTo>
                    <a:pt x="947412" y="945405"/>
                  </a:lnTo>
                  <a:lnTo>
                    <a:pt x="879800" y="945405"/>
                  </a:lnTo>
                  <a:close/>
                  <a:moveTo>
                    <a:pt x="567613" y="944334"/>
                  </a:moveTo>
                  <a:lnTo>
                    <a:pt x="632721" y="944334"/>
                  </a:lnTo>
                  <a:lnTo>
                    <a:pt x="632721" y="945405"/>
                  </a:lnTo>
                  <a:lnTo>
                    <a:pt x="567613" y="945405"/>
                  </a:lnTo>
                  <a:close/>
                  <a:moveTo>
                    <a:pt x="742905" y="944334"/>
                  </a:moveTo>
                  <a:lnTo>
                    <a:pt x="744574" y="944334"/>
                  </a:lnTo>
                  <a:lnTo>
                    <a:pt x="744574" y="945405"/>
                  </a:lnTo>
                  <a:lnTo>
                    <a:pt x="742905" y="945405"/>
                  </a:lnTo>
                  <a:close/>
                  <a:moveTo>
                    <a:pt x="196995" y="944334"/>
                  </a:moveTo>
                  <a:lnTo>
                    <a:pt x="331386" y="944334"/>
                  </a:lnTo>
                  <a:lnTo>
                    <a:pt x="331386" y="945405"/>
                  </a:lnTo>
                  <a:lnTo>
                    <a:pt x="196995" y="945405"/>
                  </a:lnTo>
                  <a:close/>
                  <a:moveTo>
                    <a:pt x="747078" y="944334"/>
                  </a:moveTo>
                  <a:lnTo>
                    <a:pt x="859766" y="944334"/>
                  </a:lnTo>
                  <a:lnTo>
                    <a:pt x="859766" y="945405"/>
                  </a:lnTo>
                  <a:lnTo>
                    <a:pt x="747078" y="945405"/>
                  </a:lnTo>
                  <a:close/>
                  <a:moveTo>
                    <a:pt x="447412" y="942193"/>
                  </a:moveTo>
                  <a:lnTo>
                    <a:pt x="551753" y="942193"/>
                  </a:lnTo>
                  <a:lnTo>
                    <a:pt x="551753" y="945405"/>
                  </a:lnTo>
                  <a:lnTo>
                    <a:pt x="447412" y="945405"/>
                  </a:lnTo>
                  <a:close/>
                  <a:moveTo>
                    <a:pt x="196995" y="945405"/>
                  </a:moveTo>
                  <a:lnTo>
                    <a:pt x="330551" y="945405"/>
                  </a:lnTo>
                  <a:lnTo>
                    <a:pt x="330551" y="946476"/>
                  </a:lnTo>
                  <a:lnTo>
                    <a:pt x="196995" y="946476"/>
                  </a:lnTo>
                  <a:close/>
                  <a:moveTo>
                    <a:pt x="447412" y="945405"/>
                  </a:moveTo>
                  <a:lnTo>
                    <a:pt x="550918" y="945405"/>
                  </a:lnTo>
                  <a:lnTo>
                    <a:pt x="550918" y="946476"/>
                  </a:lnTo>
                  <a:lnTo>
                    <a:pt x="447412" y="946476"/>
                  </a:lnTo>
                  <a:close/>
                  <a:moveTo>
                    <a:pt x="0" y="945405"/>
                  </a:moveTo>
                  <a:lnTo>
                    <a:pt x="50083" y="945405"/>
                  </a:lnTo>
                  <a:lnTo>
                    <a:pt x="50083" y="946476"/>
                  </a:lnTo>
                  <a:lnTo>
                    <a:pt x="0" y="946476"/>
                  </a:lnTo>
                  <a:close/>
                  <a:moveTo>
                    <a:pt x="879800" y="945405"/>
                  </a:moveTo>
                  <a:lnTo>
                    <a:pt x="946578" y="945405"/>
                  </a:lnTo>
                  <a:lnTo>
                    <a:pt x="946578" y="946476"/>
                  </a:lnTo>
                  <a:lnTo>
                    <a:pt x="879800" y="946476"/>
                  </a:lnTo>
                  <a:close/>
                  <a:moveTo>
                    <a:pt x="567613" y="945405"/>
                  </a:moveTo>
                  <a:lnTo>
                    <a:pt x="631886" y="945405"/>
                  </a:lnTo>
                  <a:lnTo>
                    <a:pt x="631886" y="946476"/>
                  </a:lnTo>
                  <a:lnTo>
                    <a:pt x="567613" y="946476"/>
                  </a:lnTo>
                  <a:close/>
                  <a:moveTo>
                    <a:pt x="751252" y="945405"/>
                  </a:moveTo>
                  <a:lnTo>
                    <a:pt x="859766" y="945405"/>
                  </a:lnTo>
                  <a:lnTo>
                    <a:pt x="859766" y="946476"/>
                  </a:lnTo>
                  <a:lnTo>
                    <a:pt x="751252" y="946476"/>
                  </a:lnTo>
                  <a:close/>
                  <a:moveTo>
                    <a:pt x="654424" y="944334"/>
                  </a:moveTo>
                  <a:lnTo>
                    <a:pt x="705342" y="944334"/>
                  </a:lnTo>
                  <a:lnTo>
                    <a:pt x="705342" y="947546"/>
                  </a:lnTo>
                  <a:lnTo>
                    <a:pt x="654424" y="947546"/>
                  </a:lnTo>
                  <a:close/>
                  <a:moveTo>
                    <a:pt x="196995" y="946476"/>
                  </a:moveTo>
                  <a:lnTo>
                    <a:pt x="329716" y="946476"/>
                  </a:lnTo>
                  <a:lnTo>
                    <a:pt x="329716" y="947546"/>
                  </a:lnTo>
                  <a:lnTo>
                    <a:pt x="196995" y="947546"/>
                  </a:lnTo>
                  <a:close/>
                  <a:moveTo>
                    <a:pt x="758765" y="946476"/>
                  </a:moveTo>
                  <a:lnTo>
                    <a:pt x="859766" y="946476"/>
                  </a:lnTo>
                  <a:lnTo>
                    <a:pt x="859766" y="947546"/>
                  </a:lnTo>
                  <a:lnTo>
                    <a:pt x="758765" y="947546"/>
                  </a:lnTo>
                  <a:close/>
                  <a:moveTo>
                    <a:pt x="446578" y="946476"/>
                  </a:moveTo>
                  <a:lnTo>
                    <a:pt x="550918" y="946476"/>
                  </a:lnTo>
                  <a:lnTo>
                    <a:pt x="550918" y="947546"/>
                  </a:lnTo>
                  <a:lnTo>
                    <a:pt x="446578" y="947546"/>
                  </a:lnTo>
                  <a:close/>
                  <a:moveTo>
                    <a:pt x="879800" y="946476"/>
                  </a:moveTo>
                  <a:lnTo>
                    <a:pt x="945743" y="946476"/>
                  </a:lnTo>
                  <a:lnTo>
                    <a:pt x="945743" y="947546"/>
                  </a:lnTo>
                  <a:lnTo>
                    <a:pt x="879800" y="947546"/>
                  </a:lnTo>
                  <a:close/>
                  <a:moveTo>
                    <a:pt x="762104" y="947546"/>
                  </a:moveTo>
                  <a:lnTo>
                    <a:pt x="859766" y="947546"/>
                  </a:lnTo>
                  <a:lnTo>
                    <a:pt x="859766" y="948617"/>
                  </a:lnTo>
                  <a:lnTo>
                    <a:pt x="762104" y="948617"/>
                  </a:lnTo>
                  <a:close/>
                  <a:moveTo>
                    <a:pt x="879800" y="947546"/>
                  </a:moveTo>
                  <a:lnTo>
                    <a:pt x="944908" y="947546"/>
                  </a:lnTo>
                  <a:lnTo>
                    <a:pt x="944908" y="948617"/>
                  </a:lnTo>
                  <a:lnTo>
                    <a:pt x="879800" y="948617"/>
                  </a:lnTo>
                  <a:close/>
                  <a:moveTo>
                    <a:pt x="352254" y="944334"/>
                  </a:moveTo>
                  <a:lnTo>
                    <a:pt x="424040" y="944334"/>
                  </a:lnTo>
                  <a:lnTo>
                    <a:pt x="424040" y="948617"/>
                  </a:lnTo>
                  <a:lnTo>
                    <a:pt x="352254" y="948617"/>
                  </a:lnTo>
                  <a:close/>
                  <a:moveTo>
                    <a:pt x="197830" y="947546"/>
                  </a:moveTo>
                  <a:lnTo>
                    <a:pt x="329716" y="947546"/>
                  </a:lnTo>
                  <a:lnTo>
                    <a:pt x="329716" y="948617"/>
                  </a:lnTo>
                  <a:lnTo>
                    <a:pt x="197830" y="948617"/>
                  </a:lnTo>
                  <a:close/>
                  <a:moveTo>
                    <a:pt x="445743" y="947546"/>
                  </a:moveTo>
                  <a:lnTo>
                    <a:pt x="549249" y="947546"/>
                  </a:lnTo>
                  <a:lnTo>
                    <a:pt x="549249" y="948617"/>
                  </a:lnTo>
                  <a:lnTo>
                    <a:pt x="445743" y="948617"/>
                  </a:lnTo>
                  <a:close/>
                  <a:moveTo>
                    <a:pt x="567613" y="946476"/>
                  </a:moveTo>
                  <a:lnTo>
                    <a:pt x="631052" y="946476"/>
                  </a:lnTo>
                  <a:lnTo>
                    <a:pt x="631052" y="949688"/>
                  </a:lnTo>
                  <a:lnTo>
                    <a:pt x="567613" y="949688"/>
                  </a:lnTo>
                  <a:close/>
                  <a:moveTo>
                    <a:pt x="978297" y="937910"/>
                  </a:moveTo>
                  <a:lnTo>
                    <a:pt x="1000000" y="937910"/>
                  </a:lnTo>
                  <a:lnTo>
                    <a:pt x="1000000" y="949688"/>
                  </a:lnTo>
                  <a:lnTo>
                    <a:pt x="978297" y="949688"/>
                  </a:lnTo>
                  <a:close/>
                  <a:moveTo>
                    <a:pt x="351419" y="948617"/>
                  </a:moveTo>
                  <a:lnTo>
                    <a:pt x="423205" y="948617"/>
                  </a:lnTo>
                  <a:lnTo>
                    <a:pt x="423205" y="949688"/>
                  </a:lnTo>
                  <a:lnTo>
                    <a:pt x="351419" y="949688"/>
                  </a:lnTo>
                  <a:close/>
                  <a:moveTo>
                    <a:pt x="444908" y="948617"/>
                  </a:moveTo>
                  <a:lnTo>
                    <a:pt x="549249" y="948617"/>
                  </a:lnTo>
                  <a:lnTo>
                    <a:pt x="549249" y="949688"/>
                  </a:lnTo>
                  <a:lnTo>
                    <a:pt x="444908" y="949688"/>
                  </a:lnTo>
                  <a:close/>
                  <a:moveTo>
                    <a:pt x="653589" y="947546"/>
                  </a:moveTo>
                  <a:lnTo>
                    <a:pt x="704508" y="947546"/>
                  </a:lnTo>
                  <a:lnTo>
                    <a:pt x="704508" y="949688"/>
                  </a:lnTo>
                  <a:lnTo>
                    <a:pt x="653589" y="949688"/>
                  </a:lnTo>
                  <a:close/>
                  <a:moveTo>
                    <a:pt x="762938" y="948617"/>
                  </a:moveTo>
                  <a:lnTo>
                    <a:pt x="859766" y="948617"/>
                  </a:lnTo>
                  <a:lnTo>
                    <a:pt x="859766" y="949688"/>
                  </a:lnTo>
                  <a:lnTo>
                    <a:pt x="762938" y="949688"/>
                  </a:lnTo>
                  <a:close/>
                  <a:moveTo>
                    <a:pt x="0" y="946476"/>
                  </a:moveTo>
                  <a:lnTo>
                    <a:pt x="49249" y="946476"/>
                  </a:lnTo>
                  <a:lnTo>
                    <a:pt x="49249" y="949688"/>
                  </a:lnTo>
                  <a:lnTo>
                    <a:pt x="0" y="949688"/>
                  </a:lnTo>
                  <a:close/>
                  <a:moveTo>
                    <a:pt x="566778" y="949688"/>
                  </a:moveTo>
                  <a:lnTo>
                    <a:pt x="631052" y="949688"/>
                  </a:lnTo>
                  <a:lnTo>
                    <a:pt x="631052" y="950758"/>
                  </a:lnTo>
                  <a:lnTo>
                    <a:pt x="566778" y="950758"/>
                  </a:lnTo>
                  <a:close/>
                  <a:moveTo>
                    <a:pt x="763773" y="949688"/>
                  </a:moveTo>
                  <a:lnTo>
                    <a:pt x="859766" y="949688"/>
                  </a:lnTo>
                  <a:lnTo>
                    <a:pt x="859766" y="950758"/>
                  </a:lnTo>
                  <a:lnTo>
                    <a:pt x="763773" y="950758"/>
                  </a:lnTo>
                  <a:close/>
                  <a:moveTo>
                    <a:pt x="0" y="949688"/>
                  </a:moveTo>
                  <a:lnTo>
                    <a:pt x="48414" y="949688"/>
                  </a:lnTo>
                  <a:lnTo>
                    <a:pt x="48414" y="950758"/>
                  </a:lnTo>
                  <a:lnTo>
                    <a:pt x="0" y="950758"/>
                  </a:lnTo>
                  <a:close/>
                  <a:moveTo>
                    <a:pt x="350584" y="949688"/>
                  </a:moveTo>
                  <a:lnTo>
                    <a:pt x="423205" y="949688"/>
                  </a:lnTo>
                  <a:lnTo>
                    <a:pt x="423205" y="950758"/>
                  </a:lnTo>
                  <a:lnTo>
                    <a:pt x="350584" y="950758"/>
                  </a:lnTo>
                  <a:close/>
                  <a:moveTo>
                    <a:pt x="652755" y="949688"/>
                  </a:moveTo>
                  <a:lnTo>
                    <a:pt x="704508" y="949688"/>
                  </a:lnTo>
                  <a:lnTo>
                    <a:pt x="704508" y="950758"/>
                  </a:lnTo>
                  <a:lnTo>
                    <a:pt x="652755" y="950758"/>
                  </a:lnTo>
                  <a:close/>
                  <a:moveTo>
                    <a:pt x="444908" y="949688"/>
                  </a:moveTo>
                  <a:lnTo>
                    <a:pt x="548414" y="949688"/>
                  </a:lnTo>
                  <a:lnTo>
                    <a:pt x="548414" y="950758"/>
                  </a:lnTo>
                  <a:lnTo>
                    <a:pt x="444908" y="950758"/>
                  </a:lnTo>
                  <a:close/>
                  <a:moveTo>
                    <a:pt x="566778" y="950758"/>
                  </a:moveTo>
                  <a:lnTo>
                    <a:pt x="630217" y="950758"/>
                  </a:lnTo>
                  <a:lnTo>
                    <a:pt x="630217" y="951829"/>
                  </a:lnTo>
                  <a:lnTo>
                    <a:pt x="566778" y="951829"/>
                  </a:lnTo>
                  <a:close/>
                  <a:moveTo>
                    <a:pt x="444908" y="950758"/>
                  </a:moveTo>
                  <a:lnTo>
                    <a:pt x="546745" y="950758"/>
                  </a:lnTo>
                  <a:lnTo>
                    <a:pt x="546745" y="951829"/>
                  </a:lnTo>
                  <a:lnTo>
                    <a:pt x="444908" y="951829"/>
                  </a:lnTo>
                  <a:close/>
                  <a:moveTo>
                    <a:pt x="764608" y="950758"/>
                  </a:moveTo>
                  <a:lnTo>
                    <a:pt x="859766" y="950758"/>
                  </a:lnTo>
                  <a:lnTo>
                    <a:pt x="859766" y="951829"/>
                  </a:lnTo>
                  <a:lnTo>
                    <a:pt x="764608" y="951829"/>
                  </a:lnTo>
                  <a:close/>
                  <a:moveTo>
                    <a:pt x="349750" y="950758"/>
                  </a:moveTo>
                  <a:lnTo>
                    <a:pt x="422371" y="950758"/>
                  </a:lnTo>
                  <a:lnTo>
                    <a:pt x="422371" y="952900"/>
                  </a:lnTo>
                  <a:lnTo>
                    <a:pt x="349750" y="952900"/>
                  </a:lnTo>
                  <a:close/>
                  <a:moveTo>
                    <a:pt x="651920" y="950758"/>
                  </a:moveTo>
                  <a:lnTo>
                    <a:pt x="704508" y="950758"/>
                  </a:lnTo>
                  <a:lnTo>
                    <a:pt x="704508" y="952900"/>
                  </a:lnTo>
                  <a:lnTo>
                    <a:pt x="651920" y="952900"/>
                  </a:lnTo>
                  <a:close/>
                  <a:moveTo>
                    <a:pt x="879800" y="948617"/>
                  </a:moveTo>
                  <a:lnTo>
                    <a:pt x="944073" y="948617"/>
                  </a:lnTo>
                  <a:lnTo>
                    <a:pt x="944073" y="952900"/>
                  </a:lnTo>
                  <a:lnTo>
                    <a:pt x="879800" y="952900"/>
                  </a:lnTo>
                  <a:close/>
                  <a:moveTo>
                    <a:pt x="444908" y="951829"/>
                  </a:moveTo>
                  <a:lnTo>
                    <a:pt x="543406" y="951829"/>
                  </a:lnTo>
                  <a:lnTo>
                    <a:pt x="543406" y="952900"/>
                  </a:lnTo>
                  <a:lnTo>
                    <a:pt x="444908" y="952900"/>
                  </a:lnTo>
                  <a:close/>
                  <a:moveTo>
                    <a:pt x="197830" y="948617"/>
                  </a:moveTo>
                  <a:lnTo>
                    <a:pt x="328881" y="948617"/>
                  </a:lnTo>
                  <a:lnTo>
                    <a:pt x="328881" y="952900"/>
                  </a:lnTo>
                  <a:lnTo>
                    <a:pt x="197830" y="952900"/>
                  </a:lnTo>
                  <a:close/>
                  <a:moveTo>
                    <a:pt x="444073" y="952900"/>
                  </a:moveTo>
                  <a:lnTo>
                    <a:pt x="528381" y="952900"/>
                  </a:lnTo>
                  <a:lnTo>
                    <a:pt x="528381" y="953971"/>
                  </a:lnTo>
                  <a:lnTo>
                    <a:pt x="444073" y="953971"/>
                  </a:lnTo>
                  <a:close/>
                  <a:moveTo>
                    <a:pt x="540902" y="952900"/>
                  </a:moveTo>
                  <a:lnTo>
                    <a:pt x="541736" y="952900"/>
                  </a:lnTo>
                  <a:lnTo>
                    <a:pt x="541736" y="953971"/>
                  </a:lnTo>
                  <a:lnTo>
                    <a:pt x="540902" y="953971"/>
                  </a:lnTo>
                  <a:close/>
                  <a:moveTo>
                    <a:pt x="197830" y="952900"/>
                  </a:moveTo>
                  <a:lnTo>
                    <a:pt x="328047" y="952900"/>
                  </a:lnTo>
                  <a:lnTo>
                    <a:pt x="328047" y="955041"/>
                  </a:lnTo>
                  <a:lnTo>
                    <a:pt x="197830" y="955041"/>
                  </a:lnTo>
                  <a:close/>
                  <a:moveTo>
                    <a:pt x="349750" y="952900"/>
                  </a:moveTo>
                  <a:lnTo>
                    <a:pt x="421536" y="952900"/>
                  </a:lnTo>
                  <a:lnTo>
                    <a:pt x="421536" y="955041"/>
                  </a:lnTo>
                  <a:lnTo>
                    <a:pt x="349750" y="955041"/>
                  </a:lnTo>
                  <a:close/>
                  <a:moveTo>
                    <a:pt x="879800" y="952900"/>
                  </a:moveTo>
                  <a:lnTo>
                    <a:pt x="943239" y="952900"/>
                  </a:lnTo>
                  <a:lnTo>
                    <a:pt x="943239" y="955041"/>
                  </a:lnTo>
                  <a:lnTo>
                    <a:pt x="879800" y="955041"/>
                  </a:lnTo>
                  <a:close/>
                  <a:moveTo>
                    <a:pt x="765442" y="951829"/>
                  </a:moveTo>
                  <a:lnTo>
                    <a:pt x="859766" y="951829"/>
                  </a:lnTo>
                  <a:lnTo>
                    <a:pt x="859766" y="955041"/>
                  </a:lnTo>
                  <a:lnTo>
                    <a:pt x="765442" y="955041"/>
                  </a:lnTo>
                  <a:close/>
                  <a:moveTo>
                    <a:pt x="444073" y="953971"/>
                  </a:moveTo>
                  <a:lnTo>
                    <a:pt x="526711" y="953971"/>
                  </a:lnTo>
                  <a:lnTo>
                    <a:pt x="526711" y="955041"/>
                  </a:lnTo>
                  <a:lnTo>
                    <a:pt x="444073" y="955041"/>
                  </a:lnTo>
                  <a:close/>
                  <a:moveTo>
                    <a:pt x="197830" y="955041"/>
                  </a:moveTo>
                  <a:lnTo>
                    <a:pt x="327212" y="955041"/>
                  </a:lnTo>
                  <a:lnTo>
                    <a:pt x="327212" y="956112"/>
                  </a:lnTo>
                  <a:lnTo>
                    <a:pt x="197830" y="956112"/>
                  </a:lnTo>
                  <a:close/>
                  <a:moveTo>
                    <a:pt x="443239" y="955041"/>
                  </a:moveTo>
                  <a:lnTo>
                    <a:pt x="525042" y="955041"/>
                  </a:lnTo>
                  <a:lnTo>
                    <a:pt x="525042" y="956112"/>
                  </a:lnTo>
                  <a:lnTo>
                    <a:pt x="443239" y="956112"/>
                  </a:lnTo>
                  <a:close/>
                  <a:moveTo>
                    <a:pt x="651085" y="952900"/>
                  </a:moveTo>
                  <a:lnTo>
                    <a:pt x="704508" y="952900"/>
                  </a:lnTo>
                  <a:lnTo>
                    <a:pt x="704508" y="956112"/>
                  </a:lnTo>
                  <a:lnTo>
                    <a:pt x="651085" y="956112"/>
                  </a:lnTo>
                  <a:close/>
                  <a:moveTo>
                    <a:pt x="879800" y="955041"/>
                  </a:moveTo>
                  <a:lnTo>
                    <a:pt x="944073" y="955041"/>
                  </a:lnTo>
                  <a:lnTo>
                    <a:pt x="944073" y="957183"/>
                  </a:lnTo>
                  <a:lnTo>
                    <a:pt x="879800" y="957183"/>
                  </a:lnTo>
                  <a:close/>
                  <a:moveTo>
                    <a:pt x="442404" y="956112"/>
                  </a:moveTo>
                  <a:lnTo>
                    <a:pt x="524207" y="956112"/>
                  </a:lnTo>
                  <a:lnTo>
                    <a:pt x="524207" y="957183"/>
                  </a:lnTo>
                  <a:lnTo>
                    <a:pt x="442404" y="957183"/>
                  </a:lnTo>
                  <a:close/>
                  <a:moveTo>
                    <a:pt x="650250" y="956112"/>
                  </a:moveTo>
                  <a:lnTo>
                    <a:pt x="704508" y="956112"/>
                  </a:lnTo>
                  <a:lnTo>
                    <a:pt x="704508" y="957183"/>
                  </a:lnTo>
                  <a:lnTo>
                    <a:pt x="650250" y="957183"/>
                  </a:lnTo>
                  <a:close/>
                  <a:moveTo>
                    <a:pt x="0" y="950758"/>
                  </a:moveTo>
                  <a:lnTo>
                    <a:pt x="49249" y="950758"/>
                  </a:lnTo>
                  <a:lnTo>
                    <a:pt x="49249" y="957183"/>
                  </a:lnTo>
                  <a:lnTo>
                    <a:pt x="0" y="957183"/>
                  </a:lnTo>
                  <a:close/>
                  <a:moveTo>
                    <a:pt x="442404" y="957183"/>
                  </a:moveTo>
                  <a:lnTo>
                    <a:pt x="523372" y="957183"/>
                  </a:lnTo>
                  <a:lnTo>
                    <a:pt x="523372" y="958253"/>
                  </a:lnTo>
                  <a:lnTo>
                    <a:pt x="442404" y="958253"/>
                  </a:lnTo>
                  <a:close/>
                  <a:moveTo>
                    <a:pt x="348915" y="955041"/>
                  </a:moveTo>
                  <a:lnTo>
                    <a:pt x="421536" y="955041"/>
                  </a:lnTo>
                  <a:lnTo>
                    <a:pt x="421536" y="958253"/>
                  </a:lnTo>
                  <a:lnTo>
                    <a:pt x="348915" y="958253"/>
                  </a:lnTo>
                  <a:close/>
                  <a:moveTo>
                    <a:pt x="878965" y="957183"/>
                  </a:moveTo>
                  <a:lnTo>
                    <a:pt x="943239" y="957183"/>
                  </a:lnTo>
                  <a:lnTo>
                    <a:pt x="943239" y="958253"/>
                  </a:lnTo>
                  <a:lnTo>
                    <a:pt x="878965" y="958253"/>
                  </a:lnTo>
                  <a:close/>
                  <a:moveTo>
                    <a:pt x="566778" y="951829"/>
                  </a:moveTo>
                  <a:lnTo>
                    <a:pt x="629382" y="951829"/>
                  </a:lnTo>
                  <a:lnTo>
                    <a:pt x="629382" y="958253"/>
                  </a:lnTo>
                  <a:lnTo>
                    <a:pt x="566778" y="958253"/>
                  </a:lnTo>
                  <a:close/>
                  <a:moveTo>
                    <a:pt x="348080" y="958253"/>
                  </a:moveTo>
                  <a:lnTo>
                    <a:pt x="421536" y="958253"/>
                  </a:lnTo>
                  <a:lnTo>
                    <a:pt x="421536" y="959324"/>
                  </a:lnTo>
                  <a:lnTo>
                    <a:pt x="348080" y="959324"/>
                  </a:lnTo>
                  <a:close/>
                  <a:moveTo>
                    <a:pt x="649416" y="957183"/>
                  </a:moveTo>
                  <a:lnTo>
                    <a:pt x="704508" y="957183"/>
                  </a:lnTo>
                  <a:lnTo>
                    <a:pt x="704508" y="959324"/>
                  </a:lnTo>
                  <a:lnTo>
                    <a:pt x="649416" y="959324"/>
                  </a:lnTo>
                  <a:close/>
                  <a:moveTo>
                    <a:pt x="0" y="957183"/>
                  </a:moveTo>
                  <a:lnTo>
                    <a:pt x="50918" y="957183"/>
                  </a:lnTo>
                  <a:lnTo>
                    <a:pt x="50918" y="959324"/>
                  </a:lnTo>
                  <a:lnTo>
                    <a:pt x="0" y="959324"/>
                  </a:lnTo>
                  <a:close/>
                  <a:moveTo>
                    <a:pt x="766277" y="955041"/>
                  </a:moveTo>
                  <a:lnTo>
                    <a:pt x="860601" y="955041"/>
                  </a:lnTo>
                  <a:lnTo>
                    <a:pt x="860601" y="959324"/>
                  </a:lnTo>
                  <a:lnTo>
                    <a:pt x="766277" y="959324"/>
                  </a:lnTo>
                  <a:close/>
                  <a:moveTo>
                    <a:pt x="196995" y="956112"/>
                  </a:moveTo>
                  <a:lnTo>
                    <a:pt x="327212" y="956112"/>
                  </a:lnTo>
                  <a:lnTo>
                    <a:pt x="327212" y="959324"/>
                  </a:lnTo>
                  <a:lnTo>
                    <a:pt x="196995" y="959324"/>
                  </a:lnTo>
                  <a:close/>
                  <a:moveTo>
                    <a:pt x="442404" y="958253"/>
                  </a:moveTo>
                  <a:lnTo>
                    <a:pt x="522538" y="958253"/>
                  </a:lnTo>
                  <a:lnTo>
                    <a:pt x="522538" y="959324"/>
                  </a:lnTo>
                  <a:lnTo>
                    <a:pt x="442404" y="959324"/>
                  </a:lnTo>
                  <a:close/>
                  <a:moveTo>
                    <a:pt x="565943" y="958253"/>
                  </a:moveTo>
                  <a:lnTo>
                    <a:pt x="629382" y="958253"/>
                  </a:lnTo>
                  <a:lnTo>
                    <a:pt x="629382" y="959324"/>
                  </a:lnTo>
                  <a:lnTo>
                    <a:pt x="565943" y="959324"/>
                  </a:lnTo>
                  <a:close/>
                  <a:moveTo>
                    <a:pt x="878965" y="958253"/>
                  </a:moveTo>
                  <a:lnTo>
                    <a:pt x="944073" y="958253"/>
                  </a:lnTo>
                  <a:lnTo>
                    <a:pt x="944073" y="959324"/>
                  </a:lnTo>
                  <a:lnTo>
                    <a:pt x="878965" y="959324"/>
                  </a:lnTo>
                  <a:close/>
                  <a:moveTo>
                    <a:pt x="878130" y="959324"/>
                  </a:moveTo>
                  <a:lnTo>
                    <a:pt x="944073" y="959324"/>
                  </a:lnTo>
                  <a:lnTo>
                    <a:pt x="944073" y="960395"/>
                  </a:lnTo>
                  <a:lnTo>
                    <a:pt x="878130" y="960395"/>
                  </a:lnTo>
                  <a:close/>
                  <a:moveTo>
                    <a:pt x="347245" y="959324"/>
                  </a:moveTo>
                  <a:lnTo>
                    <a:pt x="422371" y="959324"/>
                  </a:lnTo>
                  <a:lnTo>
                    <a:pt x="422371" y="960395"/>
                  </a:lnTo>
                  <a:lnTo>
                    <a:pt x="347245" y="960395"/>
                  </a:lnTo>
                  <a:close/>
                  <a:moveTo>
                    <a:pt x="648581" y="959324"/>
                  </a:moveTo>
                  <a:lnTo>
                    <a:pt x="704508" y="959324"/>
                  </a:lnTo>
                  <a:lnTo>
                    <a:pt x="704508" y="960395"/>
                  </a:lnTo>
                  <a:lnTo>
                    <a:pt x="648581" y="960395"/>
                  </a:lnTo>
                  <a:close/>
                  <a:moveTo>
                    <a:pt x="565109" y="959324"/>
                  </a:moveTo>
                  <a:lnTo>
                    <a:pt x="629382" y="959324"/>
                  </a:lnTo>
                  <a:lnTo>
                    <a:pt x="629382" y="960395"/>
                  </a:lnTo>
                  <a:lnTo>
                    <a:pt x="565109" y="960395"/>
                  </a:lnTo>
                  <a:close/>
                  <a:moveTo>
                    <a:pt x="196160" y="959324"/>
                  </a:moveTo>
                  <a:lnTo>
                    <a:pt x="327212" y="959324"/>
                  </a:lnTo>
                  <a:lnTo>
                    <a:pt x="327212" y="960395"/>
                  </a:lnTo>
                  <a:lnTo>
                    <a:pt x="196160" y="960395"/>
                  </a:lnTo>
                  <a:close/>
                  <a:moveTo>
                    <a:pt x="766277" y="959324"/>
                  </a:moveTo>
                  <a:lnTo>
                    <a:pt x="861436" y="959324"/>
                  </a:lnTo>
                  <a:lnTo>
                    <a:pt x="861436" y="960395"/>
                  </a:lnTo>
                  <a:lnTo>
                    <a:pt x="766277" y="960395"/>
                  </a:lnTo>
                  <a:close/>
                  <a:moveTo>
                    <a:pt x="0" y="959324"/>
                  </a:moveTo>
                  <a:lnTo>
                    <a:pt x="51753" y="959324"/>
                  </a:lnTo>
                  <a:lnTo>
                    <a:pt x="51753" y="960395"/>
                  </a:lnTo>
                  <a:lnTo>
                    <a:pt x="0" y="960395"/>
                  </a:lnTo>
                  <a:close/>
                  <a:moveTo>
                    <a:pt x="565109" y="960395"/>
                  </a:moveTo>
                  <a:lnTo>
                    <a:pt x="630217" y="960395"/>
                  </a:lnTo>
                  <a:lnTo>
                    <a:pt x="630217" y="961465"/>
                  </a:lnTo>
                  <a:lnTo>
                    <a:pt x="565109" y="961465"/>
                  </a:lnTo>
                  <a:close/>
                  <a:moveTo>
                    <a:pt x="0" y="960395"/>
                  </a:moveTo>
                  <a:lnTo>
                    <a:pt x="52588" y="960395"/>
                  </a:lnTo>
                  <a:lnTo>
                    <a:pt x="52588" y="961465"/>
                  </a:lnTo>
                  <a:lnTo>
                    <a:pt x="0" y="961465"/>
                  </a:lnTo>
                  <a:close/>
                  <a:moveTo>
                    <a:pt x="877295" y="960395"/>
                  </a:moveTo>
                  <a:lnTo>
                    <a:pt x="944073" y="960395"/>
                  </a:lnTo>
                  <a:lnTo>
                    <a:pt x="944073" y="961465"/>
                  </a:lnTo>
                  <a:lnTo>
                    <a:pt x="877295" y="961465"/>
                  </a:lnTo>
                  <a:close/>
                  <a:moveTo>
                    <a:pt x="648581" y="960395"/>
                  </a:moveTo>
                  <a:lnTo>
                    <a:pt x="705342" y="960395"/>
                  </a:lnTo>
                  <a:lnTo>
                    <a:pt x="705342" y="961465"/>
                  </a:lnTo>
                  <a:lnTo>
                    <a:pt x="648581" y="961465"/>
                  </a:lnTo>
                  <a:close/>
                  <a:moveTo>
                    <a:pt x="347245" y="960395"/>
                  </a:moveTo>
                  <a:lnTo>
                    <a:pt x="423205" y="960395"/>
                  </a:lnTo>
                  <a:lnTo>
                    <a:pt x="423205" y="961465"/>
                  </a:lnTo>
                  <a:lnTo>
                    <a:pt x="347245" y="961465"/>
                  </a:lnTo>
                  <a:close/>
                  <a:moveTo>
                    <a:pt x="441569" y="959324"/>
                  </a:moveTo>
                  <a:lnTo>
                    <a:pt x="522538" y="959324"/>
                  </a:lnTo>
                  <a:lnTo>
                    <a:pt x="522538" y="961465"/>
                  </a:lnTo>
                  <a:lnTo>
                    <a:pt x="441569" y="961465"/>
                  </a:lnTo>
                  <a:close/>
                  <a:moveTo>
                    <a:pt x="977462" y="949688"/>
                  </a:moveTo>
                  <a:lnTo>
                    <a:pt x="1000000" y="949688"/>
                  </a:lnTo>
                  <a:lnTo>
                    <a:pt x="1000000" y="961465"/>
                  </a:lnTo>
                  <a:lnTo>
                    <a:pt x="977462" y="961465"/>
                  </a:lnTo>
                  <a:close/>
                  <a:moveTo>
                    <a:pt x="877295" y="961465"/>
                  </a:moveTo>
                  <a:lnTo>
                    <a:pt x="944908" y="961465"/>
                  </a:lnTo>
                  <a:lnTo>
                    <a:pt x="944908" y="962536"/>
                  </a:lnTo>
                  <a:lnTo>
                    <a:pt x="877295" y="962536"/>
                  </a:lnTo>
                  <a:close/>
                  <a:moveTo>
                    <a:pt x="347245" y="961465"/>
                  </a:moveTo>
                  <a:lnTo>
                    <a:pt x="424040" y="961465"/>
                  </a:lnTo>
                  <a:lnTo>
                    <a:pt x="424040" y="962536"/>
                  </a:lnTo>
                  <a:lnTo>
                    <a:pt x="347245" y="962536"/>
                  </a:lnTo>
                  <a:close/>
                  <a:moveTo>
                    <a:pt x="0" y="961465"/>
                  </a:moveTo>
                  <a:lnTo>
                    <a:pt x="53422" y="961465"/>
                  </a:lnTo>
                  <a:lnTo>
                    <a:pt x="53422" y="962536"/>
                  </a:lnTo>
                  <a:lnTo>
                    <a:pt x="0" y="962536"/>
                  </a:lnTo>
                  <a:close/>
                  <a:moveTo>
                    <a:pt x="194491" y="960395"/>
                  </a:moveTo>
                  <a:lnTo>
                    <a:pt x="327212" y="960395"/>
                  </a:lnTo>
                  <a:lnTo>
                    <a:pt x="327212" y="962536"/>
                  </a:lnTo>
                  <a:lnTo>
                    <a:pt x="194491" y="962536"/>
                  </a:lnTo>
                  <a:close/>
                  <a:moveTo>
                    <a:pt x="440735" y="961465"/>
                  </a:moveTo>
                  <a:lnTo>
                    <a:pt x="522538" y="961465"/>
                  </a:lnTo>
                  <a:lnTo>
                    <a:pt x="522538" y="962536"/>
                  </a:lnTo>
                  <a:lnTo>
                    <a:pt x="440735" y="962536"/>
                  </a:lnTo>
                  <a:close/>
                  <a:moveTo>
                    <a:pt x="766277" y="960395"/>
                  </a:moveTo>
                  <a:lnTo>
                    <a:pt x="862270" y="960395"/>
                  </a:lnTo>
                  <a:lnTo>
                    <a:pt x="862270" y="962536"/>
                  </a:lnTo>
                  <a:lnTo>
                    <a:pt x="766277" y="962536"/>
                  </a:lnTo>
                  <a:close/>
                  <a:moveTo>
                    <a:pt x="976628" y="961465"/>
                  </a:moveTo>
                  <a:lnTo>
                    <a:pt x="1000000" y="961465"/>
                  </a:lnTo>
                  <a:lnTo>
                    <a:pt x="1000000" y="962536"/>
                  </a:lnTo>
                  <a:lnTo>
                    <a:pt x="976628" y="962536"/>
                  </a:lnTo>
                  <a:close/>
                  <a:moveTo>
                    <a:pt x="648581" y="961465"/>
                  </a:moveTo>
                  <a:lnTo>
                    <a:pt x="706177" y="961465"/>
                  </a:lnTo>
                  <a:lnTo>
                    <a:pt x="706177" y="962536"/>
                  </a:lnTo>
                  <a:lnTo>
                    <a:pt x="648581" y="962536"/>
                  </a:lnTo>
                  <a:close/>
                  <a:moveTo>
                    <a:pt x="439900" y="962536"/>
                  </a:moveTo>
                  <a:lnTo>
                    <a:pt x="522538" y="962536"/>
                  </a:lnTo>
                  <a:lnTo>
                    <a:pt x="522538" y="963607"/>
                  </a:lnTo>
                  <a:lnTo>
                    <a:pt x="439900" y="963607"/>
                  </a:lnTo>
                  <a:close/>
                  <a:moveTo>
                    <a:pt x="193656" y="962536"/>
                  </a:moveTo>
                  <a:lnTo>
                    <a:pt x="328047" y="962536"/>
                  </a:lnTo>
                  <a:lnTo>
                    <a:pt x="328047" y="963607"/>
                  </a:lnTo>
                  <a:lnTo>
                    <a:pt x="193656" y="963607"/>
                  </a:lnTo>
                  <a:close/>
                  <a:moveTo>
                    <a:pt x="0" y="962536"/>
                  </a:moveTo>
                  <a:lnTo>
                    <a:pt x="54257" y="962536"/>
                  </a:lnTo>
                  <a:lnTo>
                    <a:pt x="54257" y="963607"/>
                  </a:lnTo>
                  <a:lnTo>
                    <a:pt x="0" y="963607"/>
                  </a:lnTo>
                  <a:close/>
                  <a:moveTo>
                    <a:pt x="975793" y="962536"/>
                  </a:moveTo>
                  <a:lnTo>
                    <a:pt x="1000000" y="962536"/>
                  </a:lnTo>
                  <a:lnTo>
                    <a:pt x="1000000" y="963607"/>
                  </a:lnTo>
                  <a:lnTo>
                    <a:pt x="975793" y="963607"/>
                  </a:lnTo>
                  <a:close/>
                  <a:moveTo>
                    <a:pt x="766277" y="962536"/>
                  </a:moveTo>
                  <a:lnTo>
                    <a:pt x="863105" y="962536"/>
                  </a:lnTo>
                  <a:lnTo>
                    <a:pt x="863105" y="963607"/>
                  </a:lnTo>
                  <a:lnTo>
                    <a:pt x="766277" y="963607"/>
                  </a:lnTo>
                  <a:close/>
                  <a:moveTo>
                    <a:pt x="346411" y="962536"/>
                  </a:moveTo>
                  <a:lnTo>
                    <a:pt x="424040" y="962536"/>
                  </a:lnTo>
                  <a:lnTo>
                    <a:pt x="424040" y="963607"/>
                  </a:lnTo>
                  <a:lnTo>
                    <a:pt x="346411" y="963607"/>
                  </a:lnTo>
                  <a:close/>
                  <a:moveTo>
                    <a:pt x="564274" y="961465"/>
                  </a:moveTo>
                  <a:lnTo>
                    <a:pt x="630217" y="961465"/>
                  </a:lnTo>
                  <a:lnTo>
                    <a:pt x="630217" y="963607"/>
                  </a:lnTo>
                  <a:lnTo>
                    <a:pt x="564274" y="963607"/>
                  </a:lnTo>
                  <a:close/>
                  <a:moveTo>
                    <a:pt x="877295" y="962536"/>
                  </a:moveTo>
                  <a:lnTo>
                    <a:pt x="945743" y="962536"/>
                  </a:lnTo>
                  <a:lnTo>
                    <a:pt x="945743" y="963607"/>
                  </a:lnTo>
                  <a:lnTo>
                    <a:pt x="877295" y="963607"/>
                  </a:lnTo>
                  <a:close/>
                  <a:moveTo>
                    <a:pt x="648581" y="962536"/>
                  </a:moveTo>
                  <a:lnTo>
                    <a:pt x="707012" y="962536"/>
                  </a:lnTo>
                  <a:lnTo>
                    <a:pt x="707012" y="963607"/>
                  </a:lnTo>
                  <a:lnTo>
                    <a:pt x="648581" y="963607"/>
                  </a:lnTo>
                  <a:close/>
                  <a:moveTo>
                    <a:pt x="60935" y="963607"/>
                  </a:moveTo>
                  <a:lnTo>
                    <a:pt x="328047" y="963607"/>
                  </a:lnTo>
                  <a:lnTo>
                    <a:pt x="328047" y="964677"/>
                  </a:lnTo>
                  <a:lnTo>
                    <a:pt x="60935" y="964677"/>
                  </a:lnTo>
                  <a:close/>
                  <a:moveTo>
                    <a:pt x="346411" y="963607"/>
                  </a:moveTo>
                  <a:lnTo>
                    <a:pt x="424875" y="963607"/>
                  </a:lnTo>
                  <a:lnTo>
                    <a:pt x="424875" y="964677"/>
                  </a:lnTo>
                  <a:lnTo>
                    <a:pt x="346411" y="964677"/>
                  </a:lnTo>
                  <a:close/>
                  <a:moveTo>
                    <a:pt x="564274" y="963607"/>
                  </a:moveTo>
                  <a:lnTo>
                    <a:pt x="631052" y="963607"/>
                  </a:lnTo>
                  <a:lnTo>
                    <a:pt x="631052" y="964677"/>
                  </a:lnTo>
                  <a:lnTo>
                    <a:pt x="564274" y="964677"/>
                  </a:lnTo>
                  <a:close/>
                  <a:moveTo>
                    <a:pt x="439065" y="963607"/>
                  </a:moveTo>
                  <a:lnTo>
                    <a:pt x="522538" y="963607"/>
                  </a:lnTo>
                  <a:lnTo>
                    <a:pt x="522538" y="964677"/>
                  </a:lnTo>
                  <a:lnTo>
                    <a:pt x="439065" y="964677"/>
                  </a:lnTo>
                  <a:close/>
                  <a:moveTo>
                    <a:pt x="646912" y="963607"/>
                  </a:moveTo>
                  <a:lnTo>
                    <a:pt x="707846" y="963607"/>
                  </a:lnTo>
                  <a:lnTo>
                    <a:pt x="707846" y="964677"/>
                  </a:lnTo>
                  <a:lnTo>
                    <a:pt x="646912" y="964677"/>
                  </a:lnTo>
                  <a:close/>
                  <a:moveTo>
                    <a:pt x="974958" y="963607"/>
                  </a:moveTo>
                  <a:lnTo>
                    <a:pt x="1000000" y="963607"/>
                  </a:lnTo>
                  <a:lnTo>
                    <a:pt x="1000000" y="964677"/>
                  </a:lnTo>
                  <a:lnTo>
                    <a:pt x="974958" y="964677"/>
                  </a:lnTo>
                  <a:close/>
                  <a:moveTo>
                    <a:pt x="0" y="963607"/>
                  </a:moveTo>
                  <a:lnTo>
                    <a:pt x="58431" y="963607"/>
                  </a:lnTo>
                  <a:lnTo>
                    <a:pt x="58431" y="964677"/>
                  </a:lnTo>
                  <a:lnTo>
                    <a:pt x="0" y="964677"/>
                  </a:lnTo>
                  <a:close/>
                  <a:moveTo>
                    <a:pt x="875626" y="963607"/>
                  </a:moveTo>
                  <a:lnTo>
                    <a:pt x="946578" y="963607"/>
                  </a:lnTo>
                  <a:lnTo>
                    <a:pt x="946578" y="964677"/>
                  </a:lnTo>
                  <a:lnTo>
                    <a:pt x="875626" y="964677"/>
                  </a:lnTo>
                  <a:close/>
                  <a:moveTo>
                    <a:pt x="765442" y="963607"/>
                  </a:moveTo>
                  <a:lnTo>
                    <a:pt x="864775" y="963607"/>
                  </a:lnTo>
                  <a:lnTo>
                    <a:pt x="864775" y="964677"/>
                  </a:lnTo>
                  <a:lnTo>
                    <a:pt x="765442" y="964677"/>
                  </a:lnTo>
                  <a:close/>
                  <a:moveTo>
                    <a:pt x="646077" y="964677"/>
                  </a:moveTo>
                  <a:lnTo>
                    <a:pt x="708681" y="964677"/>
                  </a:lnTo>
                  <a:lnTo>
                    <a:pt x="708681" y="965748"/>
                  </a:lnTo>
                  <a:lnTo>
                    <a:pt x="646077" y="965748"/>
                  </a:lnTo>
                  <a:close/>
                  <a:moveTo>
                    <a:pt x="438230" y="964677"/>
                  </a:moveTo>
                  <a:lnTo>
                    <a:pt x="522538" y="964677"/>
                  </a:lnTo>
                  <a:lnTo>
                    <a:pt x="522538" y="965748"/>
                  </a:lnTo>
                  <a:lnTo>
                    <a:pt x="438230" y="965748"/>
                  </a:lnTo>
                  <a:close/>
                  <a:moveTo>
                    <a:pt x="873122" y="964677"/>
                  </a:moveTo>
                  <a:lnTo>
                    <a:pt x="946578" y="964677"/>
                  </a:lnTo>
                  <a:lnTo>
                    <a:pt x="946578" y="965748"/>
                  </a:lnTo>
                  <a:lnTo>
                    <a:pt x="873122" y="965748"/>
                  </a:lnTo>
                  <a:close/>
                  <a:moveTo>
                    <a:pt x="345576" y="964677"/>
                  </a:moveTo>
                  <a:lnTo>
                    <a:pt x="425710" y="964677"/>
                  </a:lnTo>
                  <a:lnTo>
                    <a:pt x="425710" y="965748"/>
                  </a:lnTo>
                  <a:lnTo>
                    <a:pt x="345576" y="965748"/>
                  </a:lnTo>
                  <a:close/>
                  <a:moveTo>
                    <a:pt x="765442" y="964677"/>
                  </a:moveTo>
                  <a:lnTo>
                    <a:pt x="866444" y="964677"/>
                  </a:lnTo>
                  <a:lnTo>
                    <a:pt x="866444" y="965748"/>
                  </a:lnTo>
                  <a:lnTo>
                    <a:pt x="765442" y="965748"/>
                  </a:lnTo>
                  <a:close/>
                  <a:moveTo>
                    <a:pt x="562604" y="964677"/>
                  </a:moveTo>
                  <a:lnTo>
                    <a:pt x="631886" y="964677"/>
                  </a:lnTo>
                  <a:lnTo>
                    <a:pt x="631886" y="965748"/>
                  </a:lnTo>
                  <a:lnTo>
                    <a:pt x="562604" y="965748"/>
                  </a:lnTo>
                  <a:close/>
                  <a:moveTo>
                    <a:pt x="973289" y="964677"/>
                  </a:moveTo>
                  <a:lnTo>
                    <a:pt x="1000000" y="964677"/>
                  </a:lnTo>
                  <a:lnTo>
                    <a:pt x="1000000" y="965748"/>
                  </a:lnTo>
                  <a:lnTo>
                    <a:pt x="973289" y="965748"/>
                  </a:lnTo>
                  <a:close/>
                  <a:moveTo>
                    <a:pt x="437396" y="965748"/>
                  </a:moveTo>
                  <a:lnTo>
                    <a:pt x="522538" y="965748"/>
                  </a:lnTo>
                  <a:lnTo>
                    <a:pt x="522538" y="966819"/>
                  </a:lnTo>
                  <a:lnTo>
                    <a:pt x="437396" y="966819"/>
                  </a:lnTo>
                  <a:close/>
                  <a:moveTo>
                    <a:pt x="344741" y="965748"/>
                  </a:moveTo>
                  <a:lnTo>
                    <a:pt x="426544" y="965748"/>
                  </a:lnTo>
                  <a:lnTo>
                    <a:pt x="426544" y="966819"/>
                  </a:lnTo>
                  <a:lnTo>
                    <a:pt x="344741" y="966819"/>
                  </a:lnTo>
                  <a:close/>
                  <a:moveTo>
                    <a:pt x="646077" y="965748"/>
                  </a:moveTo>
                  <a:lnTo>
                    <a:pt x="709516" y="965748"/>
                  </a:lnTo>
                  <a:lnTo>
                    <a:pt x="709516" y="966819"/>
                  </a:lnTo>
                  <a:lnTo>
                    <a:pt x="646077" y="966819"/>
                  </a:lnTo>
                  <a:close/>
                  <a:moveTo>
                    <a:pt x="0" y="964677"/>
                  </a:moveTo>
                  <a:lnTo>
                    <a:pt x="328881" y="964677"/>
                  </a:lnTo>
                  <a:lnTo>
                    <a:pt x="328881" y="966819"/>
                  </a:lnTo>
                  <a:lnTo>
                    <a:pt x="0" y="966819"/>
                  </a:lnTo>
                  <a:close/>
                  <a:moveTo>
                    <a:pt x="972454" y="965748"/>
                  </a:moveTo>
                  <a:lnTo>
                    <a:pt x="1000000" y="965748"/>
                  </a:lnTo>
                  <a:lnTo>
                    <a:pt x="1000000" y="966819"/>
                  </a:lnTo>
                  <a:lnTo>
                    <a:pt x="972454" y="966819"/>
                  </a:lnTo>
                  <a:close/>
                  <a:moveTo>
                    <a:pt x="765442" y="965748"/>
                  </a:moveTo>
                  <a:lnTo>
                    <a:pt x="947412" y="965748"/>
                  </a:lnTo>
                  <a:lnTo>
                    <a:pt x="947412" y="966819"/>
                  </a:lnTo>
                  <a:lnTo>
                    <a:pt x="765442" y="966819"/>
                  </a:lnTo>
                  <a:close/>
                  <a:moveTo>
                    <a:pt x="562604" y="965748"/>
                  </a:moveTo>
                  <a:lnTo>
                    <a:pt x="632721" y="965748"/>
                  </a:lnTo>
                  <a:lnTo>
                    <a:pt x="632721" y="966819"/>
                  </a:lnTo>
                  <a:lnTo>
                    <a:pt x="562604" y="966819"/>
                  </a:lnTo>
                  <a:close/>
                  <a:moveTo>
                    <a:pt x="970785" y="966819"/>
                  </a:moveTo>
                  <a:lnTo>
                    <a:pt x="1000000" y="966819"/>
                  </a:lnTo>
                  <a:lnTo>
                    <a:pt x="1000000" y="967889"/>
                  </a:lnTo>
                  <a:lnTo>
                    <a:pt x="970785" y="967889"/>
                  </a:lnTo>
                  <a:close/>
                  <a:moveTo>
                    <a:pt x="435726" y="966819"/>
                  </a:moveTo>
                  <a:lnTo>
                    <a:pt x="522538" y="966819"/>
                  </a:lnTo>
                  <a:lnTo>
                    <a:pt x="522538" y="967889"/>
                  </a:lnTo>
                  <a:lnTo>
                    <a:pt x="435726" y="967889"/>
                  </a:lnTo>
                  <a:close/>
                  <a:moveTo>
                    <a:pt x="343907" y="966819"/>
                  </a:moveTo>
                  <a:lnTo>
                    <a:pt x="427379" y="966819"/>
                  </a:lnTo>
                  <a:lnTo>
                    <a:pt x="427379" y="967889"/>
                  </a:lnTo>
                  <a:lnTo>
                    <a:pt x="343907" y="967889"/>
                  </a:lnTo>
                  <a:close/>
                  <a:moveTo>
                    <a:pt x="764608" y="966819"/>
                  </a:moveTo>
                  <a:lnTo>
                    <a:pt x="949917" y="966819"/>
                  </a:lnTo>
                  <a:lnTo>
                    <a:pt x="949917" y="967889"/>
                  </a:lnTo>
                  <a:lnTo>
                    <a:pt x="764608" y="967889"/>
                  </a:lnTo>
                  <a:close/>
                  <a:moveTo>
                    <a:pt x="0" y="966819"/>
                  </a:moveTo>
                  <a:lnTo>
                    <a:pt x="329716" y="966819"/>
                  </a:lnTo>
                  <a:lnTo>
                    <a:pt x="329716" y="967889"/>
                  </a:lnTo>
                  <a:lnTo>
                    <a:pt x="0" y="967889"/>
                  </a:lnTo>
                  <a:close/>
                  <a:moveTo>
                    <a:pt x="561770" y="966819"/>
                  </a:moveTo>
                  <a:lnTo>
                    <a:pt x="633556" y="966819"/>
                  </a:lnTo>
                  <a:lnTo>
                    <a:pt x="633556" y="967889"/>
                  </a:lnTo>
                  <a:lnTo>
                    <a:pt x="561770" y="967889"/>
                  </a:lnTo>
                  <a:close/>
                  <a:moveTo>
                    <a:pt x="645242" y="966819"/>
                  </a:moveTo>
                  <a:lnTo>
                    <a:pt x="710351" y="966819"/>
                  </a:lnTo>
                  <a:lnTo>
                    <a:pt x="710351" y="967889"/>
                  </a:lnTo>
                  <a:lnTo>
                    <a:pt x="645242" y="967889"/>
                  </a:lnTo>
                  <a:close/>
                  <a:moveTo>
                    <a:pt x="0" y="967889"/>
                  </a:moveTo>
                  <a:lnTo>
                    <a:pt x="330551" y="967889"/>
                  </a:lnTo>
                  <a:lnTo>
                    <a:pt x="330551" y="968960"/>
                  </a:lnTo>
                  <a:lnTo>
                    <a:pt x="0" y="968960"/>
                  </a:lnTo>
                  <a:close/>
                  <a:moveTo>
                    <a:pt x="560100" y="967889"/>
                  </a:moveTo>
                  <a:lnTo>
                    <a:pt x="636895" y="967889"/>
                  </a:lnTo>
                  <a:lnTo>
                    <a:pt x="636895" y="968960"/>
                  </a:lnTo>
                  <a:lnTo>
                    <a:pt x="560100" y="968960"/>
                  </a:lnTo>
                  <a:close/>
                  <a:moveTo>
                    <a:pt x="641903" y="967889"/>
                  </a:moveTo>
                  <a:lnTo>
                    <a:pt x="725376" y="967889"/>
                  </a:lnTo>
                  <a:lnTo>
                    <a:pt x="725376" y="968960"/>
                  </a:lnTo>
                  <a:lnTo>
                    <a:pt x="641903" y="968960"/>
                  </a:lnTo>
                  <a:close/>
                  <a:moveTo>
                    <a:pt x="343907" y="967889"/>
                  </a:moveTo>
                  <a:lnTo>
                    <a:pt x="522538" y="967889"/>
                  </a:lnTo>
                  <a:lnTo>
                    <a:pt x="522538" y="968960"/>
                  </a:lnTo>
                  <a:lnTo>
                    <a:pt x="343907" y="968960"/>
                  </a:lnTo>
                  <a:close/>
                  <a:moveTo>
                    <a:pt x="763773" y="967889"/>
                  </a:moveTo>
                  <a:lnTo>
                    <a:pt x="1000000" y="967889"/>
                  </a:lnTo>
                  <a:lnTo>
                    <a:pt x="1000000" y="968960"/>
                  </a:lnTo>
                  <a:lnTo>
                    <a:pt x="763773" y="968960"/>
                  </a:lnTo>
                  <a:close/>
                  <a:moveTo>
                    <a:pt x="0" y="968960"/>
                  </a:moveTo>
                  <a:lnTo>
                    <a:pt x="331386" y="968960"/>
                  </a:lnTo>
                  <a:lnTo>
                    <a:pt x="331386" y="970031"/>
                  </a:lnTo>
                  <a:lnTo>
                    <a:pt x="0" y="970031"/>
                  </a:lnTo>
                  <a:close/>
                  <a:moveTo>
                    <a:pt x="640234" y="968960"/>
                  </a:moveTo>
                  <a:lnTo>
                    <a:pt x="728715" y="968960"/>
                  </a:lnTo>
                  <a:lnTo>
                    <a:pt x="728715" y="970031"/>
                  </a:lnTo>
                  <a:lnTo>
                    <a:pt x="640234" y="970031"/>
                  </a:lnTo>
                  <a:close/>
                  <a:moveTo>
                    <a:pt x="343072" y="968960"/>
                  </a:moveTo>
                  <a:lnTo>
                    <a:pt x="523372" y="968960"/>
                  </a:lnTo>
                  <a:lnTo>
                    <a:pt x="523372" y="970031"/>
                  </a:lnTo>
                  <a:lnTo>
                    <a:pt x="343072" y="970031"/>
                  </a:lnTo>
                  <a:close/>
                  <a:moveTo>
                    <a:pt x="731219" y="968960"/>
                  </a:moveTo>
                  <a:lnTo>
                    <a:pt x="732053" y="968960"/>
                  </a:lnTo>
                  <a:lnTo>
                    <a:pt x="732053" y="970031"/>
                  </a:lnTo>
                  <a:lnTo>
                    <a:pt x="731219" y="970031"/>
                  </a:lnTo>
                  <a:close/>
                  <a:moveTo>
                    <a:pt x="762938" y="968960"/>
                  </a:moveTo>
                  <a:lnTo>
                    <a:pt x="1000000" y="968960"/>
                  </a:lnTo>
                  <a:lnTo>
                    <a:pt x="1000000" y="970031"/>
                  </a:lnTo>
                  <a:lnTo>
                    <a:pt x="762938" y="970031"/>
                  </a:lnTo>
                  <a:close/>
                  <a:moveTo>
                    <a:pt x="559265" y="968960"/>
                  </a:moveTo>
                  <a:lnTo>
                    <a:pt x="639399" y="968960"/>
                  </a:lnTo>
                  <a:lnTo>
                    <a:pt x="639399" y="970031"/>
                  </a:lnTo>
                  <a:lnTo>
                    <a:pt x="559265" y="970031"/>
                  </a:lnTo>
                  <a:close/>
                  <a:moveTo>
                    <a:pt x="762104" y="970031"/>
                  </a:moveTo>
                  <a:lnTo>
                    <a:pt x="1000000" y="970031"/>
                  </a:lnTo>
                  <a:lnTo>
                    <a:pt x="1000000" y="971101"/>
                  </a:lnTo>
                  <a:lnTo>
                    <a:pt x="762104" y="971101"/>
                  </a:lnTo>
                  <a:close/>
                  <a:moveTo>
                    <a:pt x="341402" y="970031"/>
                  </a:moveTo>
                  <a:lnTo>
                    <a:pt x="524207" y="970031"/>
                  </a:lnTo>
                  <a:lnTo>
                    <a:pt x="524207" y="971101"/>
                  </a:lnTo>
                  <a:lnTo>
                    <a:pt x="341402" y="971101"/>
                  </a:lnTo>
                  <a:close/>
                  <a:moveTo>
                    <a:pt x="0" y="970031"/>
                  </a:moveTo>
                  <a:lnTo>
                    <a:pt x="332220" y="970031"/>
                  </a:lnTo>
                  <a:lnTo>
                    <a:pt x="332220" y="971101"/>
                  </a:lnTo>
                  <a:lnTo>
                    <a:pt x="0" y="971101"/>
                  </a:lnTo>
                  <a:close/>
                  <a:moveTo>
                    <a:pt x="558431" y="970031"/>
                  </a:moveTo>
                  <a:lnTo>
                    <a:pt x="735392" y="970031"/>
                  </a:lnTo>
                  <a:lnTo>
                    <a:pt x="735392" y="971101"/>
                  </a:lnTo>
                  <a:lnTo>
                    <a:pt x="558431" y="971101"/>
                  </a:lnTo>
                  <a:close/>
                  <a:moveTo>
                    <a:pt x="554257" y="971101"/>
                  </a:moveTo>
                  <a:lnTo>
                    <a:pt x="1000000" y="971101"/>
                  </a:lnTo>
                  <a:lnTo>
                    <a:pt x="1000000" y="972172"/>
                  </a:lnTo>
                  <a:lnTo>
                    <a:pt x="554257" y="972172"/>
                  </a:lnTo>
                  <a:close/>
                  <a:moveTo>
                    <a:pt x="550918" y="972172"/>
                  </a:moveTo>
                  <a:lnTo>
                    <a:pt x="1000000" y="972172"/>
                  </a:lnTo>
                  <a:lnTo>
                    <a:pt x="1000000" y="973243"/>
                  </a:lnTo>
                  <a:lnTo>
                    <a:pt x="550918" y="973243"/>
                  </a:lnTo>
                  <a:close/>
                  <a:moveTo>
                    <a:pt x="0" y="971101"/>
                  </a:moveTo>
                  <a:lnTo>
                    <a:pt x="525042" y="971101"/>
                  </a:lnTo>
                  <a:lnTo>
                    <a:pt x="525042" y="973243"/>
                  </a:lnTo>
                  <a:lnTo>
                    <a:pt x="0" y="973243"/>
                  </a:lnTo>
                  <a:close/>
                  <a:moveTo>
                    <a:pt x="0" y="973243"/>
                  </a:moveTo>
                  <a:lnTo>
                    <a:pt x="526711" y="973243"/>
                  </a:lnTo>
                  <a:lnTo>
                    <a:pt x="526711" y="974314"/>
                  </a:lnTo>
                  <a:lnTo>
                    <a:pt x="0" y="974314"/>
                  </a:lnTo>
                  <a:close/>
                  <a:moveTo>
                    <a:pt x="548414" y="973243"/>
                  </a:moveTo>
                  <a:lnTo>
                    <a:pt x="1000000" y="973243"/>
                  </a:lnTo>
                  <a:lnTo>
                    <a:pt x="1000000" y="974314"/>
                  </a:lnTo>
                  <a:lnTo>
                    <a:pt x="548414" y="974314"/>
                  </a:lnTo>
                  <a:close/>
                  <a:moveTo>
                    <a:pt x="0" y="974314"/>
                  </a:moveTo>
                  <a:lnTo>
                    <a:pt x="1000000" y="974314"/>
                  </a:lnTo>
                  <a:lnTo>
                    <a:pt x="1000000" y="1000000"/>
                  </a:lnTo>
                  <a:lnTo>
                    <a:pt x="0" y="1000000"/>
                  </a:lnTo>
                  <a:close/>
                </a:path>
              </a:pathLst>
            </a:custGeom>
            <a:solidFill>
              <a:srgbClr val="087FBD"/>
            </a:solidFill>
            <a:ln>
              <a:noFill/>
            </a:ln>
          </p:spPr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6"/>
            <a:srcRect t="8" b="8"/>
            <a:stretch>
              <a:fillRect/>
            </a:stretch>
          </p:blipFill>
          <p:spPr>
            <a:xfrm>
              <a:off x="14003" y="3404"/>
              <a:ext cx="2478" cy="1507"/>
            </a:xfrm>
            <a:prstGeom prst="rect">
              <a:avLst/>
            </a:prstGeom>
          </p:spPr>
        </p:pic>
        <p:sp>
          <p:nvSpPr>
            <p:cNvPr id="18" name="文本框 33"/>
            <p:cNvSpPr>
              <a:spLocks noGrp="1"/>
            </p:cNvSpPr>
            <p:nvPr/>
          </p:nvSpPr>
          <p:spPr>
            <a:xfrm>
              <a:off x="2538" y="2967"/>
              <a:ext cx="7295" cy="252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Autofit/>
            </a:bodyPr>
            <a:lstStyle/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董小琛 | 兰多湾宠物&amp;</a:t>
              </a:r>
              <a:r>
                <a:rPr lang="en-US" altLang="zh-CN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LUCAFE </a:t>
              </a:r>
              <a:r>
                <a:rPr lang="zh-CN" altLang="en-US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创始人</a:t>
              </a:r>
              <a:r>
                <a:rPr lang="en-US" altLang="zh-CN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CEO</a:t>
              </a:r>
              <a:endParaRPr lang="en-US" altLang="zh-CN" sz="98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FUR-VETRESKA PET STORE</a:t>
              </a:r>
              <a:r>
                <a:rPr lang="zh-CN" altLang="en-US" sz="98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全球合伙人</a:t>
              </a:r>
              <a:endParaRPr lang="zh-CN" altLang="en-US" sz="98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endParaRPr lang="en-US" altLang="zh-CN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运营10余家商场连锁宠物店(中国)</a:t>
              </a:r>
              <a:r>
                <a:rPr lang="en-US" altLang="zh-CN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FUR VETRESKA PET STORE(</a:t>
              </a: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全球)</a:t>
              </a: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endParaRPr lang="en-US" altLang="zh-CN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从业16年成功打造了兰多湾室外宠物乐园，室内恒温泳池，宠物下午茶兰多湾·</a:t>
              </a:r>
              <a:r>
                <a:rPr lang="en-US" altLang="zh-CN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LUCAFE，</a:t>
              </a: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全网二百万粉丝网红</a:t>
              </a:r>
              <a:r>
                <a:rPr lang="en-US" altLang="zh-CN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IP</a:t>
              </a:r>
              <a:endParaRPr lang="en-US" altLang="zh-CN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带领兰多湾两次获得亚展全国创新五强门店</a:t>
              </a: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擅长客户定位和新的消费风向把控，制定发展战略</a:t>
              </a: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专注服务与零售,每一步都努力奔向动物福利</a:t>
              </a: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zh-CN" altLang="en-US" sz="8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2025-2026年用兽医视角赋能宠物健康养护体系</a:t>
              </a: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endParaRPr lang="zh-CN" altLang="en-US" sz="8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文本框 34"/>
            <p:cNvSpPr>
              <a:spLocks noGrp="1"/>
            </p:cNvSpPr>
            <p:nvPr/>
          </p:nvSpPr>
          <p:spPr>
            <a:xfrm>
              <a:off x="2538" y="5691"/>
              <a:ext cx="5924" cy="40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Dong Xiaochen | Founder &amp; CEO of LDW PET &amp; LUCAFE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                Global Partner of FUR-VETRESKA PET STORE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Operates 10+ pet stores in shopping malls across China, while partnering with FUR-VETRESKA PET STORE on its global expansion.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With 16 years of experience in the pet industry, Dong Xiaochen has successfully developed a diverse portfolio of innovative pet lifestyle concepts, including the LDW Outdoor Pet Park, Indoor Heated Pet Swimming Pool, and LDW· LUCAFE, a pet caf</a:t>
              </a:r>
              <a:r>
                <a:rPr lang="en-US" altLang="en-US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é </a:t>
              </a: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concept that has built a strong social media presence with over 2 million followers.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Under her leadership, LDW has twice been recognized as one of the Top 5 Most Innovative Pet Stores in China at Pet Fair Asia.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She specializes in customer positioning, emerging consumer trends, and strategic business development, with a strong focus on both service and retail. Every step of LDW’s growth is guided by a commitment to animal welfare.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lang="en-US" altLang="zh-CN" sz="7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From 2025 to 2026, she has focused on developing and empowering LDW’s Pet Health &amp; Wellness Care System from a veterinary perspective, integrating professional health management concepts into everyday pet care and retail services.</a:t>
              </a: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>
                <a:lnSpc>
                  <a:spcPct val="105000"/>
                </a:lnSpc>
                <a:buNone/>
                <a:defRPr sz="675" b="1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endParaRPr lang="en-US" altLang="zh-CN" sz="7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</p:txBody>
        </p:sp>
        <p:sp>
          <p:nvSpPr>
            <p:cNvPr id="20" name="文本框 47"/>
            <p:cNvSpPr>
              <a:spLocks noGrp="1"/>
            </p:cNvSpPr>
            <p:nvPr/>
          </p:nvSpPr>
          <p:spPr>
            <a:xfrm>
              <a:off x="10714" y="8654"/>
              <a:ext cx="5861" cy="99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Autofit/>
            </a:bodyPr>
            <a:lstStyle/>
            <a:p>
              <a:pPr algn="l">
                <a:lnSpc>
                  <a:spcPct val="105000"/>
                </a:lnSpc>
                <a:buNone/>
                <a:defRPr sz="675" b="0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9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十余家商场连锁购物中心PET SHOP和兰多湾·LU CAFE,占据天津核心商圈,总经营面积2000㎡。</a:t>
              </a:r>
              <a:endParaRPr sz="9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05000"/>
                </a:lnSpc>
                <a:buNone/>
                <a:defRPr sz="675" b="0">
                  <a:solidFill>
                    <a:srgbClr val="28485C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980" b="0">
                  <a:solidFill>
                    <a:srgbClr val="28485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二O二四年 未卡VETRESKA携手兰多湾打造布局 全球首家旗舰店FUR。完成首家中国宠物门店出海，开启全新海外业务。</a:t>
              </a:r>
              <a:endParaRPr sz="980" b="0">
                <a:solidFill>
                  <a:srgbClr val="2848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7"/>
            <a:srcRect l="4" r="4"/>
            <a:stretch>
              <a:fillRect/>
            </a:stretch>
          </p:blipFill>
          <p:spPr>
            <a:xfrm>
              <a:off x="7609" y="5569"/>
              <a:ext cx="4344" cy="4360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8"/>
            <a:srcRect l="31" r="31"/>
            <a:stretch>
              <a:fillRect/>
            </a:stretch>
          </p:blipFill>
          <p:spPr>
            <a:xfrm>
              <a:off x="10358" y="5466"/>
              <a:ext cx="2910" cy="2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1099363" y="962025"/>
            <a:ext cx="9993274" cy="5623560"/>
          </a:xfrm>
          <a:prstGeom prst="rect">
            <a:avLst/>
          </a:prstGeom>
        </p:spPr>
      </p:pic>
      <p:sp>
        <p:nvSpPr>
          <p:cNvPr id="8" name="Kimate background colour 8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490" y="888"/>
                </a:moveTo>
                <a:lnTo>
                  <a:pt x="1000000" y="888"/>
                </a:lnTo>
                <a:lnTo>
                  <a:pt x="1000000" y="64831"/>
                </a:lnTo>
                <a:lnTo>
                  <a:pt x="490" y="64831"/>
                </a:lnTo>
                <a:close/>
                <a:moveTo>
                  <a:pt x="490" y="64831"/>
                </a:moveTo>
                <a:lnTo>
                  <a:pt x="765623" y="64831"/>
                </a:lnTo>
                <a:lnTo>
                  <a:pt x="765623" y="65719"/>
                </a:lnTo>
                <a:lnTo>
                  <a:pt x="490" y="65719"/>
                </a:lnTo>
                <a:close/>
                <a:moveTo>
                  <a:pt x="490" y="65719"/>
                </a:moveTo>
                <a:lnTo>
                  <a:pt x="765123" y="65719"/>
                </a:lnTo>
                <a:lnTo>
                  <a:pt x="765123" y="66607"/>
                </a:lnTo>
                <a:lnTo>
                  <a:pt x="490" y="66607"/>
                </a:lnTo>
                <a:close/>
                <a:moveTo>
                  <a:pt x="490" y="66607"/>
                </a:moveTo>
                <a:lnTo>
                  <a:pt x="731139" y="66607"/>
                </a:lnTo>
                <a:lnTo>
                  <a:pt x="731139" y="67496"/>
                </a:lnTo>
                <a:lnTo>
                  <a:pt x="490" y="67496"/>
                </a:lnTo>
                <a:close/>
                <a:moveTo>
                  <a:pt x="766122" y="64831"/>
                </a:moveTo>
                <a:lnTo>
                  <a:pt x="1000000" y="64831"/>
                </a:lnTo>
                <a:lnTo>
                  <a:pt x="1000000" y="67496"/>
                </a:lnTo>
                <a:lnTo>
                  <a:pt x="766122" y="67496"/>
                </a:lnTo>
                <a:close/>
                <a:moveTo>
                  <a:pt x="733138" y="66607"/>
                </a:moveTo>
                <a:lnTo>
                  <a:pt x="764123" y="66607"/>
                </a:lnTo>
                <a:lnTo>
                  <a:pt x="764123" y="67496"/>
                </a:lnTo>
                <a:lnTo>
                  <a:pt x="733138" y="67496"/>
                </a:lnTo>
                <a:close/>
                <a:moveTo>
                  <a:pt x="732638" y="67496"/>
                </a:moveTo>
                <a:lnTo>
                  <a:pt x="762124" y="67496"/>
                </a:lnTo>
                <a:lnTo>
                  <a:pt x="762124" y="68384"/>
                </a:lnTo>
                <a:lnTo>
                  <a:pt x="732638" y="68384"/>
                </a:lnTo>
                <a:close/>
                <a:moveTo>
                  <a:pt x="766122" y="67496"/>
                </a:moveTo>
                <a:lnTo>
                  <a:pt x="766622" y="67496"/>
                </a:lnTo>
                <a:lnTo>
                  <a:pt x="766622" y="68384"/>
                </a:lnTo>
                <a:lnTo>
                  <a:pt x="766122" y="68384"/>
                </a:lnTo>
                <a:close/>
                <a:moveTo>
                  <a:pt x="490" y="67496"/>
                </a:moveTo>
                <a:lnTo>
                  <a:pt x="729640" y="67496"/>
                </a:lnTo>
                <a:lnTo>
                  <a:pt x="729640" y="68384"/>
                </a:lnTo>
                <a:lnTo>
                  <a:pt x="490" y="68384"/>
                </a:lnTo>
                <a:close/>
                <a:moveTo>
                  <a:pt x="767622" y="67496"/>
                </a:moveTo>
                <a:lnTo>
                  <a:pt x="1000000" y="67496"/>
                </a:lnTo>
                <a:lnTo>
                  <a:pt x="1000000" y="68384"/>
                </a:lnTo>
                <a:lnTo>
                  <a:pt x="767622" y="68384"/>
                </a:lnTo>
                <a:close/>
                <a:moveTo>
                  <a:pt x="490" y="68384"/>
                </a:moveTo>
                <a:lnTo>
                  <a:pt x="728640" y="68384"/>
                </a:lnTo>
                <a:lnTo>
                  <a:pt x="728640" y="69272"/>
                </a:lnTo>
                <a:lnTo>
                  <a:pt x="490" y="69272"/>
                </a:lnTo>
                <a:close/>
                <a:moveTo>
                  <a:pt x="733138" y="68384"/>
                </a:moveTo>
                <a:lnTo>
                  <a:pt x="760625" y="68384"/>
                </a:lnTo>
                <a:lnTo>
                  <a:pt x="760625" y="69272"/>
                </a:lnTo>
                <a:lnTo>
                  <a:pt x="733138" y="69272"/>
                </a:lnTo>
                <a:close/>
                <a:moveTo>
                  <a:pt x="490" y="69272"/>
                </a:moveTo>
                <a:lnTo>
                  <a:pt x="728140" y="69272"/>
                </a:lnTo>
                <a:lnTo>
                  <a:pt x="728140" y="70160"/>
                </a:lnTo>
                <a:lnTo>
                  <a:pt x="490" y="70160"/>
                </a:lnTo>
                <a:close/>
                <a:moveTo>
                  <a:pt x="732638" y="69272"/>
                </a:moveTo>
                <a:lnTo>
                  <a:pt x="759625" y="69272"/>
                </a:lnTo>
                <a:lnTo>
                  <a:pt x="759625" y="70160"/>
                </a:lnTo>
                <a:lnTo>
                  <a:pt x="732638" y="70160"/>
                </a:lnTo>
                <a:close/>
                <a:moveTo>
                  <a:pt x="732638" y="70160"/>
                </a:moveTo>
                <a:lnTo>
                  <a:pt x="759126" y="70160"/>
                </a:lnTo>
                <a:lnTo>
                  <a:pt x="759126" y="71048"/>
                </a:lnTo>
                <a:lnTo>
                  <a:pt x="732638" y="71048"/>
                </a:lnTo>
                <a:close/>
                <a:moveTo>
                  <a:pt x="490" y="70160"/>
                </a:moveTo>
                <a:lnTo>
                  <a:pt x="727641" y="70160"/>
                </a:lnTo>
                <a:lnTo>
                  <a:pt x="727641" y="71048"/>
                </a:lnTo>
                <a:lnTo>
                  <a:pt x="490" y="71048"/>
                </a:lnTo>
                <a:close/>
                <a:moveTo>
                  <a:pt x="767122" y="68384"/>
                </a:moveTo>
                <a:lnTo>
                  <a:pt x="1000000" y="68384"/>
                </a:lnTo>
                <a:lnTo>
                  <a:pt x="1000000" y="71048"/>
                </a:lnTo>
                <a:lnTo>
                  <a:pt x="767122" y="71048"/>
                </a:lnTo>
                <a:close/>
                <a:moveTo>
                  <a:pt x="732139" y="71048"/>
                </a:moveTo>
                <a:lnTo>
                  <a:pt x="758626" y="71048"/>
                </a:lnTo>
                <a:lnTo>
                  <a:pt x="758626" y="71936"/>
                </a:lnTo>
                <a:lnTo>
                  <a:pt x="732139" y="71936"/>
                </a:lnTo>
                <a:close/>
                <a:moveTo>
                  <a:pt x="766622" y="71048"/>
                </a:moveTo>
                <a:lnTo>
                  <a:pt x="1000000" y="71048"/>
                </a:lnTo>
                <a:lnTo>
                  <a:pt x="1000000" y="71936"/>
                </a:lnTo>
                <a:lnTo>
                  <a:pt x="766622" y="71936"/>
                </a:lnTo>
                <a:close/>
                <a:moveTo>
                  <a:pt x="490" y="71048"/>
                </a:moveTo>
                <a:lnTo>
                  <a:pt x="727141" y="71048"/>
                </a:lnTo>
                <a:lnTo>
                  <a:pt x="727141" y="72824"/>
                </a:lnTo>
                <a:lnTo>
                  <a:pt x="490" y="72824"/>
                </a:lnTo>
                <a:close/>
                <a:moveTo>
                  <a:pt x="732139" y="71936"/>
                </a:moveTo>
                <a:lnTo>
                  <a:pt x="757127" y="71936"/>
                </a:lnTo>
                <a:lnTo>
                  <a:pt x="757127" y="72824"/>
                </a:lnTo>
                <a:lnTo>
                  <a:pt x="732139" y="72824"/>
                </a:lnTo>
                <a:close/>
                <a:moveTo>
                  <a:pt x="767122" y="71936"/>
                </a:moveTo>
                <a:lnTo>
                  <a:pt x="1000000" y="71936"/>
                </a:lnTo>
                <a:lnTo>
                  <a:pt x="1000000" y="72824"/>
                </a:lnTo>
                <a:lnTo>
                  <a:pt x="767122" y="72824"/>
                </a:lnTo>
                <a:close/>
                <a:moveTo>
                  <a:pt x="731639" y="72824"/>
                </a:moveTo>
                <a:lnTo>
                  <a:pt x="756627" y="72824"/>
                </a:lnTo>
                <a:lnTo>
                  <a:pt x="756627" y="73712"/>
                </a:lnTo>
                <a:lnTo>
                  <a:pt x="731639" y="73712"/>
                </a:lnTo>
                <a:close/>
                <a:moveTo>
                  <a:pt x="767622" y="72824"/>
                </a:moveTo>
                <a:lnTo>
                  <a:pt x="1000000" y="72824"/>
                </a:lnTo>
                <a:lnTo>
                  <a:pt x="1000000" y="73712"/>
                </a:lnTo>
                <a:lnTo>
                  <a:pt x="767622" y="73712"/>
                </a:lnTo>
                <a:close/>
                <a:moveTo>
                  <a:pt x="731639" y="73712"/>
                </a:moveTo>
                <a:lnTo>
                  <a:pt x="756127" y="73712"/>
                </a:lnTo>
                <a:lnTo>
                  <a:pt x="756127" y="74600"/>
                </a:lnTo>
                <a:lnTo>
                  <a:pt x="731639" y="74600"/>
                </a:lnTo>
                <a:close/>
                <a:moveTo>
                  <a:pt x="490" y="72824"/>
                </a:moveTo>
                <a:lnTo>
                  <a:pt x="726641" y="72824"/>
                </a:lnTo>
                <a:lnTo>
                  <a:pt x="726641" y="74600"/>
                </a:lnTo>
                <a:lnTo>
                  <a:pt x="490" y="74600"/>
                </a:lnTo>
                <a:close/>
                <a:moveTo>
                  <a:pt x="768121" y="73712"/>
                </a:moveTo>
                <a:lnTo>
                  <a:pt x="1000000" y="73712"/>
                </a:lnTo>
                <a:lnTo>
                  <a:pt x="1000000" y="74600"/>
                </a:lnTo>
                <a:lnTo>
                  <a:pt x="768121" y="74600"/>
                </a:lnTo>
                <a:close/>
                <a:moveTo>
                  <a:pt x="490" y="74600"/>
                </a:moveTo>
                <a:lnTo>
                  <a:pt x="726141" y="74600"/>
                </a:lnTo>
                <a:lnTo>
                  <a:pt x="726141" y="75488"/>
                </a:lnTo>
                <a:lnTo>
                  <a:pt x="490" y="75488"/>
                </a:lnTo>
                <a:close/>
                <a:moveTo>
                  <a:pt x="769121" y="74600"/>
                </a:moveTo>
                <a:lnTo>
                  <a:pt x="1000000" y="74600"/>
                </a:lnTo>
                <a:lnTo>
                  <a:pt x="1000000" y="75488"/>
                </a:lnTo>
                <a:lnTo>
                  <a:pt x="769121" y="75488"/>
                </a:lnTo>
                <a:close/>
                <a:moveTo>
                  <a:pt x="731639" y="74600"/>
                </a:moveTo>
                <a:lnTo>
                  <a:pt x="755627" y="74600"/>
                </a:lnTo>
                <a:lnTo>
                  <a:pt x="755627" y="75488"/>
                </a:lnTo>
                <a:lnTo>
                  <a:pt x="731639" y="75488"/>
                </a:lnTo>
                <a:close/>
                <a:moveTo>
                  <a:pt x="731639" y="75488"/>
                </a:moveTo>
                <a:lnTo>
                  <a:pt x="755128" y="75488"/>
                </a:lnTo>
                <a:lnTo>
                  <a:pt x="755128" y="76377"/>
                </a:lnTo>
                <a:lnTo>
                  <a:pt x="731639" y="76377"/>
                </a:lnTo>
                <a:close/>
                <a:moveTo>
                  <a:pt x="769621" y="75488"/>
                </a:moveTo>
                <a:lnTo>
                  <a:pt x="1000000" y="75488"/>
                </a:lnTo>
                <a:lnTo>
                  <a:pt x="1000000" y="76377"/>
                </a:lnTo>
                <a:lnTo>
                  <a:pt x="769621" y="76377"/>
                </a:lnTo>
                <a:close/>
                <a:moveTo>
                  <a:pt x="490" y="75488"/>
                </a:moveTo>
                <a:lnTo>
                  <a:pt x="726641" y="75488"/>
                </a:lnTo>
                <a:lnTo>
                  <a:pt x="726641" y="77265"/>
                </a:lnTo>
                <a:lnTo>
                  <a:pt x="490" y="77265"/>
                </a:lnTo>
                <a:close/>
                <a:moveTo>
                  <a:pt x="730639" y="76377"/>
                </a:moveTo>
                <a:lnTo>
                  <a:pt x="755128" y="76377"/>
                </a:lnTo>
                <a:lnTo>
                  <a:pt x="755128" y="78153"/>
                </a:lnTo>
                <a:lnTo>
                  <a:pt x="730639" y="78153"/>
                </a:lnTo>
                <a:close/>
                <a:moveTo>
                  <a:pt x="796108" y="76377"/>
                </a:moveTo>
                <a:lnTo>
                  <a:pt x="1000000" y="76377"/>
                </a:lnTo>
                <a:lnTo>
                  <a:pt x="1000000" y="78153"/>
                </a:lnTo>
                <a:lnTo>
                  <a:pt x="796108" y="78153"/>
                </a:lnTo>
                <a:close/>
                <a:moveTo>
                  <a:pt x="490" y="77265"/>
                </a:moveTo>
                <a:lnTo>
                  <a:pt x="727141" y="77265"/>
                </a:lnTo>
                <a:lnTo>
                  <a:pt x="727141" y="79041"/>
                </a:lnTo>
                <a:lnTo>
                  <a:pt x="490" y="79041"/>
                </a:lnTo>
                <a:close/>
                <a:moveTo>
                  <a:pt x="796108" y="78153"/>
                </a:moveTo>
                <a:lnTo>
                  <a:pt x="846084" y="78153"/>
                </a:lnTo>
                <a:lnTo>
                  <a:pt x="846084" y="79041"/>
                </a:lnTo>
                <a:lnTo>
                  <a:pt x="796108" y="79041"/>
                </a:lnTo>
                <a:close/>
                <a:moveTo>
                  <a:pt x="851081" y="78153"/>
                </a:moveTo>
                <a:lnTo>
                  <a:pt x="1000000" y="78153"/>
                </a:lnTo>
                <a:lnTo>
                  <a:pt x="1000000" y="79041"/>
                </a:lnTo>
                <a:lnTo>
                  <a:pt x="851081" y="79041"/>
                </a:lnTo>
                <a:close/>
                <a:moveTo>
                  <a:pt x="796108" y="79041"/>
                </a:moveTo>
                <a:lnTo>
                  <a:pt x="843085" y="79041"/>
                </a:lnTo>
                <a:lnTo>
                  <a:pt x="843085" y="79929"/>
                </a:lnTo>
                <a:lnTo>
                  <a:pt x="796108" y="79929"/>
                </a:lnTo>
                <a:close/>
                <a:moveTo>
                  <a:pt x="771120" y="76377"/>
                </a:moveTo>
                <a:lnTo>
                  <a:pt x="794609" y="76377"/>
                </a:lnTo>
                <a:lnTo>
                  <a:pt x="794609" y="79929"/>
                </a:lnTo>
                <a:lnTo>
                  <a:pt x="771120" y="79929"/>
                </a:lnTo>
                <a:close/>
                <a:moveTo>
                  <a:pt x="766622" y="79041"/>
                </a:moveTo>
                <a:lnTo>
                  <a:pt x="767622" y="79041"/>
                </a:lnTo>
                <a:lnTo>
                  <a:pt x="767622" y="79929"/>
                </a:lnTo>
                <a:lnTo>
                  <a:pt x="766622" y="79929"/>
                </a:lnTo>
                <a:close/>
                <a:moveTo>
                  <a:pt x="730639" y="78153"/>
                </a:moveTo>
                <a:lnTo>
                  <a:pt x="758626" y="78153"/>
                </a:lnTo>
                <a:lnTo>
                  <a:pt x="758626" y="79929"/>
                </a:lnTo>
                <a:lnTo>
                  <a:pt x="730639" y="79929"/>
                </a:lnTo>
                <a:close/>
                <a:moveTo>
                  <a:pt x="853081" y="79041"/>
                </a:moveTo>
                <a:lnTo>
                  <a:pt x="1000000" y="79041"/>
                </a:lnTo>
                <a:lnTo>
                  <a:pt x="1000000" y="79929"/>
                </a:lnTo>
                <a:lnTo>
                  <a:pt x="853081" y="79929"/>
                </a:lnTo>
                <a:close/>
                <a:moveTo>
                  <a:pt x="854580" y="79929"/>
                </a:moveTo>
                <a:lnTo>
                  <a:pt x="935041" y="79929"/>
                </a:lnTo>
                <a:lnTo>
                  <a:pt x="935041" y="80817"/>
                </a:lnTo>
                <a:lnTo>
                  <a:pt x="854580" y="80817"/>
                </a:lnTo>
                <a:close/>
                <a:moveTo>
                  <a:pt x="771620" y="79929"/>
                </a:moveTo>
                <a:lnTo>
                  <a:pt x="794609" y="79929"/>
                </a:lnTo>
                <a:lnTo>
                  <a:pt x="794609" y="80817"/>
                </a:lnTo>
                <a:lnTo>
                  <a:pt x="771620" y="80817"/>
                </a:lnTo>
                <a:close/>
                <a:moveTo>
                  <a:pt x="937040" y="79929"/>
                </a:moveTo>
                <a:lnTo>
                  <a:pt x="1000000" y="79929"/>
                </a:lnTo>
                <a:lnTo>
                  <a:pt x="1000000" y="80817"/>
                </a:lnTo>
                <a:lnTo>
                  <a:pt x="937040" y="80817"/>
                </a:lnTo>
                <a:close/>
                <a:moveTo>
                  <a:pt x="796108" y="79929"/>
                </a:moveTo>
                <a:lnTo>
                  <a:pt x="841086" y="79929"/>
                </a:lnTo>
                <a:lnTo>
                  <a:pt x="841086" y="80817"/>
                </a:lnTo>
                <a:lnTo>
                  <a:pt x="796108" y="80817"/>
                </a:lnTo>
                <a:close/>
                <a:moveTo>
                  <a:pt x="766122" y="79929"/>
                </a:moveTo>
                <a:lnTo>
                  <a:pt x="768621" y="79929"/>
                </a:lnTo>
                <a:lnTo>
                  <a:pt x="768621" y="80817"/>
                </a:lnTo>
                <a:lnTo>
                  <a:pt x="766122" y="80817"/>
                </a:lnTo>
                <a:close/>
                <a:moveTo>
                  <a:pt x="734637" y="79929"/>
                </a:moveTo>
                <a:lnTo>
                  <a:pt x="758626" y="79929"/>
                </a:lnTo>
                <a:lnTo>
                  <a:pt x="758626" y="80817"/>
                </a:lnTo>
                <a:lnTo>
                  <a:pt x="734637" y="80817"/>
                </a:lnTo>
                <a:close/>
                <a:moveTo>
                  <a:pt x="730140" y="79929"/>
                </a:moveTo>
                <a:lnTo>
                  <a:pt x="733138" y="79929"/>
                </a:lnTo>
                <a:lnTo>
                  <a:pt x="733138" y="80817"/>
                </a:lnTo>
                <a:lnTo>
                  <a:pt x="730140" y="80817"/>
                </a:lnTo>
                <a:close/>
                <a:moveTo>
                  <a:pt x="856079" y="80817"/>
                </a:moveTo>
                <a:lnTo>
                  <a:pt x="933542" y="80817"/>
                </a:lnTo>
                <a:lnTo>
                  <a:pt x="933542" y="81705"/>
                </a:lnTo>
                <a:lnTo>
                  <a:pt x="856079" y="81705"/>
                </a:lnTo>
                <a:close/>
                <a:moveTo>
                  <a:pt x="766122" y="80817"/>
                </a:moveTo>
                <a:lnTo>
                  <a:pt x="769121" y="80817"/>
                </a:lnTo>
                <a:lnTo>
                  <a:pt x="769121" y="81705"/>
                </a:lnTo>
                <a:lnTo>
                  <a:pt x="766122" y="81705"/>
                </a:lnTo>
                <a:close/>
                <a:moveTo>
                  <a:pt x="735137" y="80817"/>
                </a:moveTo>
                <a:lnTo>
                  <a:pt x="758126" y="80817"/>
                </a:lnTo>
                <a:lnTo>
                  <a:pt x="758126" y="81705"/>
                </a:lnTo>
                <a:lnTo>
                  <a:pt x="735137" y="81705"/>
                </a:lnTo>
                <a:close/>
                <a:moveTo>
                  <a:pt x="796108" y="80817"/>
                </a:moveTo>
                <a:lnTo>
                  <a:pt x="839587" y="80817"/>
                </a:lnTo>
                <a:lnTo>
                  <a:pt x="839587" y="81705"/>
                </a:lnTo>
                <a:lnTo>
                  <a:pt x="796108" y="81705"/>
                </a:lnTo>
                <a:close/>
                <a:moveTo>
                  <a:pt x="772119" y="80817"/>
                </a:moveTo>
                <a:lnTo>
                  <a:pt x="794609" y="80817"/>
                </a:lnTo>
                <a:lnTo>
                  <a:pt x="794609" y="81705"/>
                </a:lnTo>
                <a:lnTo>
                  <a:pt x="772119" y="81705"/>
                </a:lnTo>
                <a:close/>
                <a:moveTo>
                  <a:pt x="939039" y="80817"/>
                </a:moveTo>
                <a:lnTo>
                  <a:pt x="1000000" y="80817"/>
                </a:lnTo>
                <a:lnTo>
                  <a:pt x="1000000" y="81705"/>
                </a:lnTo>
                <a:lnTo>
                  <a:pt x="939039" y="81705"/>
                </a:lnTo>
                <a:close/>
                <a:moveTo>
                  <a:pt x="730140" y="80817"/>
                </a:moveTo>
                <a:lnTo>
                  <a:pt x="732638" y="80817"/>
                </a:lnTo>
                <a:lnTo>
                  <a:pt x="732638" y="81705"/>
                </a:lnTo>
                <a:lnTo>
                  <a:pt x="730140" y="81705"/>
                </a:lnTo>
                <a:close/>
                <a:moveTo>
                  <a:pt x="857079" y="81705"/>
                </a:moveTo>
                <a:lnTo>
                  <a:pt x="932043" y="81705"/>
                </a:lnTo>
                <a:lnTo>
                  <a:pt x="932043" y="82593"/>
                </a:lnTo>
                <a:lnTo>
                  <a:pt x="857079" y="82593"/>
                </a:lnTo>
                <a:close/>
                <a:moveTo>
                  <a:pt x="743633" y="81705"/>
                </a:moveTo>
                <a:lnTo>
                  <a:pt x="758126" y="81705"/>
                </a:lnTo>
                <a:lnTo>
                  <a:pt x="758126" y="82593"/>
                </a:lnTo>
                <a:lnTo>
                  <a:pt x="743633" y="82593"/>
                </a:lnTo>
                <a:close/>
                <a:moveTo>
                  <a:pt x="796108" y="81705"/>
                </a:moveTo>
                <a:lnTo>
                  <a:pt x="838088" y="81705"/>
                </a:lnTo>
                <a:lnTo>
                  <a:pt x="838088" y="82593"/>
                </a:lnTo>
                <a:lnTo>
                  <a:pt x="796108" y="82593"/>
                </a:lnTo>
                <a:close/>
                <a:moveTo>
                  <a:pt x="940539" y="81705"/>
                </a:moveTo>
                <a:lnTo>
                  <a:pt x="1000000" y="81705"/>
                </a:lnTo>
                <a:lnTo>
                  <a:pt x="1000000" y="82593"/>
                </a:lnTo>
                <a:lnTo>
                  <a:pt x="940539" y="82593"/>
                </a:lnTo>
                <a:close/>
                <a:moveTo>
                  <a:pt x="765623" y="81705"/>
                </a:moveTo>
                <a:lnTo>
                  <a:pt x="770120" y="81705"/>
                </a:lnTo>
                <a:lnTo>
                  <a:pt x="770120" y="82593"/>
                </a:lnTo>
                <a:lnTo>
                  <a:pt x="765623" y="82593"/>
                </a:lnTo>
                <a:close/>
                <a:moveTo>
                  <a:pt x="773119" y="81705"/>
                </a:moveTo>
                <a:lnTo>
                  <a:pt x="794609" y="81705"/>
                </a:lnTo>
                <a:lnTo>
                  <a:pt x="794609" y="82593"/>
                </a:lnTo>
                <a:lnTo>
                  <a:pt x="773119" y="82593"/>
                </a:lnTo>
                <a:close/>
                <a:moveTo>
                  <a:pt x="735637" y="81705"/>
                </a:moveTo>
                <a:lnTo>
                  <a:pt x="743133" y="81705"/>
                </a:lnTo>
                <a:lnTo>
                  <a:pt x="743133" y="82593"/>
                </a:lnTo>
                <a:lnTo>
                  <a:pt x="735637" y="82593"/>
                </a:lnTo>
                <a:close/>
                <a:moveTo>
                  <a:pt x="755627" y="82593"/>
                </a:moveTo>
                <a:lnTo>
                  <a:pt x="758126" y="82593"/>
                </a:lnTo>
                <a:lnTo>
                  <a:pt x="758126" y="83481"/>
                </a:lnTo>
                <a:lnTo>
                  <a:pt x="755627" y="83481"/>
                </a:lnTo>
                <a:close/>
                <a:moveTo>
                  <a:pt x="736137" y="82593"/>
                </a:moveTo>
                <a:lnTo>
                  <a:pt x="742634" y="82593"/>
                </a:lnTo>
                <a:lnTo>
                  <a:pt x="742634" y="83481"/>
                </a:lnTo>
                <a:lnTo>
                  <a:pt x="736137" y="83481"/>
                </a:lnTo>
                <a:close/>
                <a:moveTo>
                  <a:pt x="774118" y="82593"/>
                </a:moveTo>
                <a:lnTo>
                  <a:pt x="794609" y="82593"/>
                </a:lnTo>
                <a:lnTo>
                  <a:pt x="794609" y="83481"/>
                </a:lnTo>
                <a:lnTo>
                  <a:pt x="774118" y="83481"/>
                </a:lnTo>
                <a:close/>
                <a:moveTo>
                  <a:pt x="796108" y="82593"/>
                </a:moveTo>
                <a:lnTo>
                  <a:pt x="836588" y="82593"/>
                </a:lnTo>
                <a:lnTo>
                  <a:pt x="836588" y="83481"/>
                </a:lnTo>
                <a:lnTo>
                  <a:pt x="796108" y="83481"/>
                </a:lnTo>
                <a:close/>
                <a:moveTo>
                  <a:pt x="730140" y="81705"/>
                </a:moveTo>
                <a:lnTo>
                  <a:pt x="732139" y="81705"/>
                </a:lnTo>
                <a:lnTo>
                  <a:pt x="732139" y="83481"/>
                </a:lnTo>
                <a:lnTo>
                  <a:pt x="730140" y="83481"/>
                </a:lnTo>
                <a:close/>
                <a:moveTo>
                  <a:pt x="858578" y="82593"/>
                </a:moveTo>
                <a:lnTo>
                  <a:pt x="931543" y="82593"/>
                </a:lnTo>
                <a:lnTo>
                  <a:pt x="931543" y="83481"/>
                </a:lnTo>
                <a:lnTo>
                  <a:pt x="858578" y="83481"/>
                </a:lnTo>
                <a:close/>
                <a:moveTo>
                  <a:pt x="941038" y="82593"/>
                </a:moveTo>
                <a:lnTo>
                  <a:pt x="1000000" y="82593"/>
                </a:lnTo>
                <a:lnTo>
                  <a:pt x="1000000" y="83481"/>
                </a:lnTo>
                <a:lnTo>
                  <a:pt x="941038" y="83481"/>
                </a:lnTo>
                <a:close/>
                <a:moveTo>
                  <a:pt x="744133" y="82593"/>
                </a:moveTo>
                <a:lnTo>
                  <a:pt x="753628" y="82593"/>
                </a:lnTo>
                <a:lnTo>
                  <a:pt x="753628" y="83481"/>
                </a:lnTo>
                <a:lnTo>
                  <a:pt x="744133" y="83481"/>
                </a:lnTo>
                <a:close/>
                <a:moveTo>
                  <a:pt x="765623" y="82593"/>
                </a:moveTo>
                <a:lnTo>
                  <a:pt x="771120" y="82593"/>
                </a:lnTo>
                <a:lnTo>
                  <a:pt x="771120" y="83481"/>
                </a:lnTo>
                <a:lnTo>
                  <a:pt x="765623" y="83481"/>
                </a:lnTo>
                <a:close/>
                <a:moveTo>
                  <a:pt x="765123" y="83481"/>
                </a:moveTo>
                <a:lnTo>
                  <a:pt x="771620" y="83481"/>
                </a:lnTo>
                <a:lnTo>
                  <a:pt x="771620" y="84369"/>
                </a:lnTo>
                <a:lnTo>
                  <a:pt x="765123" y="84369"/>
                </a:lnTo>
                <a:close/>
                <a:moveTo>
                  <a:pt x="756127" y="83481"/>
                </a:moveTo>
                <a:lnTo>
                  <a:pt x="758126" y="83481"/>
                </a:lnTo>
                <a:lnTo>
                  <a:pt x="758126" y="84369"/>
                </a:lnTo>
                <a:lnTo>
                  <a:pt x="756127" y="84369"/>
                </a:lnTo>
                <a:close/>
                <a:moveTo>
                  <a:pt x="744133" y="83481"/>
                </a:moveTo>
                <a:lnTo>
                  <a:pt x="753129" y="83481"/>
                </a:lnTo>
                <a:lnTo>
                  <a:pt x="753129" y="84369"/>
                </a:lnTo>
                <a:lnTo>
                  <a:pt x="744133" y="84369"/>
                </a:lnTo>
                <a:close/>
                <a:moveTo>
                  <a:pt x="775118" y="83481"/>
                </a:moveTo>
                <a:lnTo>
                  <a:pt x="794609" y="83481"/>
                </a:lnTo>
                <a:lnTo>
                  <a:pt x="794609" y="84369"/>
                </a:lnTo>
                <a:lnTo>
                  <a:pt x="775118" y="84369"/>
                </a:lnTo>
                <a:close/>
                <a:moveTo>
                  <a:pt x="736137" y="83481"/>
                </a:moveTo>
                <a:lnTo>
                  <a:pt x="738136" y="83481"/>
                </a:lnTo>
                <a:lnTo>
                  <a:pt x="738136" y="84369"/>
                </a:lnTo>
                <a:lnTo>
                  <a:pt x="736137" y="84369"/>
                </a:lnTo>
                <a:close/>
                <a:moveTo>
                  <a:pt x="739135" y="83481"/>
                </a:moveTo>
                <a:lnTo>
                  <a:pt x="742134" y="83481"/>
                </a:lnTo>
                <a:lnTo>
                  <a:pt x="742134" y="84369"/>
                </a:lnTo>
                <a:lnTo>
                  <a:pt x="739135" y="84369"/>
                </a:lnTo>
                <a:close/>
                <a:moveTo>
                  <a:pt x="859577" y="83481"/>
                </a:moveTo>
                <a:lnTo>
                  <a:pt x="931043" y="83481"/>
                </a:lnTo>
                <a:lnTo>
                  <a:pt x="931043" y="84369"/>
                </a:lnTo>
                <a:lnTo>
                  <a:pt x="859577" y="84369"/>
                </a:lnTo>
                <a:close/>
                <a:moveTo>
                  <a:pt x="942038" y="83481"/>
                </a:moveTo>
                <a:lnTo>
                  <a:pt x="1000000" y="83481"/>
                </a:lnTo>
                <a:lnTo>
                  <a:pt x="1000000" y="84369"/>
                </a:lnTo>
                <a:lnTo>
                  <a:pt x="942038" y="84369"/>
                </a:lnTo>
                <a:close/>
                <a:moveTo>
                  <a:pt x="796108" y="83481"/>
                </a:moveTo>
                <a:lnTo>
                  <a:pt x="835589" y="83481"/>
                </a:lnTo>
                <a:lnTo>
                  <a:pt x="835589" y="84369"/>
                </a:lnTo>
                <a:lnTo>
                  <a:pt x="796108" y="84369"/>
                </a:lnTo>
                <a:close/>
                <a:moveTo>
                  <a:pt x="744133" y="84369"/>
                </a:moveTo>
                <a:lnTo>
                  <a:pt x="750130" y="84369"/>
                </a:lnTo>
                <a:lnTo>
                  <a:pt x="750130" y="85258"/>
                </a:lnTo>
                <a:lnTo>
                  <a:pt x="744133" y="85258"/>
                </a:lnTo>
                <a:close/>
                <a:moveTo>
                  <a:pt x="737136" y="84369"/>
                </a:moveTo>
                <a:lnTo>
                  <a:pt x="737636" y="84369"/>
                </a:lnTo>
                <a:lnTo>
                  <a:pt x="737636" y="85258"/>
                </a:lnTo>
                <a:lnTo>
                  <a:pt x="737136" y="85258"/>
                </a:lnTo>
                <a:close/>
                <a:moveTo>
                  <a:pt x="751629" y="84369"/>
                </a:moveTo>
                <a:lnTo>
                  <a:pt x="753129" y="84369"/>
                </a:lnTo>
                <a:lnTo>
                  <a:pt x="753129" y="85258"/>
                </a:lnTo>
                <a:lnTo>
                  <a:pt x="751629" y="85258"/>
                </a:lnTo>
                <a:close/>
                <a:moveTo>
                  <a:pt x="739635" y="84369"/>
                </a:moveTo>
                <a:lnTo>
                  <a:pt x="742134" y="84369"/>
                </a:lnTo>
                <a:lnTo>
                  <a:pt x="742134" y="85258"/>
                </a:lnTo>
                <a:lnTo>
                  <a:pt x="739635" y="85258"/>
                </a:lnTo>
                <a:close/>
                <a:moveTo>
                  <a:pt x="860577" y="84369"/>
                </a:moveTo>
                <a:lnTo>
                  <a:pt x="930044" y="84369"/>
                </a:lnTo>
                <a:lnTo>
                  <a:pt x="930044" y="85258"/>
                </a:lnTo>
                <a:lnTo>
                  <a:pt x="860577" y="85258"/>
                </a:lnTo>
                <a:close/>
                <a:moveTo>
                  <a:pt x="765123" y="84369"/>
                </a:moveTo>
                <a:lnTo>
                  <a:pt x="772619" y="84369"/>
                </a:lnTo>
                <a:lnTo>
                  <a:pt x="772619" y="85258"/>
                </a:lnTo>
                <a:lnTo>
                  <a:pt x="765123" y="85258"/>
                </a:lnTo>
                <a:close/>
                <a:moveTo>
                  <a:pt x="730140" y="83481"/>
                </a:moveTo>
                <a:lnTo>
                  <a:pt x="731639" y="83481"/>
                </a:lnTo>
                <a:lnTo>
                  <a:pt x="731639" y="85258"/>
                </a:lnTo>
                <a:lnTo>
                  <a:pt x="730140" y="85258"/>
                </a:lnTo>
                <a:close/>
                <a:moveTo>
                  <a:pt x="942538" y="84369"/>
                </a:moveTo>
                <a:lnTo>
                  <a:pt x="1000000" y="84369"/>
                </a:lnTo>
                <a:lnTo>
                  <a:pt x="1000000" y="85258"/>
                </a:lnTo>
                <a:lnTo>
                  <a:pt x="942538" y="85258"/>
                </a:lnTo>
                <a:close/>
                <a:moveTo>
                  <a:pt x="796108" y="84369"/>
                </a:moveTo>
                <a:lnTo>
                  <a:pt x="834090" y="84369"/>
                </a:lnTo>
                <a:lnTo>
                  <a:pt x="834090" y="85258"/>
                </a:lnTo>
                <a:lnTo>
                  <a:pt x="796108" y="85258"/>
                </a:lnTo>
                <a:close/>
                <a:moveTo>
                  <a:pt x="765123" y="85258"/>
                </a:moveTo>
                <a:lnTo>
                  <a:pt x="773119" y="85258"/>
                </a:lnTo>
                <a:lnTo>
                  <a:pt x="773119" y="86146"/>
                </a:lnTo>
                <a:lnTo>
                  <a:pt x="765123" y="86146"/>
                </a:lnTo>
                <a:close/>
                <a:moveTo>
                  <a:pt x="943037" y="85258"/>
                </a:moveTo>
                <a:lnTo>
                  <a:pt x="1000000" y="85258"/>
                </a:lnTo>
                <a:lnTo>
                  <a:pt x="1000000" y="86146"/>
                </a:lnTo>
                <a:lnTo>
                  <a:pt x="943037" y="86146"/>
                </a:lnTo>
                <a:close/>
                <a:moveTo>
                  <a:pt x="796108" y="85258"/>
                </a:moveTo>
                <a:lnTo>
                  <a:pt x="833090" y="85258"/>
                </a:lnTo>
                <a:lnTo>
                  <a:pt x="833090" y="86146"/>
                </a:lnTo>
                <a:lnTo>
                  <a:pt x="796108" y="86146"/>
                </a:lnTo>
                <a:close/>
                <a:moveTo>
                  <a:pt x="752129" y="85258"/>
                </a:moveTo>
                <a:lnTo>
                  <a:pt x="753129" y="85258"/>
                </a:lnTo>
                <a:lnTo>
                  <a:pt x="753129" y="86146"/>
                </a:lnTo>
                <a:lnTo>
                  <a:pt x="752129" y="86146"/>
                </a:lnTo>
                <a:close/>
                <a:moveTo>
                  <a:pt x="744633" y="85258"/>
                </a:moveTo>
                <a:lnTo>
                  <a:pt x="749630" y="85258"/>
                </a:lnTo>
                <a:lnTo>
                  <a:pt x="749630" y="86146"/>
                </a:lnTo>
                <a:lnTo>
                  <a:pt x="744633" y="86146"/>
                </a:lnTo>
                <a:close/>
                <a:moveTo>
                  <a:pt x="756127" y="84369"/>
                </a:moveTo>
                <a:lnTo>
                  <a:pt x="757626" y="84369"/>
                </a:lnTo>
                <a:lnTo>
                  <a:pt x="757626" y="86146"/>
                </a:lnTo>
                <a:lnTo>
                  <a:pt x="756127" y="86146"/>
                </a:lnTo>
                <a:close/>
                <a:moveTo>
                  <a:pt x="861576" y="85258"/>
                </a:moveTo>
                <a:lnTo>
                  <a:pt x="930044" y="85258"/>
                </a:lnTo>
                <a:lnTo>
                  <a:pt x="930044" y="86146"/>
                </a:lnTo>
                <a:lnTo>
                  <a:pt x="861576" y="86146"/>
                </a:lnTo>
                <a:close/>
                <a:moveTo>
                  <a:pt x="796108" y="86146"/>
                </a:moveTo>
                <a:lnTo>
                  <a:pt x="832091" y="86146"/>
                </a:lnTo>
                <a:lnTo>
                  <a:pt x="832091" y="87034"/>
                </a:lnTo>
                <a:lnTo>
                  <a:pt x="796108" y="87034"/>
                </a:lnTo>
                <a:close/>
                <a:moveTo>
                  <a:pt x="776117" y="84369"/>
                </a:moveTo>
                <a:lnTo>
                  <a:pt x="794609" y="84369"/>
                </a:lnTo>
                <a:lnTo>
                  <a:pt x="794609" y="87034"/>
                </a:lnTo>
                <a:lnTo>
                  <a:pt x="776117" y="87034"/>
                </a:lnTo>
                <a:close/>
                <a:moveTo>
                  <a:pt x="746632" y="86146"/>
                </a:moveTo>
                <a:lnTo>
                  <a:pt x="749630" y="86146"/>
                </a:lnTo>
                <a:lnTo>
                  <a:pt x="749630" y="87034"/>
                </a:lnTo>
                <a:lnTo>
                  <a:pt x="746632" y="87034"/>
                </a:lnTo>
                <a:close/>
                <a:moveTo>
                  <a:pt x="943037" y="86146"/>
                </a:moveTo>
                <a:lnTo>
                  <a:pt x="947035" y="86146"/>
                </a:lnTo>
                <a:lnTo>
                  <a:pt x="947035" y="87034"/>
                </a:lnTo>
                <a:lnTo>
                  <a:pt x="943037" y="87034"/>
                </a:lnTo>
                <a:close/>
                <a:moveTo>
                  <a:pt x="923547" y="86146"/>
                </a:moveTo>
                <a:lnTo>
                  <a:pt x="929544" y="86146"/>
                </a:lnTo>
                <a:lnTo>
                  <a:pt x="929544" y="87034"/>
                </a:lnTo>
                <a:lnTo>
                  <a:pt x="923547" y="87034"/>
                </a:lnTo>
                <a:close/>
                <a:moveTo>
                  <a:pt x="862076" y="86146"/>
                </a:moveTo>
                <a:lnTo>
                  <a:pt x="895060" y="86146"/>
                </a:lnTo>
                <a:lnTo>
                  <a:pt x="895060" y="87034"/>
                </a:lnTo>
                <a:lnTo>
                  <a:pt x="862076" y="87034"/>
                </a:lnTo>
                <a:close/>
                <a:moveTo>
                  <a:pt x="963528" y="86146"/>
                </a:moveTo>
                <a:lnTo>
                  <a:pt x="1000000" y="86146"/>
                </a:lnTo>
                <a:lnTo>
                  <a:pt x="1000000" y="87034"/>
                </a:lnTo>
                <a:lnTo>
                  <a:pt x="963528" y="87034"/>
                </a:lnTo>
                <a:close/>
                <a:moveTo>
                  <a:pt x="745132" y="86146"/>
                </a:moveTo>
                <a:lnTo>
                  <a:pt x="746132" y="86146"/>
                </a:lnTo>
                <a:lnTo>
                  <a:pt x="746132" y="87034"/>
                </a:lnTo>
                <a:lnTo>
                  <a:pt x="745132" y="87034"/>
                </a:lnTo>
                <a:close/>
                <a:moveTo>
                  <a:pt x="917550" y="86146"/>
                </a:moveTo>
                <a:lnTo>
                  <a:pt x="921048" y="86146"/>
                </a:lnTo>
                <a:lnTo>
                  <a:pt x="921048" y="87034"/>
                </a:lnTo>
                <a:lnTo>
                  <a:pt x="917550" y="87034"/>
                </a:lnTo>
                <a:close/>
                <a:moveTo>
                  <a:pt x="764623" y="86146"/>
                </a:moveTo>
                <a:lnTo>
                  <a:pt x="773119" y="86146"/>
                </a:lnTo>
                <a:lnTo>
                  <a:pt x="773119" y="87922"/>
                </a:lnTo>
                <a:lnTo>
                  <a:pt x="764623" y="87922"/>
                </a:lnTo>
                <a:close/>
                <a:moveTo>
                  <a:pt x="863076" y="87034"/>
                </a:moveTo>
                <a:lnTo>
                  <a:pt x="895060" y="87034"/>
                </a:lnTo>
                <a:lnTo>
                  <a:pt x="895060" y="87922"/>
                </a:lnTo>
                <a:lnTo>
                  <a:pt x="863076" y="87922"/>
                </a:lnTo>
                <a:close/>
                <a:moveTo>
                  <a:pt x="752629" y="86146"/>
                </a:moveTo>
                <a:lnTo>
                  <a:pt x="753129" y="86146"/>
                </a:lnTo>
                <a:lnTo>
                  <a:pt x="753129" y="87922"/>
                </a:lnTo>
                <a:lnTo>
                  <a:pt x="752629" y="87922"/>
                </a:lnTo>
                <a:close/>
                <a:moveTo>
                  <a:pt x="917550" y="87034"/>
                </a:moveTo>
                <a:lnTo>
                  <a:pt x="920048" y="87034"/>
                </a:lnTo>
                <a:lnTo>
                  <a:pt x="920048" y="87922"/>
                </a:lnTo>
                <a:lnTo>
                  <a:pt x="917550" y="87922"/>
                </a:lnTo>
                <a:close/>
                <a:moveTo>
                  <a:pt x="747131" y="87034"/>
                </a:moveTo>
                <a:lnTo>
                  <a:pt x="747631" y="87034"/>
                </a:lnTo>
                <a:lnTo>
                  <a:pt x="747631" y="87922"/>
                </a:lnTo>
                <a:lnTo>
                  <a:pt x="747131" y="87922"/>
                </a:lnTo>
                <a:close/>
                <a:moveTo>
                  <a:pt x="796108" y="87034"/>
                </a:moveTo>
                <a:lnTo>
                  <a:pt x="831091" y="87034"/>
                </a:lnTo>
                <a:lnTo>
                  <a:pt x="831091" y="87922"/>
                </a:lnTo>
                <a:lnTo>
                  <a:pt x="796108" y="87922"/>
                </a:lnTo>
                <a:close/>
                <a:moveTo>
                  <a:pt x="964527" y="87034"/>
                </a:moveTo>
                <a:lnTo>
                  <a:pt x="1000000" y="87034"/>
                </a:lnTo>
                <a:lnTo>
                  <a:pt x="1000000" y="87922"/>
                </a:lnTo>
                <a:lnTo>
                  <a:pt x="964527" y="87922"/>
                </a:lnTo>
                <a:close/>
                <a:moveTo>
                  <a:pt x="924546" y="87034"/>
                </a:moveTo>
                <a:lnTo>
                  <a:pt x="929044" y="87034"/>
                </a:lnTo>
                <a:lnTo>
                  <a:pt x="929044" y="87922"/>
                </a:lnTo>
                <a:lnTo>
                  <a:pt x="924546" y="87922"/>
                </a:lnTo>
                <a:close/>
                <a:moveTo>
                  <a:pt x="756627" y="86146"/>
                </a:moveTo>
                <a:lnTo>
                  <a:pt x="757626" y="86146"/>
                </a:lnTo>
                <a:lnTo>
                  <a:pt x="757626" y="87922"/>
                </a:lnTo>
                <a:lnTo>
                  <a:pt x="756627" y="87922"/>
                </a:lnTo>
                <a:close/>
                <a:moveTo>
                  <a:pt x="730140" y="85258"/>
                </a:moveTo>
                <a:lnTo>
                  <a:pt x="731139" y="85258"/>
                </a:lnTo>
                <a:lnTo>
                  <a:pt x="731139" y="87922"/>
                </a:lnTo>
                <a:lnTo>
                  <a:pt x="730140" y="87922"/>
                </a:lnTo>
                <a:close/>
                <a:moveTo>
                  <a:pt x="864075" y="87922"/>
                </a:moveTo>
                <a:lnTo>
                  <a:pt x="895060" y="87922"/>
                </a:lnTo>
                <a:lnTo>
                  <a:pt x="895060" y="88810"/>
                </a:lnTo>
                <a:lnTo>
                  <a:pt x="864075" y="88810"/>
                </a:lnTo>
                <a:close/>
                <a:moveTo>
                  <a:pt x="796108" y="87922"/>
                </a:moveTo>
                <a:lnTo>
                  <a:pt x="830092" y="87922"/>
                </a:lnTo>
                <a:lnTo>
                  <a:pt x="830092" y="88810"/>
                </a:lnTo>
                <a:lnTo>
                  <a:pt x="796108" y="88810"/>
                </a:lnTo>
                <a:close/>
                <a:moveTo>
                  <a:pt x="764623" y="87922"/>
                </a:moveTo>
                <a:lnTo>
                  <a:pt x="772619" y="87922"/>
                </a:lnTo>
                <a:lnTo>
                  <a:pt x="772619" y="88810"/>
                </a:lnTo>
                <a:lnTo>
                  <a:pt x="764623" y="88810"/>
                </a:lnTo>
                <a:close/>
                <a:moveTo>
                  <a:pt x="740135" y="85258"/>
                </a:moveTo>
                <a:lnTo>
                  <a:pt x="742134" y="85258"/>
                </a:lnTo>
                <a:lnTo>
                  <a:pt x="742134" y="88810"/>
                </a:lnTo>
                <a:lnTo>
                  <a:pt x="740135" y="88810"/>
                </a:lnTo>
                <a:close/>
                <a:moveTo>
                  <a:pt x="925046" y="87922"/>
                </a:moveTo>
                <a:lnTo>
                  <a:pt x="929044" y="87922"/>
                </a:lnTo>
                <a:lnTo>
                  <a:pt x="929044" y="88810"/>
                </a:lnTo>
                <a:lnTo>
                  <a:pt x="925046" y="88810"/>
                </a:lnTo>
                <a:close/>
                <a:moveTo>
                  <a:pt x="749130" y="87034"/>
                </a:moveTo>
                <a:lnTo>
                  <a:pt x="749630" y="87034"/>
                </a:lnTo>
                <a:lnTo>
                  <a:pt x="749630" y="88810"/>
                </a:lnTo>
                <a:lnTo>
                  <a:pt x="749130" y="88810"/>
                </a:lnTo>
                <a:close/>
                <a:moveTo>
                  <a:pt x="775618" y="87034"/>
                </a:moveTo>
                <a:lnTo>
                  <a:pt x="794609" y="87034"/>
                </a:lnTo>
                <a:lnTo>
                  <a:pt x="794609" y="88810"/>
                </a:lnTo>
                <a:lnTo>
                  <a:pt x="775618" y="88810"/>
                </a:lnTo>
                <a:close/>
                <a:moveTo>
                  <a:pt x="943537" y="87034"/>
                </a:moveTo>
                <a:lnTo>
                  <a:pt x="947035" y="87034"/>
                </a:lnTo>
                <a:lnTo>
                  <a:pt x="947035" y="88810"/>
                </a:lnTo>
                <a:lnTo>
                  <a:pt x="943537" y="88810"/>
                </a:lnTo>
                <a:close/>
                <a:moveTo>
                  <a:pt x="965527" y="87922"/>
                </a:moveTo>
                <a:lnTo>
                  <a:pt x="1000000" y="87922"/>
                </a:lnTo>
                <a:lnTo>
                  <a:pt x="1000000" y="88810"/>
                </a:lnTo>
                <a:lnTo>
                  <a:pt x="965527" y="88810"/>
                </a:lnTo>
                <a:close/>
                <a:moveTo>
                  <a:pt x="917550" y="87922"/>
                </a:moveTo>
                <a:lnTo>
                  <a:pt x="919549" y="87922"/>
                </a:lnTo>
                <a:lnTo>
                  <a:pt x="919549" y="88810"/>
                </a:lnTo>
                <a:lnTo>
                  <a:pt x="917550" y="88810"/>
                </a:lnTo>
                <a:close/>
                <a:moveTo>
                  <a:pt x="756627" y="87922"/>
                </a:moveTo>
                <a:lnTo>
                  <a:pt x="757127" y="87922"/>
                </a:lnTo>
                <a:lnTo>
                  <a:pt x="757127" y="88810"/>
                </a:lnTo>
                <a:lnTo>
                  <a:pt x="756627" y="88810"/>
                </a:lnTo>
                <a:close/>
                <a:moveTo>
                  <a:pt x="818597" y="88810"/>
                </a:moveTo>
                <a:lnTo>
                  <a:pt x="829092" y="88810"/>
                </a:lnTo>
                <a:lnTo>
                  <a:pt x="829092" y="89698"/>
                </a:lnTo>
                <a:lnTo>
                  <a:pt x="818597" y="89698"/>
                </a:lnTo>
                <a:close/>
                <a:moveTo>
                  <a:pt x="741634" y="88810"/>
                </a:moveTo>
                <a:lnTo>
                  <a:pt x="742134" y="88810"/>
                </a:lnTo>
                <a:lnTo>
                  <a:pt x="742134" y="89698"/>
                </a:lnTo>
                <a:lnTo>
                  <a:pt x="741634" y="89698"/>
                </a:lnTo>
                <a:close/>
                <a:moveTo>
                  <a:pt x="740135" y="88810"/>
                </a:moveTo>
                <a:lnTo>
                  <a:pt x="740634" y="88810"/>
                </a:lnTo>
                <a:lnTo>
                  <a:pt x="740634" y="89698"/>
                </a:lnTo>
                <a:lnTo>
                  <a:pt x="740135" y="89698"/>
                </a:lnTo>
                <a:close/>
                <a:moveTo>
                  <a:pt x="864575" y="88810"/>
                </a:moveTo>
                <a:lnTo>
                  <a:pt x="895060" y="88810"/>
                </a:lnTo>
                <a:lnTo>
                  <a:pt x="895060" y="89698"/>
                </a:lnTo>
                <a:lnTo>
                  <a:pt x="864575" y="89698"/>
                </a:lnTo>
                <a:close/>
                <a:moveTo>
                  <a:pt x="764623" y="88810"/>
                </a:moveTo>
                <a:lnTo>
                  <a:pt x="767622" y="88810"/>
                </a:lnTo>
                <a:lnTo>
                  <a:pt x="767622" y="89698"/>
                </a:lnTo>
                <a:lnTo>
                  <a:pt x="764623" y="89698"/>
                </a:lnTo>
                <a:close/>
                <a:moveTo>
                  <a:pt x="925046" y="88810"/>
                </a:moveTo>
                <a:lnTo>
                  <a:pt x="928544" y="88810"/>
                </a:lnTo>
                <a:lnTo>
                  <a:pt x="928544" y="89698"/>
                </a:lnTo>
                <a:lnTo>
                  <a:pt x="925046" y="89698"/>
                </a:lnTo>
                <a:close/>
                <a:moveTo>
                  <a:pt x="768621" y="88810"/>
                </a:moveTo>
                <a:lnTo>
                  <a:pt x="772619" y="88810"/>
                </a:lnTo>
                <a:lnTo>
                  <a:pt x="772619" y="89698"/>
                </a:lnTo>
                <a:lnTo>
                  <a:pt x="768621" y="89698"/>
                </a:lnTo>
                <a:close/>
                <a:moveTo>
                  <a:pt x="966526" y="88810"/>
                </a:moveTo>
                <a:lnTo>
                  <a:pt x="1000000" y="88810"/>
                </a:lnTo>
                <a:lnTo>
                  <a:pt x="1000000" y="89698"/>
                </a:lnTo>
                <a:lnTo>
                  <a:pt x="966526" y="89698"/>
                </a:lnTo>
                <a:close/>
                <a:moveTo>
                  <a:pt x="925546" y="89698"/>
                </a:moveTo>
                <a:lnTo>
                  <a:pt x="928544" y="89698"/>
                </a:lnTo>
                <a:lnTo>
                  <a:pt x="928544" y="90586"/>
                </a:lnTo>
                <a:lnTo>
                  <a:pt x="925546" y="90586"/>
                </a:lnTo>
                <a:close/>
                <a:moveTo>
                  <a:pt x="769621" y="89698"/>
                </a:moveTo>
                <a:lnTo>
                  <a:pt x="772119" y="89698"/>
                </a:lnTo>
                <a:lnTo>
                  <a:pt x="772119" y="90586"/>
                </a:lnTo>
                <a:lnTo>
                  <a:pt x="769621" y="90586"/>
                </a:lnTo>
                <a:close/>
                <a:moveTo>
                  <a:pt x="775118" y="88810"/>
                </a:moveTo>
                <a:lnTo>
                  <a:pt x="794609" y="88810"/>
                </a:lnTo>
                <a:lnTo>
                  <a:pt x="794609" y="90586"/>
                </a:lnTo>
                <a:lnTo>
                  <a:pt x="775118" y="90586"/>
                </a:lnTo>
                <a:close/>
                <a:moveTo>
                  <a:pt x="967026" y="89698"/>
                </a:moveTo>
                <a:lnTo>
                  <a:pt x="1000000" y="89698"/>
                </a:lnTo>
                <a:lnTo>
                  <a:pt x="1000000" y="90586"/>
                </a:lnTo>
                <a:lnTo>
                  <a:pt x="967026" y="90586"/>
                </a:lnTo>
                <a:close/>
                <a:moveTo>
                  <a:pt x="944037" y="88810"/>
                </a:moveTo>
                <a:lnTo>
                  <a:pt x="947035" y="88810"/>
                </a:lnTo>
                <a:lnTo>
                  <a:pt x="947035" y="90586"/>
                </a:lnTo>
                <a:lnTo>
                  <a:pt x="944037" y="90586"/>
                </a:lnTo>
                <a:close/>
                <a:moveTo>
                  <a:pt x="819597" y="89698"/>
                </a:moveTo>
                <a:lnTo>
                  <a:pt x="828093" y="89698"/>
                </a:lnTo>
                <a:lnTo>
                  <a:pt x="828093" y="90586"/>
                </a:lnTo>
                <a:lnTo>
                  <a:pt x="819597" y="90586"/>
                </a:lnTo>
                <a:close/>
                <a:moveTo>
                  <a:pt x="865075" y="89698"/>
                </a:moveTo>
                <a:lnTo>
                  <a:pt x="895060" y="89698"/>
                </a:lnTo>
                <a:lnTo>
                  <a:pt x="895060" y="90586"/>
                </a:lnTo>
                <a:lnTo>
                  <a:pt x="865075" y="90586"/>
                </a:lnTo>
                <a:close/>
                <a:moveTo>
                  <a:pt x="770620" y="90586"/>
                </a:moveTo>
                <a:lnTo>
                  <a:pt x="771620" y="90586"/>
                </a:lnTo>
                <a:lnTo>
                  <a:pt x="771620" y="91474"/>
                </a:lnTo>
                <a:lnTo>
                  <a:pt x="770620" y="91474"/>
                </a:lnTo>
                <a:close/>
                <a:moveTo>
                  <a:pt x="745132" y="87034"/>
                </a:moveTo>
                <a:lnTo>
                  <a:pt x="745632" y="87034"/>
                </a:lnTo>
                <a:lnTo>
                  <a:pt x="745632" y="91474"/>
                </a:lnTo>
                <a:lnTo>
                  <a:pt x="745132" y="91474"/>
                </a:lnTo>
                <a:close/>
                <a:moveTo>
                  <a:pt x="820596" y="90586"/>
                </a:moveTo>
                <a:lnTo>
                  <a:pt x="827093" y="90586"/>
                </a:lnTo>
                <a:lnTo>
                  <a:pt x="827093" y="91474"/>
                </a:lnTo>
                <a:lnTo>
                  <a:pt x="820596" y="91474"/>
                </a:lnTo>
                <a:close/>
                <a:moveTo>
                  <a:pt x="866074" y="90586"/>
                </a:moveTo>
                <a:lnTo>
                  <a:pt x="895060" y="90586"/>
                </a:lnTo>
                <a:lnTo>
                  <a:pt x="895060" y="91474"/>
                </a:lnTo>
                <a:lnTo>
                  <a:pt x="866074" y="91474"/>
                </a:lnTo>
                <a:close/>
                <a:moveTo>
                  <a:pt x="967526" y="90586"/>
                </a:moveTo>
                <a:lnTo>
                  <a:pt x="1000000" y="90586"/>
                </a:lnTo>
                <a:lnTo>
                  <a:pt x="1000000" y="91474"/>
                </a:lnTo>
                <a:lnTo>
                  <a:pt x="967526" y="91474"/>
                </a:lnTo>
                <a:close/>
                <a:moveTo>
                  <a:pt x="764123" y="89698"/>
                </a:moveTo>
                <a:lnTo>
                  <a:pt x="767122" y="89698"/>
                </a:lnTo>
                <a:lnTo>
                  <a:pt x="767122" y="92362"/>
                </a:lnTo>
                <a:lnTo>
                  <a:pt x="764123" y="92362"/>
                </a:lnTo>
                <a:close/>
                <a:moveTo>
                  <a:pt x="490" y="79041"/>
                </a:moveTo>
                <a:lnTo>
                  <a:pt x="726641" y="79041"/>
                </a:lnTo>
                <a:lnTo>
                  <a:pt x="726641" y="92362"/>
                </a:lnTo>
                <a:lnTo>
                  <a:pt x="490" y="92362"/>
                </a:lnTo>
                <a:close/>
                <a:moveTo>
                  <a:pt x="968025" y="91474"/>
                </a:moveTo>
                <a:lnTo>
                  <a:pt x="1000000" y="91474"/>
                </a:lnTo>
                <a:lnTo>
                  <a:pt x="1000000" y="92362"/>
                </a:lnTo>
                <a:lnTo>
                  <a:pt x="968025" y="92362"/>
                </a:lnTo>
                <a:close/>
                <a:moveTo>
                  <a:pt x="821096" y="91474"/>
                </a:moveTo>
                <a:lnTo>
                  <a:pt x="826093" y="91474"/>
                </a:lnTo>
                <a:lnTo>
                  <a:pt x="826093" y="92362"/>
                </a:lnTo>
                <a:lnTo>
                  <a:pt x="821096" y="92362"/>
                </a:lnTo>
                <a:close/>
                <a:moveTo>
                  <a:pt x="774618" y="90586"/>
                </a:moveTo>
                <a:lnTo>
                  <a:pt x="794609" y="90586"/>
                </a:lnTo>
                <a:lnTo>
                  <a:pt x="794609" y="92362"/>
                </a:lnTo>
                <a:lnTo>
                  <a:pt x="774618" y="92362"/>
                </a:lnTo>
                <a:close/>
                <a:moveTo>
                  <a:pt x="866574" y="91474"/>
                </a:moveTo>
                <a:lnTo>
                  <a:pt x="895060" y="91474"/>
                </a:lnTo>
                <a:lnTo>
                  <a:pt x="895060" y="93250"/>
                </a:lnTo>
                <a:lnTo>
                  <a:pt x="866574" y="93250"/>
                </a:lnTo>
                <a:close/>
                <a:moveTo>
                  <a:pt x="774118" y="92362"/>
                </a:moveTo>
                <a:lnTo>
                  <a:pt x="794609" y="92362"/>
                </a:lnTo>
                <a:lnTo>
                  <a:pt x="794609" y="93250"/>
                </a:lnTo>
                <a:lnTo>
                  <a:pt x="774118" y="93250"/>
                </a:lnTo>
                <a:close/>
                <a:moveTo>
                  <a:pt x="821596" y="92362"/>
                </a:moveTo>
                <a:lnTo>
                  <a:pt x="825094" y="92362"/>
                </a:lnTo>
                <a:lnTo>
                  <a:pt x="825094" y="93250"/>
                </a:lnTo>
                <a:lnTo>
                  <a:pt x="821596" y="93250"/>
                </a:lnTo>
                <a:close/>
                <a:moveTo>
                  <a:pt x="968525" y="92362"/>
                </a:moveTo>
                <a:lnTo>
                  <a:pt x="1000000" y="92362"/>
                </a:lnTo>
                <a:lnTo>
                  <a:pt x="1000000" y="93250"/>
                </a:lnTo>
                <a:lnTo>
                  <a:pt x="968525" y="93250"/>
                </a:lnTo>
                <a:close/>
                <a:moveTo>
                  <a:pt x="764123" y="92362"/>
                </a:moveTo>
                <a:lnTo>
                  <a:pt x="767622" y="92362"/>
                </a:lnTo>
                <a:lnTo>
                  <a:pt x="767622" y="93250"/>
                </a:lnTo>
                <a:lnTo>
                  <a:pt x="764123" y="93250"/>
                </a:lnTo>
                <a:close/>
                <a:moveTo>
                  <a:pt x="773619" y="93250"/>
                </a:moveTo>
                <a:lnTo>
                  <a:pt x="794609" y="93250"/>
                </a:lnTo>
                <a:lnTo>
                  <a:pt x="794609" y="94139"/>
                </a:lnTo>
                <a:lnTo>
                  <a:pt x="773619" y="94139"/>
                </a:lnTo>
                <a:close/>
                <a:moveTo>
                  <a:pt x="730140" y="87922"/>
                </a:moveTo>
                <a:lnTo>
                  <a:pt x="730639" y="87922"/>
                </a:lnTo>
                <a:lnTo>
                  <a:pt x="730639" y="94139"/>
                </a:lnTo>
                <a:lnTo>
                  <a:pt x="730140" y="94139"/>
                </a:lnTo>
                <a:close/>
                <a:moveTo>
                  <a:pt x="867074" y="93250"/>
                </a:moveTo>
                <a:lnTo>
                  <a:pt x="895060" y="93250"/>
                </a:lnTo>
                <a:lnTo>
                  <a:pt x="895060" y="94139"/>
                </a:lnTo>
                <a:lnTo>
                  <a:pt x="867074" y="94139"/>
                </a:lnTo>
                <a:close/>
                <a:moveTo>
                  <a:pt x="763623" y="93250"/>
                </a:moveTo>
                <a:lnTo>
                  <a:pt x="768621" y="93250"/>
                </a:lnTo>
                <a:lnTo>
                  <a:pt x="768621" y="94139"/>
                </a:lnTo>
                <a:lnTo>
                  <a:pt x="763623" y="94139"/>
                </a:lnTo>
                <a:close/>
                <a:moveTo>
                  <a:pt x="490" y="92362"/>
                </a:moveTo>
                <a:lnTo>
                  <a:pt x="726141" y="92362"/>
                </a:lnTo>
                <a:lnTo>
                  <a:pt x="726141" y="94139"/>
                </a:lnTo>
                <a:lnTo>
                  <a:pt x="490" y="94139"/>
                </a:lnTo>
                <a:close/>
                <a:moveTo>
                  <a:pt x="763623" y="94139"/>
                </a:moveTo>
                <a:lnTo>
                  <a:pt x="769621" y="94139"/>
                </a:lnTo>
                <a:lnTo>
                  <a:pt x="769621" y="95027"/>
                </a:lnTo>
                <a:lnTo>
                  <a:pt x="763623" y="95027"/>
                </a:lnTo>
                <a:close/>
                <a:moveTo>
                  <a:pt x="969025" y="93250"/>
                </a:moveTo>
                <a:lnTo>
                  <a:pt x="1000000" y="93250"/>
                </a:lnTo>
                <a:lnTo>
                  <a:pt x="1000000" y="95027"/>
                </a:lnTo>
                <a:lnTo>
                  <a:pt x="969025" y="95027"/>
                </a:lnTo>
                <a:close/>
                <a:moveTo>
                  <a:pt x="773119" y="94139"/>
                </a:moveTo>
                <a:lnTo>
                  <a:pt x="794609" y="94139"/>
                </a:lnTo>
                <a:lnTo>
                  <a:pt x="794609" y="95027"/>
                </a:lnTo>
                <a:lnTo>
                  <a:pt x="773119" y="95027"/>
                </a:lnTo>
                <a:close/>
                <a:moveTo>
                  <a:pt x="867574" y="94139"/>
                </a:moveTo>
                <a:lnTo>
                  <a:pt x="895060" y="94139"/>
                </a:lnTo>
                <a:lnTo>
                  <a:pt x="895060" y="95027"/>
                </a:lnTo>
                <a:lnTo>
                  <a:pt x="867574" y="95027"/>
                </a:lnTo>
                <a:close/>
                <a:moveTo>
                  <a:pt x="868073" y="95027"/>
                </a:moveTo>
                <a:lnTo>
                  <a:pt x="895060" y="95027"/>
                </a:lnTo>
                <a:lnTo>
                  <a:pt x="895060" y="95915"/>
                </a:lnTo>
                <a:lnTo>
                  <a:pt x="868073" y="95915"/>
                </a:lnTo>
                <a:close/>
                <a:moveTo>
                  <a:pt x="772619" y="95027"/>
                </a:moveTo>
                <a:lnTo>
                  <a:pt x="794609" y="95027"/>
                </a:lnTo>
                <a:lnTo>
                  <a:pt x="794609" y="95915"/>
                </a:lnTo>
                <a:lnTo>
                  <a:pt x="772619" y="95915"/>
                </a:lnTo>
                <a:close/>
                <a:moveTo>
                  <a:pt x="763623" y="95027"/>
                </a:moveTo>
                <a:lnTo>
                  <a:pt x="771620" y="95027"/>
                </a:lnTo>
                <a:lnTo>
                  <a:pt x="771620" y="95915"/>
                </a:lnTo>
                <a:lnTo>
                  <a:pt x="763623" y="95915"/>
                </a:lnTo>
                <a:close/>
                <a:moveTo>
                  <a:pt x="796108" y="88810"/>
                </a:moveTo>
                <a:lnTo>
                  <a:pt x="816098" y="88810"/>
                </a:lnTo>
                <a:lnTo>
                  <a:pt x="816098" y="95915"/>
                </a:lnTo>
                <a:lnTo>
                  <a:pt x="796108" y="95915"/>
                </a:lnTo>
                <a:close/>
                <a:moveTo>
                  <a:pt x="969525" y="95027"/>
                </a:moveTo>
                <a:lnTo>
                  <a:pt x="1000000" y="95027"/>
                </a:lnTo>
                <a:lnTo>
                  <a:pt x="1000000" y="96803"/>
                </a:lnTo>
                <a:lnTo>
                  <a:pt x="969525" y="96803"/>
                </a:lnTo>
                <a:close/>
                <a:moveTo>
                  <a:pt x="868573" y="95915"/>
                </a:moveTo>
                <a:lnTo>
                  <a:pt x="895060" y="95915"/>
                </a:lnTo>
                <a:lnTo>
                  <a:pt x="895060" y="96803"/>
                </a:lnTo>
                <a:lnTo>
                  <a:pt x="868573" y="96803"/>
                </a:lnTo>
                <a:close/>
                <a:moveTo>
                  <a:pt x="917550" y="88810"/>
                </a:moveTo>
                <a:lnTo>
                  <a:pt x="919049" y="88810"/>
                </a:lnTo>
                <a:lnTo>
                  <a:pt x="919049" y="97691"/>
                </a:lnTo>
                <a:lnTo>
                  <a:pt x="917550" y="97691"/>
                </a:lnTo>
                <a:close/>
                <a:moveTo>
                  <a:pt x="869073" y="96803"/>
                </a:moveTo>
                <a:lnTo>
                  <a:pt x="895060" y="96803"/>
                </a:lnTo>
                <a:lnTo>
                  <a:pt x="895060" y="97691"/>
                </a:lnTo>
                <a:lnTo>
                  <a:pt x="869073" y="97691"/>
                </a:lnTo>
                <a:close/>
                <a:moveTo>
                  <a:pt x="763623" y="95915"/>
                </a:moveTo>
                <a:lnTo>
                  <a:pt x="794609" y="95915"/>
                </a:lnTo>
                <a:lnTo>
                  <a:pt x="794609" y="98579"/>
                </a:lnTo>
                <a:lnTo>
                  <a:pt x="763623" y="98579"/>
                </a:lnTo>
                <a:close/>
                <a:moveTo>
                  <a:pt x="925546" y="90586"/>
                </a:moveTo>
                <a:lnTo>
                  <a:pt x="928045" y="90586"/>
                </a:lnTo>
                <a:lnTo>
                  <a:pt x="928045" y="98579"/>
                </a:lnTo>
                <a:lnTo>
                  <a:pt x="925546" y="98579"/>
                </a:lnTo>
                <a:close/>
                <a:moveTo>
                  <a:pt x="796108" y="95915"/>
                </a:moveTo>
                <a:lnTo>
                  <a:pt x="816598" y="95915"/>
                </a:lnTo>
                <a:lnTo>
                  <a:pt x="816598" y="98579"/>
                </a:lnTo>
                <a:lnTo>
                  <a:pt x="796108" y="98579"/>
                </a:lnTo>
                <a:close/>
                <a:moveTo>
                  <a:pt x="869573" y="97691"/>
                </a:moveTo>
                <a:lnTo>
                  <a:pt x="895060" y="97691"/>
                </a:lnTo>
                <a:lnTo>
                  <a:pt x="895060" y="98579"/>
                </a:lnTo>
                <a:lnTo>
                  <a:pt x="869573" y="98579"/>
                </a:lnTo>
                <a:close/>
                <a:moveTo>
                  <a:pt x="917050" y="97691"/>
                </a:moveTo>
                <a:lnTo>
                  <a:pt x="919049" y="97691"/>
                </a:lnTo>
                <a:lnTo>
                  <a:pt x="919049" y="98579"/>
                </a:lnTo>
                <a:lnTo>
                  <a:pt x="917050" y="98579"/>
                </a:lnTo>
                <a:close/>
                <a:moveTo>
                  <a:pt x="490" y="94139"/>
                </a:moveTo>
                <a:lnTo>
                  <a:pt x="726641" y="94139"/>
                </a:lnTo>
                <a:lnTo>
                  <a:pt x="726641" y="99467"/>
                </a:lnTo>
                <a:lnTo>
                  <a:pt x="490" y="99467"/>
                </a:lnTo>
                <a:close/>
                <a:moveTo>
                  <a:pt x="737636" y="91474"/>
                </a:moveTo>
                <a:lnTo>
                  <a:pt x="738635" y="91474"/>
                </a:lnTo>
                <a:lnTo>
                  <a:pt x="738635" y="99467"/>
                </a:lnTo>
                <a:lnTo>
                  <a:pt x="737636" y="99467"/>
                </a:lnTo>
                <a:close/>
                <a:moveTo>
                  <a:pt x="970024" y="96803"/>
                </a:moveTo>
                <a:lnTo>
                  <a:pt x="1000000" y="96803"/>
                </a:lnTo>
                <a:lnTo>
                  <a:pt x="1000000" y="99467"/>
                </a:lnTo>
                <a:lnTo>
                  <a:pt x="970024" y="99467"/>
                </a:lnTo>
                <a:close/>
                <a:moveTo>
                  <a:pt x="902557" y="98579"/>
                </a:moveTo>
                <a:lnTo>
                  <a:pt x="928045" y="98579"/>
                </a:lnTo>
                <a:lnTo>
                  <a:pt x="928045" y="99467"/>
                </a:lnTo>
                <a:lnTo>
                  <a:pt x="902557" y="99467"/>
                </a:lnTo>
                <a:close/>
                <a:moveTo>
                  <a:pt x="870072" y="98579"/>
                </a:moveTo>
                <a:lnTo>
                  <a:pt x="895060" y="98579"/>
                </a:lnTo>
                <a:lnTo>
                  <a:pt x="895060" y="99467"/>
                </a:lnTo>
                <a:lnTo>
                  <a:pt x="870072" y="99467"/>
                </a:lnTo>
                <a:close/>
                <a:moveTo>
                  <a:pt x="744633" y="91474"/>
                </a:moveTo>
                <a:lnTo>
                  <a:pt x="745632" y="91474"/>
                </a:lnTo>
                <a:lnTo>
                  <a:pt x="745632" y="99467"/>
                </a:lnTo>
                <a:lnTo>
                  <a:pt x="744633" y="99467"/>
                </a:lnTo>
                <a:close/>
                <a:moveTo>
                  <a:pt x="745132" y="99467"/>
                </a:moveTo>
                <a:lnTo>
                  <a:pt x="745632" y="99467"/>
                </a:lnTo>
                <a:lnTo>
                  <a:pt x="745632" y="100355"/>
                </a:lnTo>
                <a:lnTo>
                  <a:pt x="745132" y="100355"/>
                </a:lnTo>
                <a:close/>
                <a:moveTo>
                  <a:pt x="870572" y="99467"/>
                </a:moveTo>
                <a:lnTo>
                  <a:pt x="895060" y="99467"/>
                </a:lnTo>
                <a:lnTo>
                  <a:pt x="895060" y="100355"/>
                </a:lnTo>
                <a:lnTo>
                  <a:pt x="870572" y="100355"/>
                </a:lnTo>
                <a:close/>
                <a:moveTo>
                  <a:pt x="871072" y="100355"/>
                </a:moveTo>
                <a:lnTo>
                  <a:pt x="895060" y="100355"/>
                </a:lnTo>
                <a:lnTo>
                  <a:pt x="895060" y="101243"/>
                </a:lnTo>
                <a:lnTo>
                  <a:pt x="871072" y="101243"/>
                </a:lnTo>
                <a:close/>
                <a:moveTo>
                  <a:pt x="796108" y="98579"/>
                </a:moveTo>
                <a:lnTo>
                  <a:pt x="817098" y="98579"/>
                </a:lnTo>
                <a:lnTo>
                  <a:pt x="817098" y="101243"/>
                </a:lnTo>
                <a:lnTo>
                  <a:pt x="796108" y="101243"/>
                </a:lnTo>
                <a:close/>
                <a:moveTo>
                  <a:pt x="871572" y="101243"/>
                </a:moveTo>
                <a:lnTo>
                  <a:pt x="895060" y="101243"/>
                </a:lnTo>
                <a:lnTo>
                  <a:pt x="895060" y="102131"/>
                </a:lnTo>
                <a:lnTo>
                  <a:pt x="871572" y="102131"/>
                </a:lnTo>
                <a:close/>
                <a:moveTo>
                  <a:pt x="902557" y="99467"/>
                </a:moveTo>
                <a:lnTo>
                  <a:pt x="928544" y="99467"/>
                </a:lnTo>
                <a:lnTo>
                  <a:pt x="928544" y="102131"/>
                </a:lnTo>
                <a:lnTo>
                  <a:pt x="902557" y="102131"/>
                </a:lnTo>
                <a:close/>
                <a:moveTo>
                  <a:pt x="796108" y="101243"/>
                </a:moveTo>
                <a:lnTo>
                  <a:pt x="816598" y="101243"/>
                </a:lnTo>
                <a:lnTo>
                  <a:pt x="816598" y="102131"/>
                </a:lnTo>
                <a:lnTo>
                  <a:pt x="796108" y="102131"/>
                </a:lnTo>
                <a:close/>
                <a:moveTo>
                  <a:pt x="902557" y="102131"/>
                </a:moveTo>
                <a:lnTo>
                  <a:pt x="919049" y="102131"/>
                </a:lnTo>
                <a:lnTo>
                  <a:pt x="919049" y="103020"/>
                </a:lnTo>
                <a:lnTo>
                  <a:pt x="902557" y="103020"/>
                </a:lnTo>
                <a:close/>
                <a:moveTo>
                  <a:pt x="754128" y="102131"/>
                </a:moveTo>
                <a:lnTo>
                  <a:pt x="755627" y="102131"/>
                </a:lnTo>
                <a:lnTo>
                  <a:pt x="755627" y="103020"/>
                </a:lnTo>
                <a:lnTo>
                  <a:pt x="754128" y="103020"/>
                </a:lnTo>
                <a:close/>
                <a:moveTo>
                  <a:pt x="872071" y="102131"/>
                </a:moveTo>
                <a:lnTo>
                  <a:pt x="895060" y="102131"/>
                </a:lnTo>
                <a:lnTo>
                  <a:pt x="895060" y="103020"/>
                </a:lnTo>
                <a:lnTo>
                  <a:pt x="872071" y="103020"/>
                </a:lnTo>
                <a:close/>
                <a:moveTo>
                  <a:pt x="925546" y="102131"/>
                </a:moveTo>
                <a:lnTo>
                  <a:pt x="929044" y="102131"/>
                </a:lnTo>
                <a:lnTo>
                  <a:pt x="929044" y="103020"/>
                </a:lnTo>
                <a:lnTo>
                  <a:pt x="925546" y="103020"/>
                </a:lnTo>
                <a:close/>
                <a:moveTo>
                  <a:pt x="763124" y="98579"/>
                </a:moveTo>
                <a:lnTo>
                  <a:pt x="794609" y="98579"/>
                </a:lnTo>
                <a:lnTo>
                  <a:pt x="794609" y="103908"/>
                </a:lnTo>
                <a:lnTo>
                  <a:pt x="763124" y="103908"/>
                </a:lnTo>
                <a:close/>
                <a:moveTo>
                  <a:pt x="753628" y="103020"/>
                </a:moveTo>
                <a:lnTo>
                  <a:pt x="755627" y="103020"/>
                </a:lnTo>
                <a:lnTo>
                  <a:pt x="755627" y="103908"/>
                </a:lnTo>
                <a:lnTo>
                  <a:pt x="753628" y="103908"/>
                </a:lnTo>
                <a:close/>
                <a:moveTo>
                  <a:pt x="872571" y="103020"/>
                </a:moveTo>
                <a:lnTo>
                  <a:pt x="895060" y="103020"/>
                </a:lnTo>
                <a:lnTo>
                  <a:pt x="895060" y="103908"/>
                </a:lnTo>
                <a:lnTo>
                  <a:pt x="872571" y="103908"/>
                </a:lnTo>
                <a:close/>
                <a:moveTo>
                  <a:pt x="753129" y="103908"/>
                </a:moveTo>
                <a:lnTo>
                  <a:pt x="755128" y="103908"/>
                </a:lnTo>
                <a:lnTo>
                  <a:pt x="755128" y="104796"/>
                </a:lnTo>
                <a:lnTo>
                  <a:pt x="753129" y="104796"/>
                </a:lnTo>
                <a:close/>
                <a:moveTo>
                  <a:pt x="925546" y="103020"/>
                </a:moveTo>
                <a:lnTo>
                  <a:pt x="929544" y="103020"/>
                </a:lnTo>
                <a:lnTo>
                  <a:pt x="929544" y="104796"/>
                </a:lnTo>
                <a:lnTo>
                  <a:pt x="925546" y="104796"/>
                </a:lnTo>
                <a:close/>
                <a:moveTo>
                  <a:pt x="873071" y="103908"/>
                </a:moveTo>
                <a:lnTo>
                  <a:pt x="895060" y="103908"/>
                </a:lnTo>
                <a:lnTo>
                  <a:pt x="895060" y="104796"/>
                </a:lnTo>
                <a:lnTo>
                  <a:pt x="873071" y="104796"/>
                </a:lnTo>
                <a:close/>
                <a:moveTo>
                  <a:pt x="752629" y="104796"/>
                </a:moveTo>
                <a:lnTo>
                  <a:pt x="755128" y="104796"/>
                </a:lnTo>
                <a:lnTo>
                  <a:pt x="755128" y="105684"/>
                </a:lnTo>
                <a:lnTo>
                  <a:pt x="752629" y="105684"/>
                </a:lnTo>
                <a:close/>
                <a:moveTo>
                  <a:pt x="874070" y="104796"/>
                </a:moveTo>
                <a:lnTo>
                  <a:pt x="895060" y="104796"/>
                </a:lnTo>
                <a:lnTo>
                  <a:pt x="895060" y="105684"/>
                </a:lnTo>
                <a:lnTo>
                  <a:pt x="874070" y="105684"/>
                </a:lnTo>
                <a:close/>
                <a:moveTo>
                  <a:pt x="925546" y="104796"/>
                </a:moveTo>
                <a:lnTo>
                  <a:pt x="930044" y="104796"/>
                </a:lnTo>
                <a:lnTo>
                  <a:pt x="930044" y="105684"/>
                </a:lnTo>
                <a:lnTo>
                  <a:pt x="925546" y="105684"/>
                </a:lnTo>
                <a:close/>
                <a:moveTo>
                  <a:pt x="739635" y="104796"/>
                </a:moveTo>
                <a:lnTo>
                  <a:pt x="740135" y="104796"/>
                </a:lnTo>
                <a:lnTo>
                  <a:pt x="740135" y="105684"/>
                </a:lnTo>
                <a:lnTo>
                  <a:pt x="739635" y="105684"/>
                </a:lnTo>
                <a:close/>
                <a:moveTo>
                  <a:pt x="796108" y="102131"/>
                </a:moveTo>
                <a:lnTo>
                  <a:pt x="816098" y="102131"/>
                </a:lnTo>
                <a:lnTo>
                  <a:pt x="816098" y="105684"/>
                </a:lnTo>
                <a:lnTo>
                  <a:pt x="796108" y="105684"/>
                </a:lnTo>
                <a:close/>
                <a:moveTo>
                  <a:pt x="739635" y="105684"/>
                </a:moveTo>
                <a:lnTo>
                  <a:pt x="740634" y="105684"/>
                </a:lnTo>
                <a:lnTo>
                  <a:pt x="740634" y="106572"/>
                </a:lnTo>
                <a:lnTo>
                  <a:pt x="739635" y="106572"/>
                </a:lnTo>
                <a:close/>
                <a:moveTo>
                  <a:pt x="875070" y="105684"/>
                </a:moveTo>
                <a:lnTo>
                  <a:pt x="895060" y="105684"/>
                </a:lnTo>
                <a:lnTo>
                  <a:pt x="895060" y="106572"/>
                </a:lnTo>
                <a:lnTo>
                  <a:pt x="875070" y="106572"/>
                </a:lnTo>
                <a:close/>
                <a:moveTo>
                  <a:pt x="752129" y="105684"/>
                </a:moveTo>
                <a:lnTo>
                  <a:pt x="755128" y="105684"/>
                </a:lnTo>
                <a:lnTo>
                  <a:pt x="755128" y="106572"/>
                </a:lnTo>
                <a:lnTo>
                  <a:pt x="752129" y="106572"/>
                </a:lnTo>
                <a:close/>
                <a:moveTo>
                  <a:pt x="925546" y="105684"/>
                </a:moveTo>
                <a:lnTo>
                  <a:pt x="930543" y="105684"/>
                </a:lnTo>
                <a:lnTo>
                  <a:pt x="930543" y="106572"/>
                </a:lnTo>
                <a:lnTo>
                  <a:pt x="925546" y="106572"/>
                </a:lnTo>
                <a:close/>
                <a:moveTo>
                  <a:pt x="743633" y="105684"/>
                </a:moveTo>
                <a:lnTo>
                  <a:pt x="744133" y="105684"/>
                </a:lnTo>
                <a:lnTo>
                  <a:pt x="744133" y="107460"/>
                </a:lnTo>
                <a:lnTo>
                  <a:pt x="743633" y="107460"/>
                </a:lnTo>
                <a:close/>
                <a:moveTo>
                  <a:pt x="740135" y="106572"/>
                </a:moveTo>
                <a:lnTo>
                  <a:pt x="740634" y="106572"/>
                </a:lnTo>
                <a:lnTo>
                  <a:pt x="740634" y="107460"/>
                </a:lnTo>
                <a:lnTo>
                  <a:pt x="740135" y="107460"/>
                </a:lnTo>
                <a:close/>
                <a:moveTo>
                  <a:pt x="749130" y="106572"/>
                </a:moveTo>
                <a:lnTo>
                  <a:pt x="749630" y="106572"/>
                </a:lnTo>
                <a:lnTo>
                  <a:pt x="749630" y="107460"/>
                </a:lnTo>
                <a:lnTo>
                  <a:pt x="749130" y="107460"/>
                </a:lnTo>
                <a:close/>
                <a:moveTo>
                  <a:pt x="737136" y="99467"/>
                </a:moveTo>
                <a:lnTo>
                  <a:pt x="738635" y="99467"/>
                </a:lnTo>
                <a:lnTo>
                  <a:pt x="738635" y="107460"/>
                </a:lnTo>
                <a:lnTo>
                  <a:pt x="737136" y="107460"/>
                </a:lnTo>
                <a:close/>
                <a:moveTo>
                  <a:pt x="747631" y="106572"/>
                </a:moveTo>
                <a:lnTo>
                  <a:pt x="748131" y="106572"/>
                </a:lnTo>
                <a:lnTo>
                  <a:pt x="748131" y="107460"/>
                </a:lnTo>
                <a:lnTo>
                  <a:pt x="747631" y="107460"/>
                </a:lnTo>
                <a:close/>
                <a:moveTo>
                  <a:pt x="796108" y="105684"/>
                </a:moveTo>
                <a:lnTo>
                  <a:pt x="815599" y="105684"/>
                </a:lnTo>
                <a:lnTo>
                  <a:pt x="815599" y="107460"/>
                </a:lnTo>
                <a:lnTo>
                  <a:pt x="796108" y="107460"/>
                </a:lnTo>
                <a:close/>
                <a:moveTo>
                  <a:pt x="925546" y="106572"/>
                </a:moveTo>
                <a:lnTo>
                  <a:pt x="931043" y="106572"/>
                </a:lnTo>
                <a:lnTo>
                  <a:pt x="931043" y="107460"/>
                </a:lnTo>
                <a:lnTo>
                  <a:pt x="925546" y="107460"/>
                </a:lnTo>
                <a:close/>
                <a:moveTo>
                  <a:pt x="944537" y="90586"/>
                </a:moveTo>
                <a:lnTo>
                  <a:pt x="947035" y="90586"/>
                </a:lnTo>
                <a:lnTo>
                  <a:pt x="947035" y="107460"/>
                </a:lnTo>
                <a:lnTo>
                  <a:pt x="944537" y="107460"/>
                </a:lnTo>
                <a:close/>
                <a:moveTo>
                  <a:pt x="751629" y="106572"/>
                </a:moveTo>
                <a:lnTo>
                  <a:pt x="755128" y="106572"/>
                </a:lnTo>
                <a:lnTo>
                  <a:pt x="755128" y="107460"/>
                </a:lnTo>
                <a:lnTo>
                  <a:pt x="751629" y="107460"/>
                </a:lnTo>
                <a:close/>
                <a:moveTo>
                  <a:pt x="876069" y="106572"/>
                </a:moveTo>
                <a:lnTo>
                  <a:pt x="895060" y="106572"/>
                </a:lnTo>
                <a:lnTo>
                  <a:pt x="895060" y="107460"/>
                </a:lnTo>
                <a:lnTo>
                  <a:pt x="876069" y="107460"/>
                </a:lnTo>
                <a:close/>
                <a:moveTo>
                  <a:pt x="747131" y="107460"/>
                </a:moveTo>
                <a:lnTo>
                  <a:pt x="750130" y="107460"/>
                </a:lnTo>
                <a:lnTo>
                  <a:pt x="750130" y="108348"/>
                </a:lnTo>
                <a:lnTo>
                  <a:pt x="747131" y="108348"/>
                </a:lnTo>
                <a:close/>
                <a:moveTo>
                  <a:pt x="877069" y="107460"/>
                </a:moveTo>
                <a:lnTo>
                  <a:pt x="895060" y="107460"/>
                </a:lnTo>
                <a:lnTo>
                  <a:pt x="895060" y="108348"/>
                </a:lnTo>
                <a:lnTo>
                  <a:pt x="877069" y="108348"/>
                </a:lnTo>
                <a:close/>
                <a:moveTo>
                  <a:pt x="945036" y="107460"/>
                </a:moveTo>
                <a:lnTo>
                  <a:pt x="947035" y="107460"/>
                </a:lnTo>
                <a:lnTo>
                  <a:pt x="947035" y="108348"/>
                </a:lnTo>
                <a:lnTo>
                  <a:pt x="945036" y="108348"/>
                </a:lnTo>
                <a:close/>
                <a:moveTo>
                  <a:pt x="751129" y="107460"/>
                </a:moveTo>
                <a:lnTo>
                  <a:pt x="755128" y="107460"/>
                </a:lnTo>
                <a:lnTo>
                  <a:pt x="755128" y="108348"/>
                </a:lnTo>
                <a:lnTo>
                  <a:pt x="751129" y="108348"/>
                </a:lnTo>
                <a:close/>
                <a:moveTo>
                  <a:pt x="743633" y="107460"/>
                </a:moveTo>
                <a:lnTo>
                  <a:pt x="746132" y="107460"/>
                </a:lnTo>
                <a:lnTo>
                  <a:pt x="746132" y="108348"/>
                </a:lnTo>
                <a:lnTo>
                  <a:pt x="743633" y="108348"/>
                </a:lnTo>
                <a:close/>
                <a:moveTo>
                  <a:pt x="796108" y="107460"/>
                </a:moveTo>
                <a:lnTo>
                  <a:pt x="814599" y="107460"/>
                </a:lnTo>
                <a:lnTo>
                  <a:pt x="814599" y="108348"/>
                </a:lnTo>
                <a:lnTo>
                  <a:pt x="796108" y="108348"/>
                </a:lnTo>
                <a:close/>
                <a:moveTo>
                  <a:pt x="925546" y="107460"/>
                </a:moveTo>
                <a:lnTo>
                  <a:pt x="932043" y="107460"/>
                </a:lnTo>
                <a:lnTo>
                  <a:pt x="932043" y="108348"/>
                </a:lnTo>
                <a:lnTo>
                  <a:pt x="925546" y="108348"/>
                </a:lnTo>
                <a:close/>
                <a:moveTo>
                  <a:pt x="740135" y="107460"/>
                </a:moveTo>
                <a:lnTo>
                  <a:pt x="741134" y="107460"/>
                </a:lnTo>
                <a:lnTo>
                  <a:pt x="741134" y="108348"/>
                </a:lnTo>
                <a:lnTo>
                  <a:pt x="740135" y="108348"/>
                </a:lnTo>
                <a:close/>
                <a:moveTo>
                  <a:pt x="877569" y="108348"/>
                </a:moveTo>
                <a:lnTo>
                  <a:pt x="895060" y="108348"/>
                </a:lnTo>
                <a:lnTo>
                  <a:pt x="895060" y="109236"/>
                </a:lnTo>
                <a:lnTo>
                  <a:pt x="877569" y="109236"/>
                </a:lnTo>
                <a:close/>
                <a:moveTo>
                  <a:pt x="740135" y="108348"/>
                </a:moveTo>
                <a:lnTo>
                  <a:pt x="742134" y="108348"/>
                </a:lnTo>
                <a:lnTo>
                  <a:pt x="742134" y="109236"/>
                </a:lnTo>
                <a:lnTo>
                  <a:pt x="740135" y="109236"/>
                </a:lnTo>
                <a:close/>
                <a:moveTo>
                  <a:pt x="946536" y="108348"/>
                </a:moveTo>
                <a:lnTo>
                  <a:pt x="947035" y="108348"/>
                </a:lnTo>
                <a:lnTo>
                  <a:pt x="947035" y="109236"/>
                </a:lnTo>
                <a:lnTo>
                  <a:pt x="946536" y="109236"/>
                </a:lnTo>
                <a:close/>
                <a:moveTo>
                  <a:pt x="970524" y="99467"/>
                </a:moveTo>
                <a:lnTo>
                  <a:pt x="1000000" y="99467"/>
                </a:lnTo>
                <a:lnTo>
                  <a:pt x="1000000" y="109236"/>
                </a:lnTo>
                <a:lnTo>
                  <a:pt x="970524" y="109236"/>
                </a:lnTo>
                <a:close/>
                <a:moveTo>
                  <a:pt x="743133" y="108348"/>
                </a:moveTo>
                <a:lnTo>
                  <a:pt x="746132" y="108348"/>
                </a:lnTo>
                <a:lnTo>
                  <a:pt x="746132" y="109236"/>
                </a:lnTo>
                <a:lnTo>
                  <a:pt x="743133" y="109236"/>
                </a:lnTo>
                <a:close/>
                <a:moveTo>
                  <a:pt x="737636" y="107460"/>
                </a:moveTo>
                <a:lnTo>
                  <a:pt x="738635" y="107460"/>
                </a:lnTo>
                <a:lnTo>
                  <a:pt x="738635" y="109236"/>
                </a:lnTo>
                <a:lnTo>
                  <a:pt x="737636" y="109236"/>
                </a:lnTo>
                <a:close/>
                <a:moveTo>
                  <a:pt x="902557" y="103020"/>
                </a:moveTo>
                <a:lnTo>
                  <a:pt x="918549" y="103020"/>
                </a:lnTo>
                <a:lnTo>
                  <a:pt x="918549" y="109236"/>
                </a:lnTo>
                <a:lnTo>
                  <a:pt x="902557" y="109236"/>
                </a:lnTo>
                <a:close/>
                <a:moveTo>
                  <a:pt x="925546" y="108348"/>
                </a:moveTo>
                <a:lnTo>
                  <a:pt x="932542" y="108348"/>
                </a:lnTo>
                <a:lnTo>
                  <a:pt x="932542" y="109236"/>
                </a:lnTo>
                <a:lnTo>
                  <a:pt x="925546" y="109236"/>
                </a:lnTo>
                <a:close/>
                <a:moveTo>
                  <a:pt x="746632" y="108348"/>
                </a:moveTo>
                <a:lnTo>
                  <a:pt x="755128" y="108348"/>
                </a:lnTo>
                <a:lnTo>
                  <a:pt x="755128" y="109236"/>
                </a:lnTo>
                <a:lnTo>
                  <a:pt x="746632" y="109236"/>
                </a:lnTo>
                <a:close/>
                <a:moveTo>
                  <a:pt x="796108" y="108348"/>
                </a:moveTo>
                <a:lnTo>
                  <a:pt x="813100" y="108348"/>
                </a:lnTo>
                <a:lnTo>
                  <a:pt x="813100" y="109236"/>
                </a:lnTo>
                <a:lnTo>
                  <a:pt x="796108" y="109236"/>
                </a:lnTo>
                <a:close/>
                <a:moveTo>
                  <a:pt x="925546" y="109236"/>
                </a:moveTo>
                <a:lnTo>
                  <a:pt x="933542" y="109236"/>
                </a:lnTo>
                <a:lnTo>
                  <a:pt x="933542" y="110124"/>
                </a:lnTo>
                <a:lnTo>
                  <a:pt x="925546" y="110124"/>
                </a:lnTo>
                <a:close/>
                <a:moveTo>
                  <a:pt x="796108" y="109236"/>
                </a:moveTo>
                <a:lnTo>
                  <a:pt x="811101" y="109236"/>
                </a:lnTo>
                <a:lnTo>
                  <a:pt x="811101" y="110124"/>
                </a:lnTo>
                <a:lnTo>
                  <a:pt x="796108" y="110124"/>
                </a:lnTo>
                <a:close/>
                <a:moveTo>
                  <a:pt x="740135" y="109236"/>
                </a:moveTo>
                <a:lnTo>
                  <a:pt x="755128" y="109236"/>
                </a:lnTo>
                <a:lnTo>
                  <a:pt x="755128" y="110124"/>
                </a:lnTo>
                <a:lnTo>
                  <a:pt x="740135" y="110124"/>
                </a:lnTo>
                <a:close/>
                <a:moveTo>
                  <a:pt x="735137" y="108348"/>
                </a:moveTo>
                <a:lnTo>
                  <a:pt x="735637" y="108348"/>
                </a:lnTo>
                <a:lnTo>
                  <a:pt x="735637" y="110124"/>
                </a:lnTo>
                <a:lnTo>
                  <a:pt x="735137" y="110124"/>
                </a:lnTo>
                <a:close/>
                <a:moveTo>
                  <a:pt x="737136" y="109236"/>
                </a:moveTo>
                <a:lnTo>
                  <a:pt x="738635" y="109236"/>
                </a:lnTo>
                <a:lnTo>
                  <a:pt x="738635" y="110124"/>
                </a:lnTo>
                <a:lnTo>
                  <a:pt x="737136" y="110124"/>
                </a:lnTo>
                <a:close/>
                <a:moveTo>
                  <a:pt x="878568" y="109236"/>
                </a:moveTo>
                <a:lnTo>
                  <a:pt x="895060" y="109236"/>
                </a:lnTo>
                <a:lnTo>
                  <a:pt x="895060" y="110124"/>
                </a:lnTo>
                <a:lnTo>
                  <a:pt x="878568" y="110124"/>
                </a:lnTo>
                <a:close/>
                <a:moveTo>
                  <a:pt x="737136" y="110124"/>
                </a:moveTo>
                <a:lnTo>
                  <a:pt x="739135" y="110124"/>
                </a:lnTo>
                <a:lnTo>
                  <a:pt x="739135" y="111012"/>
                </a:lnTo>
                <a:lnTo>
                  <a:pt x="737136" y="111012"/>
                </a:lnTo>
                <a:close/>
                <a:moveTo>
                  <a:pt x="879068" y="110124"/>
                </a:moveTo>
                <a:lnTo>
                  <a:pt x="895060" y="110124"/>
                </a:lnTo>
                <a:lnTo>
                  <a:pt x="895060" y="111012"/>
                </a:lnTo>
                <a:lnTo>
                  <a:pt x="879068" y="111012"/>
                </a:lnTo>
                <a:close/>
                <a:moveTo>
                  <a:pt x="739635" y="110124"/>
                </a:moveTo>
                <a:lnTo>
                  <a:pt x="755128" y="110124"/>
                </a:lnTo>
                <a:lnTo>
                  <a:pt x="755128" y="111012"/>
                </a:lnTo>
                <a:lnTo>
                  <a:pt x="739635" y="111012"/>
                </a:lnTo>
                <a:close/>
                <a:moveTo>
                  <a:pt x="925546" y="110124"/>
                </a:moveTo>
                <a:lnTo>
                  <a:pt x="934042" y="110124"/>
                </a:lnTo>
                <a:lnTo>
                  <a:pt x="934042" y="111012"/>
                </a:lnTo>
                <a:lnTo>
                  <a:pt x="925546" y="111012"/>
                </a:lnTo>
                <a:close/>
                <a:moveTo>
                  <a:pt x="970024" y="109236"/>
                </a:moveTo>
                <a:lnTo>
                  <a:pt x="1000000" y="109236"/>
                </a:lnTo>
                <a:lnTo>
                  <a:pt x="1000000" y="111012"/>
                </a:lnTo>
                <a:lnTo>
                  <a:pt x="970024" y="111012"/>
                </a:lnTo>
                <a:close/>
                <a:moveTo>
                  <a:pt x="796108" y="110124"/>
                </a:moveTo>
                <a:lnTo>
                  <a:pt x="810101" y="110124"/>
                </a:lnTo>
                <a:lnTo>
                  <a:pt x="810101" y="111012"/>
                </a:lnTo>
                <a:lnTo>
                  <a:pt x="796108" y="111012"/>
                </a:lnTo>
                <a:close/>
                <a:moveTo>
                  <a:pt x="735137" y="110124"/>
                </a:moveTo>
                <a:lnTo>
                  <a:pt x="736636" y="110124"/>
                </a:lnTo>
                <a:lnTo>
                  <a:pt x="736636" y="111012"/>
                </a:lnTo>
                <a:lnTo>
                  <a:pt x="735137" y="111012"/>
                </a:lnTo>
                <a:close/>
                <a:moveTo>
                  <a:pt x="879568" y="111012"/>
                </a:moveTo>
                <a:lnTo>
                  <a:pt x="895060" y="111012"/>
                </a:lnTo>
                <a:lnTo>
                  <a:pt x="895060" y="111901"/>
                </a:lnTo>
                <a:lnTo>
                  <a:pt x="879568" y="111901"/>
                </a:lnTo>
                <a:close/>
                <a:moveTo>
                  <a:pt x="796108" y="111012"/>
                </a:moveTo>
                <a:lnTo>
                  <a:pt x="809601" y="111012"/>
                </a:lnTo>
                <a:lnTo>
                  <a:pt x="809601" y="111901"/>
                </a:lnTo>
                <a:lnTo>
                  <a:pt x="796108" y="111901"/>
                </a:lnTo>
                <a:close/>
                <a:moveTo>
                  <a:pt x="925546" y="111012"/>
                </a:moveTo>
                <a:lnTo>
                  <a:pt x="935041" y="111012"/>
                </a:lnTo>
                <a:lnTo>
                  <a:pt x="935041" y="111901"/>
                </a:lnTo>
                <a:lnTo>
                  <a:pt x="925546" y="111901"/>
                </a:lnTo>
                <a:close/>
                <a:moveTo>
                  <a:pt x="762624" y="103908"/>
                </a:moveTo>
                <a:lnTo>
                  <a:pt x="794609" y="103908"/>
                </a:lnTo>
                <a:lnTo>
                  <a:pt x="794609" y="111901"/>
                </a:lnTo>
                <a:lnTo>
                  <a:pt x="762624" y="111901"/>
                </a:lnTo>
                <a:close/>
                <a:moveTo>
                  <a:pt x="764123" y="111901"/>
                </a:moveTo>
                <a:lnTo>
                  <a:pt x="794609" y="111901"/>
                </a:lnTo>
                <a:lnTo>
                  <a:pt x="794609" y="112789"/>
                </a:lnTo>
                <a:lnTo>
                  <a:pt x="764123" y="112789"/>
                </a:lnTo>
                <a:close/>
                <a:moveTo>
                  <a:pt x="735137" y="111012"/>
                </a:moveTo>
                <a:lnTo>
                  <a:pt x="755128" y="111012"/>
                </a:lnTo>
                <a:lnTo>
                  <a:pt x="755128" y="112789"/>
                </a:lnTo>
                <a:lnTo>
                  <a:pt x="735137" y="112789"/>
                </a:lnTo>
                <a:close/>
                <a:moveTo>
                  <a:pt x="969525" y="111012"/>
                </a:moveTo>
                <a:lnTo>
                  <a:pt x="1000000" y="111012"/>
                </a:lnTo>
                <a:lnTo>
                  <a:pt x="1000000" y="112789"/>
                </a:lnTo>
                <a:lnTo>
                  <a:pt x="969525" y="112789"/>
                </a:lnTo>
                <a:close/>
                <a:moveTo>
                  <a:pt x="925546" y="111901"/>
                </a:moveTo>
                <a:lnTo>
                  <a:pt x="935541" y="111901"/>
                </a:lnTo>
                <a:lnTo>
                  <a:pt x="935541" y="112789"/>
                </a:lnTo>
                <a:lnTo>
                  <a:pt x="925546" y="112789"/>
                </a:lnTo>
                <a:close/>
                <a:moveTo>
                  <a:pt x="925546" y="112789"/>
                </a:moveTo>
                <a:lnTo>
                  <a:pt x="936041" y="112789"/>
                </a:lnTo>
                <a:lnTo>
                  <a:pt x="936041" y="113677"/>
                </a:lnTo>
                <a:lnTo>
                  <a:pt x="925546" y="113677"/>
                </a:lnTo>
                <a:close/>
                <a:moveTo>
                  <a:pt x="880068" y="111901"/>
                </a:moveTo>
                <a:lnTo>
                  <a:pt x="895060" y="111901"/>
                </a:lnTo>
                <a:lnTo>
                  <a:pt x="895060" y="114565"/>
                </a:lnTo>
                <a:lnTo>
                  <a:pt x="880068" y="114565"/>
                </a:lnTo>
                <a:close/>
                <a:moveTo>
                  <a:pt x="969025" y="112789"/>
                </a:moveTo>
                <a:lnTo>
                  <a:pt x="1000000" y="112789"/>
                </a:lnTo>
                <a:lnTo>
                  <a:pt x="1000000" y="114565"/>
                </a:lnTo>
                <a:lnTo>
                  <a:pt x="969025" y="114565"/>
                </a:lnTo>
                <a:close/>
                <a:moveTo>
                  <a:pt x="796108" y="111901"/>
                </a:moveTo>
                <a:lnTo>
                  <a:pt x="815099" y="111901"/>
                </a:lnTo>
                <a:lnTo>
                  <a:pt x="815099" y="114565"/>
                </a:lnTo>
                <a:lnTo>
                  <a:pt x="796108" y="114565"/>
                </a:lnTo>
                <a:close/>
                <a:moveTo>
                  <a:pt x="925546" y="113677"/>
                </a:moveTo>
                <a:lnTo>
                  <a:pt x="937040" y="113677"/>
                </a:lnTo>
                <a:lnTo>
                  <a:pt x="937040" y="114565"/>
                </a:lnTo>
                <a:lnTo>
                  <a:pt x="925546" y="114565"/>
                </a:lnTo>
                <a:close/>
                <a:moveTo>
                  <a:pt x="858578" y="113677"/>
                </a:moveTo>
                <a:lnTo>
                  <a:pt x="869573" y="113677"/>
                </a:lnTo>
                <a:lnTo>
                  <a:pt x="869573" y="114565"/>
                </a:lnTo>
                <a:lnTo>
                  <a:pt x="858578" y="114565"/>
                </a:lnTo>
                <a:close/>
                <a:moveTo>
                  <a:pt x="879568" y="114565"/>
                </a:moveTo>
                <a:lnTo>
                  <a:pt x="895060" y="114565"/>
                </a:lnTo>
                <a:lnTo>
                  <a:pt x="895060" y="115453"/>
                </a:lnTo>
                <a:lnTo>
                  <a:pt x="879568" y="115453"/>
                </a:lnTo>
                <a:close/>
                <a:moveTo>
                  <a:pt x="735137" y="112789"/>
                </a:moveTo>
                <a:lnTo>
                  <a:pt x="754628" y="112789"/>
                </a:lnTo>
                <a:lnTo>
                  <a:pt x="754628" y="115453"/>
                </a:lnTo>
                <a:lnTo>
                  <a:pt x="735137" y="115453"/>
                </a:lnTo>
                <a:close/>
                <a:moveTo>
                  <a:pt x="925546" y="114565"/>
                </a:moveTo>
                <a:lnTo>
                  <a:pt x="937540" y="114565"/>
                </a:lnTo>
                <a:lnTo>
                  <a:pt x="937540" y="115453"/>
                </a:lnTo>
                <a:lnTo>
                  <a:pt x="925546" y="115453"/>
                </a:lnTo>
                <a:close/>
                <a:moveTo>
                  <a:pt x="968525" y="114565"/>
                </a:moveTo>
                <a:lnTo>
                  <a:pt x="1000000" y="114565"/>
                </a:lnTo>
                <a:lnTo>
                  <a:pt x="1000000" y="115453"/>
                </a:lnTo>
                <a:lnTo>
                  <a:pt x="968525" y="115453"/>
                </a:lnTo>
                <a:close/>
                <a:moveTo>
                  <a:pt x="855579" y="114565"/>
                </a:moveTo>
                <a:lnTo>
                  <a:pt x="872571" y="114565"/>
                </a:lnTo>
                <a:lnTo>
                  <a:pt x="872571" y="115453"/>
                </a:lnTo>
                <a:lnTo>
                  <a:pt x="855579" y="115453"/>
                </a:lnTo>
                <a:close/>
                <a:moveTo>
                  <a:pt x="796108" y="114565"/>
                </a:moveTo>
                <a:lnTo>
                  <a:pt x="814599" y="114565"/>
                </a:lnTo>
                <a:lnTo>
                  <a:pt x="814599" y="115453"/>
                </a:lnTo>
                <a:lnTo>
                  <a:pt x="796108" y="115453"/>
                </a:lnTo>
                <a:close/>
                <a:moveTo>
                  <a:pt x="760125" y="114565"/>
                </a:moveTo>
                <a:lnTo>
                  <a:pt x="760625" y="114565"/>
                </a:lnTo>
                <a:lnTo>
                  <a:pt x="760625" y="115453"/>
                </a:lnTo>
                <a:lnTo>
                  <a:pt x="760125" y="115453"/>
                </a:lnTo>
                <a:close/>
                <a:moveTo>
                  <a:pt x="879068" y="115453"/>
                </a:moveTo>
                <a:lnTo>
                  <a:pt x="895060" y="115453"/>
                </a:lnTo>
                <a:lnTo>
                  <a:pt x="895060" y="116341"/>
                </a:lnTo>
                <a:lnTo>
                  <a:pt x="879068" y="116341"/>
                </a:lnTo>
                <a:close/>
                <a:moveTo>
                  <a:pt x="735637" y="115453"/>
                </a:moveTo>
                <a:lnTo>
                  <a:pt x="755128" y="115453"/>
                </a:lnTo>
                <a:lnTo>
                  <a:pt x="755128" y="116341"/>
                </a:lnTo>
                <a:lnTo>
                  <a:pt x="735637" y="116341"/>
                </a:lnTo>
                <a:close/>
                <a:moveTo>
                  <a:pt x="764623" y="112789"/>
                </a:moveTo>
                <a:lnTo>
                  <a:pt x="794609" y="112789"/>
                </a:lnTo>
                <a:lnTo>
                  <a:pt x="794609" y="116341"/>
                </a:lnTo>
                <a:lnTo>
                  <a:pt x="764623" y="116341"/>
                </a:lnTo>
                <a:close/>
                <a:moveTo>
                  <a:pt x="968025" y="115453"/>
                </a:moveTo>
                <a:lnTo>
                  <a:pt x="1000000" y="115453"/>
                </a:lnTo>
                <a:lnTo>
                  <a:pt x="1000000" y="116341"/>
                </a:lnTo>
                <a:lnTo>
                  <a:pt x="968025" y="116341"/>
                </a:lnTo>
                <a:close/>
                <a:moveTo>
                  <a:pt x="796108" y="115453"/>
                </a:moveTo>
                <a:lnTo>
                  <a:pt x="812100" y="115453"/>
                </a:lnTo>
                <a:lnTo>
                  <a:pt x="812100" y="116341"/>
                </a:lnTo>
                <a:lnTo>
                  <a:pt x="796108" y="116341"/>
                </a:lnTo>
                <a:close/>
                <a:moveTo>
                  <a:pt x="760125" y="115453"/>
                </a:moveTo>
                <a:lnTo>
                  <a:pt x="761125" y="115453"/>
                </a:lnTo>
                <a:lnTo>
                  <a:pt x="761125" y="116341"/>
                </a:lnTo>
                <a:lnTo>
                  <a:pt x="760125" y="116341"/>
                </a:lnTo>
                <a:close/>
                <a:moveTo>
                  <a:pt x="856079" y="115453"/>
                </a:moveTo>
                <a:lnTo>
                  <a:pt x="874570" y="115453"/>
                </a:lnTo>
                <a:lnTo>
                  <a:pt x="874570" y="116341"/>
                </a:lnTo>
                <a:lnTo>
                  <a:pt x="856079" y="116341"/>
                </a:lnTo>
                <a:close/>
                <a:moveTo>
                  <a:pt x="737136" y="116341"/>
                </a:moveTo>
                <a:lnTo>
                  <a:pt x="755128" y="116341"/>
                </a:lnTo>
                <a:lnTo>
                  <a:pt x="755128" y="117229"/>
                </a:lnTo>
                <a:lnTo>
                  <a:pt x="737136" y="117229"/>
                </a:lnTo>
                <a:close/>
                <a:moveTo>
                  <a:pt x="925546" y="115453"/>
                </a:moveTo>
                <a:lnTo>
                  <a:pt x="938040" y="115453"/>
                </a:lnTo>
                <a:lnTo>
                  <a:pt x="938040" y="117229"/>
                </a:lnTo>
                <a:lnTo>
                  <a:pt x="925546" y="117229"/>
                </a:lnTo>
                <a:close/>
                <a:moveTo>
                  <a:pt x="814099" y="116341"/>
                </a:moveTo>
                <a:lnTo>
                  <a:pt x="815599" y="116341"/>
                </a:lnTo>
                <a:lnTo>
                  <a:pt x="815599" y="117229"/>
                </a:lnTo>
                <a:lnTo>
                  <a:pt x="814099" y="117229"/>
                </a:lnTo>
                <a:close/>
                <a:moveTo>
                  <a:pt x="760125" y="116341"/>
                </a:moveTo>
                <a:lnTo>
                  <a:pt x="794609" y="116341"/>
                </a:lnTo>
                <a:lnTo>
                  <a:pt x="794609" y="117229"/>
                </a:lnTo>
                <a:lnTo>
                  <a:pt x="760125" y="117229"/>
                </a:lnTo>
                <a:close/>
                <a:moveTo>
                  <a:pt x="967526" y="116341"/>
                </a:moveTo>
                <a:lnTo>
                  <a:pt x="1000000" y="116341"/>
                </a:lnTo>
                <a:lnTo>
                  <a:pt x="1000000" y="117229"/>
                </a:lnTo>
                <a:lnTo>
                  <a:pt x="967526" y="117229"/>
                </a:lnTo>
                <a:close/>
                <a:moveTo>
                  <a:pt x="840087" y="116341"/>
                </a:moveTo>
                <a:lnTo>
                  <a:pt x="840587" y="116341"/>
                </a:lnTo>
                <a:lnTo>
                  <a:pt x="840587" y="117229"/>
                </a:lnTo>
                <a:lnTo>
                  <a:pt x="840087" y="117229"/>
                </a:lnTo>
                <a:close/>
                <a:moveTo>
                  <a:pt x="856579" y="116341"/>
                </a:moveTo>
                <a:lnTo>
                  <a:pt x="895060" y="116341"/>
                </a:lnTo>
                <a:lnTo>
                  <a:pt x="895060" y="117229"/>
                </a:lnTo>
                <a:lnTo>
                  <a:pt x="856579" y="117229"/>
                </a:lnTo>
                <a:close/>
                <a:moveTo>
                  <a:pt x="796108" y="116341"/>
                </a:moveTo>
                <a:lnTo>
                  <a:pt x="810601" y="116341"/>
                </a:lnTo>
                <a:lnTo>
                  <a:pt x="810601" y="118117"/>
                </a:lnTo>
                <a:lnTo>
                  <a:pt x="796108" y="118117"/>
                </a:lnTo>
                <a:close/>
                <a:moveTo>
                  <a:pt x="967026" y="117229"/>
                </a:moveTo>
                <a:lnTo>
                  <a:pt x="1000000" y="117229"/>
                </a:lnTo>
                <a:lnTo>
                  <a:pt x="1000000" y="118117"/>
                </a:lnTo>
                <a:lnTo>
                  <a:pt x="967026" y="118117"/>
                </a:lnTo>
                <a:close/>
                <a:moveTo>
                  <a:pt x="737636" y="117229"/>
                </a:moveTo>
                <a:lnTo>
                  <a:pt x="756127" y="117229"/>
                </a:lnTo>
                <a:lnTo>
                  <a:pt x="756127" y="118117"/>
                </a:lnTo>
                <a:lnTo>
                  <a:pt x="737636" y="118117"/>
                </a:lnTo>
                <a:close/>
                <a:moveTo>
                  <a:pt x="490" y="99467"/>
                </a:moveTo>
                <a:lnTo>
                  <a:pt x="726141" y="99467"/>
                </a:lnTo>
                <a:lnTo>
                  <a:pt x="726141" y="118117"/>
                </a:lnTo>
                <a:lnTo>
                  <a:pt x="490" y="118117"/>
                </a:lnTo>
                <a:close/>
                <a:moveTo>
                  <a:pt x="758126" y="117229"/>
                </a:moveTo>
                <a:lnTo>
                  <a:pt x="794609" y="117229"/>
                </a:lnTo>
                <a:lnTo>
                  <a:pt x="794609" y="118117"/>
                </a:lnTo>
                <a:lnTo>
                  <a:pt x="758126" y="118117"/>
                </a:lnTo>
                <a:close/>
                <a:moveTo>
                  <a:pt x="839587" y="117229"/>
                </a:moveTo>
                <a:lnTo>
                  <a:pt x="842586" y="117229"/>
                </a:lnTo>
                <a:lnTo>
                  <a:pt x="842586" y="118117"/>
                </a:lnTo>
                <a:lnTo>
                  <a:pt x="839587" y="118117"/>
                </a:lnTo>
                <a:close/>
                <a:moveTo>
                  <a:pt x="812100" y="117229"/>
                </a:moveTo>
                <a:lnTo>
                  <a:pt x="816098" y="117229"/>
                </a:lnTo>
                <a:lnTo>
                  <a:pt x="816098" y="118117"/>
                </a:lnTo>
                <a:lnTo>
                  <a:pt x="812100" y="118117"/>
                </a:lnTo>
                <a:close/>
                <a:moveTo>
                  <a:pt x="917050" y="109236"/>
                </a:moveTo>
                <a:lnTo>
                  <a:pt x="918549" y="109236"/>
                </a:lnTo>
                <a:lnTo>
                  <a:pt x="918549" y="119005"/>
                </a:lnTo>
                <a:lnTo>
                  <a:pt x="917050" y="119005"/>
                </a:lnTo>
                <a:close/>
                <a:moveTo>
                  <a:pt x="966526" y="118117"/>
                </a:moveTo>
                <a:lnTo>
                  <a:pt x="1000000" y="118117"/>
                </a:lnTo>
                <a:lnTo>
                  <a:pt x="1000000" y="119005"/>
                </a:lnTo>
                <a:lnTo>
                  <a:pt x="966526" y="119005"/>
                </a:lnTo>
                <a:close/>
                <a:moveTo>
                  <a:pt x="925546" y="117229"/>
                </a:moveTo>
                <a:lnTo>
                  <a:pt x="937540" y="117229"/>
                </a:lnTo>
                <a:lnTo>
                  <a:pt x="937540" y="119005"/>
                </a:lnTo>
                <a:lnTo>
                  <a:pt x="925546" y="119005"/>
                </a:lnTo>
                <a:close/>
                <a:moveTo>
                  <a:pt x="839087" y="118117"/>
                </a:moveTo>
                <a:lnTo>
                  <a:pt x="845084" y="118117"/>
                </a:lnTo>
                <a:lnTo>
                  <a:pt x="845084" y="119005"/>
                </a:lnTo>
                <a:lnTo>
                  <a:pt x="839087" y="119005"/>
                </a:lnTo>
                <a:close/>
                <a:moveTo>
                  <a:pt x="796108" y="118117"/>
                </a:moveTo>
                <a:lnTo>
                  <a:pt x="816098" y="118117"/>
                </a:lnTo>
                <a:lnTo>
                  <a:pt x="816098" y="119005"/>
                </a:lnTo>
                <a:lnTo>
                  <a:pt x="796108" y="119005"/>
                </a:lnTo>
                <a:close/>
                <a:moveTo>
                  <a:pt x="796108" y="119005"/>
                </a:moveTo>
                <a:lnTo>
                  <a:pt x="817098" y="119005"/>
                </a:lnTo>
                <a:lnTo>
                  <a:pt x="817098" y="119893"/>
                </a:lnTo>
                <a:lnTo>
                  <a:pt x="796108" y="119893"/>
                </a:lnTo>
                <a:close/>
                <a:moveTo>
                  <a:pt x="490" y="118117"/>
                </a:moveTo>
                <a:lnTo>
                  <a:pt x="726641" y="118117"/>
                </a:lnTo>
                <a:lnTo>
                  <a:pt x="726641" y="119893"/>
                </a:lnTo>
                <a:lnTo>
                  <a:pt x="490" y="119893"/>
                </a:lnTo>
                <a:close/>
                <a:moveTo>
                  <a:pt x="838587" y="119005"/>
                </a:moveTo>
                <a:lnTo>
                  <a:pt x="847583" y="119005"/>
                </a:lnTo>
                <a:lnTo>
                  <a:pt x="847583" y="119893"/>
                </a:lnTo>
                <a:lnTo>
                  <a:pt x="838587" y="119893"/>
                </a:lnTo>
                <a:close/>
                <a:moveTo>
                  <a:pt x="857079" y="117229"/>
                </a:moveTo>
                <a:lnTo>
                  <a:pt x="895060" y="117229"/>
                </a:lnTo>
                <a:lnTo>
                  <a:pt x="895060" y="119893"/>
                </a:lnTo>
                <a:lnTo>
                  <a:pt x="857079" y="119893"/>
                </a:lnTo>
                <a:close/>
                <a:moveTo>
                  <a:pt x="490" y="119893"/>
                </a:moveTo>
                <a:lnTo>
                  <a:pt x="727141" y="119893"/>
                </a:lnTo>
                <a:lnTo>
                  <a:pt x="727141" y="120782"/>
                </a:lnTo>
                <a:lnTo>
                  <a:pt x="490" y="120782"/>
                </a:lnTo>
                <a:close/>
                <a:moveTo>
                  <a:pt x="796108" y="119893"/>
                </a:moveTo>
                <a:lnTo>
                  <a:pt x="819097" y="119893"/>
                </a:lnTo>
                <a:lnTo>
                  <a:pt x="819097" y="120782"/>
                </a:lnTo>
                <a:lnTo>
                  <a:pt x="796108" y="120782"/>
                </a:lnTo>
                <a:close/>
                <a:moveTo>
                  <a:pt x="837588" y="119893"/>
                </a:moveTo>
                <a:lnTo>
                  <a:pt x="849582" y="119893"/>
                </a:lnTo>
                <a:lnTo>
                  <a:pt x="849582" y="120782"/>
                </a:lnTo>
                <a:lnTo>
                  <a:pt x="837588" y="120782"/>
                </a:lnTo>
                <a:close/>
                <a:moveTo>
                  <a:pt x="737636" y="118117"/>
                </a:moveTo>
                <a:lnTo>
                  <a:pt x="794609" y="118117"/>
                </a:lnTo>
                <a:lnTo>
                  <a:pt x="794609" y="120782"/>
                </a:lnTo>
                <a:lnTo>
                  <a:pt x="737636" y="120782"/>
                </a:lnTo>
                <a:close/>
                <a:moveTo>
                  <a:pt x="856579" y="119893"/>
                </a:moveTo>
                <a:lnTo>
                  <a:pt x="895060" y="119893"/>
                </a:lnTo>
                <a:lnTo>
                  <a:pt x="895060" y="120782"/>
                </a:lnTo>
                <a:lnTo>
                  <a:pt x="856579" y="120782"/>
                </a:lnTo>
                <a:close/>
                <a:moveTo>
                  <a:pt x="917050" y="119005"/>
                </a:moveTo>
                <a:lnTo>
                  <a:pt x="919049" y="119005"/>
                </a:lnTo>
                <a:lnTo>
                  <a:pt x="919049" y="120782"/>
                </a:lnTo>
                <a:lnTo>
                  <a:pt x="917050" y="120782"/>
                </a:lnTo>
                <a:close/>
                <a:moveTo>
                  <a:pt x="944537" y="120782"/>
                </a:moveTo>
                <a:lnTo>
                  <a:pt x="946036" y="120782"/>
                </a:lnTo>
                <a:lnTo>
                  <a:pt x="946036" y="121670"/>
                </a:lnTo>
                <a:lnTo>
                  <a:pt x="944537" y="121670"/>
                </a:lnTo>
                <a:close/>
                <a:moveTo>
                  <a:pt x="856079" y="120782"/>
                </a:moveTo>
                <a:lnTo>
                  <a:pt x="895060" y="120782"/>
                </a:lnTo>
                <a:lnTo>
                  <a:pt x="895060" y="121670"/>
                </a:lnTo>
                <a:lnTo>
                  <a:pt x="856079" y="121670"/>
                </a:lnTo>
                <a:close/>
                <a:moveTo>
                  <a:pt x="916550" y="120782"/>
                </a:moveTo>
                <a:lnTo>
                  <a:pt x="919049" y="120782"/>
                </a:lnTo>
                <a:lnTo>
                  <a:pt x="919049" y="121670"/>
                </a:lnTo>
                <a:lnTo>
                  <a:pt x="916550" y="121670"/>
                </a:lnTo>
                <a:close/>
                <a:moveTo>
                  <a:pt x="796108" y="120782"/>
                </a:moveTo>
                <a:lnTo>
                  <a:pt x="851081" y="120782"/>
                </a:lnTo>
                <a:lnTo>
                  <a:pt x="851081" y="121670"/>
                </a:lnTo>
                <a:lnTo>
                  <a:pt x="796108" y="121670"/>
                </a:lnTo>
                <a:close/>
                <a:moveTo>
                  <a:pt x="926046" y="119005"/>
                </a:moveTo>
                <a:lnTo>
                  <a:pt x="937540" y="119005"/>
                </a:lnTo>
                <a:lnTo>
                  <a:pt x="937540" y="121670"/>
                </a:lnTo>
                <a:lnTo>
                  <a:pt x="926046" y="121670"/>
                </a:lnTo>
                <a:close/>
                <a:moveTo>
                  <a:pt x="965527" y="119005"/>
                </a:moveTo>
                <a:lnTo>
                  <a:pt x="1000000" y="119005"/>
                </a:lnTo>
                <a:lnTo>
                  <a:pt x="1000000" y="121670"/>
                </a:lnTo>
                <a:lnTo>
                  <a:pt x="965527" y="121670"/>
                </a:lnTo>
                <a:close/>
                <a:moveTo>
                  <a:pt x="490" y="120782"/>
                </a:moveTo>
                <a:lnTo>
                  <a:pt x="727641" y="120782"/>
                </a:lnTo>
                <a:lnTo>
                  <a:pt x="727641" y="121670"/>
                </a:lnTo>
                <a:lnTo>
                  <a:pt x="490" y="121670"/>
                </a:lnTo>
                <a:close/>
                <a:moveTo>
                  <a:pt x="490" y="121670"/>
                </a:moveTo>
                <a:lnTo>
                  <a:pt x="728640" y="121670"/>
                </a:lnTo>
                <a:lnTo>
                  <a:pt x="728640" y="122558"/>
                </a:lnTo>
                <a:lnTo>
                  <a:pt x="490" y="122558"/>
                </a:lnTo>
                <a:close/>
                <a:moveTo>
                  <a:pt x="734138" y="120782"/>
                </a:moveTo>
                <a:lnTo>
                  <a:pt x="794609" y="120782"/>
                </a:lnTo>
                <a:lnTo>
                  <a:pt x="794609" y="122558"/>
                </a:lnTo>
                <a:lnTo>
                  <a:pt x="734138" y="122558"/>
                </a:lnTo>
                <a:close/>
                <a:moveTo>
                  <a:pt x="902557" y="121670"/>
                </a:moveTo>
                <a:lnTo>
                  <a:pt x="919049" y="121670"/>
                </a:lnTo>
                <a:lnTo>
                  <a:pt x="919049" y="123446"/>
                </a:lnTo>
                <a:lnTo>
                  <a:pt x="902557" y="123446"/>
                </a:lnTo>
                <a:close/>
                <a:moveTo>
                  <a:pt x="490" y="122558"/>
                </a:moveTo>
                <a:lnTo>
                  <a:pt x="729640" y="122558"/>
                </a:lnTo>
                <a:lnTo>
                  <a:pt x="729640" y="123446"/>
                </a:lnTo>
                <a:lnTo>
                  <a:pt x="490" y="123446"/>
                </a:lnTo>
                <a:close/>
                <a:moveTo>
                  <a:pt x="944537" y="121670"/>
                </a:moveTo>
                <a:lnTo>
                  <a:pt x="947035" y="121670"/>
                </a:lnTo>
                <a:lnTo>
                  <a:pt x="947035" y="123446"/>
                </a:lnTo>
                <a:lnTo>
                  <a:pt x="944537" y="123446"/>
                </a:lnTo>
                <a:close/>
                <a:moveTo>
                  <a:pt x="954032" y="121670"/>
                </a:moveTo>
                <a:lnTo>
                  <a:pt x="958030" y="121670"/>
                </a:lnTo>
                <a:lnTo>
                  <a:pt x="958030" y="123446"/>
                </a:lnTo>
                <a:lnTo>
                  <a:pt x="954032" y="123446"/>
                </a:lnTo>
                <a:close/>
                <a:moveTo>
                  <a:pt x="733638" y="122558"/>
                </a:moveTo>
                <a:lnTo>
                  <a:pt x="794609" y="122558"/>
                </a:lnTo>
                <a:lnTo>
                  <a:pt x="794609" y="123446"/>
                </a:lnTo>
                <a:lnTo>
                  <a:pt x="733638" y="123446"/>
                </a:lnTo>
                <a:close/>
                <a:moveTo>
                  <a:pt x="926545" y="121670"/>
                </a:moveTo>
                <a:lnTo>
                  <a:pt x="937040" y="121670"/>
                </a:lnTo>
                <a:lnTo>
                  <a:pt x="937040" y="123446"/>
                </a:lnTo>
                <a:lnTo>
                  <a:pt x="926545" y="123446"/>
                </a:lnTo>
                <a:close/>
                <a:moveTo>
                  <a:pt x="966026" y="121670"/>
                </a:moveTo>
                <a:lnTo>
                  <a:pt x="1000000" y="121670"/>
                </a:lnTo>
                <a:lnTo>
                  <a:pt x="1000000" y="123446"/>
                </a:lnTo>
                <a:lnTo>
                  <a:pt x="966026" y="123446"/>
                </a:lnTo>
                <a:close/>
                <a:moveTo>
                  <a:pt x="954032" y="123446"/>
                </a:moveTo>
                <a:lnTo>
                  <a:pt x="958530" y="123446"/>
                </a:lnTo>
                <a:lnTo>
                  <a:pt x="958530" y="124334"/>
                </a:lnTo>
                <a:lnTo>
                  <a:pt x="954032" y="124334"/>
                </a:lnTo>
                <a:close/>
                <a:moveTo>
                  <a:pt x="927045" y="123446"/>
                </a:moveTo>
                <a:lnTo>
                  <a:pt x="936540" y="123446"/>
                </a:lnTo>
                <a:lnTo>
                  <a:pt x="936540" y="124334"/>
                </a:lnTo>
                <a:lnTo>
                  <a:pt x="927045" y="124334"/>
                </a:lnTo>
                <a:close/>
                <a:moveTo>
                  <a:pt x="966526" y="123446"/>
                </a:moveTo>
                <a:lnTo>
                  <a:pt x="1000000" y="123446"/>
                </a:lnTo>
                <a:lnTo>
                  <a:pt x="1000000" y="125222"/>
                </a:lnTo>
                <a:lnTo>
                  <a:pt x="966526" y="125222"/>
                </a:lnTo>
                <a:close/>
                <a:moveTo>
                  <a:pt x="927545" y="124334"/>
                </a:moveTo>
                <a:lnTo>
                  <a:pt x="936041" y="124334"/>
                </a:lnTo>
                <a:lnTo>
                  <a:pt x="936041" y="125222"/>
                </a:lnTo>
                <a:lnTo>
                  <a:pt x="927545" y="125222"/>
                </a:lnTo>
                <a:close/>
                <a:moveTo>
                  <a:pt x="902557" y="123446"/>
                </a:moveTo>
                <a:lnTo>
                  <a:pt x="919549" y="123446"/>
                </a:lnTo>
                <a:lnTo>
                  <a:pt x="919549" y="126110"/>
                </a:lnTo>
                <a:lnTo>
                  <a:pt x="902557" y="126110"/>
                </a:lnTo>
                <a:close/>
                <a:moveTo>
                  <a:pt x="928045" y="125222"/>
                </a:moveTo>
                <a:lnTo>
                  <a:pt x="935541" y="125222"/>
                </a:lnTo>
                <a:lnTo>
                  <a:pt x="935541" y="126110"/>
                </a:lnTo>
                <a:lnTo>
                  <a:pt x="928045" y="126110"/>
                </a:lnTo>
                <a:close/>
                <a:moveTo>
                  <a:pt x="954032" y="124334"/>
                </a:moveTo>
                <a:lnTo>
                  <a:pt x="959030" y="124334"/>
                </a:lnTo>
                <a:lnTo>
                  <a:pt x="959030" y="126110"/>
                </a:lnTo>
                <a:lnTo>
                  <a:pt x="954032" y="126110"/>
                </a:lnTo>
                <a:close/>
                <a:moveTo>
                  <a:pt x="944037" y="123446"/>
                </a:moveTo>
                <a:lnTo>
                  <a:pt x="947035" y="123446"/>
                </a:lnTo>
                <a:lnTo>
                  <a:pt x="947035" y="126110"/>
                </a:lnTo>
                <a:lnTo>
                  <a:pt x="944037" y="126110"/>
                </a:lnTo>
                <a:close/>
                <a:moveTo>
                  <a:pt x="967026" y="125222"/>
                </a:moveTo>
                <a:lnTo>
                  <a:pt x="1000000" y="125222"/>
                </a:lnTo>
                <a:lnTo>
                  <a:pt x="1000000" y="126998"/>
                </a:lnTo>
                <a:lnTo>
                  <a:pt x="967026" y="126998"/>
                </a:lnTo>
                <a:close/>
                <a:moveTo>
                  <a:pt x="928544" y="126110"/>
                </a:moveTo>
                <a:lnTo>
                  <a:pt x="934541" y="126110"/>
                </a:lnTo>
                <a:lnTo>
                  <a:pt x="934541" y="126998"/>
                </a:lnTo>
                <a:lnTo>
                  <a:pt x="928544" y="126998"/>
                </a:lnTo>
                <a:close/>
                <a:moveTo>
                  <a:pt x="943537" y="126110"/>
                </a:moveTo>
                <a:lnTo>
                  <a:pt x="947035" y="126110"/>
                </a:lnTo>
                <a:lnTo>
                  <a:pt x="947035" y="127886"/>
                </a:lnTo>
                <a:lnTo>
                  <a:pt x="943537" y="127886"/>
                </a:lnTo>
                <a:close/>
                <a:moveTo>
                  <a:pt x="902557" y="126110"/>
                </a:moveTo>
                <a:lnTo>
                  <a:pt x="920048" y="126110"/>
                </a:lnTo>
                <a:lnTo>
                  <a:pt x="920048" y="127886"/>
                </a:lnTo>
                <a:lnTo>
                  <a:pt x="902557" y="127886"/>
                </a:lnTo>
                <a:close/>
                <a:moveTo>
                  <a:pt x="954032" y="126110"/>
                </a:moveTo>
                <a:lnTo>
                  <a:pt x="959529" y="126110"/>
                </a:lnTo>
                <a:lnTo>
                  <a:pt x="959529" y="127886"/>
                </a:lnTo>
                <a:lnTo>
                  <a:pt x="954032" y="127886"/>
                </a:lnTo>
                <a:close/>
                <a:moveTo>
                  <a:pt x="930044" y="126998"/>
                </a:moveTo>
                <a:lnTo>
                  <a:pt x="933542" y="126998"/>
                </a:lnTo>
                <a:lnTo>
                  <a:pt x="933542" y="127886"/>
                </a:lnTo>
                <a:lnTo>
                  <a:pt x="930044" y="127886"/>
                </a:lnTo>
                <a:close/>
                <a:moveTo>
                  <a:pt x="967526" y="126998"/>
                </a:moveTo>
                <a:lnTo>
                  <a:pt x="1000000" y="126998"/>
                </a:lnTo>
                <a:lnTo>
                  <a:pt x="1000000" y="128774"/>
                </a:lnTo>
                <a:lnTo>
                  <a:pt x="967526" y="128774"/>
                </a:lnTo>
                <a:close/>
                <a:moveTo>
                  <a:pt x="943037" y="127886"/>
                </a:moveTo>
                <a:lnTo>
                  <a:pt x="947035" y="127886"/>
                </a:lnTo>
                <a:lnTo>
                  <a:pt x="947035" y="128774"/>
                </a:lnTo>
                <a:lnTo>
                  <a:pt x="943037" y="128774"/>
                </a:lnTo>
                <a:close/>
                <a:moveTo>
                  <a:pt x="968025" y="128774"/>
                </a:moveTo>
                <a:lnTo>
                  <a:pt x="1000000" y="128774"/>
                </a:lnTo>
                <a:lnTo>
                  <a:pt x="1000000" y="129663"/>
                </a:lnTo>
                <a:lnTo>
                  <a:pt x="968025" y="129663"/>
                </a:lnTo>
                <a:close/>
                <a:moveTo>
                  <a:pt x="954032" y="127886"/>
                </a:moveTo>
                <a:lnTo>
                  <a:pt x="960029" y="127886"/>
                </a:lnTo>
                <a:lnTo>
                  <a:pt x="960029" y="129663"/>
                </a:lnTo>
                <a:lnTo>
                  <a:pt x="954032" y="129663"/>
                </a:lnTo>
                <a:close/>
                <a:moveTo>
                  <a:pt x="902557" y="127886"/>
                </a:moveTo>
                <a:lnTo>
                  <a:pt x="920548" y="127886"/>
                </a:lnTo>
                <a:lnTo>
                  <a:pt x="920548" y="129663"/>
                </a:lnTo>
                <a:lnTo>
                  <a:pt x="902557" y="129663"/>
                </a:lnTo>
                <a:close/>
                <a:moveTo>
                  <a:pt x="942538" y="128774"/>
                </a:moveTo>
                <a:lnTo>
                  <a:pt x="947035" y="128774"/>
                </a:lnTo>
                <a:lnTo>
                  <a:pt x="947035" y="130551"/>
                </a:lnTo>
                <a:lnTo>
                  <a:pt x="942538" y="130551"/>
                </a:lnTo>
                <a:close/>
                <a:moveTo>
                  <a:pt x="902557" y="129663"/>
                </a:moveTo>
                <a:lnTo>
                  <a:pt x="921048" y="129663"/>
                </a:lnTo>
                <a:lnTo>
                  <a:pt x="921048" y="130551"/>
                </a:lnTo>
                <a:lnTo>
                  <a:pt x="902557" y="130551"/>
                </a:lnTo>
                <a:close/>
                <a:moveTo>
                  <a:pt x="942038" y="130551"/>
                </a:moveTo>
                <a:lnTo>
                  <a:pt x="947035" y="130551"/>
                </a:lnTo>
                <a:lnTo>
                  <a:pt x="947035" y="131439"/>
                </a:lnTo>
                <a:lnTo>
                  <a:pt x="942038" y="131439"/>
                </a:lnTo>
                <a:close/>
                <a:moveTo>
                  <a:pt x="968525" y="129663"/>
                </a:moveTo>
                <a:lnTo>
                  <a:pt x="1000000" y="129663"/>
                </a:lnTo>
                <a:lnTo>
                  <a:pt x="1000000" y="131439"/>
                </a:lnTo>
                <a:lnTo>
                  <a:pt x="968525" y="131439"/>
                </a:lnTo>
                <a:close/>
                <a:moveTo>
                  <a:pt x="954032" y="129663"/>
                </a:moveTo>
                <a:lnTo>
                  <a:pt x="960529" y="129663"/>
                </a:lnTo>
                <a:lnTo>
                  <a:pt x="960529" y="131439"/>
                </a:lnTo>
                <a:lnTo>
                  <a:pt x="954032" y="131439"/>
                </a:lnTo>
                <a:close/>
                <a:moveTo>
                  <a:pt x="902557" y="130551"/>
                </a:moveTo>
                <a:lnTo>
                  <a:pt x="921548" y="130551"/>
                </a:lnTo>
                <a:lnTo>
                  <a:pt x="921548" y="132327"/>
                </a:lnTo>
                <a:lnTo>
                  <a:pt x="902557" y="132327"/>
                </a:lnTo>
                <a:close/>
                <a:moveTo>
                  <a:pt x="969025" y="131439"/>
                </a:moveTo>
                <a:lnTo>
                  <a:pt x="1000000" y="131439"/>
                </a:lnTo>
                <a:lnTo>
                  <a:pt x="1000000" y="133215"/>
                </a:lnTo>
                <a:lnTo>
                  <a:pt x="969025" y="133215"/>
                </a:lnTo>
                <a:close/>
                <a:moveTo>
                  <a:pt x="954032" y="131439"/>
                </a:moveTo>
                <a:lnTo>
                  <a:pt x="961029" y="131439"/>
                </a:lnTo>
                <a:lnTo>
                  <a:pt x="961029" y="133215"/>
                </a:lnTo>
                <a:lnTo>
                  <a:pt x="954032" y="133215"/>
                </a:lnTo>
                <a:close/>
                <a:moveTo>
                  <a:pt x="796108" y="121670"/>
                </a:moveTo>
                <a:lnTo>
                  <a:pt x="895060" y="121670"/>
                </a:lnTo>
                <a:lnTo>
                  <a:pt x="895060" y="133215"/>
                </a:lnTo>
                <a:lnTo>
                  <a:pt x="796108" y="133215"/>
                </a:lnTo>
                <a:close/>
                <a:moveTo>
                  <a:pt x="941538" y="131439"/>
                </a:moveTo>
                <a:lnTo>
                  <a:pt x="947035" y="131439"/>
                </a:lnTo>
                <a:lnTo>
                  <a:pt x="947035" y="133215"/>
                </a:lnTo>
                <a:lnTo>
                  <a:pt x="941538" y="133215"/>
                </a:lnTo>
                <a:close/>
                <a:moveTo>
                  <a:pt x="902557" y="132327"/>
                </a:moveTo>
                <a:lnTo>
                  <a:pt x="922047" y="132327"/>
                </a:lnTo>
                <a:lnTo>
                  <a:pt x="922047" y="133215"/>
                </a:lnTo>
                <a:lnTo>
                  <a:pt x="902557" y="133215"/>
                </a:lnTo>
                <a:close/>
                <a:moveTo>
                  <a:pt x="902557" y="133215"/>
                </a:moveTo>
                <a:lnTo>
                  <a:pt x="922547" y="133215"/>
                </a:lnTo>
                <a:lnTo>
                  <a:pt x="922547" y="134103"/>
                </a:lnTo>
                <a:lnTo>
                  <a:pt x="902557" y="134103"/>
                </a:lnTo>
                <a:close/>
                <a:moveTo>
                  <a:pt x="490" y="123446"/>
                </a:moveTo>
                <a:lnTo>
                  <a:pt x="794609" y="123446"/>
                </a:lnTo>
                <a:lnTo>
                  <a:pt x="794609" y="134103"/>
                </a:lnTo>
                <a:lnTo>
                  <a:pt x="490" y="134103"/>
                </a:lnTo>
                <a:close/>
                <a:moveTo>
                  <a:pt x="941038" y="133215"/>
                </a:moveTo>
                <a:lnTo>
                  <a:pt x="947035" y="133215"/>
                </a:lnTo>
                <a:lnTo>
                  <a:pt x="947035" y="134103"/>
                </a:lnTo>
                <a:lnTo>
                  <a:pt x="941038" y="134103"/>
                </a:lnTo>
                <a:close/>
                <a:moveTo>
                  <a:pt x="823095" y="133215"/>
                </a:moveTo>
                <a:lnTo>
                  <a:pt x="867074" y="133215"/>
                </a:lnTo>
                <a:lnTo>
                  <a:pt x="867074" y="134103"/>
                </a:lnTo>
                <a:lnTo>
                  <a:pt x="823095" y="134103"/>
                </a:lnTo>
                <a:close/>
                <a:moveTo>
                  <a:pt x="867574" y="133215"/>
                </a:moveTo>
                <a:lnTo>
                  <a:pt x="895060" y="133215"/>
                </a:lnTo>
                <a:lnTo>
                  <a:pt x="895060" y="134103"/>
                </a:lnTo>
                <a:lnTo>
                  <a:pt x="867574" y="134103"/>
                </a:lnTo>
                <a:close/>
                <a:moveTo>
                  <a:pt x="868073" y="134103"/>
                </a:moveTo>
                <a:lnTo>
                  <a:pt x="895060" y="134103"/>
                </a:lnTo>
                <a:lnTo>
                  <a:pt x="895060" y="134991"/>
                </a:lnTo>
                <a:lnTo>
                  <a:pt x="868073" y="134991"/>
                </a:lnTo>
                <a:close/>
                <a:moveTo>
                  <a:pt x="954032" y="133215"/>
                </a:moveTo>
                <a:lnTo>
                  <a:pt x="961528" y="133215"/>
                </a:lnTo>
                <a:lnTo>
                  <a:pt x="961528" y="134991"/>
                </a:lnTo>
                <a:lnTo>
                  <a:pt x="954032" y="134991"/>
                </a:lnTo>
                <a:close/>
                <a:moveTo>
                  <a:pt x="490" y="134103"/>
                </a:moveTo>
                <a:lnTo>
                  <a:pt x="736137" y="134103"/>
                </a:lnTo>
                <a:lnTo>
                  <a:pt x="736137" y="134991"/>
                </a:lnTo>
                <a:lnTo>
                  <a:pt x="490" y="134991"/>
                </a:lnTo>
                <a:close/>
                <a:moveTo>
                  <a:pt x="969525" y="133215"/>
                </a:moveTo>
                <a:lnTo>
                  <a:pt x="1000000" y="133215"/>
                </a:lnTo>
                <a:lnTo>
                  <a:pt x="1000000" y="134991"/>
                </a:lnTo>
                <a:lnTo>
                  <a:pt x="969525" y="134991"/>
                </a:lnTo>
                <a:close/>
                <a:moveTo>
                  <a:pt x="762624" y="134103"/>
                </a:moveTo>
                <a:lnTo>
                  <a:pt x="794609" y="134103"/>
                </a:lnTo>
                <a:lnTo>
                  <a:pt x="794609" y="134991"/>
                </a:lnTo>
                <a:lnTo>
                  <a:pt x="762624" y="134991"/>
                </a:lnTo>
                <a:close/>
                <a:moveTo>
                  <a:pt x="940039" y="134103"/>
                </a:moveTo>
                <a:lnTo>
                  <a:pt x="947035" y="134103"/>
                </a:lnTo>
                <a:lnTo>
                  <a:pt x="947035" y="134991"/>
                </a:lnTo>
                <a:lnTo>
                  <a:pt x="940039" y="134991"/>
                </a:lnTo>
                <a:close/>
                <a:moveTo>
                  <a:pt x="902557" y="134103"/>
                </a:moveTo>
                <a:lnTo>
                  <a:pt x="923047" y="134103"/>
                </a:lnTo>
                <a:lnTo>
                  <a:pt x="923047" y="134991"/>
                </a:lnTo>
                <a:lnTo>
                  <a:pt x="902557" y="134991"/>
                </a:lnTo>
                <a:close/>
                <a:moveTo>
                  <a:pt x="751129" y="134103"/>
                </a:moveTo>
                <a:lnTo>
                  <a:pt x="761624" y="134103"/>
                </a:lnTo>
                <a:lnTo>
                  <a:pt x="761624" y="134991"/>
                </a:lnTo>
                <a:lnTo>
                  <a:pt x="751129" y="134991"/>
                </a:lnTo>
                <a:close/>
                <a:moveTo>
                  <a:pt x="823095" y="134103"/>
                </a:moveTo>
                <a:lnTo>
                  <a:pt x="866574" y="134103"/>
                </a:lnTo>
                <a:lnTo>
                  <a:pt x="866574" y="134991"/>
                </a:lnTo>
                <a:lnTo>
                  <a:pt x="823095" y="134991"/>
                </a:lnTo>
                <a:close/>
                <a:moveTo>
                  <a:pt x="738136" y="134103"/>
                </a:moveTo>
                <a:lnTo>
                  <a:pt x="750130" y="134103"/>
                </a:lnTo>
                <a:lnTo>
                  <a:pt x="750130" y="134991"/>
                </a:lnTo>
                <a:lnTo>
                  <a:pt x="738136" y="134991"/>
                </a:lnTo>
                <a:close/>
                <a:moveTo>
                  <a:pt x="753628" y="134991"/>
                </a:moveTo>
                <a:lnTo>
                  <a:pt x="761125" y="134991"/>
                </a:lnTo>
                <a:lnTo>
                  <a:pt x="761125" y="135879"/>
                </a:lnTo>
                <a:lnTo>
                  <a:pt x="753628" y="135879"/>
                </a:lnTo>
                <a:close/>
                <a:moveTo>
                  <a:pt x="868573" y="134991"/>
                </a:moveTo>
                <a:lnTo>
                  <a:pt x="895060" y="134991"/>
                </a:lnTo>
                <a:lnTo>
                  <a:pt x="895060" y="135879"/>
                </a:lnTo>
                <a:lnTo>
                  <a:pt x="868573" y="135879"/>
                </a:lnTo>
                <a:close/>
                <a:moveTo>
                  <a:pt x="954032" y="134991"/>
                </a:moveTo>
                <a:lnTo>
                  <a:pt x="962028" y="134991"/>
                </a:lnTo>
                <a:lnTo>
                  <a:pt x="962028" y="135879"/>
                </a:lnTo>
                <a:lnTo>
                  <a:pt x="954032" y="135879"/>
                </a:lnTo>
                <a:close/>
                <a:moveTo>
                  <a:pt x="823095" y="134991"/>
                </a:moveTo>
                <a:lnTo>
                  <a:pt x="858078" y="134991"/>
                </a:lnTo>
                <a:lnTo>
                  <a:pt x="858078" y="135879"/>
                </a:lnTo>
                <a:lnTo>
                  <a:pt x="823095" y="135879"/>
                </a:lnTo>
                <a:close/>
                <a:moveTo>
                  <a:pt x="727641" y="134991"/>
                </a:moveTo>
                <a:lnTo>
                  <a:pt x="735637" y="134991"/>
                </a:lnTo>
                <a:lnTo>
                  <a:pt x="735637" y="135879"/>
                </a:lnTo>
                <a:lnTo>
                  <a:pt x="727641" y="135879"/>
                </a:lnTo>
                <a:close/>
                <a:moveTo>
                  <a:pt x="738136" y="134991"/>
                </a:moveTo>
                <a:lnTo>
                  <a:pt x="745132" y="134991"/>
                </a:lnTo>
                <a:lnTo>
                  <a:pt x="745132" y="135879"/>
                </a:lnTo>
                <a:lnTo>
                  <a:pt x="738136" y="135879"/>
                </a:lnTo>
                <a:close/>
                <a:moveTo>
                  <a:pt x="902557" y="134991"/>
                </a:moveTo>
                <a:lnTo>
                  <a:pt x="924046" y="134991"/>
                </a:lnTo>
                <a:lnTo>
                  <a:pt x="924046" y="135879"/>
                </a:lnTo>
                <a:lnTo>
                  <a:pt x="902557" y="135879"/>
                </a:lnTo>
                <a:close/>
                <a:moveTo>
                  <a:pt x="490" y="134991"/>
                </a:moveTo>
                <a:lnTo>
                  <a:pt x="726641" y="134991"/>
                </a:lnTo>
                <a:lnTo>
                  <a:pt x="726641" y="135879"/>
                </a:lnTo>
                <a:lnTo>
                  <a:pt x="490" y="135879"/>
                </a:lnTo>
                <a:close/>
                <a:moveTo>
                  <a:pt x="939539" y="134991"/>
                </a:moveTo>
                <a:lnTo>
                  <a:pt x="947035" y="134991"/>
                </a:lnTo>
                <a:lnTo>
                  <a:pt x="947035" y="135879"/>
                </a:lnTo>
                <a:lnTo>
                  <a:pt x="939539" y="135879"/>
                </a:lnTo>
                <a:close/>
                <a:moveTo>
                  <a:pt x="763124" y="134991"/>
                </a:moveTo>
                <a:lnTo>
                  <a:pt x="776617" y="134991"/>
                </a:lnTo>
                <a:lnTo>
                  <a:pt x="776617" y="135879"/>
                </a:lnTo>
                <a:lnTo>
                  <a:pt x="763124" y="135879"/>
                </a:lnTo>
                <a:close/>
                <a:moveTo>
                  <a:pt x="745632" y="134991"/>
                </a:moveTo>
                <a:lnTo>
                  <a:pt x="747631" y="134991"/>
                </a:lnTo>
                <a:lnTo>
                  <a:pt x="747631" y="135879"/>
                </a:lnTo>
                <a:lnTo>
                  <a:pt x="745632" y="135879"/>
                </a:lnTo>
                <a:close/>
                <a:moveTo>
                  <a:pt x="860077" y="134991"/>
                </a:moveTo>
                <a:lnTo>
                  <a:pt x="865575" y="134991"/>
                </a:lnTo>
                <a:lnTo>
                  <a:pt x="865575" y="135879"/>
                </a:lnTo>
                <a:lnTo>
                  <a:pt x="860077" y="135879"/>
                </a:lnTo>
                <a:close/>
                <a:moveTo>
                  <a:pt x="868073" y="135879"/>
                </a:moveTo>
                <a:lnTo>
                  <a:pt x="895060" y="135879"/>
                </a:lnTo>
                <a:lnTo>
                  <a:pt x="895060" y="136767"/>
                </a:lnTo>
                <a:lnTo>
                  <a:pt x="868073" y="136767"/>
                </a:lnTo>
                <a:close/>
                <a:moveTo>
                  <a:pt x="727641" y="135879"/>
                </a:moveTo>
                <a:lnTo>
                  <a:pt x="735137" y="135879"/>
                </a:lnTo>
                <a:lnTo>
                  <a:pt x="735137" y="136767"/>
                </a:lnTo>
                <a:lnTo>
                  <a:pt x="727641" y="136767"/>
                </a:lnTo>
                <a:close/>
                <a:moveTo>
                  <a:pt x="746132" y="135879"/>
                </a:moveTo>
                <a:lnTo>
                  <a:pt x="746632" y="135879"/>
                </a:lnTo>
                <a:lnTo>
                  <a:pt x="746632" y="136767"/>
                </a:lnTo>
                <a:lnTo>
                  <a:pt x="746132" y="136767"/>
                </a:lnTo>
                <a:close/>
                <a:moveTo>
                  <a:pt x="754128" y="135879"/>
                </a:moveTo>
                <a:lnTo>
                  <a:pt x="757626" y="135879"/>
                </a:lnTo>
                <a:lnTo>
                  <a:pt x="757626" y="136767"/>
                </a:lnTo>
                <a:lnTo>
                  <a:pt x="754128" y="136767"/>
                </a:lnTo>
                <a:close/>
                <a:moveTo>
                  <a:pt x="823095" y="135879"/>
                </a:moveTo>
                <a:lnTo>
                  <a:pt x="857079" y="135879"/>
                </a:lnTo>
                <a:lnTo>
                  <a:pt x="857079" y="136767"/>
                </a:lnTo>
                <a:lnTo>
                  <a:pt x="823095" y="136767"/>
                </a:lnTo>
                <a:close/>
                <a:moveTo>
                  <a:pt x="766622" y="135879"/>
                </a:moveTo>
                <a:lnTo>
                  <a:pt x="771620" y="135879"/>
                </a:lnTo>
                <a:lnTo>
                  <a:pt x="771620" y="136767"/>
                </a:lnTo>
                <a:lnTo>
                  <a:pt x="766622" y="136767"/>
                </a:lnTo>
                <a:close/>
                <a:moveTo>
                  <a:pt x="902557" y="135879"/>
                </a:moveTo>
                <a:lnTo>
                  <a:pt x="924546" y="135879"/>
                </a:lnTo>
                <a:lnTo>
                  <a:pt x="924546" y="136767"/>
                </a:lnTo>
                <a:lnTo>
                  <a:pt x="902557" y="136767"/>
                </a:lnTo>
                <a:close/>
                <a:moveTo>
                  <a:pt x="772119" y="135879"/>
                </a:moveTo>
                <a:lnTo>
                  <a:pt x="776117" y="135879"/>
                </a:lnTo>
                <a:lnTo>
                  <a:pt x="776117" y="136767"/>
                </a:lnTo>
                <a:lnTo>
                  <a:pt x="772119" y="136767"/>
                </a:lnTo>
                <a:close/>
                <a:moveTo>
                  <a:pt x="939039" y="135879"/>
                </a:moveTo>
                <a:lnTo>
                  <a:pt x="947035" y="135879"/>
                </a:lnTo>
                <a:lnTo>
                  <a:pt x="947035" y="136767"/>
                </a:lnTo>
                <a:lnTo>
                  <a:pt x="939039" y="136767"/>
                </a:lnTo>
                <a:close/>
                <a:moveTo>
                  <a:pt x="970024" y="134991"/>
                </a:moveTo>
                <a:lnTo>
                  <a:pt x="1000000" y="134991"/>
                </a:lnTo>
                <a:lnTo>
                  <a:pt x="1000000" y="136767"/>
                </a:lnTo>
                <a:lnTo>
                  <a:pt x="970024" y="136767"/>
                </a:lnTo>
                <a:close/>
                <a:moveTo>
                  <a:pt x="739635" y="135879"/>
                </a:moveTo>
                <a:lnTo>
                  <a:pt x="744633" y="135879"/>
                </a:lnTo>
                <a:lnTo>
                  <a:pt x="744633" y="136767"/>
                </a:lnTo>
                <a:lnTo>
                  <a:pt x="739635" y="136767"/>
                </a:lnTo>
                <a:close/>
                <a:moveTo>
                  <a:pt x="758126" y="135879"/>
                </a:moveTo>
                <a:lnTo>
                  <a:pt x="759126" y="135879"/>
                </a:lnTo>
                <a:lnTo>
                  <a:pt x="759126" y="136767"/>
                </a:lnTo>
                <a:lnTo>
                  <a:pt x="758126" y="136767"/>
                </a:lnTo>
                <a:close/>
                <a:moveTo>
                  <a:pt x="754628" y="136767"/>
                </a:moveTo>
                <a:lnTo>
                  <a:pt x="757127" y="136767"/>
                </a:lnTo>
                <a:lnTo>
                  <a:pt x="757127" y="137655"/>
                </a:lnTo>
                <a:lnTo>
                  <a:pt x="754628" y="137655"/>
                </a:lnTo>
                <a:close/>
                <a:moveTo>
                  <a:pt x="767122" y="136767"/>
                </a:moveTo>
                <a:lnTo>
                  <a:pt x="771120" y="136767"/>
                </a:lnTo>
                <a:lnTo>
                  <a:pt x="771120" y="137655"/>
                </a:lnTo>
                <a:lnTo>
                  <a:pt x="767122" y="137655"/>
                </a:lnTo>
                <a:close/>
                <a:moveTo>
                  <a:pt x="724142" y="135879"/>
                </a:moveTo>
                <a:lnTo>
                  <a:pt x="725642" y="135879"/>
                </a:lnTo>
                <a:lnTo>
                  <a:pt x="725642" y="137655"/>
                </a:lnTo>
                <a:lnTo>
                  <a:pt x="724142" y="137655"/>
                </a:lnTo>
                <a:close/>
                <a:moveTo>
                  <a:pt x="823095" y="136767"/>
                </a:moveTo>
                <a:lnTo>
                  <a:pt x="856579" y="136767"/>
                </a:lnTo>
                <a:lnTo>
                  <a:pt x="856579" y="137655"/>
                </a:lnTo>
                <a:lnTo>
                  <a:pt x="823095" y="137655"/>
                </a:lnTo>
                <a:close/>
                <a:moveTo>
                  <a:pt x="902557" y="136767"/>
                </a:moveTo>
                <a:lnTo>
                  <a:pt x="925546" y="136767"/>
                </a:lnTo>
                <a:lnTo>
                  <a:pt x="925546" y="137655"/>
                </a:lnTo>
                <a:lnTo>
                  <a:pt x="902557" y="137655"/>
                </a:lnTo>
                <a:close/>
                <a:moveTo>
                  <a:pt x="740634" y="136767"/>
                </a:moveTo>
                <a:lnTo>
                  <a:pt x="744633" y="136767"/>
                </a:lnTo>
                <a:lnTo>
                  <a:pt x="744633" y="137655"/>
                </a:lnTo>
                <a:lnTo>
                  <a:pt x="740634" y="137655"/>
                </a:lnTo>
                <a:close/>
                <a:moveTo>
                  <a:pt x="954032" y="135879"/>
                </a:moveTo>
                <a:lnTo>
                  <a:pt x="962528" y="135879"/>
                </a:lnTo>
                <a:lnTo>
                  <a:pt x="962528" y="137655"/>
                </a:lnTo>
                <a:lnTo>
                  <a:pt x="954032" y="137655"/>
                </a:lnTo>
                <a:close/>
                <a:moveTo>
                  <a:pt x="938040" y="136767"/>
                </a:moveTo>
                <a:lnTo>
                  <a:pt x="947035" y="136767"/>
                </a:lnTo>
                <a:lnTo>
                  <a:pt x="947035" y="137655"/>
                </a:lnTo>
                <a:lnTo>
                  <a:pt x="938040" y="137655"/>
                </a:lnTo>
                <a:close/>
                <a:moveTo>
                  <a:pt x="727641" y="136767"/>
                </a:moveTo>
                <a:lnTo>
                  <a:pt x="734637" y="136767"/>
                </a:lnTo>
                <a:lnTo>
                  <a:pt x="734637" y="137655"/>
                </a:lnTo>
                <a:lnTo>
                  <a:pt x="727641" y="137655"/>
                </a:lnTo>
                <a:close/>
                <a:moveTo>
                  <a:pt x="867574" y="136767"/>
                </a:moveTo>
                <a:lnTo>
                  <a:pt x="895060" y="136767"/>
                </a:lnTo>
                <a:lnTo>
                  <a:pt x="895060" y="137655"/>
                </a:lnTo>
                <a:lnTo>
                  <a:pt x="867574" y="137655"/>
                </a:lnTo>
                <a:close/>
                <a:moveTo>
                  <a:pt x="490" y="135879"/>
                </a:moveTo>
                <a:lnTo>
                  <a:pt x="722143" y="135879"/>
                </a:lnTo>
                <a:lnTo>
                  <a:pt x="722143" y="138544"/>
                </a:lnTo>
                <a:lnTo>
                  <a:pt x="490" y="138544"/>
                </a:lnTo>
                <a:close/>
                <a:moveTo>
                  <a:pt x="970524" y="136767"/>
                </a:moveTo>
                <a:lnTo>
                  <a:pt x="1000000" y="136767"/>
                </a:lnTo>
                <a:lnTo>
                  <a:pt x="1000000" y="138544"/>
                </a:lnTo>
                <a:lnTo>
                  <a:pt x="970524" y="138544"/>
                </a:lnTo>
                <a:close/>
                <a:moveTo>
                  <a:pt x="778117" y="134991"/>
                </a:moveTo>
                <a:lnTo>
                  <a:pt x="794609" y="134991"/>
                </a:lnTo>
                <a:lnTo>
                  <a:pt x="794609" y="138544"/>
                </a:lnTo>
                <a:lnTo>
                  <a:pt x="778117" y="138544"/>
                </a:lnTo>
                <a:close/>
                <a:moveTo>
                  <a:pt x="727641" y="137655"/>
                </a:moveTo>
                <a:lnTo>
                  <a:pt x="734138" y="137655"/>
                </a:lnTo>
                <a:lnTo>
                  <a:pt x="734138" y="138544"/>
                </a:lnTo>
                <a:lnTo>
                  <a:pt x="727641" y="138544"/>
                </a:lnTo>
                <a:close/>
                <a:moveTo>
                  <a:pt x="741134" y="137655"/>
                </a:moveTo>
                <a:lnTo>
                  <a:pt x="745132" y="137655"/>
                </a:lnTo>
                <a:lnTo>
                  <a:pt x="745132" y="138544"/>
                </a:lnTo>
                <a:lnTo>
                  <a:pt x="741134" y="138544"/>
                </a:lnTo>
                <a:close/>
                <a:moveTo>
                  <a:pt x="867074" y="137655"/>
                </a:moveTo>
                <a:lnTo>
                  <a:pt x="895060" y="137655"/>
                </a:lnTo>
                <a:lnTo>
                  <a:pt x="895060" y="138544"/>
                </a:lnTo>
                <a:lnTo>
                  <a:pt x="867074" y="138544"/>
                </a:lnTo>
                <a:close/>
                <a:moveTo>
                  <a:pt x="746132" y="137655"/>
                </a:moveTo>
                <a:lnTo>
                  <a:pt x="747131" y="137655"/>
                </a:lnTo>
                <a:lnTo>
                  <a:pt x="747131" y="138544"/>
                </a:lnTo>
                <a:lnTo>
                  <a:pt x="746132" y="138544"/>
                </a:lnTo>
                <a:close/>
                <a:moveTo>
                  <a:pt x="937040" y="137655"/>
                </a:moveTo>
                <a:lnTo>
                  <a:pt x="947035" y="137655"/>
                </a:lnTo>
                <a:lnTo>
                  <a:pt x="947035" y="138544"/>
                </a:lnTo>
                <a:lnTo>
                  <a:pt x="937040" y="138544"/>
                </a:lnTo>
                <a:close/>
                <a:moveTo>
                  <a:pt x="902557" y="137655"/>
                </a:moveTo>
                <a:lnTo>
                  <a:pt x="926545" y="137655"/>
                </a:lnTo>
                <a:lnTo>
                  <a:pt x="926545" y="138544"/>
                </a:lnTo>
                <a:lnTo>
                  <a:pt x="902557" y="138544"/>
                </a:lnTo>
                <a:close/>
                <a:moveTo>
                  <a:pt x="861077" y="135879"/>
                </a:moveTo>
                <a:lnTo>
                  <a:pt x="865075" y="135879"/>
                </a:lnTo>
                <a:lnTo>
                  <a:pt x="865075" y="138544"/>
                </a:lnTo>
                <a:lnTo>
                  <a:pt x="861077" y="138544"/>
                </a:lnTo>
                <a:close/>
                <a:moveTo>
                  <a:pt x="774118" y="136767"/>
                </a:moveTo>
                <a:lnTo>
                  <a:pt x="776117" y="136767"/>
                </a:lnTo>
                <a:lnTo>
                  <a:pt x="776117" y="138544"/>
                </a:lnTo>
                <a:lnTo>
                  <a:pt x="774118" y="138544"/>
                </a:lnTo>
                <a:close/>
                <a:moveTo>
                  <a:pt x="754128" y="137655"/>
                </a:moveTo>
                <a:lnTo>
                  <a:pt x="757127" y="137655"/>
                </a:lnTo>
                <a:lnTo>
                  <a:pt x="757127" y="138544"/>
                </a:lnTo>
                <a:lnTo>
                  <a:pt x="754128" y="138544"/>
                </a:lnTo>
                <a:close/>
                <a:moveTo>
                  <a:pt x="774118" y="138544"/>
                </a:moveTo>
                <a:lnTo>
                  <a:pt x="775618" y="138544"/>
                </a:lnTo>
                <a:lnTo>
                  <a:pt x="775618" y="139432"/>
                </a:lnTo>
                <a:lnTo>
                  <a:pt x="774118" y="139432"/>
                </a:lnTo>
                <a:close/>
                <a:moveTo>
                  <a:pt x="861077" y="138544"/>
                </a:moveTo>
                <a:lnTo>
                  <a:pt x="895060" y="138544"/>
                </a:lnTo>
                <a:lnTo>
                  <a:pt x="895060" y="139432"/>
                </a:lnTo>
                <a:lnTo>
                  <a:pt x="861077" y="139432"/>
                </a:lnTo>
                <a:close/>
                <a:moveTo>
                  <a:pt x="778616" y="138544"/>
                </a:moveTo>
                <a:lnTo>
                  <a:pt x="794609" y="138544"/>
                </a:lnTo>
                <a:lnTo>
                  <a:pt x="794609" y="139432"/>
                </a:lnTo>
                <a:lnTo>
                  <a:pt x="778616" y="139432"/>
                </a:lnTo>
                <a:close/>
                <a:moveTo>
                  <a:pt x="936041" y="138544"/>
                </a:moveTo>
                <a:lnTo>
                  <a:pt x="947035" y="138544"/>
                </a:lnTo>
                <a:lnTo>
                  <a:pt x="947035" y="139432"/>
                </a:lnTo>
                <a:lnTo>
                  <a:pt x="936041" y="139432"/>
                </a:lnTo>
                <a:close/>
                <a:moveTo>
                  <a:pt x="727141" y="138544"/>
                </a:moveTo>
                <a:lnTo>
                  <a:pt x="734138" y="138544"/>
                </a:lnTo>
                <a:lnTo>
                  <a:pt x="734138" y="139432"/>
                </a:lnTo>
                <a:lnTo>
                  <a:pt x="727141" y="139432"/>
                </a:lnTo>
                <a:close/>
                <a:moveTo>
                  <a:pt x="823095" y="137655"/>
                </a:moveTo>
                <a:lnTo>
                  <a:pt x="856079" y="137655"/>
                </a:lnTo>
                <a:lnTo>
                  <a:pt x="856079" y="139432"/>
                </a:lnTo>
                <a:lnTo>
                  <a:pt x="823095" y="139432"/>
                </a:lnTo>
                <a:close/>
                <a:moveTo>
                  <a:pt x="954032" y="137655"/>
                </a:moveTo>
                <a:lnTo>
                  <a:pt x="963028" y="137655"/>
                </a:lnTo>
                <a:lnTo>
                  <a:pt x="963028" y="139432"/>
                </a:lnTo>
                <a:lnTo>
                  <a:pt x="954032" y="139432"/>
                </a:lnTo>
                <a:close/>
                <a:moveTo>
                  <a:pt x="724142" y="137655"/>
                </a:moveTo>
                <a:lnTo>
                  <a:pt x="725142" y="137655"/>
                </a:lnTo>
                <a:lnTo>
                  <a:pt x="725142" y="139432"/>
                </a:lnTo>
                <a:lnTo>
                  <a:pt x="724142" y="139432"/>
                </a:lnTo>
                <a:close/>
                <a:moveTo>
                  <a:pt x="971024" y="138544"/>
                </a:moveTo>
                <a:lnTo>
                  <a:pt x="1000000" y="138544"/>
                </a:lnTo>
                <a:lnTo>
                  <a:pt x="1000000" y="139432"/>
                </a:lnTo>
                <a:lnTo>
                  <a:pt x="971024" y="139432"/>
                </a:lnTo>
                <a:close/>
                <a:moveTo>
                  <a:pt x="490" y="138544"/>
                </a:moveTo>
                <a:lnTo>
                  <a:pt x="721144" y="138544"/>
                </a:lnTo>
                <a:lnTo>
                  <a:pt x="721144" y="139432"/>
                </a:lnTo>
                <a:lnTo>
                  <a:pt x="490" y="139432"/>
                </a:lnTo>
                <a:close/>
                <a:moveTo>
                  <a:pt x="902557" y="138544"/>
                </a:moveTo>
                <a:lnTo>
                  <a:pt x="927545" y="138544"/>
                </a:lnTo>
                <a:lnTo>
                  <a:pt x="927545" y="139432"/>
                </a:lnTo>
                <a:lnTo>
                  <a:pt x="902557" y="139432"/>
                </a:lnTo>
                <a:close/>
                <a:moveTo>
                  <a:pt x="833590" y="139432"/>
                </a:moveTo>
                <a:lnTo>
                  <a:pt x="840587" y="139432"/>
                </a:lnTo>
                <a:lnTo>
                  <a:pt x="840587" y="140320"/>
                </a:lnTo>
                <a:lnTo>
                  <a:pt x="833590" y="140320"/>
                </a:lnTo>
                <a:close/>
                <a:moveTo>
                  <a:pt x="735637" y="139432"/>
                </a:moveTo>
                <a:lnTo>
                  <a:pt x="736137" y="139432"/>
                </a:lnTo>
                <a:lnTo>
                  <a:pt x="736137" y="140320"/>
                </a:lnTo>
                <a:lnTo>
                  <a:pt x="735637" y="140320"/>
                </a:lnTo>
                <a:close/>
                <a:moveTo>
                  <a:pt x="852581" y="139432"/>
                </a:moveTo>
                <a:lnTo>
                  <a:pt x="856079" y="139432"/>
                </a:lnTo>
                <a:lnTo>
                  <a:pt x="856079" y="140320"/>
                </a:lnTo>
                <a:lnTo>
                  <a:pt x="852581" y="140320"/>
                </a:lnTo>
                <a:close/>
                <a:moveTo>
                  <a:pt x="753628" y="138544"/>
                </a:moveTo>
                <a:lnTo>
                  <a:pt x="757127" y="138544"/>
                </a:lnTo>
                <a:lnTo>
                  <a:pt x="757127" y="140320"/>
                </a:lnTo>
                <a:lnTo>
                  <a:pt x="753628" y="140320"/>
                </a:lnTo>
                <a:close/>
                <a:moveTo>
                  <a:pt x="829592" y="139432"/>
                </a:moveTo>
                <a:lnTo>
                  <a:pt x="831591" y="139432"/>
                </a:lnTo>
                <a:lnTo>
                  <a:pt x="831591" y="140320"/>
                </a:lnTo>
                <a:lnTo>
                  <a:pt x="829592" y="140320"/>
                </a:lnTo>
                <a:close/>
                <a:moveTo>
                  <a:pt x="774618" y="139432"/>
                </a:moveTo>
                <a:lnTo>
                  <a:pt x="775618" y="139432"/>
                </a:lnTo>
                <a:lnTo>
                  <a:pt x="775618" y="140320"/>
                </a:lnTo>
                <a:lnTo>
                  <a:pt x="774618" y="140320"/>
                </a:lnTo>
                <a:close/>
                <a:moveTo>
                  <a:pt x="934042" y="139432"/>
                </a:moveTo>
                <a:lnTo>
                  <a:pt x="1000000" y="139432"/>
                </a:lnTo>
                <a:lnTo>
                  <a:pt x="1000000" y="140320"/>
                </a:lnTo>
                <a:lnTo>
                  <a:pt x="934042" y="140320"/>
                </a:lnTo>
                <a:close/>
                <a:moveTo>
                  <a:pt x="867074" y="139432"/>
                </a:moveTo>
                <a:lnTo>
                  <a:pt x="929544" y="139432"/>
                </a:lnTo>
                <a:lnTo>
                  <a:pt x="929544" y="140320"/>
                </a:lnTo>
                <a:lnTo>
                  <a:pt x="867074" y="140320"/>
                </a:lnTo>
                <a:close/>
                <a:moveTo>
                  <a:pt x="850582" y="139432"/>
                </a:moveTo>
                <a:lnTo>
                  <a:pt x="851081" y="139432"/>
                </a:lnTo>
                <a:lnTo>
                  <a:pt x="851081" y="140320"/>
                </a:lnTo>
                <a:lnTo>
                  <a:pt x="850582" y="140320"/>
                </a:lnTo>
                <a:close/>
                <a:moveTo>
                  <a:pt x="858578" y="139432"/>
                </a:moveTo>
                <a:lnTo>
                  <a:pt x="864075" y="139432"/>
                </a:lnTo>
                <a:lnTo>
                  <a:pt x="864075" y="140320"/>
                </a:lnTo>
                <a:lnTo>
                  <a:pt x="858578" y="140320"/>
                </a:lnTo>
                <a:close/>
                <a:moveTo>
                  <a:pt x="780615" y="139432"/>
                </a:moveTo>
                <a:lnTo>
                  <a:pt x="794609" y="139432"/>
                </a:lnTo>
                <a:lnTo>
                  <a:pt x="794609" y="140320"/>
                </a:lnTo>
                <a:lnTo>
                  <a:pt x="780615" y="140320"/>
                </a:lnTo>
                <a:close/>
                <a:moveTo>
                  <a:pt x="843585" y="139432"/>
                </a:moveTo>
                <a:lnTo>
                  <a:pt x="847583" y="139432"/>
                </a:lnTo>
                <a:lnTo>
                  <a:pt x="847583" y="140320"/>
                </a:lnTo>
                <a:lnTo>
                  <a:pt x="843585" y="140320"/>
                </a:lnTo>
                <a:close/>
                <a:moveTo>
                  <a:pt x="767122" y="137655"/>
                </a:moveTo>
                <a:lnTo>
                  <a:pt x="770620" y="137655"/>
                </a:lnTo>
                <a:lnTo>
                  <a:pt x="770620" y="140320"/>
                </a:lnTo>
                <a:lnTo>
                  <a:pt x="767122" y="140320"/>
                </a:lnTo>
                <a:close/>
                <a:moveTo>
                  <a:pt x="765123" y="139432"/>
                </a:moveTo>
                <a:lnTo>
                  <a:pt x="765623" y="139432"/>
                </a:lnTo>
                <a:lnTo>
                  <a:pt x="765623" y="140320"/>
                </a:lnTo>
                <a:lnTo>
                  <a:pt x="765123" y="140320"/>
                </a:lnTo>
                <a:close/>
                <a:moveTo>
                  <a:pt x="728640" y="139432"/>
                </a:moveTo>
                <a:lnTo>
                  <a:pt x="734138" y="139432"/>
                </a:lnTo>
                <a:lnTo>
                  <a:pt x="734138" y="140320"/>
                </a:lnTo>
                <a:lnTo>
                  <a:pt x="728640" y="140320"/>
                </a:lnTo>
                <a:close/>
                <a:moveTo>
                  <a:pt x="741134" y="138544"/>
                </a:moveTo>
                <a:lnTo>
                  <a:pt x="747131" y="138544"/>
                </a:lnTo>
                <a:lnTo>
                  <a:pt x="747131" y="140320"/>
                </a:lnTo>
                <a:lnTo>
                  <a:pt x="741134" y="140320"/>
                </a:lnTo>
                <a:close/>
                <a:moveTo>
                  <a:pt x="729140" y="140320"/>
                </a:moveTo>
                <a:lnTo>
                  <a:pt x="736137" y="140320"/>
                </a:lnTo>
                <a:lnTo>
                  <a:pt x="736137" y="141208"/>
                </a:lnTo>
                <a:lnTo>
                  <a:pt x="729140" y="141208"/>
                </a:lnTo>
                <a:close/>
                <a:moveTo>
                  <a:pt x="490" y="139432"/>
                </a:moveTo>
                <a:lnTo>
                  <a:pt x="720644" y="139432"/>
                </a:lnTo>
                <a:lnTo>
                  <a:pt x="720644" y="141208"/>
                </a:lnTo>
                <a:lnTo>
                  <a:pt x="490" y="141208"/>
                </a:lnTo>
                <a:close/>
                <a:moveTo>
                  <a:pt x="834090" y="140320"/>
                </a:moveTo>
                <a:lnTo>
                  <a:pt x="840087" y="140320"/>
                </a:lnTo>
                <a:lnTo>
                  <a:pt x="840087" y="141208"/>
                </a:lnTo>
                <a:lnTo>
                  <a:pt x="834090" y="141208"/>
                </a:lnTo>
                <a:close/>
                <a:moveTo>
                  <a:pt x="844085" y="140320"/>
                </a:moveTo>
                <a:lnTo>
                  <a:pt x="846584" y="140320"/>
                </a:lnTo>
                <a:lnTo>
                  <a:pt x="846584" y="141208"/>
                </a:lnTo>
                <a:lnTo>
                  <a:pt x="844085" y="141208"/>
                </a:lnTo>
                <a:close/>
                <a:moveTo>
                  <a:pt x="765123" y="140320"/>
                </a:moveTo>
                <a:lnTo>
                  <a:pt x="766122" y="140320"/>
                </a:lnTo>
                <a:lnTo>
                  <a:pt x="766122" y="141208"/>
                </a:lnTo>
                <a:lnTo>
                  <a:pt x="765123" y="141208"/>
                </a:lnTo>
                <a:close/>
                <a:moveTo>
                  <a:pt x="868073" y="140320"/>
                </a:moveTo>
                <a:lnTo>
                  <a:pt x="1000000" y="140320"/>
                </a:lnTo>
                <a:lnTo>
                  <a:pt x="1000000" y="141208"/>
                </a:lnTo>
                <a:lnTo>
                  <a:pt x="868073" y="141208"/>
                </a:lnTo>
                <a:close/>
                <a:moveTo>
                  <a:pt x="766622" y="140320"/>
                </a:moveTo>
                <a:lnTo>
                  <a:pt x="770120" y="140320"/>
                </a:lnTo>
                <a:lnTo>
                  <a:pt x="770120" y="141208"/>
                </a:lnTo>
                <a:lnTo>
                  <a:pt x="766622" y="141208"/>
                </a:lnTo>
                <a:close/>
                <a:moveTo>
                  <a:pt x="754128" y="140320"/>
                </a:moveTo>
                <a:lnTo>
                  <a:pt x="757626" y="140320"/>
                </a:lnTo>
                <a:lnTo>
                  <a:pt x="757626" y="141208"/>
                </a:lnTo>
                <a:lnTo>
                  <a:pt x="754128" y="141208"/>
                </a:lnTo>
                <a:close/>
                <a:moveTo>
                  <a:pt x="860577" y="140320"/>
                </a:moveTo>
                <a:lnTo>
                  <a:pt x="863575" y="140320"/>
                </a:lnTo>
                <a:lnTo>
                  <a:pt x="863575" y="141208"/>
                </a:lnTo>
                <a:lnTo>
                  <a:pt x="860577" y="141208"/>
                </a:lnTo>
                <a:close/>
                <a:moveTo>
                  <a:pt x="853081" y="140320"/>
                </a:moveTo>
                <a:lnTo>
                  <a:pt x="855080" y="140320"/>
                </a:lnTo>
                <a:lnTo>
                  <a:pt x="855080" y="141208"/>
                </a:lnTo>
                <a:lnTo>
                  <a:pt x="853081" y="141208"/>
                </a:lnTo>
                <a:close/>
                <a:moveTo>
                  <a:pt x="745632" y="140320"/>
                </a:moveTo>
                <a:lnTo>
                  <a:pt x="747631" y="140320"/>
                </a:lnTo>
                <a:lnTo>
                  <a:pt x="747631" y="141208"/>
                </a:lnTo>
                <a:lnTo>
                  <a:pt x="745632" y="141208"/>
                </a:lnTo>
                <a:close/>
                <a:moveTo>
                  <a:pt x="753628" y="141208"/>
                </a:moveTo>
                <a:lnTo>
                  <a:pt x="758126" y="141208"/>
                </a:lnTo>
                <a:lnTo>
                  <a:pt x="758126" y="142096"/>
                </a:lnTo>
                <a:lnTo>
                  <a:pt x="753628" y="142096"/>
                </a:lnTo>
                <a:close/>
                <a:moveTo>
                  <a:pt x="861077" y="141208"/>
                </a:moveTo>
                <a:lnTo>
                  <a:pt x="863076" y="141208"/>
                </a:lnTo>
                <a:lnTo>
                  <a:pt x="863076" y="142096"/>
                </a:lnTo>
                <a:lnTo>
                  <a:pt x="861077" y="142096"/>
                </a:lnTo>
                <a:close/>
                <a:moveTo>
                  <a:pt x="834090" y="141208"/>
                </a:moveTo>
                <a:lnTo>
                  <a:pt x="839587" y="141208"/>
                </a:lnTo>
                <a:lnTo>
                  <a:pt x="839587" y="142096"/>
                </a:lnTo>
                <a:lnTo>
                  <a:pt x="834090" y="142096"/>
                </a:lnTo>
                <a:close/>
                <a:moveTo>
                  <a:pt x="746132" y="141208"/>
                </a:moveTo>
                <a:lnTo>
                  <a:pt x="747131" y="141208"/>
                </a:lnTo>
                <a:lnTo>
                  <a:pt x="747131" y="142096"/>
                </a:lnTo>
                <a:lnTo>
                  <a:pt x="746132" y="142096"/>
                </a:lnTo>
                <a:close/>
                <a:moveTo>
                  <a:pt x="844585" y="141208"/>
                </a:moveTo>
                <a:lnTo>
                  <a:pt x="846584" y="141208"/>
                </a:lnTo>
                <a:lnTo>
                  <a:pt x="846584" y="142096"/>
                </a:lnTo>
                <a:lnTo>
                  <a:pt x="844585" y="142096"/>
                </a:lnTo>
                <a:close/>
                <a:moveTo>
                  <a:pt x="729140" y="141208"/>
                </a:moveTo>
                <a:lnTo>
                  <a:pt x="736636" y="141208"/>
                </a:lnTo>
                <a:lnTo>
                  <a:pt x="736636" y="142096"/>
                </a:lnTo>
                <a:lnTo>
                  <a:pt x="729140" y="142096"/>
                </a:lnTo>
                <a:close/>
                <a:moveTo>
                  <a:pt x="765123" y="141208"/>
                </a:moveTo>
                <a:lnTo>
                  <a:pt x="770120" y="141208"/>
                </a:lnTo>
                <a:lnTo>
                  <a:pt x="770120" y="142096"/>
                </a:lnTo>
                <a:lnTo>
                  <a:pt x="765123" y="142096"/>
                </a:lnTo>
                <a:close/>
                <a:moveTo>
                  <a:pt x="490" y="141208"/>
                </a:moveTo>
                <a:lnTo>
                  <a:pt x="721144" y="141208"/>
                </a:lnTo>
                <a:lnTo>
                  <a:pt x="721144" y="142096"/>
                </a:lnTo>
                <a:lnTo>
                  <a:pt x="490" y="142096"/>
                </a:lnTo>
                <a:close/>
                <a:moveTo>
                  <a:pt x="728640" y="142096"/>
                </a:moveTo>
                <a:lnTo>
                  <a:pt x="735137" y="142096"/>
                </a:lnTo>
                <a:lnTo>
                  <a:pt x="735137" y="142984"/>
                </a:lnTo>
                <a:lnTo>
                  <a:pt x="728640" y="142984"/>
                </a:lnTo>
                <a:close/>
                <a:moveTo>
                  <a:pt x="753129" y="142096"/>
                </a:moveTo>
                <a:lnTo>
                  <a:pt x="758126" y="142096"/>
                </a:lnTo>
                <a:lnTo>
                  <a:pt x="758126" y="142984"/>
                </a:lnTo>
                <a:lnTo>
                  <a:pt x="753129" y="142984"/>
                </a:lnTo>
                <a:close/>
                <a:moveTo>
                  <a:pt x="745632" y="142096"/>
                </a:moveTo>
                <a:lnTo>
                  <a:pt x="747131" y="142096"/>
                </a:lnTo>
                <a:lnTo>
                  <a:pt x="747131" y="142984"/>
                </a:lnTo>
                <a:lnTo>
                  <a:pt x="745632" y="142984"/>
                </a:lnTo>
                <a:close/>
                <a:moveTo>
                  <a:pt x="861077" y="142096"/>
                </a:moveTo>
                <a:lnTo>
                  <a:pt x="862576" y="142096"/>
                </a:lnTo>
                <a:lnTo>
                  <a:pt x="862576" y="142984"/>
                </a:lnTo>
                <a:lnTo>
                  <a:pt x="861077" y="142984"/>
                </a:lnTo>
                <a:close/>
                <a:moveTo>
                  <a:pt x="834090" y="142096"/>
                </a:moveTo>
                <a:lnTo>
                  <a:pt x="839087" y="142096"/>
                </a:lnTo>
                <a:lnTo>
                  <a:pt x="839087" y="142984"/>
                </a:lnTo>
                <a:lnTo>
                  <a:pt x="834090" y="142984"/>
                </a:lnTo>
                <a:close/>
                <a:moveTo>
                  <a:pt x="740634" y="140320"/>
                </a:moveTo>
                <a:lnTo>
                  <a:pt x="744133" y="140320"/>
                </a:lnTo>
                <a:lnTo>
                  <a:pt x="744133" y="142984"/>
                </a:lnTo>
                <a:lnTo>
                  <a:pt x="740634" y="142984"/>
                </a:lnTo>
                <a:close/>
                <a:moveTo>
                  <a:pt x="844585" y="142096"/>
                </a:moveTo>
                <a:lnTo>
                  <a:pt x="846084" y="142096"/>
                </a:lnTo>
                <a:lnTo>
                  <a:pt x="846084" y="142984"/>
                </a:lnTo>
                <a:lnTo>
                  <a:pt x="844585" y="142984"/>
                </a:lnTo>
                <a:close/>
                <a:moveTo>
                  <a:pt x="490" y="142096"/>
                </a:moveTo>
                <a:lnTo>
                  <a:pt x="724642" y="142096"/>
                </a:lnTo>
                <a:lnTo>
                  <a:pt x="724642" y="142984"/>
                </a:lnTo>
                <a:lnTo>
                  <a:pt x="490" y="142984"/>
                </a:lnTo>
                <a:close/>
                <a:moveTo>
                  <a:pt x="766622" y="142096"/>
                </a:moveTo>
                <a:lnTo>
                  <a:pt x="770120" y="142096"/>
                </a:lnTo>
                <a:lnTo>
                  <a:pt x="770120" y="142984"/>
                </a:lnTo>
                <a:lnTo>
                  <a:pt x="766622" y="142984"/>
                </a:lnTo>
                <a:close/>
                <a:moveTo>
                  <a:pt x="868573" y="141208"/>
                </a:moveTo>
                <a:lnTo>
                  <a:pt x="1000000" y="141208"/>
                </a:lnTo>
                <a:lnTo>
                  <a:pt x="1000000" y="142984"/>
                </a:lnTo>
                <a:lnTo>
                  <a:pt x="868573" y="142984"/>
                </a:lnTo>
                <a:close/>
                <a:moveTo>
                  <a:pt x="753628" y="142984"/>
                </a:moveTo>
                <a:lnTo>
                  <a:pt x="758126" y="142984"/>
                </a:lnTo>
                <a:lnTo>
                  <a:pt x="758126" y="143872"/>
                </a:lnTo>
                <a:lnTo>
                  <a:pt x="753628" y="143872"/>
                </a:lnTo>
                <a:close/>
                <a:moveTo>
                  <a:pt x="844085" y="142984"/>
                </a:moveTo>
                <a:lnTo>
                  <a:pt x="845584" y="142984"/>
                </a:lnTo>
                <a:lnTo>
                  <a:pt x="845584" y="143872"/>
                </a:lnTo>
                <a:lnTo>
                  <a:pt x="844085" y="143872"/>
                </a:lnTo>
                <a:close/>
                <a:moveTo>
                  <a:pt x="842086" y="142984"/>
                </a:moveTo>
                <a:lnTo>
                  <a:pt x="843585" y="142984"/>
                </a:lnTo>
                <a:lnTo>
                  <a:pt x="843585" y="143872"/>
                </a:lnTo>
                <a:lnTo>
                  <a:pt x="842086" y="143872"/>
                </a:lnTo>
                <a:close/>
                <a:moveTo>
                  <a:pt x="860577" y="142984"/>
                </a:moveTo>
                <a:lnTo>
                  <a:pt x="862576" y="142984"/>
                </a:lnTo>
                <a:lnTo>
                  <a:pt x="862576" y="143872"/>
                </a:lnTo>
                <a:lnTo>
                  <a:pt x="860577" y="143872"/>
                </a:lnTo>
                <a:close/>
                <a:moveTo>
                  <a:pt x="740135" y="142984"/>
                </a:moveTo>
                <a:lnTo>
                  <a:pt x="747131" y="142984"/>
                </a:lnTo>
                <a:lnTo>
                  <a:pt x="747131" y="143872"/>
                </a:lnTo>
                <a:lnTo>
                  <a:pt x="740135" y="143872"/>
                </a:lnTo>
                <a:close/>
                <a:moveTo>
                  <a:pt x="490" y="142984"/>
                </a:moveTo>
                <a:lnTo>
                  <a:pt x="734637" y="142984"/>
                </a:lnTo>
                <a:lnTo>
                  <a:pt x="734637" y="143872"/>
                </a:lnTo>
                <a:lnTo>
                  <a:pt x="490" y="143872"/>
                </a:lnTo>
                <a:close/>
                <a:moveTo>
                  <a:pt x="767122" y="142984"/>
                </a:moveTo>
                <a:lnTo>
                  <a:pt x="770120" y="142984"/>
                </a:lnTo>
                <a:lnTo>
                  <a:pt x="770120" y="143872"/>
                </a:lnTo>
                <a:lnTo>
                  <a:pt x="767122" y="143872"/>
                </a:lnTo>
                <a:close/>
                <a:moveTo>
                  <a:pt x="853081" y="141208"/>
                </a:moveTo>
                <a:lnTo>
                  <a:pt x="854580" y="141208"/>
                </a:lnTo>
                <a:lnTo>
                  <a:pt x="854580" y="143872"/>
                </a:lnTo>
                <a:lnTo>
                  <a:pt x="853081" y="143872"/>
                </a:lnTo>
                <a:close/>
                <a:moveTo>
                  <a:pt x="739635" y="143872"/>
                </a:moveTo>
                <a:lnTo>
                  <a:pt x="747131" y="143872"/>
                </a:lnTo>
                <a:lnTo>
                  <a:pt x="747131" y="144760"/>
                </a:lnTo>
                <a:lnTo>
                  <a:pt x="739635" y="144760"/>
                </a:lnTo>
                <a:close/>
                <a:moveTo>
                  <a:pt x="725642" y="143872"/>
                </a:moveTo>
                <a:lnTo>
                  <a:pt x="734138" y="143872"/>
                </a:lnTo>
                <a:lnTo>
                  <a:pt x="734138" y="144760"/>
                </a:lnTo>
                <a:lnTo>
                  <a:pt x="725642" y="144760"/>
                </a:lnTo>
                <a:close/>
                <a:moveTo>
                  <a:pt x="490" y="143872"/>
                </a:moveTo>
                <a:lnTo>
                  <a:pt x="722143" y="143872"/>
                </a:lnTo>
                <a:lnTo>
                  <a:pt x="722143" y="144760"/>
                </a:lnTo>
                <a:lnTo>
                  <a:pt x="490" y="144760"/>
                </a:lnTo>
                <a:close/>
                <a:moveTo>
                  <a:pt x="860077" y="143872"/>
                </a:moveTo>
                <a:lnTo>
                  <a:pt x="862076" y="143872"/>
                </a:lnTo>
                <a:lnTo>
                  <a:pt x="862076" y="144760"/>
                </a:lnTo>
                <a:lnTo>
                  <a:pt x="860077" y="144760"/>
                </a:lnTo>
                <a:close/>
                <a:moveTo>
                  <a:pt x="766622" y="143872"/>
                </a:moveTo>
                <a:lnTo>
                  <a:pt x="770620" y="143872"/>
                </a:lnTo>
                <a:lnTo>
                  <a:pt x="770620" y="144760"/>
                </a:lnTo>
                <a:lnTo>
                  <a:pt x="766622" y="144760"/>
                </a:lnTo>
                <a:close/>
                <a:moveTo>
                  <a:pt x="753628" y="143872"/>
                </a:moveTo>
                <a:lnTo>
                  <a:pt x="758626" y="143872"/>
                </a:lnTo>
                <a:lnTo>
                  <a:pt x="758626" y="144760"/>
                </a:lnTo>
                <a:lnTo>
                  <a:pt x="753628" y="144760"/>
                </a:lnTo>
                <a:close/>
                <a:moveTo>
                  <a:pt x="853081" y="143872"/>
                </a:moveTo>
                <a:lnTo>
                  <a:pt x="855080" y="143872"/>
                </a:lnTo>
                <a:lnTo>
                  <a:pt x="855080" y="144760"/>
                </a:lnTo>
                <a:lnTo>
                  <a:pt x="853081" y="144760"/>
                </a:lnTo>
                <a:close/>
                <a:moveTo>
                  <a:pt x="727641" y="144760"/>
                </a:moveTo>
                <a:lnTo>
                  <a:pt x="733638" y="144760"/>
                </a:lnTo>
                <a:lnTo>
                  <a:pt x="733638" y="145648"/>
                </a:lnTo>
                <a:lnTo>
                  <a:pt x="727641" y="145648"/>
                </a:lnTo>
                <a:close/>
                <a:moveTo>
                  <a:pt x="753628" y="144760"/>
                </a:moveTo>
                <a:lnTo>
                  <a:pt x="759126" y="144760"/>
                </a:lnTo>
                <a:lnTo>
                  <a:pt x="759126" y="145648"/>
                </a:lnTo>
                <a:lnTo>
                  <a:pt x="753628" y="145648"/>
                </a:lnTo>
                <a:close/>
                <a:moveTo>
                  <a:pt x="781115" y="140320"/>
                </a:moveTo>
                <a:lnTo>
                  <a:pt x="794609" y="140320"/>
                </a:lnTo>
                <a:lnTo>
                  <a:pt x="794609" y="145648"/>
                </a:lnTo>
                <a:lnTo>
                  <a:pt x="781115" y="145648"/>
                </a:lnTo>
                <a:close/>
                <a:moveTo>
                  <a:pt x="736137" y="144760"/>
                </a:moveTo>
                <a:lnTo>
                  <a:pt x="736636" y="144760"/>
                </a:lnTo>
                <a:lnTo>
                  <a:pt x="736636" y="145648"/>
                </a:lnTo>
                <a:lnTo>
                  <a:pt x="736137" y="145648"/>
                </a:lnTo>
                <a:close/>
                <a:moveTo>
                  <a:pt x="869073" y="142984"/>
                </a:moveTo>
                <a:lnTo>
                  <a:pt x="1000000" y="142984"/>
                </a:lnTo>
                <a:lnTo>
                  <a:pt x="1000000" y="145648"/>
                </a:lnTo>
                <a:lnTo>
                  <a:pt x="869073" y="145648"/>
                </a:lnTo>
                <a:close/>
                <a:moveTo>
                  <a:pt x="740135" y="144760"/>
                </a:moveTo>
                <a:lnTo>
                  <a:pt x="747631" y="144760"/>
                </a:lnTo>
                <a:lnTo>
                  <a:pt x="747631" y="145648"/>
                </a:lnTo>
                <a:lnTo>
                  <a:pt x="740135" y="145648"/>
                </a:lnTo>
                <a:close/>
                <a:moveTo>
                  <a:pt x="766122" y="144760"/>
                </a:moveTo>
                <a:lnTo>
                  <a:pt x="771120" y="144760"/>
                </a:lnTo>
                <a:lnTo>
                  <a:pt x="771120" y="145648"/>
                </a:lnTo>
                <a:lnTo>
                  <a:pt x="766122" y="145648"/>
                </a:lnTo>
                <a:close/>
                <a:moveTo>
                  <a:pt x="774618" y="145648"/>
                </a:moveTo>
                <a:lnTo>
                  <a:pt x="775118" y="145648"/>
                </a:lnTo>
                <a:lnTo>
                  <a:pt x="775118" y="146536"/>
                </a:lnTo>
                <a:lnTo>
                  <a:pt x="774618" y="146536"/>
                </a:lnTo>
                <a:close/>
                <a:moveTo>
                  <a:pt x="960529" y="145648"/>
                </a:moveTo>
                <a:lnTo>
                  <a:pt x="962528" y="145648"/>
                </a:lnTo>
                <a:lnTo>
                  <a:pt x="962528" y="146536"/>
                </a:lnTo>
                <a:lnTo>
                  <a:pt x="960529" y="146536"/>
                </a:lnTo>
                <a:close/>
                <a:moveTo>
                  <a:pt x="965027" y="145648"/>
                </a:moveTo>
                <a:lnTo>
                  <a:pt x="967026" y="145648"/>
                </a:lnTo>
                <a:lnTo>
                  <a:pt x="967026" y="146536"/>
                </a:lnTo>
                <a:lnTo>
                  <a:pt x="965027" y="146536"/>
                </a:lnTo>
                <a:close/>
                <a:moveTo>
                  <a:pt x="903057" y="145648"/>
                </a:moveTo>
                <a:lnTo>
                  <a:pt x="905056" y="145648"/>
                </a:lnTo>
                <a:lnTo>
                  <a:pt x="905056" y="146536"/>
                </a:lnTo>
                <a:lnTo>
                  <a:pt x="903057" y="146536"/>
                </a:lnTo>
                <a:close/>
                <a:moveTo>
                  <a:pt x="930543" y="145648"/>
                </a:moveTo>
                <a:lnTo>
                  <a:pt x="932542" y="145648"/>
                </a:lnTo>
                <a:lnTo>
                  <a:pt x="932542" y="146536"/>
                </a:lnTo>
                <a:lnTo>
                  <a:pt x="930543" y="146536"/>
                </a:lnTo>
                <a:close/>
                <a:moveTo>
                  <a:pt x="927545" y="145648"/>
                </a:moveTo>
                <a:lnTo>
                  <a:pt x="929044" y="145648"/>
                </a:lnTo>
                <a:lnTo>
                  <a:pt x="929044" y="146536"/>
                </a:lnTo>
                <a:lnTo>
                  <a:pt x="927545" y="146536"/>
                </a:lnTo>
                <a:close/>
                <a:moveTo>
                  <a:pt x="944537" y="145648"/>
                </a:moveTo>
                <a:lnTo>
                  <a:pt x="945036" y="145648"/>
                </a:lnTo>
                <a:lnTo>
                  <a:pt x="945036" y="146536"/>
                </a:lnTo>
                <a:lnTo>
                  <a:pt x="944537" y="146536"/>
                </a:lnTo>
                <a:close/>
                <a:moveTo>
                  <a:pt x="957530" y="145648"/>
                </a:moveTo>
                <a:lnTo>
                  <a:pt x="959030" y="145648"/>
                </a:lnTo>
                <a:lnTo>
                  <a:pt x="959030" y="146536"/>
                </a:lnTo>
                <a:lnTo>
                  <a:pt x="957530" y="146536"/>
                </a:lnTo>
                <a:close/>
                <a:moveTo>
                  <a:pt x="939539" y="145648"/>
                </a:moveTo>
                <a:lnTo>
                  <a:pt x="941038" y="145648"/>
                </a:lnTo>
                <a:lnTo>
                  <a:pt x="941038" y="146536"/>
                </a:lnTo>
                <a:lnTo>
                  <a:pt x="939539" y="146536"/>
                </a:lnTo>
                <a:close/>
                <a:moveTo>
                  <a:pt x="868573" y="145648"/>
                </a:moveTo>
                <a:lnTo>
                  <a:pt x="897559" y="145648"/>
                </a:lnTo>
                <a:lnTo>
                  <a:pt x="897559" y="146536"/>
                </a:lnTo>
                <a:lnTo>
                  <a:pt x="868573" y="146536"/>
                </a:lnTo>
                <a:close/>
                <a:moveTo>
                  <a:pt x="906055" y="145648"/>
                </a:moveTo>
                <a:lnTo>
                  <a:pt x="906555" y="145648"/>
                </a:lnTo>
                <a:lnTo>
                  <a:pt x="906555" y="146536"/>
                </a:lnTo>
                <a:lnTo>
                  <a:pt x="906055" y="146536"/>
                </a:lnTo>
                <a:close/>
                <a:moveTo>
                  <a:pt x="933542" y="145648"/>
                </a:moveTo>
                <a:lnTo>
                  <a:pt x="937040" y="145648"/>
                </a:lnTo>
                <a:lnTo>
                  <a:pt x="937040" y="146536"/>
                </a:lnTo>
                <a:lnTo>
                  <a:pt x="933542" y="146536"/>
                </a:lnTo>
                <a:close/>
                <a:moveTo>
                  <a:pt x="740634" y="145648"/>
                </a:moveTo>
                <a:lnTo>
                  <a:pt x="747131" y="145648"/>
                </a:lnTo>
                <a:lnTo>
                  <a:pt x="747131" y="146536"/>
                </a:lnTo>
                <a:lnTo>
                  <a:pt x="740634" y="146536"/>
                </a:lnTo>
                <a:close/>
                <a:moveTo>
                  <a:pt x="898559" y="145648"/>
                </a:moveTo>
                <a:lnTo>
                  <a:pt x="901557" y="145648"/>
                </a:lnTo>
                <a:lnTo>
                  <a:pt x="901557" y="146536"/>
                </a:lnTo>
                <a:lnTo>
                  <a:pt x="898559" y="146536"/>
                </a:lnTo>
                <a:close/>
                <a:moveTo>
                  <a:pt x="953033" y="145648"/>
                </a:moveTo>
                <a:lnTo>
                  <a:pt x="954032" y="145648"/>
                </a:lnTo>
                <a:lnTo>
                  <a:pt x="954032" y="146536"/>
                </a:lnTo>
                <a:lnTo>
                  <a:pt x="953033" y="146536"/>
                </a:lnTo>
                <a:close/>
                <a:moveTo>
                  <a:pt x="948535" y="145648"/>
                </a:moveTo>
                <a:lnTo>
                  <a:pt x="951034" y="145648"/>
                </a:lnTo>
                <a:lnTo>
                  <a:pt x="951034" y="146536"/>
                </a:lnTo>
                <a:lnTo>
                  <a:pt x="948535" y="146536"/>
                </a:lnTo>
                <a:close/>
                <a:moveTo>
                  <a:pt x="735637" y="145648"/>
                </a:moveTo>
                <a:lnTo>
                  <a:pt x="736636" y="145648"/>
                </a:lnTo>
                <a:lnTo>
                  <a:pt x="736636" y="146536"/>
                </a:lnTo>
                <a:lnTo>
                  <a:pt x="735637" y="146536"/>
                </a:lnTo>
                <a:close/>
                <a:moveTo>
                  <a:pt x="922047" y="145648"/>
                </a:moveTo>
                <a:lnTo>
                  <a:pt x="923547" y="145648"/>
                </a:lnTo>
                <a:lnTo>
                  <a:pt x="923547" y="146536"/>
                </a:lnTo>
                <a:lnTo>
                  <a:pt x="922047" y="146536"/>
                </a:lnTo>
                <a:close/>
                <a:moveTo>
                  <a:pt x="766122" y="145648"/>
                </a:moveTo>
                <a:lnTo>
                  <a:pt x="770620" y="145648"/>
                </a:lnTo>
                <a:lnTo>
                  <a:pt x="770620" y="146536"/>
                </a:lnTo>
                <a:lnTo>
                  <a:pt x="766122" y="146536"/>
                </a:lnTo>
                <a:close/>
                <a:moveTo>
                  <a:pt x="490" y="144760"/>
                </a:moveTo>
                <a:lnTo>
                  <a:pt x="721644" y="144760"/>
                </a:lnTo>
                <a:lnTo>
                  <a:pt x="721644" y="146536"/>
                </a:lnTo>
                <a:lnTo>
                  <a:pt x="490" y="146536"/>
                </a:lnTo>
                <a:close/>
                <a:moveTo>
                  <a:pt x="916550" y="145648"/>
                </a:moveTo>
                <a:lnTo>
                  <a:pt x="918549" y="145648"/>
                </a:lnTo>
                <a:lnTo>
                  <a:pt x="918549" y="146536"/>
                </a:lnTo>
                <a:lnTo>
                  <a:pt x="916550" y="146536"/>
                </a:lnTo>
                <a:close/>
                <a:moveTo>
                  <a:pt x="970024" y="145648"/>
                </a:moveTo>
                <a:lnTo>
                  <a:pt x="1000000" y="145648"/>
                </a:lnTo>
                <a:lnTo>
                  <a:pt x="1000000" y="146536"/>
                </a:lnTo>
                <a:lnTo>
                  <a:pt x="970024" y="146536"/>
                </a:lnTo>
                <a:close/>
                <a:moveTo>
                  <a:pt x="925046" y="145648"/>
                </a:moveTo>
                <a:lnTo>
                  <a:pt x="926545" y="145648"/>
                </a:lnTo>
                <a:lnTo>
                  <a:pt x="926545" y="146536"/>
                </a:lnTo>
                <a:lnTo>
                  <a:pt x="925046" y="146536"/>
                </a:lnTo>
                <a:close/>
                <a:moveTo>
                  <a:pt x="928045" y="146536"/>
                </a:moveTo>
                <a:lnTo>
                  <a:pt x="928544" y="146536"/>
                </a:lnTo>
                <a:lnTo>
                  <a:pt x="928544" y="147425"/>
                </a:lnTo>
                <a:lnTo>
                  <a:pt x="928045" y="147425"/>
                </a:lnTo>
                <a:close/>
                <a:moveTo>
                  <a:pt x="903057" y="146536"/>
                </a:moveTo>
                <a:lnTo>
                  <a:pt x="904556" y="146536"/>
                </a:lnTo>
                <a:lnTo>
                  <a:pt x="904556" y="147425"/>
                </a:lnTo>
                <a:lnTo>
                  <a:pt x="903057" y="147425"/>
                </a:lnTo>
                <a:close/>
                <a:moveTo>
                  <a:pt x="823095" y="139432"/>
                </a:moveTo>
                <a:lnTo>
                  <a:pt x="827593" y="139432"/>
                </a:lnTo>
                <a:lnTo>
                  <a:pt x="827593" y="147425"/>
                </a:lnTo>
                <a:lnTo>
                  <a:pt x="823095" y="147425"/>
                </a:lnTo>
                <a:close/>
                <a:moveTo>
                  <a:pt x="735137" y="146536"/>
                </a:moveTo>
                <a:lnTo>
                  <a:pt x="737636" y="146536"/>
                </a:lnTo>
                <a:lnTo>
                  <a:pt x="737636" y="147425"/>
                </a:lnTo>
                <a:lnTo>
                  <a:pt x="735137" y="147425"/>
                </a:lnTo>
                <a:close/>
                <a:moveTo>
                  <a:pt x="490" y="146536"/>
                </a:moveTo>
                <a:lnTo>
                  <a:pt x="722143" y="146536"/>
                </a:lnTo>
                <a:lnTo>
                  <a:pt x="722143" y="147425"/>
                </a:lnTo>
                <a:lnTo>
                  <a:pt x="490" y="147425"/>
                </a:lnTo>
                <a:close/>
                <a:moveTo>
                  <a:pt x="961528" y="146536"/>
                </a:moveTo>
                <a:lnTo>
                  <a:pt x="962028" y="146536"/>
                </a:lnTo>
                <a:lnTo>
                  <a:pt x="962028" y="147425"/>
                </a:lnTo>
                <a:lnTo>
                  <a:pt x="961528" y="147425"/>
                </a:lnTo>
                <a:close/>
                <a:moveTo>
                  <a:pt x="917550" y="146536"/>
                </a:moveTo>
                <a:lnTo>
                  <a:pt x="918549" y="146536"/>
                </a:lnTo>
                <a:lnTo>
                  <a:pt x="918549" y="147425"/>
                </a:lnTo>
                <a:lnTo>
                  <a:pt x="917550" y="147425"/>
                </a:lnTo>
                <a:close/>
                <a:moveTo>
                  <a:pt x="966026" y="146536"/>
                </a:moveTo>
                <a:lnTo>
                  <a:pt x="966526" y="146536"/>
                </a:lnTo>
                <a:lnTo>
                  <a:pt x="966526" y="147425"/>
                </a:lnTo>
                <a:lnTo>
                  <a:pt x="966026" y="147425"/>
                </a:lnTo>
                <a:close/>
                <a:moveTo>
                  <a:pt x="753628" y="145648"/>
                </a:moveTo>
                <a:lnTo>
                  <a:pt x="758626" y="145648"/>
                </a:lnTo>
                <a:lnTo>
                  <a:pt x="758626" y="147425"/>
                </a:lnTo>
                <a:lnTo>
                  <a:pt x="753628" y="147425"/>
                </a:lnTo>
                <a:close/>
                <a:moveTo>
                  <a:pt x="774118" y="146536"/>
                </a:moveTo>
                <a:lnTo>
                  <a:pt x="775118" y="146536"/>
                </a:lnTo>
                <a:lnTo>
                  <a:pt x="775118" y="147425"/>
                </a:lnTo>
                <a:lnTo>
                  <a:pt x="774118" y="147425"/>
                </a:lnTo>
                <a:close/>
                <a:moveTo>
                  <a:pt x="830092" y="140320"/>
                </a:moveTo>
                <a:lnTo>
                  <a:pt x="831591" y="140320"/>
                </a:lnTo>
                <a:lnTo>
                  <a:pt x="831591" y="147425"/>
                </a:lnTo>
                <a:lnTo>
                  <a:pt x="830092" y="147425"/>
                </a:lnTo>
                <a:close/>
                <a:moveTo>
                  <a:pt x="867074" y="146536"/>
                </a:moveTo>
                <a:lnTo>
                  <a:pt x="897059" y="146536"/>
                </a:lnTo>
                <a:lnTo>
                  <a:pt x="897059" y="147425"/>
                </a:lnTo>
                <a:lnTo>
                  <a:pt x="867074" y="147425"/>
                </a:lnTo>
                <a:close/>
                <a:moveTo>
                  <a:pt x="858578" y="144760"/>
                </a:moveTo>
                <a:lnTo>
                  <a:pt x="862076" y="144760"/>
                </a:lnTo>
                <a:lnTo>
                  <a:pt x="862076" y="147425"/>
                </a:lnTo>
                <a:lnTo>
                  <a:pt x="858578" y="147425"/>
                </a:lnTo>
                <a:close/>
                <a:moveTo>
                  <a:pt x="740634" y="146536"/>
                </a:moveTo>
                <a:lnTo>
                  <a:pt x="745132" y="146536"/>
                </a:lnTo>
                <a:lnTo>
                  <a:pt x="745132" y="147425"/>
                </a:lnTo>
                <a:lnTo>
                  <a:pt x="740634" y="147425"/>
                </a:lnTo>
                <a:close/>
                <a:moveTo>
                  <a:pt x="728140" y="145648"/>
                </a:moveTo>
                <a:lnTo>
                  <a:pt x="733138" y="145648"/>
                </a:lnTo>
                <a:lnTo>
                  <a:pt x="733138" y="147425"/>
                </a:lnTo>
                <a:lnTo>
                  <a:pt x="728140" y="147425"/>
                </a:lnTo>
                <a:close/>
                <a:moveTo>
                  <a:pt x="766622" y="146536"/>
                </a:moveTo>
                <a:lnTo>
                  <a:pt x="770620" y="146536"/>
                </a:lnTo>
                <a:lnTo>
                  <a:pt x="770620" y="147425"/>
                </a:lnTo>
                <a:lnTo>
                  <a:pt x="766622" y="147425"/>
                </a:lnTo>
                <a:close/>
                <a:moveTo>
                  <a:pt x="948535" y="146536"/>
                </a:moveTo>
                <a:lnTo>
                  <a:pt x="950534" y="146536"/>
                </a:lnTo>
                <a:lnTo>
                  <a:pt x="950534" y="147425"/>
                </a:lnTo>
                <a:lnTo>
                  <a:pt x="948535" y="147425"/>
                </a:lnTo>
                <a:close/>
                <a:moveTo>
                  <a:pt x="957530" y="146536"/>
                </a:moveTo>
                <a:lnTo>
                  <a:pt x="958030" y="146536"/>
                </a:lnTo>
                <a:lnTo>
                  <a:pt x="958030" y="147425"/>
                </a:lnTo>
                <a:lnTo>
                  <a:pt x="957530" y="147425"/>
                </a:lnTo>
                <a:close/>
                <a:moveTo>
                  <a:pt x="930543" y="146536"/>
                </a:moveTo>
                <a:lnTo>
                  <a:pt x="932043" y="146536"/>
                </a:lnTo>
                <a:lnTo>
                  <a:pt x="932043" y="147425"/>
                </a:lnTo>
                <a:lnTo>
                  <a:pt x="930543" y="147425"/>
                </a:lnTo>
                <a:close/>
                <a:moveTo>
                  <a:pt x="841586" y="143872"/>
                </a:moveTo>
                <a:lnTo>
                  <a:pt x="845584" y="143872"/>
                </a:lnTo>
                <a:lnTo>
                  <a:pt x="845584" y="147425"/>
                </a:lnTo>
                <a:lnTo>
                  <a:pt x="841586" y="147425"/>
                </a:lnTo>
                <a:close/>
                <a:moveTo>
                  <a:pt x="834090" y="142984"/>
                </a:moveTo>
                <a:lnTo>
                  <a:pt x="838587" y="142984"/>
                </a:lnTo>
                <a:lnTo>
                  <a:pt x="838587" y="147425"/>
                </a:lnTo>
                <a:lnTo>
                  <a:pt x="834090" y="147425"/>
                </a:lnTo>
                <a:close/>
                <a:moveTo>
                  <a:pt x="734637" y="147425"/>
                </a:moveTo>
                <a:lnTo>
                  <a:pt x="735637" y="147425"/>
                </a:lnTo>
                <a:lnTo>
                  <a:pt x="735637" y="148313"/>
                </a:lnTo>
                <a:lnTo>
                  <a:pt x="734637" y="148313"/>
                </a:lnTo>
                <a:close/>
                <a:moveTo>
                  <a:pt x="753628" y="147425"/>
                </a:moveTo>
                <a:lnTo>
                  <a:pt x="758126" y="147425"/>
                </a:lnTo>
                <a:lnTo>
                  <a:pt x="758126" y="148313"/>
                </a:lnTo>
                <a:lnTo>
                  <a:pt x="753628" y="148313"/>
                </a:lnTo>
                <a:close/>
                <a:moveTo>
                  <a:pt x="766122" y="147425"/>
                </a:moveTo>
                <a:lnTo>
                  <a:pt x="772619" y="147425"/>
                </a:lnTo>
                <a:lnTo>
                  <a:pt x="772619" y="148313"/>
                </a:lnTo>
                <a:lnTo>
                  <a:pt x="766122" y="148313"/>
                </a:lnTo>
                <a:close/>
                <a:moveTo>
                  <a:pt x="903556" y="147425"/>
                </a:moveTo>
                <a:lnTo>
                  <a:pt x="904556" y="147425"/>
                </a:lnTo>
                <a:lnTo>
                  <a:pt x="904556" y="148313"/>
                </a:lnTo>
                <a:lnTo>
                  <a:pt x="903556" y="148313"/>
                </a:lnTo>
                <a:close/>
                <a:moveTo>
                  <a:pt x="940539" y="146536"/>
                </a:moveTo>
                <a:lnTo>
                  <a:pt x="941038" y="146536"/>
                </a:lnTo>
                <a:lnTo>
                  <a:pt x="941038" y="148313"/>
                </a:lnTo>
                <a:lnTo>
                  <a:pt x="940539" y="148313"/>
                </a:lnTo>
                <a:close/>
                <a:moveTo>
                  <a:pt x="970524" y="146536"/>
                </a:moveTo>
                <a:lnTo>
                  <a:pt x="1000000" y="146536"/>
                </a:lnTo>
                <a:lnTo>
                  <a:pt x="1000000" y="148313"/>
                </a:lnTo>
                <a:lnTo>
                  <a:pt x="970524" y="148313"/>
                </a:lnTo>
                <a:close/>
                <a:moveTo>
                  <a:pt x="899058" y="146536"/>
                </a:moveTo>
                <a:lnTo>
                  <a:pt x="901557" y="146536"/>
                </a:lnTo>
                <a:lnTo>
                  <a:pt x="901557" y="148313"/>
                </a:lnTo>
                <a:lnTo>
                  <a:pt x="899058" y="148313"/>
                </a:lnTo>
                <a:close/>
                <a:moveTo>
                  <a:pt x="490" y="147425"/>
                </a:moveTo>
                <a:lnTo>
                  <a:pt x="732638" y="147425"/>
                </a:lnTo>
                <a:lnTo>
                  <a:pt x="732638" y="148313"/>
                </a:lnTo>
                <a:lnTo>
                  <a:pt x="490" y="148313"/>
                </a:lnTo>
                <a:close/>
                <a:moveTo>
                  <a:pt x="868573" y="147425"/>
                </a:moveTo>
                <a:lnTo>
                  <a:pt x="897059" y="147425"/>
                </a:lnTo>
                <a:lnTo>
                  <a:pt x="897059" y="148313"/>
                </a:lnTo>
                <a:lnTo>
                  <a:pt x="868573" y="148313"/>
                </a:lnTo>
                <a:close/>
                <a:moveTo>
                  <a:pt x="844085" y="147425"/>
                </a:moveTo>
                <a:lnTo>
                  <a:pt x="845584" y="147425"/>
                </a:lnTo>
                <a:lnTo>
                  <a:pt x="845584" y="148313"/>
                </a:lnTo>
                <a:lnTo>
                  <a:pt x="844085" y="148313"/>
                </a:lnTo>
                <a:close/>
                <a:moveTo>
                  <a:pt x="948535" y="147425"/>
                </a:moveTo>
                <a:lnTo>
                  <a:pt x="950034" y="147425"/>
                </a:lnTo>
                <a:lnTo>
                  <a:pt x="950034" y="148313"/>
                </a:lnTo>
                <a:lnTo>
                  <a:pt x="948535" y="148313"/>
                </a:lnTo>
                <a:close/>
                <a:moveTo>
                  <a:pt x="853081" y="144760"/>
                </a:moveTo>
                <a:lnTo>
                  <a:pt x="856079" y="144760"/>
                </a:lnTo>
                <a:lnTo>
                  <a:pt x="856079" y="148313"/>
                </a:lnTo>
                <a:lnTo>
                  <a:pt x="853081" y="148313"/>
                </a:lnTo>
                <a:close/>
                <a:moveTo>
                  <a:pt x="865575" y="147425"/>
                </a:moveTo>
                <a:lnTo>
                  <a:pt x="867574" y="147425"/>
                </a:lnTo>
                <a:lnTo>
                  <a:pt x="867574" y="148313"/>
                </a:lnTo>
                <a:lnTo>
                  <a:pt x="865575" y="148313"/>
                </a:lnTo>
                <a:close/>
                <a:moveTo>
                  <a:pt x="796108" y="133215"/>
                </a:moveTo>
                <a:lnTo>
                  <a:pt x="820596" y="133215"/>
                </a:lnTo>
                <a:lnTo>
                  <a:pt x="820596" y="148313"/>
                </a:lnTo>
                <a:lnTo>
                  <a:pt x="796108" y="148313"/>
                </a:lnTo>
                <a:close/>
                <a:moveTo>
                  <a:pt x="842586" y="147425"/>
                </a:moveTo>
                <a:lnTo>
                  <a:pt x="843085" y="147425"/>
                </a:lnTo>
                <a:lnTo>
                  <a:pt x="843085" y="148313"/>
                </a:lnTo>
                <a:lnTo>
                  <a:pt x="842586" y="148313"/>
                </a:lnTo>
                <a:close/>
                <a:moveTo>
                  <a:pt x="830591" y="147425"/>
                </a:moveTo>
                <a:lnTo>
                  <a:pt x="831591" y="147425"/>
                </a:lnTo>
                <a:lnTo>
                  <a:pt x="831591" y="148313"/>
                </a:lnTo>
                <a:lnTo>
                  <a:pt x="830591" y="148313"/>
                </a:lnTo>
                <a:close/>
                <a:moveTo>
                  <a:pt x="780615" y="145648"/>
                </a:moveTo>
                <a:lnTo>
                  <a:pt x="794609" y="145648"/>
                </a:lnTo>
                <a:lnTo>
                  <a:pt x="794609" y="148313"/>
                </a:lnTo>
                <a:lnTo>
                  <a:pt x="780615" y="148313"/>
                </a:lnTo>
                <a:close/>
                <a:moveTo>
                  <a:pt x="922047" y="146536"/>
                </a:moveTo>
                <a:lnTo>
                  <a:pt x="922547" y="146536"/>
                </a:lnTo>
                <a:lnTo>
                  <a:pt x="922547" y="148313"/>
                </a:lnTo>
                <a:lnTo>
                  <a:pt x="922047" y="148313"/>
                </a:lnTo>
                <a:close/>
                <a:moveTo>
                  <a:pt x="930044" y="147425"/>
                </a:moveTo>
                <a:lnTo>
                  <a:pt x="932043" y="147425"/>
                </a:lnTo>
                <a:lnTo>
                  <a:pt x="932043" y="148313"/>
                </a:lnTo>
                <a:lnTo>
                  <a:pt x="930044" y="148313"/>
                </a:lnTo>
                <a:close/>
                <a:moveTo>
                  <a:pt x="774118" y="147425"/>
                </a:moveTo>
                <a:lnTo>
                  <a:pt x="774618" y="147425"/>
                </a:lnTo>
                <a:lnTo>
                  <a:pt x="774618" y="148313"/>
                </a:lnTo>
                <a:lnTo>
                  <a:pt x="774118" y="148313"/>
                </a:lnTo>
                <a:close/>
                <a:moveTo>
                  <a:pt x="826093" y="147425"/>
                </a:moveTo>
                <a:lnTo>
                  <a:pt x="827593" y="147425"/>
                </a:lnTo>
                <a:lnTo>
                  <a:pt x="827593" y="148313"/>
                </a:lnTo>
                <a:lnTo>
                  <a:pt x="826093" y="148313"/>
                </a:lnTo>
                <a:close/>
                <a:moveTo>
                  <a:pt x="934042" y="146536"/>
                </a:moveTo>
                <a:lnTo>
                  <a:pt x="937040" y="146536"/>
                </a:lnTo>
                <a:lnTo>
                  <a:pt x="937040" y="148313"/>
                </a:lnTo>
                <a:lnTo>
                  <a:pt x="934042" y="148313"/>
                </a:lnTo>
                <a:close/>
                <a:moveTo>
                  <a:pt x="746632" y="146536"/>
                </a:moveTo>
                <a:lnTo>
                  <a:pt x="747131" y="146536"/>
                </a:lnTo>
                <a:lnTo>
                  <a:pt x="747131" y="148313"/>
                </a:lnTo>
                <a:lnTo>
                  <a:pt x="746632" y="148313"/>
                </a:lnTo>
                <a:close/>
                <a:moveTo>
                  <a:pt x="956531" y="148313"/>
                </a:moveTo>
                <a:lnTo>
                  <a:pt x="957530" y="148313"/>
                </a:lnTo>
                <a:lnTo>
                  <a:pt x="957530" y="149201"/>
                </a:lnTo>
                <a:lnTo>
                  <a:pt x="956531" y="149201"/>
                </a:lnTo>
                <a:close/>
                <a:moveTo>
                  <a:pt x="490" y="148313"/>
                </a:moveTo>
                <a:lnTo>
                  <a:pt x="735137" y="148313"/>
                </a:lnTo>
                <a:lnTo>
                  <a:pt x="735137" y="149201"/>
                </a:lnTo>
                <a:lnTo>
                  <a:pt x="490" y="149201"/>
                </a:lnTo>
                <a:close/>
                <a:moveTo>
                  <a:pt x="953532" y="148313"/>
                </a:moveTo>
                <a:lnTo>
                  <a:pt x="955032" y="148313"/>
                </a:lnTo>
                <a:lnTo>
                  <a:pt x="955032" y="149201"/>
                </a:lnTo>
                <a:lnTo>
                  <a:pt x="953532" y="149201"/>
                </a:lnTo>
                <a:close/>
                <a:moveTo>
                  <a:pt x="740634" y="147425"/>
                </a:moveTo>
                <a:lnTo>
                  <a:pt x="744633" y="147425"/>
                </a:lnTo>
                <a:lnTo>
                  <a:pt x="744633" y="149201"/>
                </a:lnTo>
                <a:lnTo>
                  <a:pt x="740634" y="149201"/>
                </a:lnTo>
                <a:close/>
                <a:moveTo>
                  <a:pt x="926046" y="146536"/>
                </a:moveTo>
                <a:lnTo>
                  <a:pt x="926545" y="146536"/>
                </a:lnTo>
                <a:lnTo>
                  <a:pt x="926545" y="149201"/>
                </a:lnTo>
                <a:lnTo>
                  <a:pt x="926046" y="149201"/>
                </a:lnTo>
                <a:close/>
                <a:moveTo>
                  <a:pt x="834090" y="147425"/>
                </a:moveTo>
                <a:lnTo>
                  <a:pt x="839087" y="147425"/>
                </a:lnTo>
                <a:lnTo>
                  <a:pt x="839087" y="149201"/>
                </a:lnTo>
                <a:lnTo>
                  <a:pt x="834090" y="149201"/>
                </a:lnTo>
                <a:close/>
                <a:moveTo>
                  <a:pt x="737636" y="147425"/>
                </a:moveTo>
                <a:lnTo>
                  <a:pt x="738635" y="147425"/>
                </a:lnTo>
                <a:lnTo>
                  <a:pt x="738635" y="149201"/>
                </a:lnTo>
                <a:lnTo>
                  <a:pt x="737636" y="149201"/>
                </a:lnTo>
                <a:close/>
                <a:moveTo>
                  <a:pt x="920048" y="148313"/>
                </a:moveTo>
                <a:lnTo>
                  <a:pt x="922547" y="148313"/>
                </a:lnTo>
                <a:lnTo>
                  <a:pt x="922547" y="149201"/>
                </a:lnTo>
                <a:lnTo>
                  <a:pt x="920048" y="149201"/>
                </a:lnTo>
                <a:close/>
                <a:moveTo>
                  <a:pt x="908054" y="148313"/>
                </a:moveTo>
                <a:lnTo>
                  <a:pt x="911053" y="148313"/>
                </a:lnTo>
                <a:lnTo>
                  <a:pt x="911053" y="149201"/>
                </a:lnTo>
                <a:lnTo>
                  <a:pt x="908054" y="149201"/>
                </a:lnTo>
                <a:close/>
                <a:moveTo>
                  <a:pt x="853580" y="148313"/>
                </a:moveTo>
                <a:lnTo>
                  <a:pt x="856079" y="148313"/>
                </a:lnTo>
                <a:lnTo>
                  <a:pt x="856079" y="149201"/>
                </a:lnTo>
                <a:lnTo>
                  <a:pt x="853580" y="149201"/>
                </a:lnTo>
                <a:close/>
                <a:moveTo>
                  <a:pt x="942538" y="148313"/>
                </a:moveTo>
                <a:lnTo>
                  <a:pt x="946036" y="148313"/>
                </a:lnTo>
                <a:lnTo>
                  <a:pt x="946036" y="149201"/>
                </a:lnTo>
                <a:lnTo>
                  <a:pt x="942538" y="149201"/>
                </a:lnTo>
                <a:close/>
                <a:moveTo>
                  <a:pt x="754128" y="148313"/>
                </a:moveTo>
                <a:lnTo>
                  <a:pt x="758126" y="148313"/>
                </a:lnTo>
                <a:lnTo>
                  <a:pt x="758126" y="149201"/>
                </a:lnTo>
                <a:lnTo>
                  <a:pt x="754128" y="149201"/>
                </a:lnTo>
                <a:close/>
                <a:moveTo>
                  <a:pt x="858578" y="147425"/>
                </a:moveTo>
                <a:lnTo>
                  <a:pt x="862576" y="147425"/>
                </a:lnTo>
                <a:lnTo>
                  <a:pt x="862576" y="149201"/>
                </a:lnTo>
                <a:lnTo>
                  <a:pt x="858578" y="149201"/>
                </a:lnTo>
                <a:close/>
                <a:moveTo>
                  <a:pt x="765123" y="148313"/>
                </a:moveTo>
                <a:lnTo>
                  <a:pt x="772619" y="148313"/>
                </a:lnTo>
                <a:lnTo>
                  <a:pt x="772619" y="149201"/>
                </a:lnTo>
                <a:lnTo>
                  <a:pt x="765123" y="149201"/>
                </a:lnTo>
                <a:close/>
                <a:moveTo>
                  <a:pt x="968025" y="148313"/>
                </a:moveTo>
                <a:lnTo>
                  <a:pt x="1000000" y="148313"/>
                </a:lnTo>
                <a:lnTo>
                  <a:pt x="1000000" y="149201"/>
                </a:lnTo>
                <a:lnTo>
                  <a:pt x="968025" y="149201"/>
                </a:lnTo>
                <a:close/>
                <a:moveTo>
                  <a:pt x="844585" y="148313"/>
                </a:moveTo>
                <a:lnTo>
                  <a:pt x="846084" y="148313"/>
                </a:lnTo>
                <a:lnTo>
                  <a:pt x="846084" y="149201"/>
                </a:lnTo>
                <a:lnTo>
                  <a:pt x="844585" y="149201"/>
                </a:lnTo>
                <a:close/>
                <a:moveTo>
                  <a:pt x="826593" y="148313"/>
                </a:moveTo>
                <a:lnTo>
                  <a:pt x="827593" y="148313"/>
                </a:lnTo>
                <a:lnTo>
                  <a:pt x="827593" y="149201"/>
                </a:lnTo>
                <a:lnTo>
                  <a:pt x="826593" y="149201"/>
                </a:lnTo>
                <a:close/>
                <a:moveTo>
                  <a:pt x="858578" y="149201"/>
                </a:moveTo>
                <a:lnTo>
                  <a:pt x="863076" y="149201"/>
                </a:lnTo>
                <a:lnTo>
                  <a:pt x="863076" y="150089"/>
                </a:lnTo>
                <a:lnTo>
                  <a:pt x="858578" y="150089"/>
                </a:lnTo>
                <a:close/>
                <a:moveTo>
                  <a:pt x="868573" y="148313"/>
                </a:moveTo>
                <a:lnTo>
                  <a:pt x="896560" y="148313"/>
                </a:lnTo>
                <a:lnTo>
                  <a:pt x="896560" y="150089"/>
                </a:lnTo>
                <a:lnTo>
                  <a:pt x="868573" y="150089"/>
                </a:lnTo>
                <a:close/>
                <a:moveTo>
                  <a:pt x="826593" y="149201"/>
                </a:moveTo>
                <a:lnTo>
                  <a:pt x="828093" y="149201"/>
                </a:lnTo>
                <a:lnTo>
                  <a:pt x="828093" y="150089"/>
                </a:lnTo>
                <a:lnTo>
                  <a:pt x="826593" y="150089"/>
                </a:lnTo>
                <a:close/>
                <a:moveTo>
                  <a:pt x="947535" y="148313"/>
                </a:moveTo>
                <a:lnTo>
                  <a:pt x="950034" y="148313"/>
                </a:lnTo>
                <a:lnTo>
                  <a:pt x="950034" y="150089"/>
                </a:lnTo>
                <a:lnTo>
                  <a:pt x="947535" y="150089"/>
                </a:lnTo>
                <a:close/>
                <a:moveTo>
                  <a:pt x="746132" y="149201"/>
                </a:moveTo>
                <a:lnTo>
                  <a:pt x="747131" y="149201"/>
                </a:lnTo>
                <a:lnTo>
                  <a:pt x="747131" y="150089"/>
                </a:lnTo>
                <a:lnTo>
                  <a:pt x="746132" y="150089"/>
                </a:lnTo>
                <a:close/>
                <a:moveTo>
                  <a:pt x="903556" y="148313"/>
                </a:moveTo>
                <a:lnTo>
                  <a:pt x="904056" y="148313"/>
                </a:lnTo>
                <a:lnTo>
                  <a:pt x="904056" y="150089"/>
                </a:lnTo>
                <a:lnTo>
                  <a:pt x="903556" y="150089"/>
                </a:lnTo>
                <a:close/>
                <a:moveTo>
                  <a:pt x="899558" y="148313"/>
                </a:moveTo>
                <a:lnTo>
                  <a:pt x="902057" y="148313"/>
                </a:lnTo>
                <a:lnTo>
                  <a:pt x="902057" y="150089"/>
                </a:lnTo>
                <a:lnTo>
                  <a:pt x="899558" y="150089"/>
                </a:lnTo>
                <a:close/>
                <a:moveTo>
                  <a:pt x="922047" y="149201"/>
                </a:moveTo>
                <a:lnTo>
                  <a:pt x="922547" y="149201"/>
                </a:lnTo>
                <a:lnTo>
                  <a:pt x="922547" y="150089"/>
                </a:lnTo>
                <a:lnTo>
                  <a:pt x="922047" y="150089"/>
                </a:lnTo>
                <a:close/>
                <a:moveTo>
                  <a:pt x="776117" y="149201"/>
                </a:moveTo>
                <a:lnTo>
                  <a:pt x="777117" y="149201"/>
                </a:lnTo>
                <a:lnTo>
                  <a:pt x="777117" y="150089"/>
                </a:lnTo>
                <a:lnTo>
                  <a:pt x="776117" y="150089"/>
                </a:lnTo>
                <a:close/>
                <a:moveTo>
                  <a:pt x="929544" y="148313"/>
                </a:moveTo>
                <a:lnTo>
                  <a:pt x="931543" y="148313"/>
                </a:lnTo>
                <a:lnTo>
                  <a:pt x="931543" y="150089"/>
                </a:lnTo>
                <a:lnTo>
                  <a:pt x="929544" y="150089"/>
                </a:lnTo>
                <a:close/>
                <a:moveTo>
                  <a:pt x="844585" y="149201"/>
                </a:moveTo>
                <a:lnTo>
                  <a:pt x="846584" y="149201"/>
                </a:lnTo>
                <a:lnTo>
                  <a:pt x="846584" y="150089"/>
                </a:lnTo>
                <a:lnTo>
                  <a:pt x="844585" y="150089"/>
                </a:lnTo>
                <a:close/>
                <a:moveTo>
                  <a:pt x="925546" y="149201"/>
                </a:moveTo>
                <a:lnTo>
                  <a:pt x="926545" y="149201"/>
                </a:lnTo>
                <a:lnTo>
                  <a:pt x="926545" y="150089"/>
                </a:lnTo>
                <a:lnTo>
                  <a:pt x="925546" y="150089"/>
                </a:lnTo>
                <a:close/>
                <a:moveTo>
                  <a:pt x="774118" y="148313"/>
                </a:moveTo>
                <a:lnTo>
                  <a:pt x="775118" y="148313"/>
                </a:lnTo>
                <a:lnTo>
                  <a:pt x="775118" y="150089"/>
                </a:lnTo>
                <a:lnTo>
                  <a:pt x="774118" y="150089"/>
                </a:lnTo>
                <a:close/>
                <a:moveTo>
                  <a:pt x="759625" y="149201"/>
                </a:moveTo>
                <a:lnTo>
                  <a:pt x="760125" y="149201"/>
                </a:lnTo>
                <a:lnTo>
                  <a:pt x="760125" y="150089"/>
                </a:lnTo>
                <a:lnTo>
                  <a:pt x="759625" y="150089"/>
                </a:lnTo>
                <a:close/>
                <a:moveTo>
                  <a:pt x="764623" y="149201"/>
                </a:moveTo>
                <a:lnTo>
                  <a:pt x="772619" y="149201"/>
                </a:lnTo>
                <a:lnTo>
                  <a:pt x="772619" y="150089"/>
                </a:lnTo>
                <a:lnTo>
                  <a:pt x="764623" y="150089"/>
                </a:lnTo>
                <a:close/>
                <a:moveTo>
                  <a:pt x="729640" y="149201"/>
                </a:moveTo>
                <a:lnTo>
                  <a:pt x="735637" y="149201"/>
                </a:lnTo>
                <a:lnTo>
                  <a:pt x="735637" y="150089"/>
                </a:lnTo>
                <a:lnTo>
                  <a:pt x="729640" y="150089"/>
                </a:lnTo>
                <a:close/>
                <a:moveTo>
                  <a:pt x="780615" y="148313"/>
                </a:moveTo>
                <a:lnTo>
                  <a:pt x="820596" y="148313"/>
                </a:lnTo>
                <a:lnTo>
                  <a:pt x="820596" y="150089"/>
                </a:lnTo>
                <a:lnTo>
                  <a:pt x="780615" y="150089"/>
                </a:lnTo>
                <a:close/>
                <a:moveTo>
                  <a:pt x="834090" y="149201"/>
                </a:moveTo>
                <a:lnTo>
                  <a:pt x="839587" y="149201"/>
                </a:lnTo>
                <a:lnTo>
                  <a:pt x="839587" y="150089"/>
                </a:lnTo>
                <a:lnTo>
                  <a:pt x="834090" y="150089"/>
                </a:lnTo>
                <a:close/>
                <a:moveTo>
                  <a:pt x="953033" y="149201"/>
                </a:moveTo>
                <a:lnTo>
                  <a:pt x="955032" y="149201"/>
                </a:lnTo>
                <a:lnTo>
                  <a:pt x="955032" y="150089"/>
                </a:lnTo>
                <a:lnTo>
                  <a:pt x="953033" y="150089"/>
                </a:lnTo>
                <a:close/>
                <a:moveTo>
                  <a:pt x="737636" y="149201"/>
                </a:moveTo>
                <a:lnTo>
                  <a:pt x="738136" y="149201"/>
                </a:lnTo>
                <a:lnTo>
                  <a:pt x="738136" y="150089"/>
                </a:lnTo>
                <a:lnTo>
                  <a:pt x="737636" y="150089"/>
                </a:lnTo>
                <a:close/>
                <a:moveTo>
                  <a:pt x="899558" y="150089"/>
                </a:moveTo>
                <a:lnTo>
                  <a:pt x="902557" y="150089"/>
                </a:lnTo>
                <a:lnTo>
                  <a:pt x="902557" y="150977"/>
                </a:lnTo>
                <a:lnTo>
                  <a:pt x="899558" y="150977"/>
                </a:lnTo>
                <a:close/>
                <a:moveTo>
                  <a:pt x="759625" y="150089"/>
                </a:moveTo>
                <a:lnTo>
                  <a:pt x="761125" y="150089"/>
                </a:lnTo>
                <a:lnTo>
                  <a:pt x="761125" y="150977"/>
                </a:lnTo>
                <a:lnTo>
                  <a:pt x="759625" y="150977"/>
                </a:lnTo>
                <a:close/>
                <a:moveTo>
                  <a:pt x="922047" y="150089"/>
                </a:moveTo>
                <a:lnTo>
                  <a:pt x="923047" y="150089"/>
                </a:lnTo>
                <a:lnTo>
                  <a:pt x="923047" y="150977"/>
                </a:lnTo>
                <a:lnTo>
                  <a:pt x="922047" y="150977"/>
                </a:lnTo>
                <a:close/>
                <a:moveTo>
                  <a:pt x="730140" y="150089"/>
                </a:moveTo>
                <a:lnTo>
                  <a:pt x="736137" y="150089"/>
                </a:lnTo>
                <a:lnTo>
                  <a:pt x="736137" y="150977"/>
                </a:lnTo>
                <a:lnTo>
                  <a:pt x="730140" y="150977"/>
                </a:lnTo>
                <a:close/>
                <a:moveTo>
                  <a:pt x="905555" y="149201"/>
                </a:moveTo>
                <a:lnTo>
                  <a:pt x="906055" y="149201"/>
                </a:lnTo>
                <a:lnTo>
                  <a:pt x="906055" y="150977"/>
                </a:lnTo>
                <a:lnTo>
                  <a:pt x="905555" y="150977"/>
                </a:lnTo>
                <a:close/>
                <a:moveTo>
                  <a:pt x="826093" y="150089"/>
                </a:moveTo>
                <a:lnTo>
                  <a:pt x="828592" y="150089"/>
                </a:lnTo>
                <a:lnTo>
                  <a:pt x="828592" y="150977"/>
                </a:lnTo>
                <a:lnTo>
                  <a:pt x="826093" y="150977"/>
                </a:lnTo>
                <a:close/>
                <a:moveTo>
                  <a:pt x="868573" y="150089"/>
                </a:moveTo>
                <a:lnTo>
                  <a:pt x="896060" y="150089"/>
                </a:lnTo>
                <a:lnTo>
                  <a:pt x="896060" y="150977"/>
                </a:lnTo>
                <a:lnTo>
                  <a:pt x="868573" y="150977"/>
                </a:lnTo>
                <a:close/>
                <a:moveTo>
                  <a:pt x="737136" y="150089"/>
                </a:moveTo>
                <a:lnTo>
                  <a:pt x="738136" y="150089"/>
                </a:lnTo>
                <a:lnTo>
                  <a:pt x="738136" y="150977"/>
                </a:lnTo>
                <a:lnTo>
                  <a:pt x="737136" y="150977"/>
                </a:lnTo>
                <a:close/>
                <a:moveTo>
                  <a:pt x="761624" y="150089"/>
                </a:moveTo>
                <a:lnTo>
                  <a:pt x="762124" y="150089"/>
                </a:lnTo>
                <a:lnTo>
                  <a:pt x="762124" y="150977"/>
                </a:lnTo>
                <a:lnTo>
                  <a:pt x="761624" y="150977"/>
                </a:lnTo>
                <a:close/>
                <a:moveTo>
                  <a:pt x="934541" y="148313"/>
                </a:moveTo>
                <a:lnTo>
                  <a:pt x="937040" y="148313"/>
                </a:lnTo>
                <a:lnTo>
                  <a:pt x="937040" y="150977"/>
                </a:lnTo>
                <a:lnTo>
                  <a:pt x="934541" y="150977"/>
                </a:lnTo>
                <a:close/>
                <a:moveTo>
                  <a:pt x="780615" y="150089"/>
                </a:moveTo>
                <a:lnTo>
                  <a:pt x="821096" y="150089"/>
                </a:lnTo>
                <a:lnTo>
                  <a:pt x="821096" y="150977"/>
                </a:lnTo>
                <a:lnTo>
                  <a:pt x="780615" y="150977"/>
                </a:lnTo>
                <a:close/>
                <a:moveTo>
                  <a:pt x="944537" y="149201"/>
                </a:moveTo>
                <a:lnTo>
                  <a:pt x="946036" y="149201"/>
                </a:lnTo>
                <a:lnTo>
                  <a:pt x="946036" y="150977"/>
                </a:lnTo>
                <a:lnTo>
                  <a:pt x="944537" y="150977"/>
                </a:lnTo>
                <a:close/>
                <a:moveTo>
                  <a:pt x="953532" y="150089"/>
                </a:moveTo>
                <a:lnTo>
                  <a:pt x="955032" y="150089"/>
                </a:lnTo>
                <a:lnTo>
                  <a:pt x="955032" y="150977"/>
                </a:lnTo>
                <a:lnTo>
                  <a:pt x="953532" y="150977"/>
                </a:lnTo>
                <a:close/>
                <a:moveTo>
                  <a:pt x="858578" y="150089"/>
                </a:moveTo>
                <a:lnTo>
                  <a:pt x="863575" y="150089"/>
                </a:lnTo>
                <a:lnTo>
                  <a:pt x="863575" y="150977"/>
                </a:lnTo>
                <a:lnTo>
                  <a:pt x="858578" y="150977"/>
                </a:lnTo>
                <a:close/>
                <a:moveTo>
                  <a:pt x="746132" y="150089"/>
                </a:moveTo>
                <a:lnTo>
                  <a:pt x="751129" y="150089"/>
                </a:lnTo>
                <a:lnTo>
                  <a:pt x="751129" y="150977"/>
                </a:lnTo>
                <a:lnTo>
                  <a:pt x="746132" y="150977"/>
                </a:lnTo>
                <a:close/>
                <a:moveTo>
                  <a:pt x="844085" y="150089"/>
                </a:moveTo>
                <a:lnTo>
                  <a:pt x="847083" y="150089"/>
                </a:lnTo>
                <a:lnTo>
                  <a:pt x="847083" y="150977"/>
                </a:lnTo>
                <a:lnTo>
                  <a:pt x="844085" y="150977"/>
                </a:lnTo>
                <a:close/>
                <a:moveTo>
                  <a:pt x="740135" y="149201"/>
                </a:moveTo>
                <a:lnTo>
                  <a:pt x="744133" y="149201"/>
                </a:lnTo>
                <a:lnTo>
                  <a:pt x="744133" y="150977"/>
                </a:lnTo>
                <a:lnTo>
                  <a:pt x="740135" y="150977"/>
                </a:lnTo>
                <a:close/>
                <a:moveTo>
                  <a:pt x="853081" y="149201"/>
                </a:moveTo>
                <a:lnTo>
                  <a:pt x="856079" y="149201"/>
                </a:lnTo>
                <a:lnTo>
                  <a:pt x="856079" y="150977"/>
                </a:lnTo>
                <a:lnTo>
                  <a:pt x="853081" y="150977"/>
                </a:lnTo>
                <a:close/>
                <a:moveTo>
                  <a:pt x="918049" y="147425"/>
                </a:moveTo>
                <a:lnTo>
                  <a:pt x="918549" y="147425"/>
                </a:lnTo>
                <a:lnTo>
                  <a:pt x="918549" y="150977"/>
                </a:lnTo>
                <a:lnTo>
                  <a:pt x="918049" y="150977"/>
                </a:lnTo>
                <a:close/>
                <a:moveTo>
                  <a:pt x="833590" y="150089"/>
                </a:moveTo>
                <a:lnTo>
                  <a:pt x="840087" y="150089"/>
                </a:lnTo>
                <a:lnTo>
                  <a:pt x="840087" y="150977"/>
                </a:lnTo>
                <a:lnTo>
                  <a:pt x="833590" y="150977"/>
                </a:lnTo>
                <a:close/>
                <a:moveTo>
                  <a:pt x="947535" y="150089"/>
                </a:moveTo>
                <a:lnTo>
                  <a:pt x="950534" y="150089"/>
                </a:lnTo>
                <a:lnTo>
                  <a:pt x="950534" y="150977"/>
                </a:lnTo>
                <a:lnTo>
                  <a:pt x="947535" y="150977"/>
                </a:lnTo>
                <a:close/>
                <a:moveTo>
                  <a:pt x="970024" y="149201"/>
                </a:moveTo>
                <a:lnTo>
                  <a:pt x="1000000" y="149201"/>
                </a:lnTo>
                <a:lnTo>
                  <a:pt x="1000000" y="150977"/>
                </a:lnTo>
                <a:lnTo>
                  <a:pt x="970024" y="150977"/>
                </a:lnTo>
                <a:close/>
                <a:moveTo>
                  <a:pt x="910053" y="149201"/>
                </a:moveTo>
                <a:lnTo>
                  <a:pt x="911053" y="149201"/>
                </a:lnTo>
                <a:lnTo>
                  <a:pt x="911053" y="150977"/>
                </a:lnTo>
                <a:lnTo>
                  <a:pt x="910053" y="150977"/>
                </a:lnTo>
                <a:close/>
                <a:moveTo>
                  <a:pt x="929544" y="150089"/>
                </a:moveTo>
                <a:lnTo>
                  <a:pt x="931043" y="150089"/>
                </a:lnTo>
                <a:lnTo>
                  <a:pt x="931043" y="150977"/>
                </a:lnTo>
                <a:lnTo>
                  <a:pt x="929544" y="150977"/>
                </a:lnTo>
                <a:close/>
                <a:moveTo>
                  <a:pt x="745632" y="150977"/>
                </a:moveTo>
                <a:lnTo>
                  <a:pt x="750630" y="150977"/>
                </a:lnTo>
                <a:lnTo>
                  <a:pt x="750630" y="151865"/>
                </a:lnTo>
                <a:lnTo>
                  <a:pt x="745632" y="151865"/>
                </a:lnTo>
                <a:close/>
                <a:moveTo>
                  <a:pt x="766622" y="150089"/>
                </a:moveTo>
                <a:lnTo>
                  <a:pt x="772619" y="150089"/>
                </a:lnTo>
                <a:lnTo>
                  <a:pt x="772619" y="151865"/>
                </a:lnTo>
                <a:lnTo>
                  <a:pt x="766622" y="151865"/>
                </a:lnTo>
                <a:close/>
                <a:moveTo>
                  <a:pt x="940539" y="150089"/>
                </a:moveTo>
                <a:lnTo>
                  <a:pt x="941038" y="150089"/>
                </a:lnTo>
                <a:lnTo>
                  <a:pt x="941038" y="151865"/>
                </a:lnTo>
                <a:lnTo>
                  <a:pt x="940539" y="151865"/>
                </a:lnTo>
                <a:close/>
                <a:moveTo>
                  <a:pt x="858578" y="150977"/>
                </a:moveTo>
                <a:lnTo>
                  <a:pt x="864575" y="150977"/>
                </a:lnTo>
                <a:lnTo>
                  <a:pt x="864575" y="151865"/>
                </a:lnTo>
                <a:lnTo>
                  <a:pt x="858578" y="151865"/>
                </a:lnTo>
                <a:close/>
                <a:moveTo>
                  <a:pt x="930044" y="150977"/>
                </a:moveTo>
                <a:lnTo>
                  <a:pt x="931043" y="150977"/>
                </a:lnTo>
                <a:lnTo>
                  <a:pt x="931043" y="151865"/>
                </a:lnTo>
                <a:lnTo>
                  <a:pt x="930044" y="151865"/>
                </a:lnTo>
                <a:close/>
                <a:moveTo>
                  <a:pt x="774118" y="150089"/>
                </a:moveTo>
                <a:lnTo>
                  <a:pt x="778117" y="150089"/>
                </a:lnTo>
                <a:lnTo>
                  <a:pt x="778117" y="151865"/>
                </a:lnTo>
                <a:lnTo>
                  <a:pt x="774118" y="151865"/>
                </a:lnTo>
                <a:close/>
                <a:moveTo>
                  <a:pt x="832590" y="150977"/>
                </a:moveTo>
                <a:lnTo>
                  <a:pt x="841086" y="150977"/>
                </a:lnTo>
                <a:lnTo>
                  <a:pt x="841086" y="151865"/>
                </a:lnTo>
                <a:lnTo>
                  <a:pt x="832590" y="151865"/>
                </a:lnTo>
                <a:close/>
                <a:moveTo>
                  <a:pt x="826093" y="150977"/>
                </a:moveTo>
                <a:lnTo>
                  <a:pt x="829592" y="150977"/>
                </a:lnTo>
                <a:lnTo>
                  <a:pt x="829592" y="151865"/>
                </a:lnTo>
                <a:lnTo>
                  <a:pt x="826093" y="151865"/>
                </a:lnTo>
                <a:close/>
                <a:moveTo>
                  <a:pt x="754128" y="149201"/>
                </a:moveTo>
                <a:lnTo>
                  <a:pt x="757626" y="149201"/>
                </a:lnTo>
                <a:lnTo>
                  <a:pt x="757626" y="151865"/>
                </a:lnTo>
                <a:lnTo>
                  <a:pt x="754128" y="151865"/>
                </a:lnTo>
                <a:close/>
                <a:moveTo>
                  <a:pt x="729640" y="150977"/>
                </a:moveTo>
                <a:lnTo>
                  <a:pt x="738136" y="150977"/>
                </a:lnTo>
                <a:lnTo>
                  <a:pt x="738136" y="151865"/>
                </a:lnTo>
                <a:lnTo>
                  <a:pt x="729640" y="151865"/>
                </a:lnTo>
                <a:close/>
                <a:moveTo>
                  <a:pt x="920048" y="150977"/>
                </a:moveTo>
                <a:lnTo>
                  <a:pt x="922547" y="150977"/>
                </a:lnTo>
                <a:lnTo>
                  <a:pt x="922547" y="151865"/>
                </a:lnTo>
                <a:lnTo>
                  <a:pt x="920048" y="151865"/>
                </a:lnTo>
                <a:close/>
                <a:moveTo>
                  <a:pt x="780615" y="150977"/>
                </a:moveTo>
                <a:lnTo>
                  <a:pt x="821596" y="150977"/>
                </a:lnTo>
                <a:lnTo>
                  <a:pt x="821596" y="151865"/>
                </a:lnTo>
                <a:lnTo>
                  <a:pt x="780615" y="151865"/>
                </a:lnTo>
                <a:close/>
                <a:moveTo>
                  <a:pt x="739635" y="150977"/>
                </a:moveTo>
                <a:lnTo>
                  <a:pt x="744133" y="150977"/>
                </a:lnTo>
                <a:lnTo>
                  <a:pt x="744133" y="151865"/>
                </a:lnTo>
                <a:lnTo>
                  <a:pt x="739635" y="151865"/>
                </a:lnTo>
                <a:close/>
                <a:moveTo>
                  <a:pt x="908054" y="150977"/>
                </a:moveTo>
                <a:lnTo>
                  <a:pt x="911053" y="150977"/>
                </a:lnTo>
                <a:lnTo>
                  <a:pt x="911053" y="151865"/>
                </a:lnTo>
                <a:lnTo>
                  <a:pt x="908054" y="151865"/>
                </a:lnTo>
                <a:close/>
                <a:moveTo>
                  <a:pt x="850582" y="150977"/>
                </a:moveTo>
                <a:lnTo>
                  <a:pt x="852581" y="150977"/>
                </a:lnTo>
                <a:lnTo>
                  <a:pt x="852581" y="151865"/>
                </a:lnTo>
                <a:lnTo>
                  <a:pt x="850582" y="151865"/>
                </a:lnTo>
                <a:close/>
                <a:moveTo>
                  <a:pt x="867574" y="150977"/>
                </a:moveTo>
                <a:lnTo>
                  <a:pt x="896060" y="150977"/>
                </a:lnTo>
                <a:lnTo>
                  <a:pt x="896060" y="151865"/>
                </a:lnTo>
                <a:lnTo>
                  <a:pt x="867574" y="151865"/>
                </a:lnTo>
                <a:close/>
                <a:moveTo>
                  <a:pt x="942538" y="150977"/>
                </a:moveTo>
                <a:lnTo>
                  <a:pt x="946036" y="150977"/>
                </a:lnTo>
                <a:lnTo>
                  <a:pt x="946036" y="151865"/>
                </a:lnTo>
                <a:lnTo>
                  <a:pt x="942538" y="151865"/>
                </a:lnTo>
                <a:close/>
                <a:moveTo>
                  <a:pt x="968025" y="150977"/>
                </a:moveTo>
                <a:lnTo>
                  <a:pt x="1000000" y="150977"/>
                </a:lnTo>
                <a:lnTo>
                  <a:pt x="1000000" y="151865"/>
                </a:lnTo>
                <a:lnTo>
                  <a:pt x="968025" y="151865"/>
                </a:lnTo>
                <a:close/>
                <a:moveTo>
                  <a:pt x="956531" y="149201"/>
                </a:moveTo>
                <a:lnTo>
                  <a:pt x="957031" y="149201"/>
                </a:lnTo>
                <a:lnTo>
                  <a:pt x="957031" y="151865"/>
                </a:lnTo>
                <a:lnTo>
                  <a:pt x="956531" y="151865"/>
                </a:lnTo>
                <a:close/>
                <a:moveTo>
                  <a:pt x="844085" y="150977"/>
                </a:moveTo>
                <a:lnTo>
                  <a:pt x="847583" y="150977"/>
                </a:lnTo>
                <a:lnTo>
                  <a:pt x="847583" y="151865"/>
                </a:lnTo>
                <a:lnTo>
                  <a:pt x="844085" y="151865"/>
                </a:lnTo>
                <a:close/>
                <a:moveTo>
                  <a:pt x="490" y="149201"/>
                </a:moveTo>
                <a:lnTo>
                  <a:pt x="720144" y="149201"/>
                </a:lnTo>
                <a:lnTo>
                  <a:pt x="720144" y="151865"/>
                </a:lnTo>
                <a:lnTo>
                  <a:pt x="490" y="151865"/>
                </a:lnTo>
                <a:close/>
                <a:moveTo>
                  <a:pt x="853081" y="150977"/>
                </a:moveTo>
                <a:lnTo>
                  <a:pt x="856579" y="150977"/>
                </a:lnTo>
                <a:lnTo>
                  <a:pt x="856579" y="151865"/>
                </a:lnTo>
                <a:lnTo>
                  <a:pt x="853081" y="151865"/>
                </a:lnTo>
                <a:close/>
                <a:moveTo>
                  <a:pt x="745132" y="151865"/>
                </a:moveTo>
                <a:lnTo>
                  <a:pt x="750630" y="151865"/>
                </a:lnTo>
                <a:lnTo>
                  <a:pt x="750630" y="152753"/>
                </a:lnTo>
                <a:lnTo>
                  <a:pt x="745132" y="152753"/>
                </a:lnTo>
                <a:close/>
                <a:moveTo>
                  <a:pt x="956531" y="151865"/>
                </a:moveTo>
                <a:lnTo>
                  <a:pt x="957530" y="151865"/>
                </a:lnTo>
                <a:lnTo>
                  <a:pt x="957530" y="152753"/>
                </a:lnTo>
                <a:lnTo>
                  <a:pt x="956531" y="152753"/>
                </a:lnTo>
                <a:close/>
                <a:moveTo>
                  <a:pt x="490" y="151865"/>
                </a:moveTo>
                <a:lnTo>
                  <a:pt x="720644" y="151865"/>
                </a:lnTo>
                <a:lnTo>
                  <a:pt x="720644" y="152753"/>
                </a:lnTo>
                <a:lnTo>
                  <a:pt x="490" y="152753"/>
                </a:lnTo>
                <a:close/>
                <a:moveTo>
                  <a:pt x="915551" y="151865"/>
                </a:moveTo>
                <a:lnTo>
                  <a:pt x="916050" y="151865"/>
                </a:lnTo>
                <a:lnTo>
                  <a:pt x="916050" y="152753"/>
                </a:lnTo>
                <a:lnTo>
                  <a:pt x="915551" y="152753"/>
                </a:lnTo>
                <a:close/>
                <a:moveTo>
                  <a:pt x="944537" y="151865"/>
                </a:moveTo>
                <a:lnTo>
                  <a:pt x="946036" y="151865"/>
                </a:lnTo>
                <a:lnTo>
                  <a:pt x="946036" y="152753"/>
                </a:lnTo>
                <a:lnTo>
                  <a:pt x="944537" y="152753"/>
                </a:lnTo>
                <a:close/>
                <a:moveTo>
                  <a:pt x="917550" y="150977"/>
                </a:moveTo>
                <a:lnTo>
                  <a:pt x="918549" y="150977"/>
                </a:lnTo>
                <a:lnTo>
                  <a:pt x="918549" y="152753"/>
                </a:lnTo>
                <a:lnTo>
                  <a:pt x="917550" y="152753"/>
                </a:lnTo>
                <a:close/>
                <a:moveTo>
                  <a:pt x="773619" y="151865"/>
                </a:moveTo>
                <a:lnTo>
                  <a:pt x="778117" y="151865"/>
                </a:lnTo>
                <a:lnTo>
                  <a:pt x="778117" y="152753"/>
                </a:lnTo>
                <a:lnTo>
                  <a:pt x="773619" y="152753"/>
                </a:lnTo>
                <a:close/>
                <a:moveTo>
                  <a:pt x="954032" y="150977"/>
                </a:moveTo>
                <a:lnTo>
                  <a:pt x="955032" y="150977"/>
                </a:lnTo>
                <a:lnTo>
                  <a:pt x="955032" y="152753"/>
                </a:lnTo>
                <a:lnTo>
                  <a:pt x="954032" y="152753"/>
                </a:lnTo>
                <a:close/>
                <a:moveTo>
                  <a:pt x="780116" y="151865"/>
                </a:moveTo>
                <a:lnTo>
                  <a:pt x="895560" y="151865"/>
                </a:lnTo>
                <a:lnTo>
                  <a:pt x="895560" y="152753"/>
                </a:lnTo>
                <a:lnTo>
                  <a:pt x="780116" y="152753"/>
                </a:lnTo>
                <a:close/>
                <a:moveTo>
                  <a:pt x="935041" y="150977"/>
                </a:moveTo>
                <a:lnTo>
                  <a:pt x="937040" y="150977"/>
                </a:lnTo>
                <a:lnTo>
                  <a:pt x="937040" y="152753"/>
                </a:lnTo>
                <a:lnTo>
                  <a:pt x="935041" y="152753"/>
                </a:lnTo>
                <a:close/>
                <a:moveTo>
                  <a:pt x="729140" y="151865"/>
                </a:moveTo>
                <a:lnTo>
                  <a:pt x="738136" y="151865"/>
                </a:lnTo>
                <a:lnTo>
                  <a:pt x="738136" y="152753"/>
                </a:lnTo>
                <a:lnTo>
                  <a:pt x="729140" y="152753"/>
                </a:lnTo>
                <a:close/>
                <a:moveTo>
                  <a:pt x="766622" y="151865"/>
                </a:moveTo>
                <a:lnTo>
                  <a:pt x="773119" y="151865"/>
                </a:lnTo>
                <a:lnTo>
                  <a:pt x="773119" y="152753"/>
                </a:lnTo>
                <a:lnTo>
                  <a:pt x="766622" y="152753"/>
                </a:lnTo>
                <a:close/>
                <a:moveTo>
                  <a:pt x="753628" y="151865"/>
                </a:moveTo>
                <a:lnTo>
                  <a:pt x="757626" y="151865"/>
                </a:lnTo>
                <a:lnTo>
                  <a:pt x="757626" y="152753"/>
                </a:lnTo>
                <a:lnTo>
                  <a:pt x="753628" y="152753"/>
                </a:lnTo>
                <a:close/>
                <a:moveTo>
                  <a:pt x="759126" y="150977"/>
                </a:moveTo>
                <a:lnTo>
                  <a:pt x="762624" y="150977"/>
                </a:lnTo>
                <a:lnTo>
                  <a:pt x="762624" y="152753"/>
                </a:lnTo>
                <a:lnTo>
                  <a:pt x="759126" y="152753"/>
                </a:lnTo>
                <a:close/>
                <a:moveTo>
                  <a:pt x="900058" y="150977"/>
                </a:moveTo>
                <a:lnTo>
                  <a:pt x="902557" y="150977"/>
                </a:lnTo>
                <a:lnTo>
                  <a:pt x="902557" y="152753"/>
                </a:lnTo>
                <a:lnTo>
                  <a:pt x="900058" y="152753"/>
                </a:lnTo>
                <a:close/>
                <a:moveTo>
                  <a:pt x="739635" y="151865"/>
                </a:moveTo>
                <a:lnTo>
                  <a:pt x="744633" y="151865"/>
                </a:lnTo>
                <a:lnTo>
                  <a:pt x="744633" y="152753"/>
                </a:lnTo>
                <a:lnTo>
                  <a:pt x="739635" y="152753"/>
                </a:lnTo>
                <a:close/>
                <a:moveTo>
                  <a:pt x="930044" y="151865"/>
                </a:moveTo>
                <a:lnTo>
                  <a:pt x="930543" y="151865"/>
                </a:lnTo>
                <a:lnTo>
                  <a:pt x="930543" y="152753"/>
                </a:lnTo>
                <a:lnTo>
                  <a:pt x="930044" y="152753"/>
                </a:lnTo>
                <a:close/>
                <a:moveTo>
                  <a:pt x="928045" y="151865"/>
                </a:moveTo>
                <a:lnTo>
                  <a:pt x="928544" y="151865"/>
                </a:lnTo>
                <a:lnTo>
                  <a:pt x="928544" y="153641"/>
                </a:lnTo>
                <a:lnTo>
                  <a:pt x="928045" y="153641"/>
                </a:lnTo>
                <a:close/>
                <a:moveTo>
                  <a:pt x="490" y="152753"/>
                </a:moveTo>
                <a:lnTo>
                  <a:pt x="751129" y="152753"/>
                </a:lnTo>
                <a:lnTo>
                  <a:pt x="751129" y="153641"/>
                </a:lnTo>
                <a:lnTo>
                  <a:pt x="490" y="153641"/>
                </a:lnTo>
                <a:close/>
                <a:moveTo>
                  <a:pt x="932043" y="152753"/>
                </a:moveTo>
                <a:lnTo>
                  <a:pt x="933542" y="152753"/>
                </a:lnTo>
                <a:lnTo>
                  <a:pt x="933542" y="153641"/>
                </a:lnTo>
                <a:lnTo>
                  <a:pt x="932043" y="153641"/>
                </a:lnTo>
                <a:close/>
                <a:moveTo>
                  <a:pt x="945036" y="152753"/>
                </a:moveTo>
                <a:lnTo>
                  <a:pt x="946036" y="152753"/>
                </a:lnTo>
                <a:lnTo>
                  <a:pt x="946036" y="153641"/>
                </a:lnTo>
                <a:lnTo>
                  <a:pt x="945036" y="153641"/>
                </a:lnTo>
                <a:close/>
                <a:moveTo>
                  <a:pt x="953532" y="152753"/>
                </a:moveTo>
                <a:lnTo>
                  <a:pt x="955032" y="152753"/>
                </a:lnTo>
                <a:lnTo>
                  <a:pt x="955032" y="153641"/>
                </a:lnTo>
                <a:lnTo>
                  <a:pt x="953532" y="153641"/>
                </a:lnTo>
                <a:close/>
                <a:moveTo>
                  <a:pt x="961528" y="152753"/>
                </a:moveTo>
                <a:lnTo>
                  <a:pt x="962028" y="152753"/>
                </a:lnTo>
                <a:lnTo>
                  <a:pt x="962028" y="153641"/>
                </a:lnTo>
                <a:lnTo>
                  <a:pt x="961528" y="153641"/>
                </a:lnTo>
                <a:close/>
                <a:moveTo>
                  <a:pt x="926046" y="150089"/>
                </a:moveTo>
                <a:lnTo>
                  <a:pt x="926545" y="150089"/>
                </a:lnTo>
                <a:lnTo>
                  <a:pt x="926545" y="153641"/>
                </a:lnTo>
                <a:lnTo>
                  <a:pt x="926046" y="153641"/>
                </a:lnTo>
                <a:close/>
                <a:moveTo>
                  <a:pt x="752629" y="152753"/>
                </a:moveTo>
                <a:lnTo>
                  <a:pt x="895560" y="152753"/>
                </a:lnTo>
                <a:lnTo>
                  <a:pt x="895560" y="153641"/>
                </a:lnTo>
                <a:lnTo>
                  <a:pt x="752629" y="153641"/>
                </a:lnTo>
                <a:close/>
                <a:moveTo>
                  <a:pt x="964027" y="151865"/>
                </a:moveTo>
                <a:lnTo>
                  <a:pt x="964527" y="151865"/>
                </a:lnTo>
                <a:lnTo>
                  <a:pt x="964527" y="153641"/>
                </a:lnTo>
                <a:lnTo>
                  <a:pt x="964027" y="153641"/>
                </a:lnTo>
                <a:close/>
                <a:moveTo>
                  <a:pt x="947535" y="150977"/>
                </a:moveTo>
                <a:lnTo>
                  <a:pt x="950034" y="150977"/>
                </a:lnTo>
                <a:lnTo>
                  <a:pt x="950034" y="153641"/>
                </a:lnTo>
                <a:lnTo>
                  <a:pt x="947535" y="153641"/>
                </a:lnTo>
                <a:close/>
                <a:moveTo>
                  <a:pt x="905056" y="150977"/>
                </a:moveTo>
                <a:lnTo>
                  <a:pt x="906055" y="150977"/>
                </a:lnTo>
                <a:lnTo>
                  <a:pt x="906055" y="153641"/>
                </a:lnTo>
                <a:lnTo>
                  <a:pt x="905056" y="153641"/>
                </a:lnTo>
                <a:close/>
                <a:moveTo>
                  <a:pt x="956531" y="152753"/>
                </a:moveTo>
                <a:lnTo>
                  <a:pt x="958030" y="152753"/>
                </a:lnTo>
                <a:lnTo>
                  <a:pt x="958030" y="153641"/>
                </a:lnTo>
                <a:lnTo>
                  <a:pt x="956531" y="153641"/>
                </a:lnTo>
                <a:close/>
                <a:moveTo>
                  <a:pt x="897059" y="152753"/>
                </a:moveTo>
                <a:lnTo>
                  <a:pt x="898559" y="152753"/>
                </a:lnTo>
                <a:lnTo>
                  <a:pt x="898559" y="153641"/>
                </a:lnTo>
                <a:lnTo>
                  <a:pt x="897059" y="153641"/>
                </a:lnTo>
                <a:close/>
                <a:moveTo>
                  <a:pt x="910053" y="151865"/>
                </a:moveTo>
                <a:lnTo>
                  <a:pt x="911053" y="151865"/>
                </a:lnTo>
                <a:lnTo>
                  <a:pt x="911053" y="153641"/>
                </a:lnTo>
                <a:lnTo>
                  <a:pt x="910053" y="153641"/>
                </a:lnTo>
                <a:close/>
                <a:moveTo>
                  <a:pt x="912552" y="148313"/>
                </a:moveTo>
                <a:lnTo>
                  <a:pt x="914051" y="148313"/>
                </a:lnTo>
                <a:lnTo>
                  <a:pt x="914051" y="154529"/>
                </a:lnTo>
                <a:lnTo>
                  <a:pt x="912552" y="154529"/>
                </a:lnTo>
                <a:close/>
                <a:moveTo>
                  <a:pt x="935541" y="152753"/>
                </a:moveTo>
                <a:lnTo>
                  <a:pt x="937040" y="152753"/>
                </a:lnTo>
                <a:lnTo>
                  <a:pt x="937040" y="154529"/>
                </a:lnTo>
                <a:lnTo>
                  <a:pt x="935541" y="154529"/>
                </a:lnTo>
                <a:close/>
                <a:moveTo>
                  <a:pt x="944537" y="153641"/>
                </a:moveTo>
                <a:lnTo>
                  <a:pt x="946036" y="153641"/>
                </a:lnTo>
                <a:lnTo>
                  <a:pt x="946036" y="154529"/>
                </a:lnTo>
                <a:lnTo>
                  <a:pt x="944537" y="154529"/>
                </a:lnTo>
                <a:close/>
                <a:moveTo>
                  <a:pt x="897059" y="153641"/>
                </a:moveTo>
                <a:lnTo>
                  <a:pt x="899058" y="153641"/>
                </a:lnTo>
                <a:lnTo>
                  <a:pt x="899058" y="154529"/>
                </a:lnTo>
                <a:lnTo>
                  <a:pt x="897059" y="154529"/>
                </a:lnTo>
                <a:close/>
                <a:moveTo>
                  <a:pt x="960529" y="153641"/>
                </a:moveTo>
                <a:lnTo>
                  <a:pt x="962528" y="153641"/>
                </a:lnTo>
                <a:lnTo>
                  <a:pt x="962528" y="154529"/>
                </a:lnTo>
                <a:lnTo>
                  <a:pt x="960529" y="154529"/>
                </a:lnTo>
                <a:close/>
                <a:moveTo>
                  <a:pt x="947535" y="153641"/>
                </a:moveTo>
                <a:lnTo>
                  <a:pt x="951034" y="153641"/>
                </a:lnTo>
                <a:lnTo>
                  <a:pt x="951034" y="154529"/>
                </a:lnTo>
                <a:lnTo>
                  <a:pt x="947535" y="154529"/>
                </a:lnTo>
                <a:close/>
                <a:moveTo>
                  <a:pt x="922047" y="153641"/>
                </a:moveTo>
                <a:lnTo>
                  <a:pt x="923047" y="153641"/>
                </a:lnTo>
                <a:lnTo>
                  <a:pt x="923047" y="154529"/>
                </a:lnTo>
                <a:lnTo>
                  <a:pt x="922047" y="154529"/>
                </a:lnTo>
                <a:close/>
                <a:moveTo>
                  <a:pt x="910053" y="153641"/>
                </a:moveTo>
                <a:lnTo>
                  <a:pt x="911552" y="153641"/>
                </a:lnTo>
                <a:lnTo>
                  <a:pt x="911552" y="154529"/>
                </a:lnTo>
                <a:lnTo>
                  <a:pt x="910053" y="154529"/>
                </a:lnTo>
                <a:close/>
                <a:moveTo>
                  <a:pt x="970524" y="151865"/>
                </a:moveTo>
                <a:lnTo>
                  <a:pt x="1000000" y="151865"/>
                </a:lnTo>
                <a:lnTo>
                  <a:pt x="1000000" y="154529"/>
                </a:lnTo>
                <a:lnTo>
                  <a:pt x="970524" y="154529"/>
                </a:lnTo>
                <a:close/>
                <a:moveTo>
                  <a:pt x="915551" y="152753"/>
                </a:moveTo>
                <a:lnTo>
                  <a:pt x="916550" y="152753"/>
                </a:lnTo>
                <a:lnTo>
                  <a:pt x="916550" y="154529"/>
                </a:lnTo>
                <a:lnTo>
                  <a:pt x="915551" y="154529"/>
                </a:lnTo>
                <a:close/>
                <a:moveTo>
                  <a:pt x="927545" y="153641"/>
                </a:moveTo>
                <a:lnTo>
                  <a:pt x="929044" y="153641"/>
                </a:lnTo>
                <a:lnTo>
                  <a:pt x="929044" y="154529"/>
                </a:lnTo>
                <a:lnTo>
                  <a:pt x="927545" y="154529"/>
                </a:lnTo>
                <a:close/>
                <a:moveTo>
                  <a:pt x="932043" y="153641"/>
                </a:moveTo>
                <a:lnTo>
                  <a:pt x="934042" y="153641"/>
                </a:lnTo>
                <a:lnTo>
                  <a:pt x="934042" y="154529"/>
                </a:lnTo>
                <a:lnTo>
                  <a:pt x="932043" y="154529"/>
                </a:lnTo>
                <a:close/>
                <a:moveTo>
                  <a:pt x="900558" y="152753"/>
                </a:moveTo>
                <a:lnTo>
                  <a:pt x="903057" y="152753"/>
                </a:lnTo>
                <a:lnTo>
                  <a:pt x="903057" y="154529"/>
                </a:lnTo>
                <a:lnTo>
                  <a:pt x="900558" y="154529"/>
                </a:lnTo>
                <a:close/>
                <a:moveTo>
                  <a:pt x="904556" y="153641"/>
                </a:moveTo>
                <a:lnTo>
                  <a:pt x="906555" y="153641"/>
                </a:lnTo>
                <a:lnTo>
                  <a:pt x="906555" y="154529"/>
                </a:lnTo>
                <a:lnTo>
                  <a:pt x="904556" y="154529"/>
                </a:lnTo>
                <a:close/>
                <a:moveTo>
                  <a:pt x="918049" y="152753"/>
                </a:moveTo>
                <a:lnTo>
                  <a:pt x="918549" y="152753"/>
                </a:lnTo>
                <a:lnTo>
                  <a:pt x="918549" y="154529"/>
                </a:lnTo>
                <a:lnTo>
                  <a:pt x="918049" y="154529"/>
                </a:lnTo>
                <a:close/>
                <a:moveTo>
                  <a:pt x="490" y="153641"/>
                </a:moveTo>
                <a:lnTo>
                  <a:pt x="895560" y="153641"/>
                </a:lnTo>
                <a:lnTo>
                  <a:pt x="895560" y="154529"/>
                </a:lnTo>
                <a:lnTo>
                  <a:pt x="490" y="154529"/>
                </a:lnTo>
                <a:close/>
                <a:moveTo>
                  <a:pt x="938540" y="151865"/>
                </a:moveTo>
                <a:lnTo>
                  <a:pt x="941038" y="151865"/>
                </a:lnTo>
                <a:lnTo>
                  <a:pt x="941038" y="154529"/>
                </a:lnTo>
                <a:lnTo>
                  <a:pt x="938540" y="154529"/>
                </a:lnTo>
                <a:close/>
                <a:moveTo>
                  <a:pt x="963528" y="153641"/>
                </a:moveTo>
                <a:lnTo>
                  <a:pt x="965027" y="153641"/>
                </a:lnTo>
                <a:lnTo>
                  <a:pt x="965027" y="154529"/>
                </a:lnTo>
                <a:lnTo>
                  <a:pt x="963528" y="154529"/>
                </a:lnTo>
                <a:close/>
                <a:moveTo>
                  <a:pt x="956531" y="153641"/>
                </a:moveTo>
                <a:lnTo>
                  <a:pt x="958530" y="153641"/>
                </a:lnTo>
                <a:lnTo>
                  <a:pt x="958530" y="154529"/>
                </a:lnTo>
                <a:lnTo>
                  <a:pt x="956531" y="154529"/>
                </a:lnTo>
                <a:close/>
                <a:moveTo>
                  <a:pt x="953033" y="153641"/>
                </a:moveTo>
                <a:lnTo>
                  <a:pt x="955032" y="153641"/>
                </a:lnTo>
                <a:lnTo>
                  <a:pt x="955032" y="154529"/>
                </a:lnTo>
                <a:lnTo>
                  <a:pt x="953033" y="154529"/>
                </a:lnTo>
                <a:close/>
                <a:moveTo>
                  <a:pt x="925046" y="153641"/>
                </a:moveTo>
                <a:lnTo>
                  <a:pt x="926545" y="153641"/>
                </a:lnTo>
                <a:lnTo>
                  <a:pt x="926545" y="154529"/>
                </a:lnTo>
                <a:lnTo>
                  <a:pt x="925046" y="154529"/>
                </a:lnTo>
                <a:close/>
                <a:moveTo>
                  <a:pt x="490" y="154529"/>
                </a:moveTo>
                <a:lnTo>
                  <a:pt x="1000000" y="154529"/>
                </a:lnTo>
                <a:lnTo>
                  <a:pt x="1000000" y="314387"/>
                </a:lnTo>
                <a:lnTo>
                  <a:pt x="490" y="314387"/>
                </a:lnTo>
                <a:close/>
                <a:moveTo>
                  <a:pt x="490" y="314387"/>
                </a:moveTo>
                <a:lnTo>
                  <a:pt x="725642" y="314387"/>
                </a:lnTo>
                <a:lnTo>
                  <a:pt x="725642" y="315275"/>
                </a:lnTo>
                <a:lnTo>
                  <a:pt x="490" y="315275"/>
                </a:lnTo>
                <a:close/>
                <a:moveTo>
                  <a:pt x="733138" y="314387"/>
                </a:moveTo>
                <a:lnTo>
                  <a:pt x="1000000" y="314387"/>
                </a:lnTo>
                <a:lnTo>
                  <a:pt x="1000000" y="318828"/>
                </a:lnTo>
                <a:lnTo>
                  <a:pt x="733138" y="318828"/>
                </a:lnTo>
                <a:close/>
                <a:moveTo>
                  <a:pt x="733138" y="318828"/>
                </a:moveTo>
                <a:lnTo>
                  <a:pt x="762624" y="318828"/>
                </a:lnTo>
                <a:lnTo>
                  <a:pt x="762624" y="319716"/>
                </a:lnTo>
                <a:lnTo>
                  <a:pt x="733138" y="319716"/>
                </a:lnTo>
                <a:close/>
                <a:moveTo>
                  <a:pt x="490" y="315275"/>
                </a:moveTo>
                <a:lnTo>
                  <a:pt x="725142" y="315275"/>
                </a:lnTo>
                <a:lnTo>
                  <a:pt x="725142" y="333037"/>
                </a:lnTo>
                <a:lnTo>
                  <a:pt x="490" y="333037"/>
                </a:lnTo>
                <a:close/>
                <a:moveTo>
                  <a:pt x="733138" y="319716"/>
                </a:moveTo>
                <a:lnTo>
                  <a:pt x="762124" y="319716"/>
                </a:lnTo>
                <a:lnTo>
                  <a:pt x="762124" y="333037"/>
                </a:lnTo>
                <a:lnTo>
                  <a:pt x="733138" y="333037"/>
                </a:lnTo>
                <a:close/>
                <a:moveTo>
                  <a:pt x="490" y="333037"/>
                </a:moveTo>
                <a:lnTo>
                  <a:pt x="704152" y="333037"/>
                </a:lnTo>
                <a:lnTo>
                  <a:pt x="704152" y="364121"/>
                </a:lnTo>
                <a:lnTo>
                  <a:pt x="490" y="364121"/>
                </a:lnTo>
                <a:close/>
                <a:moveTo>
                  <a:pt x="490" y="364121"/>
                </a:moveTo>
                <a:lnTo>
                  <a:pt x="681663" y="364121"/>
                </a:lnTo>
                <a:lnTo>
                  <a:pt x="681663" y="365009"/>
                </a:lnTo>
                <a:lnTo>
                  <a:pt x="490" y="365009"/>
                </a:lnTo>
                <a:close/>
                <a:moveTo>
                  <a:pt x="490" y="365009"/>
                </a:moveTo>
                <a:lnTo>
                  <a:pt x="680164" y="365009"/>
                </a:lnTo>
                <a:lnTo>
                  <a:pt x="680164" y="365897"/>
                </a:lnTo>
                <a:lnTo>
                  <a:pt x="490" y="365897"/>
                </a:lnTo>
                <a:close/>
                <a:moveTo>
                  <a:pt x="490" y="365897"/>
                </a:moveTo>
                <a:lnTo>
                  <a:pt x="678664" y="365897"/>
                </a:lnTo>
                <a:lnTo>
                  <a:pt x="678664" y="366785"/>
                </a:lnTo>
                <a:lnTo>
                  <a:pt x="490" y="366785"/>
                </a:lnTo>
                <a:close/>
                <a:moveTo>
                  <a:pt x="490" y="366785"/>
                </a:moveTo>
                <a:lnTo>
                  <a:pt x="677665" y="366785"/>
                </a:lnTo>
                <a:lnTo>
                  <a:pt x="677665" y="367673"/>
                </a:lnTo>
                <a:lnTo>
                  <a:pt x="490" y="367673"/>
                </a:lnTo>
                <a:close/>
                <a:moveTo>
                  <a:pt x="490" y="367673"/>
                </a:moveTo>
                <a:lnTo>
                  <a:pt x="677165" y="367673"/>
                </a:lnTo>
                <a:lnTo>
                  <a:pt x="677165" y="368561"/>
                </a:lnTo>
                <a:lnTo>
                  <a:pt x="490" y="368561"/>
                </a:lnTo>
                <a:close/>
                <a:moveTo>
                  <a:pt x="490" y="368561"/>
                </a:moveTo>
                <a:lnTo>
                  <a:pt x="676665" y="368561"/>
                </a:lnTo>
                <a:lnTo>
                  <a:pt x="676665" y="369449"/>
                </a:lnTo>
                <a:lnTo>
                  <a:pt x="490" y="369449"/>
                </a:lnTo>
                <a:close/>
                <a:moveTo>
                  <a:pt x="490" y="369449"/>
                </a:moveTo>
                <a:lnTo>
                  <a:pt x="676165" y="369449"/>
                </a:lnTo>
                <a:lnTo>
                  <a:pt x="676165" y="370337"/>
                </a:lnTo>
                <a:lnTo>
                  <a:pt x="490" y="370337"/>
                </a:lnTo>
                <a:close/>
                <a:moveTo>
                  <a:pt x="490" y="370337"/>
                </a:moveTo>
                <a:lnTo>
                  <a:pt x="675666" y="370337"/>
                </a:lnTo>
                <a:lnTo>
                  <a:pt x="675666" y="371226"/>
                </a:lnTo>
                <a:lnTo>
                  <a:pt x="490" y="371226"/>
                </a:lnTo>
                <a:close/>
                <a:moveTo>
                  <a:pt x="490" y="371226"/>
                </a:moveTo>
                <a:lnTo>
                  <a:pt x="675166" y="371226"/>
                </a:lnTo>
                <a:lnTo>
                  <a:pt x="675166" y="373002"/>
                </a:lnTo>
                <a:lnTo>
                  <a:pt x="490" y="373002"/>
                </a:lnTo>
                <a:close/>
                <a:moveTo>
                  <a:pt x="490" y="373002"/>
                </a:moveTo>
                <a:lnTo>
                  <a:pt x="674666" y="373002"/>
                </a:lnTo>
                <a:lnTo>
                  <a:pt x="674666" y="374778"/>
                </a:lnTo>
                <a:lnTo>
                  <a:pt x="490" y="374778"/>
                </a:lnTo>
                <a:close/>
                <a:moveTo>
                  <a:pt x="694157" y="364121"/>
                </a:moveTo>
                <a:lnTo>
                  <a:pt x="704152" y="364121"/>
                </a:lnTo>
                <a:lnTo>
                  <a:pt x="704152" y="374778"/>
                </a:lnTo>
                <a:lnTo>
                  <a:pt x="694157" y="374778"/>
                </a:lnTo>
                <a:close/>
                <a:moveTo>
                  <a:pt x="689659" y="374778"/>
                </a:moveTo>
                <a:lnTo>
                  <a:pt x="704152" y="374778"/>
                </a:lnTo>
                <a:lnTo>
                  <a:pt x="704152" y="375666"/>
                </a:lnTo>
                <a:lnTo>
                  <a:pt x="689659" y="375666"/>
                </a:lnTo>
                <a:close/>
                <a:moveTo>
                  <a:pt x="686161" y="375666"/>
                </a:moveTo>
                <a:lnTo>
                  <a:pt x="704152" y="375666"/>
                </a:lnTo>
                <a:lnTo>
                  <a:pt x="704152" y="376554"/>
                </a:lnTo>
                <a:lnTo>
                  <a:pt x="686161" y="376554"/>
                </a:lnTo>
                <a:close/>
                <a:moveTo>
                  <a:pt x="685161" y="376554"/>
                </a:moveTo>
                <a:lnTo>
                  <a:pt x="704152" y="376554"/>
                </a:lnTo>
                <a:lnTo>
                  <a:pt x="704152" y="377442"/>
                </a:lnTo>
                <a:lnTo>
                  <a:pt x="685161" y="377442"/>
                </a:lnTo>
                <a:close/>
                <a:moveTo>
                  <a:pt x="490" y="374778"/>
                </a:moveTo>
                <a:lnTo>
                  <a:pt x="674166" y="374778"/>
                </a:lnTo>
                <a:lnTo>
                  <a:pt x="674166" y="377442"/>
                </a:lnTo>
                <a:lnTo>
                  <a:pt x="490" y="377442"/>
                </a:lnTo>
                <a:close/>
                <a:moveTo>
                  <a:pt x="684661" y="377442"/>
                </a:moveTo>
                <a:lnTo>
                  <a:pt x="704152" y="377442"/>
                </a:lnTo>
                <a:lnTo>
                  <a:pt x="704152" y="378330"/>
                </a:lnTo>
                <a:lnTo>
                  <a:pt x="684661" y="378330"/>
                </a:lnTo>
                <a:close/>
                <a:moveTo>
                  <a:pt x="684162" y="378330"/>
                </a:moveTo>
                <a:lnTo>
                  <a:pt x="704152" y="378330"/>
                </a:lnTo>
                <a:lnTo>
                  <a:pt x="704152" y="379218"/>
                </a:lnTo>
                <a:lnTo>
                  <a:pt x="684162" y="379218"/>
                </a:lnTo>
                <a:close/>
                <a:moveTo>
                  <a:pt x="683662" y="379218"/>
                </a:moveTo>
                <a:lnTo>
                  <a:pt x="704152" y="379218"/>
                </a:lnTo>
                <a:lnTo>
                  <a:pt x="704152" y="380995"/>
                </a:lnTo>
                <a:lnTo>
                  <a:pt x="683662" y="380995"/>
                </a:lnTo>
                <a:close/>
                <a:moveTo>
                  <a:pt x="490" y="377442"/>
                </a:moveTo>
                <a:lnTo>
                  <a:pt x="673667" y="377442"/>
                </a:lnTo>
                <a:lnTo>
                  <a:pt x="673667" y="380995"/>
                </a:lnTo>
                <a:lnTo>
                  <a:pt x="490" y="380995"/>
                </a:lnTo>
                <a:close/>
                <a:moveTo>
                  <a:pt x="683162" y="380995"/>
                </a:moveTo>
                <a:lnTo>
                  <a:pt x="704152" y="380995"/>
                </a:lnTo>
                <a:lnTo>
                  <a:pt x="704152" y="383659"/>
                </a:lnTo>
                <a:lnTo>
                  <a:pt x="683162" y="383659"/>
                </a:lnTo>
                <a:close/>
                <a:moveTo>
                  <a:pt x="754628" y="333037"/>
                </a:moveTo>
                <a:lnTo>
                  <a:pt x="762124" y="333037"/>
                </a:lnTo>
                <a:lnTo>
                  <a:pt x="762124" y="388988"/>
                </a:lnTo>
                <a:lnTo>
                  <a:pt x="754628" y="388988"/>
                </a:lnTo>
                <a:close/>
                <a:moveTo>
                  <a:pt x="733138" y="383659"/>
                </a:moveTo>
                <a:lnTo>
                  <a:pt x="746632" y="383659"/>
                </a:lnTo>
                <a:lnTo>
                  <a:pt x="746632" y="388988"/>
                </a:lnTo>
                <a:lnTo>
                  <a:pt x="733138" y="388988"/>
                </a:lnTo>
                <a:close/>
                <a:moveTo>
                  <a:pt x="682662" y="383659"/>
                </a:moveTo>
                <a:lnTo>
                  <a:pt x="704152" y="383659"/>
                </a:lnTo>
                <a:lnTo>
                  <a:pt x="704152" y="389876"/>
                </a:lnTo>
                <a:lnTo>
                  <a:pt x="682662" y="389876"/>
                </a:lnTo>
                <a:close/>
                <a:moveTo>
                  <a:pt x="711648" y="383659"/>
                </a:moveTo>
                <a:lnTo>
                  <a:pt x="725142" y="383659"/>
                </a:lnTo>
                <a:lnTo>
                  <a:pt x="725142" y="389876"/>
                </a:lnTo>
                <a:lnTo>
                  <a:pt x="711648" y="389876"/>
                </a:lnTo>
                <a:close/>
                <a:moveTo>
                  <a:pt x="490" y="380995"/>
                </a:moveTo>
                <a:lnTo>
                  <a:pt x="673167" y="380995"/>
                </a:lnTo>
                <a:lnTo>
                  <a:pt x="673167" y="396980"/>
                </a:lnTo>
                <a:lnTo>
                  <a:pt x="490" y="396980"/>
                </a:lnTo>
                <a:close/>
                <a:moveTo>
                  <a:pt x="78452" y="396980"/>
                </a:moveTo>
                <a:lnTo>
                  <a:pt x="673167" y="396980"/>
                </a:lnTo>
                <a:lnTo>
                  <a:pt x="673167" y="397869"/>
                </a:lnTo>
                <a:lnTo>
                  <a:pt x="78452" y="397869"/>
                </a:lnTo>
                <a:close/>
                <a:moveTo>
                  <a:pt x="81451" y="397869"/>
                </a:moveTo>
                <a:lnTo>
                  <a:pt x="673167" y="397869"/>
                </a:lnTo>
                <a:lnTo>
                  <a:pt x="673167" y="398757"/>
                </a:lnTo>
                <a:lnTo>
                  <a:pt x="81451" y="398757"/>
                </a:lnTo>
                <a:close/>
                <a:moveTo>
                  <a:pt x="82950" y="398757"/>
                </a:moveTo>
                <a:lnTo>
                  <a:pt x="673167" y="398757"/>
                </a:lnTo>
                <a:lnTo>
                  <a:pt x="673167" y="399645"/>
                </a:lnTo>
                <a:lnTo>
                  <a:pt x="82950" y="399645"/>
                </a:lnTo>
                <a:close/>
                <a:moveTo>
                  <a:pt x="83950" y="399645"/>
                </a:moveTo>
                <a:lnTo>
                  <a:pt x="673167" y="399645"/>
                </a:lnTo>
                <a:lnTo>
                  <a:pt x="673167" y="400533"/>
                </a:lnTo>
                <a:lnTo>
                  <a:pt x="83950" y="400533"/>
                </a:lnTo>
                <a:close/>
                <a:moveTo>
                  <a:pt x="84949" y="400533"/>
                </a:moveTo>
                <a:lnTo>
                  <a:pt x="673167" y="400533"/>
                </a:lnTo>
                <a:lnTo>
                  <a:pt x="673167" y="401421"/>
                </a:lnTo>
                <a:lnTo>
                  <a:pt x="84949" y="401421"/>
                </a:lnTo>
                <a:close/>
                <a:moveTo>
                  <a:pt x="85949" y="401421"/>
                </a:moveTo>
                <a:lnTo>
                  <a:pt x="673167" y="401421"/>
                </a:lnTo>
                <a:lnTo>
                  <a:pt x="673167" y="402309"/>
                </a:lnTo>
                <a:lnTo>
                  <a:pt x="85949" y="402309"/>
                </a:lnTo>
                <a:close/>
                <a:moveTo>
                  <a:pt x="86948" y="402309"/>
                </a:moveTo>
                <a:lnTo>
                  <a:pt x="673167" y="402309"/>
                </a:lnTo>
                <a:lnTo>
                  <a:pt x="673167" y="403197"/>
                </a:lnTo>
                <a:lnTo>
                  <a:pt x="86948" y="403197"/>
                </a:lnTo>
                <a:close/>
                <a:moveTo>
                  <a:pt x="87448" y="403197"/>
                </a:moveTo>
                <a:lnTo>
                  <a:pt x="673167" y="403197"/>
                </a:lnTo>
                <a:lnTo>
                  <a:pt x="673167" y="404085"/>
                </a:lnTo>
                <a:lnTo>
                  <a:pt x="87448" y="404085"/>
                </a:lnTo>
                <a:close/>
                <a:moveTo>
                  <a:pt x="87948" y="404085"/>
                </a:moveTo>
                <a:lnTo>
                  <a:pt x="673167" y="404085"/>
                </a:lnTo>
                <a:lnTo>
                  <a:pt x="673167" y="404973"/>
                </a:lnTo>
                <a:lnTo>
                  <a:pt x="87948" y="404973"/>
                </a:lnTo>
                <a:close/>
                <a:moveTo>
                  <a:pt x="88947" y="404973"/>
                </a:moveTo>
                <a:lnTo>
                  <a:pt x="214887" y="404973"/>
                </a:lnTo>
                <a:lnTo>
                  <a:pt x="214887" y="405861"/>
                </a:lnTo>
                <a:lnTo>
                  <a:pt x="88947" y="405861"/>
                </a:lnTo>
                <a:close/>
                <a:moveTo>
                  <a:pt x="215387" y="404973"/>
                </a:moveTo>
                <a:lnTo>
                  <a:pt x="673167" y="404973"/>
                </a:lnTo>
                <a:lnTo>
                  <a:pt x="673167" y="405861"/>
                </a:lnTo>
                <a:lnTo>
                  <a:pt x="215387" y="405861"/>
                </a:lnTo>
                <a:close/>
                <a:moveTo>
                  <a:pt x="215886" y="405861"/>
                </a:moveTo>
                <a:lnTo>
                  <a:pt x="273359" y="405861"/>
                </a:lnTo>
                <a:lnTo>
                  <a:pt x="273359" y="406750"/>
                </a:lnTo>
                <a:lnTo>
                  <a:pt x="215886" y="406750"/>
                </a:lnTo>
                <a:close/>
                <a:moveTo>
                  <a:pt x="273859" y="405861"/>
                </a:moveTo>
                <a:lnTo>
                  <a:pt x="387804" y="405861"/>
                </a:lnTo>
                <a:lnTo>
                  <a:pt x="387804" y="406750"/>
                </a:lnTo>
                <a:lnTo>
                  <a:pt x="273859" y="406750"/>
                </a:lnTo>
                <a:close/>
                <a:moveTo>
                  <a:pt x="89447" y="405861"/>
                </a:moveTo>
                <a:lnTo>
                  <a:pt x="213388" y="405861"/>
                </a:lnTo>
                <a:lnTo>
                  <a:pt x="213388" y="406750"/>
                </a:lnTo>
                <a:lnTo>
                  <a:pt x="89447" y="406750"/>
                </a:lnTo>
                <a:close/>
                <a:moveTo>
                  <a:pt x="389303" y="405861"/>
                </a:moveTo>
                <a:lnTo>
                  <a:pt x="673667" y="405861"/>
                </a:lnTo>
                <a:lnTo>
                  <a:pt x="673667" y="406750"/>
                </a:lnTo>
                <a:lnTo>
                  <a:pt x="389303" y="406750"/>
                </a:lnTo>
                <a:close/>
                <a:moveTo>
                  <a:pt x="394800" y="406750"/>
                </a:moveTo>
                <a:lnTo>
                  <a:pt x="490754" y="406750"/>
                </a:lnTo>
                <a:lnTo>
                  <a:pt x="490754" y="407638"/>
                </a:lnTo>
                <a:lnTo>
                  <a:pt x="394800" y="407638"/>
                </a:lnTo>
                <a:close/>
                <a:moveTo>
                  <a:pt x="553224" y="406750"/>
                </a:moveTo>
                <a:lnTo>
                  <a:pt x="571716" y="406750"/>
                </a:lnTo>
                <a:lnTo>
                  <a:pt x="571716" y="407638"/>
                </a:lnTo>
                <a:lnTo>
                  <a:pt x="553224" y="407638"/>
                </a:lnTo>
                <a:close/>
                <a:moveTo>
                  <a:pt x="215886" y="406750"/>
                </a:moveTo>
                <a:lnTo>
                  <a:pt x="254368" y="406750"/>
                </a:lnTo>
                <a:lnTo>
                  <a:pt x="254368" y="407638"/>
                </a:lnTo>
                <a:lnTo>
                  <a:pt x="215886" y="407638"/>
                </a:lnTo>
                <a:close/>
                <a:moveTo>
                  <a:pt x="89947" y="406750"/>
                </a:moveTo>
                <a:lnTo>
                  <a:pt x="211888" y="406750"/>
                </a:lnTo>
                <a:lnTo>
                  <a:pt x="211888" y="407638"/>
                </a:lnTo>
                <a:lnTo>
                  <a:pt x="89947" y="407638"/>
                </a:lnTo>
                <a:close/>
                <a:moveTo>
                  <a:pt x="575214" y="406750"/>
                </a:moveTo>
                <a:lnTo>
                  <a:pt x="610197" y="406750"/>
                </a:lnTo>
                <a:lnTo>
                  <a:pt x="610197" y="407638"/>
                </a:lnTo>
                <a:lnTo>
                  <a:pt x="575214" y="407638"/>
                </a:lnTo>
                <a:close/>
                <a:moveTo>
                  <a:pt x="611197" y="406750"/>
                </a:moveTo>
                <a:lnTo>
                  <a:pt x="631187" y="406750"/>
                </a:lnTo>
                <a:lnTo>
                  <a:pt x="631187" y="407638"/>
                </a:lnTo>
                <a:lnTo>
                  <a:pt x="611197" y="407638"/>
                </a:lnTo>
                <a:close/>
                <a:moveTo>
                  <a:pt x="515243" y="406750"/>
                </a:moveTo>
                <a:lnTo>
                  <a:pt x="551725" y="406750"/>
                </a:lnTo>
                <a:lnTo>
                  <a:pt x="551725" y="407638"/>
                </a:lnTo>
                <a:lnTo>
                  <a:pt x="515243" y="407638"/>
                </a:lnTo>
                <a:close/>
                <a:moveTo>
                  <a:pt x="276357" y="406750"/>
                </a:moveTo>
                <a:lnTo>
                  <a:pt x="333830" y="406750"/>
                </a:lnTo>
                <a:lnTo>
                  <a:pt x="333830" y="407638"/>
                </a:lnTo>
                <a:lnTo>
                  <a:pt x="276357" y="407638"/>
                </a:lnTo>
                <a:close/>
                <a:moveTo>
                  <a:pt x="493753" y="406750"/>
                </a:moveTo>
                <a:lnTo>
                  <a:pt x="513244" y="406750"/>
                </a:lnTo>
                <a:lnTo>
                  <a:pt x="513244" y="407638"/>
                </a:lnTo>
                <a:lnTo>
                  <a:pt x="493753" y="407638"/>
                </a:lnTo>
                <a:close/>
                <a:moveTo>
                  <a:pt x="395800" y="407638"/>
                </a:moveTo>
                <a:lnTo>
                  <a:pt x="490754" y="407638"/>
                </a:lnTo>
                <a:lnTo>
                  <a:pt x="490754" y="408526"/>
                </a:lnTo>
                <a:lnTo>
                  <a:pt x="395800" y="408526"/>
                </a:lnTo>
                <a:close/>
                <a:moveTo>
                  <a:pt x="554724" y="407638"/>
                </a:moveTo>
                <a:lnTo>
                  <a:pt x="571716" y="407638"/>
                </a:lnTo>
                <a:lnTo>
                  <a:pt x="571716" y="408526"/>
                </a:lnTo>
                <a:lnTo>
                  <a:pt x="554724" y="408526"/>
                </a:lnTo>
                <a:close/>
                <a:moveTo>
                  <a:pt x="261365" y="406750"/>
                </a:moveTo>
                <a:lnTo>
                  <a:pt x="273359" y="406750"/>
                </a:lnTo>
                <a:lnTo>
                  <a:pt x="273359" y="408526"/>
                </a:lnTo>
                <a:lnTo>
                  <a:pt x="261365" y="408526"/>
                </a:lnTo>
                <a:close/>
                <a:moveTo>
                  <a:pt x="336828" y="406750"/>
                </a:moveTo>
                <a:lnTo>
                  <a:pt x="387304" y="406750"/>
                </a:lnTo>
                <a:lnTo>
                  <a:pt x="387304" y="408526"/>
                </a:lnTo>
                <a:lnTo>
                  <a:pt x="336828" y="408526"/>
                </a:lnTo>
                <a:close/>
                <a:moveTo>
                  <a:pt x="612696" y="407638"/>
                </a:moveTo>
                <a:lnTo>
                  <a:pt x="631187" y="407638"/>
                </a:lnTo>
                <a:lnTo>
                  <a:pt x="631187" y="408526"/>
                </a:lnTo>
                <a:lnTo>
                  <a:pt x="612696" y="408526"/>
                </a:lnTo>
                <a:close/>
                <a:moveTo>
                  <a:pt x="89947" y="407638"/>
                </a:moveTo>
                <a:lnTo>
                  <a:pt x="210389" y="407638"/>
                </a:lnTo>
                <a:lnTo>
                  <a:pt x="210389" y="408526"/>
                </a:lnTo>
                <a:lnTo>
                  <a:pt x="89947" y="408526"/>
                </a:lnTo>
                <a:close/>
                <a:moveTo>
                  <a:pt x="517741" y="407638"/>
                </a:moveTo>
                <a:lnTo>
                  <a:pt x="551725" y="407638"/>
                </a:lnTo>
                <a:lnTo>
                  <a:pt x="551725" y="408526"/>
                </a:lnTo>
                <a:lnTo>
                  <a:pt x="517741" y="408526"/>
                </a:lnTo>
                <a:close/>
                <a:moveTo>
                  <a:pt x="578212" y="407638"/>
                </a:moveTo>
                <a:lnTo>
                  <a:pt x="609697" y="407638"/>
                </a:lnTo>
                <a:lnTo>
                  <a:pt x="609697" y="408526"/>
                </a:lnTo>
                <a:lnTo>
                  <a:pt x="578212" y="408526"/>
                </a:lnTo>
                <a:close/>
                <a:moveTo>
                  <a:pt x="279356" y="407638"/>
                </a:moveTo>
                <a:lnTo>
                  <a:pt x="331331" y="407638"/>
                </a:lnTo>
                <a:lnTo>
                  <a:pt x="331331" y="408526"/>
                </a:lnTo>
                <a:lnTo>
                  <a:pt x="279356" y="408526"/>
                </a:lnTo>
                <a:close/>
                <a:moveTo>
                  <a:pt x="497251" y="407638"/>
                </a:moveTo>
                <a:lnTo>
                  <a:pt x="513244" y="407638"/>
                </a:lnTo>
                <a:lnTo>
                  <a:pt x="513244" y="408526"/>
                </a:lnTo>
                <a:lnTo>
                  <a:pt x="497251" y="408526"/>
                </a:lnTo>
                <a:close/>
                <a:moveTo>
                  <a:pt x="519741" y="408526"/>
                </a:moveTo>
                <a:lnTo>
                  <a:pt x="551225" y="408526"/>
                </a:lnTo>
                <a:lnTo>
                  <a:pt x="551225" y="409414"/>
                </a:lnTo>
                <a:lnTo>
                  <a:pt x="519741" y="409414"/>
                </a:lnTo>
                <a:close/>
                <a:moveTo>
                  <a:pt x="614195" y="408526"/>
                </a:moveTo>
                <a:lnTo>
                  <a:pt x="631187" y="408526"/>
                </a:lnTo>
                <a:lnTo>
                  <a:pt x="631187" y="409414"/>
                </a:lnTo>
                <a:lnTo>
                  <a:pt x="614195" y="409414"/>
                </a:lnTo>
                <a:close/>
                <a:moveTo>
                  <a:pt x="90447" y="408526"/>
                </a:moveTo>
                <a:lnTo>
                  <a:pt x="208890" y="408526"/>
                </a:lnTo>
                <a:lnTo>
                  <a:pt x="208890" y="409414"/>
                </a:lnTo>
                <a:lnTo>
                  <a:pt x="90447" y="409414"/>
                </a:lnTo>
                <a:close/>
                <a:moveTo>
                  <a:pt x="580211" y="408526"/>
                </a:moveTo>
                <a:lnTo>
                  <a:pt x="609697" y="408526"/>
                </a:lnTo>
                <a:lnTo>
                  <a:pt x="609697" y="409414"/>
                </a:lnTo>
                <a:lnTo>
                  <a:pt x="580211" y="409414"/>
                </a:lnTo>
                <a:close/>
                <a:moveTo>
                  <a:pt x="556223" y="408526"/>
                </a:moveTo>
                <a:lnTo>
                  <a:pt x="571216" y="408526"/>
                </a:lnTo>
                <a:lnTo>
                  <a:pt x="571216" y="409414"/>
                </a:lnTo>
                <a:lnTo>
                  <a:pt x="556223" y="409414"/>
                </a:lnTo>
                <a:close/>
                <a:moveTo>
                  <a:pt x="499250" y="408526"/>
                </a:moveTo>
                <a:lnTo>
                  <a:pt x="513244" y="408526"/>
                </a:lnTo>
                <a:lnTo>
                  <a:pt x="513244" y="409414"/>
                </a:lnTo>
                <a:lnTo>
                  <a:pt x="499250" y="409414"/>
                </a:lnTo>
                <a:close/>
                <a:moveTo>
                  <a:pt x="216386" y="407638"/>
                </a:moveTo>
                <a:lnTo>
                  <a:pt x="254368" y="407638"/>
                </a:lnTo>
                <a:lnTo>
                  <a:pt x="254368" y="409414"/>
                </a:lnTo>
                <a:lnTo>
                  <a:pt x="216386" y="409414"/>
                </a:lnTo>
                <a:close/>
                <a:moveTo>
                  <a:pt x="639683" y="406750"/>
                </a:moveTo>
                <a:lnTo>
                  <a:pt x="673667" y="406750"/>
                </a:lnTo>
                <a:lnTo>
                  <a:pt x="673667" y="409414"/>
                </a:lnTo>
                <a:lnTo>
                  <a:pt x="639683" y="409414"/>
                </a:lnTo>
                <a:close/>
                <a:moveTo>
                  <a:pt x="499250" y="409414"/>
                </a:moveTo>
                <a:lnTo>
                  <a:pt x="512744" y="409414"/>
                </a:lnTo>
                <a:lnTo>
                  <a:pt x="512744" y="410302"/>
                </a:lnTo>
                <a:lnTo>
                  <a:pt x="499250" y="410302"/>
                </a:lnTo>
                <a:close/>
                <a:moveTo>
                  <a:pt x="337328" y="408526"/>
                </a:moveTo>
                <a:lnTo>
                  <a:pt x="387304" y="408526"/>
                </a:lnTo>
                <a:lnTo>
                  <a:pt x="387304" y="410302"/>
                </a:lnTo>
                <a:lnTo>
                  <a:pt x="337328" y="410302"/>
                </a:lnTo>
                <a:close/>
                <a:moveTo>
                  <a:pt x="615694" y="409414"/>
                </a:moveTo>
                <a:lnTo>
                  <a:pt x="631187" y="409414"/>
                </a:lnTo>
                <a:lnTo>
                  <a:pt x="631187" y="410302"/>
                </a:lnTo>
                <a:lnTo>
                  <a:pt x="615694" y="410302"/>
                </a:lnTo>
                <a:close/>
                <a:moveTo>
                  <a:pt x="557722" y="409414"/>
                </a:moveTo>
                <a:lnTo>
                  <a:pt x="571216" y="409414"/>
                </a:lnTo>
                <a:lnTo>
                  <a:pt x="571216" y="410302"/>
                </a:lnTo>
                <a:lnTo>
                  <a:pt x="557722" y="410302"/>
                </a:lnTo>
                <a:close/>
                <a:moveTo>
                  <a:pt x="580211" y="409414"/>
                </a:moveTo>
                <a:lnTo>
                  <a:pt x="609198" y="409414"/>
                </a:lnTo>
                <a:lnTo>
                  <a:pt x="609198" y="410302"/>
                </a:lnTo>
                <a:lnTo>
                  <a:pt x="580211" y="410302"/>
                </a:lnTo>
                <a:close/>
                <a:moveTo>
                  <a:pt x="395300" y="408526"/>
                </a:moveTo>
                <a:lnTo>
                  <a:pt x="490754" y="408526"/>
                </a:lnTo>
                <a:lnTo>
                  <a:pt x="490754" y="410302"/>
                </a:lnTo>
                <a:lnTo>
                  <a:pt x="395300" y="410302"/>
                </a:lnTo>
                <a:close/>
                <a:moveTo>
                  <a:pt x="90946" y="409414"/>
                </a:moveTo>
                <a:lnTo>
                  <a:pt x="207890" y="409414"/>
                </a:lnTo>
                <a:lnTo>
                  <a:pt x="207890" y="410302"/>
                </a:lnTo>
                <a:lnTo>
                  <a:pt x="90946" y="410302"/>
                </a:lnTo>
                <a:close/>
                <a:moveTo>
                  <a:pt x="91446" y="410302"/>
                </a:moveTo>
                <a:lnTo>
                  <a:pt x="207890" y="410302"/>
                </a:lnTo>
                <a:lnTo>
                  <a:pt x="207890" y="411190"/>
                </a:lnTo>
                <a:lnTo>
                  <a:pt x="91446" y="411190"/>
                </a:lnTo>
                <a:close/>
                <a:moveTo>
                  <a:pt x="216886" y="409414"/>
                </a:moveTo>
                <a:lnTo>
                  <a:pt x="254368" y="409414"/>
                </a:lnTo>
                <a:lnTo>
                  <a:pt x="254368" y="411190"/>
                </a:lnTo>
                <a:lnTo>
                  <a:pt x="216886" y="411190"/>
                </a:lnTo>
                <a:close/>
                <a:moveTo>
                  <a:pt x="520740" y="409414"/>
                </a:moveTo>
                <a:lnTo>
                  <a:pt x="551225" y="409414"/>
                </a:lnTo>
                <a:lnTo>
                  <a:pt x="551225" y="411190"/>
                </a:lnTo>
                <a:lnTo>
                  <a:pt x="520740" y="411190"/>
                </a:lnTo>
                <a:close/>
                <a:moveTo>
                  <a:pt x="616694" y="410302"/>
                </a:moveTo>
                <a:lnTo>
                  <a:pt x="631187" y="410302"/>
                </a:lnTo>
                <a:lnTo>
                  <a:pt x="631187" y="411190"/>
                </a:lnTo>
                <a:lnTo>
                  <a:pt x="616694" y="411190"/>
                </a:lnTo>
                <a:close/>
                <a:moveTo>
                  <a:pt x="280355" y="408526"/>
                </a:moveTo>
                <a:lnTo>
                  <a:pt x="328832" y="408526"/>
                </a:lnTo>
                <a:lnTo>
                  <a:pt x="328832" y="411190"/>
                </a:lnTo>
                <a:lnTo>
                  <a:pt x="280355" y="411190"/>
                </a:lnTo>
                <a:close/>
                <a:moveTo>
                  <a:pt x="559222" y="410302"/>
                </a:moveTo>
                <a:lnTo>
                  <a:pt x="571216" y="410302"/>
                </a:lnTo>
                <a:lnTo>
                  <a:pt x="571216" y="411190"/>
                </a:lnTo>
                <a:lnTo>
                  <a:pt x="559222" y="411190"/>
                </a:lnTo>
                <a:close/>
                <a:moveTo>
                  <a:pt x="217386" y="411190"/>
                </a:moveTo>
                <a:lnTo>
                  <a:pt x="254368" y="411190"/>
                </a:lnTo>
                <a:lnTo>
                  <a:pt x="254368" y="412078"/>
                </a:lnTo>
                <a:lnTo>
                  <a:pt x="217386" y="412078"/>
                </a:lnTo>
                <a:close/>
                <a:moveTo>
                  <a:pt x="337828" y="410302"/>
                </a:moveTo>
                <a:lnTo>
                  <a:pt x="387304" y="410302"/>
                </a:lnTo>
                <a:lnTo>
                  <a:pt x="387304" y="412078"/>
                </a:lnTo>
                <a:lnTo>
                  <a:pt x="337828" y="412078"/>
                </a:lnTo>
                <a:close/>
                <a:moveTo>
                  <a:pt x="617194" y="411190"/>
                </a:moveTo>
                <a:lnTo>
                  <a:pt x="631187" y="411190"/>
                </a:lnTo>
                <a:lnTo>
                  <a:pt x="631187" y="412078"/>
                </a:lnTo>
                <a:lnTo>
                  <a:pt x="617194" y="412078"/>
                </a:lnTo>
                <a:close/>
                <a:moveTo>
                  <a:pt x="280355" y="411190"/>
                </a:moveTo>
                <a:lnTo>
                  <a:pt x="329332" y="411190"/>
                </a:lnTo>
                <a:lnTo>
                  <a:pt x="329332" y="412078"/>
                </a:lnTo>
                <a:lnTo>
                  <a:pt x="280355" y="412078"/>
                </a:lnTo>
                <a:close/>
                <a:moveTo>
                  <a:pt x="520740" y="411190"/>
                </a:moveTo>
                <a:lnTo>
                  <a:pt x="550726" y="411190"/>
                </a:lnTo>
                <a:lnTo>
                  <a:pt x="550726" y="412078"/>
                </a:lnTo>
                <a:lnTo>
                  <a:pt x="520740" y="412078"/>
                </a:lnTo>
                <a:close/>
                <a:moveTo>
                  <a:pt x="682662" y="389876"/>
                </a:moveTo>
                <a:lnTo>
                  <a:pt x="725142" y="389876"/>
                </a:lnTo>
                <a:lnTo>
                  <a:pt x="725142" y="412078"/>
                </a:lnTo>
                <a:lnTo>
                  <a:pt x="682662" y="412078"/>
                </a:lnTo>
                <a:close/>
                <a:moveTo>
                  <a:pt x="261365" y="408526"/>
                </a:moveTo>
                <a:lnTo>
                  <a:pt x="272859" y="408526"/>
                </a:lnTo>
                <a:lnTo>
                  <a:pt x="272859" y="412078"/>
                </a:lnTo>
                <a:lnTo>
                  <a:pt x="261365" y="412078"/>
                </a:lnTo>
                <a:close/>
                <a:moveTo>
                  <a:pt x="91446" y="411190"/>
                </a:moveTo>
                <a:lnTo>
                  <a:pt x="208390" y="411190"/>
                </a:lnTo>
                <a:lnTo>
                  <a:pt x="208390" y="412078"/>
                </a:lnTo>
                <a:lnTo>
                  <a:pt x="91446" y="412078"/>
                </a:lnTo>
                <a:close/>
                <a:moveTo>
                  <a:pt x="579712" y="410302"/>
                </a:moveTo>
                <a:lnTo>
                  <a:pt x="609198" y="410302"/>
                </a:lnTo>
                <a:lnTo>
                  <a:pt x="609198" y="412078"/>
                </a:lnTo>
                <a:lnTo>
                  <a:pt x="579712" y="412078"/>
                </a:lnTo>
                <a:close/>
                <a:moveTo>
                  <a:pt x="579712" y="412078"/>
                </a:moveTo>
                <a:lnTo>
                  <a:pt x="608698" y="412078"/>
                </a:lnTo>
                <a:lnTo>
                  <a:pt x="608698" y="412966"/>
                </a:lnTo>
                <a:lnTo>
                  <a:pt x="579712" y="412966"/>
                </a:lnTo>
                <a:close/>
                <a:moveTo>
                  <a:pt x="91946" y="412078"/>
                </a:moveTo>
                <a:lnTo>
                  <a:pt x="208390" y="412078"/>
                </a:lnTo>
                <a:lnTo>
                  <a:pt x="208390" y="412966"/>
                </a:lnTo>
                <a:lnTo>
                  <a:pt x="91946" y="412966"/>
                </a:lnTo>
                <a:close/>
                <a:moveTo>
                  <a:pt x="395300" y="410302"/>
                </a:moveTo>
                <a:lnTo>
                  <a:pt x="490255" y="410302"/>
                </a:lnTo>
                <a:lnTo>
                  <a:pt x="490255" y="412966"/>
                </a:lnTo>
                <a:lnTo>
                  <a:pt x="395300" y="412966"/>
                </a:lnTo>
                <a:close/>
                <a:moveTo>
                  <a:pt x="217885" y="412078"/>
                </a:moveTo>
                <a:lnTo>
                  <a:pt x="254368" y="412078"/>
                </a:lnTo>
                <a:lnTo>
                  <a:pt x="254368" y="412966"/>
                </a:lnTo>
                <a:lnTo>
                  <a:pt x="217885" y="412966"/>
                </a:lnTo>
                <a:close/>
                <a:moveTo>
                  <a:pt x="279856" y="412078"/>
                </a:moveTo>
                <a:lnTo>
                  <a:pt x="329332" y="412078"/>
                </a:lnTo>
                <a:lnTo>
                  <a:pt x="329332" y="412966"/>
                </a:lnTo>
                <a:lnTo>
                  <a:pt x="279856" y="412966"/>
                </a:lnTo>
                <a:close/>
                <a:moveTo>
                  <a:pt x="520240" y="412078"/>
                </a:moveTo>
                <a:lnTo>
                  <a:pt x="550726" y="412078"/>
                </a:lnTo>
                <a:lnTo>
                  <a:pt x="550726" y="412966"/>
                </a:lnTo>
                <a:lnTo>
                  <a:pt x="520240" y="412966"/>
                </a:lnTo>
                <a:close/>
                <a:moveTo>
                  <a:pt x="558722" y="411190"/>
                </a:moveTo>
                <a:lnTo>
                  <a:pt x="570716" y="411190"/>
                </a:lnTo>
                <a:lnTo>
                  <a:pt x="570716" y="412966"/>
                </a:lnTo>
                <a:lnTo>
                  <a:pt x="558722" y="412966"/>
                </a:lnTo>
                <a:close/>
                <a:moveTo>
                  <a:pt x="498751" y="410302"/>
                </a:moveTo>
                <a:lnTo>
                  <a:pt x="512744" y="410302"/>
                </a:lnTo>
                <a:lnTo>
                  <a:pt x="512744" y="412966"/>
                </a:lnTo>
                <a:lnTo>
                  <a:pt x="498751" y="412966"/>
                </a:lnTo>
                <a:close/>
                <a:moveTo>
                  <a:pt x="217885" y="412966"/>
                </a:moveTo>
                <a:lnTo>
                  <a:pt x="246372" y="412966"/>
                </a:lnTo>
                <a:lnTo>
                  <a:pt x="246372" y="413854"/>
                </a:lnTo>
                <a:lnTo>
                  <a:pt x="217885" y="413854"/>
                </a:lnTo>
                <a:close/>
                <a:moveTo>
                  <a:pt x="248871" y="412966"/>
                </a:moveTo>
                <a:lnTo>
                  <a:pt x="254368" y="412966"/>
                </a:lnTo>
                <a:lnTo>
                  <a:pt x="254368" y="413854"/>
                </a:lnTo>
                <a:lnTo>
                  <a:pt x="248871" y="413854"/>
                </a:lnTo>
                <a:close/>
                <a:moveTo>
                  <a:pt x="639183" y="409414"/>
                </a:moveTo>
                <a:lnTo>
                  <a:pt x="673667" y="409414"/>
                </a:lnTo>
                <a:lnTo>
                  <a:pt x="673667" y="413854"/>
                </a:lnTo>
                <a:lnTo>
                  <a:pt x="639183" y="413854"/>
                </a:lnTo>
                <a:close/>
                <a:moveTo>
                  <a:pt x="338328" y="412078"/>
                </a:moveTo>
                <a:lnTo>
                  <a:pt x="387304" y="412078"/>
                </a:lnTo>
                <a:lnTo>
                  <a:pt x="387304" y="413854"/>
                </a:lnTo>
                <a:lnTo>
                  <a:pt x="338328" y="413854"/>
                </a:lnTo>
                <a:close/>
                <a:moveTo>
                  <a:pt x="475762" y="412966"/>
                </a:moveTo>
                <a:lnTo>
                  <a:pt x="490255" y="412966"/>
                </a:lnTo>
                <a:lnTo>
                  <a:pt x="490255" y="413854"/>
                </a:lnTo>
                <a:lnTo>
                  <a:pt x="475762" y="413854"/>
                </a:lnTo>
                <a:close/>
                <a:moveTo>
                  <a:pt x="558722" y="412966"/>
                </a:moveTo>
                <a:lnTo>
                  <a:pt x="570216" y="412966"/>
                </a:lnTo>
                <a:lnTo>
                  <a:pt x="570216" y="413854"/>
                </a:lnTo>
                <a:lnTo>
                  <a:pt x="558722" y="413854"/>
                </a:lnTo>
                <a:close/>
                <a:moveTo>
                  <a:pt x="395300" y="412966"/>
                </a:moveTo>
                <a:lnTo>
                  <a:pt x="423787" y="412966"/>
                </a:lnTo>
                <a:lnTo>
                  <a:pt x="423787" y="413854"/>
                </a:lnTo>
                <a:lnTo>
                  <a:pt x="395300" y="413854"/>
                </a:lnTo>
                <a:close/>
                <a:moveTo>
                  <a:pt x="279856" y="412966"/>
                </a:moveTo>
                <a:lnTo>
                  <a:pt x="329832" y="412966"/>
                </a:lnTo>
                <a:lnTo>
                  <a:pt x="329832" y="414742"/>
                </a:lnTo>
                <a:lnTo>
                  <a:pt x="279856" y="414742"/>
                </a:lnTo>
                <a:close/>
                <a:moveTo>
                  <a:pt x="616694" y="412078"/>
                </a:moveTo>
                <a:lnTo>
                  <a:pt x="631187" y="412078"/>
                </a:lnTo>
                <a:lnTo>
                  <a:pt x="631187" y="414742"/>
                </a:lnTo>
                <a:lnTo>
                  <a:pt x="616694" y="414742"/>
                </a:lnTo>
                <a:close/>
                <a:moveTo>
                  <a:pt x="92446" y="412966"/>
                </a:moveTo>
                <a:lnTo>
                  <a:pt x="208890" y="412966"/>
                </a:lnTo>
                <a:lnTo>
                  <a:pt x="208890" y="414742"/>
                </a:lnTo>
                <a:lnTo>
                  <a:pt x="92446" y="414742"/>
                </a:lnTo>
                <a:close/>
                <a:moveTo>
                  <a:pt x="338328" y="413854"/>
                </a:moveTo>
                <a:lnTo>
                  <a:pt x="364315" y="413854"/>
                </a:lnTo>
                <a:lnTo>
                  <a:pt x="364315" y="414742"/>
                </a:lnTo>
                <a:lnTo>
                  <a:pt x="338328" y="414742"/>
                </a:lnTo>
                <a:close/>
                <a:moveTo>
                  <a:pt x="558222" y="413854"/>
                </a:moveTo>
                <a:lnTo>
                  <a:pt x="570216" y="413854"/>
                </a:lnTo>
                <a:lnTo>
                  <a:pt x="570216" y="414742"/>
                </a:lnTo>
                <a:lnTo>
                  <a:pt x="558222" y="414742"/>
                </a:lnTo>
                <a:close/>
                <a:moveTo>
                  <a:pt x="579212" y="412966"/>
                </a:moveTo>
                <a:lnTo>
                  <a:pt x="608698" y="412966"/>
                </a:lnTo>
                <a:lnTo>
                  <a:pt x="608698" y="414742"/>
                </a:lnTo>
                <a:lnTo>
                  <a:pt x="579212" y="414742"/>
                </a:lnTo>
                <a:close/>
                <a:moveTo>
                  <a:pt x="251869" y="413854"/>
                </a:moveTo>
                <a:lnTo>
                  <a:pt x="254368" y="413854"/>
                </a:lnTo>
                <a:lnTo>
                  <a:pt x="254368" y="414742"/>
                </a:lnTo>
                <a:lnTo>
                  <a:pt x="251869" y="414742"/>
                </a:lnTo>
                <a:close/>
                <a:moveTo>
                  <a:pt x="279356" y="414742"/>
                </a:moveTo>
                <a:lnTo>
                  <a:pt x="329832" y="414742"/>
                </a:lnTo>
                <a:lnTo>
                  <a:pt x="329832" y="415631"/>
                </a:lnTo>
                <a:lnTo>
                  <a:pt x="279356" y="415631"/>
                </a:lnTo>
                <a:close/>
                <a:moveTo>
                  <a:pt x="218385" y="413854"/>
                </a:moveTo>
                <a:lnTo>
                  <a:pt x="246372" y="413854"/>
                </a:lnTo>
                <a:lnTo>
                  <a:pt x="246372" y="415631"/>
                </a:lnTo>
                <a:lnTo>
                  <a:pt x="218385" y="415631"/>
                </a:lnTo>
                <a:close/>
                <a:moveTo>
                  <a:pt x="476261" y="413854"/>
                </a:moveTo>
                <a:lnTo>
                  <a:pt x="490255" y="413854"/>
                </a:lnTo>
                <a:lnTo>
                  <a:pt x="490255" y="415631"/>
                </a:lnTo>
                <a:lnTo>
                  <a:pt x="476261" y="415631"/>
                </a:lnTo>
                <a:close/>
                <a:moveTo>
                  <a:pt x="579212" y="414742"/>
                </a:moveTo>
                <a:lnTo>
                  <a:pt x="608198" y="414742"/>
                </a:lnTo>
                <a:lnTo>
                  <a:pt x="608198" y="415631"/>
                </a:lnTo>
                <a:lnTo>
                  <a:pt x="579212" y="415631"/>
                </a:lnTo>
                <a:close/>
                <a:moveTo>
                  <a:pt x="520240" y="412966"/>
                </a:moveTo>
                <a:lnTo>
                  <a:pt x="550226" y="412966"/>
                </a:lnTo>
                <a:lnTo>
                  <a:pt x="550226" y="415631"/>
                </a:lnTo>
                <a:lnTo>
                  <a:pt x="520240" y="415631"/>
                </a:lnTo>
                <a:close/>
                <a:moveTo>
                  <a:pt x="92945" y="414742"/>
                </a:moveTo>
                <a:lnTo>
                  <a:pt x="209389" y="414742"/>
                </a:lnTo>
                <a:lnTo>
                  <a:pt x="209389" y="415631"/>
                </a:lnTo>
                <a:lnTo>
                  <a:pt x="92945" y="415631"/>
                </a:lnTo>
                <a:close/>
                <a:moveTo>
                  <a:pt x="498251" y="412966"/>
                </a:moveTo>
                <a:lnTo>
                  <a:pt x="512244" y="412966"/>
                </a:lnTo>
                <a:lnTo>
                  <a:pt x="512244" y="415631"/>
                </a:lnTo>
                <a:lnTo>
                  <a:pt x="498251" y="415631"/>
                </a:lnTo>
                <a:close/>
                <a:moveTo>
                  <a:pt x="261365" y="412078"/>
                </a:moveTo>
                <a:lnTo>
                  <a:pt x="272359" y="412078"/>
                </a:lnTo>
                <a:lnTo>
                  <a:pt x="272359" y="415631"/>
                </a:lnTo>
                <a:lnTo>
                  <a:pt x="261365" y="415631"/>
                </a:lnTo>
                <a:close/>
                <a:moveTo>
                  <a:pt x="616194" y="414742"/>
                </a:moveTo>
                <a:lnTo>
                  <a:pt x="631187" y="414742"/>
                </a:lnTo>
                <a:lnTo>
                  <a:pt x="631187" y="416519"/>
                </a:lnTo>
                <a:lnTo>
                  <a:pt x="616194" y="416519"/>
                </a:lnTo>
                <a:close/>
                <a:moveTo>
                  <a:pt x="558222" y="414742"/>
                </a:moveTo>
                <a:lnTo>
                  <a:pt x="569717" y="414742"/>
                </a:lnTo>
                <a:lnTo>
                  <a:pt x="569717" y="416519"/>
                </a:lnTo>
                <a:lnTo>
                  <a:pt x="558222" y="416519"/>
                </a:lnTo>
                <a:close/>
                <a:moveTo>
                  <a:pt x="338827" y="414742"/>
                </a:moveTo>
                <a:lnTo>
                  <a:pt x="364315" y="414742"/>
                </a:lnTo>
                <a:lnTo>
                  <a:pt x="364315" y="416519"/>
                </a:lnTo>
                <a:lnTo>
                  <a:pt x="338827" y="416519"/>
                </a:lnTo>
                <a:close/>
                <a:moveTo>
                  <a:pt x="579712" y="415631"/>
                </a:moveTo>
                <a:lnTo>
                  <a:pt x="608198" y="415631"/>
                </a:lnTo>
                <a:lnTo>
                  <a:pt x="608198" y="416519"/>
                </a:lnTo>
                <a:lnTo>
                  <a:pt x="579712" y="416519"/>
                </a:lnTo>
                <a:close/>
                <a:moveTo>
                  <a:pt x="638683" y="413854"/>
                </a:moveTo>
                <a:lnTo>
                  <a:pt x="673667" y="413854"/>
                </a:lnTo>
                <a:lnTo>
                  <a:pt x="673667" y="416519"/>
                </a:lnTo>
                <a:lnTo>
                  <a:pt x="638683" y="416519"/>
                </a:lnTo>
                <a:close/>
                <a:moveTo>
                  <a:pt x="683162" y="412078"/>
                </a:moveTo>
                <a:lnTo>
                  <a:pt x="725142" y="412078"/>
                </a:lnTo>
                <a:lnTo>
                  <a:pt x="725142" y="417407"/>
                </a:lnTo>
                <a:lnTo>
                  <a:pt x="683162" y="417407"/>
                </a:lnTo>
                <a:close/>
                <a:moveTo>
                  <a:pt x="770120" y="412078"/>
                </a:moveTo>
                <a:lnTo>
                  <a:pt x="806103" y="412078"/>
                </a:lnTo>
                <a:lnTo>
                  <a:pt x="806103" y="417407"/>
                </a:lnTo>
                <a:lnTo>
                  <a:pt x="770120" y="417407"/>
                </a:lnTo>
                <a:close/>
                <a:moveTo>
                  <a:pt x="92945" y="415631"/>
                </a:moveTo>
                <a:lnTo>
                  <a:pt x="188400" y="415631"/>
                </a:lnTo>
                <a:lnTo>
                  <a:pt x="188400" y="417407"/>
                </a:lnTo>
                <a:lnTo>
                  <a:pt x="92945" y="417407"/>
                </a:lnTo>
                <a:close/>
                <a:moveTo>
                  <a:pt x="519741" y="415631"/>
                </a:moveTo>
                <a:lnTo>
                  <a:pt x="549726" y="415631"/>
                </a:lnTo>
                <a:lnTo>
                  <a:pt x="549726" y="417407"/>
                </a:lnTo>
                <a:lnTo>
                  <a:pt x="519741" y="417407"/>
                </a:lnTo>
                <a:close/>
                <a:moveTo>
                  <a:pt x="733138" y="388988"/>
                </a:moveTo>
                <a:lnTo>
                  <a:pt x="762124" y="388988"/>
                </a:lnTo>
                <a:lnTo>
                  <a:pt x="762124" y="417407"/>
                </a:lnTo>
                <a:lnTo>
                  <a:pt x="733138" y="417407"/>
                </a:lnTo>
                <a:close/>
                <a:moveTo>
                  <a:pt x="557722" y="416519"/>
                </a:moveTo>
                <a:lnTo>
                  <a:pt x="569217" y="416519"/>
                </a:lnTo>
                <a:lnTo>
                  <a:pt x="569217" y="417407"/>
                </a:lnTo>
                <a:lnTo>
                  <a:pt x="557722" y="417407"/>
                </a:lnTo>
                <a:close/>
                <a:moveTo>
                  <a:pt x="814099" y="318828"/>
                </a:moveTo>
                <a:lnTo>
                  <a:pt x="1000000" y="318828"/>
                </a:lnTo>
                <a:lnTo>
                  <a:pt x="1000000" y="417407"/>
                </a:lnTo>
                <a:lnTo>
                  <a:pt x="814099" y="417407"/>
                </a:lnTo>
                <a:close/>
                <a:moveTo>
                  <a:pt x="519741" y="417407"/>
                </a:moveTo>
                <a:lnTo>
                  <a:pt x="549226" y="417407"/>
                </a:lnTo>
                <a:lnTo>
                  <a:pt x="549226" y="418295"/>
                </a:lnTo>
                <a:lnTo>
                  <a:pt x="519741" y="418295"/>
                </a:lnTo>
                <a:close/>
                <a:moveTo>
                  <a:pt x="339327" y="416519"/>
                </a:moveTo>
                <a:lnTo>
                  <a:pt x="364315" y="416519"/>
                </a:lnTo>
                <a:lnTo>
                  <a:pt x="364315" y="418295"/>
                </a:lnTo>
                <a:lnTo>
                  <a:pt x="339327" y="418295"/>
                </a:lnTo>
                <a:close/>
                <a:moveTo>
                  <a:pt x="557722" y="417407"/>
                </a:moveTo>
                <a:lnTo>
                  <a:pt x="568717" y="417407"/>
                </a:lnTo>
                <a:lnTo>
                  <a:pt x="568717" y="418295"/>
                </a:lnTo>
                <a:lnTo>
                  <a:pt x="557722" y="418295"/>
                </a:lnTo>
                <a:close/>
                <a:moveTo>
                  <a:pt x="279356" y="415631"/>
                </a:moveTo>
                <a:lnTo>
                  <a:pt x="330331" y="415631"/>
                </a:lnTo>
                <a:lnTo>
                  <a:pt x="330331" y="418295"/>
                </a:lnTo>
                <a:lnTo>
                  <a:pt x="279356" y="418295"/>
                </a:lnTo>
                <a:close/>
                <a:moveTo>
                  <a:pt x="580211" y="416519"/>
                </a:moveTo>
                <a:lnTo>
                  <a:pt x="607698" y="416519"/>
                </a:lnTo>
                <a:lnTo>
                  <a:pt x="607698" y="418295"/>
                </a:lnTo>
                <a:lnTo>
                  <a:pt x="580211" y="418295"/>
                </a:lnTo>
                <a:close/>
                <a:moveTo>
                  <a:pt x="497751" y="415631"/>
                </a:moveTo>
                <a:lnTo>
                  <a:pt x="511744" y="415631"/>
                </a:lnTo>
                <a:lnTo>
                  <a:pt x="511744" y="418295"/>
                </a:lnTo>
                <a:lnTo>
                  <a:pt x="497751" y="418295"/>
                </a:lnTo>
                <a:close/>
                <a:moveTo>
                  <a:pt x="580711" y="418295"/>
                </a:moveTo>
                <a:lnTo>
                  <a:pt x="607199" y="418295"/>
                </a:lnTo>
                <a:lnTo>
                  <a:pt x="607199" y="419183"/>
                </a:lnTo>
                <a:lnTo>
                  <a:pt x="580711" y="419183"/>
                </a:lnTo>
                <a:close/>
                <a:moveTo>
                  <a:pt x="519241" y="418295"/>
                </a:moveTo>
                <a:lnTo>
                  <a:pt x="549226" y="418295"/>
                </a:lnTo>
                <a:lnTo>
                  <a:pt x="549226" y="419183"/>
                </a:lnTo>
                <a:lnTo>
                  <a:pt x="519241" y="419183"/>
                </a:lnTo>
                <a:close/>
                <a:moveTo>
                  <a:pt x="261365" y="415631"/>
                </a:moveTo>
                <a:lnTo>
                  <a:pt x="271860" y="415631"/>
                </a:lnTo>
                <a:lnTo>
                  <a:pt x="271860" y="419183"/>
                </a:lnTo>
                <a:lnTo>
                  <a:pt x="261365" y="419183"/>
                </a:lnTo>
                <a:close/>
                <a:moveTo>
                  <a:pt x="615694" y="416519"/>
                </a:moveTo>
                <a:lnTo>
                  <a:pt x="616194" y="416519"/>
                </a:lnTo>
                <a:lnTo>
                  <a:pt x="616194" y="419183"/>
                </a:lnTo>
                <a:lnTo>
                  <a:pt x="615694" y="419183"/>
                </a:lnTo>
                <a:close/>
                <a:moveTo>
                  <a:pt x="93445" y="417407"/>
                </a:moveTo>
                <a:lnTo>
                  <a:pt x="188400" y="417407"/>
                </a:lnTo>
                <a:lnTo>
                  <a:pt x="188400" y="419183"/>
                </a:lnTo>
                <a:lnTo>
                  <a:pt x="93445" y="419183"/>
                </a:lnTo>
                <a:close/>
                <a:moveTo>
                  <a:pt x="557223" y="418295"/>
                </a:moveTo>
                <a:lnTo>
                  <a:pt x="568717" y="418295"/>
                </a:lnTo>
                <a:lnTo>
                  <a:pt x="568717" y="419183"/>
                </a:lnTo>
                <a:lnTo>
                  <a:pt x="557223" y="419183"/>
                </a:lnTo>
                <a:close/>
                <a:moveTo>
                  <a:pt x="476261" y="415631"/>
                </a:moveTo>
                <a:lnTo>
                  <a:pt x="489755" y="415631"/>
                </a:lnTo>
                <a:lnTo>
                  <a:pt x="489755" y="420071"/>
                </a:lnTo>
                <a:lnTo>
                  <a:pt x="476261" y="420071"/>
                </a:lnTo>
                <a:close/>
                <a:moveTo>
                  <a:pt x="497251" y="418295"/>
                </a:moveTo>
                <a:lnTo>
                  <a:pt x="511245" y="418295"/>
                </a:lnTo>
                <a:lnTo>
                  <a:pt x="511245" y="420071"/>
                </a:lnTo>
                <a:lnTo>
                  <a:pt x="497251" y="420071"/>
                </a:lnTo>
                <a:close/>
                <a:moveTo>
                  <a:pt x="581211" y="419183"/>
                </a:moveTo>
                <a:lnTo>
                  <a:pt x="607199" y="419183"/>
                </a:lnTo>
                <a:lnTo>
                  <a:pt x="607199" y="420071"/>
                </a:lnTo>
                <a:lnTo>
                  <a:pt x="581211" y="420071"/>
                </a:lnTo>
                <a:close/>
                <a:moveTo>
                  <a:pt x="240375" y="415631"/>
                </a:moveTo>
                <a:lnTo>
                  <a:pt x="246372" y="415631"/>
                </a:lnTo>
                <a:lnTo>
                  <a:pt x="246372" y="420959"/>
                </a:lnTo>
                <a:lnTo>
                  <a:pt x="240375" y="420959"/>
                </a:lnTo>
                <a:close/>
                <a:moveTo>
                  <a:pt x="557223" y="419183"/>
                </a:moveTo>
                <a:lnTo>
                  <a:pt x="568217" y="419183"/>
                </a:lnTo>
                <a:lnTo>
                  <a:pt x="568217" y="420959"/>
                </a:lnTo>
                <a:lnTo>
                  <a:pt x="557223" y="420959"/>
                </a:lnTo>
                <a:close/>
                <a:moveTo>
                  <a:pt x="615195" y="419183"/>
                </a:moveTo>
                <a:lnTo>
                  <a:pt x="616194" y="419183"/>
                </a:lnTo>
                <a:lnTo>
                  <a:pt x="616194" y="420959"/>
                </a:lnTo>
                <a:lnTo>
                  <a:pt x="615195" y="420959"/>
                </a:lnTo>
                <a:close/>
                <a:moveTo>
                  <a:pt x="519241" y="419183"/>
                </a:moveTo>
                <a:lnTo>
                  <a:pt x="548727" y="419183"/>
                </a:lnTo>
                <a:lnTo>
                  <a:pt x="548727" y="420959"/>
                </a:lnTo>
                <a:lnTo>
                  <a:pt x="519241" y="420959"/>
                </a:lnTo>
                <a:close/>
                <a:moveTo>
                  <a:pt x="278856" y="418295"/>
                </a:moveTo>
                <a:lnTo>
                  <a:pt x="307842" y="418295"/>
                </a:lnTo>
                <a:lnTo>
                  <a:pt x="307842" y="420959"/>
                </a:lnTo>
                <a:lnTo>
                  <a:pt x="278856" y="420959"/>
                </a:lnTo>
                <a:close/>
                <a:moveTo>
                  <a:pt x="261365" y="419183"/>
                </a:moveTo>
                <a:lnTo>
                  <a:pt x="271360" y="419183"/>
                </a:lnTo>
                <a:lnTo>
                  <a:pt x="271360" y="420959"/>
                </a:lnTo>
                <a:lnTo>
                  <a:pt x="261365" y="420959"/>
                </a:lnTo>
                <a:close/>
                <a:moveTo>
                  <a:pt x="496752" y="420071"/>
                </a:moveTo>
                <a:lnTo>
                  <a:pt x="511245" y="420071"/>
                </a:lnTo>
                <a:lnTo>
                  <a:pt x="511245" y="420959"/>
                </a:lnTo>
                <a:lnTo>
                  <a:pt x="496752" y="420959"/>
                </a:lnTo>
                <a:close/>
                <a:moveTo>
                  <a:pt x="556723" y="420959"/>
                </a:moveTo>
                <a:lnTo>
                  <a:pt x="567717" y="420959"/>
                </a:lnTo>
                <a:lnTo>
                  <a:pt x="567717" y="421847"/>
                </a:lnTo>
                <a:lnTo>
                  <a:pt x="556723" y="421847"/>
                </a:lnTo>
                <a:close/>
                <a:moveTo>
                  <a:pt x="581711" y="420071"/>
                </a:moveTo>
                <a:lnTo>
                  <a:pt x="606699" y="420071"/>
                </a:lnTo>
                <a:lnTo>
                  <a:pt x="606699" y="421847"/>
                </a:lnTo>
                <a:lnTo>
                  <a:pt x="581711" y="421847"/>
                </a:lnTo>
                <a:close/>
                <a:moveTo>
                  <a:pt x="518741" y="420959"/>
                </a:moveTo>
                <a:lnTo>
                  <a:pt x="548227" y="420959"/>
                </a:lnTo>
                <a:lnTo>
                  <a:pt x="548227" y="422735"/>
                </a:lnTo>
                <a:lnTo>
                  <a:pt x="518741" y="422735"/>
                </a:lnTo>
                <a:close/>
                <a:moveTo>
                  <a:pt x="556723" y="421847"/>
                </a:moveTo>
                <a:lnTo>
                  <a:pt x="567218" y="421847"/>
                </a:lnTo>
                <a:lnTo>
                  <a:pt x="567218" y="422735"/>
                </a:lnTo>
                <a:lnTo>
                  <a:pt x="556723" y="422735"/>
                </a:lnTo>
                <a:close/>
                <a:moveTo>
                  <a:pt x="582211" y="421847"/>
                </a:moveTo>
                <a:lnTo>
                  <a:pt x="606199" y="421847"/>
                </a:lnTo>
                <a:lnTo>
                  <a:pt x="606199" y="422735"/>
                </a:lnTo>
                <a:lnTo>
                  <a:pt x="582211" y="422735"/>
                </a:lnTo>
                <a:close/>
                <a:moveTo>
                  <a:pt x="278356" y="420959"/>
                </a:moveTo>
                <a:lnTo>
                  <a:pt x="307842" y="420959"/>
                </a:lnTo>
                <a:lnTo>
                  <a:pt x="307842" y="422735"/>
                </a:lnTo>
                <a:lnTo>
                  <a:pt x="278356" y="422735"/>
                </a:lnTo>
                <a:close/>
                <a:moveTo>
                  <a:pt x="252869" y="414742"/>
                </a:moveTo>
                <a:lnTo>
                  <a:pt x="254368" y="414742"/>
                </a:lnTo>
                <a:lnTo>
                  <a:pt x="254368" y="422735"/>
                </a:lnTo>
                <a:lnTo>
                  <a:pt x="252869" y="422735"/>
                </a:lnTo>
                <a:close/>
                <a:moveTo>
                  <a:pt x="496752" y="420959"/>
                </a:moveTo>
                <a:lnTo>
                  <a:pt x="510745" y="420959"/>
                </a:lnTo>
                <a:lnTo>
                  <a:pt x="510745" y="422735"/>
                </a:lnTo>
                <a:lnTo>
                  <a:pt x="496752" y="422735"/>
                </a:lnTo>
                <a:close/>
                <a:moveTo>
                  <a:pt x="93945" y="419183"/>
                </a:moveTo>
                <a:lnTo>
                  <a:pt x="188400" y="419183"/>
                </a:lnTo>
                <a:lnTo>
                  <a:pt x="188400" y="423623"/>
                </a:lnTo>
                <a:lnTo>
                  <a:pt x="93945" y="423623"/>
                </a:lnTo>
                <a:close/>
                <a:moveTo>
                  <a:pt x="556223" y="422735"/>
                </a:moveTo>
                <a:lnTo>
                  <a:pt x="567218" y="422735"/>
                </a:lnTo>
                <a:lnTo>
                  <a:pt x="567218" y="423623"/>
                </a:lnTo>
                <a:lnTo>
                  <a:pt x="556223" y="423623"/>
                </a:lnTo>
                <a:close/>
                <a:moveTo>
                  <a:pt x="582710" y="422735"/>
                </a:moveTo>
                <a:lnTo>
                  <a:pt x="606199" y="422735"/>
                </a:lnTo>
                <a:lnTo>
                  <a:pt x="606199" y="423623"/>
                </a:lnTo>
                <a:lnTo>
                  <a:pt x="582710" y="423623"/>
                </a:lnTo>
                <a:close/>
                <a:moveTo>
                  <a:pt x="300846" y="422735"/>
                </a:moveTo>
                <a:lnTo>
                  <a:pt x="307842" y="422735"/>
                </a:lnTo>
                <a:lnTo>
                  <a:pt x="307842" y="423623"/>
                </a:lnTo>
                <a:lnTo>
                  <a:pt x="300846" y="423623"/>
                </a:lnTo>
                <a:close/>
                <a:moveTo>
                  <a:pt x="614695" y="420959"/>
                </a:moveTo>
                <a:lnTo>
                  <a:pt x="616194" y="420959"/>
                </a:lnTo>
                <a:lnTo>
                  <a:pt x="616194" y="423623"/>
                </a:lnTo>
                <a:lnTo>
                  <a:pt x="614695" y="423623"/>
                </a:lnTo>
                <a:close/>
                <a:moveTo>
                  <a:pt x="496252" y="422735"/>
                </a:moveTo>
                <a:lnTo>
                  <a:pt x="510245" y="422735"/>
                </a:lnTo>
                <a:lnTo>
                  <a:pt x="510245" y="423623"/>
                </a:lnTo>
                <a:lnTo>
                  <a:pt x="496252" y="423623"/>
                </a:lnTo>
                <a:close/>
                <a:moveTo>
                  <a:pt x="476261" y="420071"/>
                </a:moveTo>
                <a:lnTo>
                  <a:pt x="489255" y="420071"/>
                </a:lnTo>
                <a:lnTo>
                  <a:pt x="489255" y="423623"/>
                </a:lnTo>
                <a:lnTo>
                  <a:pt x="476261" y="423623"/>
                </a:lnTo>
                <a:close/>
                <a:moveTo>
                  <a:pt x="535733" y="422735"/>
                </a:moveTo>
                <a:lnTo>
                  <a:pt x="547727" y="422735"/>
                </a:lnTo>
                <a:lnTo>
                  <a:pt x="547727" y="424512"/>
                </a:lnTo>
                <a:lnTo>
                  <a:pt x="535733" y="424512"/>
                </a:lnTo>
                <a:close/>
                <a:moveTo>
                  <a:pt x="556223" y="423623"/>
                </a:moveTo>
                <a:lnTo>
                  <a:pt x="566718" y="423623"/>
                </a:lnTo>
                <a:lnTo>
                  <a:pt x="566718" y="424512"/>
                </a:lnTo>
                <a:lnTo>
                  <a:pt x="556223" y="424512"/>
                </a:lnTo>
                <a:close/>
                <a:moveTo>
                  <a:pt x="505247" y="423623"/>
                </a:moveTo>
                <a:lnTo>
                  <a:pt x="510245" y="423623"/>
                </a:lnTo>
                <a:lnTo>
                  <a:pt x="510245" y="424512"/>
                </a:lnTo>
                <a:lnTo>
                  <a:pt x="505247" y="424512"/>
                </a:lnTo>
                <a:close/>
                <a:moveTo>
                  <a:pt x="359318" y="418295"/>
                </a:moveTo>
                <a:lnTo>
                  <a:pt x="364315" y="418295"/>
                </a:lnTo>
                <a:lnTo>
                  <a:pt x="364315" y="424512"/>
                </a:lnTo>
                <a:lnTo>
                  <a:pt x="359318" y="424512"/>
                </a:lnTo>
                <a:close/>
                <a:moveTo>
                  <a:pt x="614195" y="423623"/>
                </a:moveTo>
                <a:lnTo>
                  <a:pt x="616194" y="423623"/>
                </a:lnTo>
                <a:lnTo>
                  <a:pt x="616194" y="424512"/>
                </a:lnTo>
                <a:lnTo>
                  <a:pt x="614195" y="424512"/>
                </a:lnTo>
                <a:close/>
                <a:moveTo>
                  <a:pt x="261365" y="420959"/>
                </a:moveTo>
                <a:lnTo>
                  <a:pt x="270860" y="420959"/>
                </a:lnTo>
                <a:lnTo>
                  <a:pt x="270860" y="424512"/>
                </a:lnTo>
                <a:lnTo>
                  <a:pt x="261365" y="424512"/>
                </a:lnTo>
                <a:close/>
                <a:moveTo>
                  <a:pt x="583210" y="423623"/>
                </a:moveTo>
                <a:lnTo>
                  <a:pt x="605699" y="423623"/>
                </a:lnTo>
                <a:lnTo>
                  <a:pt x="605699" y="425400"/>
                </a:lnTo>
                <a:lnTo>
                  <a:pt x="583210" y="425400"/>
                </a:lnTo>
                <a:close/>
                <a:moveTo>
                  <a:pt x="359318" y="424512"/>
                </a:moveTo>
                <a:lnTo>
                  <a:pt x="364815" y="424512"/>
                </a:lnTo>
                <a:lnTo>
                  <a:pt x="364815" y="425400"/>
                </a:lnTo>
                <a:lnTo>
                  <a:pt x="359318" y="425400"/>
                </a:lnTo>
                <a:close/>
                <a:moveTo>
                  <a:pt x="555723" y="424512"/>
                </a:moveTo>
                <a:lnTo>
                  <a:pt x="566218" y="424512"/>
                </a:lnTo>
                <a:lnTo>
                  <a:pt x="566218" y="425400"/>
                </a:lnTo>
                <a:lnTo>
                  <a:pt x="555723" y="425400"/>
                </a:lnTo>
                <a:close/>
                <a:moveTo>
                  <a:pt x="505747" y="424512"/>
                </a:moveTo>
                <a:lnTo>
                  <a:pt x="510245" y="424512"/>
                </a:lnTo>
                <a:lnTo>
                  <a:pt x="510245" y="425400"/>
                </a:lnTo>
                <a:lnTo>
                  <a:pt x="505747" y="425400"/>
                </a:lnTo>
                <a:close/>
                <a:moveTo>
                  <a:pt x="416290" y="413854"/>
                </a:moveTo>
                <a:lnTo>
                  <a:pt x="423287" y="413854"/>
                </a:lnTo>
                <a:lnTo>
                  <a:pt x="423287" y="425400"/>
                </a:lnTo>
                <a:lnTo>
                  <a:pt x="416290" y="425400"/>
                </a:lnTo>
                <a:close/>
                <a:moveTo>
                  <a:pt x="261365" y="424512"/>
                </a:moveTo>
                <a:lnTo>
                  <a:pt x="270360" y="424512"/>
                </a:lnTo>
                <a:lnTo>
                  <a:pt x="270360" y="426288"/>
                </a:lnTo>
                <a:lnTo>
                  <a:pt x="261365" y="426288"/>
                </a:lnTo>
                <a:close/>
                <a:moveTo>
                  <a:pt x="476261" y="423623"/>
                </a:moveTo>
                <a:lnTo>
                  <a:pt x="482259" y="423623"/>
                </a:lnTo>
                <a:lnTo>
                  <a:pt x="482259" y="426288"/>
                </a:lnTo>
                <a:lnTo>
                  <a:pt x="476261" y="426288"/>
                </a:lnTo>
                <a:close/>
                <a:moveTo>
                  <a:pt x="535733" y="424512"/>
                </a:moveTo>
                <a:lnTo>
                  <a:pt x="547227" y="424512"/>
                </a:lnTo>
                <a:lnTo>
                  <a:pt x="547227" y="426288"/>
                </a:lnTo>
                <a:lnTo>
                  <a:pt x="535733" y="426288"/>
                </a:lnTo>
                <a:close/>
                <a:moveTo>
                  <a:pt x="555723" y="425400"/>
                </a:moveTo>
                <a:lnTo>
                  <a:pt x="565718" y="425400"/>
                </a:lnTo>
                <a:lnTo>
                  <a:pt x="565718" y="426288"/>
                </a:lnTo>
                <a:lnTo>
                  <a:pt x="555723" y="426288"/>
                </a:lnTo>
                <a:close/>
                <a:moveTo>
                  <a:pt x="583710" y="425400"/>
                </a:moveTo>
                <a:lnTo>
                  <a:pt x="605200" y="425400"/>
                </a:lnTo>
                <a:lnTo>
                  <a:pt x="605200" y="426288"/>
                </a:lnTo>
                <a:lnTo>
                  <a:pt x="583710" y="426288"/>
                </a:lnTo>
                <a:close/>
                <a:moveTo>
                  <a:pt x="393801" y="425400"/>
                </a:moveTo>
                <a:lnTo>
                  <a:pt x="423287" y="425400"/>
                </a:lnTo>
                <a:lnTo>
                  <a:pt x="423287" y="426288"/>
                </a:lnTo>
                <a:lnTo>
                  <a:pt x="393801" y="426288"/>
                </a:lnTo>
                <a:close/>
                <a:moveTo>
                  <a:pt x="359318" y="425400"/>
                </a:moveTo>
                <a:lnTo>
                  <a:pt x="386305" y="425400"/>
                </a:lnTo>
                <a:lnTo>
                  <a:pt x="386305" y="426288"/>
                </a:lnTo>
                <a:lnTo>
                  <a:pt x="359318" y="426288"/>
                </a:lnTo>
                <a:close/>
                <a:moveTo>
                  <a:pt x="505747" y="425400"/>
                </a:moveTo>
                <a:lnTo>
                  <a:pt x="509745" y="425400"/>
                </a:lnTo>
                <a:lnTo>
                  <a:pt x="509745" y="427176"/>
                </a:lnTo>
                <a:lnTo>
                  <a:pt x="505747" y="427176"/>
                </a:lnTo>
                <a:close/>
                <a:moveTo>
                  <a:pt x="393801" y="426288"/>
                </a:moveTo>
                <a:lnTo>
                  <a:pt x="423787" y="426288"/>
                </a:lnTo>
                <a:lnTo>
                  <a:pt x="423787" y="427176"/>
                </a:lnTo>
                <a:lnTo>
                  <a:pt x="393801" y="427176"/>
                </a:lnTo>
                <a:close/>
                <a:moveTo>
                  <a:pt x="584210" y="426288"/>
                </a:moveTo>
                <a:lnTo>
                  <a:pt x="605200" y="426288"/>
                </a:lnTo>
                <a:lnTo>
                  <a:pt x="605200" y="427176"/>
                </a:lnTo>
                <a:lnTo>
                  <a:pt x="584210" y="427176"/>
                </a:lnTo>
                <a:close/>
                <a:moveTo>
                  <a:pt x="261365" y="426288"/>
                </a:moveTo>
                <a:lnTo>
                  <a:pt x="269860" y="426288"/>
                </a:lnTo>
                <a:lnTo>
                  <a:pt x="269860" y="427176"/>
                </a:lnTo>
                <a:lnTo>
                  <a:pt x="261365" y="427176"/>
                </a:lnTo>
                <a:close/>
                <a:moveTo>
                  <a:pt x="613695" y="424512"/>
                </a:moveTo>
                <a:lnTo>
                  <a:pt x="616194" y="424512"/>
                </a:lnTo>
                <a:lnTo>
                  <a:pt x="616194" y="427176"/>
                </a:lnTo>
                <a:lnTo>
                  <a:pt x="613695" y="427176"/>
                </a:lnTo>
                <a:close/>
                <a:moveTo>
                  <a:pt x="475762" y="426288"/>
                </a:moveTo>
                <a:lnTo>
                  <a:pt x="482259" y="426288"/>
                </a:lnTo>
                <a:lnTo>
                  <a:pt x="482259" y="427176"/>
                </a:lnTo>
                <a:lnTo>
                  <a:pt x="475762" y="427176"/>
                </a:lnTo>
                <a:close/>
                <a:moveTo>
                  <a:pt x="252369" y="422735"/>
                </a:moveTo>
                <a:lnTo>
                  <a:pt x="254368" y="422735"/>
                </a:lnTo>
                <a:lnTo>
                  <a:pt x="254368" y="427176"/>
                </a:lnTo>
                <a:lnTo>
                  <a:pt x="252369" y="427176"/>
                </a:lnTo>
                <a:close/>
                <a:moveTo>
                  <a:pt x="266362" y="427176"/>
                </a:moveTo>
                <a:lnTo>
                  <a:pt x="269860" y="427176"/>
                </a:lnTo>
                <a:lnTo>
                  <a:pt x="269860" y="428064"/>
                </a:lnTo>
                <a:lnTo>
                  <a:pt x="266362" y="428064"/>
                </a:lnTo>
                <a:close/>
                <a:moveTo>
                  <a:pt x="555223" y="426288"/>
                </a:moveTo>
                <a:lnTo>
                  <a:pt x="565219" y="426288"/>
                </a:lnTo>
                <a:lnTo>
                  <a:pt x="565219" y="428064"/>
                </a:lnTo>
                <a:lnTo>
                  <a:pt x="555223" y="428064"/>
                </a:lnTo>
                <a:close/>
                <a:moveTo>
                  <a:pt x="393801" y="427176"/>
                </a:moveTo>
                <a:lnTo>
                  <a:pt x="447275" y="427176"/>
                </a:lnTo>
                <a:lnTo>
                  <a:pt x="447275" y="428064"/>
                </a:lnTo>
                <a:lnTo>
                  <a:pt x="393801" y="428064"/>
                </a:lnTo>
                <a:close/>
                <a:moveTo>
                  <a:pt x="613196" y="427176"/>
                </a:moveTo>
                <a:lnTo>
                  <a:pt x="616194" y="427176"/>
                </a:lnTo>
                <a:lnTo>
                  <a:pt x="616194" y="428064"/>
                </a:lnTo>
                <a:lnTo>
                  <a:pt x="613196" y="428064"/>
                </a:lnTo>
                <a:close/>
                <a:moveTo>
                  <a:pt x="240375" y="420959"/>
                </a:moveTo>
                <a:lnTo>
                  <a:pt x="245872" y="420959"/>
                </a:lnTo>
                <a:lnTo>
                  <a:pt x="245872" y="428064"/>
                </a:lnTo>
                <a:lnTo>
                  <a:pt x="240375" y="428064"/>
                </a:lnTo>
                <a:close/>
                <a:moveTo>
                  <a:pt x="535733" y="426288"/>
                </a:moveTo>
                <a:lnTo>
                  <a:pt x="546728" y="426288"/>
                </a:lnTo>
                <a:lnTo>
                  <a:pt x="546728" y="428064"/>
                </a:lnTo>
                <a:lnTo>
                  <a:pt x="535733" y="428064"/>
                </a:lnTo>
                <a:close/>
                <a:moveTo>
                  <a:pt x="653676" y="416519"/>
                </a:moveTo>
                <a:lnTo>
                  <a:pt x="674166" y="416519"/>
                </a:lnTo>
                <a:lnTo>
                  <a:pt x="674166" y="428064"/>
                </a:lnTo>
                <a:lnTo>
                  <a:pt x="653676" y="428064"/>
                </a:lnTo>
                <a:close/>
                <a:moveTo>
                  <a:pt x="584709" y="427176"/>
                </a:moveTo>
                <a:lnTo>
                  <a:pt x="604700" y="427176"/>
                </a:lnTo>
                <a:lnTo>
                  <a:pt x="604700" y="428064"/>
                </a:lnTo>
                <a:lnTo>
                  <a:pt x="584709" y="428064"/>
                </a:lnTo>
                <a:close/>
                <a:moveTo>
                  <a:pt x="535733" y="428064"/>
                </a:moveTo>
                <a:lnTo>
                  <a:pt x="546228" y="428064"/>
                </a:lnTo>
                <a:lnTo>
                  <a:pt x="546228" y="428952"/>
                </a:lnTo>
                <a:lnTo>
                  <a:pt x="535733" y="428952"/>
                </a:lnTo>
                <a:close/>
                <a:moveTo>
                  <a:pt x="585209" y="428064"/>
                </a:moveTo>
                <a:lnTo>
                  <a:pt x="604700" y="428064"/>
                </a:lnTo>
                <a:lnTo>
                  <a:pt x="604700" y="428952"/>
                </a:lnTo>
                <a:lnTo>
                  <a:pt x="585209" y="428952"/>
                </a:lnTo>
                <a:close/>
                <a:moveTo>
                  <a:pt x="574714" y="427176"/>
                </a:moveTo>
                <a:lnTo>
                  <a:pt x="575714" y="427176"/>
                </a:lnTo>
                <a:lnTo>
                  <a:pt x="575714" y="428952"/>
                </a:lnTo>
                <a:lnTo>
                  <a:pt x="574714" y="428952"/>
                </a:lnTo>
                <a:close/>
                <a:moveTo>
                  <a:pt x="266862" y="428064"/>
                </a:moveTo>
                <a:lnTo>
                  <a:pt x="269860" y="428064"/>
                </a:lnTo>
                <a:lnTo>
                  <a:pt x="269860" y="428952"/>
                </a:lnTo>
                <a:lnTo>
                  <a:pt x="266862" y="428952"/>
                </a:lnTo>
                <a:close/>
                <a:moveTo>
                  <a:pt x="554724" y="428064"/>
                </a:moveTo>
                <a:lnTo>
                  <a:pt x="564719" y="428064"/>
                </a:lnTo>
                <a:lnTo>
                  <a:pt x="564719" y="428952"/>
                </a:lnTo>
                <a:lnTo>
                  <a:pt x="554724" y="428952"/>
                </a:lnTo>
                <a:close/>
                <a:moveTo>
                  <a:pt x="195896" y="428064"/>
                </a:moveTo>
                <a:lnTo>
                  <a:pt x="232378" y="428064"/>
                </a:lnTo>
                <a:lnTo>
                  <a:pt x="232378" y="428952"/>
                </a:lnTo>
                <a:lnTo>
                  <a:pt x="195896" y="428952"/>
                </a:lnTo>
                <a:close/>
                <a:moveTo>
                  <a:pt x="637184" y="428064"/>
                </a:moveTo>
                <a:lnTo>
                  <a:pt x="674166" y="428064"/>
                </a:lnTo>
                <a:lnTo>
                  <a:pt x="674166" y="428952"/>
                </a:lnTo>
                <a:lnTo>
                  <a:pt x="637184" y="428952"/>
                </a:lnTo>
                <a:close/>
                <a:moveTo>
                  <a:pt x="683162" y="417407"/>
                </a:moveTo>
                <a:lnTo>
                  <a:pt x="1000000" y="417407"/>
                </a:lnTo>
                <a:lnTo>
                  <a:pt x="1000000" y="428952"/>
                </a:lnTo>
                <a:lnTo>
                  <a:pt x="683162" y="428952"/>
                </a:lnTo>
                <a:close/>
                <a:moveTo>
                  <a:pt x="613196" y="428064"/>
                </a:moveTo>
                <a:lnTo>
                  <a:pt x="630188" y="428064"/>
                </a:lnTo>
                <a:lnTo>
                  <a:pt x="630188" y="428952"/>
                </a:lnTo>
                <a:lnTo>
                  <a:pt x="613196" y="428952"/>
                </a:lnTo>
                <a:close/>
                <a:moveTo>
                  <a:pt x="585709" y="428952"/>
                </a:moveTo>
                <a:lnTo>
                  <a:pt x="604200" y="428952"/>
                </a:lnTo>
                <a:lnTo>
                  <a:pt x="604200" y="429840"/>
                </a:lnTo>
                <a:lnTo>
                  <a:pt x="585709" y="429840"/>
                </a:lnTo>
                <a:close/>
                <a:moveTo>
                  <a:pt x="359318" y="426288"/>
                </a:moveTo>
                <a:lnTo>
                  <a:pt x="385805" y="426288"/>
                </a:lnTo>
                <a:lnTo>
                  <a:pt x="385805" y="429840"/>
                </a:lnTo>
                <a:lnTo>
                  <a:pt x="359318" y="429840"/>
                </a:lnTo>
                <a:close/>
                <a:moveTo>
                  <a:pt x="221384" y="428952"/>
                </a:moveTo>
                <a:lnTo>
                  <a:pt x="232378" y="428952"/>
                </a:lnTo>
                <a:lnTo>
                  <a:pt x="232378" y="429840"/>
                </a:lnTo>
                <a:lnTo>
                  <a:pt x="221384" y="429840"/>
                </a:lnTo>
                <a:close/>
                <a:moveTo>
                  <a:pt x="393301" y="428064"/>
                </a:moveTo>
                <a:lnTo>
                  <a:pt x="447275" y="428064"/>
                </a:lnTo>
                <a:lnTo>
                  <a:pt x="447275" y="429840"/>
                </a:lnTo>
                <a:lnTo>
                  <a:pt x="393301" y="429840"/>
                </a:lnTo>
                <a:close/>
                <a:moveTo>
                  <a:pt x="195896" y="428952"/>
                </a:moveTo>
                <a:lnTo>
                  <a:pt x="220884" y="428952"/>
                </a:lnTo>
                <a:lnTo>
                  <a:pt x="220884" y="429840"/>
                </a:lnTo>
                <a:lnTo>
                  <a:pt x="195896" y="429840"/>
                </a:lnTo>
                <a:close/>
                <a:moveTo>
                  <a:pt x="574214" y="428952"/>
                </a:moveTo>
                <a:lnTo>
                  <a:pt x="576213" y="428952"/>
                </a:lnTo>
                <a:lnTo>
                  <a:pt x="576213" y="429840"/>
                </a:lnTo>
                <a:lnTo>
                  <a:pt x="574214" y="429840"/>
                </a:lnTo>
                <a:close/>
                <a:moveTo>
                  <a:pt x="505747" y="427176"/>
                </a:moveTo>
                <a:lnTo>
                  <a:pt x="509246" y="427176"/>
                </a:lnTo>
                <a:lnTo>
                  <a:pt x="509246" y="429840"/>
                </a:lnTo>
                <a:lnTo>
                  <a:pt x="505747" y="429840"/>
                </a:lnTo>
                <a:close/>
                <a:moveTo>
                  <a:pt x="301345" y="423623"/>
                </a:moveTo>
                <a:lnTo>
                  <a:pt x="307842" y="423623"/>
                </a:lnTo>
                <a:lnTo>
                  <a:pt x="307842" y="429840"/>
                </a:lnTo>
                <a:lnTo>
                  <a:pt x="301345" y="429840"/>
                </a:lnTo>
                <a:close/>
                <a:moveTo>
                  <a:pt x="554724" y="428952"/>
                </a:moveTo>
                <a:lnTo>
                  <a:pt x="564219" y="428952"/>
                </a:lnTo>
                <a:lnTo>
                  <a:pt x="564219" y="429840"/>
                </a:lnTo>
                <a:lnTo>
                  <a:pt x="554724" y="429840"/>
                </a:lnTo>
                <a:close/>
                <a:moveTo>
                  <a:pt x="195896" y="429840"/>
                </a:moveTo>
                <a:lnTo>
                  <a:pt x="220384" y="429840"/>
                </a:lnTo>
                <a:lnTo>
                  <a:pt x="220384" y="430728"/>
                </a:lnTo>
                <a:lnTo>
                  <a:pt x="195896" y="430728"/>
                </a:lnTo>
                <a:close/>
                <a:moveTo>
                  <a:pt x="586209" y="429840"/>
                </a:moveTo>
                <a:lnTo>
                  <a:pt x="604200" y="429840"/>
                </a:lnTo>
                <a:lnTo>
                  <a:pt x="604200" y="430728"/>
                </a:lnTo>
                <a:lnTo>
                  <a:pt x="586209" y="430728"/>
                </a:lnTo>
                <a:close/>
                <a:moveTo>
                  <a:pt x="554224" y="429840"/>
                </a:moveTo>
                <a:lnTo>
                  <a:pt x="563719" y="429840"/>
                </a:lnTo>
                <a:lnTo>
                  <a:pt x="563719" y="430728"/>
                </a:lnTo>
                <a:lnTo>
                  <a:pt x="554224" y="430728"/>
                </a:lnTo>
                <a:close/>
                <a:moveTo>
                  <a:pt x="222383" y="429840"/>
                </a:moveTo>
                <a:lnTo>
                  <a:pt x="232378" y="429840"/>
                </a:lnTo>
                <a:lnTo>
                  <a:pt x="232378" y="430728"/>
                </a:lnTo>
                <a:lnTo>
                  <a:pt x="222383" y="430728"/>
                </a:lnTo>
                <a:close/>
                <a:moveTo>
                  <a:pt x="612696" y="428952"/>
                </a:moveTo>
                <a:lnTo>
                  <a:pt x="629688" y="428952"/>
                </a:lnTo>
                <a:lnTo>
                  <a:pt x="629688" y="430728"/>
                </a:lnTo>
                <a:lnTo>
                  <a:pt x="612696" y="430728"/>
                </a:lnTo>
                <a:close/>
                <a:moveTo>
                  <a:pt x="535733" y="428952"/>
                </a:moveTo>
                <a:lnTo>
                  <a:pt x="545728" y="428952"/>
                </a:lnTo>
                <a:lnTo>
                  <a:pt x="545728" y="430728"/>
                </a:lnTo>
                <a:lnTo>
                  <a:pt x="535733" y="430728"/>
                </a:lnTo>
                <a:close/>
                <a:moveTo>
                  <a:pt x="266862" y="428952"/>
                </a:moveTo>
                <a:lnTo>
                  <a:pt x="269361" y="428952"/>
                </a:lnTo>
                <a:lnTo>
                  <a:pt x="269361" y="430728"/>
                </a:lnTo>
                <a:lnTo>
                  <a:pt x="266862" y="430728"/>
                </a:lnTo>
                <a:close/>
                <a:moveTo>
                  <a:pt x="573715" y="429840"/>
                </a:moveTo>
                <a:lnTo>
                  <a:pt x="576713" y="429840"/>
                </a:lnTo>
                <a:lnTo>
                  <a:pt x="576713" y="430728"/>
                </a:lnTo>
                <a:lnTo>
                  <a:pt x="573715" y="430728"/>
                </a:lnTo>
                <a:close/>
                <a:moveTo>
                  <a:pt x="637184" y="428952"/>
                </a:moveTo>
                <a:lnTo>
                  <a:pt x="673667" y="428952"/>
                </a:lnTo>
                <a:lnTo>
                  <a:pt x="673667" y="431616"/>
                </a:lnTo>
                <a:lnTo>
                  <a:pt x="637184" y="431616"/>
                </a:lnTo>
                <a:close/>
                <a:moveTo>
                  <a:pt x="586708" y="430728"/>
                </a:moveTo>
                <a:lnTo>
                  <a:pt x="603700" y="430728"/>
                </a:lnTo>
                <a:lnTo>
                  <a:pt x="603700" y="431616"/>
                </a:lnTo>
                <a:lnTo>
                  <a:pt x="586708" y="431616"/>
                </a:lnTo>
                <a:close/>
                <a:moveTo>
                  <a:pt x="359318" y="429840"/>
                </a:moveTo>
                <a:lnTo>
                  <a:pt x="371312" y="429840"/>
                </a:lnTo>
                <a:lnTo>
                  <a:pt x="371312" y="431616"/>
                </a:lnTo>
                <a:lnTo>
                  <a:pt x="359318" y="431616"/>
                </a:lnTo>
                <a:close/>
                <a:moveTo>
                  <a:pt x="505747" y="429840"/>
                </a:moveTo>
                <a:lnTo>
                  <a:pt x="508746" y="429840"/>
                </a:lnTo>
                <a:lnTo>
                  <a:pt x="508746" y="431616"/>
                </a:lnTo>
                <a:lnTo>
                  <a:pt x="505747" y="431616"/>
                </a:lnTo>
                <a:close/>
                <a:moveTo>
                  <a:pt x="223383" y="430728"/>
                </a:moveTo>
                <a:lnTo>
                  <a:pt x="232378" y="430728"/>
                </a:lnTo>
                <a:lnTo>
                  <a:pt x="232378" y="431616"/>
                </a:lnTo>
                <a:lnTo>
                  <a:pt x="223383" y="431616"/>
                </a:lnTo>
                <a:close/>
                <a:moveTo>
                  <a:pt x="573215" y="430728"/>
                </a:moveTo>
                <a:lnTo>
                  <a:pt x="576713" y="430728"/>
                </a:lnTo>
                <a:lnTo>
                  <a:pt x="576713" y="431616"/>
                </a:lnTo>
                <a:lnTo>
                  <a:pt x="573215" y="431616"/>
                </a:lnTo>
                <a:close/>
                <a:moveTo>
                  <a:pt x="554224" y="430728"/>
                </a:moveTo>
                <a:lnTo>
                  <a:pt x="563220" y="430728"/>
                </a:lnTo>
                <a:lnTo>
                  <a:pt x="563220" y="431616"/>
                </a:lnTo>
                <a:lnTo>
                  <a:pt x="554224" y="431616"/>
                </a:lnTo>
                <a:close/>
                <a:moveTo>
                  <a:pt x="209389" y="430728"/>
                </a:moveTo>
                <a:lnTo>
                  <a:pt x="219385" y="430728"/>
                </a:lnTo>
                <a:lnTo>
                  <a:pt x="219385" y="431616"/>
                </a:lnTo>
                <a:lnTo>
                  <a:pt x="209389" y="431616"/>
                </a:lnTo>
                <a:close/>
                <a:moveTo>
                  <a:pt x="573215" y="431616"/>
                </a:moveTo>
                <a:lnTo>
                  <a:pt x="577213" y="431616"/>
                </a:lnTo>
                <a:lnTo>
                  <a:pt x="577213" y="432504"/>
                </a:lnTo>
                <a:lnTo>
                  <a:pt x="573215" y="432504"/>
                </a:lnTo>
                <a:close/>
                <a:moveTo>
                  <a:pt x="211389" y="431616"/>
                </a:moveTo>
                <a:lnTo>
                  <a:pt x="218885" y="431616"/>
                </a:lnTo>
                <a:lnTo>
                  <a:pt x="218885" y="432504"/>
                </a:lnTo>
                <a:lnTo>
                  <a:pt x="211389" y="432504"/>
                </a:lnTo>
                <a:close/>
                <a:moveTo>
                  <a:pt x="612196" y="430728"/>
                </a:moveTo>
                <a:lnTo>
                  <a:pt x="629688" y="430728"/>
                </a:lnTo>
                <a:lnTo>
                  <a:pt x="629688" y="432504"/>
                </a:lnTo>
                <a:lnTo>
                  <a:pt x="612196" y="432504"/>
                </a:lnTo>
                <a:close/>
                <a:moveTo>
                  <a:pt x="535733" y="430728"/>
                </a:moveTo>
                <a:lnTo>
                  <a:pt x="545228" y="430728"/>
                </a:lnTo>
                <a:lnTo>
                  <a:pt x="545228" y="432504"/>
                </a:lnTo>
                <a:lnTo>
                  <a:pt x="535733" y="432504"/>
                </a:lnTo>
                <a:close/>
                <a:moveTo>
                  <a:pt x="587208" y="431616"/>
                </a:moveTo>
                <a:lnTo>
                  <a:pt x="603200" y="431616"/>
                </a:lnTo>
                <a:lnTo>
                  <a:pt x="603200" y="432504"/>
                </a:lnTo>
                <a:lnTo>
                  <a:pt x="587208" y="432504"/>
                </a:lnTo>
                <a:close/>
                <a:moveTo>
                  <a:pt x="553724" y="431616"/>
                </a:moveTo>
                <a:lnTo>
                  <a:pt x="562720" y="431616"/>
                </a:lnTo>
                <a:lnTo>
                  <a:pt x="562720" y="432504"/>
                </a:lnTo>
                <a:lnTo>
                  <a:pt x="553724" y="432504"/>
                </a:lnTo>
                <a:close/>
                <a:moveTo>
                  <a:pt x="266862" y="430728"/>
                </a:moveTo>
                <a:lnTo>
                  <a:pt x="268861" y="430728"/>
                </a:lnTo>
                <a:lnTo>
                  <a:pt x="268861" y="432504"/>
                </a:lnTo>
                <a:lnTo>
                  <a:pt x="266862" y="432504"/>
                </a:lnTo>
                <a:close/>
                <a:moveTo>
                  <a:pt x="224382" y="431616"/>
                </a:moveTo>
                <a:lnTo>
                  <a:pt x="232378" y="431616"/>
                </a:lnTo>
                <a:lnTo>
                  <a:pt x="232378" y="432504"/>
                </a:lnTo>
                <a:lnTo>
                  <a:pt x="224382" y="432504"/>
                </a:lnTo>
                <a:close/>
                <a:moveTo>
                  <a:pt x="505747" y="431616"/>
                </a:moveTo>
                <a:lnTo>
                  <a:pt x="508246" y="431616"/>
                </a:lnTo>
                <a:lnTo>
                  <a:pt x="508246" y="433393"/>
                </a:lnTo>
                <a:lnTo>
                  <a:pt x="505747" y="433393"/>
                </a:lnTo>
                <a:close/>
                <a:moveTo>
                  <a:pt x="553724" y="432504"/>
                </a:moveTo>
                <a:lnTo>
                  <a:pt x="562220" y="432504"/>
                </a:lnTo>
                <a:lnTo>
                  <a:pt x="562220" y="433393"/>
                </a:lnTo>
                <a:lnTo>
                  <a:pt x="553724" y="433393"/>
                </a:lnTo>
                <a:close/>
                <a:moveTo>
                  <a:pt x="572715" y="432504"/>
                </a:moveTo>
                <a:lnTo>
                  <a:pt x="577713" y="432504"/>
                </a:lnTo>
                <a:lnTo>
                  <a:pt x="577713" y="433393"/>
                </a:lnTo>
                <a:lnTo>
                  <a:pt x="572715" y="433393"/>
                </a:lnTo>
                <a:close/>
                <a:moveTo>
                  <a:pt x="240375" y="428064"/>
                </a:moveTo>
                <a:lnTo>
                  <a:pt x="245372" y="428064"/>
                </a:lnTo>
                <a:lnTo>
                  <a:pt x="245372" y="433393"/>
                </a:lnTo>
                <a:lnTo>
                  <a:pt x="240375" y="433393"/>
                </a:lnTo>
                <a:close/>
                <a:moveTo>
                  <a:pt x="587708" y="432504"/>
                </a:moveTo>
                <a:lnTo>
                  <a:pt x="603200" y="432504"/>
                </a:lnTo>
                <a:lnTo>
                  <a:pt x="603200" y="433393"/>
                </a:lnTo>
                <a:lnTo>
                  <a:pt x="587708" y="433393"/>
                </a:lnTo>
                <a:close/>
                <a:moveTo>
                  <a:pt x="211389" y="432504"/>
                </a:moveTo>
                <a:lnTo>
                  <a:pt x="218385" y="432504"/>
                </a:lnTo>
                <a:lnTo>
                  <a:pt x="218385" y="433393"/>
                </a:lnTo>
                <a:lnTo>
                  <a:pt x="211389" y="433393"/>
                </a:lnTo>
                <a:close/>
                <a:moveTo>
                  <a:pt x="225382" y="432504"/>
                </a:moveTo>
                <a:lnTo>
                  <a:pt x="232378" y="432504"/>
                </a:lnTo>
                <a:lnTo>
                  <a:pt x="232378" y="433393"/>
                </a:lnTo>
                <a:lnTo>
                  <a:pt x="225382" y="433393"/>
                </a:lnTo>
                <a:close/>
                <a:moveTo>
                  <a:pt x="535733" y="432504"/>
                </a:moveTo>
                <a:lnTo>
                  <a:pt x="544729" y="432504"/>
                </a:lnTo>
                <a:lnTo>
                  <a:pt x="544729" y="433393"/>
                </a:lnTo>
                <a:lnTo>
                  <a:pt x="535733" y="433393"/>
                </a:lnTo>
                <a:close/>
                <a:moveTo>
                  <a:pt x="636684" y="431616"/>
                </a:moveTo>
                <a:lnTo>
                  <a:pt x="673167" y="431616"/>
                </a:lnTo>
                <a:lnTo>
                  <a:pt x="673167" y="433393"/>
                </a:lnTo>
                <a:lnTo>
                  <a:pt x="636684" y="433393"/>
                </a:lnTo>
                <a:close/>
                <a:moveTo>
                  <a:pt x="315339" y="431616"/>
                </a:moveTo>
                <a:lnTo>
                  <a:pt x="371312" y="431616"/>
                </a:lnTo>
                <a:lnTo>
                  <a:pt x="371312" y="434281"/>
                </a:lnTo>
                <a:lnTo>
                  <a:pt x="315339" y="434281"/>
                </a:lnTo>
                <a:close/>
                <a:moveTo>
                  <a:pt x="266862" y="432504"/>
                </a:moveTo>
                <a:lnTo>
                  <a:pt x="268361" y="432504"/>
                </a:lnTo>
                <a:lnTo>
                  <a:pt x="268361" y="434281"/>
                </a:lnTo>
                <a:lnTo>
                  <a:pt x="266862" y="434281"/>
                </a:lnTo>
                <a:close/>
                <a:moveTo>
                  <a:pt x="572215" y="433393"/>
                </a:moveTo>
                <a:lnTo>
                  <a:pt x="578212" y="433393"/>
                </a:lnTo>
                <a:lnTo>
                  <a:pt x="578212" y="434281"/>
                </a:lnTo>
                <a:lnTo>
                  <a:pt x="572215" y="434281"/>
                </a:lnTo>
                <a:close/>
                <a:moveTo>
                  <a:pt x="211389" y="433393"/>
                </a:moveTo>
                <a:lnTo>
                  <a:pt x="217885" y="433393"/>
                </a:lnTo>
                <a:lnTo>
                  <a:pt x="217885" y="434281"/>
                </a:lnTo>
                <a:lnTo>
                  <a:pt x="211389" y="434281"/>
                </a:lnTo>
                <a:close/>
                <a:moveTo>
                  <a:pt x="611696" y="432504"/>
                </a:moveTo>
                <a:lnTo>
                  <a:pt x="629688" y="432504"/>
                </a:lnTo>
                <a:lnTo>
                  <a:pt x="629688" y="434281"/>
                </a:lnTo>
                <a:lnTo>
                  <a:pt x="611696" y="434281"/>
                </a:lnTo>
                <a:close/>
                <a:moveTo>
                  <a:pt x="588208" y="433393"/>
                </a:moveTo>
                <a:lnTo>
                  <a:pt x="602701" y="433393"/>
                </a:lnTo>
                <a:lnTo>
                  <a:pt x="602701" y="434281"/>
                </a:lnTo>
                <a:lnTo>
                  <a:pt x="588208" y="434281"/>
                </a:lnTo>
                <a:close/>
                <a:moveTo>
                  <a:pt x="636684" y="433393"/>
                </a:moveTo>
                <a:lnTo>
                  <a:pt x="672667" y="433393"/>
                </a:lnTo>
                <a:lnTo>
                  <a:pt x="672667" y="434281"/>
                </a:lnTo>
                <a:lnTo>
                  <a:pt x="636684" y="434281"/>
                </a:lnTo>
                <a:close/>
                <a:moveTo>
                  <a:pt x="682662" y="428952"/>
                </a:moveTo>
                <a:lnTo>
                  <a:pt x="1000000" y="428952"/>
                </a:lnTo>
                <a:lnTo>
                  <a:pt x="1000000" y="434281"/>
                </a:lnTo>
                <a:lnTo>
                  <a:pt x="682662" y="434281"/>
                </a:lnTo>
                <a:close/>
                <a:moveTo>
                  <a:pt x="553224" y="433393"/>
                </a:moveTo>
                <a:lnTo>
                  <a:pt x="561720" y="433393"/>
                </a:lnTo>
                <a:lnTo>
                  <a:pt x="561720" y="434281"/>
                </a:lnTo>
                <a:lnTo>
                  <a:pt x="553224" y="434281"/>
                </a:lnTo>
                <a:close/>
                <a:moveTo>
                  <a:pt x="226381" y="433393"/>
                </a:moveTo>
                <a:lnTo>
                  <a:pt x="232378" y="433393"/>
                </a:lnTo>
                <a:lnTo>
                  <a:pt x="232378" y="434281"/>
                </a:lnTo>
                <a:lnTo>
                  <a:pt x="226381" y="434281"/>
                </a:lnTo>
                <a:close/>
                <a:moveTo>
                  <a:pt x="227381" y="434281"/>
                </a:moveTo>
                <a:lnTo>
                  <a:pt x="232378" y="434281"/>
                </a:lnTo>
                <a:lnTo>
                  <a:pt x="232378" y="435169"/>
                </a:lnTo>
                <a:lnTo>
                  <a:pt x="227381" y="435169"/>
                </a:lnTo>
                <a:close/>
                <a:moveTo>
                  <a:pt x="636684" y="434281"/>
                </a:moveTo>
                <a:lnTo>
                  <a:pt x="672167" y="434281"/>
                </a:lnTo>
                <a:lnTo>
                  <a:pt x="672167" y="435169"/>
                </a:lnTo>
                <a:lnTo>
                  <a:pt x="636684" y="435169"/>
                </a:lnTo>
                <a:close/>
                <a:moveTo>
                  <a:pt x="553224" y="434281"/>
                </a:moveTo>
                <a:lnTo>
                  <a:pt x="561221" y="434281"/>
                </a:lnTo>
                <a:lnTo>
                  <a:pt x="561221" y="435169"/>
                </a:lnTo>
                <a:lnTo>
                  <a:pt x="553224" y="435169"/>
                </a:lnTo>
                <a:close/>
                <a:moveTo>
                  <a:pt x="588707" y="434281"/>
                </a:moveTo>
                <a:lnTo>
                  <a:pt x="602701" y="434281"/>
                </a:lnTo>
                <a:lnTo>
                  <a:pt x="602701" y="435169"/>
                </a:lnTo>
                <a:lnTo>
                  <a:pt x="588707" y="435169"/>
                </a:lnTo>
                <a:close/>
                <a:moveTo>
                  <a:pt x="505747" y="433393"/>
                </a:moveTo>
                <a:lnTo>
                  <a:pt x="507746" y="433393"/>
                </a:lnTo>
                <a:lnTo>
                  <a:pt x="507746" y="435169"/>
                </a:lnTo>
                <a:lnTo>
                  <a:pt x="505747" y="435169"/>
                </a:lnTo>
                <a:close/>
                <a:moveTo>
                  <a:pt x="535733" y="433393"/>
                </a:moveTo>
                <a:lnTo>
                  <a:pt x="544229" y="433393"/>
                </a:lnTo>
                <a:lnTo>
                  <a:pt x="544229" y="435169"/>
                </a:lnTo>
                <a:lnTo>
                  <a:pt x="535733" y="435169"/>
                </a:lnTo>
                <a:close/>
                <a:moveTo>
                  <a:pt x="611197" y="434281"/>
                </a:moveTo>
                <a:lnTo>
                  <a:pt x="629188" y="434281"/>
                </a:lnTo>
                <a:lnTo>
                  <a:pt x="629188" y="435169"/>
                </a:lnTo>
                <a:lnTo>
                  <a:pt x="611197" y="435169"/>
                </a:lnTo>
                <a:close/>
                <a:moveTo>
                  <a:pt x="211389" y="434281"/>
                </a:moveTo>
                <a:lnTo>
                  <a:pt x="217386" y="434281"/>
                </a:lnTo>
                <a:lnTo>
                  <a:pt x="217386" y="435169"/>
                </a:lnTo>
                <a:lnTo>
                  <a:pt x="211389" y="435169"/>
                </a:lnTo>
                <a:close/>
                <a:moveTo>
                  <a:pt x="227881" y="435169"/>
                </a:moveTo>
                <a:lnTo>
                  <a:pt x="232378" y="435169"/>
                </a:lnTo>
                <a:lnTo>
                  <a:pt x="232378" y="436057"/>
                </a:lnTo>
                <a:lnTo>
                  <a:pt x="227881" y="436057"/>
                </a:lnTo>
                <a:close/>
                <a:moveTo>
                  <a:pt x="650178" y="435169"/>
                </a:moveTo>
                <a:lnTo>
                  <a:pt x="671668" y="435169"/>
                </a:lnTo>
                <a:lnTo>
                  <a:pt x="671668" y="436057"/>
                </a:lnTo>
                <a:lnTo>
                  <a:pt x="650178" y="436057"/>
                </a:lnTo>
                <a:close/>
                <a:moveTo>
                  <a:pt x="553224" y="435169"/>
                </a:moveTo>
                <a:lnTo>
                  <a:pt x="560721" y="435169"/>
                </a:lnTo>
                <a:lnTo>
                  <a:pt x="560721" y="436057"/>
                </a:lnTo>
                <a:lnTo>
                  <a:pt x="553224" y="436057"/>
                </a:lnTo>
                <a:close/>
                <a:moveTo>
                  <a:pt x="589707" y="435169"/>
                </a:moveTo>
                <a:lnTo>
                  <a:pt x="602201" y="435169"/>
                </a:lnTo>
                <a:lnTo>
                  <a:pt x="602201" y="436057"/>
                </a:lnTo>
                <a:lnTo>
                  <a:pt x="589707" y="436057"/>
                </a:lnTo>
                <a:close/>
                <a:moveTo>
                  <a:pt x="535733" y="435169"/>
                </a:moveTo>
                <a:lnTo>
                  <a:pt x="543729" y="435169"/>
                </a:lnTo>
                <a:lnTo>
                  <a:pt x="543729" y="436057"/>
                </a:lnTo>
                <a:lnTo>
                  <a:pt x="535733" y="436057"/>
                </a:lnTo>
                <a:close/>
                <a:moveTo>
                  <a:pt x="505747" y="435169"/>
                </a:moveTo>
                <a:lnTo>
                  <a:pt x="507247" y="435169"/>
                </a:lnTo>
                <a:lnTo>
                  <a:pt x="507247" y="436057"/>
                </a:lnTo>
                <a:lnTo>
                  <a:pt x="505747" y="436057"/>
                </a:lnTo>
                <a:close/>
                <a:moveTo>
                  <a:pt x="211389" y="435169"/>
                </a:moveTo>
                <a:lnTo>
                  <a:pt x="216886" y="435169"/>
                </a:lnTo>
                <a:lnTo>
                  <a:pt x="216886" y="436057"/>
                </a:lnTo>
                <a:lnTo>
                  <a:pt x="211389" y="436057"/>
                </a:lnTo>
                <a:close/>
                <a:moveTo>
                  <a:pt x="266862" y="434281"/>
                </a:moveTo>
                <a:lnTo>
                  <a:pt x="267861" y="434281"/>
                </a:lnTo>
                <a:lnTo>
                  <a:pt x="267861" y="436057"/>
                </a:lnTo>
                <a:lnTo>
                  <a:pt x="266862" y="436057"/>
                </a:lnTo>
                <a:close/>
                <a:moveTo>
                  <a:pt x="571716" y="434281"/>
                </a:moveTo>
                <a:lnTo>
                  <a:pt x="578712" y="434281"/>
                </a:lnTo>
                <a:lnTo>
                  <a:pt x="578712" y="436057"/>
                </a:lnTo>
                <a:lnTo>
                  <a:pt x="571716" y="436057"/>
                </a:lnTo>
                <a:close/>
                <a:moveTo>
                  <a:pt x="515742" y="436057"/>
                </a:moveTo>
                <a:lnTo>
                  <a:pt x="528236" y="436057"/>
                </a:lnTo>
                <a:lnTo>
                  <a:pt x="528236" y="436945"/>
                </a:lnTo>
                <a:lnTo>
                  <a:pt x="515742" y="436945"/>
                </a:lnTo>
                <a:close/>
                <a:moveTo>
                  <a:pt x="571216" y="436057"/>
                </a:moveTo>
                <a:lnTo>
                  <a:pt x="579212" y="436057"/>
                </a:lnTo>
                <a:lnTo>
                  <a:pt x="579212" y="436945"/>
                </a:lnTo>
                <a:lnTo>
                  <a:pt x="571216" y="436945"/>
                </a:lnTo>
                <a:close/>
                <a:moveTo>
                  <a:pt x="590207" y="436057"/>
                </a:moveTo>
                <a:lnTo>
                  <a:pt x="601701" y="436057"/>
                </a:lnTo>
                <a:lnTo>
                  <a:pt x="601701" y="436945"/>
                </a:lnTo>
                <a:lnTo>
                  <a:pt x="590207" y="436945"/>
                </a:lnTo>
                <a:close/>
                <a:moveTo>
                  <a:pt x="682163" y="434281"/>
                </a:moveTo>
                <a:lnTo>
                  <a:pt x="1000000" y="434281"/>
                </a:lnTo>
                <a:lnTo>
                  <a:pt x="1000000" y="436945"/>
                </a:lnTo>
                <a:lnTo>
                  <a:pt x="682163" y="436945"/>
                </a:lnTo>
                <a:close/>
                <a:moveTo>
                  <a:pt x="211389" y="436057"/>
                </a:moveTo>
                <a:lnTo>
                  <a:pt x="216386" y="436057"/>
                </a:lnTo>
                <a:lnTo>
                  <a:pt x="216386" y="436945"/>
                </a:lnTo>
                <a:lnTo>
                  <a:pt x="211389" y="436945"/>
                </a:lnTo>
                <a:close/>
                <a:moveTo>
                  <a:pt x="284853" y="436057"/>
                </a:moveTo>
                <a:lnTo>
                  <a:pt x="286852" y="436057"/>
                </a:lnTo>
                <a:lnTo>
                  <a:pt x="286852" y="436945"/>
                </a:lnTo>
                <a:lnTo>
                  <a:pt x="284853" y="436945"/>
                </a:lnTo>
                <a:close/>
                <a:moveTo>
                  <a:pt x="228880" y="436057"/>
                </a:moveTo>
                <a:lnTo>
                  <a:pt x="232378" y="436057"/>
                </a:lnTo>
                <a:lnTo>
                  <a:pt x="232378" y="436945"/>
                </a:lnTo>
                <a:lnTo>
                  <a:pt x="228880" y="436945"/>
                </a:lnTo>
                <a:close/>
                <a:moveTo>
                  <a:pt x="650178" y="436057"/>
                </a:moveTo>
                <a:lnTo>
                  <a:pt x="670668" y="436057"/>
                </a:lnTo>
                <a:lnTo>
                  <a:pt x="670668" y="436945"/>
                </a:lnTo>
                <a:lnTo>
                  <a:pt x="650178" y="436945"/>
                </a:lnTo>
                <a:close/>
                <a:moveTo>
                  <a:pt x="553224" y="436057"/>
                </a:moveTo>
                <a:lnTo>
                  <a:pt x="560221" y="436057"/>
                </a:lnTo>
                <a:lnTo>
                  <a:pt x="560221" y="436945"/>
                </a:lnTo>
                <a:lnTo>
                  <a:pt x="553224" y="436945"/>
                </a:lnTo>
                <a:close/>
                <a:moveTo>
                  <a:pt x="650178" y="436945"/>
                </a:moveTo>
                <a:lnTo>
                  <a:pt x="670168" y="436945"/>
                </a:lnTo>
                <a:lnTo>
                  <a:pt x="670168" y="437833"/>
                </a:lnTo>
                <a:lnTo>
                  <a:pt x="650178" y="437833"/>
                </a:lnTo>
                <a:close/>
                <a:moveTo>
                  <a:pt x="553224" y="436945"/>
                </a:moveTo>
                <a:lnTo>
                  <a:pt x="559222" y="436945"/>
                </a:lnTo>
                <a:lnTo>
                  <a:pt x="559222" y="437833"/>
                </a:lnTo>
                <a:lnTo>
                  <a:pt x="553224" y="437833"/>
                </a:lnTo>
                <a:close/>
                <a:moveTo>
                  <a:pt x="570716" y="436945"/>
                </a:moveTo>
                <a:lnTo>
                  <a:pt x="579712" y="436945"/>
                </a:lnTo>
                <a:lnTo>
                  <a:pt x="579712" y="437833"/>
                </a:lnTo>
                <a:lnTo>
                  <a:pt x="570716" y="437833"/>
                </a:lnTo>
                <a:close/>
                <a:moveTo>
                  <a:pt x="590706" y="436945"/>
                </a:moveTo>
                <a:lnTo>
                  <a:pt x="601701" y="436945"/>
                </a:lnTo>
                <a:lnTo>
                  <a:pt x="601701" y="437833"/>
                </a:lnTo>
                <a:lnTo>
                  <a:pt x="590706" y="437833"/>
                </a:lnTo>
                <a:close/>
                <a:moveTo>
                  <a:pt x="266862" y="436057"/>
                </a:moveTo>
                <a:lnTo>
                  <a:pt x="267362" y="436057"/>
                </a:lnTo>
                <a:lnTo>
                  <a:pt x="267362" y="437833"/>
                </a:lnTo>
                <a:lnTo>
                  <a:pt x="266862" y="437833"/>
                </a:lnTo>
                <a:close/>
                <a:moveTo>
                  <a:pt x="275358" y="436057"/>
                </a:moveTo>
                <a:lnTo>
                  <a:pt x="277857" y="436057"/>
                </a:lnTo>
                <a:lnTo>
                  <a:pt x="277857" y="437833"/>
                </a:lnTo>
                <a:lnTo>
                  <a:pt x="275358" y="437833"/>
                </a:lnTo>
                <a:close/>
                <a:moveTo>
                  <a:pt x="211389" y="436945"/>
                </a:moveTo>
                <a:lnTo>
                  <a:pt x="217386" y="436945"/>
                </a:lnTo>
                <a:lnTo>
                  <a:pt x="217386" y="437833"/>
                </a:lnTo>
                <a:lnTo>
                  <a:pt x="211389" y="437833"/>
                </a:lnTo>
                <a:close/>
                <a:moveTo>
                  <a:pt x="229380" y="436945"/>
                </a:moveTo>
                <a:lnTo>
                  <a:pt x="232378" y="436945"/>
                </a:lnTo>
                <a:lnTo>
                  <a:pt x="232378" y="437833"/>
                </a:lnTo>
                <a:lnTo>
                  <a:pt x="229380" y="437833"/>
                </a:lnTo>
                <a:close/>
                <a:moveTo>
                  <a:pt x="505747" y="436057"/>
                </a:moveTo>
                <a:lnTo>
                  <a:pt x="506747" y="436057"/>
                </a:lnTo>
                <a:lnTo>
                  <a:pt x="506747" y="437833"/>
                </a:lnTo>
                <a:lnTo>
                  <a:pt x="505747" y="437833"/>
                </a:lnTo>
                <a:close/>
                <a:moveTo>
                  <a:pt x="535733" y="436057"/>
                </a:moveTo>
                <a:lnTo>
                  <a:pt x="543229" y="436057"/>
                </a:lnTo>
                <a:lnTo>
                  <a:pt x="543229" y="437833"/>
                </a:lnTo>
                <a:lnTo>
                  <a:pt x="535733" y="437833"/>
                </a:lnTo>
                <a:close/>
                <a:moveTo>
                  <a:pt x="240375" y="433393"/>
                </a:moveTo>
                <a:lnTo>
                  <a:pt x="244872" y="433393"/>
                </a:lnTo>
                <a:lnTo>
                  <a:pt x="244872" y="438721"/>
                </a:lnTo>
                <a:lnTo>
                  <a:pt x="240375" y="438721"/>
                </a:lnTo>
                <a:close/>
                <a:moveTo>
                  <a:pt x="650178" y="437833"/>
                </a:moveTo>
                <a:lnTo>
                  <a:pt x="668669" y="437833"/>
                </a:lnTo>
                <a:lnTo>
                  <a:pt x="668669" y="438721"/>
                </a:lnTo>
                <a:lnTo>
                  <a:pt x="650178" y="438721"/>
                </a:lnTo>
                <a:close/>
                <a:moveTo>
                  <a:pt x="274858" y="437833"/>
                </a:moveTo>
                <a:lnTo>
                  <a:pt x="277857" y="437833"/>
                </a:lnTo>
                <a:lnTo>
                  <a:pt x="277857" y="438721"/>
                </a:lnTo>
                <a:lnTo>
                  <a:pt x="274858" y="438721"/>
                </a:lnTo>
                <a:close/>
                <a:moveTo>
                  <a:pt x="681663" y="436945"/>
                </a:moveTo>
                <a:lnTo>
                  <a:pt x="1000000" y="436945"/>
                </a:lnTo>
                <a:lnTo>
                  <a:pt x="1000000" y="438721"/>
                </a:lnTo>
                <a:lnTo>
                  <a:pt x="681663" y="438721"/>
                </a:lnTo>
                <a:close/>
                <a:moveTo>
                  <a:pt x="211389" y="437833"/>
                </a:moveTo>
                <a:lnTo>
                  <a:pt x="217885" y="437833"/>
                </a:lnTo>
                <a:lnTo>
                  <a:pt x="217885" y="438721"/>
                </a:lnTo>
                <a:lnTo>
                  <a:pt x="211389" y="438721"/>
                </a:lnTo>
                <a:close/>
                <a:moveTo>
                  <a:pt x="570216" y="437833"/>
                </a:moveTo>
                <a:lnTo>
                  <a:pt x="580211" y="437833"/>
                </a:lnTo>
                <a:lnTo>
                  <a:pt x="580211" y="438721"/>
                </a:lnTo>
                <a:lnTo>
                  <a:pt x="570216" y="438721"/>
                </a:lnTo>
                <a:close/>
                <a:moveTo>
                  <a:pt x="535733" y="437833"/>
                </a:moveTo>
                <a:lnTo>
                  <a:pt x="542729" y="437833"/>
                </a:lnTo>
                <a:lnTo>
                  <a:pt x="542729" y="438721"/>
                </a:lnTo>
                <a:lnTo>
                  <a:pt x="535733" y="438721"/>
                </a:lnTo>
                <a:close/>
                <a:moveTo>
                  <a:pt x="591206" y="437833"/>
                </a:moveTo>
                <a:lnTo>
                  <a:pt x="601201" y="437833"/>
                </a:lnTo>
                <a:lnTo>
                  <a:pt x="601201" y="438721"/>
                </a:lnTo>
                <a:lnTo>
                  <a:pt x="591206" y="438721"/>
                </a:lnTo>
                <a:close/>
                <a:moveTo>
                  <a:pt x="553224" y="437833"/>
                </a:moveTo>
                <a:lnTo>
                  <a:pt x="558722" y="437833"/>
                </a:lnTo>
                <a:lnTo>
                  <a:pt x="558722" y="438721"/>
                </a:lnTo>
                <a:lnTo>
                  <a:pt x="553224" y="438721"/>
                </a:lnTo>
                <a:close/>
                <a:moveTo>
                  <a:pt x="515243" y="436945"/>
                </a:moveTo>
                <a:lnTo>
                  <a:pt x="528236" y="436945"/>
                </a:lnTo>
                <a:lnTo>
                  <a:pt x="528236" y="438721"/>
                </a:lnTo>
                <a:lnTo>
                  <a:pt x="515243" y="438721"/>
                </a:lnTo>
                <a:close/>
                <a:moveTo>
                  <a:pt x="230379" y="437833"/>
                </a:moveTo>
                <a:lnTo>
                  <a:pt x="232378" y="437833"/>
                </a:lnTo>
                <a:lnTo>
                  <a:pt x="232378" y="438721"/>
                </a:lnTo>
                <a:lnTo>
                  <a:pt x="230379" y="438721"/>
                </a:lnTo>
                <a:close/>
                <a:moveTo>
                  <a:pt x="284354" y="436945"/>
                </a:moveTo>
                <a:lnTo>
                  <a:pt x="286852" y="436945"/>
                </a:lnTo>
                <a:lnTo>
                  <a:pt x="286852" y="439609"/>
                </a:lnTo>
                <a:lnTo>
                  <a:pt x="284354" y="439609"/>
                </a:lnTo>
                <a:close/>
                <a:moveTo>
                  <a:pt x="211389" y="438721"/>
                </a:moveTo>
                <a:lnTo>
                  <a:pt x="218885" y="438721"/>
                </a:lnTo>
                <a:lnTo>
                  <a:pt x="218885" y="439609"/>
                </a:lnTo>
                <a:lnTo>
                  <a:pt x="211389" y="439609"/>
                </a:lnTo>
                <a:close/>
                <a:moveTo>
                  <a:pt x="650178" y="438721"/>
                </a:moveTo>
                <a:lnTo>
                  <a:pt x="667170" y="438721"/>
                </a:lnTo>
                <a:lnTo>
                  <a:pt x="667170" y="439609"/>
                </a:lnTo>
                <a:lnTo>
                  <a:pt x="650178" y="439609"/>
                </a:lnTo>
                <a:close/>
                <a:moveTo>
                  <a:pt x="569717" y="438721"/>
                </a:moveTo>
                <a:lnTo>
                  <a:pt x="580711" y="438721"/>
                </a:lnTo>
                <a:lnTo>
                  <a:pt x="580711" y="439609"/>
                </a:lnTo>
                <a:lnTo>
                  <a:pt x="569717" y="439609"/>
                </a:lnTo>
                <a:close/>
                <a:moveTo>
                  <a:pt x="535733" y="438721"/>
                </a:moveTo>
                <a:lnTo>
                  <a:pt x="542230" y="438721"/>
                </a:lnTo>
                <a:lnTo>
                  <a:pt x="542230" y="439609"/>
                </a:lnTo>
                <a:lnTo>
                  <a:pt x="535733" y="439609"/>
                </a:lnTo>
                <a:close/>
                <a:moveTo>
                  <a:pt x="553224" y="438721"/>
                </a:moveTo>
                <a:lnTo>
                  <a:pt x="558222" y="438721"/>
                </a:lnTo>
                <a:lnTo>
                  <a:pt x="558222" y="439609"/>
                </a:lnTo>
                <a:lnTo>
                  <a:pt x="553224" y="439609"/>
                </a:lnTo>
                <a:close/>
                <a:moveTo>
                  <a:pt x="195896" y="430728"/>
                </a:moveTo>
                <a:lnTo>
                  <a:pt x="203392" y="430728"/>
                </a:lnTo>
                <a:lnTo>
                  <a:pt x="203392" y="439609"/>
                </a:lnTo>
                <a:lnTo>
                  <a:pt x="195896" y="439609"/>
                </a:lnTo>
                <a:close/>
                <a:moveTo>
                  <a:pt x="94445" y="423623"/>
                </a:moveTo>
                <a:lnTo>
                  <a:pt x="188400" y="423623"/>
                </a:lnTo>
                <a:lnTo>
                  <a:pt x="188400" y="439609"/>
                </a:lnTo>
                <a:lnTo>
                  <a:pt x="94445" y="439609"/>
                </a:lnTo>
                <a:close/>
                <a:moveTo>
                  <a:pt x="592206" y="438721"/>
                </a:moveTo>
                <a:lnTo>
                  <a:pt x="600702" y="438721"/>
                </a:lnTo>
                <a:lnTo>
                  <a:pt x="600702" y="439609"/>
                </a:lnTo>
                <a:lnTo>
                  <a:pt x="592206" y="439609"/>
                </a:lnTo>
                <a:close/>
                <a:moveTo>
                  <a:pt x="505747" y="437833"/>
                </a:moveTo>
                <a:lnTo>
                  <a:pt x="506247" y="437833"/>
                </a:lnTo>
                <a:lnTo>
                  <a:pt x="506247" y="439609"/>
                </a:lnTo>
                <a:lnTo>
                  <a:pt x="505747" y="439609"/>
                </a:lnTo>
                <a:close/>
                <a:moveTo>
                  <a:pt x="240375" y="438721"/>
                </a:moveTo>
                <a:lnTo>
                  <a:pt x="244373" y="438721"/>
                </a:lnTo>
                <a:lnTo>
                  <a:pt x="244373" y="439609"/>
                </a:lnTo>
                <a:lnTo>
                  <a:pt x="240375" y="439609"/>
                </a:lnTo>
                <a:close/>
                <a:moveTo>
                  <a:pt x="230879" y="438721"/>
                </a:moveTo>
                <a:lnTo>
                  <a:pt x="232378" y="438721"/>
                </a:lnTo>
                <a:lnTo>
                  <a:pt x="232378" y="439609"/>
                </a:lnTo>
                <a:lnTo>
                  <a:pt x="230879" y="439609"/>
                </a:lnTo>
                <a:close/>
                <a:moveTo>
                  <a:pt x="274858" y="438721"/>
                </a:moveTo>
                <a:lnTo>
                  <a:pt x="277357" y="438721"/>
                </a:lnTo>
                <a:lnTo>
                  <a:pt x="277357" y="439609"/>
                </a:lnTo>
                <a:lnTo>
                  <a:pt x="274858" y="439609"/>
                </a:lnTo>
                <a:close/>
                <a:moveTo>
                  <a:pt x="681163" y="438721"/>
                </a:moveTo>
                <a:lnTo>
                  <a:pt x="1000000" y="438721"/>
                </a:lnTo>
                <a:lnTo>
                  <a:pt x="1000000" y="439609"/>
                </a:lnTo>
                <a:lnTo>
                  <a:pt x="681163" y="439609"/>
                </a:lnTo>
                <a:close/>
                <a:moveTo>
                  <a:pt x="230879" y="439609"/>
                </a:moveTo>
                <a:lnTo>
                  <a:pt x="244373" y="439609"/>
                </a:lnTo>
                <a:lnTo>
                  <a:pt x="244373" y="440497"/>
                </a:lnTo>
                <a:lnTo>
                  <a:pt x="230879" y="440497"/>
                </a:lnTo>
                <a:close/>
                <a:moveTo>
                  <a:pt x="569217" y="439609"/>
                </a:moveTo>
                <a:lnTo>
                  <a:pt x="581211" y="439609"/>
                </a:lnTo>
                <a:lnTo>
                  <a:pt x="581211" y="440497"/>
                </a:lnTo>
                <a:lnTo>
                  <a:pt x="569217" y="440497"/>
                </a:lnTo>
                <a:close/>
                <a:moveTo>
                  <a:pt x="650178" y="439609"/>
                </a:moveTo>
                <a:lnTo>
                  <a:pt x="663172" y="439609"/>
                </a:lnTo>
                <a:lnTo>
                  <a:pt x="663172" y="440497"/>
                </a:lnTo>
                <a:lnTo>
                  <a:pt x="650178" y="440497"/>
                </a:lnTo>
                <a:close/>
                <a:moveTo>
                  <a:pt x="553224" y="439609"/>
                </a:moveTo>
                <a:lnTo>
                  <a:pt x="557223" y="439609"/>
                </a:lnTo>
                <a:lnTo>
                  <a:pt x="557223" y="440497"/>
                </a:lnTo>
                <a:lnTo>
                  <a:pt x="553224" y="440497"/>
                </a:lnTo>
                <a:close/>
                <a:moveTo>
                  <a:pt x="514743" y="438721"/>
                </a:moveTo>
                <a:lnTo>
                  <a:pt x="528236" y="438721"/>
                </a:lnTo>
                <a:lnTo>
                  <a:pt x="528236" y="440497"/>
                </a:lnTo>
                <a:lnTo>
                  <a:pt x="514743" y="440497"/>
                </a:lnTo>
                <a:close/>
                <a:moveTo>
                  <a:pt x="592706" y="439609"/>
                </a:moveTo>
                <a:lnTo>
                  <a:pt x="600202" y="439609"/>
                </a:lnTo>
                <a:lnTo>
                  <a:pt x="600202" y="440497"/>
                </a:lnTo>
                <a:lnTo>
                  <a:pt x="592706" y="440497"/>
                </a:lnTo>
                <a:close/>
                <a:moveTo>
                  <a:pt x="210889" y="439609"/>
                </a:moveTo>
                <a:lnTo>
                  <a:pt x="219884" y="439609"/>
                </a:lnTo>
                <a:lnTo>
                  <a:pt x="219884" y="440497"/>
                </a:lnTo>
                <a:lnTo>
                  <a:pt x="210889" y="440497"/>
                </a:lnTo>
                <a:close/>
                <a:moveTo>
                  <a:pt x="94445" y="439609"/>
                </a:moveTo>
                <a:lnTo>
                  <a:pt x="203392" y="439609"/>
                </a:lnTo>
                <a:lnTo>
                  <a:pt x="203392" y="440497"/>
                </a:lnTo>
                <a:lnTo>
                  <a:pt x="94445" y="440497"/>
                </a:lnTo>
                <a:close/>
                <a:moveTo>
                  <a:pt x="230379" y="440497"/>
                </a:moveTo>
                <a:lnTo>
                  <a:pt x="244373" y="440497"/>
                </a:lnTo>
                <a:lnTo>
                  <a:pt x="244373" y="441385"/>
                </a:lnTo>
                <a:lnTo>
                  <a:pt x="230379" y="441385"/>
                </a:lnTo>
                <a:close/>
                <a:moveTo>
                  <a:pt x="568717" y="440497"/>
                </a:moveTo>
                <a:lnTo>
                  <a:pt x="581711" y="440497"/>
                </a:lnTo>
                <a:lnTo>
                  <a:pt x="581711" y="441385"/>
                </a:lnTo>
                <a:lnTo>
                  <a:pt x="568717" y="441385"/>
                </a:lnTo>
                <a:close/>
                <a:moveTo>
                  <a:pt x="680663" y="439609"/>
                </a:moveTo>
                <a:lnTo>
                  <a:pt x="1000000" y="439609"/>
                </a:lnTo>
                <a:lnTo>
                  <a:pt x="1000000" y="441385"/>
                </a:lnTo>
                <a:lnTo>
                  <a:pt x="680663" y="441385"/>
                </a:lnTo>
                <a:close/>
                <a:moveTo>
                  <a:pt x="553224" y="440497"/>
                </a:moveTo>
                <a:lnTo>
                  <a:pt x="556723" y="440497"/>
                </a:lnTo>
                <a:lnTo>
                  <a:pt x="556723" y="441385"/>
                </a:lnTo>
                <a:lnTo>
                  <a:pt x="553224" y="441385"/>
                </a:lnTo>
                <a:close/>
                <a:moveTo>
                  <a:pt x="210889" y="440497"/>
                </a:moveTo>
                <a:lnTo>
                  <a:pt x="220884" y="440497"/>
                </a:lnTo>
                <a:lnTo>
                  <a:pt x="220884" y="441385"/>
                </a:lnTo>
                <a:lnTo>
                  <a:pt x="210889" y="441385"/>
                </a:lnTo>
                <a:close/>
                <a:moveTo>
                  <a:pt x="593705" y="440497"/>
                </a:moveTo>
                <a:lnTo>
                  <a:pt x="600202" y="440497"/>
                </a:lnTo>
                <a:lnTo>
                  <a:pt x="600202" y="441385"/>
                </a:lnTo>
                <a:lnTo>
                  <a:pt x="593705" y="441385"/>
                </a:lnTo>
                <a:close/>
                <a:moveTo>
                  <a:pt x="261365" y="440497"/>
                </a:moveTo>
                <a:lnTo>
                  <a:pt x="266362" y="440497"/>
                </a:lnTo>
                <a:lnTo>
                  <a:pt x="266362" y="441385"/>
                </a:lnTo>
                <a:lnTo>
                  <a:pt x="261365" y="441385"/>
                </a:lnTo>
                <a:close/>
                <a:moveTo>
                  <a:pt x="274358" y="439609"/>
                </a:moveTo>
                <a:lnTo>
                  <a:pt x="277357" y="439609"/>
                </a:lnTo>
                <a:lnTo>
                  <a:pt x="277357" y="441385"/>
                </a:lnTo>
                <a:lnTo>
                  <a:pt x="274358" y="441385"/>
                </a:lnTo>
                <a:close/>
                <a:moveTo>
                  <a:pt x="535733" y="439609"/>
                </a:moveTo>
                <a:lnTo>
                  <a:pt x="541730" y="439609"/>
                </a:lnTo>
                <a:lnTo>
                  <a:pt x="541730" y="441385"/>
                </a:lnTo>
                <a:lnTo>
                  <a:pt x="535733" y="441385"/>
                </a:lnTo>
                <a:close/>
                <a:moveTo>
                  <a:pt x="229880" y="441385"/>
                </a:moveTo>
                <a:lnTo>
                  <a:pt x="244373" y="441385"/>
                </a:lnTo>
                <a:lnTo>
                  <a:pt x="244373" y="442274"/>
                </a:lnTo>
                <a:lnTo>
                  <a:pt x="229880" y="442274"/>
                </a:lnTo>
                <a:close/>
                <a:moveTo>
                  <a:pt x="680164" y="441385"/>
                </a:moveTo>
                <a:lnTo>
                  <a:pt x="1000000" y="441385"/>
                </a:lnTo>
                <a:lnTo>
                  <a:pt x="1000000" y="442274"/>
                </a:lnTo>
                <a:lnTo>
                  <a:pt x="680164" y="442274"/>
                </a:lnTo>
                <a:close/>
                <a:moveTo>
                  <a:pt x="514243" y="440497"/>
                </a:moveTo>
                <a:lnTo>
                  <a:pt x="528236" y="440497"/>
                </a:lnTo>
                <a:lnTo>
                  <a:pt x="528236" y="442274"/>
                </a:lnTo>
                <a:lnTo>
                  <a:pt x="514243" y="442274"/>
                </a:lnTo>
                <a:close/>
                <a:moveTo>
                  <a:pt x="594205" y="441385"/>
                </a:moveTo>
                <a:lnTo>
                  <a:pt x="599702" y="441385"/>
                </a:lnTo>
                <a:lnTo>
                  <a:pt x="599702" y="442274"/>
                </a:lnTo>
                <a:lnTo>
                  <a:pt x="594205" y="442274"/>
                </a:lnTo>
                <a:close/>
                <a:moveTo>
                  <a:pt x="568217" y="441385"/>
                </a:moveTo>
                <a:lnTo>
                  <a:pt x="582211" y="441385"/>
                </a:lnTo>
                <a:lnTo>
                  <a:pt x="582211" y="442274"/>
                </a:lnTo>
                <a:lnTo>
                  <a:pt x="568217" y="442274"/>
                </a:lnTo>
                <a:close/>
                <a:moveTo>
                  <a:pt x="535733" y="441385"/>
                </a:moveTo>
                <a:lnTo>
                  <a:pt x="541230" y="441385"/>
                </a:lnTo>
                <a:lnTo>
                  <a:pt x="541230" y="442274"/>
                </a:lnTo>
                <a:lnTo>
                  <a:pt x="535733" y="442274"/>
                </a:lnTo>
                <a:close/>
                <a:moveTo>
                  <a:pt x="261365" y="441385"/>
                </a:moveTo>
                <a:lnTo>
                  <a:pt x="265862" y="441385"/>
                </a:lnTo>
                <a:lnTo>
                  <a:pt x="265862" y="442274"/>
                </a:lnTo>
                <a:lnTo>
                  <a:pt x="261365" y="442274"/>
                </a:lnTo>
                <a:close/>
                <a:moveTo>
                  <a:pt x="553224" y="441385"/>
                </a:moveTo>
                <a:lnTo>
                  <a:pt x="555723" y="441385"/>
                </a:lnTo>
                <a:lnTo>
                  <a:pt x="555723" y="442274"/>
                </a:lnTo>
                <a:lnTo>
                  <a:pt x="553224" y="442274"/>
                </a:lnTo>
                <a:close/>
                <a:moveTo>
                  <a:pt x="210889" y="441385"/>
                </a:moveTo>
                <a:lnTo>
                  <a:pt x="221384" y="441385"/>
                </a:lnTo>
                <a:lnTo>
                  <a:pt x="221384" y="442274"/>
                </a:lnTo>
                <a:lnTo>
                  <a:pt x="210889" y="442274"/>
                </a:lnTo>
                <a:close/>
                <a:moveTo>
                  <a:pt x="283854" y="439609"/>
                </a:moveTo>
                <a:lnTo>
                  <a:pt x="286353" y="439609"/>
                </a:lnTo>
                <a:lnTo>
                  <a:pt x="286353" y="442274"/>
                </a:lnTo>
                <a:lnTo>
                  <a:pt x="283854" y="442274"/>
                </a:lnTo>
                <a:close/>
                <a:moveTo>
                  <a:pt x="567717" y="442274"/>
                </a:moveTo>
                <a:lnTo>
                  <a:pt x="582710" y="442274"/>
                </a:lnTo>
                <a:lnTo>
                  <a:pt x="582710" y="443162"/>
                </a:lnTo>
                <a:lnTo>
                  <a:pt x="567717" y="443162"/>
                </a:lnTo>
                <a:close/>
                <a:moveTo>
                  <a:pt x="261365" y="442274"/>
                </a:moveTo>
                <a:lnTo>
                  <a:pt x="265363" y="442274"/>
                </a:lnTo>
                <a:lnTo>
                  <a:pt x="265363" y="443162"/>
                </a:lnTo>
                <a:lnTo>
                  <a:pt x="261365" y="443162"/>
                </a:lnTo>
                <a:close/>
                <a:moveTo>
                  <a:pt x="273859" y="441385"/>
                </a:moveTo>
                <a:lnTo>
                  <a:pt x="276857" y="441385"/>
                </a:lnTo>
                <a:lnTo>
                  <a:pt x="276857" y="443162"/>
                </a:lnTo>
                <a:lnTo>
                  <a:pt x="273859" y="443162"/>
                </a:lnTo>
                <a:close/>
                <a:moveTo>
                  <a:pt x="595204" y="442274"/>
                </a:moveTo>
                <a:lnTo>
                  <a:pt x="599202" y="442274"/>
                </a:lnTo>
                <a:lnTo>
                  <a:pt x="599202" y="443162"/>
                </a:lnTo>
                <a:lnTo>
                  <a:pt x="595204" y="443162"/>
                </a:lnTo>
                <a:close/>
                <a:moveTo>
                  <a:pt x="535733" y="442274"/>
                </a:moveTo>
                <a:lnTo>
                  <a:pt x="540730" y="442274"/>
                </a:lnTo>
                <a:lnTo>
                  <a:pt x="540730" y="443162"/>
                </a:lnTo>
                <a:lnTo>
                  <a:pt x="535733" y="443162"/>
                </a:lnTo>
                <a:close/>
                <a:moveTo>
                  <a:pt x="553224" y="442274"/>
                </a:moveTo>
                <a:lnTo>
                  <a:pt x="555223" y="442274"/>
                </a:lnTo>
                <a:lnTo>
                  <a:pt x="555223" y="443162"/>
                </a:lnTo>
                <a:lnTo>
                  <a:pt x="553224" y="443162"/>
                </a:lnTo>
                <a:close/>
                <a:moveTo>
                  <a:pt x="210889" y="442274"/>
                </a:moveTo>
                <a:lnTo>
                  <a:pt x="222383" y="442274"/>
                </a:lnTo>
                <a:lnTo>
                  <a:pt x="222383" y="443162"/>
                </a:lnTo>
                <a:lnTo>
                  <a:pt x="210889" y="443162"/>
                </a:lnTo>
                <a:close/>
                <a:moveTo>
                  <a:pt x="409793" y="429840"/>
                </a:moveTo>
                <a:lnTo>
                  <a:pt x="447275" y="429840"/>
                </a:lnTo>
                <a:lnTo>
                  <a:pt x="447275" y="443162"/>
                </a:lnTo>
                <a:lnTo>
                  <a:pt x="409793" y="443162"/>
                </a:lnTo>
                <a:close/>
                <a:moveTo>
                  <a:pt x="250870" y="440497"/>
                </a:moveTo>
                <a:lnTo>
                  <a:pt x="254368" y="440497"/>
                </a:lnTo>
                <a:lnTo>
                  <a:pt x="254368" y="443162"/>
                </a:lnTo>
                <a:lnTo>
                  <a:pt x="250870" y="443162"/>
                </a:lnTo>
                <a:close/>
                <a:moveTo>
                  <a:pt x="283354" y="442274"/>
                </a:moveTo>
                <a:lnTo>
                  <a:pt x="286353" y="442274"/>
                </a:lnTo>
                <a:lnTo>
                  <a:pt x="286353" y="443162"/>
                </a:lnTo>
                <a:lnTo>
                  <a:pt x="283354" y="443162"/>
                </a:lnTo>
                <a:close/>
                <a:moveTo>
                  <a:pt x="229380" y="442274"/>
                </a:moveTo>
                <a:lnTo>
                  <a:pt x="243873" y="442274"/>
                </a:lnTo>
                <a:lnTo>
                  <a:pt x="243873" y="443162"/>
                </a:lnTo>
                <a:lnTo>
                  <a:pt x="229380" y="443162"/>
                </a:lnTo>
                <a:close/>
                <a:moveTo>
                  <a:pt x="679164" y="442274"/>
                </a:moveTo>
                <a:lnTo>
                  <a:pt x="1000000" y="442274"/>
                </a:lnTo>
                <a:lnTo>
                  <a:pt x="1000000" y="443162"/>
                </a:lnTo>
                <a:lnTo>
                  <a:pt x="679164" y="443162"/>
                </a:lnTo>
                <a:close/>
                <a:moveTo>
                  <a:pt x="567218" y="443162"/>
                </a:moveTo>
                <a:lnTo>
                  <a:pt x="583210" y="443162"/>
                </a:lnTo>
                <a:lnTo>
                  <a:pt x="583210" y="444050"/>
                </a:lnTo>
                <a:lnTo>
                  <a:pt x="567218" y="444050"/>
                </a:lnTo>
                <a:close/>
                <a:moveTo>
                  <a:pt x="513743" y="442274"/>
                </a:moveTo>
                <a:lnTo>
                  <a:pt x="528236" y="442274"/>
                </a:lnTo>
                <a:lnTo>
                  <a:pt x="528236" y="444050"/>
                </a:lnTo>
                <a:lnTo>
                  <a:pt x="513743" y="444050"/>
                </a:lnTo>
                <a:close/>
                <a:moveTo>
                  <a:pt x="228880" y="443162"/>
                </a:moveTo>
                <a:lnTo>
                  <a:pt x="243873" y="443162"/>
                </a:lnTo>
                <a:lnTo>
                  <a:pt x="243873" y="444050"/>
                </a:lnTo>
                <a:lnTo>
                  <a:pt x="228880" y="444050"/>
                </a:lnTo>
                <a:close/>
                <a:moveTo>
                  <a:pt x="273359" y="443162"/>
                </a:moveTo>
                <a:lnTo>
                  <a:pt x="276857" y="443162"/>
                </a:lnTo>
                <a:lnTo>
                  <a:pt x="276857" y="444050"/>
                </a:lnTo>
                <a:lnTo>
                  <a:pt x="273359" y="444050"/>
                </a:lnTo>
                <a:close/>
                <a:moveTo>
                  <a:pt x="678664" y="443162"/>
                </a:moveTo>
                <a:lnTo>
                  <a:pt x="1000000" y="443162"/>
                </a:lnTo>
                <a:lnTo>
                  <a:pt x="1000000" y="444050"/>
                </a:lnTo>
                <a:lnTo>
                  <a:pt x="678664" y="444050"/>
                </a:lnTo>
                <a:close/>
                <a:moveTo>
                  <a:pt x="339327" y="434281"/>
                </a:moveTo>
                <a:lnTo>
                  <a:pt x="371312" y="434281"/>
                </a:lnTo>
                <a:lnTo>
                  <a:pt x="371312" y="444050"/>
                </a:lnTo>
                <a:lnTo>
                  <a:pt x="339327" y="444050"/>
                </a:lnTo>
                <a:close/>
                <a:moveTo>
                  <a:pt x="94445" y="440497"/>
                </a:moveTo>
                <a:lnTo>
                  <a:pt x="202893" y="440497"/>
                </a:lnTo>
                <a:lnTo>
                  <a:pt x="202893" y="444050"/>
                </a:lnTo>
                <a:lnTo>
                  <a:pt x="94445" y="444050"/>
                </a:lnTo>
                <a:close/>
                <a:moveTo>
                  <a:pt x="553224" y="443162"/>
                </a:moveTo>
                <a:lnTo>
                  <a:pt x="554224" y="443162"/>
                </a:lnTo>
                <a:lnTo>
                  <a:pt x="554224" y="444050"/>
                </a:lnTo>
                <a:lnTo>
                  <a:pt x="553224" y="444050"/>
                </a:lnTo>
                <a:close/>
                <a:moveTo>
                  <a:pt x="210889" y="443162"/>
                </a:moveTo>
                <a:lnTo>
                  <a:pt x="222883" y="443162"/>
                </a:lnTo>
                <a:lnTo>
                  <a:pt x="222883" y="444050"/>
                </a:lnTo>
                <a:lnTo>
                  <a:pt x="210889" y="444050"/>
                </a:lnTo>
                <a:close/>
                <a:moveTo>
                  <a:pt x="595704" y="443162"/>
                </a:moveTo>
                <a:lnTo>
                  <a:pt x="598703" y="443162"/>
                </a:lnTo>
                <a:lnTo>
                  <a:pt x="598703" y="444050"/>
                </a:lnTo>
                <a:lnTo>
                  <a:pt x="595704" y="444050"/>
                </a:lnTo>
                <a:close/>
                <a:moveTo>
                  <a:pt x="535733" y="443162"/>
                </a:moveTo>
                <a:lnTo>
                  <a:pt x="540231" y="443162"/>
                </a:lnTo>
                <a:lnTo>
                  <a:pt x="540231" y="444050"/>
                </a:lnTo>
                <a:lnTo>
                  <a:pt x="535733" y="444050"/>
                </a:lnTo>
                <a:close/>
                <a:moveTo>
                  <a:pt x="273359" y="444050"/>
                </a:moveTo>
                <a:lnTo>
                  <a:pt x="276357" y="444050"/>
                </a:lnTo>
                <a:lnTo>
                  <a:pt x="276357" y="444938"/>
                </a:lnTo>
                <a:lnTo>
                  <a:pt x="273359" y="444938"/>
                </a:lnTo>
                <a:close/>
                <a:moveTo>
                  <a:pt x="553224" y="444050"/>
                </a:moveTo>
                <a:lnTo>
                  <a:pt x="553724" y="444050"/>
                </a:lnTo>
                <a:lnTo>
                  <a:pt x="553724" y="444938"/>
                </a:lnTo>
                <a:lnTo>
                  <a:pt x="553224" y="444938"/>
                </a:lnTo>
                <a:close/>
                <a:moveTo>
                  <a:pt x="240874" y="444050"/>
                </a:moveTo>
                <a:lnTo>
                  <a:pt x="243873" y="444050"/>
                </a:lnTo>
                <a:lnTo>
                  <a:pt x="243873" y="444938"/>
                </a:lnTo>
                <a:lnTo>
                  <a:pt x="240874" y="444938"/>
                </a:lnTo>
                <a:close/>
                <a:moveTo>
                  <a:pt x="566718" y="444050"/>
                </a:moveTo>
                <a:lnTo>
                  <a:pt x="583710" y="444050"/>
                </a:lnTo>
                <a:lnTo>
                  <a:pt x="583710" y="444938"/>
                </a:lnTo>
                <a:lnTo>
                  <a:pt x="566718" y="444938"/>
                </a:lnTo>
                <a:close/>
                <a:moveTo>
                  <a:pt x="677665" y="444050"/>
                </a:moveTo>
                <a:lnTo>
                  <a:pt x="1000000" y="444050"/>
                </a:lnTo>
                <a:lnTo>
                  <a:pt x="1000000" y="444938"/>
                </a:lnTo>
                <a:lnTo>
                  <a:pt x="677665" y="444938"/>
                </a:lnTo>
                <a:close/>
                <a:moveTo>
                  <a:pt x="535733" y="444050"/>
                </a:moveTo>
                <a:lnTo>
                  <a:pt x="539731" y="444050"/>
                </a:lnTo>
                <a:lnTo>
                  <a:pt x="539731" y="444938"/>
                </a:lnTo>
                <a:lnTo>
                  <a:pt x="535733" y="444938"/>
                </a:lnTo>
                <a:close/>
                <a:moveTo>
                  <a:pt x="261365" y="443162"/>
                </a:moveTo>
                <a:lnTo>
                  <a:pt x="264863" y="443162"/>
                </a:lnTo>
                <a:lnTo>
                  <a:pt x="264863" y="444938"/>
                </a:lnTo>
                <a:lnTo>
                  <a:pt x="261365" y="444938"/>
                </a:lnTo>
                <a:close/>
                <a:moveTo>
                  <a:pt x="283354" y="443162"/>
                </a:moveTo>
                <a:lnTo>
                  <a:pt x="285853" y="443162"/>
                </a:lnTo>
                <a:lnTo>
                  <a:pt x="285853" y="445826"/>
                </a:lnTo>
                <a:lnTo>
                  <a:pt x="283354" y="445826"/>
                </a:lnTo>
                <a:close/>
                <a:moveTo>
                  <a:pt x="676165" y="444938"/>
                </a:moveTo>
                <a:lnTo>
                  <a:pt x="1000000" y="444938"/>
                </a:lnTo>
                <a:lnTo>
                  <a:pt x="1000000" y="445826"/>
                </a:lnTo>
                <a:lnTo>
                  <a:pt x="676165" y="445826"/>
                </a:lnTo>
                <a:close/>
                <a:moveTo>
                  <a:pt x="566218" y="444938"/>
                </a:moveTo>
                <a:lnTo>
                  <a:pt x="584210" y="444938"/>
                </a:lnTo>
                <a:lnTo>
                  <a:pt x="584210" y="445826"/>
                </a:lnTo>
                <a:lnTo>
                  <a:pt x="566218" y="445826"/>
                </a:lnTo>
                <a:close/>
                <a:moveTo>
                  <a:pt x="261365" y="444938"/>
                </a:moveTo>
                <a:lnTo>
                  <a:pt x="264363" y="444938"/>
                </a:lnTo>
                <a:lnTo>
                  <a:pt x="264363" y="445826"/>
                </a:lnTo>
                <a:lnTo>
                  <a:pt x="261365" y="445826"/>
                </a:lnTo>
                <a:close/>
                <a:moveTo>
                  <a:pt x="513244" y="444050"/>
                </a:moveTo>
                <a:lnTo>
                  <a:pt x="528236" y="444050"/>
                </a:lnTo>
                <a:lnTo>
                  <a:pt x="528236" y="445826"/>
                </a:lnTo>
                <a:lnTo>
                  <a:pt x="513244" y="445826"/>
                </a:lnTo>
                <a:close/>
                <a:moveTo>
                  <a:pt x="272859" y="444938"/>
                </a:moveTo>
                <a:lnTo>
                  <a:pt x="276357" y="444938"/>
                </a:lnTo>
                <a:lnTo>
                  <a:pt x="276357" y="445826"/>
                </a:lnTo>
                <a:lnTo>
                  <a:pt x="272859" y="445826"/>
                </a:lnTo>
                <a:close/>
                <a:moveTo>
                  <a:pt x="596704" y="444050"/>
                </a:moveTo>
                <a:lnTo>
                  <a:pt x="598203" y="444050"/>
                </a:lnTo>
                <a:lnTo>
                  <a:pt x="598203" y="445826"/>
                </a:lnTo>
                <a:lnTo>
                  <a:pt x="596704" y="445826"/>
                </a:lnTo>
                <a:close/>
                <a:moveTo>
                  <a:pt x="292849" y="441385"/>
                </a:moveTo>
                <a:lnTo>
                  <a:pt x="293349" y="441385"/>
                </a:lnTo>
                <a:lnTo>
                  <a:pt x="293349" y="445826"/>
                </a:lnTo>
                <a:lnTo>
                  <a:pt x="292849" y="445826"/>
                </a:lnTo>
                <a:close/>
                <a:moveTo>
                  <a:pt x="261365" y="445826"/>
                </a:moveTo>
                <a:lnTo>
                  <a:pt x="263863" y="445826"/>
                </a:lnTo>
                <a:lnTo>
                  <a:pt x="263863" y="446714"/>
                </a:lnTo>
                <a:lnTo>
                  <a:pt x="261365" y="446714"/>
                </a:lnTo>
                <a:close/>
                <a:moveTo>
                  <a:pt x="535733" y="444938"/>
                </a:moveTo>
                <a:lnTo>
                  <a:pt x="539231" y="444938"/>
                </a:lnTo>
                <a:lnTo>
                  <a:pt x="539231" y="446714"/>
                </a:lnTo>
                <a:lnTo>
                  <a:pt x="535733" y="446714"/>
                </a:lnTo>
                <a:close/>
                <a:moveTo>
                  <a:pt x="512744" y="445826"/>
                </a:moveTo>
                <a:lnTo>
                  <a:pt x="528236" y="445826"/>
                </a:lnTo>
                <a:lnTo>
                  <a:pt x="528236" y="446714"/>
                </a:lnTo>
                <a:lnTo>
                  <a:pt x="512744" y="446714"/>
                </a:lnTo>
                <a:close/>
                <a:moveTo>
                  <a:pt x="282854" y="445826"/>
                </a:moveTo>
                <a:lnTo>
                  <a:pt x="285853" y="445826"/>
                </a:lnTo>
                <a:lnTo>
                  <a:pt x="285853" y="446714"/>
                </a:lnTo>
                <a:lnTo>
                  <a:pt x="282854" y="446714"/>
                </a:lnTo>
                <a:close/>
                <a:moveTo>
                  <a:pt x="272859" y="445826"/>
                </a:moveTo>
                <a:lnTo>
                  <a:pt x="275858" y="445826"/>
                </a:lnTo>
                <a:lnTo>
                  <a:pt x="275858" y="446714"/>
                </a:lnTo>
                <a:lnTo>
                  <a:pt x="272859" y="446714"/>
                </a:lnTo>
                <a:close/>
                <a:moveTo>
                  <a:pt x="250370" y="443162"/>
                </a:moveTo>
                <a:lnTo>
                  <a:pt x="254368" y="443162"/>
                </a:lnTo>
                <a:lnTo>
                  <a:pt x="254368" y="446714"/>
                </a:lnTo>
                <a:lnTo>
                  <a:pt x="250370" y="446714"/>
                </a:lnTo>
                <a:close/>
                <a:moveTo>
                  <a:pt x="596204" y="445826"/>
                </a:moveTo>
                <a:lnTo>
                  <a:pt x="597703" y="445826"/>
                </a:lnTo>
                <a:lnTo>
                  <a:pt x="597703" y="446714"/>
                </a:lnTo>
                <a:lnTo>
                  <a:pt x="596204" y="446714"/>
                </a:lnTo>
                <a:close/>
                <a:moveTo>
                  <a:pt x="300846" y="429840"/>
                </a:moveTo>
                <a:lnTo>
                  <a:pt x="307842" y="429840"/>
                </a:lnTo>
                <a:lnTo>
                  <a:pt x="307842" y="446714"/>
                </a:lnTo>
                <a:lnTo>
                  <a:pt x="300846" y="446714"/>
                </a:lnTo>
                <a:close/>
                <a:moveTo>
                  <a:pt x="674666" y="445826"/>
                </a:moveTo>
                <a:lnTo>
                  <a:pt x="1000000" y="445826"/>
                </a:lnTo>
                <a:lnTo>
                  <a:pt x="1000000" y="446714"/>
                </a:lnTo>
                <a:lnTo>
                  <a:pt x="674666" y="446714"/>
                </a:lnTo>
                <a:close/>
                <a:moveTo>
                  <a:pt x="565718" y="445826"/>
                </a:moveTo>
                <a:lnTo>
                  <a:pt x="584709" y="445826"/>
                </a:lnTo>
                <a:lnTo>
                  <a:pt x="584709" y="446714"/>
                </a:lnTo>
                <a:lnTo>
                  <a:pt x="565718" y="446714"/>
                </a:lnTo>
                <a:close/>
                <a:moveTo>
                  <a:pt x="565219" y="446714"/>
                </a:moveTo>
                <a:lnTo>
                  <a:pt x="585209" y="446714"/>
                </a:lnTo>
                <a:lnTo>
                  <a:pt x="585209" y="447602"/>
                </a:lnTo>
                <a:lnTo>
                  <a:pt x="565219" y="447602"/>
                </a:lnTo>
                <a:close/>
                <a:moveTo>
                  <a:pt x="240874" y="444938"/>
                </a:moveTo>
                <a:lnTo>
                  <a:pt x="243373" y="444938"/>
                </a:lnTo>
                <a:lnTo>
                  <a:pt x="243373" y="447602"/>
                </a:lnTo>
                <a:lnTo>
                  <a:pt x="240874" y="447602"/>
                </a:lnTo>
                <a:close/>
                <a:moveTo>
                  <a:pt x="272359" y="446714"/>
                </a:moveTo>
                <a:lnTo>
                  <a:pt x="275858" y="446714"/>
                </a:lnTo>
                <a:lnTo>
                  <a:pt x="275858" y="447602"/>
                </a:lnTo>
                <a:lnTo>
                  <a:pt x="272359" y="447602"/>
                </a:lnTo>
                <a:close/>
                <a:moveTo>
                  <a:pt x="676665" y="446714"/>
                </a:moveTo>
                <a:lnTo>
                  <a:pt x="1000000" y="446714"/>
                </a:lnTo>
                <a:lnTo>
                  <a:pt x="1000000" y="447602"/>
                </a:lnTo>
                <a:lnTo>
                  <a:pt x="676665" y="447602"/>
                </a:lnTo>
                <a:close/>
                <a:moveTo>
                  <a:pt x="595704" y="446714"/>
                </a:moveTo>
                <a:lnTo>
                  <a:pt x="597203" y="446714"/>
                </a:lnTo>
                <a:lnTo>
                  <a:pt x="597203" y="447602"/>
                </a:lnTo>
                <a:lnTo>
                  <a:pt x="595704" y="447602"/>
                </a:lnTo>
                <a:close/>
                <a:moveTo>
                  <a:pt x="535733" y="446714"/>
                </a:moveTo>
                <a:lnTo>
                  <a:pt x="538731" y="446714"/>
                </a:lnTo>
                <a:lnTo>
                  <a:pt x="538731" y="447602"/>
                </a:lnTo>
                <a:lnTo>
                  <a:pt x="535733" y="447602"/>
                </a:lnTo>
                <a:close/>
                <a:moveTo>
                  <a:pt x="282854" y="446714"/>
                </a:moveTo>
                <a:lnTo>
                  <a:pt x="285353" y="446714"/>
                </a:lnTo>
                <a:lnTo>
                  <a:pt x="285353" y="447602"/>
                </a:lnTo>
                <a:lnTo>
                  <a:pt x="282854" y="447602"/>
                </a:lnTo>
                <a:close/>
                <a:moveTo>
                  <a:pt x="512244" y="446714"/>
                </a:moveTo>
                <a:lnTo>
                  <a:pt x="528236" y="446714"/>
                </a:lnTo>
                <a:lnTo>
                  <a:pt x="528236" y="448490"/>
                </a:lnTo>
                <a:lnTo>
                  <a:pt x="512244" y="448490"/>
                </a:lnTo>
                <a:close/>
                <a:moveTo>
                  <a:pt x="535233" y="447602"/>
                </a:moveTo>
                <a:lnTo>
                  <a:pt x="538232" y="447602"/>
                </a:lnTo>
                <a:lnTo>
                  <a:pt x="538232" y="448490"/>
                </a:lnTo>
                <a:lnTo>
                  <a:pt x="535233" y="448490"/>
                </a:lnTo>
                <a:close/>
                <a:moveTo>
                  <a:pt x="292350" y="445826"/>
                </a:moveTo>
                <a:lnTo>
                  <a:pt x="293349" y="445826"/>
                </a:lnTo>
                <a:lnTo>
                  <a:pt x="293349" y="448490"/>
                </a:lnTo>
                <a:lnTo>
                  <a:pt x="292350" y="448490"/>
                </a:lnTo>
                <a:close/>
                <a:moveTo>
                  <a:pt x="564219" y="447602"/>
                </a:moveTo>
                <a:lnTo>
                  <a:pt x="585709" y="447602"/>
                </a:lnTo>
                <a:lnTo>
                  <a:pt x="585709" y="448490"/>
                </a:lnTo>
                <a:lnTo>
                  <a:pt x="564219" y="448490"/>
                </a:lnTo>
                <a:close/>
                <a:moveTo>
                  <a:pt x="271860" y="447602"/>
                </a:moveTo>
                <a:lnTo>
                  <a:pt x="275858" y="447602"/>
                </a:lnTo>
                <a:lnTo>
                  <a:pt x="275858" y="448490"/>
                </a:lnTo>
                <a:lnTo>
                  <a:pt x="271860" y="448490"/>
                </a:lnTo>
                <a:close/>
                <a:moveTo>
                  <a:pt x="300846" y="446714"/>
                </a:moveTo>
                <a:lnTo>
                  <a:pt x="307342" y="446714"/>
                </a:lnTo>
                <a:lnTo>
                  <a:pt x="307342" y="448490"/>
                </a:lnTo>
                <a:lnTo>
                  <a:pt x="300846" y="448490"/>
                </a:lnTo>
                <a:close/>
                <a:moveTo>
                  <a:pt x="677665" y="447602"/>
                </a:moveTo>
                <a:lnTo>
                  <a:pt x="1000000" y="447602"/>
                </a:lnTo>
                <a:lnTo>
                  <a:pt x="1000000" y="448490"/>
                </a:lnTo>
                <a:lnTo>
                  <a:pt x="677665" y="448490"/>
                </a:lnTo>
                <a:close/>
                <a:moveTo>
                  <a:pt x="595204" y="447602"/>
                </a:moveTo>
                <a:lnTo>
                  <a:pt x="596704" y="447602"/>
                </a:lnTo>
                <a:lnTo>
                  <a:pt x="596704" y="448490"/>
                </a:lnTo>
                <a:lnTo>
                  <a:pt x="595204" y="448490"/>
                </a:lnTo>
                <a:close/>
                <a:moveTo>
                  <a:pt x="240874" y="447602"/>
                </a:moveTo>
                <a:lnTo>
                  <a:pt x="242873" y="447602"/>
                </a:lnTo>
                <a:lnTo>
                  <a:pt x="242873" y="448490"/>
                </a:lnTo>
                <a:lnTo>
                  <a:pt x="240874" y="448490"/>
                </a:lnTo>
                <a:close/>
                <a:moveTo>
                  <a:pt x="505747" y="447602"/>
                </a:moveTo>
                <a:lnTo>
                  <a:pt x="506247" y="447602"/>
                </a:lnTo>
                <a:lnTo>
                  <a:pt x="506247" y="448490"/>
                </a:lnTo>
                <a:lnTo>
                  <a:pt x="505747" y="448490"/>
                </a:lnTo>
                <a:close/>
                <a:moveTo>
                  <a:pt x="261365" y="446714"/>
                </a:moveTo>
                <a:lnTo>
                  <a:pt x="263364" y="446714"/>
                </a:lnTo>
                <a:lnTo>
                  <a:pt x="263364" y="448490"/>
                </a:lnTo>
                <a:lnTo>
                  <a:pt x="261365" y="448490"/>
                </a:lnTo>
                <a:close/>
                <a:moveTo>
                  <a:pt x="271860" y="448490"/>
                </a:moveTo>
                <a:lnTo>
                  <a:pt x="275358" y="448490"/>
                </a:lnTo>
                <a:lnTo>
                  <a:pt x="275358" y="449378"/>
                </a:lnTo>
                <a:lnTo>
                  <a:pt x="271860" y="449378"/>
                </a:lnTo>
                <a:close/>
                <a:moveTo>
                  <a:pt x="261365" y="448490"/>
                </a:moveTo>
                <a:lnTo>
                  <a:pt x="263863" y="448490"/>
                </a:lnTo>
                <a:lnTo>
                  <a:pt x="263863" y="449378"/>
                </a:lnTo>
                <a:lnTo>
                  <a:pt x="261365" y="449378"/>
                </a:lnTo>
                <a:close/>
                <a:moveTo>
                  <a:pt x="516742" y="448490"/>
                </a:moveTo>
                <a:lnTo>
                  <a:pt x="528236" y="448490"/>
                </a:lnTo>
                <a:lnTo>
                  <a:pt x="528236" y="449378"/>
                </a:lnTo>
                <a:lnTo>
                  <a:pt x="516742" y="449378"/>
                </a:lnTo>
                <a:close/>
                <a:moveTo>
                  <a:pt x="240874" y="448490"/>
                </a:moveTo>
                <a:lnTo>
                  <a:pt x="243373" y="448490"/>
                </a:lnTo>
                <a:lnTo>
                  <a:pt x="243373" y="449378"/>
                </a:lnTo>
                <a:lnTo>
                  <a:pt x="240874" y="449378"/>
                </a:lnTo>
                <a:close/>
                <a:moveTo>
                  <a:pt x="553224" y="448490"/>
                </a:moveTo>
                <a:lnTo>
                  <a:pt x="553724" y="448490"/>
                </a:lnTo>
                <a:lnTo>
                  <a:pt x="553724" y="449378"/>
                </a:lnTo>
                <a:lnTo>
                  <a:pt x="553224" y="449378"/>
                </a:lnTo>
                <a:close/>
                <a:moveTo>
                  <a:pt x="511744" y="448490"/>
                </a:moveTo>
                <a:lnTo>
                  <a:pt x="515742" y="448490"/>
                </a:lnTo>
                <a:lnTo>
                  <a:pt x="515742" y="449378"/>
                </a:lnTo>
                <a:lnTo>
                  <a:pt x="511744" y="449378"/>
                </a:lnTo>
                <a:close/>
                <a:moveTo>
                  <a:pt x="505747" y="448490"/>
                </a:moveTo>
                <a:lnTo>
                  <a:pt x="507247" y="448490"/>
                </a:lnTo>
                <a:lnTo>
                  <a:pt x="507247" y="449378"/>
                </a:lnTo>
                <a:lnTo>
                  <a:pt x="505747" y="449378"/>
                </a:lnTo>
                <a:close/>
                <a:moveTo>
                  <a:pt x="455271" y="427176"/>
                </a:moveTo>
                <a:lnTo>
                  <a:pt x="482259" y="427176"/>
                </a:lnTo>
                <a:lnTo>
                  <a:pt x="482259" y="449378"/>
                </a:lnTo>
                <a:lnTo>
                  <a:pt x="455271" y="449378"/>
                </a:lnTo>
                <a:close/>
                <a:moveTo>
                  <a:pt x="249870" y="446714"/>
                </a:moveTo>
                <a:lnTo>
                  <a:pt x="254368" y="446714"/>
                </a:lnTo>
                <a:lnTo>
                  <a:pt x="254368" y="449378"/>
                </a:lnTo>
                <a:lnTo>
                  <a:pt x="249870" y="449378"/>
                </a:lnTo>
                <a:close/>
                <a:moveTo>
                  <a:pt x="678664" y="448490"/>
                </a:moveTo>
                <a:lnTo>
                  <a:pt x="1000000" y="448490"/>
                </a:lnTo>
                <a:lnTo>
                  <a:pt x="1000000" y="449378"/>
                </a:lnTo>
                <a:lnTo>
                  <a:pt x="678664" y="449378"/>
                </a:lnTo>
                <a:close/>
                <a:moveTo>
                  <a:pt x="563719" y="448490"/>
                </a:moveTo>
                <a:lnTo>
                  <a:pt x="586209" y="448490"/>
                </a:lnTo>
                <a:lnTo>
                  <a:pt x="586209" y="449378"/>
                </a:lnTo>
                <a:lnTo>
                  <a:pt x="563719" y="449378"/>
                </a:lnTo>
                <a:close/>
                <a:moveTo>
                  <a:pt x="594705" y="448490"/>
                </a:moveTo>
                <a:lnTo>
                  <a:pt x="597203" y="448490"/>
                </a:lnTo>
                <a:lnTo>
                  <a:pt x="597203" y="449378"/>
                </a:lnTo>
                <a:lnTo>
                  <a:pt x="594705" y="449378"/>
                </a:lnTo>
                <a:close/>
                <a:moveTo>
                  <a:pt x="282354" y="447602"/>
                </a:moveTo>
                <a:lnTo>
                  <a:pt x="285353" y="447602"/>
                </a:lnTo>
                <a:lnTo>
                  <a:pt x="285353" y="449378"/>
                </a:lnTo>
                <a:lnTo>
                  <a:pt x="282354" y="449378"/>
                </a:lnTo>
                <a:close/>
                <a:moveTo>
                  <a:pt x="240874" y="449378"/>
                </a:moveTo>
                <a:lnTo>
                  <a:pt x="243873" y="449378"/>
                </a:lnTo>
                <a:lnTo>
                  <a:pt x="243873" y="450266"/>
                </a:lnTo>
                <a:lnTo>
                  <a:pt x="240874" y="450266"/>
                </a:lnTo>
                <a:close/>
                <a:moveTo>
                  <a:pt x="282354" y="449378"/>
                </a:moveTo>
                <a:lnTo>
                  <a:pt x="284853" y="449378"/>
                </a:lnTo>
                <a:lnTo>
                  <a:pt x="284853" y="450266"/>
                </a:lnTo>
                <a:lnTo>
                  <a:pt x="282354" y="450266"/>
                </a:lnTo>
                <a:close/>
                <a:moveTo>
                  <a:pt x="535233" y="448490"/>
                </a:moveTo>
                <a:lnTo>
                  <a:pt x="538731" y="448490"/>
                </a:lnTo>
                <a:lnTo>
                  <a:pt x="538731" y="450266"/>
                </a:lnTo>
                <a:lnTo>
                  <a:pt x="535233" y="450266"/>
                </a:lnTo>
                <a:close/>
                <a:moveTo>
                  <a:pt x="505747" y="449378"/>
                </a:moveTo>
                <a:lnTo>
                  <a:pt x="507746" y="449378"/>
                </a:lnTo>
                <a:lnTo>
                  <a:pt x="507746" y="450266"/>
                </a:lnTo>
                <a:lnTo>
                  <a:pt x="505747" y="450266"/>
                </a:lnTo>
                <a:close/>
                <a:moveTo>
                  <a:pt x="594205" y="449378"/>
                </a:moveTo>
                <a:lnTo>
                  <a:pt x="597203" y="449378"/>
                </a:lnTo>
                <a:lnTo>
                  <a:pt x="597203" y="450266"/>
                </a:lnTo>
                <a:lnTo>
                  <a:pt x="594205" y="450266"/>
                </a:lnTo>
                <a:close/>
                <a:moveTo>
                  <a:pt x="261365" y="449378"/>
                </a:moveTo>
                <a:lnTo>
                  <a:pt x="264863" y="449378"/>
                </a:lnTo>
                <a:lnTo>
                  <a:pt x="264863" y="450266"/>
                </a:lnTo>
                <a:lnTo>
                  <a:pt x="261365" y="450266"/>
                </a:lnTo>
                <a:close/>
                <a:moveTo>
                  <a:pt x="679664" y="449378"/>
                </a:moveTo>
                <a:lnTo>
                  <a:pt x="1000000" y="449378"/>
                </a:lnTo>
                <a:lnTo>
                  <a:pt x="1000000" y="450266"/>
                </a:lnTo>
                <a:lnTo>
                  <a:pt x="679664" y="450266"/>
                </a:lnTo>
                <a:close/>
                <a:moveTo>
                  <a:pt x="511245" y="449378"/>
                </a:moveTo>
                <a:lnTo>
                  <a:pt x="514743" y="449378"/>
                </a:lnTo>
                <a:lnTo>
                  <a:pt x="514743" y="450266"/>
                </a:lnTo>
                <a:lnTo>
                  <a:pt x="511245" y="450266"/>
                </a:lnTo>
                <a:close/>
                <a:moveTo>
                  <a:pt x="563220" y="449378"/>
                </a:moveTo>
                <a:lnTo>
                  <a:pt x="586708" y="449378"/>
                </a:lnTo>
                <a:lnTo>
                  <a:pt x="586708" y="450266"/>
                </a:lnTo>
                <a:lnTo>
                  <a:pt x="563220" y="450266"/>
                </a:lnTo>
                <a:close/>
                <a:moveTo>
                  <a:pt x="271360" y="449378"/>
                </a:moveTo>
                <a:lnTo>
                  <a:pt x="275358" y="449378"/>
                </a:lnTo>
                <a:lnTo>
                  <a:pt x="275358" y="450266"/>
                </a:lnTo>
                <a:lnTo>
                  <a:pt x="271360" y="450266"/>
                </a:lnTo>
                <a:close/>
                <a:moveTo>
                  <a:pt x="505747" y="450266"/>
                </a:moveTo>
                <a:lnTo>
                  <a:pt x="508246" y="450266"/>
                </a:lnTo>
                <a:lnTo>
                  <a:pt x="508246" y="451155"/>
                </a:lnTo>
                <a:lnTo>
                  <a:pt x="505747" y="451155"/>
                </a:lnTo>
                <a:close/>
                <a:moveTo>
                  <a:pt x="240874" y="450266"/>
                </a:moveTo>
                <a:lnTo>
                  <a:pt x="244872" y="450266"/>
                </a:lnTo>
                <a:lnTo>
                  <a:pt x="244872" y="451155"/>
                </a:lnTo>
                <a:lnTo>
                  <a:pt x="240874" y="451155"/>
                </a:lnTo>
                <a:close/>
                <a:moveTo>
                  <a:pt x="562220" y="450266"/>
                </a:moveTo>
                <a:lnTo>
                  <a:pt x="562720" y="450266"/>
                </a:lnTo>
                <a:lnTo>
                  <a:pt x="562720" y="451155"/>
                </a:lnTo>
                <a:lnTo>
                  <a:pt x="562220" y="451155"/>
                </a:lnTo>
                <a:close/>
                <a:moveTo>
                  <a:pt x="594205" y="450266"/>
                </a:moveTo>
                <a:lnTo>
                  <a:pt x="597703" y="450266"/>
                </a:lnTo>
                <a:lnTo>
                  <a:pt x="597703" y="451155"/>
                </a:lnTo>
                <a:lnTo>
                  <a:pt x="594205" y="451155"/>
                </a:lnTo>
                <a:close/>
                <a:moveTo>
                  <a:pt x="261365" y="450266"/>
                </a:moveTo>
                <a:lnTo>
                  <a:pt x="265363" y="450266"/>
                </a:lnTo>
                <a:lnTo>
                  <a:pt x="265363" y="451155"/>
                </a:lnTo>
                <a:lnTo>
                  <a:pt x="261365" y="451155"/>
                </a:lnTo>
                <a:close/>
                <a:moveTo>
                  <a:pt x="517242" y="449378"/>
                </a:moveTo>
                <a:lnTo>
                  <a:pt x="528236" y="449378"/>
                </a:lnTo>
                <a:lnTo>
                  <a:pt x="528236" y="451155"/>
                </a:lnTo>
                <a:lnTo>
                  <a:pt x="517242" y="451155"/>
                </a:lnTo>
                <a:close/>
                <a:moveTo>
                  <a:pt x="680164" y="450266"/>
                </a:moveTo>
                <a:lnTo>
                  <a:pt x="1000000" y="450266"/>
                </a:lnTo>
                <a:lnTo>
                  <a:pt x="1000000" y="451155"/>
                </a:lnTo>
                <a:lnTo>
                  <a:pt x="680164" y="451155"/>
                </a:lnTo>
                <a:close/>
                <a:moveTo>
                  <a:pt x="511245" y="450266"/>
                </a:moveTo>
                <a:lnTo>
                  <a:pt x="514243" y="450266"/>
                </a:lnTo>
                <a:lnTo>
                  <a:pt x="514243" y="451155"/>
                </a:lnTo>
                <a:lnTo>
                  <a:pt x="511245" y="451155"/>
                </a:lnTo>
                <a:close/>
                <a:moveTo>
                  <a:pt x="271360" y="450266"/>
                </a:moveTo>
                <a:lnTo>
                  <a:pt x="274858" y="450266"/>
                </a:lnTo>
                <a:lnTo>
                  <a:pt x="274858" y="451155"/>
                </a:lnTo>
                <a:lnTo>
                  <a:pt x="271360" y="451155"/>
                </a:lnTo>
                <a:close/>
                <a:moveTo>
                  <a:pt x="553224" y="449378"/>
                </a:moveTo>
                <a:lnTo>
                  <a:pt x="554224" y="449378"/>
                </a:lnTo>
                <a:lnTo>
                  <a:pt x="554224" y="451155"/>
                </a:lnTo>
                <a:lnTo>
                  <a:pt x="553224" y="451155"/>
                </a:lnTo>
                <a:close/>
                <a:moveTo>
                  <a:pt x="587208" y="450266"/>
                </a:moveTo>
                <a:lnTo>
                  <a:pt x="587708" y="450266"/>
                </a:lnTo>
                <a:lnTo>
                  <a:pt x="587708" y="451155"/>
                </a:lnTo>
                <a:lnTo>
                  <a:pt x="587208" y="451155"/>
                </a:lnTo>
                <a:close/>
                <a:moveTo>
                  <a:pt x="593705" y="451155"/>
                </a:moveTo>
                <a:lnTo>
                  <a:pt x="597703" y="451155"/>
                </a:lnTo>
                <a:lnTo>
                  <a:pt x="597703" y="452043"/>
                </a:lnTo>
                <a:lnTo>
                  <a:pt x="593705" y="452043"/>
                </a:lnTo>
                <a:close/>
                <a:moveTo>
                  <a:pt x="587208" y="451155"/>
                </a:moveTo>
                <a:lnTo>
                  <a:pt x="588208" y="451155"/>
                </a:lnTo>
                <a:lnTo>
                  <a:pt x="588208" y="452043"/>
                </a:lnTo>
                <a:lnTo>
                  <a:pt x="587208" y="452043"/>
                </a:lnTo>
                <a:close/>
                <a:moveTo>
                  <a:pt x="291850" y="448490"/>
                </a:moveTo>
                <a:lnTo>
                  <a:pt x="293349" y="448490"/>
                </a:lnTo>
                <a:lnTo>
                  <a:pt x="293349" y="452043"/>
                </a:lnTo>
                <a:lnTo>
                  <a:pt x="291850" y="452043"/>
                </a:lnTo>
                <a:close/>
                <a:moveTo>
                  <a:pt x="517741" y="451155"/>
                </a:moveTo>
                <a:lnTo>
                  <a:pt x="528236" y="451155"/>
                </a:lnTo>
                <a:lnTo>
                  <a:pt x="528236" y="452043"/>
                </a:lnTo>
                <a:lnTo>
                  <a:pt x="517741" y="452043"/>
                </a:lnTo>
                <a:close/>
                <a:moveTo>
                  <a:pt x="561720" y="451155"/>
                </a:moveTo>
                <a:lnTo>
                  <a:pt x="562720" y="451155"/>
                </a:lnTo>
                <a:lnTo>
                  <a:pt x="562720" y="452043"/>
                </a:lnTo>
                <a:lnTo>
                  <a:pt x="561720" y="452043"/>
                </a:lnTo>
                <a:close/>
                <a:moveTo>
                  <a:pt x="680663" y="451155"/>
                </a:moveTo>
                <a:lnTo>
                  <a:pt x="1000000" y="451155"/>
                </a:lnTo>
                <a:lnTo>
                  <a:pt x="1000000" y="452043"/>
                </a:lnTo>
                <a:lnTo>
                  <a:pt x="680663" y="452043"/>
                </a:lnTo>
                <a:close/>
                <a:moveTo>
                  <a:pt x="249370" y="449378"/>
                </a:moveTo>
                <a:lnTo>
                  <a:pt x="254368" y="449378"/>
                </a:lnTo>
                <a:lnTo>
                  <a:pt x="254368" y="452043"/>
                </a:lnTo>
                <a:lnTo>
                  <a:pt x="249370" y="452043"/>
                </a:lnTo>
                <a:close/>
                <a:moveTo>
                  <a:pt x="240874" y="451155"/>
                </a:moveTo>
                <a:lnTo>
                  <a:pt x="245372" y="451155"/>
                </a:lnTo>
                <a:lnTo>
                  <a:pt x="245372" y="452043"/>
                </a:lnTo>
                <a:lnTo>
                  <a:pt x="240874" y="452043"/>
                </a:lnTo>
                <a:close/>
                <a:moveTo>
                  <a:pt x="510745" y="451155"/>
                </a:moveTo>
                <a:lnTo>
                  <a:pt x="513244" y="451155"/>
                </a:lnTo>
                <a:lnTo>
                  <a:pt x="513244" y="452043"/>
                </a:lnTo>
                <a:lnTo>
                  <a:pt x="510745" y="452043"/>
                </a:lnTo>
                <a:close/>
                <a:moveTo>
                  <a:pt x="270860" y="451155"/>
                </a:moveTo>
                <a:lnTo>
                  <a:pt x="274858" y="451155"/>
                </a:lnTo>
                <a:lnTo>
                  <a:pt x="274858" y="452043"/>
                </a:lnTo>
                <a:lnTo>
                  <a:pt x="270860" y="452043"/>
                </a:lnTo>
                <a:close/>
                <a:moveTo>
                  <a:pt x="505747" y="451155"/>
                </a:moveTo>
                <a:lnTo>
                  <a:pt x="509246" y="451155"/>
                </a:lnTo>
                <a:lnTo>
                  <a:pt x="509246" y="452043"/>
                </a:lnTo>
                <a:lnTo>
                  <a:pt x="505747" y="452043"/>
                </a:lnTo>
                <a:close/>
                <a:moveTo>
                  <a:pt x="261365" y="451155"/>
                </a:moveTo>
                <a:lnTo>
                  <a:pt x="266362" y="451155"/>
                </a:lnTo>
                <a:lnTo>
                  <a:pt x="266362" y="452043"/>
                </a:lnTo>
                <a:lnTo>
                  <a:pt x="261365" y="452043"/>
                </a:lnTo>
                <a:close/>
                <a:moveTo>
                  <a:pt x="535233" y="450266"/>
                </a:moveTo>
                <a:lnTo>
                  <a:pt x="539231" y="450266"/>
                </a:lnTo>
                <a:lnTo>
                  <a:pt x="539231" y="452043"/>
                </a:lnTo>
                <a:lnTo>
                  <a:pt x="535233" y="452043"/>
                </a:lnTo>
                <a:close/>
                <a:moveTo>
                  <a:pt x="553224" y="451155"/>
                </a:moveTo>
                <a:lnTo>
                  <a:pt x="554724" y="451155"/>
                </a:lnTo>
                <a:lnTo>
                  <a:pt x="554724" y="452043"/>
                </a:lnTo>
                <a:lnTo>
                  <a:pt x="553224" y="452043"/>
                </a:lnTo>
                <a:close/>
                <a:moveTo>
                  <a:pt x="240874" y="452043"/>
                </a:moveTo>
                <a:lnTo>
                  <a:pt x="246372" y="452043"/>
                </a:lnTo>
                <a:lnTo>
                  <a:pt x="246372" y="452931"/>
                </a:lnTo>
                <a:lnTo>
                  <a:pt x="240874" y="452931"/>
                </a:lnTo>
                <a:close/>
                <a:moveTo>
                  <a:pt x="505747" y="452043"/>
                </a:moveTo>
                <a:lnTo>
                  <a:pt x="509745" y="452043"/>
                </a:lnTo>
                <a:lnTo>
                  <a:pt x="509745" y="452931"/>
                </a:lnTo>
                <a:lnTo>
                  <a:pt x="505747" y="452931"/>
                </a:lnTo>
                <a:close/>
                <a:moveTo>
                  <a:pt x="261365" y="452043"/>
                </a:moveTo>
                <a:lnTo>
                  <a:pt x="266862" y="452043"/>
                </a:lnTo>
                <a:lnTo>
                  <a:pt x="266862" y="452931"/>
                </a:lnTo>
                <a:lnTo>
                  <a:pt x="261365" y="452931"/>
                </a:lnTo>
                <a:close/>
                <a:moveTo>
                  <a:pt x="281855" y="450266"/>
                </a:moveTo>
                <a:lnTo>
                  <a:pt x="284853" y="450266"/>
                </a:lnTo>
                <a:lnTo>
                  <a:pt x="284853" y="452931"/>
                </a:lnTo>
                <a:lnTo>
                  <a:pt x="281855" y="452931"/>
                </a:lnTo>
                <a:close/>
                <a:moveTo>
                  <a:pt x="587208" y="452043"/>
                </a:moveTo>
                <a:lnTo>
                  <a:pt x="588707" y="452043"/>
                </a:lnTo>
                <a:lnTo>
                  <a:pt x="588707" y="452931"/>
                </a:lnTo>
                <a:lnTo>
                  <a:pt x="587208" y="452931"/>
                </a:lnTo>
                <a:close/>
                <a:moveTo>
                  <a:pt x="510245" y="452043"/>
                </a:moveTo>
                <a:lnTo>
                  <a:pt x="512244" y="452043"/>
                </a:lnTo>
                <a:lnTo>
                  <a:pt x="512244" y="452931"/>
                </a:lnTo>
                <a:lnTo>
                  <a:pt x="510245" y="452931"/>
                </a:lnTo>
                <a:close/>
                <a:moveTo>
                  <a:pt x="270360" y="452043"/>
                </a:moveTo>
                <a:lnTo>
                  <a:pt x="274358" y="452043"/>
                </a:lnTo>
                <a:lnTo>
                  <a:pt x="274358" y="452931"/>
                </a:lnTo>
                <a:lnTo>
                  <a:pt x="270360" y="452931"/>
                </a:lnTo>
                <a:close/>
                <a:moveTo>
                  <a:pt x="650178" y="440497"/>
                </a:moveTo>
                <a:lnTo>
                  <a:pt x="662672" y="440497"/>
                </a:lnTo>
                <a:lnTo>
                  <a:pt x="662672" y="452931"/>
                </a:lnTo>
                <a:lnTo>
                  <a:pt x="650178" y="452931"/>
                </a:lnTo>
                <a:close/>
                <a:moveTo>
                  <a:pt x="291350" y="452043"/>
                </a:moveTo>
                <a:lnTo>
                  <a:pt x="293349" y="452043"/>
                </a:lnTo>
                <a:lnTo>
                  <a:pt x="293349" y="452931"/>
                </a:lnTo>
                <a:lnTo>
                  <a:pt x="291350" y="452931"/>
                </a:lnTo>
                <a:close/>
                <a:moveTo>
                  <a:pt x="561221" y="452043"/>
                </a:moveTo>
                <a:lnTo>
                  <a:pt x="562720" y="452043"/>
                </a:lnTo>
                <a:lnTo>
                  <a:pt x="562720" y="452931"/>
                </a:lnTo>
                <a:lnTo>
                  <a:pt x="561221" y="452931"/>
                </a:lnTo>
                <a:close/>
                <a:moveTo>
                  <a:pt x="593205" y="452043"/>
                </a:moveTo>
                <a:lnTo>
                  <a:pt x="598203" y="452043"/>
                </a:lnTo>
                <a:lnTo>
                  <a:pt x="598203" y="452931"/>
                </a:lnTo>
                <a:lnTo>
                  <a:pt x="593205" y="452931"/>
                </a:lnTo>
                <a:close/>
                <a:moveTo>
                  <a:pt x="535233" y="452043"/>
                </a:moveTo>
                <a:lnTo>
                  <a:pt x="539731" y="452043"/>
                </a:lnTo>
                <a:lnTo>
                  <a:pt x="539731" y="453819"/>
                </a:lnTo>
                <a:lnTo>
                  <a:pt x="535233" y="453819"/>
                </a:lnTo>
                <a:close/>
                <a:moveTo>
                  <a:pt x="587208" y="452931"/>
                </a:moveTo>
                <a:lnTo>
                  <a:pt x="589707" y="452931"/>
                </a:lnTo>
                <a:lnTo>
                  <a:pt x="589707" y="453819"/>
                </a:lnTo>
                <a:lnTo>
                  <a:pt x="587208" y="453819"/>
                </a:lnTo>
                <a:close/>
                <a:moveTo>
                  <a:pt x="518241" y="452043"/>
                </a:moveTo>
                <a:lnTo>
                  <a:pt x="528236" y="452043"/>
                </a:lnTo>
                <a:lnTo>
                  <a:pt x="528236" y="453819"/>
                </a:lnTo>
                <a:lnTo>
                  <a:pt x="518241" y="453819"/>
                </a:lnTo>
                <a:close/>
                <a:moveTo>
                  <a:pt x="505747" y="452931"/>
                </a:moveTo>
                <a:lnTo>
                  <a:pt x="511245" y="452931"/>
                </a:lnTo>
                <a:lnTo>
                  <a:pt x="511245" y="453819"/>
                </a:lnTo>
                <a:lnTo>
                  <a:pt x="505747" y="453819"/>
                </a:lnTo>
                <a:close/>
                <a:moveTo>
                  <a:pt x="553224" y="452043"/>
                </a:moveTo>
                <a:lnTo>
                  <a:pt x="555223" y="452043"/>
                </a:lnTo>
                <a:lnTo>
                  <a:pt x="555223" y="453819"/>
                </a:lnTo>
                <a:lnTo>
                  <a:pt x="553224" y="453819"/>
                </a:lnTo>
                <a:close/>
                <a:moveTo>
                  <a:pt x="650178" y="452931"/>
                </a:moveTo>
                <a:lnTo>
                  <a:pt x="667670" y="452931"/>
                </a:lnTo>
                <a:lnTo>
                  <a:pt x="667670" y="453819"/>
                </a:lnTo>
                <a:lnTo>
                  <a:pt x="650178" y="453819"/>
                </a:lnTo>
                <a:close/>
                <a:moveTo>
                  <a:pt x="261365" y="452931"/>
                </a:moveTo>
                <a:lnTo>
                  <a:pt x="267362" y="452931"/>
                </a:lnTo>
                <a:lnTo>
                  <a:pt x="267362" y="453819"/>
                </a:lnTo>
                <a:lnTo>
                  <a:pt x="261365" y="453819"/>
                </a:lnTo>
                <a:close/>
                <a:moveTo>
                  <a:pt x="560221" y="452931"/>
                </a:moveTo>
                <a:lnTo>
                  <a:pt x="562720" y="452931"/>
                </a:lnTo>
                <a:lnTo>
                  <a:pt x="562720" y="453819"/>
                </a:lnTo>
                <a:lnTo>
                  <a:pt x="560221" y="453819"/>
                </a:lnTo>
                <a:close/>
                <a:moveTo>
                  <a:pt x="592706" y="452931"/>
                </a:moveTo>
                <a:lnTo>
                  <a:pt x="598703" y="452931"/>
                </a:lnTo>
                <a:lnTo>
                  <a:pt x="598703" y="453819"/>
                </a:lnTo>
                <a:lnTo>
                  <a:pt x="592706" y="453819"/>
                </a:lnTo>
                <a:close/>
                <a:moveTo>
                  <a:pt x="240874" y="452931"/>
                </a:moveTo>
                <a:lnTo>
                  <a:pt x="247371" y="452931"/>
                </a:lnTo>
                <a:lnTo>
                  <a:pt x="247371" y="453819"/>
                </a:lnTo>
                <a:lnTo>
                  <a:pt x="240874" y="453819"/>
                </a:lnTo>
                <a:close/>
                <a:moveTo>
                  <a:pt x="269860" y="452931"/>
                </a:moveTo>
                <a:lnTo>
                  <a:pt x="274358" y="452931"/>
                </a:lnTo>
                <a:lnTo>
                  <a:pt x="274358" y="453819"/>
                </a:lnTo>
                <a:lnTo>
                  <a:pt x="269860" y="453819"/>
                </a:lnTo>
                <a:close/>
                <a:moveTo>
                  <a:pt x="681163" y="452043"/>
                </a:moveTo>
                <a:lnTo>
                  <a:pt x="1000000" y="452043"/>
                </a:lnTo>
                <a:lnTo>
                  <a:pt x="1000000" y="453819"/>
                </a:lnTo>
                <a:lnTo>
                  <a:pt x="681163" y="453819"/>
                </a:lnTo>
                <a:close/>
                <a:moveTo>
                  <a:pt x="281355" y="452931"/>
                </a:moveTo>
                <a:lnTo>
                  <a:pt x="284354" y="452931"/>
                </a:lnTo>
                <a:lnTo>
                  <a:pt x="284354" y="454707"/>
                </a:lnTo>
                <a:lnTo>
                  <a:pt x="281355" y="454707"/>
                </a:lnTo>
                <a:close/>
                <a:moveTo>
                  <a:pt x="248871" y="452043"/>
                </a:moveTo>
                <a:lnTo>
                  <a:pt x="254368" y="452043"/>
                </a:lnTo>
                <a:lnTo>
                  <a:pt x="254368" y="454707"/>
                </a:lnTo>
                <a:lnTo>
                  <a:pt x="248871" y="454707"/>
                </a:lnTo>
                <a:close/>
                <a:moveTo>
                  <a:pt x="261365" y="453819"/>
                </a:moveTo>
                <a:lnTo>
                  <a:pt x="268361" y="453819"/>
                </a:lnTo>
                <a:lnTo>
                  <a:pt x="268361" y="454707"/>
                </a:lnTo>
                <a:lnTo>
                  <a:pt x="261365" y="454707"/>
                </a:lnTo>
                <a:close/>
                <a:moveTo>
                  <a:pt x="240874" y="453819"/>
                </a:moveTo>
                <a:lnTo>
                  <a:pt x="247871" y="453819"/>
                </a:lnTo>
                <a:lnTo>
                  <a:pt x="247871" y="454707"/>
                </a:lnTo>
                <a:lnTo>
                  <a:pt x="240874" y="454707"/>
                </a:lnTo>
                <a:close/>
                <a:moveTo>
                  <a:pt x="518741" y="453819"/>
                </a:moveTo>
                <a:lnTo>
                  <a:pt x="528236" y="453819"/>
                </a:lnTo>
                <a:lnTo>
                  <a:pt x="528236" y="454707"/>
                </a:lnTo>
                <a:lnTo>
                  <a:pt x="518741" y="454707"/>
                </a:lnTo>
                <a:close/>
                <a:moveTo>
                  <a:pt x="650178" y="453819"/>
                </a:moveTo>
                <a:lnTo>
                  <a:pt x="669169" y="453819"/>
                </a:lnTo>
                <a:lnTo>
                  <a:pt x="669169" y="454707"/>
                </a:lnTo>
                <a:lnTo>
                  <a:pt x="650178" y="454707"/>
                </a:lnTo>
                <a:close/>
                <a:moveTo>
                  <a:pt x="587208" y="453819"/>
                </a:moveTo>
                <a:lnTo>
                  <a:pt x="590207" y="453819"/>
                </a:lnTo>
                <a:lnTo>
                  <a:pt x="590207" y="454707"/>
                </a:lnTo>
                <a:lnTo>
                  <a:pt x="587208" y="454707"/>
                </a:lnTo>
                <a:close/>
                <a:moveTo>
                  <a:pt x="269860" y="453819"/>
                </a:moveTo>
                <a:lnTo>
                  <a:pt x="273859" y="453819"/>
                </a:lnTo>
                <a:lnTo>
                  <a:pt x="273859" y="454707"/>
                </a:lnTo>
                <a:lnTo>
                  <a:pt x="269860" y="454707"/>
                </a:lnTo>
                <a:close/>
                <a:moveTo>
                  <a:pt x="535233" y="453819"/>
                </a:moveTo>
                <a:lnTo>
                  <a:pt x="540231" y="453819"/>
                </a:lnTo>
                <a:lnTo>
                  <a:pt x="540231" y="454707"/>
                </a:lnTo>
                <a:lnTo>
                  <a:pt x="535233" y="454707"/>
                </a:lnTo>
                <a:close/>
                <a:moveTo>
                  <a:pt x="559721" y="453819"/>
                </a:moveTo>
                <a:lnTo>
                  <a:pt x="562720" y="453819"/>
                </a:lnTo>
                <a:lnTo>
                  <a:pt x="562720" y="454707"/>
                </a:lnTo>
                <a:lnTo>
                  <a:pt x="559721" y="454707"/>
                </a:lnTo>
                <a:close/>
                <a:moveTo>
                  <a:pt x="291350" y="452931"/>
                </a:moveTo>
                <a:lnTo>
                  <a:pt x="292849" y="452931"/>
                </a:lnTo>
                <a:lnTo>
                  <a:pt x="292849" y="454707"/>
                </a:lnTo>
                <a:lnTo>
                  <a:pt x="291350" y="454707"/>
                </a:lnTo>
                <a:close/>
                <a:moveTo>
                  <a:pt x="553224" y="453819"/>
                </a:moveTo>
                <a:lnTo>
                  <a:pt x="555723" y="453819"/>
                </a:lnTo>
                <a:lnTo>
                  <a:pt x="555723" y="454707"/>
                </a:lnTo>
                <a:lnTo>
                  <a:pt x="553224" y="454707"/>
                </a:lnTo>
                <a:close/>
                <a:moveTo>
                  <a:pt x="505747" y="453819"/>
                </a:moveTo>
                <a:lnTo>
                  <a:pt x="510745" y="453819"/>
                </a:lnTo>
                <a:lnTo>
                  <a:pt x="510745" y="454707"/>
                </a:lnTo>
                <a:lnTo>
                  <a:pt x="505747" y="454707"/>
                </a:lnTo>
                <a:close/>
                <a:moveTo>
                  <a:pt x="650178" y="454707"/>
                </a:moveTo>
                <a:lnTo>
                  <a:pt x="670168" y="454707"/>
                </a:lnTo>
                <a:lnTo>
                  <a:pt x="670168" y="455595"/>
                </a:lnTo>
                <a:lnTo>
                  <a:pt x="650178" y="455595"/>
                </a:lnTo>
                <a:close/>
                <a:moveTo>
                  <a:pt x="261365" y="454707"/>
                </a:moveTo>
                <a:lnTo>
                  <a:pt x="265363" y="454707"/>
                </a:lnTo>
                <a:lnTo>
                  <a:pt x="265363" y="455595"/>
                </a:lnTo>
                <a:lnTo>
                  <a:pt x="261365" y="455595"/>
                </a:lnTo>
                <a:close/>
                <a:moveTo>
                  <a:pt x="587208" y="454707"/>
                </a:moveTo>
                <a:lnTo>
                  <a:pt x="591206" y="454707"/>
                </a:lnTo>
                <a:lnTo>
                  <a:pt x="591206" y="455595"/>
                </a:lnTo>
                <a:lnTo>
                  <a:pt x="587208" y="455595"/>
                </a:lnTo>
                <a:close/>
                <a:moveTo>
                  <a:pt x="592206" y="453819"/>
                </a:moveTo>
                <a:lnTo>
                  <a:pt x="598703" y="453819"/>
                </a:lnTo>
                <a:lnTo>
                  <a:pt x="598703" y="455595"/>
                </a:lnTo>
                <a:lnTo>
                  <a:pt x="592206" y="455595"/>
                </a:lnTo>
                <a:close/>
                <a:moveTo>
                  <a:pt x="681663" y="453819"/>
                </a:moveTo>
                <a:lnTo>
                  <a:pt x="1000000" y="453819"/>
                </a:lnTo>
                <a:lnTo>
                  <a:pt x="1000000" y="455595"/>
                </a:lnTo>
                <a:lnTo>
                  <a:pt x="681663" y="455595"/>
                </a:lnTo>
                <a:close/>
                <a:moveTo>
                  <a:pt x="505747" y="454707"/>
                </a:moveTo>
                <a:lnTo>
                  <a:pt x="510245" y="454707"/>
                </a:lnTo>
                <a:lnTo>
                  <a:pt x="510245" y="455595"/>
                </a:lnTo>
                <a:lnTo>
                  <a:pt x="505747" y="455595"/>
                </a:lnTo>
                <a:close/>
                <a:moveTo>
                  <a:pt x="558722" y="454707"/>
                </a:moveTo>
                <a:lnTo>
                  <a:pt x="562720" y="454707"/>
                </a:lnTo>
                <a:lnTo>
                  <a:pt x="562720" y="455595"/>
                </a:lnTo>
                <a:lnTo>
                  <a:pt x="558722" y="455595"/>
                </a:lnTo>
                <a:close/>
                <a:moveTo>
                  <a:pt x="94445" y="444050"/>
                </a:moveTo>
                <a:lnTo>
                  <a:pt x="188400" y="444050"/>
                </a:lnTo>
                <a:lnTo>
                  <a:pt x="188400" y="455595"/>
                </a:lnTo>
                <a:lnTo>
                  <a:pt x="94445" y="455595"/>
                </a:lnTo>
                <a:close/>
                <a:moveTo>
                  <a:pt x="519241" y="454707"/>
                </a:moveTo>
                <a:lnTo>
                  <a:pt x="528236" y="454707"/>
                </a:lnTo>
                <a:lnTo>
                  <a:pt x="528236" y="455595"/>
                </a:lnTo>
                <a:lnTo>
                  <a:pt x="519241" y="455595"/>
                </a:lnTo>
                <a:close/>
                <a:moveTo>
                  <a:pt x="240874" y="454707"/>
                </a:moveTo>
                <a:lnTo>
                  <a:pt x="254368" y="454707"/>
                </a:lnTo>
                <a:lnTo>
                  <a:pt x="254368" y="455595"/>
                </a:lnTo>
                <a:lnTo>
                  <a:pt x="240874" y="455595"/>
                </a:lnTo>
                <a:close/>
                <a:moveTo>
                  <a:pt x="269361" y="454707"/>
                </a:moveTo>
                <a:lnTo>
                  <a:pt x="273859" y="454707"/>
                </a:lnTo>
                <a:lnTo>
                  <a:pt x="273859" y="455595"/>
                </a:lnTo>
                <a:lnTo>
                  <a:pt x="269361" y="455595"/>
                </a:lnTo>
                <a:close/>
                <a:moveTo>
                  <a:pt x="280855" y="454707"/>
                </a:moveTo>
                <a:lnTo>
                  <a:pt x="284354" y="454707"/>
                </a:lnTo>
                <a:lnTo>
                  <a:pt x="284354" y="455595"/>
                </a:lnTo>
                <a:lnTo>
                  <a:pt x="280855" y="455595"/>
                </a:lnTo>
                <a:close/>
                <a:moveTo>
                  <a:pt x="267362" y="454707"/>
                </a:moveTo>
                <a:lnTo>
                  <a:pt x="268861" y="454707"/>
                </a:lnTo>
                <a:lnTo>
                  <a:pt x="268861" y="455595"/>
                </a:lnTo>
                <a:lnTo>
                  <a:pt x="267362" y="455595"/>
                </a:lnTo>
                <a:close/>
                <a:moveTo>
                  <a:pt x="603700" y="455595"/>
                </a:moveTo>
                <a:lnTo>
                  <a:pt x="604200" y="455595"/>
                </a:lnTo>
                <a:lnTo>
                  <a:pt x="604200" y="456483"/>
                </a:lnTo>
                <a:lnTo>
                  <a:pt x="603700" y="456483"/>
                </a:lnTo>
                <a:close/>
                <a:moveTo>
                  <a:pt x="557722" y="455595"/>
                </a:moveTo>
                <a:lnTo>
                  <a:pt x="562720" y="455595"/>
                </a:lnTo>
                <a:lnTo>
                  <a:pt x="562720" y="456483"/>
                </a:lnTo>
                <a:lnTo>
                  <a:pt x="557722" y="456483"/>
                </a:lnTo>
                <a:close/>
                <a:moveTo>
                  <a:pt x="545228" y="455595"/>
                </a:moveTo>
                <a:lnTo>
                  <a:pt x="545728" y="455595"/>
                </a:lnTo>
                <a:lnTo>
                  <a:pt x="545728" y="456483"/>
                </a:lnTo>
                <a:lnTo>
                  <a:pt x="545228" y="456483"/>
                </a:lnTo>
                <a:close/>
                <a:moveTo>
                  <a:pt x="280855" y="455595"/>
                </a:moveTo>
                <a:lnTo>
                  <a:pt x="283854" y="455595"/>
                </a:lnTo>
                <a:lnTo>
                  <a:pt x="283854" y="456483"/>
                </a:lnTo>
                <a:lnTo>
                  <a:pt x="280855" y="456483"/>
                </a:lnTo>
                <a:close/>
                <a:moveTo>
                  <a:pt x="357818" y="444050"/>
                </a:moveTo>
                <a:lnTo>
                  <a:pt x="371312" y="444050"/>
                </a:lnTo>
                <a:lnTo>
                  <a:pt x="371312" y="456483"/>
                </a:lnTo>
                <a:lnTo>
                  <a:pt x="357818" y="456483"/>
                </a:lnTo>
                <a:close/>
                <a:moveTo>
                  <a:pt x="650178" y="455595"/>
                </a:moveTo>
                <a:lnTo>
                  <a:pt x="671168" y="455595"/>
                </a:lnTo>
                <a:lnTo>
                  <a:pt x="671168" y="456483"/>
                </a:lnTo>
                <a:lnTo>
                  <a:pt x="650178" y="456483"/>
                </a:lnTo>
                <a:close/>
                <a:moveTo>
                  <a:pt x="261365" y="455595"/>
                </a:moveTo>
                <a:lnTo>
                  <a:pt x="263364" y="455595"/>
                </a:lnTo>
                <a:lnTo>
                  <a:pt x="263364" y="456483"/>
                </a:lnTo>
                <a:lnTo>
                  <a:pt x="261365" y="456483"/>
                </a:lnTo>
                <a:close/>
                <a:moveTo>
                  <a:pt x="505747" y="455595"/>
                </a:moveTo>
                <a:lnTo>
                  <a:pt x="510745" y="455595"/>
                </a:lnTo>
                <a:lnTo>
                  <a:pt x="510745" y="456483"/>
                </a:lnTo>
                <a:lnTo>
                  <a:pt x="505747" y="456483"/>
                </a:lnTo>
                <a:close/>
                <a:moveTo>
                  <a:pt x="535233" y="454707"/>
                </a:moveTo>
                <a:lnTo>
                  <a:pt x="540730" y="454707"/>
                </a:lnTo>
                <a:lnTo>
                  <a:pt x="540730" y="456483"/>
                </a:lnTo>
                <a:lnTo>
                  <a:pt x="535233" y="456483"/>
                </a:lnTo>
                <a:close/>
                <a:moveTo>
                  <a:pt x="553224" y="454707"/>
                </a:moveTo>
                <a:lnTo>
                  <a:pt x="556223" y="454707"/>
                </a:lnTo>
                <a:lnTo>
                  <a:pt x="556223" y="456483"/>
                </a:lnTo>
                <a:lnTo>
                  <a:pt x="553224" y="456483"/>
                </a:lnTo>
                <a:close/>
                <a:moveTo>
                  <a:pt x="650178" y="456483"/>
                </a:moveTo>
                <a:lnTo>
                  <a:pt x="671668" y="456483"/>
                </a:lnTo>
                <a:lnTo>
                  <a:pt x="671668" y="457371"/>
                </a:lnTo>
                <a:lnTo>
                  <a:pt x="650178" y="457371"/>
                </a:lnTo>
                <a:close/>
                <a:moveTo>
                  <a:pt x="280355" y="456483"/>
                </a:moveTo>
                <a:lnTo>
                  <a:pt x="283854" y="456483"/>
                </a:lnTo>
                <a:lnTo>
                  <a:pt x="283854" y="457371"/>
                </a:lnTo>
                <a:lnTo>
                  <a:pt x="280355" y="457371"/>
                </a:lnTo>
                <a:close/>
                <a:moveTo>
                  <a:pt x="553224" y="456483"/>
                </a:moveTo>
                <a:lnTo>
                  <a:pt x="556723" y="456483"/>
                </a:lnTo>
                <a:lnTo>
                  <a:pt x="556723" y="457371"/>
                </a:lnTo>
                <a:lnTo>
                  <a:pt x="553224" y="457371"/>
                </a:lnTo>
                <a:close/>
                <a:moveTo>
                  <a:pt x="557223" y="456483"/>
                </a:moveTo>
                <a:lnTo>
                  <a:pt x="562720" y="456483"/>
                </a:lnTo>
                <a:lnTo>
                  <a:pt x="562720" y="457371"/>
                </a:lnTo>
                <a:lnTo>
                  <a:pt x="557223" y="457371"/>
                </a:lnTo>
                <a:close/>
                <a:moveTo>
                  <a:pt x="603200" y="456483"/>
                </a:moveTo>
                <a:lnTo>
                  <a:pt x="604200" y="456483"/>
                </a:lnTo>
                <a:lnTo>
                  <a:pt x="604200" y="457371"/>
                </a:lnTo>
                <a:lnTo>
                  <a:pt x="603200" y="457371"/>
                </a:lnTo>
                <a:close/>
                <a:moveTo>
                  <a:pt x="519741" y="455595"/>
                </a:moveTo>
                <a:lnTo>
                  <a:pt x="528236" y="455595"/>
                </a:lnTo>
                <a:lnTo>
                  <a:pt x="528236" y="457371"/>
                </a:lnTo>
                <a:lnTo>
                  <a:pt x="519741" y="457371"/>
                </a:lnTo>
                <a:close/>
                <a:moveTo>
                  <a:pt x="261365" y="456483"/>
                </a:moveTo>
                <a:lnTo>
                  <a:pt x="261864" y="456483"/>
                </a:lnTo>
                <a:lnTo>
                  <a:pt x="261864" y="457371"/>
                </a:lnTo>
                <a:lnTo>
                  <a:pt x="261365" y="457371"/>
                </a:lnTo>
                <a:close/>
                <a:moveTo>
                  <a:pt x="587208" y="455595"/>
                </a:moveTo>
                <a:lnTo>
                  <a:pt x="599202" y="455595"/>
                </a:lnTo>
                <a:lnTo>
                  <a:pt x="599202" y="457371"/>
                </a:lnTo>
                <a:lnTo>
                  <a:pt x="587208" y="457371"/>
                </a:lnTo>
                <a:close/>
                <a:moveTo>
                  <a:pt x="267362" y="455595"/>
                </a:moveTo>
                <a:lnTo>
                  <a:pt x="273359" y="455595"/>
                </a:lnTo>
                <a:lnTo>
                  <a:pt x="273359" y="457371"/>
                </a:lnTo>
                <a:lnTo>
                  <a:pt x="267362" y="457371"/>
                </a:lnTo>
                <a:close/>
                <a:moveTo>
                  <a:pt x="280355" y="457371"/>
                </a:moveTo>
                <a:lnTo>
                  <a:pt x="283354" y="457371"/>
                </a:lnTo>
                <a:lnTo>
                  <a:pt x="283354" y="458259"/>
                </a:lnTo>
                <a:lnTo>
                  <a:pt x="280355" y="458259"/>
                </a:lnTo>
                <a:close/>
                <a:moveTo>
                  <a:pt x="505747" y="456483"/>
                </a:moveTo>
                <a:lnTo>
                  <a:pt x="511245" y="456483"/>
                </a:lnTo>
                <a:lnTo>
                  <a:pt x="511245" y="458259"/>
                </a:lnTo>
                <a:lnTo>
                  <a:pt x="505747" y="458259"/>
                </a:lnTo>
                <a:close/>
                <a:moveTo>
                  <a:pt x="544729" y="456483"/>
                </a:moveTo>
                <a:lnTo>
                  <a:pt x="545728" y="456483"/>
                </a:lnTo>
                <a:lnTo>
                  <a:pt x="545728" y="458259"/>
                </a:lnTo>
                <a:lnTo>
                  <a:pt x="544729" y="458259"/>
                </a:lnTo>
                <a:close/>
                <a:moveTo>
                  <a:pt x="682163" y="455595"/>
                </a:moveTo>
                <a:lnTo>
                  <a:pt x="1000000" y="455595"/>
                </a:lnTo>
                <a:lnTo>
                  <a:pt x="1000000" y="458259"/>
                </a:lnTo>
                <a:lnTo>
                  <a:pt x="682163" y="458259"/>
                </a:lnTo>
                <a:close/>
                <a:moveTo>
                  <a:pt x="520240" y="457371"/>
                </a:moveTo>
                <a:lnTo>
                  <a:pt x="528236" y="457371"/>
                </a:lnTo>
                <a:lnTo>
                  <a:pt x="528236" y="458259"/>
                </a:lnTo>
                <a:lnTo>
                  <a:pt x="520240" y="458259"/>
                </a:lnTo>
                <a:close/>
                <a:moveTo>
                  <a:pt x="290850" y="454707"/>
                </a:moveTo>
                <a:lnTo>
                  <a:pt x="292849" y="454707"/>
                </a:lnTo>
                <a:lnTo>
                  <a:pt x="292849" y="458259"/>
                </a:lnTo>
                <a:lnTo>
                  <a:pt x="290850" y="458259"/>
                </a:lnTo>
                <a:close/>
                <a:moveTo>
                  <a:pt x="650178" y="457371"/>
                </a:moveTo>
                <a:lnTo>
                  <a:pt x="672167" y="457371"/>
                </a:lnTo>
                <a:lnTo>
                  <a:pt x="672167" y="458259"/>
                </a:lnTo>
                <a:lnTo>
                  <a:pt x="650178" y="458259"/>
                </a:lnTo>
                <a:close/>
                <a:moveTo>
                  <a:pt x="267362" y="457371"/>
                </a:moveTo>
                <a:lnTo>
                  <a:pt x="272859" y="457371"/>
                </a:lnTo>
                <a:lnTo>
                  <a:pt x="272859" y="458259"/>
                </a:lnTo>
                <a:lnTo>
                  <a:pt x="267362" y="458259"/>
                </a:lnTo>
                <a:close/>
                <a:moveTo>
                  <a:pt x="602701" y="457371"/>
                </a:moveTo>
                <a:lnTo>
                  <a:pt x="604200" y="457371"/>
                </a:lnTo>
                <a:lnTo>
                  <a:pt x="604200" y="459147"/>
                </a:lnTo>
                <a:lnTo>
                  <a:pt x="602701" y="459147"/>
                </a:lnTo>
                <a:close/>
                <a:moveTo>
                  <a:pt x="544229" y="458259"/>
                </a:moveTo>
                <a:lnTo>
                  <a:pt x="545728" y="458259"/>
                </a:lnTo>
                <a:lnTo>
                  <a:pt x="545728" y="459147"/>
                </a:lnTo>
                <a:lnTo>
                  <a:pt x="544229" y="459147"/>
                </a:lnTo>
                <a:close/>
                <a:moveTo>
                  <a:pt x="535233" y="456483"/>
                </a:moveTo>
                <a:lnTo>
                  <a:pt x="541230" y="456483"/>
                </a:lnTo>
                <a:lnTo>
                  <a:pt x="541230" y="459147"/>
                </a:lnTo>
                <a:lnTo>
                  <a:pt x="535233" y="459147"/>
                </a:lnTo>
                <a:close/>
                <a:moveTo>
                  <a:pt x="267362" y="458259"/>
                </a:moveTo>
                <a:lnTo>
                  <a:pt x="272359" y="458259"/>
                </a:lnTo>
                <a:lnTo>
                  <a:pt x="272359" y="459147"/>
                </a:lnTo>
                <a:lnTo>
                  <a:pt x="267362" y="459147"/>
                </a:lnTo>
                <a:close/>
                <a:moveTo>
                  <a:pt x="505747" y="458259"/>
                </a:moveTo>
                <a:lnTo>
                  <a:pt x="511744" y="458259"/>
                </a:lnTo>
                <a:lnTo>
                  <a:pt x="511744" y="459147"/>
                </a:lnTo>
                <a:lnTo>
                  <a:pt x="505747" y="459147"/>
                </a:lnTo>
                <a:close/>
                <a:moveTo>
                  <a:pt x="94445" y="455595"/>
                </a:moveTo>
                <a:lnTo>
                  <a:pt x="201393" y="455595"/>
                </a:lnTo>
                <a:lnTo>
                  <a:pt x="201393" y="459147"/>
                </a:lnTo>
                <a:lnTo>
                  <a:pt x="94445" y="459147"/>
                </a:lnTo>
                <a:close/>
                <a:moveTo>
                  <a:pt x="222883" y="455595"/>
                </a:moveTo>
                <a:lnTo>
                  <a:pt x="254368" y="455595"/>
                </a:lnTo>
                <a:lnTo>
                  <a:pt x="254368" y="459147"/>
                </a:lnTo>
                <a:lnTo>
                  <a:pt x="222883" y="459147"/>
                </a:lnTo>
                <a:close/>
                <a:moveTo>
                  <a:pt x="650178" y="458259"/>
                </a:moveTo>
                <a:lnTo>
                  <a:pt x="672667" y="458259"/>
                </a:lnTo>
                <a:lnTo>
                  <a:pt x="672667" y="459147"/>
                </a:lnTo>
                <a:lnTo>
                  <a:pt x="650178" y="459147"/>
                </a:lnTo>
                <a:close/>
                <a:moveTo>
                  <a:pt x="209389" y="455595"/>
                </a:moveTo>
                <a:lnTo>
                  <a:pt x="214887" y="455595"/>
                </a:lnTo>
                <a:lnTo>
                  <a:pt x="214887" y="459147"/>
                </a:lnTo>
                <a:lnTo>
                  <a:pt x="209389" y="459147"/>
                </a:lnTo>
                <a:close/>
                <a:moveTo>
                  <a:pt x="587208" y="457371"/>
                </a:moveTo>
                <a:lnTo>
                  <a:pt x="599702" y="457371"/>
                </a:lnTo>
                <a:lnTo>
                  <a:pt x="599702" y="459147"/>
                </a:lnTo>
                <a:lnTo>
                  <a:pt x="587208" y="459147"/>
                </a:lnTo>
                <a:close/>
                <a:moveTo>
                  <a:pt x="267861" y="459147"/>
                </a:moveTo>
                <a:lnTo>
                  <a:pt x="272359" y="459147"/>
                </a:lnTo>
                <a:lnTo>
                  <a:pt x="272359" y="460036"/>
                </a:lnTo>
                <a:lnTo>
                  <a:pt x="267861" y="460036"/>
                </a:lnTo>
                <a:close/>
                <a:moveTo>
                  <a:pt x="279856" y="458259"/>
                </a:moveTo>
                <a:lnTo>
                  <a:pt x="283354" y="458259"/>
                </a:lnTo>
                <a:lnTo>
                  <a:pt x="283354" y="460036"/>
                </a:lnTo>
                <a:lnTo>
                  <a:pt x="279856" y="460036"/>
                </a:lnTo>
                <a:close/>
                <a:moveTo>
                  <a:pt x="222883" y="459147"/>
                </a:moveTo>
                <a:lnTo>
                  <a:pt x="229880" y="459147"/>
                </a:lnTo>
                <a:lnTo>
                  <a:pt x="229880" y="460036"/>
                </a:lnTo>
                <a:lnTo>
                  <a:pt x="222883" y="460036"/>
                </a:lnTo>
                <a:close/>
                <a:moveTo>
                  <a:pt x="543729" y="459147"/>
                </a:moveTo>
                <a:lnTo>
                  <a:pt x="545728" y="459147"/>
                </a:lnTo>
                <a:lnTo>
                  <a:pt x="545728" y="460036"/>
                </a:lnTo>
                <a:lnTo>
                  <a:pt x="543729" y="460036"/>
                </a:lnTo>
                <a:close/>
                <a:moveTo>
                  <a:pt x="520740" y="458259"/>
                </a:moveTo>
                <a:lnTo>
                  <a:pt x="527737" y="458259"/>
                </a:lnTo>
                <a:lnTo>
                  <a:pt x="527737" y="460036"/>
                </a:lnTo>
                <a:lnTo>
                  <a:pt x="520740" y="460036"/>
                </a:lnTo>
                <a:close/>
                <a:moveTo>
                  <a:pt x="602201" y="459147"/>
                </a:moveTo>
                <a:lnTo>
                  <a:pt x="604200" y="459147"/>
                </a:lnTo>
                <a:lnTo>
                  <a:pt x="604200" y="460036"/>
                </a:lnTo>
                <a:lnTo>
                  <a:pt x="602201" y="460036"/>
                </a:lnTo>
                <a:close/>
                <a:moveTo>
                  <a:pt x="231879" y="459147"/>
                </a:moveTo>
                <a:lnTo>
                  <a:pt x="254368" y="459147"/>
                </a:lnTo>
                <a:lnTo>
                  <a:pt x="254368" y="460036"/>
                </a:lnTo>
                <a:lnTo>
                  <a:pt x="231879" y="460036"/>
                </a:lnTo>
                <a:close/>
                <a:moveTo>
                  <a:pt x="650178" y="459147"/>
                </a:moveTo>
                <a:lnTo>
                  <a:pt x="673167" y="459147"/>
                </a:lnTo>
                <a:lnTo>
                  <a:pt x="673167" y="460924"/>
                </a:lnTo>
                <a:lnTo>
                  <a:pt x="650178" y="460924"/>
                </a:lnTo>
                <a:close/>
                <a:moveTo>
                  <a:pt x="222883" y="460036"/>
                </a:moveTo>
                <a:lnTo>
                  <a:pt x="229380" y="460036"/>
                </a:lnTo>
                <a:lnTo>
                  <a:pt x="229380" y="460924"/>
                </a:lnTo>
                <a:lnTo>
                  <a:pt x="222883" y="460924"/>
                </a:lnTo>
                <a:close/>
                <a:moveTo>
                  <a:pt x="587208" y="459147"/>
                </a:moveTo>
                <a:lnTo>
                  <a:pt x="600202" y="459147"/>
                </a:lnTo>
                <a:lnTo>
                  <a:pt x="600202" y="460924"/>
                </a:lnTo>
                <a:lnTo>
                  <a:pt x="587208" y="460924"/>
                </a:lnTo>
                <a:close/>
                <a:moveTo>
                  <a:pt x="521240" y="460036"/>
                </a:moveTo>
                <a:lnTo>
                  <a:pt x="527737" y="460036"/>
                </a:lnTo>
                <a:lnTo>
                  <a:pt x="527737" y="460924"/>
                </a:lnTo>
                <a:lnTo>
                  <a:pt x="521240" y="460924"/>
                </a:lnTo>
                <a:close/>
                <a:moveTo>
                  <a:pt x="232878" y="460036"/>
                </a:moveTo>
                <a:lnTo>
                  <a:pt x="254368" y="460036"/>
                </a:lnTo>
                <a:lnTo>
                  <a:pt x="254368" y="460924"/>
                </a:lnTo>
                <a:lnTo>
                  <a:pt x="232878" y="460924"/>
                </a:lnTo>
                <a:close/>
                <a:moveTo>
                  <a:pt x="290351" y="458259"/>
                </a:moveTo>
                <a:lnTo>
                  <a:pt x="292849" y="458259"/>
                </a:lnTo>
                <a:lnTo>
                  <a:pt x="292849" y="460924"/>
                </a:lnTo>
                <a:lnTo>
                  <a:pt x="290351" y="460924"/>
                </a:lnTo>
                <a:close/>
                <a:moveTo>
                  <a:pt x="535233" y="459147"/>
                </a:moveTo>
                <a:lnTo>
                  <a:pt x="541730" y="459147"/>
                </a:lnTo>
                <a:lnTo>
                  <a:pt x="541730" y="460924"/>
                </a:lnTo>
                <a:lnTo>
                  <a:pt x="535233" y="460924"/>
                </a:lnTo>
                <a:close/>
                <a:moveTo>
                  <a:pt x="601701" y="460036"/>
                </a:moveTo>
                <a:lnTo>
                  <a:pt x="604200" y="460036"/>
                </a:lnTo>
                <a:lnTo>
                  <a:pt x="604200" y="460924"/>
                </a:lnTo>
                <a:lnTo>
                  <a:pt x="601701" y="460924"/>
                </a:lnTo>
                <a:close/>
                <a:moveTo>
                  <a:pt x="543229" y="460036"/>
                </a:moveTo>
                <a:lnTo>
                  <a:pt x="545728" y="460036"/>
                </a:lnTo>
                <a:lnTo>
                  <a:pt x="545728" y="460924"/>
                </a:lnTo>
                <a:lnTo>
                  <a:pt x="543229" y="460924"/>
                </a:lnTo>
                <a:close/>
                <a:moveTo>
                  <a:pt x="505747" y="459147"/>
                </a:moveTo>
                <a:lnTo>
                  <a:pt x="512244" y="459147"/>
                </a:lnTo>
                <a:lnTo>
                  <a:pt x="512244" y="460924"/>
                </a:lnTo>
                <a:lnTo>
                  <a:pt x="505747" y="460924"/>
                </a:lnTo>
                <a:close/>
                <a:moveTo>
                  <a:pt x="505747" y="460924"/>
                </a:moveTo>
                <a:lnTo>
                  <a:pt x="512744" y="460924"/>
                </a:lnTo>
                <a:lnTo>
                  <a:pt x="512744" y="461812"/>
                </a:lnTo>
                <a:lnTo>
                  <a:pt x="505747" y="461812"/>
                </a:lnTo>
                <a:close/>
                <a:moveTo>
                  <a:pt x="279356" y="460036"/>
                </a:moveTo>
                <a:lnTo>
                  <a:pt x="282854" y="460036"/>
                </a:lnTo>
                <a:lnTo>
                  <a:pt x="282854" y="461812"/>
                </a:lnTo>
                <a:lnTo>
                  <a:pt x="279356" y="461812"/>
                </a:lnTo>
                <a:close/>
                <a:moveTo>
                  <a:pt x="267861" y="460036"/>
                </a:moveTo>
                <a:lnTo>
                  <a:pt x="271860" y="460036"/>
                </a:lnTo>
                <a:lnTo>
                  <a:pt x="271860" y="461812"/>
                </a:lnTo>
                <a:lnTo>
                  <a:pt x="267861" y="461812"/>
                </a:lnTo>
                <a:close/>
                <a:moveTo>
                  <a:pt x="587208" y="460924"/>
                </a:moveTo>
                <a:lnTo>
                  <a:pt x="600702" y="460924"/>
                </a:lnTo>
                <a:lnTo>
                  <a:pt x="600702" y="461812"/>
                </a:lnTo>
                <a:lnTo>
                  <a:pt x="587208" y="461812"/>
                </a:lnTo>
                <a:close/>
                <a:moveTo>
                  <a:pt x="233378" y="460924"/>
                </a:moveTo>
                <a:lnTo>
                  <a:pt x="253368" y="460924"/>
                </a:lnTo>
                <a:lnTo>
                  <a:pt x="253368" y="461812"/>
                </a:lnTo>
                <a:lnTo>
                  <a:pt x="233378" y="461812"/>
                </a:lnTo>
                <a:close/>
                <a:moveTo>
                  <a:pt x="542729" y="460924"/>
                </a:moveTo>
                <a:lnTo>
                  <a:pt x="545728" y="460924"/>
                </a:lnTo>
                <a:lnTo>
                  <a:pt x="545728" y="461812"/>
                </a:lnTo>
                <a:lnTo>
                  <a:pt x="542729" y="461812"/>
                </a:lnTo>
                <a:close/>
                <a:moveTo>
                  <a:pt x="535233" y="460924"/>
                </a:moveTo>
                <a:lnTo>
                  <a:pt x="542230" y="460924"/>
                </a:lnTo>
                <a:lnTo>
                  <a:pt x="542230" y="461812"/>
                </a:lnTo>
                <a:lnTo>
                  <a:pt x="535233" y="461812"/>
                </a:lnTo>
                <a:close/>
                <a:moveTo>
                  <a:pt x="222883" y="460924"/>
                </a:moveTo>
                <a:lnTo>
                  <a:pt x="228880" y="460924"/>
                </a:lnTo>
                <a:lnTo>
                  <a:pt x="228880" y="461812"/>
                </a:lnTo>
                <a:lnTo>
                  <a:pt x="222883" y="461812"/>
                </a:lnTo>
                <a:close/>
                <a:moveTo>
                  <a:pt x="601201" y="460924"/>
                </a:moveTo>
                <a:lnTo>
                  <a:pt x="604200" y="460924"/>
                </a:lnTo>
                <a:lnTo>
                  <a:pt x="604200" y="461812"/>
                </a:lnTo>
                <a:lnTo>
                  <a:pt x="601201" y="461812"/>
                </a:lnTo>
                <a:close/>
                <a:moveTo>
                  <a:pt x="94445" y="459147"/>
                </a:moveTo>
                <a:lnTo>
                  <a:pt x="200894" y="459147"/>
                </a:lnTo>
                <a:lnTo>
                  <a:pt x="200894" y="462700"/>
                </a:lnTo>
                <a:lnTo>
                  <a:pt x="94445" y="462700"/>
                </a:lnTo>
                <a:close/>
                <a:moveTo>
                  <a:pt x="267861" y="461812"/>
                </a:moveTo>
                <a:lnTo>
                  <a:pt x="271360" y="461812"/>
                </a:lnTo>
                <a:lnTo>
                  <a:pt x="271360" y="462700"/>
                </a:lnTo>
                <a:lnTo>
                  <a:pt x="267861" y="462700"/>
                </a:lnTo>
                <a:close/>
                <a:moveTo>
                  <a:pt x="222883" y="461812"/>
                </a:moveTo>
                <a:lnTo>
                  <a:pt x="228380" y="461812"/>
                </a:lnTo>
                <a:lnTo>
                  <a:pt x="228380" y="462700"/>
                </a:lnTo>
                <a:lnTo>
                  <a:pt x="222883" y="462700"/>
                </a:lnTo>
                <a:close/>
                <a:moveTo>
                  <a:pt x="682662" y="458259"/>
                </a:moveTo>
                <a:lnTo>
                  <a:pt x="1000000" y="458259"/>
                </a:lnTo>
                <a:lnTo>
                  <a:pt x="1000000" y="462700"/>
                </a:lnTo>
                <a:lnTo>
                  <a:pt x="682662" y="462700"/>
                </a:lnTo>
                <a:close/>
                <a:moveTo>
                  <a:pt x="521740" y="460924"/>
                </a:moveTo>
                <a:lnTo>
                  <a:pt x="527737" y="460924"/>
                </a:lnTo>
                <a:lnTo>
                  <a:pt x="527737" y="462700"/>
                </a:lnTo>
                <a:lnTo>
                  <a:pt x="521740" y="462700"/>
                </a:lnTo>
                <a:close/>
                <a:moveTo>
                  <a:pt x="208890" y="459147"/>
                </a:moveTo>
                <a:lnTo>
                  <a:pt x="214887" y="459147"/>
                </a:lnTo>
                <a:lnTo>
                  <a:pt x="214887" y="462700"/>
                </a:lnTo>
                <a:lnTo>
                  <a:pt x="208890" y="462700"/>
                </a:lnTo>
                <a:close/>
                <a:moveTo>
                  <a:pt x="234877" y="461812"/>
                </a:moveTo>
                <a:lnTo>
                  <a:pt x="251869" y="461812"/>
                </a:lnTo>
                <a:lnTo>
                  <a:pt x="251869" y="462700"/>
                </a:lnTo>
                <a:lnTo>
                  <a:pt x="234877" y="462700"/>
                </a:lnTo>
                <a:close/>
                <a:moveTo>
                  <a:pt x="472763" y="449378"/>
                </a:moveTo>
                <a:lnTo>
                  <a:pt x="482259" y="449378"/>
                </a:lnTo>
                <a:lnTo>
                  <a:pt x="482259" y="463588"/>
                </a:lnTo>
                <a:lnTo>
                  <a:pt x="472763" y="463588"/>
                </a:lnTo>
                <a:close/>
                <a:moveTo>
                  <a:pt x="278856" y="461812"/>
                </a:moveTo>
                <a:lnTo>
                  <a:pt x="282354" y="461812"/>
                </a:lnTo>
                <a:lnTo>
                  <a:pt x="282354" y="463588"/>
                </a:lnTo>
                <a:lnTo>
                  <a:pt x="278856" y="463588"/>
                </a:lnTo>
                <a:close/>
                <a:moveTo>
                  <a:pt x="222883" y="462700"/>
                </a:moveTo>
                <a:lnTo>
                  <a:pt x="227881" y="462700"/>
                </a:lnTo>
                <a:lnTo>
                  <a:pt x="227881" y="463588"/>
                </a:lnTo>
                <a:lnTo>
                  <a:pt x="222883" y="463588"/>
                </a:lnTo>
                <a:close/>
                <a:moveTo>
                  <a:pt x="300346" y="448490"/>
                </a:moveTo>
                <a:lnTo>
                  <a:pt x="307342" y="448490"/>
                </a:lnTo>
                <a:lnTo>
                  <a:pt x="307342" y="463588"/>
                </a:lnTo>
                <a:lnTo>
                  <a:pt x="300346" y="463588"/>
                </a:lnTo>
                <a:close/>
                <a:moveTo>
                  <a:pt x="522239" y="462700"/>
                </a:moveTo>
                <a:lnTo>
                  <a:pt x="527737" y="462700"/>
                </a:lnTo>
                <a:lnTo>
                  <a:pt x="527737" y="463588"/>
                </a:lnTo>
                <a:lnTo>
                  <a:pt x="522239" y="463588"/>
                </a:lnTo>
                <a:close/>
                <a:moveTo>
                  <a:pt x="289851" y="460924"/>
                </a:moveTo>
                <a:lnTo>
                  <a:pt x="292849" y="460924"/>
                </a:lnTo>
                <a:lnTo>
                  <a:pt x="292849" y="463588"/>
                </a:lnTo>
                <a:lnTo>
                  <a:pt x="289851" y="463588"/>
                </a:lnTo>
                <a:close/>
                <a:moveTo>
                  <a:pt x="505747" y="461812"/>
                </a:moveTo>
                <a:lnTo>
                  <a:pt x="513244" y="461812"/>
                </a:lnTo>
                <a:lnTo>
                  <a:pt x="513244" y="463588"/>
                </a:lnTo>
                <a:lnTo>
                  <a:pt x="505747" y="463588"/>
                </a:lnTo>
                <a:close/>
                <a:moveTo>
                  <a:pt x="235377" y="462700"/>
                </a:moveTo>
                <a:lnTo>
                  <a:pt x="249870" y="462700"/>
                </a:lnTo>
                <a:lnTo>
                  <a:pt x="249870" y="463588"/>
                </a:lnTo>
                <a:lnTo>
                  <a:pt x="235377" y="463588"/>
                </a:lnTo>
                <a:close/>
                <a:moveTo>
                  <a:pt x="650178" y="460924"/>
                </a:moveTo>
                <a:lnTo>
                  <a:pt x="673667" y="460924"/>
                </a:lnTo>
                <a:lnTo>
                  <a:pt x="673667" y="464476"/>
                </a:lnTo>
                <a:lnTo>
                  <a:pt x="650178" y="464476"/>
                </a:lnTo>
                <a:close/>
                <a:moveTo>
                  <a:pt x="278356" y="463588"/>
                </a:moveTo>
                <a:lnTo>
                  <a:pt x="282354" y="463588"/>
                </a:lnTo>
                <a:lnTo>
                  <a:pt x="282354" y="464476"/>
                </a:lnTo>
                <a:lnTo>
                  <a:pt x="278356" y="464476"/>
                </a:lnTo>
                <a:close/>
                <a:moveTo>
                  <a:pt x="236377" y="463588"/>
                </a:moveTo>
                <a:lnTo>
                  <a:pt x="247871" y="463588"/>
                </a:lnTo>
                <a:lnTo>
                  <a:pt x="247871" y="464476"/>
                </a:lnTo>
                <a:lnTo>
                  <a:pt x="236377" y="464476"/>
                </a:lnTo>
                <a:close/>
                <a:moveTo>
                  <a:pt x="505747" y="463588"/>
                </a:moveTo>
                <a:lnTo>
                  <a:pt x="513743" y="463588"/>
                </a:lnTo>
                <a:lnTo>
                  <a:pt x="513743" y="464476"/>
                </a:lnTo>
                <a:lnTo>
                  <a:pt x="505747" y="464476"/>
                </a:lnTo>
                <a:close/>
                <a:moveTo>
                  <a:pt x="94445" y="462700"/>
                </a:moveTo>
                <a:lnTo>
                  <a:pt x="200394" y="462700"/>
                </a:lnTo>
                <a:lnTo>
                  <a:pt x="200394" y="464476"/>
                </a:lnTo>
                <a:lnTo>
                  <a:pt x="94445" y="464476"/>
                </a:lnTo>
                <a:close/>
                <a:moveTo>
                  <a:pt x="222883" y="463588"/>
                </a:moveTo>
                <a:lnTo>
                  <a:pt x="227381" y="463588"/>
                </a:lnTo>
                <a:lnTo>
                  <a:pt x="227381" y="464476"/>
                </a:lnTo>
                <a:lnTo>
                  <a:pt x="222883" y="464476"/>
                </a:lnTo>
                <a:close/>
                <a:moveTo>
                  <a:pt x="267861" y="462700"/>
                </a:moveTo>
                <a:lnTo>
                  <a:pt x="270860" y="462700"/>
                </a:lnTo>
                <a:lnTo>
                  <a:pt x="270860" y="464476"/>
                </a:lnTo>
                <a:lnTo>
                  <a:pt x="267861" y="464476"/>
                </a:lnTo>
                <a:close/>
                <a:moveTo>
                  <a:pt x="278356" y="464476"/>
                </a:moveTo>
                <a:lnTo>
                  <a:pt x="281855" y="464476"/>
                </a:lnTo>
                <a:lnTo>
                  <a:pt x="281855" y="465364"/>
                </a:lnTo>
                <a:lnTo>
                  <a:pt x="278356" y="465364"/>
                </a:lnTo>
                <a:close/>
                <a:moveTo>
                  <a:pt x="222883" y="464476"/>
                </a:moveTo>
                <a:lnTo>
                  <a:pt x="226881" y="464476"/>
                </a:lnTo>
                <a:lnTo>
                  <a:pt x="226881" y="465364"/>
                </a:lnTo>
                <a:lnTo>
                  <a:pt x="222883" y="465364"/>
                </a:lnTo>
                <a:close/>
                <a:moveTo>
                  <a:pt x="289351" y="463588"/>
                </a:moveTo>
                <a:lnTo>
                  <a:pt x="292849" y="463588"/>
                </a:lnTo>
                <a:lnTo>
                  <a:pt x="292849" y="465364"/>
                </a:lnTo>
                <a:lnTo>
                  <a:pt x="289351" y="465364"/>
                </a:lnTo>
                <a:close/>
                <a:moveTo>
                  <a:pt x="267861" y="464476"/>
                </a:moveTo>
                <a:lnTo>
                  <a:pt x="270360" y="464476"/>
                </a:lnTo>
                <a:lnTo>
                  <a:pt x="270360" y="465364"/>
                </a:lnTo>
                <a:lnTo>
                  <a:pt x="267861" y="465364"/>
                </a:lnTo>
                <a:close/>
                <a:moveTo>
                  <a:pt x="236876" y="464476"/>
                </a:moveTo>
                <a:lnTo>
                  <a:pt x="245872" y="464476"/>
                </a:lnTo>
                <a:lnTo>
                  <a:pt x="245872" y="465364"/>
                </a:lnTo>
                <a:lnTo>
                  <a:pt x="236876" y="465364"/>
                </a:lnTo>
                <a:close/>
                <a:moveTo>
                  <a:pt x="522739" y="463588"/>
                </a:moveTo>
                <a:lnTo>
                  <a:pt x="527737" y="463588"/>
                </a:lnTo>
                <a:lnTo>
                  <a:pt x="527737" y="465364"/>
                </a:lnTo>
                <a:lnTo>
                  <a:pt x="522739" y="465364"/>
                </a:lnTo>
                <a:close/>
                <a:moveTo>
                  <a:pt x="288851" y="465364"/>
                </a:moveTo>
                <a:lnTo>
                  <a:pt x="292849" y="465364"/>
                </a:lnTo>
                <a:lnTo>
                  <a:pt x="292849" y="466252"/>
                </a:lnTo>
                <a:lnTo>
                  <a:pt x="288851" y="466252"/>
                </a:lnTo>
                <a:close/>
                <a:moveTo>
                  <a:pt x="505747" y="464476"/>
                </a:moveTo>
                <a:lnTo>
                  <a:pt x="514243" y="464476"/>
                </a:lnTo>
                <a:lnTo>
                  <a:pt x="514243" y="466252"/>
                </a:lnTo>
                <a:lnTo>
                  <a:pt x="505747" y="466252"/>
                </a:lnTo>
                <a:close/>
                <a:moveTo>
                  <a:pt x="222883" y="465364"/>
                </a:moveTo>
                <a:lnTo>
                  <a:pt x="226381" y="465364"/>
                </a:lnTo>
                <a:lnTo>
                  <a:pt x="226381" y="466252"/>
                </a:lnTo>
                <a:lnTo>
                  <a:pt x="222883" y="466252"/>
                </a:lnTo>
                <a:close/>
                <a:moveTo>
                  <a:pt x="339327" y="456483"/>
                </a:moveTo>
                <a:lnTo>
                  <a:pt x="371312" y="456483"/>
                </a:lnTo>
                <a:lnTo>
                  <a:pt x="371312" y="466252"/>
                </a:lnTo>
                <a:lnTo>
                  <a:pt x="339327" y="466252"/>
                </a:lnTo>
                <a:close/>
                <a:moveTo>
                  <a:pt x="268361" y="465364"/>
                </a:moveTo>
                <a:lnTo>
                  <a:pt x="269860" y="465364"/>
                </a:lnTo>
                <a:lnTo>
                  <a:pt x="269860" y="466252"/>
                </a:lnTo>
                <a:lnTo>
                  <a:pt x="268361" y="466252"/>
                </a:lnTo>
                <a:close/>
                <a:moveTo>
                  <a:pt x="208390" y="462700"/>
                </a:moveTo>
                <a:lnTo>
                  <a:pt x="214887" y="462700"/>
                </a:lnTo>
                <a:lnTo>
                  <a:pt x="214887" y="466252"/>
                </a:lnTo>
                <a:lnTo>
                  <a:pt x="208390" y="466252"/>
                </a:lnTo>
                <a:close/>
                <a:moveTo>
                  <a:pt x="277857" y="465364"/>
                </a:moveTo>
                <a:lnTo>
                  <a:pt x="281855" y="465364"/>
                </a:lnTo>
                <a:lnTo>
                  <a:pt x="281855" y="466252"/>
                </a:lnTo>
                <a:lnTo>
                  <a:pt x="277857" y="466252"/>
                </a:lnTo>
                <a:close/>
                <a:moveTo>
                  <a:pt x="236876" y="465364"/>
                </a:moveTo>
                <a:lnTo>
                  <a:pt x="243873" y="465364"/>
                </a:lnTo>
                <a:lnTo>
                  <a:pt x="243873" y="466252"/>
                </a:lnTo>
                <a:lnTo>
                  <a:pt x="236876" y="466252"/>
                </a:lnTo>
                <a:close/>
                <a:moveTo>
                  <a:pt x="523239" y="465364"/>
                </a:moveTo>
                <a:lnTo>
                  <a:pt x="527737" y="465364"/>
                </a:lnTo>
                <a:lnTo>
                  <a:pt x="527737" y="466252"/>
                </a:lnTo>
                <a:lnTo>
                  <a:pt x="523239" y="466252"/>
                </a:lnTo>
                <a:close/>
                <a:moveTo>
                  <a:pt x="315339" y="434281"/>
                </a:moveTo>
                <a:lnTo>
                  <a:pt x="331831" y="434281"/>
                </a:lnTo>
                <a:lnTo>
                  <a:pt x="331831" y="466252"/>
                </a:lnTo>
                <a:lnTo>
                  <a:pt x="315339" y="466252"/>
                </a:lnTo>
                <a:close/>
                <a:moveTo>
                  <a:pt x="94445" y="464476"/>
                </a:moveTo>
                <a:lnTo>
                  <a:pt x="199894" y="464476"/>
                </a:lnTo>
                <a:lnTo>
                  <a:pt x="199894" y="467140"/>
                </a:lnTo>
                <a:lnTo>
                  <a:pt x="94445" y="467140"/>
                </a:lnTo>
                <a:close/>
                <a:moveTo>
                  <a:pt x="268361" y="466252"/>
                </a:moveTo>
                <a:lnTo>
                  <a:pt x="269361" y="466252"/>
                </a:lnTo>
                <a:lnTo>
                  <a:pt x="269361" y="467140"/>
                </a:lnTo>
                <a:lnTo>
                  <a:pt x="268361" y="467140"/>
                </a:lnTo>
                <a:close/>
                <a:moveTo>
                  <a:pt x="222883" y="466252"/>
                </a:moveTo>
                <a:lnTo>
                  <a:pt x="225882" y="466252"/>
                </a:lnTo>
                <a:lnTo>
                  <a:pt x="225882" y="467140"/>
                </a:lnTo>
                <a:lnTo>
                  <a:pt x="222883" y="467140"/>
                </a:lnTo>
                <a:close/>
                <a:moveTo>
                  <a:pt x="236377" y="466252"/>
                </a:moveTo>
                <a:lnTo>
                  <a:pt x="243373" y="466252"/>
                </a:lnTo>
                <a:lnTo>
                  <a:pt x="243373" y="467140"/>
                </a:lnTo>
                <a:lnTo>
                  <a:pt x="236377" y="467140"/>
                </a:lnTo>
                <a:close/>
                <a:moveTo>
                  <a:pt x="277857" y="466252"/>
                </a:moveTo>
                <a:lnTo>
                  <a:pt x="281355" y="466252"/>
                </a:lnTo>
                <a:lnTo>
                  <a:pt x="281355" y="467140"/>
                </a:lnTo>
                <a:lnTo>
                  <a:pt x="277857" y="467140"/>
                </a:lnTo>
                <a:close/>
                <a:moveTo>
                  <a:pt x="299846" y="463588"/>
                </a:moveTo>
                <a:lnTo>
                  <a:pt x="307342" y="463588"/>
                </a:lnTo>
                <a:lnTo>
                  <a:pt x="307342" y="468028"/>
                </a:lnTo>
                <a:lnTo>
                  <a:pt x="299846" y="468028"/>
                </a:lnTo>
                <a:close/>
                <a:moveTo>
                  <a:pt x="277357" y="467140"/>
                </a:moveTo>
                <a:lnTo>
                  <a:pt x="281355" y="467140"/>
                </a:lnTo>
                <a:lnTo>
                  <a:pt x="281355" y="468028"/>
                </a:lnTo>
                <a:lnTo>
                  <a:pt x="277357" y="468028"/>
                </a:lnTo>
                <a:close/>
                <a:moveTo>
                  <a:pt x="535233" y="461812"/>
                </a:moveTo>
                <a:lnTo>
                  <a:pt x="545728" y="461812"/>
                </a:lnTo>
                <a:lnTo>
                  <a:pt x="545728" y="468028"/>
                </a:lnTo>
                <a:lnTo>
                  <a:pt x="535233" y="468028"/>
                </a:lnTo>
                <a:close/>
                <a:moveTo>
                  <a:pt x="222883" y="467140"/>
                </a:moveTo>
                <a:lnTo>
                  <a:pt x="225382" y="467140"/>
                </a:lnTo>
                <a:lnTo>
                  <a:pt x="225382" y="468028"/>
                </a:lnTo>
                <a:lnTo>
                  <a:pt x="222883" y="468028"/>
                </a:lnTo>
                <a:close/>
                <a:moveTo>
                  <a:pt x="505747" y="466252"/>
                </a:moveTo>
                <a:lnTo>
                  <a:pt x="514743" y="466252"/>
                </a:lnTo>
                <a:lnTo>
                  <a:pt x="514743" y="468028"/>
                </a:lnTo>
                <a:lnTo>
                  <a:pt x="505747" y="468028"/>
                </a:lnTo>
                <a:close/>
                <a:moveTo>
                  <a:pt x="235877" y="467140"/>
                </a:moveTo>
                <a:lnTo>
                  <a:pt x="243873" y="467140"/>
                </a:lnTo>
                <a:lnTo>
                  <a:pt x="243873" y="468028"/>
                </a:lnTo>
                <a:lnTo>
                  <a:pt x="235877" y="468028"/>
                </a:lnTo>
                <a:close/>
                <a:moveTo>
                  <a:pt x="288851" y="466252"/>
                </a:moveTo>
                <a:lnTo>
                  <a:pt x="292350" y="466252"/>
                </a:lnTo>
                <a:lnTo>
                  <a:pt x="292350" y="468028"/>
                </a:lnTo>
                <a:lnTo>
                  <a:pt x="288851" y="468028"/>
                </a:lnTo>
                <a:close/>
                <a:moveTo>
                  <a:pt x="266862" y="467140"/>
                </a:moveTo>
                <a:lnTo>
                  <a:pt x="269361" y="467140"/>
                </a:lnTo>
                <a:lnTo>
                  <a:pt x="269361" y="468028"/>
                </a:lnTo>
                <a:lnTo>
                  <a:pt x="266862" y="468028"/>
                </a:lnTo>
                <a:close/>
                <a:moveTo>
                  <a:pt x="523739" y="466252"/>
                </a:moveTo>
                <a:lnTo>
                  <a:pt x="527737" y="466252"/>
                </a:lnTo>
                <a:lnTo>
                  <a:pt x="527737" y="468028"/>
                </a:lnTo>
                <a:lnTo>
                  <a:pt x="523739" y="468028"/>
                </a:lnTo>
                <a:close/>
                <a:moveTo>
                  <a:pt x="315339" y="466252"/>
                </a:moveTo>
                <a:lnTo>
                  <a:pt x="318837" y="466252"/>
                </a:lnTo>
                <a:lnTo>
                  <a:pt x="318837" y="468028"/>
                </a:lnTo>
                <a:lnTo>
                  <a:pt x="315339" y="468028"/>
                </a:lnTo>
                <a:close/>
                <a:moveTo>
                  <a:pt x="235377" y="468028"/>
                </a:moveTo>
                <a:lnTo>
                  <a:pt x="243873" y="468028"/>
                </a:lnTo>
                <a:lnTo>
                  <a:pt x="243873" y="468917"/>
                </a:lnTo>
                <a:lnTo>
                  <a:pt x="235377" y="468917"/>
                </a:lnTo>
                <a:close/>
                <a:moveTo>
                  <a:pt x="207890" y="466252"/>
                </a:moveTo>
                <a:lnTo>
                  <a:pt x="214887" y="466252"/>
                </a:lnTo>
                <a:lnTo>
                  <a:pt x="214887" y="468917"/>
                </a:lnTo>
                <a:lnTo>
                  <a:pt x="207890" y="468917"/>
                </a:lnTo>
                <a:close/>
                <a:moveTo>
                  <a:pt x="222883" y="468028"/>
                </a:moveTo>
                <a:lnTo>
                  <a:pt x="224882" y="468028"/>
                </a:lnTo>
                <a:lnTo>
                  <a:pt x="224882" y="468917"/>
                </a:lnTo>
                <a:lnTo>
                  <a:pt x="222883" y="468917"/>
                </a:lnTo>
                <a:close/>
                <a:moveTo>
                  <a:pt x="277357" y="468028"/>
                </a:moveTo>
                <a:lnTo>
                  <a:pt x="280855" y="468028"/>
                </a:lnTo>
                <a:lnTo>
                  <a:pt x="280855" y="468917"/>
                </a:lnTo>
                <a:lnTo>
                  <a:pt x="277357" y="468917"/>
                </a:lnTo>
                <a:close/>
                <a:moveTo>
                  <a:pt x="505747" y="468028"/>
                </a:moveTo>
                <a:lnTo>
                  <a:pt x="515243" y="468028"/>
                </a:lnTo>
                <a:lnTo>
                  <a:pt x="515243" y="468917"/>
                </a:lnTo>
                <a:lnTo>
                  <a:pt x="505747" y="468917"/>
                </a:lnTo>
                <a:close/>
                <a:moveTo>
                  <a:pt x="265363" y="468028"/>
                </a:moveTo>
                <a:lnTo>
                  <a:pt x="268861" y="468028"/>
                </a:lnTo>
                <a:lnTo>
                  <a:pt x="268861" y="468917"/>
                </a:lnTo>
                <a:lnTo>
                  <a:pt x="265363" y="468917"/>
                </a:lnTo>
                <a:close/>
                <a:moveTo>
                  <a:pt x="94445" y="467140"/>
                </a:moveTo>
                <a:lnTo>
                  <a:pt x="199394" y="467140"/>
                </a:lnTo>
                <a:lnTo>
                  <a:pt x="199394" y="469805"/>
                </a:lnTo>
                <a:lnTo>
                  <a:pt x="94445" y="469805"/>
                </a:lnTo>
                <a:close/>
                <a:moveTo>
                  <a:pt x="263863" y="468917"/>
                </a:moveTo>
                <a:lnTo>
                  <a:pt x="268361" y="468917"/>
                </a:lnTo>
                <a:lnTo>
                  <a:pt x="268361" y="469805"/>
                </a:lnTo>
                <a:lnTo>
                  <a:pt x="263863" y="469805"/>
                </a:lnTo>
                <a:close/>
                <a:moveTo>
                  <a:pt x="276857" y="468917"/>
                </a:moveTo>
                <a:lnTo>
                  <a:pt x="280855" y="468917"/>
                </a:lnTo>
                <a:lnTo>
                  <a:pt x="280855" y="469805"/>
                </a:lnTo>
                <a:lnTo>
                  <a:pt x="276857" y="469805"/>
                </a:lnTo>
                <a:close/>
                <a:moveTo>
                  <a:pt x="234877" y="468917"/>
                </a:moveTo>
                <a:lnTo>
                  <a:pt x="243873" y="468917"/>
                </a:lnTo>
                <a:lnTo>
                  <a:pt x="243873" y="469805"/>
                </a:lnTo>
                <a:lnTo>
                  <a:pt x="234877" y="469805"/>
                </a:lnTo>
                <a:close/>
                <a:moveTo>
                  <a:pt x="524238" y="468028"/>
                </a:moveTo>
                <a:lnTo>
                  <a:pt x="527737" y="468028"/>
                </a:lnTo>
                <a:lnTo>
                  <a:pt x="527737" y="469805"/>
                </a:lnTo>
                <a:lnTo>
                  <a:pt x="524238" y="469805"/>
                </a:lnTo>
                <a:close/>
                <a:moveTo>
                  <a:pt x="222883" y="468917"/>
                </a:moveTo>
                <a:lnTo>
                  <a:pt x="224382" y="468917"/>
                </a:lnTo>
                <a:lnTo>
                  <a:pt x="224382" y="469805"/>
                </a:lnTo>
                <a:lnTo>
                  <a:pt x="222883" y="469805"/>
                </a:lnTo>
                <a:close/>
                <a:moveTo>
                  <a:pt x="262364" y="469805"/>
                </a:moveTo>
                <a:lnTo>
                  <a:pt x="267861" y="469805"/>
                </a:lnTo>
                <a:lnTo>
                  <a:pt x="267861" y="470693"/>
                </a:lnTo>
                <a:lnTo>
                  <a:pt x="262364" y="470693"/>
                </a:lnTo>
                <a:close/>
                <a:moveTo>
                  <a:pt x="505747" y="468917"/>
                </a:moveTo>
                <a:lnTo>
                  <a:pt x="515742" y="468917"/>
                </a:lnTo>
                <a:lnTo>
                  <a:pt x="515742" y="470693"/>
                </a:lnTo>
                <a:lnTo>
                  <a:pt x="505747" y="470693"/>
                </a:lnTo>
                <a:close/>
                <a:moveTo>
                  <a:pt x="234377" y="469805"/>
                </a:moveTo>
                <a:lnTo>
                  <a:pt x="243873" y="469805"/>
                </a:lnTo>
                <a:lnTo>
                  <a:pt x="243873" y="470693"/>
                </a:lnTo>
                <a:lnTo>
                  <a:pt x="234377" y="470693"/>
                </a:lnTo>
                <a:close/>
                <a:moveTo>
                  <a:pt x="276357" y="469805"/>
                </a:moveTo>
                <a:lnTo>
                  <a:pt x="280855" y="469805"/>
                </a:lnTo>
                <a:lnTo>
                  <a:pt x="280855" y="470693"/>
                </a:lnTo>
                <a:lnTo>
                  <a:pt x="276357" y="470693"/>
                </a:lnTo>
                <a:close/>
                <a:moveTo>
                  <a:pt x="524738" y="469805"/>
                </a:moveTo>
                <a:lnTo>
                  <a:pt x="527737" y="469805"/>
                </a:lnTo>
                <a:lnTo>
                  <a:pt x="527737" y="470693"/>
                </a:lnTo>
                <a:lnTo>
                  <a:pt x="524738" y="470693"/>
                </a:lnTo>
                <a:close/>
                <a:moveTo>
                  <a:pt x="222883" y="469805"/>
                </a:moveTo>
                <a:lnTo>
                  <a:pt x="223883" y="469805"/>
                </a:lnTo>
                <a:lnTo>
                  <a:pt x="223883" y="470693"/>
                </a:lnTo>
                <a:lnTo>
                  <a:pt x="222883" y="470693"/>
                </a:lnTo>
                <a:close/>
                <a:moveTo>
                  <a:pt x="288352" y="468028"/>
                </a:moveTo>
                <a:lnTo>
                  <a:pt x="292350" y="468028"/>
                </a:lnTo>
                <a:lnTo>
                  <a:pt x="292350" y="470693"/>
                </a:lnTo>
                <a:lnTo>
                  <a:pt x="288352" y="470693"/>
                </a:lnTo>
                <a:close/>
                <a:moveTo>
                  <a:pt x="276357" y="470693"/>
                </a:moveTo>
                <a:lnTo>
                  <a:pt x="280355" y="470693"/>
                </a:lnTo>
                <a:lnTo>
                  <a:pt x="280355" y="471581"/>
                </a:lnTo>
                <a:lnTo>
                  <a:pt x="276357" y="471581"/>
                </a:lnTo>
                <a:close/>
                <a:moveTo>
                  <a:pt x="233878" y="470693"/>
                </a:moveTo>
                <a:lnTo>
                  <a:pt x="244373" y="470693"/>
                </a:lnTo>
                <a:lnTo>
                  <a:pt x="244373" y="471581"/>
                </a:lnTo>
                <a:lnTo>
                  <a:pt x="233878" y="471581"/>
                </a:lnTo>
                <a:close/>
                <a:moveTo>
                  <a:pt x="222883" y="470693"/>
                </a:moveTo>
                <a:lnTo>
                  <a:pt x="223383" y="470693"/>
                </a:lnTo>
                <a:lnTo>
                  <a:pt x="223383" y="471581"/>
                </a:lnTo>
                <a:lnTo>
                  <a:pt x="222883" y="471581"/>
                </a:lnTo>
                <a:close/>
                <a:moveTo>
                  <a:pt x="207390" y="468917"/>
                </a:moveTo>
                <a:lnTo>
                  <a:pt x="214887" y="468917"/>
                </a:lnTo>
                <a:lnTo>
                  <a:pt x="214887" y="471581"/>
                </a:lnTo>
                <a:lnTo>
                  <a:pt x="207390" y="471581"/>
                </a:lnTo>
                <a:close/>
                <a:moveTo>
                  <a:pt x="261365" y="470693"/>
                </a:moveTo>
                <a:lnTo>
                  <a:pt x="267362" y="470693"/>
                </a:lnTo>
                <a:lnTo>
                  <a:pt x="267362" y="471581"/>
                </a:lnTo>
                <a:lnTo>
                  <a:pt x="261365" y="471581"/>
                </a:lnTo>
                <a:close/>
                <a:moveTo>
                  <a:pt x="553224" y="457371"/>
                </a:moveTo>
                <a:lnTo>
                  <a:pt x="562720" y="457371"/>
                </a:lnTo>
                <a:lnTo>
                  <a:pt x="562720" y="471581"/>
                </a:lnTo>
                <a:lnTo>
                  <a:pt x="553224" y="471581"/>
                </a:lnTo>
                <a:close/>
                <a:moveTo>
                  <a:pt x="94445" y="469805"/>
                </a:moveTo>
                <a:lnTo>
                  <a:pt x="198895" y="469805"/>
                </a:lnTo>
                <a:lnTo>
                  <a:pt x="198895" y="471581"/>
                </a:lnTo>
                <a:lnTo>
                  <a:pt x="94445" y="471581"/>
                </a:lnTo>
                <a:close/>
                <a:moveTo>
                  <a:pt x="505747" y="470693"/>
                </a:moveTo>
                <a:lnTo>
                  <a:pt x="516242" y="470693"/>
                </a:lnTo>
                <a:lnTo>
                  <a:pt x="516242" y="472469"/>
                </a:lnTo>
                <a:lnTo>
                  <a:pt x="505747" y="472469"/>
                </a:lnTo>
                <a:close/>
                <a:moveTo>
                  <a:pt x="233378" y="471581"/>
                </a:moveTo>
                <a:lnTo>
                  <a:pt x="244373" y="471581"/>
                </a:lnTo>
                <a:lnTo>
                  <a:pt x="244373" y="472469"/>
                </a:lnTo>
                <a:lnTo>
                  <a:pt x="233378" y="472469"/>
                </a:lnTo>
                <a:close/>
                <a:moveTo>
                  <a:pt x="287852" y="470693"/>
                </a:moveTo>
                <a:lnTo>
                  <a:pt x="292350" y="470693"/>
                </a:lnTo>
                <a:lnTo>
                  <a:pt x="292350" y="472469"/>
                </a:lnTo>
                <a:lnTo>
                  <a:pt x="287852" y="472469"/>
                </a:lnTo>
                <a:close/>
                <a:moveTo>
                  <a:pt x="261365" y="471581"/>
                </a:moveTo>
                <a:lnTo>
                  <a:pt x="266862" y="471581"/>
                </a:lnTo>
                <a:lnTo>
                  <a:pt x="266862" y="472469"/>
                </a:lnTo>
                <a:lnTo>
                  <a:pt x="261365" y="472469"/>
                </a:lnTo>
                <a:close/>
                <a:moveTo>
                  <a:pt x="525238" y="470693"/>
                </a:moveTo>
                <a:lnTo>
                  <a:pt x="527737" y="470693"/>
                </a:lnTo>
                <a:lnTo>
                  <a:pt x="527737" y="472469"/>
                </a:lnTo>
                <a:lnTo>
                  <a:pt x="525238" y="472469"/>
                </a:lnTo>
                <a:close/>
                <a:moveTo>
                  <a:pt x="525738" y="472469"/>
                </a:moveTo>
                <a:lnTo>
                  <a:pt x="527737" y="472469"/>
                </a:lnTo>
                <a:lnTo>
                  <a:pt x="527737" y="473357"/>
                </a:lnTo>
                <a:lnTo>
                  <a:pt x="525738" y="473357"/>
                </a:lnTo>
                <a:close/>
                <a:moveTo>
                  <a:pt x="505747" y="472469"/>
                </a:moveTo>
                <a:lnTo>
                  <a:pt x="516742" y="472469"/>
                </a:lnTo>
                <a:lnTo>
                  <a:pt x="516742" y="473357"/>
                </a:lnTo>
                <a:lnTo>
                  <a:pt x="505747" y="473357"/>
                </a:lnTo>
                <a:close/>
                <a:moveTo>
                  <a:pt x="94445" y="471581"/>
                </a:moveTo>
                <a:lnTo>
                  <a:pt x="198395" y="471581"/>
                </a:lnTo>
                <a:lnTo>
                  <a:pt x="198395" y="473357"/>
                </a:lnTo>
                <a:lnTo>
                  <a:pt x="94445" y="473357"/>
                </a:lnTo>
                <a:close/>
                <a:moveTo>
                  <a:pt x="232878" y="472469"/>
                </a:moveTo>
                <a:lnTo>
                  <a:pt x="244373" y="472469"/>
                </a:lnTo>
                <a:lnTo>
                  <a:pt x="244373" y="473357"/>
                </a:lnTo>
                <a:lnTo>
                  <a:pt x="232878" y="473357"/>
                </a:lnTo>
                <a:close/>
                <a:moveTo>
                  <a:pt x="275858" y="471581"/>
                </a:moveTo>
                <a:lnTo>
                  <a:pt x="279856" y="471581"/>
                </a:lnTo>
                <a:lnTo>
                  <a:pt x="279856" y="473357"/>
                </a:lnTo>
                <a:lnTo>
                  <a:pt x="275858" y="473357"/>
                </a:lnTo>
                <a:close/>
                <a:moveTo>
                  <a:pt x="261365" y="472469"/>
                </a:moveTo>
                <a:lnTo>
                  <a:pt x="266362" y="472469"/>
                </a:lnTo>
                <a:lnTo>
                  <a:pt x="266362" y="473357"/>
                </a:lnTo>
                <a:lnTo>
                  <a:pt x="261365" y="473357"/>
                </a:lnTo>
                <a:close/>
                <a:moveTo>
                  <a:pt x="261365" y="473357"/>
                </a:moveTo>
                <a:lnTo>
                  <a:pt x="265862" y="473357"/>
                </a:lnTo>
                <a:lnTo>
                  <a:pt x="265862" y="474245"/>
                </a:lnTo>
                <a:lnTo>
                  <a:pt x="261365" y="474245"/>
                </a:lnTo>
                <a:close/>
                <a:moveTo>
                  <a:pt x="232378" y="473357"/>
                </a:moveTo>
                <a:lnTo>
                  <a:pt x="244872" y="473357"/>
                </a:lnTo>
                <a:lnTo>
                  <a:pt x="244872" y="474245"/>
                </a:lnTo>
                <a:lnTo>
                  <a:pt x="232378" y="474245"/>
                </a:lnTo>
                <a:close/>
                <a:moveTo>
                  <a:pt x="275358" y="473357"/>
                </a:moveTo>
                <a:lnTo>
                  <a:pt x="279356" y="473357"/>
                </a:lnTo>
                <a:lnTo>
                  <a:pt x="279356" y="474245"/>
                </a:lnTo>
                <a:lnTo>
                  <a:pt x="275358" y="474245"/>
                </a:lnTo>
                <a:close/>
                <a:moveTo>
                  <a:pt x="287352" y="472469"/>
                </a:moveTo>
                <a:lnTo>
                  <a:pt x="292350" y="472469"/>
                </a:lnTo>
                <a:lnTo>
                  <a:pt x="292350" y="474245"/>
                </a:lnTo>
                <a:lnTo>
                  <a:pt x="287352" y="474245"/>
                </a:lnTo>
                <a:close/>
                <a:moveTo>
                  <a:pt x="206891" y="471581"/>
                </a:moveTo>
                <a:lnTo>
                  <a:pt x="214887" y="471581"/>
                </a:lnTo>
                <a:lnTo>
                  <a:pt x="214887" y="474245"/>
                </a:lnTo>
                <a:lnTo>
                  <a:pt x="206891" y="474245"/>
                </a:lnTo>
                <a:close/>
                <a:moveTo>
                  <a:pt x="525238" y="473357"/>
                </a:moveTo>
                <a:lnTo>
                  <a:pt x="527237" y="473357"/>
                </a:lnTo>
                <a:lnTo>
                  <a:pt x="527237" y="474245"/>
                </a:lnTo>
                <a:lnTo>
                  <a:pt x="525238" y="474245"/>
                </a:lnTo>
                <a:close/>
                <a:moveTo>
                  <a:pt x="253868" y="474245"/>
                </a:moveTo>
                <a:lnTo>
                  <a:pt x="254368" y="474245"/>
                </a:lnTo>
                <a:lnTo>
                  <a:pt x="254368" y="475133"/>
                </a:lnTo>
                <a:lnTo>
                  <a:pt x="253868" y="475133"/>
                </a:lnTo>
                <a:close/>
                <a:moveTo>
                  <a:pt x="261365" y="474245"/>
                </a:moveTo>
                <a:lnTo>
                  <a:pt x="265363" y="474245"/>
                </a:lnTo>
                <a:lnTo>
                  <a:pt x="265363" y="475133"/>
                </a:lnTo>
                <a:lnTo>
                  <a:pt x="261365" y="475133"/>
                </a:lnTo>
                <a:close/>
                <a:moveTo>
                  <a:pt x="94445" y="473357"/>
                </a:moveTo>
                <a:lnTo>
                  <a:pt x="197895" y="473357"/>
                </a:lnTo>
                <a:lnTo>
                  <a:pt x="197895" y="475133"/>
                </a:lnTo>
                <a:lnTo>
                  <a:pt x="94445" y="475133"/>
                </a:lnTo>
                <a:close/>
                <a:moveTo>
                  <a:pt x="505747" y="473357"/>
                </a:moveTo>
                <a:lnTo>
                  <a:pt x="517242" y="473357"/>
                </a:lnTo>
                <a:lnTo>
                  <a:pt x="517242" y="475133"/>
                </a:lnTo>
                <a:lnTo>
                  <a:pt x="505747" y="475133"/>
                </a:lnTo>
                <a:close/>
                <a:moveTo>
                  <a:pt x="274858" y="474245"/>
                </a:moveTo>
                <a:lnTo>
                  <a:pt x="279356" y="474245"/>
                </a:lnTo>
                <a:lnTo>
                  <a:pt x="279356" y="475133"/>
                </a:lnTo>
                <a:lnTo>
                  <a:pt x="274858" y="475133"/>
                </a:lnTo>
                <a:close/>
                <a:moveTo>
                  <a:pt x="524738" y="474245"/>
                </a:moveTo>
                <a:lnTo>
                  <a:pt x="527237" y="474245"/>
                </a:lnTo>
                <a:lnTo>
                  <a:pt x="527237" y="475133"/>
                </a:lnTo>
                <a:lnTo>
                  <a:pt x="524738" y="475133"/>
                </a:lnTo>
                <a:close/>
                <a:moveTo>
                  <a:pt x="299846" y="468028"/>
                </a:moveTo>
                <a:lnTo>
                  <a:pt x="306843" y="468028"/>
                </a:lnTo>
                <a:lnTo>
                  <a:pt x="306843" y="475133"/>
                </a:lnTo>
                <a:lnTo>
                  <a:pt x="299846" y="475133"/>
                </a:lnTo>
                <a:close/>
                <a:moveTo>
                  <a:pt x="231879" y="474245"/>
                </a:moveTo>
                <a:lnTo>
                  <a:pt x="244872" y="474245"/>
                </a:lnTo>
                <a:lnTo>
                  <a:pt x="244872" y="475133"/>
                </a:lnTo>
                <a:lnTo>
                  <a:pt x="231879" y="475133"/>
                </a:lnTo>
                <a:close/>
                <a:moveTo>
                  <a:pt x="286852" y="474245"/>
                </a:moveTo>
                <a:lnTo>
                  <a:pt x="292350" y="474245"/>
                </a:lnTo>
                <a:lnTo>
                  <a:pt x="292350" y="476021"/>
                </a:lnTo>
                <a:lnTo>
                  <a:pt x="286852" y="476021"/>
                </a:lnTo>
                <a:close/>
                <a:moveTo>
                  <a:pt x="206391" y="474245"/>
                </a:moveTo>
                <a:lnTo>
                  <a:pt x="214887" y="474245"/>
                </a:lnTo>
                <a:lnTo>
                  <a:pt x="214887" y="476021"/>
                </a:lnTo>
                <a:lnTo>
                  <a:pt x="206391" y="476021"/>
                </a:lnTo>
                <a:close/>
                <a:moveTo>
                  <a:pt x="231379" y="475133"/>
                </a:moveTo>
                <a:lnTo>
                  <a:pt x="244872" y="475133"/>
                </a:lnTo>
                <a:lnTo>
                  <a:pt x="244872" y="476021"/>
                </a:lnTo>
                <a:lnTo>
                  <a:pt x="231379" y="476021"/>
                </a:lnTo>
                <a:close/>
                <a:moveTo>
                  <a:pt x="523739" y="475133"/>
                </a:moveTo>
                <a:lnTo>
                  <a:pt x="527237" y="475133"/>
                </a:lnTo>
                <a:lnTo>
                  <a:pt x="527237" y="476021"/>
                </a:lnTo>
                <a:lnTo>
                  <a:pt x="523739" y="476021"/>
                </a:lnTo>
                <a:close/>
                <a:moveTo>
                  <a:pt x="299346" y="475133"/>
                </a:moveTo>
                <a:lnTo>
                  <a:pt x="306843" y="475133"/>
                </a:lnTo>
                <a:lnTo>
                  <a:pt x="306843" y="476021"/>
                </a:lnTo>
                <a:lnTo>
                  <a:pt x="299346" y="476021"/>
                </a:lnTo>
                <a:close/>
                <a:moveTo>
                  <a:pt x="650178" y="464476"/>
                </a:moveTo>
                <a:lnTo>
                  <a:pt x="674166" y="464476"/>
                </a:lnTo>
                <a:lnTo>
                  <a:pt x="674166" y="476021"/>
                </a:lnTo>
                <a:lnTo>
                  <a:pt x="650178" y="476021"/>
                </a:lnTo>
                <a:close/>
                <a:moveTo>
                  <a:pt x="314839" y="468028"/>
                </a:moveTo>
                <a:lnTo>
                  <a:pt x="318837" y="468028"/>
                </a:lnTo>
                <a:lnTo>
                  <a:pt x="318837" y="476021"/>
                </a:lnTo>
                <a:lnTo>
                  <a:pt x="314839" y="476021"/>
                </a:lnTo>
                <a:close/>
                <a:moveTo>
                  <a:pt x="252369" y="475133"/>
                </a:moveTo>
                <a:lnTo>
                  <a:pt x="254368" y="475133"/>
                </a:lnTo>
                <a:lnTo>
                  <a:pt x="254368" y="476021"/>
                </a:lnTo>
                <a:lnTo>
                  <a:pt x="252369" y="476021"/>
                </a:lnTo>
                <a:close/>
                <a:moveTo>
                  <a:pt x="522739" y="476021"/>
                </a:moveTo>
                <a:lnTo>
                  <a:pt x="527237" y="476021"/>
                </a:lnTo>
                <a:lnTo>
                  <a:pt x="527237" y="476909"/>
                </a:lnTo>
                <a:lnTo>
                  <a:pt x="522739" y="476909"/>
                </a:lnTo>
                <a:close/>
                <a:moveTo>
                  <a:pt x="230879" y="476021"/>
                </a:moveTo>
                <a:lnTo>
                  <a:pt x="244872" y="476021"/>
                </a:lnTo>
                <a:lnTo>
                  <a:pt x="244872" y="476909"/>
                </a:lnTo>
                <a:lnTo>
                  <a:pt x="230879" y="476909"/>
                </a:lnTo>
                <a:close/>
                <a:moveTo>
                  <a:pt x="250870" y="476021"/>
                </a:moveTo>
                <a:lnTo>
                  <a:pt x="254368" y="476021"/>
                </a:lnTo>
                <a:lnTo>
                  <a:pt x="254368" y="476909"/>
                </a:lnTo>
                <a:lnTo>
                  <a:pt x="250870" y="476909"/>
                </a:lnTo>
                <a:close/>
                <a:moveTo>
                  <a:pt x="505747" y="475133"/>
                </a:moveTo>
                <a:lnTo>
                  <a:pt x="517741" y="475133"/>
                </a:lnTo>
                <a:lnTo>
                  <a:pt x="517741" y="476909"/>
                </a:lnTo>
                <a:lnTo>
                  <a:pt x="505747" y="476909"/>
                </a:lnTo>
                <a:close/>
                <a:moveTo>
                  <a:pt x="261365" y="475133"/>
                </a:moveTo>
                <a:lnTo>
                  <a:pt x="264863" y="475133"/>
                </a:lnTo>
                <a:lnTo>
                  <a:pt x="264863" y="476909"/>
                </a:lnTo>
                <a:lnTo>
                  <a:pt x="261365" y="476909"/>
                </a:lnTo>
                <a:close/>
                <a:moveTo>
                  <a:pt x="94445" y="475133"/>
                </a:moveTo>
                <a:lnTo>
                  <a:pt x="197395" y="475133"/>
                </a:lnTo>
                <a:lnTo>
                  <a:pt x="197395" y="476909"/>
                </a:lnTo>
                <a:lnTo>
                  <a:pt x="94445" y="476909"/>
                </a:lnTo>
                <a:close/>
                <a:moveTo>
                  <a:pt x="274358" y="475133"/>
                </a:moveTo>
                <a:lnTo>
                  <a:pt x="278856" y="475133"/>
                </a:lnTo>
                <a:lnTo>
                  <a:pt x="278856" y="476909"/>
                </a:lnTo>
                <a:lnTo>
                  <a:pt x="274358" y="476909"/>
                </a:lnTo>
                <a:close/>
                <a:moveTo>
                  <a:pt x="522239" y="476909"/>
                </a:moveTo>
                <a:lnTo>
                  <a:pt x="527237" y="476909"/>
                </a:lnTo>
                <a:lnTo>
                  <a:pt x="527237" y="477798"/>
                </a:lnTo>
                <a:lnTo>
                  <a:pt x="522239" y="477798"/>
                </a:lnTo>
                <a:close/>
                <a:moveTo>
                  <a:pt x="273859" y="476909"/>
                </a:moveTo>
                <a:lnTo>
                  <a:pt x="278356" y="476909"/>
                </a:lnTo>
                <a:lnTo>
                  <a:pt x="278356" y="477798"/>
                </a:lnTo>
                <a:lnTo>
                  <a:pt x="273859" y="477798"/>
                </a:lnTo>
                <a:close/>
                <a:moveTo>
                  <a:pt x="355319" y="466252"/>
                </a:moveTo>
                <a:lnTo>
                  <a:pt x="371312" y="466252"/>
                </a:lnTo>
                <a:lnTo>
                  <a:pt x="371312" y="477798"/>
                </a:lnTo>
                <a:lnTo>
                  <a:pt x="355319" y="477798"/>
                </a:lnTo>
                <a:close/>
                <a:moveTo>
                  <a:pt x="205891" y="476021"/>
                </a:moveTo>
                <a:lnTo>
                  <a:pt x="214887" y="476021"/>
                </a:lnTo>
                <a:lnTo>
                  <a:pt x="214887" y="477798"/>
                </a:lnTo>
                <a:lnTo>
                  <a:pt x="205891" y="477798"/>
                </a:lnTo>
                <a:close/>
                <a:moveTo>
                  <a:pt x="249370" y="476909"/>
                </a:moveTo>
                <a:lnTo>
                  <a:pt x="254368" y="476909"/>
                </a:lnTo>
                <a:lnTo>
                  <a:pt x="254368" y="477798"/>
                </a:lnTo>
                <a:lnTo>
                  <a:pt x="249370" y="477798"/>
                </a:lnTo>
                <a:close/>
                <a:moveTo>
                  <a:pt x="94445" y="476909"/>
                </a:moveTo>
                <a:lnTo>
                  <a:pt x="196895" y="476909"/>
                </a:lnTo>
                <a:lnTo>
                  <a:pt x="196895" y="477798"/>
                </a:lnTo>
                <a:lnTo>
                  <a:pt x="94445" y="477798"/>
                </a:lnTo>
                <a:close/>
                <a:moveTo>
                  <a:pt x="230379" y="476909"/>
                </a:moveTo>
                <a:lnTo>
                  <a:pt x="244872" y="476909"/>
                </a:lnTo>
                <a:lnTo>
                  <a:pt x="244872" y="477798"/>
                </a:lnTo>
                <a:lnTo>
                  <a:pt x="230379" y="477798"/>
                </a:lnTo>
                <a:close/>
                <a:moveTo>
                  <a:pt x="261365" y="476909"/>
                </a:moveTo>
                <a:lnTo>
                  <a:pt x="265862" y="476909"/>
                </a:lnTo>
                <a:lnTo>
                  <a:pt x="265862" y="477798"/>
                </a:lnTo>
                <a:lnTo>
                  <a:pt x="261365" y="477798"/>
                </a:lnTo>
                <a:close/>
                <a:moveTo>
                  <a:pt x="409793" y="443162"/>
                </a:moveTo>
                <a:lnTo>
                  <a:pt x="428784" y="443162"/>
                </a:lnTo>
                <a:lnTo>
                  <a:pt x="428784" y="477798"/>
                </a:lnTo>
                <a:lnTo>
                  <a:pt x="409793" y="477798"/>
                </a:lnTo>
                <a:close/>
                <a:moveTo>
                  <a:pt x="286353" y="476021"/>
                </a:moveTo>
                <a:lnTo>
                  <a:pt x="291850" y="476021"/>
                </a:lnTo>
                <a:lnTo>
                  <a:pt x="291850" y="477798"/>
                </a:lnTo>
                <a:lnTo>
                  <a:pt x="286353" y="477798"/>
                </a:lnTo>
                <a:close/>
                <a:moveTo>
                  <a:pt x="521240" y="477798"/>
                </a:moveTo>
                <a:lnTo>
                  <a:pt x="527237" y="477798"/>
                </a:lnTo>
                <a:lnTo>
                  <a:pt x="527237" y="478686"/>
                </a:lnTo>
                <a:lnTo>
                  <a:pt x="521240" y="478686"/>
                </a:lnTo>
                <a:close/>
                <a:moveTo>
                  <a:pt x="553224" y="471581"/>
                </a:moveTo>
                <a:lnTo>
                  <a:pt x="562220" y="471581"/>
                </a:lnTo>
                <a:lnTo>
                  <a:pt x="562220" y="478686"/>
                </a:lnTo>
                <a:lnTo>
                  <a:pt x="553224" y="478686"/>
                </a:lnTo>
                <a:close/>
                <a:moveTo>
                  <a:pt x="273359" y="477798"/>
                </a:moveTo>
                <a:lnTo>
                  <a:pt x="277857" y="477798"/>
                </a:lnTo>
                <a:lnTo>
                  <a:pt x="277857" y="478686"/>
                </a:lnTo>
                <a:lnTo>
                  <a:pt x="273359" y="478686"/>
                </a:lnTo>
                <a:close/>
                <a:moveTo>
                  <a:pt x="570216" y="450266"/>
                </a:moveTo>
                <a:lnTo>
                  <a:pt x="579712" y="450266"/>
                </a:lnTo>
                <a:lnTo>
                  <a:pt x="579712" y="478686"/>
                </a:lnTo>
                <a:lnTo>
                  <a:pt x="570216" y="478686"/>
                </a:lnTo>
                <a:close/>
                <a:moveTo>
                  <a:pt x="229880" y="477798"/>
                </a:moveTo>
                <a:lnTo>
                  <a:pt x="245372" y="477798"/>
                </a:lnTo>
                <a:lnTo>
                  <a:pt x="245372" y="478686"/>
                </a:lnTo>
                <a:lnTo>
                  <a:pt x="229880" y="478686"/>
                </a:lnTo>
                <a:close/>
                <a:moveTo>
                  <a:pt x="261365" y="477798"/>
                </a:moveTo>
                <a:lnTo>
                  <a:pt x="266362" y="477798"/>
                </a:lnTo>
                <a:lnTo>
                  <a:pt x="266362" y="478686"/>
                </a:lnTo>
                <a:lnTo>
                  <a:pt x="261365" y="478686"/>
                </a:lnTo>
                <a:close/>
                <a:moveTo>
                  <a:pt x="247371" y="477798"/>
                </a:moveTo>
                <a:lnTo>
                  <a:pt x="254368" y="477798"/>
                </a:lnTo>
                <a:lnTo>
                  <a:pt x="254368" y="478686"/>
                </a:lnTo>
                <a:lnTo>
                  <a:pt x="247371" y="478686"/>
                </a:lnTo>
                <a:close/>
                <a:moveTo>
                  <a:pt x="505747" y="476909"/>
                </a:moveTo>
                <a:lnTo>
                  <a:pt x="518241" y="476909"/>
                </a:lnTo>
                <a:lnTo>
                  <a:pt x="518241" y="478686"/>
                </a:lnTo>
                <a:lnTo>
                  <a:pt x="505747" y="478686"/>
                </a:lnTo>
                <a:close/>
                <a:moveTo>
                  <a:pt x="520740" y="478686"/>
                </a:moveTo>
                <a:lnTo>
                  <a:pt x="527237" y="478686"/>
                </a:lnTo>
                <a:lnTo>
                  <a:pt x="527237" y="479574"/>
                </a:lnTo>
                <a:lnTo>
                  <a:pt x="520740" y="479574"/>
                </a:lnTo>
                <a:close/>
                <a:moveTo>
                  <a:pt x="94445" y="477798"/>
                </a:moveTo>
                <a:lnTo>
                  <a:pt x="196396" y="477798"/>
                </a:lnTo>
                <a:lnTo>
                  <a:pt x="196396" y="479574"/>
                </a:lnTo>
                <a:lnTo>
                  <a:pt x="94445" y="479574"/>
                </a:lnTo>
                <a:close/>
                <a:moveTo>
                  <a:pt x="261365" y="478686"/>
                </a:moveTo>
                <a:lnTo>
                  <a:pt x="267362" y="478686"/>
                </a:lnTo>
                <a:lnTo>
                  <a:pt x="267362" y="479574"/>
                </a:lnTo>
                <a:lnTo>
                  <a:pt x="261365" y="479574"/>
                </a:lnTo>
                <a:close/>
                <a:moveTo>
                  <a:pt x="272859" y="478686"/>
                </a:moveTo>
                <a:lnTo>
                  <a:pt x="277857" y="478686"/>
                </a:lnTo>
                <a:lnTo>
                  <a:pt x="277857" y="479574"/>
                </a:lnTo>
                <a:lnTo>
                  <a:pt x="272859" y="479574"/>
                </a:lnTo>
                <a:close/>
                <a:moveTo>
                  <a:pt x="285853" y="477798"/>
                </a:moveTo>
                <a:lnTo>
                  <a:pt x="291850" y="477798"/>
                </a:lnTo>
                <a:lnTo>
                  <a:pt x="291850" y="479574"/>
                </a:lnTo>
                <a:lnTo>
                  <a:pt x="285853" y="479574"/>
                </a:lnTo>
                <a:close/>
                <a:moveTo>
                  <a:pt x="229380" y="478686"/>
                </a:moveTo>
                <a:lnTo>
                  <a:pt x="254368" y="478686"/>
                </a:lnTo>
                <a:lnTo>
                  <a:pt x="254368" y="479574"/>
                </a:lnTo>
                <a:lnTo>
                  <a:pt x="229380" y="479574"/>
                </a:lnTo>
                <a:close/>
                <a:moveTo>
                  <a:pt x="205391" y="477798"/>
                </a:moveTo>
                <a:lnTo>
                  <a:pt x="214887" y="477798"/>
                </a:lnTo>
                <a:lnTo>
                  <a:pt x="214887" y="479574"/>
                </a:lnTo>
                <a:lnTo>
                  <a:pt x="205391" y="479574"/>
                </a:lnTo>
                <a:close/>
                <a:moveTo>
                  <a:pt x="505747" y="478686"/>
                </a:moveTo>
                <a:lnTo>
                  <a:pt x="518741" y="478686"/>
                </a:lnTo>
                <a:lnTo>
                  <a:pt x="518741" y="480462"/>
                </a:lnTo>
                <a:lnTo>
                  <a:pt x="505747" y="480462"/>
                </a:lnTo>
                <a:close/>
                <a:moveTo>
                  <a:pt x="299346" y="476021"/>
                </a:moveTo>
                <a:lnTo>
                  <a:pt x="306343" y="476021"/>
                </a:lnTo>
                <a:lnTo>
                  <a:pt x="306343" y="480462"/>
                </a:lnTo>
                <a:lnTo>
                  <a:pt x="299346" y="480462"/>
                </a:lnTo>
                <a:close/>
                <a:moveTo>
                  <a:pt x="272359" y="479574"/>
                </a:moveTo>
                <a:lnTo>
                  <a:pt x="277357" y="479574"/>
                </a:lnTo>
                <a:lnTo>
                  <a:pt x="277357" y="480462"/>
                </a:lnTo>
                <a:lnTo>
                  <a:pt x="272359" y="480462"/>
                </a:lnTo>
                <a:close/>
                <a:moveTo>
                  <a:pt x="683162" y="462700"/>
                </a:moveTo>
                <a:lnTo>
                  <a:pt x="1000000" y="462700"/>
                </a:lnTo>
                <a:lnTo>
                  <a:pt x="1000000" y="480462"/>
                </a:lnTo>
                <a:lnTo>
                  <a:pt x="683162" y="480462"/>
                </a:lnTo>
                <a:close/>
                <a:moveTo>
                  <a:pt x="228380" y="479574"/>
                </a:moveTo>
                <a:lnTo>
                  <a:pt x="254368" y="479574"/>
                </a:lnTo>
                <a:lnTo>
                  <a:pt x="254368" y="480462"/>
                </a:lnTo>
                <a:lnTo>
                  <a:pt x="228380" y="480462"/>
                </a:lnTo>
                <a:close/>
                <a:moveTo>
                  <a:pt x="94445" y="479574"/>
                </a:moveTo>
                <a:lnTo>
                  <a:pt x="195896" y="479574"/>
                </a:lnTo>
                <a:lnTo>
                  <a:pt x="195896" y="480462"/>
                </a:lnTo>
                <a:lnTo>
                  <a:pt x="94445" y="480462"/>
                </a:lnTo>
                <a:close/>
                <a:moveTo>
                  <a:pt x="261365" y="479574"/>
                </a:moveTo>
                <a:lnTo>
                  <a:pt x="267861" y="479574"/>
                </a:lnTo>
                <a:lnTo>
                  <a:pt x="267861" y="480462"/>
                </a:lnTo>
                <a:lnTo>
                  <a:pt x="261365" y="480462"/>
                </a:lnTo>
                <a:close/>
                <a:moveTo>
                  <a:pt x="519741" y="479574"/>
                </a:moveTo>
                <a:lnTo>
                  <a:pt x="527237" y="479574"/>
                </a:lnTo>
                <a:lnTo>
                  <a:pt x="527237" y="480462"/>
                </a:lnTo>
                <a:lnTo>
                  <a:pt x="519741" y="480462"/>
                </a:lnTo>
                <a:close/>
                <a:moveTo>
                  <a:pt x="227881" y="480462"/>
                </a:moveTo>
                <a:lnTo>
                  <a:pt x="254368" y="480462"/>
                </a:lnTo>
                <a:lnTo>
                  <a:pt x="254368" y="481350"/>
                </a:lnTo>
                <a:lnTo>
                  <a:pt x="227881" y="481350"/>
                </a:lnTo>
                <a:close/>
                <a:moveTo>
                  <a:pt x="534733" y="468028"/>
                </a:moveTo>
                <a:lnTo>
                  <a:pt x="545728" y="468028"/>
                </a:lnTo>
                <a:lnTo>
                  <a:pt x="545728" y="481350"/>
                </a:lnTo>
                <a:lnTo>
                  <a:pt x="534733" y="481350"/>
                </a:lnTo>
                <a:close/>
                <a:moveTo>
                  <a:pt x="271860" y="480462"/>
                </a:moveTo>
                <a:lnTo>
                  <a:pt x="277357" y="480462"/>
                </a:lnTo>
                <a:lnTo>
                  <a:pt x="277357" y="481350"/>
                </a:lnTo>
                <a:lnTo>
                  <a:pt x="271860" y="481350"/>
                </a:lnTo>
                <a:close/>
                <a:moveTo>
                  <a:pt x="94445" y="480462"/>
                </a:moveTo>
                <a:lnTo>
                  <a:pt x="195396" y="480462"/>
                </a:lnTo>
                <a:lnTo>
                  <a:pt x="195396" y="481350"/>
                </a:lnTo>
                <a:lnTo>
                  <a:pt x="94445" y="481350"/>
                </a:lnTo>
                <a:close/>
                <a:moveTo>
                  <a:pt x="285353" y="479574"/>
                </a:moveTo>
                <a:lnTo>
                  <a:pt x="291850" y="479574"/>
                </a:lnTo>
                <a:lnTo>
                  <a:pt x="291850" y="481350"/>
                </a:lnTo>
                <a:lnTo>
                  <a:pt x="285353" y="481350"/>
                </a:lnTo>
                <a:close/>
                <a:moveTo>
                  <a:pt x="261365" y="480462"/>
                </a:moveTo>
                <a:lnTo>
                  <a:pt x="268861" y="480462"/>
                </a:lnTo>
                <a:lnTo>
                  <a:pt x="268861" y="481350"/>
                </a:lnTo>
                <a:lnTo>
                  <a:pt x="261365" y="481350"/>
                </a:lnTo>
                <a:close/>
                <a:moveTo>
                  <a:pt x="314339" y="476021"/>
                </a:moveTo>
                <a:lnTo>
                  <a:pt x="318837" y="476021"/>
                </a:lnTo>
                <a:lnTo>
                  <a:pt x="318837" y="481350"/>
                </a:lnTo>
                <a:lnTo>
                  <a:pt x="314339" y="481350"/>
                </a:lnTo>
                <a:close/>
                <a:moveTo>
                  <a:pt x="204892" y="479574"/>
                </a:moveTo>
                <a:lnTo>
                  <a:pt x="214887" y="479574"/>
                </a:lnTo>
                <a:lnTo>
                  <a:pt x="214887" y="481350"/>
                </a:lnTo>
                <a:lnTo>
                  <a:pt x="204892" y="481350"/>
                </a:lnTo>
                <a:close/>
                <a:moveTo>
                  <a:pt x="505747" y="480462"/>
                </a:moveTo>
                <a:lnTo>
                  <a:pt x="527237" y="480462"/>
                </a:lnTo>
                <a:lnTo>
                  <a:pt x="527237" y="482238"/>
                </a:lnTo>
                <a:lnTo>
                  <a:pt x="505747" y="482238"/>
                </a:lnTo>
                <a:close/>
                <a:moveTo>
                  <a:pt x="227381" y="481350"/>
                </a:moveTo>
                <a:lnTo>
                  <a:pt x="254368" y="481350"/>
                </a:lnTo>
                <a:lnTo>
                  <a:pt x="254368" y="482238"/>
                </a:lnTo>
                <a:lnTo>
                  <a:pt x="227381" y="482238"/>
                </a:lnTo>
                <a:close/>
                <a:moveTo>
                  <a:pt x="553224" y="478686"/>
                </a:moveTo>
                <a:lnTo>
                  <a:pt x="561720" y="478686"/>
                </a:lnTo>
                <a:lnTo>
                  <a:pt x="561720" y="482238"/>
                </a:lnTo>
                <a:lnTo>
                  <a:pt x="553224" y="482238"/>
                </a:lnTo>
                <a:close/>
                <a:moveTo>
                  <a:pt x="204392" y="481350"/>
                </a:moveTo>
                <a:lnTo>
                  <a:pt x="214387" y="481350"/>
                </a:lnTo>
                <a:lnTo>
                  <a:pt x="214387" y="482238"/>
                </a:lnTo>
                <a:lnTo>
                  <a:pt x="204392" y="482238"/>
                </a:lnTo>
                <a:close/>
                <a:moveTo>
                  <a:pt x="261365" y="481350"/>
                </a:moveTo>
                <a:lnTo>
                  <a:pt x="269361" y="481350"/>
                </a:lnTo>
                <a:lnTo>
                  <a:pt x="269361" y="482238"/>
                </a:lnTo>
                <a:lnTo>
                  <a:pt x="261365" y="482238"/>
                </a:lnTo>
                <a:close/>
                <a:moveTo>
                  <a:pt x="271860" y="481350"/>
                </a:moveTo>
                <a:lnTo>
                  <a:pt x="276857" y="481350"/>
                </a:lnTo>
                <a:lnTo>
                  <a:pt x="276857" y="482238"/>
                </a:lnTo>
                <a:lnTo>
                  <a:pt x="271860" y="482238"/>
                </a:lnTo>
                <a:close/>
                <a:moveTo>
                  <a:pt x="236377" y="482238"/>
                </a:moveTo>
                <a:lnTo>
                  <a:pt x="254368" y="482238"/>
                </a:lnTo>
                <a:lnTo>
                  <a:pt x="254368" y="483126"/>
                </a:lnTo>
                <a:lnTo>
                  <a:pt x="236377" y="483126"/>
                </a:lnTo>
                <a:close/>
                <a:moveTo>
                  <a:pt x="94445" y="481350"/>
                </a:moveTo>
                <a:lnTo>
                  <a:pt x="194896" y="481350"/>
                </a:lnTo>
                <a:lnTo>
                  <a:pt x="194896" y="483126"/>
                </a:lnTo>
                <a:lnTo>
                  <a:pt x="94445" y="483126"/>
                </a:lnTo>
                <a:close/>
                <a:moveTo>
                  <a:pt x="569717" y="478686"/>
                </a:moveTo>
                <a:lnTo>
                  <a:pt x="579712" y="478686"/>
                </a:lnTo>
                <a:lnTo>
                  <a:pt x="579712" y="483126"/>
                </a:lnTo>
                <a:lnTo>
                  <a:pt x="569717" y="483126"/>
                </a:lnTo>
                <a:close/>
                <a:moveTo>
                  <a:pt x="261365" y="482238"/>
                </a:moveTo>
                <a:lnTo>
                  <a:pt x="269860" y="482238"/>
                </a:lnTo>
                <a:lnTo>
                  <a:pt x="269860" y="483126"/>
                </a:lnTo>
                <a:lnTo>
                  <a:pt x="261365" y="483126"/>
                </a:lnTo>
                <a:close/>
                <a:moveTo>
                  <a:pt x="204392" y="482238"/>
                </a:moveTo>
                <a:lnTo>
                  <a:pt x="213388" y="482238"/>
                </a:lnTo>
                <a:lnTo>
                  <a:pt x="213388" y="483126"/>
                </a:lnTo>
                <a:lnTo>
                  <a:pt x="204392" y="483126"/>
                </a:lnTo>
                <a:close/>
                <a:moveTo>
                  <a:pt x="226881" y="482238"/>
                </a:moveTo>
                <a:lnTo>
                  <a:pt x="235377" y="482238"/>
                </a:lnTo>
                <a:lnTo>
                  <a:pt x="235377" y="483126"/>
                </a:lnTo>
                <a:lnTo>
                  <a:pt x="226881" y="483126"/>
                </a:lnTo>
                <a:close/>
                <a:moveTo>
                  <a:pt x="271360" y="482238"/>
                </a:moveTo>
                <a:lnTo>
                  <a:pt x="276357" y="482238"/>
                </a:lnTo>
                <a:lnTo>
                  <a:pt x="276357" y="483126"/>
                </a:lnTo>
                <a:lnTo>
                  <a:pt x="271360" y="483126"/>
                </a:lnTo>
                <a:close/>
                <a:moveTo>
                  <a:pt x="682662" y="480462"/>
                </a:moveTo>
                <a:lnTo>
                  <a:pt x="1000000" y="480462"/>
                </a:lnTo>
                <a:lnTo>
                  <a:pt x="1000000" y="483126"/>
                </a:lnTo>
                <a:lnTo>
                  <a:pt x="682662" y="483126"/>
                </a:lnTo>
                <a:close/>
                <a:moveTo>
                  <a:pt x="284853" y="481350"/>
                </a:moveTo>
                <a:lnTo>
                  <a:pt x="291850" y="481350"/>
                </a:lnTo>
                <a:lnTo>
                  <a:pt x="291850" y="483126"/>
                </a:lnTo>
                <a:lnTo>
                  <a:pt x="284853" y="483126"/>
                </a:lnTo>
                <a:close/>
                <a:moveTo>
                  <a:pt x="299346" y="480462"/>
                </a:moveTo>
                <a:lnTo>
                  <a:pt x="305843" y="480462"/>
                </a:lnTo>
                <a:lnTo>
                  <a:pt x="305843" y="484014"/>
                </a:lnTo>
                <a:lnTo>
                  <a:pt x="299346" y="484014"/>
                </a:lnTo>
                <a:close/>
                <a:moveTo>
                  <a:pt x="203892" y="483126"/>
                </a:moveTo>
                <a:lnTo>
                  <a:pt x="212388" y="483126"/>
                </a:lnTo>
                <a:lnTo>
                  <a:pt x="212388" y="484014"/>
                </a:lnTo>
                <a:lnTo>
                  <a:pt x="203892" y="484014"/>
                </a:lnTo>
                <a:close/>
                <a:moveTo>
                  <a:pt x="270860" y="483126"/>
                </a:moveTo>
                <a:lnTo>
                  <a:pt x="275858" y="483126"/>
                </a:lnTo>
                <a:lnTo>
                  <a:pt x="275858" y="484014"/>
                </a:lnTo>
                <a:lnTo>
                  <a:pt x="270860" y="484014"/>
                </a:lnTo>
                <a:close/>
                <a:moveTo>
                  <a:pt x="237376" y="483126"/>
                </a:moveTo>
                <a:lnTo>
                  <a:pt x="254368" y="483126"/>
                </a:lnTo>
                <a:lnTo>
                  <a:pt x="254368" y="484014"/>
                </a:lnTo>
                <a:lnTo>
                  <a:pt x="237376" y="484014"/>
                </a:lnTo>
                <a:close/>
                <a:moveTo>
                  <a:pt x="261365" y="483126"/>
                </a:moveTo>
                <a:lnTo>
                  <a:pt x="270360" y="483126"/>
                </a:lnTo>
                <a:lnTo>
                  <a:pt x="270360" y="484014"/>
                </a:lnTo>
                <a:lnTo>
                  <a:pt x="261365" y="484014"/>
                </a:lnTo>
                <a:close/>
                <a:moveTo>
                  <a:pt x="772619" y="483126"/>
                </a:moveTo>
                <a:lnTo>
                  <a:pt x="793609" y="483126"/>
                </a:lnTo>
                <a:lnTo>
                  <a:pt x="793609" y="484014"/>
                </a:lnTo>
                <a:lnTo>
                  <a:pt x="772619" y="484014"/>
                </a:lnTo>
                <a:close/>
                <a:moveTo>
                  <a:pt x="726641" y="483126"/>
                </a:moveTo>
                <a:lnTo>
                  <a:pt x="769621" y="483126"/>
                </a:lnTo>
                <a:lnTo>
                  <a:pt x="769621" y="484014"/>
                </a:lnTo>
                <a:lnTo>
                  <a:pt x="726641" y="484014"/>
                </a:lnTo>
                <a:close/>
                <a:moveTo>
                  <a:pt x="94445" y="483126"/>
                </a:moveTo>
                <a:lnTo>
                  <a:pt x="194397" y="483126"/>
                </a:lnTo>
                <a:lnTo>
                  <a:pt x="194397" y="484014"/>
                </a:lnTo>
                <a:lnTo>
                  <a:pt x="94445" y="484014"/>
                </a:lnTo>
                <a:close/>
                <a:moveTo>
                  <a:pt x="225882" y="483126"/>
                </a:moveTo>
                <a:lnTo>
                  <a:pt x="235377" y="483126"/>
                </a:lnTo>
                <a:lnTo>
                  <a:pt x="235377" y="484014"/>
                </a:lnTo>
                <a:lnTo>
                  <a:pt x="225882" y="484014"/>
                </a:lnTo>
                <a:close/>
                <a:moveTo>
                  <a:pt x="775618" y="484014"/>
                </a:moveTo>
                <a:lnTo>
                  <a:pt x="793609" y="484014"/>
                </a:lnTo>
                <a:lnTo>
                  <a:pt x="793609" y="484902"/>
                </a:lnTo>
                <a:lnTo>
                  <a:pt x="775618" y="484902"/>
                </a:lnTo>
                <a:close/>
                <a:moveTo>
                  <a:pt x="238376" y="484014"/>
                </a:moveTo>
                <a:lnTo>
                  <a:pt x="254368" y="484014"/>
                </a:lnTo>
                <a:lnTo>
                  <a:pt x="254368" y="484902"/>
                </a:lnTo>
                <a:lnTo>
                  <a:pt x="238376" y="484902"/>
                </a:lnTo>
                <a:close/>
                <a:moveTo>
                  <a:pt x="284354" y="483126"/>
                </a:moveTo>
                <a:lnTo>
                  <a:pt x="291350" y="483126"/>
                </a:lnTo>
                <a:lnTo>
                  <a:pt x="291350" y="484902"/>
                </a:lnTo>
                <a:lnTo>
                  <a:pt x="284354" y="484902"/>
                </a:lnTo>
                <a:close/>
                <a:moveTo>
                  <a:pt x="261365" y="484014"/>
                </a:moveTo>
                <a:lnTo>
                  <a:pt x="275858" y="484014"/>
                </a:lnTo>
                <a:lnTo>
                  <a:pt x="275858" y="484902"/>
                </a:lnTo>
                <a:lnTo>
                  <a:pt x="261365" y="484902"/>
                </a:lnTo>
                <a:close/>
                <a:moveTo>
                  <a:pt x="728640" y="484014"/>
                </a:moveTo>
                <a:lnTo>
                  <a:pt x="769621" y="484014"/>
                </a:lnTo>
                <a:lnTo>
                  <a:pt x="769621" y="484902"/>
                </a:lnTo>
                <a:lnTo>
                  <a:pt x="728640" y="484902"/>
                </a:lnTo>
                <a:close/>
                <a:moveTo>
                  <a:pt x="94445" y="484014"/>
                </a:moveTo>
                <a:lnTo>
                  <a:pt x="193897" y="484014"/>
                </a:lnTo>
                <a:lnTo>
                  <a:pt x="193897" y="484902"/>
                </a:lnTo>
                <a:lnTo>
                  <a:pt x="94445" y="484902"/>
                </a:lnTo>
                <a:close/>
                <a:moveTo>
                  <a:pt x="553224" y="482238"/>
                </a:moveTo>
                <a:lnTo>
                  <a:pt x="561221" y="482238"/>
                </a:lnTo>
                <a:lnTo>
                  <a:pt x="561221" y="484902"/>
                </a:lnTo>
                <a:lnTo>
                  <a:pt x="553224" y="484902"/>
                </a:lnTo>
                <a:close/>
                <a:moveTo>
                  <a:pt x="203892" y="484014"/>
                </a:moveTo>
                <a:lnTo>
                  <a:pt x="211389" y="484014"/>
                </a:lnTo>
                <a:lnTo>
                  <a:pt x="211389" y="484902"/>
                </a:lnTo>
                <a:lnTo>
                  <a:pt x="203892" y="484902"/>
                </a:lnTo>
                <a:close/>
                <a:moveTo>
                  <a:pt x="298847" y="484014"/>
                </a:moveTo>
                <a:lnTo>
                  <a:pt x="305843" y="484014"/>
                </a:lnTo>
                <a:lnTo>
                  <a:pt x="305843" y="484902"/>
                </a:lnTo>
                <a:lnTo>
                  <a:pt x="298847" y="484902"/>
                </a:lnTo>
                <a:close/>
                <a:moveTo>
                  <a:pt x="682662" y="483126"/>
                </a:moveTo>
                <a:lnTo>
                  <a:pt x="724642" y="483126"/>
                </a:lnTo>
                <a:lnTo>
                  <a:pt x="724642" y="484902"/>
                </a:lnTo>
                <a:lnTo>
                  <a:pt x="682662" y="484902"/>
                </a:lnTo>
                <a:close/>
                <a:moveTo>
                  <a:pt x="225382" y="484014"/>
                </a:moveTo>
                <a:lnTo>
                  <a:pt x="235377" y="484014"/>
                </a:lnTo>
                <a:lnTo>
                  <a:pt x="235377" y="484902"/>
                </a:lnTo>
                <a:lnTo>
                  <a:pt x="225382" y="484902"/>
                </a:lnTo>
                <a:close/>
                <a:moveTo>
                  <a:pt x="94445" y="484902"/>
                </a:moveTo>
                <a:lnTo>
                  <a:pt x="193397" y="484902"/>
                </a:lnTo>
                <a:lnTo>
                  <a:pt x="193397" y="485790"/>
                </a:lnTo>
                <a:lnTo>
                  <a:pt x="94445" y="485790"/>
                </a:lnTo>
                <a:close/>
                <a:moveTo>
                  <a:pt x="261365" y="484902"/>
                </a:moveTo>
                <a:lnTo>
                  <a:pt x="275358" y="484902"/>
                </a:lnTo>
                <a:lnTo>
                  <a:pt x="275358" y="485790"/>
                </a:lnTo>
                <a:lnTo>
                  <a:pt x="261365" y="485790"/>
                </a:lnTo>
                <a:close/>
                <a:moveTo>
                  <a:pt x="709150" y="484902"/>
                </a:moveTo>
                <a:lnTo>
                  <a:pt x="724142" y="484902"/>
                </a:lnTo>
                <a:lnTo>
                  <a:pt x="724142" y="485790"/>
                </a:lnTo>
                <a:lnTo>
                  <a:pt x="709150" y="485790"/>
                </a:lnTo>
                <a:close/>
                <a:moveTo>
                  <a:pt x="313839" y="481350"/>
                </a:moveTo>
                <a:lnTo>
                  <a:pt x="318837" y="481350"/>
                </a:lnTo>
                <a:lnTo>
                  <a:pt x="318837" y="485790"/>
                </a:lnTo>
                <a:lnTo>
                  <a:pt x="313839" y="485790"/>
                </a:lnTo>
                <a:close/>
                <a:moveTo>
                  <a:pt x="224882" y="484902"/>
                </a:moveTo>
                <a:lnTo>
                  <a:pt x="234877" y="484902"/>
                </a:lnTo>
                <a:lnTo>
                  <a:pt x="234877" y="485790"/>
                </a:lnTo>
                <a:lnTo>
                  <a:pt x="224882" y="485790"/>
                </a:lnTo>
                <a:close/>
                <a:moveTo>
                  <a:pt x="730639" y="484902"/>
                </a:moveTo>
                <a:lnTo>
                  <a:pt x="769621" y="484902"/>
                </a:lnTo>
                <a:lnTo>
                  <a:pt x="769621" y="485790"/>
                </a:lnTo>
                <a:lnTo>
                  <a:pt x="730639" y="485790"/>
                </a:lnTo>
                <a:close/>
                <a:moveTo>
                  <a:pt x="203392" y="484902"/>
                </a:moveTo>
                <a:lnTo>
                  <a:pt x="210389" y="484902"/>
                </a:lnTo>
                <a:lnTo>
                  <a:pt x="210389" y="485790"/>
                </a:lnTo>
                <a:lnTo>
                  <a:pt x="203392" y="485790"/>
                </a:lnTo>
                <a:close/>
                <a:moveTo>
                  <a:pt x="239875" y="484902"/>
                </a:moveTo>
                <a:lnTo>
                  <a:pt x="254368" y="484902"/>
                </a:lnTo>
                <a:lnTo>
                  <a:pt x="254368" y="485790"/>
                </a:lnTo>
                <a:lnTo>
                  <a:pt x="239875" y="485790"/>
                </a:lnTo>
                <a:close/>
                <a:moveTo>
                  <a:pt x="203392" y="485790"/>
                </a:moveTo>
                <a:lnTo>
                  <a:pt x="209389" y="485790"/>
                </a:lnTo>
                <a:lnTo>
                  <a:pt x="209389" y="486679"/>
                </a:lnTo>
                <a:lnTo>
                  <a:pt x="203392" y="486679"/>
                </a:lnTo>
                <a:close/>
                <a:moveTo>
                  <a:pt x="241374" y="485790"/>
                </a:moveTo>
                <a:lnTo>
                  <a:pt x="254368" y="485790"/>
                </a:lnTo>
                <a:lnTo>
                  <a:pt x="254368" y="486679"/>
                </a:lnTo>
                <a:lnTo>
                  <a:pt x="241374" y="486679"/>
                </a:lnTo>
                <a:close/>
                <a:moveTo>
                  <a:pt x="569217" y="483126"/>
                </a:moveTo>
                <a:lnTo>
                  <a:pt x="579712" y="483126"/>
                </a:lnTo>
                <a:lnTo>
                  <a:pt x="579712" y="486679"/>
                </a:lnTo>
                <a:lnTo>
                  <a:pt x="569217" y="486679"/>
                </a:lnTo>
                <a:close/>
                <a:moveTo>
                  <a:pt x="553224" y="484902"/>
                </a:moveTo>
                <a:lnTo>
                  <a:pt x="560721" y="484902"/>
                </a:lnTo>
                <a:lnTo>
                  <a:pt x="560721" y="486679"/>
                </a:lnTo>
                <a:lnTo>
                  <a:pt x="553224" y="486679"/>
                </a:lnTo>
                <a:close/>
                <a:moveTo>
                  <a:pt x="223883" y="485790"/>
                </a:moveTo>
                <a:lnTo>
                  <a:pt x="234877" y="485790"/>
                </a:lnTo>
                <a:lnTo>
                  <a:pt x="234877" y="486679"/>
                </a:lnTo>
                <a:lnTo>
                  <a:pt x="223883" y="486679"/>
                </a:lnTo>
                <a:close/>
                <a:moveTo>
                  <a:pt x="682662" y="484902"/>
                </a:moveTo>
                <a:lnTo>
                  <a:pt x="707650" y="484902"/>
                </a:lnTo>
                <a:lnTo>
                  <a:pt x="707650" y="486679"/>
                </a:lnTo>
                <a:lnTo>
                  <a:pt x="682662" y="486679"/>
                </a:lnTo>
                <a:close/>
                <a:moveTo>
                  <a:pt x="710649" y="485790"/>
                </a:moveTo>
                <a:lnTo>
                  <a:pt x="724142" y="485790"/>
                </a:lnTo>
                <a:lnTo>
                  <a:pt x="724142" y="486679"/>
                </a:lnTo>
                <a:lnTo>
                  <a:pt x="710649" y="486679"/>
                </a:lnTo>
                <a:close/>
                <a:moveTo>
                  <a:pt x="283854" y="484902"/>
                </a:moveTo>
                <a:lnTo>
                  <a:pt x="291350" y="484902"/>
                </a:lnTo>
                <a:lnTo>
                  <a:pt x="291350" y="486679"/>
                </a:lnTo>
                <a:lnTo>
                  <a:pt x="283854" y="486679"/>
                </a:lnTo>
                <a:close/>
                <a:moveTo>
                  <a:pt x="650178" y="476021"/>
                </a:moveTo>
                <a:lnTo>
                  <a:pt x="673667" y="476021"/>
                </a:lnTo>
                <a:lnTo>
                  <a:pt x="673667" y="486679"/>
                </a:lnTo>
                <a:lnTo>
                  <a:pt x="650178" y="486679"/>
                </a:lnTo>
                <a:close/>
                <a:moveTo>
                  <a:pt x="777617" y="484902"/>
                </a:moveTo>
                <a:lnTo>
                  <a:pt x="793609" y="484902"/>
                </a:lnTo>
                <a:lnTo>
                  <a:pt x="793609" y="486679"/>
                </a:lnTo>
                <a:lnTo>
                  <a:pt x="777617" y="486679"/>
                </a:lnTo>
                <a:close/>
                <a:moveTo>
                  <a:pt x="94445" y="485790"/>
                </a:moveTo>
                <a:lnTo>
                  <a:pt x="192897" y="485790"/>
                </a:lnTo>
                <a:lnTo>
                  <a:pt x="192897" y="486679"/>
                </a:lnTo>
                <a:lnTo>
                  <a:pt x="94445" y="486679"/>
                </a:lnTo>
                <a:close/>
                <a:moveTo>
                  <a:pt x="261365" y="485790"/>
                </a:moveTo>
                <a:lnTo>
                  <a:pt x="274858" y="485790"/>
                </a:lnTo>
                <a:lnTo>
                  <a:pt x="274858" y="486679"/>
                </a:lnTo>
                <a:lnTo>
                  <a:pt x="261365" y="486679"/>
                </a:lnTo>
                <a:close/>
                <a:moveTo>
                  <a:pt x="283354" y="486679"/>
                </a:moveTo>
                <a:lnTo>
                  <a:pt x="291350" y="486679"/>
                </a:lnTo>
                <a:lnTo>
                  <a:pt x="291350" y="487567"/>
                </a:lnTo>
                <a:lnTo>
                  <a:pt x="283354" y="487567"/>
                </a:lnTo>
                <a:close/>
                <a:moveTo>
                  <a:pt x="298847" y="484902"/>
                </a:moveTo>
                <a:lnTo>
                  <a:pt x="305343" y="484902"/>
                </a:lnTo>
                <a:lnTo>
                  <a:pt x="305343" y="487567"/>
                </a:lnTo>
                <a:lnTo>
                  <a:pt x="298847" y="487567"/>
                </a:lnTo>
                <a:close/>
                <a:moveTo>
                  <a:pt x="94445" y="486679"/>
                </a:moveTo>
                <a:lnTo>
                  <a:pt x="192398" y="486679"/>
                </a:lnTo>
                <a:lnTo>
                  <a:pt x="192398" y="487567"/>
                </a:lnTo>
                <a:lnTo>
                  <a:pt x="94445" y="487567"/>
                </a:lnTo>
                <a:close/>
                <a:moveTo>
                  <a:pt x="223383" y="486679"/>
                </a:moveTo>
                <a:lnTo>
                  <a:pt x="234877" y="486679"/>
                </a:lnTo>
                <a:lnTo>
                  <a:pt x="234877" y="487567"/>
                </a:lnTo>
                <a:lnTo>
                  <a:pt x="223383" y="487567"/>
                </a:lnTo>
                <a:close/>
                <a:moveTo>
                  <a:pt x="711648" y="486679"/>
                </a:moveTo>
                <a:lnTo>
                  <a:pt x="724142" y="486679"/>
                </a:lnTo>
                <a:lnTo>
                  <a:pt x="724142" y="487567"/>
                </a:lnTo>
                <a:lnTo>
                  <a:pt x="711648" y="487567"/>
                </a:lnTo>
                <a:close/>
                <a:moveTo>
                  <a:pt x="505747" y="482238"/>
                </a:moveTo>
                <a:lnTo>
                  <a:pt x="526737" y="482238"/>
                </a:lnTo>
                <a:lnTo>
                  <a:pt x="526737" y="487567"/>
                </a:lnTo>
                <a:lnTo>
                  <a:pt x="505747" y="487567"/>
                </a:lnTo>
                <a:close/>
                <a:moveTo>
                  <a:pt x="682662" y="486679"/>
                </a:moveTo>
                <a:lnTo>
                  <a:pt x="707151" y="486679"/>
                </a:lnTo>
                <a:lnTo>
                  <a:pt x="707151" y="487567"/>
                </a:lnTo>
                <a:lnTo>
                  <a:pt x="682662" y="487567"/>
                </a:lnTo>
                <a:close/>
                <a:moveTo>
                  <a:pt x="202893" y="486679"/>
                </a:moveTo>
                <a:lnTo>
                  <a:pt x="208390" y="486679"/>
                </a:lnTo>
                <a:lnTo>
                  <a:pt x="208390" y="487567"/>
                </a:lnTo>
                <a:lnTo>
                  <a:pt x="202893" y="487567"/>
                </a:lnTo>
                <a:close/>
                <a:moveTo>
                  <a:pt x="534234" y="481350"/>
                </a:moveTo>
                <a:lnTo>
                  <a:pt x="545728" y="481350"/>
                </a:lnTo>
                <a:lnTo>
                  <a:pt x="545728" y="488455"/>
                </a:lnTo>
                <a:lnTo>
                  <a:pt x="534234" y="488455"/>
                </a:lnTo>
                <a:close/>
                <a:moveTo>
                  <a:pt x="261365" y="486679"/>
                </a:moveTo>
                <a:lnTo>
                  <a:pt x="274358" y="486679"/>
                </a:lnTo>
                <a:lnTo>
                  <a:pt x="274358" y="488455"/>
                </a:lnTo>
                <a:lnTo>
                  <a:pt x="261365" y="488455"/>
                </a:lnTo>
                <a:close/>
                <a:moveTo>
                  <a:pt x="732139" y="485790"/>
                </a:moveTo>
                <a:lnTo>
                  <a:pt x="769121" y="485790"/>
                </a:lnTo>
                <a:lnTo>
                  <a:pt x="769121" y="488455"/>
                </a:lnTo>
                <a:lnTo>
                  <a:pt x="732139" y="488455"/>
                </a:lnTo>
                <a:close/>
                <a:moveTo>
                  <a:pt x="417789" y="477798"/>
                </a:moveTo>
                <a:lnTo>
                  <a:pt x="428784" y="477798"/>
                </a:lnTo>
                <a:lnTo>
                  <a:pt x="428784" y="488455"/>
                </a:lnTo>
                <a:lnTo>
                  <a:pt x="417789" y="488455"/>
                </a:lnTo>
                <a:close/>
                <a:moveTo>
                  <a:pt x="355319" y="477798"/>
                </a:moveTo>
                <a:lnTo>
                  <a:pt x="362816" y="477798"/>
                </a:lnTo>
                <a:lnTo>
                  <a:pt x="362816" y="488455"/>
                </a:lnTo>
                <a:lnTo>
                  <a:pt x="355319" y="488455"/>
                </a:lnTo>
                <a:close/>
                <a:moveTo>
                  <a:pt x="242374" y="486679"/>
                </a:moveTo>
                <a:lnTo>
                  <a:pt x="254368" y="486679"/>
                </a:lnTo>
                <a:lnTo>
                  <a:pt x="254368" y="488455"/>
                </a:lnTo>
                <a:lnTo>
                  <a:pt x="242374" y="488455"/>
                </a:lnTo>
                <a:close/>
                <a:moveTo>
                  <a:pt x="712148" y="487567"/>
                </a:moveTo>
                <a:lnTo>
                  <a:pt x="723643" y="487567"/>
                </a:lnTo>
                <a:lnTo>
                  <a:pt x="723643" y="488455"/>
                </a:lnTo>
                <a:lnTo>
                  <a:pt x="712148" y="488455"/>
                </a:lnTo>
                <a:close/>
                <a:moveTo>
                  <a:pt x="682662" y="487567"/>
                </a:moveTo>
                <a:lnTo>
                  <a:pt x="706651" y="487567"/>
                </a:lnTo>
                <a:lnTo>
                  <a:pt x="706651" y="488455"/>
                </a:lnTo>
                <a:lnTo>
                  <a:pt x="682662" y="488455"/>
                </a:lnTo>
                <a:close/>
                <a:moveTo>
                  <a:pt x="202393" y="487567"/>
                </a:moveTo>
                <a:lnTo>
                  <a:pt x="207390" y="487567"/>
                </a:lnTo>
                <a:lnTo>
                  <a:pt x="207390" y="488455"/>
                </a:lnTo>
                <a:lnTo>
                  <a:pt x="202393" y="488455"/>
                </a:lnTo>
                <a:close/>
                <a:moveTo>
                  <a:pt x="553224" y="486679"/>
                </a:moveTo>
                <a:lnTo>
                  <a:pt x="560221" y="486679"/>
                </a:lnTo>
                <a:lnTo>
                  <a:pt x="560221" y="488455"/>
                </a:lnTo>
                <a:lnTo>
                  <a:pt x="553224" y="488455"/>
                </a:lnTo>
                <a:close/>
                <a:moveTo>
                  <a:pt x="568717" y="486679"/>
                </a:moveTo>
                <a:lnTo>
                  <a:pt x="579712" y="486679"/>
                </a:lnTo>
                <a:lnTo>
                  <a:pt x="579712" y="488455"/>
                </a:lnTo>
                <a:lnTo>
                  <a:pt x="568717" y="488455"/>
                </a:lnTo>
                <a:close/>
                <a:moveTo>
                  <a:pt x="94445" y="487567"/>
                </a:moveTo>
                <a:lnTo>
                  <a:pt x="191898" y="487567"/>
                </a:lnTo>
                <a:lnTo>
                  <a:pt x="191898" y="488455"/>
                </a:lnTo>
                <a:lnTo>
                  <a:pt x="94445" y="488455"/>
                </a:lnTo>
                <a:close/>
                <a:moveTo>
                  <a:pt x="682662" y="488455"/>
                </a:moveTo>
                <a:lnTo>
                  <a:pt x="706151" y="488455"/>
                </a:lnTo>
                <a:lnTo>
                  <a:pt x="706151" y="489343"/>
                </a:lnTo>
                <a:lnTo>
                  <a:pt x="682662" y="489343"/>
                </a:lnTo>
                <a:close/>
                <a:moveTo>
                  <a:pt x="355319" y="488455"/>
                </a:moveTo>
                <a:lnTo>
                  <a:pt x="378808" y="488455"/>
                </a:lnTo>
                <a:lnTo>
                  <a:pt x="378808" y="489343"/>
                </a:lnTo>
                <a:lnTo>
                  <a:pt x="355319" y="489343"/>
                </a:lnTo>
                <a:close/>
                <a:moveTo>
                  <a:pt x="381307" y="488455"/>
                </a:moveTo>
                <a:lnTo>
                  <a:pt x="397799" y="488455"/>
                </a:lnTo>
                <a:lnTo>
                  <a:pt x="397799" y="489343"/>
                </a:lnTo>
                <a:lnTo>
                  <a:pt x="381307" y="489343"/>
                </a:lnTo>
                <a:close/>
                <a:moveTo>
                  <a:pt x="713148" y="488455"/>
                </a:moveTo>
                <a:lnTo>
                  <a:pt x="723643" y="488455"/>
                </a:lnTo>
                <a:lnTo>
                  <a:pt x="723643" y="489343"/>
                </a:lnTo>
                <a:lnTo>
                  <a:pt x="713148" y="489343"/>
                </a:lnTo>
                <a:close/>
                <a:moveTo>
                  <a:pt x="282854" y="487567"/>
                </a:moveTo>
                <a:lnTo>
                  <a:pt x="290850" y="487567"/>
                </a:lnTo>
                <a:lnTo>
                  <a:pt x="290850" y="489343"/>
                </a:lnTo>
                <a:lnTo>
                  <a:pt x="282854" y="489343"/>
                </a:lnTo>
                <a:close/>
                <a:moveTo>
                  <a:pt x="94445" y="488455"/>
                </a:moveTo>
                <a:lnTo>
                  <a:pt x="191398" y="488455"/>
                </a:lnTo>
                <a:lnTo>
                  <a:pt x="191398" y="489343"/>
                </a:lnTo>
                <a:lnTo>
                  <a:pt x="94445" y="489343"/>
                </a:lnTo>
                <a:close/>
                <a:moveTo>
                  <a:pt x="403296" y="488455"/>
                </a:moveTo>
                <a:lnTo>
                  <a:pt x="428784" y="488455"/>
                </a:lnTo>
                <a:lnTo>
                  <a:pt x="428784" y="489343"/>
                </a:lnTo>
                <a:lnTo>
                  <a:pt x="403296" y="489343"/>
                </a:lnTo>
                <a:close/>
                <a:moveTo>
                  <a:pt x="202393" y="488455"/>
                </a:moveTo>
                <a:lnTo>
                  <a:pt x="206391" y="488455"/>
                </a:lnTo>
                <a:lnTo>
                  <a:pt x="206391" y="489343"/>
                </a:lnTo>
                <a:lnTo>
                  <a:pt x="202393" y="489343"/>
                </a:lnTo>
                <a:close/>
                <a:moveTo>
                  <a:pt x="261365" y="488455"/>
                </a:moveTo>
                <a:lnTo>
                  <a:pt x="273859" y="488455"/>
                </a:lnTo>
                <a:lnTo>
                  <a:pt x="273859" y="489343"/>
                </a:lnTo>
                <a:lnTo>
                  <a:pt x="261365" y="489343"/>
                </a:lnTo>
                <a:close/>
                <a:moveTo>
                  <a:pt x="382306" y="489343"/>
                </a:moveTo>
                <a:lnTo>
                  <a:pt x="397299" y="489343"/>
                </a:lnTo>
                <a:lnTo>
                  <a:pt x="397299" y="490231"/>
                </a:lnTo>
                <a:lnTo>
                  <a:pt x="382306" y="490231"/>
                </a:lnTo>
                <a:close/>
                <a:moveTo>
                  <a:pt x="404796" y="489343"/>
                </a:moveTo>
                <a:lnTo>
                  <a:pt x="428784" y="489343"/>
                </a:lnTo>
                <a:lnTo>
                  <a:pt x="428784" y="490231"/>
                </a:lnTo>
                <a:lnTo>
                  <a:pt x="404796" y="490231"/>
                </a:lnTo>
                <a:close/>
                <a:moveTo>
                  <a:pt x="731639" y="488455"/>
                </a:moveTo>
                <a:lnTo>
                  <a:pt x="769121" y="488455"/>
                </a:lnTo>
                <a:lnTo>
                  <a:pt x="769121" y="490231"/>
                </a:lnTo>
                <a:lnTo>
                  <a:pt x="731639" y="490231"/>
                </a:lnTo>
                <a:close/>
                <a:moveTo>
                  <a:pt x="94445" y="489343"/>
                </a:moveTo>
                <a:lnTo>
                  <a:pt x="190898" y="489343"/>
                </a:lnTo>
                <a:lnTo>
                  <a:pt x="190898" y="490231"/>
                </a:lnTo>
                <a:lnTo>
                  <a:pt x="94445" y="490231"/>
                </a:lnTo>
                <a:close/>
                <a:moveTo>
                  <a:pt x="553224" y="488455"/>
                </a:moveTo>
                <a:lnTo>
                  <a:pt x="559721" y="488455"/>
                </a:lnTo>
                <a:lnTo>
                  <a:pt x="559721" y="490231"/>
                </a:lnTo>
                <a:lnTo>
                  <a:pt x="553224" y="490231"/>
                </a:lnTo>
                <a:close/>
                <a:moveTo>
                  <a:pt x="282354" y="489343"/>
                </a:moveTo>
                <a:lnTo>
                  <a:pt x="290850" y="489343"/>
                </a:lnTo>
                <a:lnTo>
                  <a:pt x="290850" y="490231"/>
                </a:lnTo>
                <a:lnTo>
                  <a:pt x="282354" y="490231"/>
                </a:lnTo>
                <a:close/>
                <a:moveTo>
                  <a:pt x="714147" y="489343"/>
                </a:moveTo>
                <a:lnTo>
                  <a:pt x="723643" y="489343"/>
                </a:lnTo>
                <a:lnTo>
                  <a:pt x="723643" y="490231"/>
                </a:lnTo>
                <a:lnTo>
                  <a:pt x="714147" y="490231"/>
                </a:lnTo>
                <a:close/>
                <a:moveTo>
                  <a:pt x="261365" y="489343"/>
                </a:moveTo>
                <a:lnTo>
                  <a:pt x="273359" y="489343"/>
                </a:lnTo>
                <a:lnTo>
                  <a:pt x="273359" y="490231"/>
                </a:lnTo>
                <a:lnTo>
                  <a:pt x="261365" y="490231"/>
                </a:lnTo>
                <a:close/>
                <a:moveTo>
                  <a:pt x="355319" y="489343"/>
                </a:moveTo>
                <a:lnTo>
                  <a:pt x="377809" y="489343"/>
                </a:lnTo>
                <a:lnTo>
                  <a:pt x="377809" y="490231"/>
                </a:lnTo>
                <a:lnTo>
                  <a:pt x="355319" y="490231"/>
                </a:lnTo>
                <a:close/>
                <a:moveTo>
                  <a:pt x="682662" y="489343"/>
                </a:moveTo>
                <a:lnTo>
                  <a:pt x="705651" y="489343"/>
                </a:lnTo>
                <a:lnTo>
                  <a:pt x="705651" y="490231"/>
                </a:lnTo>
                <a:lnTo>
                  <a:pt x="682662" y="490231"/>
                </a:lnTo>
                <a:close/>
                <a:moveTo>
                  <a:pt x="313340" y="485790"/>
                </a:moveTo>
                <a:lnTo>
                  <a:pt x="318837" y="485790"/>
                </a:lnTo>
                <a:lnTo>
                  <a:pt x="318837" y="490231"/>
                </a:lnTo>
                <a:lnTo>
                  <a:pt x="313340" y="490231"/>
                </a:lnTo>
                <a:close/>
                <a:moveTo>
                  <a:pt x="201893" y="489343"/>
                </a:moveTo>
                <a:lnTo>
                  <a:pt x="204892" y="489343"/>
                </a:lnTo>
                <a:lnTo>
                  <a:pt x="204892" y="490231"/>
                </a:lnTo>
                <a:lnTo>
                  <a:pt x="201893" y="490231"/>
                </a:lnTo>
                <a:close/>
                <a:moveTo>
                  <a:pt x="298847" y="487567"/>
                </a:moveTo>
                <a:lnTo>
                  <a:pt x="304844" y="487567"/>
                </a:lnTo>
                <a:lnTo>
                  <a:pt x="304844" y="490231"/>
                </a:lnTo>
                <a:lnTo>
                  <a:pt x="298847" y="490231"/>
                </a:lnTo>
                <a:close/>
                <a:moveTo>
                  <a:pt x="222883" y="487567"/>
                </a:moveTo>
                <a:lnTo>
                  <a:pt x="234877" y="487567"/>
                </a:lnTo>
                <a:lnTo>
                  <a:pt x="234877" y="491119"/>
                </a:lnTo>
                <a:lnTo>
                  <a:pt x="222883" y="491119"/>
                </a:lnTo>
                <a:close/>
                <a:moveTo>
                  <a:pt x="406295" y="490231"/>
                </a:moveTo>
                <a:lnTo>
                  <a:pt x="428784" y="490231"/>
                </a:lnTo>
                <a:lnTo>
                  <a:pt x="428784" y="491119"/>
                </a:lnTo>
                <a:lnTo>
                  <a:pt x="406295" y="491119"/>
                </a:lnTo>
                <a:close/>
                <a:moveTo>
                  <a:pt x="777117" y="486679"/>
                </a:moveTo>
                <a:lnTo>
                  <a:pt x="793609" y="486679"/>
                </a:lnTo>
                <a:lnTo>
                  <a:pt x="793609" y="491119"/>
                </a:lnTo>
                <a:lnTo>
                  <a:pt x="777117" y="491119"/>
                </a:lnTo>
                <a:close/>
                <a:moveTo>
                  <a:pt x="261365" y="490231"/>
                </a:moveTo>
                <a:lnTo>
                  <a:pt x="272859" y="490231"/>
                </a:lnTo>
                <a:lnTo>
                  <a:pt x="272859" y="491119"/>
                </a:lnTo>
                <a:lnTo>
                  <a:pt x="261365" y="491119"/>
                </a:lnTo>
                <a:close/>
                <a:moveTo>
                  <a:pt x="455271" y="463588"/>
                </a:moveTo>
                <a:lnTo>
                  <a:pt x="482259" y="463588"/>
                </a:lnTo>
                <a:lnTo>
                  <a:pt x="482259" y="491119"/>
                </a:lnTo>
                <a:lnTo>
                  <a:pt x="455271" y="491119"/>
                </a:lnTo>
                <a:close/>
                <a:moveTo>
                  <a:pt x="505747" y="487567"/>
                </a:moveTo>
                <a:lnTo>
                  <a:pt x="526237" y="487567"/>
                </a:lnTo>
                <a:lnTo>
                  <a:pt x="526237" y="491119"/>
                </a:lnTo>
                <a:lnTo>
                  <a:pt x="505747" y="491119"/>
                </a:lnTo>
                <a:close/>
                <a:moveTo>
                  <a:pt x="436780" y="443162"/>
                </a:moveTo>
                <a:lnTo>
                  <a:pt x="447275" y="443162"/>
                </a:lnTo>
                <a:lnTo>
                  <a:pt x="447275" y="491119"/>
                </a:lnTo>
                <a:lnTo>
                  <a:pt x="436780" y="491119"/>
                </a:lnTo>
                <a:close/>
                <a:moveTo>
                  <a:pt x="715147" y="490231"/>
                </a:moveTo>
                <a:lnTo>
                  <a:pt x="723143" y="490231"/>
                </a:lnTo>
                <a:lnTo>
                  <a:pt x="723143" y="491119"/>
                </a:lnTo>
                <a:lnTo>
                  <a:pt x="715147" y="491119"/>
                </a:lnTo>
                <a:close/>
                <a:moveTo>
                  <a:pt x="94445" y="490231"/>
                </a:moveTo>
                <a:lnTo>
                  <a:pt x="189899" y="490231"/>
                </a:lnTo>
                <a:lnTo>
                  <a:pt x="189899" y="491119"/>
                </a:lnTo>
                <a:lnTo>
                  <a:pt x="94445" y="491119"/>
                </a:lnTo>
                <a:close/>
                <a:moveTo>
                  <a:pt x="201393" y="490231"/>
                </a:moveTo>
                <a:lnTo>
                  <a:pt x="203892" y="490231"/>
                </a:lnTo>
                <a:lnTo>
                  <a:pt x="203892" y="491119"/>
                </a:lnTo>
                <a:lnTo>
                  <a:pt x="201393" y="491119"/>
                </a:lnTo>
                <a:close/>
                <a:moveTo>
                  <a:pt x="568217" y="488455"/>
                </a:moveTo>
                <a:lnTo>
                  <a:pt x="579712" y="488455"/>
                </a:lnTo>
                <a:lnTo>
                  <a:pt x="579712" y="491119"/>
                </a:lnTo>
                <a:lnTo>
                  <a:pt x="568217" y="491119"/>
                </a:lnTo>
                <a:close/>
                <a:moveTo>
                  <a:pt x="382806" y="490231"/>
                </a:moveTo>
                <a:lnTo>
                  <a:pt x="396800" y="490231"/>
                </a:lnTo>
                <a:lnTo>
                  <a:pt x="396800" y="491119"/>
                </a:lnTo>
                <a:lnTo>
                  <a:pt x="382806" y="491119"/>
                </a:lnTo>
                <a:close/>
                <a:moveTo>
                  <a:pt x="731639" y="490231"/>
                </a:moveTo>
                <a:lnTo>
                  <a:pt x="768621" y="490231"/>
                </a:lnTo>
                <a:lnTo>
                  <a:pt x="768621" y="491119"/>
                </a:lnTo>
                <a:lnTo>
                  <a:pt x="731639" y="491119"/>
                </a:lnTo>
                <a:close/>
                <a:moveTo>
                  <a:pt x="355319" y="490231"/>
                </a:moveTo>
                <a:lnTo>
                  <a:pt x="376809" y="490231"/>
                </a:lnTo>
                <a:lnTo>
                  <a:pt x="376809" y="491119"/>
                </a:lnTo>
                <a:lnTo>
                  <a:pt x="355319" y="491119"/>
                </a:lnTo>
                <a:close/>
                <a:moveTo>
                  <a:pt x="553224" y="490231"/>
                </a:moveTo>
                <a:lnTo>
                  <a:pt x="559222" y="490231"/>
                </a:lnTo>
                <a:lnTo>
                  <a:pt x="559222" y="492007"/>
                </a:lnTo>
                <a:lnTo>
                  <a:pt x="553224" y="492007"/>
                </a:lnTo>
                <a:close/>
                <a:moveTo>
                  <a:pt x="94445" y="491119"/>
                </a:moveTo>
                <a:lnTo>
                  <a:pt x="189399" y="491119"/>
                </a:lnTo>
                <a:lnTo>
                  <a:pt x="189399" y="492007"/>
                </a:lnTo>
                <a:lnTo>
                  <a:pt x="94445" y="492007"/>
                </a:lnTo>
                <a:close/>
                <a:moveTo>
                  <a:pt x="281855" y="490231"/>
                </a:moveTo>
                <a:lnTo>
                  <a:pt x="290351" y="490231"/>
                </a:lnTo>
                <a:lnTo>
                  <a:pt x="290351" y="492007"/>
                </a:lnTo>
                <a:lnTo>
                  <a:pt x="281855" y="492007"/>
                </a:lnTo>
                <a:close/>
                <a:moveTo>
                  <a:pt x="355319" y="491119"/>
                </a:moveTo>
                <a:lnTo>
                  <a:pt x="375810" y="491119"/>
                </a:lnTo>
                <a:lnTo>
                  <a:pt x="375810" y="492007"/>
                </a:lnTo>
                <a:lnTo>
                  <a:pt x="355319" y="492007"/>
                </a:lnTo>
                <a:close/>
                <a:moveTo>
                  <a:pt x="682662" y="490231"/>
                </a:moveTo>
                <a:lnTo>
                  <a:pt x="705152" y="490231"/>
                </a:lnTo>
                <a:lnTo>
                  <a:pt x="705152" y="492007"/>
                </a:lnTo>
                <a:lnTo>
                  <a:pt x="682662" y="492007"/>
                </a:lnTo>
                <a:close/>
                <a:moveTo>
                  <a:pt x="407794" y="491119"/>
                </a:moveTo>
                <a:lnTo>
                  <a:pt x="421788" y="491119"/>
                </a:lnTo>
                <a:lnTo>
                  <a:pt x="421788" y="492007"/>
                </a:lnTo>
                <a:lnTo>
                  <a:pt x="407794" y="492007"/>
                </a:lnTo>
                <a:close/>
                <a:moveTo>
                  <a:pt x="383806" y="491119"/>
                </a:moveTo>
                <a:lnTo>
                  <a:pt x="396300" y="491119"/>
                </a:lnTo>
                <a:lnTo>
                  <a:pt x="396300" y="492007"/>
                </a:lnTo>
                <a:lnTo>
                  <a:pt x="383806" y="492007"/>
                </a:lnTo>
                <a:close/>
                <a:moveTo>
                  <a:pt x="715646" y="491119"/>
                </a:moveTo>
                <a:lnTo>
                  <a:pt x="723143" y="491119"/>
                </a:lnTo>
                <a:lnTo>
                  <a:pt x="723143" y="492007"/>
                </a:lnTo>
                <a:lnTo>
                  <a:pt x="715646" y="492007"/>
                </a:lnTo>
                <a:close/>
                <a:moveTo>
                  <a:pt x="261365" y="491119"/>
                </a:moveTo>
                <a:lnTo>
                  <a:pt x="272359" y="491119"/>
                </a:lnTo>
                <a:lnTo>
                  <a:pt x="272359" y="492007"/>
                </a:lnTo>
                <a:lnTo>
                  <a:pt x="261365" y="492007"/>
                </a:lnTo>
                <a:close/>
                <a:moveTo>
                  <a:pt x="200894" y="491119"/>
                </a:moveTo>
                <a:lnTo>
                  <a:pt x="202893" y="491119"/>
                </a:lnTo>
                <a:lnTo>
                  <a:pt x="202893" y="492895"/>
                </a:lnTo>
                <a:lnTo>
                  <a:pt x="200894" y="492895"/>
                </a:lnTo>
                <a:close/>
                <a:moveTo>
                  <a:pt x="505747" y="491119"/>
                </a:moveTo>
                <a:lnTo>
                  <a:pt x="525738" y="491119"/>
                </a:lnTo>
                <a:lnTo>
                  <a:pt x="525738" y="492895"/>
                </a:lnTo>
                <a:lnTo>
                  <a:pt x="505747" y="492895"/>
                </a:lnTo>
                <a:close/>
                <a:moveTo>
                  <a:pt x="567717" y="491119"/>
                </a:moveTo>
                <a:lnTo>
                  <a:pt x="579712" y="491119"/>
                </a:lnTo>
                <a:lnTo>
                  <a:pt x="579712" y="492895"/>
                </a:lnTo>
                <a:lnTo>
                  <a:pt x="567717" y="492895"/>
                </a:lnTo>
                <a:close/>
                <a:moveTo>
                  <a:pt x="682662" y="492007"/>
                </a:moveTo>
                <a:lnTo>
                  <a:pt x="704652" y="492007"/>
                </a:lnTo>
                <a:lnTo>
                  <a:pt x="704652" y="492895"/>
                </a:lnTo>
                <a:lnTo>
                  <a:pt x="682662" y="492895"/>
                </a:lnTo>
                <a:close/>
                <a:moveTo>
                  <a:pt x="716646" y="492007"/>
                </a:moveTo>
                <a:lnTo>
                  <a:pt x="722643" y="492007"/>
                </a:lnTo>
                <a:lnTo>
                  <a:pt x="722643" y="492895"/>
                </a:lnTo>
                <a:lnTo>
                  <a:pt x="716646" y="492895"/>
                </a:lnTo>
                <a:close/>
                <a:moveTo>
                  <a:pt x="312840" y="490231"/>
                </a:moveTo>
                <a:lnTo>
                  <a:pt x="318837" y="490231"/>
                </a:lnTo>
                <a:lnTo>
                  <a:pt x="318837" y="492895"/>
                </a:lnTo>
                <a:lnTo>
                  <a:pt x="312840" y="492895"/>
                </a:lnTo>
                <a:close/>
                <a:moveTo>
                  <a:pt x="408794" y="492007"/>
                </a:moveTo>
                <a:lnTo>
                  <a:pt x="421288" y="492007"/>
                </a:lnTo>
                <a:lnTo>
                  <a:pt x="421288" y="492895"/>
                </a:lnTo>
                <a:lnTo>
                  <a:pt x="408794" y="492895"/>
                </a:lnTo>
                <a:close/>
                <a:moveTo>
                  <a:pt x="298347" y="490231"/>
                </a:moveTo>
                <a:lnTo>
                  <a:pt x="304344" y="490231"/>
                </a:lnTo>
                <a:lnTo>
                  <a:pt x="304344" y="492895"/>
                </a:lnTo>
                <a:lnTo>
                  <a:pt x="298347" y="492895"/>
                </a:lnTo>
                <a:close/>
                <a:moveTo>
                  <a:pt x="355319" y="492007"/>
                </a:moveTo>
                <a:lnTo>
                  <a:pt x="374810" y="492007"/>
                </a:lnTo>
                <a:lnTo>
                  <a:pt x="374810" y="492895"/>
                </a:lnTo>
                <a:lnTo>
                  <a:pt x="355319" y="492895"/>
                </a:lnTo>
                <a:close/>
                <a:moveTo>
                  <a:pt x="261365" y="492007"/>
                </a:moveTo>
                <a:lnTo>
                  <a:pt x="271860" y="492007"/>
                </a:lnTo>
                <a:lnTo>
                  <a:pt x="271860" y="492895"/>
                </a:lnTo>
                <a:lnTo>
                  <a:pt x="261365" y="492895"/>
                </a:lnTo>
                <a:close/>
                <a:moveTo>
                  <a:pt x="553224" y="492007"/>
                </a:moveTo>
                <a:lnTo>
                  <a:pt x="558722" y="492007"/>
                </a:lnTo>
                <a:lnTo>
                  <a:pt x="558722" y="492895"/>
                </a:lnTo>
                <a:lnTo>
                  <a:pt x="553224" y="492895"/>
                </a:lnTo>
                <a:close/>
                <a:moveTo>
                  <a:pt x="384306" y="492007"/>
                </a:moveTo>
                <a:lnTo>
                  <a:pt x="395800" y="492007"/>
                </a:lnTo>
                <a:lnTo>
                  <a:pt x="395800" y="492895"/>
                </a:lnTo>
                <a:lnTo>
                  <a:pt x="384306" y="492895"/>
                </a:lnTo>
                <a:close/>
                <a:moveTo>
                  <a:pt x="222883" y="491119"/>
                </a:moveTo>
                <a:lnTo>
                  <a:pt x="234377" y="491119"/>
                </a:lnTo>
                <a:lnTo>
                  <a:pt x="234377" y="492895"/>
                </a:lnTo>
                <a:lnTo>
                  <a:pt x="222883" y="492895"/>
                </a:lnTo>
                <a:close/>
                <a:moveTo>
                  <a:pt x="281355" y="492007"/>
                </a:moveTo>
                <a:lnTo>
                  <a:pt x="289851" y="492007"/>
                </a:lnTo>
                <a:lnTo>
                  <a:pt x="289851" y="492895"/>
                </a:lnTo>
                <a:lnTo>
                  <a:pt x="281355" y="492895"/>
                </a:lnTo>
                <a:close/>
                <a:moveTo>
                  <a:pt x="731139" y="491119"/>
                </a:moveTo>
                <a:lnTo>
                  <a:pt x="768621" y="491119"/>
                </a:lnTo>
                <a:lnTo>
                  <a:pt x="768621" y="492895"/>
                </a:lnTo>
                <a:lnTo>
                  <a:pt x="731139" y="492895"/>
                </a:lnTo>
                <a:close/>
                <a:moveTo>
                  <a:pt x="94445" y="492007"/>
                </a:moveTo>
                <a:lnTo>
                  <a:pt x="188899" y="492007"/>
                </a:lnTo>
                <a:lnTo>
                  <a:pt x="188899" y="492895"/>
                </a:lnTo>
                <a:lnTo>
                  <a:pt x="94445" y="492895"/>
                </a:lnTo>
                <a:close/>
                <a:moveTo>
                  <a:pt x="384805" y="492895"/>
                </a:moveTo>
                <a:lnTo>
                  <a:pt x="395300" y="492895"/>
                </a:lnTo>
                <a:lnTo>
                  <a:pt x="395300" y="493783"/>
                </a:lnTo>
                <a:lnTo>
                  <a:pt x="384805" y="493783"/>
                </a:lnTo>
                <a:close/>
                <a:moveTo>
                  <a:pt x="533734" y="488455"/>
                </a:moveTo>
                <a:lnTo>
                  <a:pt x="545728" y="488455"/>
                </a:lnTo>
                <a:lnTo>
                  <a:pt x="545728" y="493783"/>
                </a:lnTo>
                <a:lnTo>
                  <a:pt x="533734" y="493783"/>
                </a:lnTo>
                <a:close/>
                <a:moveTo>
                  <a:pt x="261365" y="492895"/>
                </a:moveTo>
                <a:lnTo>
                  <a:pt x="271360" y="492895"/>
                </a:lnTo>
                <a:lnTo>
                  <a:pt x="271360" y="493783"/>
                </a:lnTo>
                <a:lnTo>
                  <a:pt x="261365" y="493783"/>
                </a:lnTo>
                <a:close/>
                <a:moveTo>
                  <a:pt x="94445" y="492895"/>
                </a:moveTo>
                <a:lnTo>
                  <a:pt x="187900" y="492895"/>
                </a:lnTo>
                <a:lnTo>
                  <a:pt x="187900" y="493783"/>
                </a:lnTo>
                <a:lnTo>
                  <a:pt x="94445" y="493783"/>
                </a:lnTo>
                <a:close/>
                <a:moveTo>
                  <a:pt x="200394" y="492895"/>
                </a:moveTo>
                <a:lnTo>
                  <a:pt x="203392" y="492895"/>
                </a:lnTo>
                <a:lnTo>
                  <a:pt x="203392" y="493783"/>
                </a:lnTo>
                <a:lnTo>
                  <a:pt x="200394" y="493783"/>
                </a:lnTo>
                <a:close/>
                <a:moveTo>
                  <a:pt x="222883" y="492895"/>
                </a:moveTo>
                <a:lnTo>
                  <a:pt x="233878" y="492895"/>
                </a:lnTo>
                <a:lnTo>
                  <a:pt x="233878" y="493783"/>
                </a:lnTo>
                <a:lnTo>
                  <a:pt x="222883" y="493783"/>
                </a:lnTo>
                <a:close/>
                <a:moveTo>
                  <a:pt x="298347" y="492895"/>
                </a:moveTo>
                <a:lnTo>
                  <a:pt x="303844" y="492895"/>
                </a:lnTo>
                <a:lnTo>
                  <a:pt x="303844" y="493783"/>
                </a:lnTo>
                <a:lnTo>
                  <a:pt x="298347" y="493783"/>
                </a:lnTo>
                <a:close/>
                <a:moveTo>
                  <a:pt x="280855" y="492895"/>
                </a:moveTo>
                <a:lnTo>
                  <a:pt x="289851" y="492895"/>
                </a:lnTo>
                <a:lnTo>
                  <a:pt x="289851" y="493783"/>
                </a:lnTo>
                <a:lnTo>
                  <a:pt x="280855" y="493783"/>
                </a:lnTo>
                <a:close/>
                <a:moveTo>
                  <a:pt x="355319" y="492895"/>
                </a:moveTo>
                <a:lnTo>
                  <a:pt x="373311" y="492895"/>
                </a:lnTo>
                <a:lnTo>
                  <a:pt x="373311" y="493783"/>
                </a:lnTo>
                <a:lnTo>
                  <a:pt x="355319" y="493783"/>
                </a:lnTo>
                <a:close/>
                <a:moveTo>
                  <a:pt x="717146" y="492895"/>
                </a:moveTo>
                <a:lnTo>
                  <a:pt x="722643" y="492895"/>
                </a:lnTo>
                <a:lnTo>
                  <a:pt x="722643" y="493783"/>
                </a:lnTo>
                <a:lnTo>
                  <a:pt x="717146" y="493783"/>
                </a:lnTo>
                <a:close/>
                <a:moveTo>
                  <a:pt x="505747" y="492895"/>
                </a:moveTo>
                <a:lnTo>
                  <a:pt x="525238" y="492895"/>
                </a:lnTo>
                <a:lnTo>
                  <a:pt x="525238" y="493783"/>
                </a:lnTo>
                <a:lnTo>
                  <a:pt x="505747" y="493783"/>
                </a:lnTo>
                <a:close/>
                <a:moveTo>
                  <a:pt x="730639" y="492895"/>
                </a:moveTo>
                <a:lnTo>
                  <a:pt x="768621" y="492895"/>
                </a:lnTo>
                <a:lnTo>
                  <a:pt x="768621" y="493783"/>
                </a:lnTo>
                <a:lnTo>
                  <a:pt x="730639" y="493783"/>
                </a:lnTo>
                <a:close/>
                <a:moveTo>
                  <a:pt x="410293" y="492895"/>
                </a:moveTo>
                <a:lnTo>
                  <a:pt x="421288" y="492895"/>
                </a:lnTo>
                <a:lnTo>
                  <a:pt x="421288" y="493783"/>
                </a:lnTo>
                <a:lnTo>
                  <a:pt x="410293" y="493783"/>
                </a:lnTo>
                <a:close/>
                <a:moveTo>
                  <a:pt x="411792" y="493783"/>
                </a:moveTo>
                <a:lnTo>
                  <a:pt x="421288" y="493783"/>
                </a:lnTo>
                <a:lnTo>
                  <a:pt x="421288" y="494671"/>
                </a:lnTo>
                <a:lnTo>
                  <a:pt x="411792" y="494671"/>
                </a:lnTo>
                <a:close/>
                <a:moveTo>
                  <a:pt x="385805" y="493783"/>
                </a:moveTo>
                <a:lnTo>
                  <a:pt x="394800" y="493783"/>
                </a:lnTo>
                <a:lnTo>
                  <a:pt x="394800" y="494671"/>
                </a:lnTo>
                <a:lnTo>
                  <a:pt x="385805" y="494671"/>
                </a:lnTo>
                <a:close/>
                <a:moveTo>
                  <a:pt x="280855" y="493783"/>
                </a:moveTo>
                <a:lnTo>
                  <a:pt x="282354" y="493783"/>
                </a:lnTo>
                <a:lnTo>
                  <a:pt x="282354" y="494671"/>
                </a:lnTo>
                <a:lnTo>
                  <a:pt x="280855" y="494671"/>
                </a:lnTo>
                <a:close/>
                <a:moveTo>
                  <a:pt x="553224" y="492895"/>
                </a:moveTo>
                <a:lnTo>
                  <a:pt x="558222" y="492895"/>
                </a:lnTo>
                <a:lnTo>
                  <a:pt x="558222" y="494671"/>
                </a:lnTo>
                <a:lnTo>
                  <a:pt x="553224" y="494671"/>
                </a:lnTo>
                <a:close/>
                <a:moveTo>
                  <a:pt x="505747" y="493783"/>
                </a:moveTo>
                <a:lnTo>
                  <a:pt x="524738" y="493783"/>
                </a:lnTo>
                <a:lnTo>
                  <a:pt x="524738" y="494671"/>
                </a:lnTo>
                <a:lnTo>
                  <a:pt x="505747" y="494671"/>
                </a:lnTo>
                <a:close/>
                <a:moveTo>
                  <a:pt x="776617" y="491119"/>
                </a:moveTo>
                <a:lnTo>
                  <a:pt x="793609" y="491119"/>
                </a:lnTo>
                <a:lnTo>
                  <a:pt x="793609" y="494671"/>
                </a:lnTo>
                <a:lnTo>
                  <a:pt x="776617" y="494671"/>
                </a:lnTo>
                <a:close/>
                <a:moveTo>
                  <a:pt x="94445" y="493783"/>
                </a:moveTo>
                <a:lnTo>
                  <a:pt x="186900" y="493783"/>
                </a:lnTo>
                <a:lnTo>
                  <a:pt x="186900" y="494671"/>
                </a:lnTo>
                <a:lnTo>
                  <a:pt x="94445" y="494671"/>
                </a:lnTo>
                <a:close/>
                <a:moveTo>
                  <a:pt x="283854" y="493783"/>
                </a:moveTo>
                <a:lnTo>
                  <a:pt x="288851" y="493783"/>
                </a:lnTo>
                <a:lnTo>
                  <a:pt x="288851" y="494671"/>
                </a:lnTo>
                <a:lnTo>
                  <a:pt x="283854" y="494671"/>
                </a:lnTo>
                <a:close/>
                <a:moveTo>
                  <a:pt x="718145" y="493783"/>
                </a:moveTo>
                <a:lnTo>
                  <a:pt x="722143" y="493783"/>
                </a:lnTo>
                <a:lnTo>
                  <a:pt x="722143" y="494671"/>
                </a:lnTo>
                <a:lnTo>
                  <a:pt x="718145" y="494671"/>
                </a:lnTo>
                <a:close/>
                <a:moveTo>
                  <a:pt x="567218" y="492895"/>
                </a:moveTo>
                <a:lnTo>
                  <a:pt x="579712" y="492895"/>
                </a:lnTo>
                <a:lnTo>
                  <a:pt x="579712" y="494671"/>
                </a:lnTo>
                <a:lnTo>
                  <a:pt x="567218" y="494671"/>
                </a:lnTo>
                <a:close/>
                <a:moveTo>
                  <a:pt x="199894" y="493783"/>
                </a:moveTo>
                <a:lnTo>
                  <a:pt x="203892" y="493783"/>
                </a:lnTo>
                <a:lnTo>
                  <a:pt x="203892" y="494671"/>
                </a:lnTo>
                <a:lnTo>
                  <a:pt x="199894" y="494671"/>
                </a:lnTo>
                <a:close/>
                <a:moveTo>
                  <a:pt x="682662" y="492895"/>
                </a:moveTo>
                <a:lnTo>
                  <a:pt x="704152" y="492895"/>
                </a:lnTo>
                <a:lnTo>
                  <a:pt x="704152" y="494671"/>
                </a:lnTo>
                <a:lnTo>
                  <a:pt x="682662" y="494671"/>
                </a:lnTo>
                <a:close/>
                <a:moveTo>
                  <a:pt x="225382" y="493783"/>
                </a:moveTo>
                <a:lnTo>
                  <a:pt x="232378" y="493783"/>
                </a:lnTo>
                <a:lnTo>
                  <a:pt x="232378" y="494671"/>
                </a:lnTo>
                <a:lnTo>
                  <a:pt x="225382" y="494671"/>
                </a:lnTo>
                <a:close/>
                <a:moveTo>
                  <a:pt x="261365" y="493783"/>
                </a:moveTo>
                <a:lnTo>
                  <a:pt x="270860" y="493783"/>
                </a:lnTo>
                <a:lnTo>
                  <a:pt x="270860" y="494671"/>
                </a:lnTo>
                <a:lnTo>
                  <a:pt x="261365" y="494671"/>
                </a:lnTo>
                <a:close/>
                <a:moveTo>
                  <a:pt x="355319" y="493783"/>
                </a:moveTo>
                <a:lnTo>
                  <a:pt x="372311" y="493783"/>
                </a:lnTo>
                <a:lnTo>
                  <a:pt x="372311" y="494671"/>
                </a:lnTo>
                <a:lnTo>
                  <a:pt x="355319" y="494671"/>
                </a:lnTo>
                <a:close/>
                <a:moveTo>
                  <a:pt x="241874" y="488455"/>
                </a:moveTo>
                <a:lnTo>
                  <a:pt x="254368" y="488455"/>
                </a:lnTo>
                <a:lnTo>
                  <a:pt x="254368" y="494671"/>
                </a:lnTo>
                <a:lnTo>
                  <a:pt x="241874" y="494671"/>
                </a:lnTo>
                <a:close/>
                <a:moveTo>
                  <a:pt x="553224" y="494671"/>
                </a:moveTo>
                <a:lnTo>
                  <a:pt x="557722" y="494671"/>
                </a:lnTo>
                <a:lnTo>
                  <a:pt x="557722" y="495560"/>
                </a:lnTo>
                <a:lnTo>
                  <a:pt x="553224" y="495560"/>
                </a:lnTo>
                <a:close/>
                <a:moveTo>
                  <a:pt x="650178" y="486679"/>
                </a:moveTo>
                <a:lnTo>
                  <a:pt x="673167" y="486679"/>
                </a:lnTo>
                <a:lnTo>
                  <a:pt x="673167" y="495560"/>
                </a:lnTo>
                <a:lnTo>
                  <a:pt x="650178" y="495560"/>
                </a:lnTo>
                <a:close/>
                <a:moveTo>
                  <a:pt x="94445" y="494671"/>
                </a:moveTo>
                <a:lnTo>
                  <a:pt x="186401" y="494671"/>
                </a:lnTo>
                <a:lnTo>
                  <a:pt x="186401" y="495560"/>
                </a:lnTo>
                <a:lnTo>
                  <a:pt x="94445" y="495560"/>
                </a:lnTo>
                <a:close/>
                <a:moveTo>
                  <a:pt x="280355" y="494671"/>
                </a:moveTo>
                <a:lnTo>
                  <a:pt x="282354" y="494671"/>
                </a:lnTo>
                <a:lnTo>
                  <a:pt x="282354" y="495560"/>
                </a:lnTo>
                <a:lnTo>
                  <a:pt x="280355" y="495560"/>
                </a:lnTo>
                <a:close/>
                <a:moveTo>
                  <a:pt x="412792" y="494671"/>
                </a:moveTo>
                <a:lnTo>
                  <a:pt x="421288" y="494671"/>
                </a:lnTo>
                <a:lnTo>
                  <a:pt x="421288" y="495560"/>
                </a:lnTo>
                <a:lnTo>
                  <a:pt x="412792" y="495560"/>
                </a:lnTo>
                <a:close/>
                <a:moveTo>
                  <a:pt x="718645" y="494671"/>
                </a:moveTo>
                <a:lnTo>
                  <a:pt x="722143" y="494671"/>
                </a:lnTo>
                <a:lnTo>
                  <a:pt x="722143" y="495560"/>
                </a:lnTo>
                <a:lnTo>
                  <a:pt x="718645" y="495560"/>
                </a:lnTo>
                <a:close/>
                <a:moveTo>
                  <a:pt x="297847" y="493783"/>
                </a:moveTo>
                <a:lnTo>
                  <a:pt x="303844" y="493783"/>
                </a:lnTo>
                <a:lnTo>
                  <a:pt x="303844" y="495560"/>
                </a:lnTo>
                <a:lnTo>
                  <a:pt x="297847" y="495560"/>
                </a:lnTo>
                <a:close/>
                <a:moveTo>
                  <a:pt x="682662" y="494671"/>
                </a:moveTo>
                <a:lnTo>
                  <a:pt x="705152" y="494671"/>
                </a:lnTo>
                <a:lnTo>
                  <a:pt x="705152" y="495560"/>
                </a:lnTo>
                <a:lnTo>
                  <a:pt x="682662" y="495560"/>
                </a:lnTo>
                <a:close/>
                <a:moveTo>
                  <a:pt x="505747" y="494671"/>
                </a:moveTo>
                <a:lnTo>
                  <a:pt x="513244" y="494671"/>
                </a:lnTo>
                <a:lnTo>
                  <a:pt x="513244" y="495560"/>
                </a:lnTo>
                <a:lnTo>
                  <a:pt x="505747" y="495560"/>
                </a:lnTo>
                <a:close/>
                <a:moveTo>
                  <a:pt x="611197" y="435169"/>
                </a:moveTo>
                <a:lnTo>
                  <a:pt x="618693" y="435169"/>
                </a:lnTo>
                <a:lnTo>
                  <a:pt x="618693" y="495560"/>
                </a:lnTo>
                <a:lnTo>
                  <a:pt x="611197" y="495560"/>
                </a:lnTo>
                <a:close/>
                <a:moveTo>
                  <a:pt x="261365" y="494671"/>
                </a:moveTo>
                <a:lnTo>
                  <a:pt x="270360" y="494671"/>
                </a:lnTo>
                <a:lnTo>
                  <a:pt x="270360" y="495560"/>
                </a:lnTo>
                <a:lnTo>
                  <a:pt x="261365" y="495560"/>
                </a:lnTo>
                <a:close/>
                <a:moveTo>
                  <a:pt x="199394" y="494671"/>
                </a:moveTo>
                <a:lnTo>
                  <a:pt x="204392" y="494671"/>
                </a:lnTo>
                <a:lnTo>
                  <a:pt x="204392" y="495560"/>
                </a:lnTo>
                <a:lnTo>
                  <a:pt x="199394" y="495560"/>
                </a:lnTo>
                <a:close/>
                <a:moveTo>
                  <a:pt x="355319" y="494671"/>
                </a:moveTo>
                <a:lnTo>
                  <a:pt x="370812" y="494671"/>
                </a:lnTo>
                <a:lnTo>
                  <a:pt x="370812" y="495560"/>
                </a:lnTo>
                <a:lnTo>
                  <a:pt x="355319" y="495560"/>
                </a:lnTo>
                <a:close/>
                <a:moveTo>
                  <a:pt x="198895" y="495560"/>
                </a:moveTo>
                <a:lnTo>
                  <a:pt x="204892" y="495560"/>
                </a:lnTo>
                <a:lnTo>
                  <a:pt x="204892" y="496448"/>
                </a:lnTo>
                <a:lnTo>
                  <a:pt x="198895" y="496448"/>
                </a:lnTo>
                <a:close/>
                <a:moveTo>
                  <a:pt x="682662" y="495560"/>
                </a:moveTo>
                <a:lnTo>
                  <a:pt x="706151" y="495560"/>
                </a:lnTo>
                <a:lnTo>
                  <a:pt x="706151" y="496448"/>
                </a:lnTo>
                <a:lnTo>
                  <a:pt x="682662" y="496448"/>
                </a:lnTo>
                <a:close/>
                <a:moveTo>
                  <a:pt x="312340" y="492895"/>
                </a:moveTo>
                <a:lnTo>
                  <a:pt x="318837" y="492895"/>
                </a:lnTo>
                <a:lnTo>
                  <a:pt x="318837" y="496448"/>
                </a:lnTo>
                <a:lnTo>
                  <a:pt x="312340" y="496448"/>
                </a:lnTo>
                <a:close/>
                <a:moveTo>
                  <a:pt x="414291" y="495560"/>
                </a:moveTo>
                <a:lnTo>
                  <a:pt x="421288" y="495560"/>
                </a:lnTo>
                <a:lnTo>
                  <a:pt x="421288" y="496448"/>
                </a:lnTo>
                <a:lnTo>
                  <a:pt x="414291" y="496448"/>
                </a:lnTo>
                <a:close/>
                <a:moveTo>
                  <a:pt x="566718" y="494671"/>
                </a:moveTo>
                <a:lnTo>
                  <a:pt x="579712" y="494671"/>
                </a:lnTo>
                <a:lnTo>
                  <a:pt x="579712" y="496448"/>
                </a:lnTo>
                <a:lnTo>
                  <a:pt x="566718" y="496448"/>
                </a:lnTo>
                <a:close/>
                <a:moveTo>
                  <a:pt x="553224" y="495560"/>
                </a:moveTo>
                <a:lnTo>
                  <a:pt x="557223" y="495560"/>
                </a:lnTo>
                <a:lnTo>
                  <a:pt x="557223" y="496448"/>
                </a:lnTo>
                <a:lnTo>
                  <a:pt x="553224" y="496448"/>
                </a:lnTo>
                <a:close/>
                <a:moveTo>
                  <a:pt x="279856" y="495560"/>
                </a:moveTo>
                <a:lnTo>
                  <a:pt x="282854" y="495560"/>
                </a:lnTo>
                <a:lnTo>
                  <a:pt x="282854" y="496448"/>
                </a:lnTo>
                <a:lnTo>
                  <a:pt x="279856" y="496448"/>
                </a:lnTo>
                <a:close/>
                <a:moveTo>
                  <a:pt x="355319" y="495560"/>
                </a:moveTo>
                <a:lnTo>
                  <a:pt x="369313" y="495560"/>
                </a:lnTo>
                <a:lnTo>
                  <a:pt x="369313" y="496448"/>
                </a:lnTo>
                <a:lnTo>
                  <a:pt x="355319" y="496448"/>
                </a:lnTo>
                <a:close/>
                <a:moveTo>
                  <a:pt x="719645" y="495560"/>
                </a:moveTo>
                <a:lnTo>
                  <a:pt x="722143" y="495560"/>
                </a:lnTo>
                <a:lnTo>
                  <a:pt x="722143" y="496448"/>
                </a:lnTo>
                <a:lnTo>
                  <a:pt x="719645" y="496448"/>
                </a:lnTo>
                <a:close/>
                <a:moveTo>
                  <a:pt x="386305" y="494671"/>
                </a:moveTo>
                <a:lnTo>
                  <a:pt x="394301" y="494671"/>
                </a:lnTo>
                <a:lnTo>
                  <a:pt x="394301" y="496448"/>
                </a:lnTo>
                <a:lnTo>
                  <a:pt x="386305" y="496448"/>
                </a:lnTo>
                <a:close/>
                <a:moveTo>
                  <a:pt x="261365" y="495560"/>
                </a:moveTo>
                <a:lnTo>
                  <a:pt x="269361" y="495560"/>
                </a:lnTo>
                <a:lnTo>
                  <a:pt x="269361" y="496448"/>
                </a:lnTo>
                <a:lnTo>
                  <a:pt x="261365" y="496448"/>
                </a:lnTo>
                <a:close/>
                <a:moveTo>
                  <a:pt x="241374" y="494671"/>
                </a:moveTo>
                <a:lnTo>
                  <a:pt x="254368" y="494671"/>
                </a:lnTo>
                <a:lnTo>
                  <a:pt x="254368" y="497336"/>
                </a:lnTo>
                <a:lnTo>
                  <a:pt x="241374" y="497336"/>
                </a:lnTo>
                <a:close/>
                <a:moveTo>
                  <a:pt x="756627" y="493783"/>
                </a:moveTo>
                <a:lnTo>
                  <a:pt x="768121" y="493783"/>
                </a:lnTo>
                <a:lnTo>
                  <a:pt x="768121" y="497336"/>
                </a:lnTo>
                <a:lnTo>
                  <a:pt x="756627" y="497336"/>
                </a:lnTo>
                <a:close/>
                <a:moveTo>
                  <a:pt x="297847" y="495560"/>
                </a:moveTo>
                <a:lnTo>
                  <a:pt x="303344" y="495560"/>
                </a:lnTo>
                <a:lnTo>
                  <a:pt x="303344" y="497336"/>
                </a:lnTo>
                <a:lnTo>
                  <a:pt x="297847" y="497336"/>
                </a:lnTo>
                <a:close/>
                <a:moveTo>
                  <a:pt x="214387" y="496448"/>
                </a:moveTo>
                <a:lnTo>
                  <a:pt x="215387" y="496448"/>
                </a:lnTo>
                <a:lnTo>
                  <a:pt x="215387" y="497336"/>
                </a:lnTo>
                <a:lnTo>
                  <a:pt x="214387" y="497336"/>
                </a:lnTo>
                <a:close/>
                <a:moveTo>
                  <a:pt x="553224" y="496448"/>
                </a:moveTo>
                <a:lnTo>
                  <a:pt x="556723" y="496448"/>
                </a:lnTo>
                <a:lnTo>
                  <a:pt x="556723" y="497336"/>
                </a:lnTo>
                <a:lnTo>
                  <a:pt x="553224" y="497336"/>
                </a:lnTo>
                <a:close/>
                <a:moveTo>
                  <a:pt x="719145" y="496448"/>
                </a:moveTo>
                <a:lnTo>
                  <a:pt x="721644" y="496448"/>
                </a:lnTo>
                <a:lnTo>
                  <a:pt x="721644" y="497336"/>
                </a:lnTo>
                <a:lnTo>
                  <a:pt x="719145" y="497336"/>
                </a:lnTo>
                <a:close/>
                <a:moveTo>
                  <a:pt x="261365" y="496448"/>
                </a:moveTo>
                <a:lnTo>
                  <a:pt x="268861" y="496448"/>
                </a:lnTo>
                <a:lnTo>
                  <a:pt x="268861" y="497336"/>
                </a:lnTo>
                <a:lnTo>
                  <a:pt x="261365" y="497336"/>
                </a:lnTo>
                <a:close/>
                <a:moveTo>
                  <a:pt x="94445" y="495560"/>
                </a:moveTo>
                <a:lnTo>
                  <a:pt x="185401" y="495560"/>
                </a:lnTo>
                <a:lnTo>
                  <a:pt x="185401" y="497336"/>
                </a:lnTo>
                <a:lnTo>
                  <a:pt x="94445" y="497336"/>
                </a:lnTo>
                <a:close/>
                <a:moveTo>
                  <a:pt x="198395" y="496448"/>
                </a:moveTo>
                <a:lnTo>
                  <a:pt x="205391" y="496448"/>
                </a:lnTo>
                <a:lnTo>
                  <a:pt x="205391" y="497336"/>
                </a:lnTo>
                <a:lnTo>
                  <a:pt x="198395" y="497336"/>
                </a:lnTo>
                <a:close/>
                <a:moveTo>
                  <a:pt x="385305" y="496448"/>
                </a:moveTo>
                <a:lnTo>
                  <a:pt x="395800" y="496448"/>
                </a:lnTo>
                <a:lnTo>
                  <a:pt x="395800" y="497336"/>
                </a:lnTo>
                <a:lnTo>
                  <a:pt x="385305" y="497336"/>
                </a:lnTo>
                <a:close/>
                <a:moveTo>
                  <a:pt x="505747" y="495560"/>
                </a:moveTo>
                <a:lnTo>
                  <a:pt x="513743" y="495560"/>
                </a:lnTo>
                <a:lnTo>
                  <a:pt x="513743" y="497336"/>
                </a:lnTo>
                <a:lnTo>
                  <a:pt x="505747" y="497336"/>
                </a:lnTo>
                <a:close/>
                <a:moveTo>
                  <a:pt x="355319" y="496448"/>
                </a:moveTo>
                <a:lnTo>
                  <a:pt x="367813" y="496448"/>
                </a:lnTo>
                <a:lnTo>
                  <a:pt x="367813" y="497336"/>
                </a:lnTo>
                <a:lnTo>
                  <a:pt x="355319" y="497336"/>
                </a:lnTo>
                <a:close/>
                <a:moveTo>
                  <a:pt x="682662" y="496448"/>
                </a:moveTo>
                <a:lnTo>
                  <a:pt x="707151" y="496448"/>
                </a:lnTo>
                <a:lnTo>
                  <a:pt x="707151" y="497336"/>
                </a:lnTo>
                <a:lnTo>
                  <a:pt x="682662" y="497336"/>
                </a:lnTo>
                <a:close/>
                <a:moveTo>
                  <a:pt x="533234" y="493783"/>
                </a:moveTo>
                <a:lnTo>
                  <a:pt x="545728" y="493783"/>
                </a:lnTo>
                <a:lnTo>
                  <a:pt x="545728" y="497336"/>
                </a:lnTo>
                <a:lnTo>
                  <a:pt x="533234" y="497336"/>
                </a:lnTo>
                <a:close/>
                <a:moveTo>
                  <a:pt x="415291" y="496448"/>
                </a:moveTo>
                <a:lnTo>
                  <a:pt x="421288" y="496448"/>
                </a:lnTo>
                <a:lnTo>
                  <a:pt x="421288" y="497336"/>
                </a:lnTo>
                <a:lnTo>
                  <a:pt x="415291" y="497336"/>
                </a:lnTo>
                <a:close/>
                <a:moveTo>
                  <a:pt x="311840" y="496448"/>
                </a:moveTo>
                <a:lnTo>
                  <a:pt x="318837" y="496448"/>
                </a:lnTo>
                <a:lnTo>
                  <a:pt x="318837" y="498224"/>
                </a:lnTo>
                <a:lnTo>
                  <a:pt x="311840" y="498224"/>
                </a:lnTo>
                <a:close/>
                <a:moveTo>
                  <a:pt x="718645" y="497336"/>
                </a:moveTo>
                <a:lnTo>
                  <a:pt x="721644" y="497336"/>
                </a:lnTo>
                <a:lnTo>
                  <a:pt x="721644" y="498224"/>
                </a:lnTo>
                <a:lnTo>
                  <a:pt x="718645" y="498224"/>
                </a:lnTo>
                <a:close/>
                <a:moveTo>
                  <a:pt x="682662" y="497336"/>
                </a:moveTo>
                <a:lnTo>
                  <a:pt x="707650" y="497336"/>
                </a:lnTo>
                <a:lnTo>
                  <a:pt x="707650" y="498224"/>
                </a:lnTo>
                <a:lnTo>
                  <a:pt x="682662" y="498224"/>
                </a:lnTo>
                <a:close/>
                <a:moveTo>
                  <a:pt x="566218" y="496448"/>
                </a:moveTo>
                <a:lnTo>
                  <a:pt x="579712" y="496448"/>
                </a:lnTo>
                <a:lnTo>
                  <a:pt x="579712" y="498224"/>
                </a:lnTo>
                <a:lnTo>
                  <a:pt x="566218" y="498224"/>
                </a:lnTo>
                <a:close/>
                <a:moveTo>
                  <a:pt x="776117" y="494671"/>
                </a:moveTo>
                <a:lnTo>
                  <a:pt x="793609" y="494671"/>
                </a:lnTo>
                <a:lnTo>
                  <a:pt x="793609" y="498224"/>
                </a:lnTo>
                <a:lnTo>
                  <a:pt x="776117" y="498224"/>
                </a:lnTo>
                <a:close/>
                <a:moveTo>
                  <a:pt x="279356" y="496448"/>
                </a:moveTo>
                <a:lnTo>
                  <a:pt x="282854" y="496448"/>
                </a:lnTo>
                <a:lnTo>
                  <a:pt x="282854" y="498224"/>
                </a:lnTo>
                <a:lnTo>
                  <a:pt x="279356" y="498224"/>
                </a:lnTo>
                <a:close/>
                <a:moveTo>
                  <a:pt x="197895" y="497336"/>
                </a:moveTo>
                <a:lnTo>
                  <a:pt x="205891" y="497336"/>
                </a:lnTo>
                <a:lnTo>
                  <a:pt x="205891" y="498224"/>
                </a:lnTo>
                <a:lnTo>
                  <a:pt x="197895" y="498224"/>
                </a:lnTo>
                <a:close/>
                <a:moveTo>
                  <a:pt x="213388" y="497336"/>
                </a:moveTo>
                <a:lnTo>
                  <a:pt x="215387" y="497336"/>
                </a:lnTo>
                <a:lnTo>
                  <a:pt x="215387" y="498224"/>
                </a:lnTo>
                <a:lnTo>
                  <a:pt x="213388" y="498224"/>
                </a:lnTo>
                <a:close/>
                <a:moveTo>
                  <a:pt x="355319" y="497336"/>
                </a:moveTo>
                <a:lnTo>
                  <a:pt x="366314" y="497336"/>
                </a:lnTo>
                <a:lnTo>
                  <a:pt x="366314" y="498224"/>
                </a:lnTo>
                <a:lnTo>
                  <a:pt x="355319" y="498224"/>
                </a:lnTo>
                <a:close/>
                <a:moveTo>
                  <a:pt x="94445" y="497336"/>
                </a:moveTo>
                <a:lnTo>
                  <a:pt x="185901" y="497336"/>
                </a:lnTo>
                <a:lnTo>
                  <a:pt x="185901" y="498224"/>
                </a:lnTo>
                <a:lnTo>
                  <a:pt x="94445" y="498224"/>
                </a:lnTo>
                <a:close/>
                <a:moveTo>
                  <a:pt x="384805" y="497336"/>
                </a:moveTo>
                <a:lnTo>
                  <a:pt x="397799" y="497336"/>
                </a:lnTo>
                <a:lnTo>
                  <a:pt x="397799" y="498224"/>
                </a:lnTo>
                <a:lnTo>
                  <a:pt x="384805" y="498224"/>
                </a:lnTo>
                <a:close/>
                <a:moveTo>
                  <a:pt x="553224" y="497336"/>
                </a:moveTo>
                <a:lnTo>
                  <a:pt x="556223" y="497336"/>
                </a:lnTo>
                <a:lnTo>
                  <a:pt x="556223" y="498224"/>
                </a:lnTo>
                <a:lnTo>
                  <a:pt x="553224" y="498224"/>
                </a:lnTo>
                <a:close/>
                <a:moveTo>
                  <a:pt x="416790" y="497336"/>
                </a:moveTo>
                <a:lnTo>
                  <a:pt x="421288" y="497336"/>
                </a:lnTo>
                <a:lnTo>
                  <a:pt x="421288" y="498224"/>
                </a:lnTo>
                <a:lnTo>
                  <a:pt x="416790" y="498224"/>
                </a:lnTo>
                <a:close/>
                <a:moveTo>
                  <a:pt x="417789" y="498224"/>
                </a:moveTo>
                <a:lnTo>
                  <a:pt x="421288" y="498224"/>
                </a:lnTo>
                <a:lnTo>
                  <a:pt x="421288" y="499112"/>
                </a:lnTo>
                <a:lnTo>
                  <a:pt x="417789" y="499112"/>
                </a:lnTo>
                <a:close/>
                <a:moveTo>
                  <a:pt x="261365" y="497336"/>
                </a:moveTo>
                <a:lnTo>
                  <a:pt x="268361" y="497336"/>
                </a:lnTo>
                <a:lnTo>
                  <a:pt x="268361" y="499112"/>
                </a:lnTo>
                <a:lnTo>
                  <a:pt x="261365" y="499112"/>
                </a:lnTo>
                <a:close/>
                <a:moveTo>
                  <a:pt x="489255" y="497336"/>
                </a:moveTo>
                <a:lnTo>
                  <a:pt x="514243" y="497336"/>
                </a:lnTo>
                <a:lnTo>
                  <a:pt x="514243" y="499112"/>
                </a:lnTo>
                <a:lnTo>
                  <a:pt x="489255" y="499112"/>
                </a:lnTo>
                <a:close/>
                <a:moveTo>
                  <a:pt x="94445" y="498224"/>
                </a:moveTo>
                <a:lnTo>
                  <a:pt x="186401" y="498224"/>
                </a:lnTo>
                <a:lnTo>
                  <a:pt x="186401" y="499112"/>
                </a:lnTo>
                <a:lnTo>
                  <a:pt x="94445" y="499112"/>
                </a:lnTo>
                <a:close/>
                <a:moveTo>
                  <a:pt x="355319" y="498224"/>
                </a:moveTo>
                <a:lnTo>
                  <a:pt x="364315" y="498224"/>
                </a:lnTo>
                <a:lnTo>
                  <a:pt x="364315" y="499112"/>
                </a:lnTo>
                <a:lnTo>
                  <a:pt x="355319" y="499112"/>
                </a:lnTo>
                <a:close/>
                <a:moveTo>
                  <a:pt x="787112" y="498224"/>
                </a:moveTo>
                <a:lnTo>
                  <a:pt x="793609" y="498224"/>
                </a:lnTo>
                <a:lnTo>
                  <a:pt x="793609" y="499112"/>
                </a:lnTo>
                <a:lnTo>
                  <a:pt x="787112" y="499112"/>
                </a:lnTo>
                <a:close/>
                <a:moveTo>
                  <a:pt x="297347" y="497336"/>
                </a:moveTo>
                <a:lnTo>
                  <a:pt x="302845" y="497336"/>
                </a:lnTo>
                <a:lnTo>
                  <a:pt x="302845" y="499112"/>
                </a:lnTo>
                <a:lnTo>
                  <a:pt x="297347" y="499112"/>
                </a:lnTo>
                <a:close/>
                <a:moveTo>
                  <a:pt x="197395" y="498224"/>
                </a:moveTo>
                <a:lnTo>
                  <a:pt x="205891" y="498224"/>
                </a:lnTo>
                <a:lnTo>
                  <a:pt x="205891" y="499112"/>
                </a:lnTo>
                <a:lnTo>
                  <a:pt x="197395" y="499112"/>
                </a:lnTo>
                <a:close/>
                <a:moveTo>
                  <a:pt x="383806" y="498224"/>
                </a:moveTo>
                <a:lnTo>
                  <a:pt x="398799" y="498224"/>
                </a:lnTo>
                <a:lnTo>
                  <a:pt x="398799" y="499112"/>
                </a:lnTo>
                <a:lnTo>
                  <a:pt x="383806" y="499112"/>
                </a:lnTo>
                <a:close/>
                <a:moveTo>
                  <a:pt x="565718" y="498224"/>
                </a:moveTo>
                <a:lnTo>
                  <a:pt x="579712" y="498224"/>
                </a:lnTo>
                <a:lnTo>
                  <a:pt x="579712" y="499112"/>
                </a:lnTo>
                <a:lnTo>
                  <a:pt x="565718" y="499112"/>
                </a:lnTo>
                <a:close/>
                <a:moveTo>
                  <a:pt x="553224" y="498224"/>
                </a:moveTo>
                <a:lnTo>
                  <a:pt x="555723" y="498224"/>
                </a:lnTo>
                <a:lnTo>
                  <a:pt x="555723" y="499112"/>
                </a:lnTo>
                <a:lnTo>
                  <a:pt x="553224" y="499112"/>
                </a:lnTo>
                <a:close/>
                <a:moveTo>
                  <a:pt x="212388" y="498224"/>
                </a:moveTo>
                <a:lnTo>
                  <a:pt x="215387" y="498224"/>
                </a:lnTo>
                <a:lnTo>
                  <a:pt x="215387" y="499112"/>
                </a:lnTo>
                <a:lnTo>
                  <a:pt x="212388" y="499112"/>
                </a:lnTo>
                <a:close/>
                <a:moveTo>
                  <a:pt x="718645" y="498224"/>
                </a:moveTo>
                <a:lnTo>
                  <a:pt x="721144" y="498224"/>
                </a:lnTo>
                <a:lnTo>
                  <a:pt x="721144" y="499112"/>
                </a:lnTo>
                <a:lnTo>
                  <a:pt x="718645" y="499112"/>
                </a:lnTo>
                <a:close/>
                <a:moveTo>
                  <a:pt x="682662" y="498224"/>
                </a:moveTo>
                <a:lnTo>
                  <a:pt x="708650" y="498224"/>
                </a:lnTo>
                <a:lnTo>
                  <a:pt x="708650" y="499112"/>
                </a:lnTo>
                <a:lnTo>
                  <a:pt x="682662" y="499112"/>
                </a:lnTo>
                <a:close/>
                <a:moveTo>
                  <a:pt x="532734" y="497336"/>
                </a:moveTo>
                <a:lnTo>
                  <a:pt x="545728" y="497336"/>
                </a:lnTo>
                <a:lnTo>
                  <a:pt x="545728" y="499112"/>
                </a:lnTo>
                <a:lnTo>
                  <a:pt x="532734" y="499112"/>
                </a:lnTo>
                <a:close/>
                <a:moveTo>
                  <a:pt x="278856" y="498224"/>
                </a:moveTo>
                <a:lnTo>
                  <a:pt x="283354" y="498224"/>
                </a:lnTo>
                <a:lnTo>
                  <a:pt x="283354" y="499112"/>
                </a:lnTo>
                <a:lnTo>
                  <a:pt x="278856" y="499112"/>
                </a:lnTo>
                <a:close/>
                <a:moveTo>
                  <a:pt x="382806" y="499112"/>
                </a:moveTo>
                <a:lnTo>
                  <a:pt x="400298" y="499112"/>
                </a:lnTo>
                <a:lnTo>
                  <a:pt x="400298" y="500000"/>
                </a:lnTo>
                <a:lnTo>
                  <a:pt x="382806" y="500000"/>
                </a:lnTo>
                <a:close/>
                <a:moveTo>
                  <a:pt x="553224" y="499112"/>
                </a:moveTo>
                <a:lnTo>
                  <a:pt x="555223" y="499112"/>
                </a:lnTo>
                <a:lnTo>
                  <a:pt x="555223" y="500000"/>
                </a:lnTo>
                <a:lnTo>
                  <a:pt x="553224" y="500000"/>
                </a:lnTo>
                <a:close/>
                <a:moveTo>
                  <a:pt x="94445" y="499112"/>
                </a:moveTo>
                <a:lnTo>
                  <a:pt x="186900" y="499112"/>
                </a:lnTo>
                <a:lnTo>
                  <a:pt x="186900" y="500000"/>
                </a:lnTo>
                <a:lnTo>
                  <a:pt x="94445" y="500000"/>
                </a:lnTo>
                <a:close/>
                <a:moveTo>
                  <a:pt x="196895" y="499112"/>
                </a:moveTo>
                <a:lnTo>
                  <a:pt x="206391" y="499112"/>
                </a:lnTo>
                <a:lnTo>
                  <a:pt x="206391" y="500000"/>
                </a:lnTo>
                <a:lnTo>
                  <a:pt x="196895" y="500000"/>
                </a:lnTo>
                <a:close/>
                <a:moveTo>
                  <a:pt x="788611" y="499112"/>
                </a:moveTo>
                <a:lnTo>
                  <a:pt x="793609" y="499112"/>
                </a:lnTo>
                <a:lnTo>
                  <a:pt x="793609" y="500000"/>
                </a:lnTo>
                <a:lnTo>
                  <a:pt x="788611" y="500000"/>
                </a:lnTo>
                <a:close/>
                <a:moveTo>
                  <a:pt x="682662" y="499112"/>
                </a:moveTo>
                <a:lnTo>
                  <a:pt x="709649" y="499112"/>
                </a:lnTo>
                <a:lnTo>
                  <a:pt x="709649" y="500000"/>
                </a:lnTo>
                <a:lnTo>
                  <a:pt x="682662" y="500000"/>
                </a:lnTo>
                <a:close/>
                <a:moveTo>
                  <a:pt x="278356" y="499112"/>
                </a:moveTo>
                <a:lnTo>
                  <a:pt x="283354" y="499112"/>
                </a:lnTo>
                <a:lnTo>
                  <a:pt x="283354" y="500000"/>
                </a:lnTo>
                <a:lnTo>
                  <a:pt x="278356" y="500000"/>
                </a:lnTo>
                <a:close/>
                <a:moveTo>
                  <a:pt x="240874" y="497336"/>
                </a:moveTo>
                <a:lnTo>
                  <a:pt x="254368" y="497336"/>
                </a:lnTo>
                <a:lnTo>
                  <a:pt x="254368" y="500000"/>
                </a:lnTo>
                <a:lnTo>
                  <a:pt x="240874" y="500000"/>
                </a:lnTo>
                <a:close/>
                <a:moveTo>
                  <a:pt x="211389" y="499112"/>
                </a:moveTo>
                <a:lnTo>
                  <a:pt x="215387" y="499112"/>
                </a:lnTo>
                <a:lnTo>
                  <a:pt x="215387" y="500000"/>
                </a:lnTo>
                <a:lnTo>
                  <a:pt x="211389" y="500000"/>
                </a:lnTo>
                <a:close/>
                <a:moveTo>
                  <a:pt x="261365" y="499112"/>
                </a:moveTo>
                <a:lnTo>
                  <a:pt x="269361" y="499112"/>
                </a:lnTo>
                <a:lnTo>
                  <a:pt x="269361" y="500000"/>
                </a:lnTo>
                <a:lnTo>
                  <a:pt x="261365" y="500000"/>
                </a:lnTo>
                <a:close/>
                <a:moveTo>
                  <a:pt x="718145" y="499112"/>
                </a:moveTo>
                <a:lnTo>
                  <a:pt x="721144" y="499112"/>
                </a:lnTo>
                <a:lnTo>
                  <a:pt x="721144" y="500000"/>
                </a:lnTo>
                <a:lnTo>
                  <a:pt x="718145" y="500000"/>
                </a:lnTo>
                <a:close/>
                <a:moveTo>
                  <a:pt x="418289" y="499112"/>
                </a:moveTo>
                <a:lnTo>
                  <a:pt x="421288" y="499112"/>
                </a:lnTo>
                <a:lnTo>
                  <a:pt x="421288" y="500888"/>
                </a:lnTo>
                <a:lnTo>
                  <a:pt x="418289" y="500888"/>
                </a:lnTo>
                <a:close/>
                <a:moveTo>
                  <a:pt x="296848" y="499112"/>
                </a:moveTo>
                <a:lnTo>
                  <a:pt x="302345" y="499112"/>
                </a:lnTo>
                <a:lnTo>
                  <a:pt x="302345" y="500888"/>
                </a:lnTo>
                <a:lnTo>
                  <a:pt x="296848" y="500888"/>
                </a:lnTo>
                <a:close/>
                <a:moveTo>
                  <a:pt x="532235" y="499112"/>
                </a:moveTo>
                <a:lnTo>
                  <a:pt x="545728" y="499112"/>
                </a:lnTo>
                <a:lnTo>
                  <a:pt x="545728" y="500888"/>
                </a:lnTo>
                <a:lnTo>
                  <a:pt x="532235" y="500888"/>
                </a:lnTo>
                <a:close/>
                <a:moveTo>
                  <a:pt x="196396" y="500000"/>
                </a:moveTo>
                <a:lnTo>
                  <a:pt x="206891" y="500000"/>
                </a:lnTo>
                <a:lnTo>
                  <a:pt x="206891" y="500888"/>
                </a:lnTo>
                <a:lnTo>
                  <a:pt x="196396" y="500888"/>
                </a:lnTo>
                <a:close/>
                <a:moveTo>
                  <a:pt x="565219" y="499112"/>
                </a:moveTo>
                <a:lnTo>
                  <a:pt x="579712" y="499112"/>
                </a:lnTo>
                <a:lnTo>
                  <a:pt x="579712" y="500888"/>
                </a:lnTo>
                <a:lnTo>
                  <a:pt x="565219" y="500888"/>
                </a:lnTo>
                <a:close/>
                <a:moveTo>
                  <a:pt x="717646" y="500000"/>
                </a:moveTo>
                <a:lnTo>
                  <a:pt x="720644" y="500000"/>
                </a:lnTo>
                <a:lnTo>
                  <a:pt x="720644" y="500888"/>
                </a:lnTo>
                <a:lnTo>
                  <a:pt x="717646" y="500888"/>
                </a:lnTo>
                <a:close/>
                <a:moveTo>
                  <a:pt x="355319" y="499112"/>
                </a:moveTo>
                <a:lnTo>
                  <a:pt x="362816" y="499112"/>
                </a:lnTo>
                <a:lnTo>
                  <a:pt x="362816" y="500888"/>
                </a:lnTo>
                <a:lnTo>
                  <a:pt x="355319" y="500888"/>
                </a:lnTo>
                <a:close/>
                <a:moveTo>
                  <a:pt x="381807" y="500000"/>
                </a:moveTo>
                <a:lnTo>
                  <a:pt x="401797" y="500000"/>
                </a:lnTo>
                <a:lnTo>
                  <a:pt x="401797" y="500888"/>
                </a:lnTo>
                <a:lnTo>
                  <a:pt x="381807" y="500888"/>
                </a:lnTo>
                <a:close/>
                <a:moveTo>
                  <a:pt x="682662" y="500000"/>
                </a:moveTo>
                <a:lnTo>
                  <a:pt x="710149" y="500000"/>
                </a:lnTo>
                <a:lnTo>
                  <a:pt x="710149" y="500888"/>
                </a:lnTo>
                <a:lnTo>
                  <a:pt x="682662" y="500888"/>
                </a:lnTo>
                <a:close/>
                <a:moveTo>
                  <a:pt x="261365" y="500000"/>
                </a:moveTo>
                <a:lnTo>
                  <a:pt x="270360" y="500000"/>
                </a:lnTo>
                <a:lnTo>
                  <a:pt x="270360" y="500888"/>
                </a:lnTo>
                <a:lnTo>
                  <a:pt x="261365" y="500888"/>
                </a:lnTo>
                <a:close/>
                <a:moveTo>
                  <a:pt x="553224" y="500000"/>
                </a:moveTo>
                <a:lnTo>
                  <a:pt x="554224" y="500000"/>
                </a:lnTo>
                <a:lnTo>
                  <a:pt x="554224" y="500888"/>
                </a:lnTo>
                <a:lnTo>
                  <a:pt x="553224" y="500888"/>
                </a:lnTo>
                <a:close/>
                <a:moveTo>
                  <a:pt x="790111" y="500000"/>
                </a:moveTo>
                <a:lnTo>
                  <a:pt x="793609" y="500000"/>
                </a:lnTo>
                <a:lnTo>
                  <a:pt x="793609" y="500888"/>
                </a:lnTo>
                <a:lnTo>
                  <a:pt x="790111" y="500888"/>
                </a:lnTo>
                <a:close/>
                <a:moveTo>
                  <a:pt x="756627" y="497336"/>
                </a:moveTo>
                <a:lnTo>
                  <a:pt x="767622" y="497336"/>
                </a:lnTo>
                <a:lnTo>
                  <a:pt x="767622" y="500888"/>
                </a:lnTo>
                <a:lnTo>
                  <a:pt x="756627" y="500888"/>
                </a:lnTo>
                <a:close/>
                <a:moveTo>
                  <a:pt x="277857" y="500000"/>
                </a:moveTo>
                <a:lnTo>
                  <a:pt x="283354" y="500000"/>
                </a:lnTo>
                <a:lnTo>
                  <a:pt x="283354" y="500888"/>
                </a:lnTo>
                <a:lnTo>
                  <a:pt x="277857" y="500888"/>
                </a:lnTo>
                <a:close/>
                <a:moveTo>
                  <a:pt x="210389" y="500000"/>
                </a:moveTo>
                <a:lnTo>
                  <a:pt x="215886" y="500000"/>
                </a:lnTo>
                <a:lnTo>
                  <a:pt x="215886" y="500888"/>
                </a:lnTo>
                <a:lnTo>
                  <a:pt x="210389" y="500888"/>
                </a:lnTo>
                <a:close/>
                <a:moveTo>
                  <a:pt x="94445" y="500000"/>
                </a:moveTo>
                <a:lnTo>
                  <a:pt x="187400" y="500000"/>
                </a:lnTo>
                <a:lnTo>
                  <a:pt x="187400" y="500888"/>
                </a:lnTo>
                <a:lnTo>
                  <a:pt x="94445" y="500888"/>
                </a:lnTo>
                <a:close/>
                <a:moveTo>
                  <a:pt x="311341" y="498224"/>
                </a:moveTo>
                <a:lnTo>
                  <a:pt x="318837" y="498224"/>
                </a:lnTo>
                <a:lnTo>
                  <a:pt x="318837" y="500888"/>
                </a:lnTo>
                <a:lnTo>
                  <a:pt x="311341" y="500888"/>
                </a:lnTo>
                <a:close/>
                <a:moveTo>
                  <a:pt x="791110" y="500888"/>
                </a:moveTo>
                <a:lnTo>
                  <a:pt x="793609" y="500888"/>
                </a:lnTo>
                <a:lnTo>
                  <a:pt x="793609" y="501776"/>
                </a:lnTo>
                <a:lnTo>
                  <a:pt x="791110" y="501776"/>
                </a:lnTo>
                <a:close/>
                <a:moveTo>
                  <a:pt x="417789" y="500888"/>
                </a:moveTo>
                <a:lnTo>
                  <a:pt x="421288" y="500888"/>
                </a:lnTo>
                <a:lnTo>
                  <a:pt x="421288" y="501776"/>
                </a:lnTo>
                <a:lnTo>
                  <a:pt x="417789" y="501776"/>
                </a:lnTo>
                <a:close/>
                <a:moveTo>
                  <a:pt x="564719" y="500888"/>
                </a:moveTo>
                <a:lnTo>
                  <a:pt x="579712" y="500888"/>
                </a:lnTo>
                <a:lnTo>
                  <a:pt x="579712" y="501776"/>
                </a:lnTo>
                <a:lnTo>
                  <a:pt x="564719" y="501776"/>
                </a:lnTo>
                <a:close/>
                <a:moveTo>
                  <a:pt x="94445" y="500888"/>
                </a:moveTo>
                <a:lnTo>
                  <a:pt x="187900" y="500888"/>
                </a:lnTo>
                <a:lnTo>
                  <a:pt x="187900" y="501776"/>
                </a:lnTo>
                <a:lnTo>
                  <a:pt x="94445" y="501776"/>
                </a:lnTo>
                <a:close/>
                <a:moveTo>
                  <a:pt x="380307" y="500888"/>
                </a:moveTo>
                <a:lnTo>
                  <a:pt x="402797" y="500888"/>
                </a:lnTo>
                <a:lnTo>
                  <a:pt x="402797" y="501776"/>
                </a:lnTo>
                <a:lnTo>
                  <a:pt x="380307" y="501776"/>
                </a:lnTo>
                <a:close/>
                <a:moveTo>
                  <a:pt x="209389" y="500888"/>
                </a:moveTo>
                <a:lnTo>
                  <a:pt x="215886" y="500888"/>
                </a:lnTo>
                <a:lnTo>
                  <a:pt x="215886" y="501776"/>
                </a:lnTo>
                <a:lnTo>
                  <a:pt x="209389" y="501776"/>
                </a:lnTo>
                <a:close/>
                <a:moveTo>
                  <a:pt x="240375" y="500000"/>
                </a:moveTo>
                <a:lnTo>
                  <a:pt x="254368" y="500000"/>
                </a:lnTo>
                <a:lnTo>
                  <a:pt x="254368" y="501776"/>
                </a:lnTo>
                <a:lnTo>
                  <a:pt x="240375" y="501776"/>
                </a:lnTo>
                <a:close/>
                <a:moveTo>
                  <a:pt x="489255" y="499112"/>
                </a:moveTo>
                <a:lnTo>
                  <a:pt x="514743" y="499112"/>
                </a:lnTo>
                <a:lnTo>
                  <a:pt x="514743" y="501776"/>
                </a:lnTo>
                <a:lnTo>
                  <a:pt x="489255" y="501776"/>
                </a:lnTo>
                <a:close/>
                <a:moveTo>
                  <a:pt x="682662" y="500888"/>
                </a:moveTo>
                <a:lnTo>
                  <a:pt x="711149" y="500888"/>
                </a:lnTo>
                <a:lnTo>
                  <a:pt x="711149" y="501776"/>
                </a:lnTo>
                <a:lnTo>
                  <a:pt x="682662" y="501776"/>
                </a:lnTo>
                <a:close/>
                <a:moveTo>
                  <a:pt x="296348" y="500888"/>
                </a:moveTo>
                <a:lnTo>
                  <a:pt x="301845" y="500888"/>
                </a:lnTo>
                <a:lnTo>
                  <a:pt x="301845" y="501776"/>
                </a:lnTo>
                <a:lnTo>
                  <a:pt x="296348" y="501776"/>
                </a:lnTo>
                <a:close/>
                <a:moveTo>
                  <a:pt x="355319" y="500888"/>
                </a:moveTo>
                <a:lnTo>
                  <a:pt x="363316" y="500888"/>
                </a:lnTo>
                <a:lnTo>
                  <a:pt x="363316" y="501776"/>
                </a:lnTo>
                <a:lnTo>
                  <a:pt x="355319" y="501776"/>
                </a:lnTo>
                <a:close/>
                <a:moveTo>
                  <a:pt x="277357" y="500888"/>
                </a:moveTo>
                <a:lnTo>
                  <a:pt x="283854" y="500888"/>
                </a:lnTo>
                <a:lnTo>
                  <a:pt x="283854" y="501776"/>
                </a:lnTo>
                <a:lnTo>
                  <a:pt x="277357" y="501776"/>
                </a:lnTo>
                <a:close/>
                <a:moveTo>
                  <a:pt x="261365" y="500888"/>
                </a:moveTo>
                <a:lnTo>
                  <a:pt x="270860" y="500888"/>
                </a:lnTo>
                <a:lnTo>
                  <a:pt x="270860" y="501776"/>
                </a:lnTo>
                <a:lnTo>
                  <a:pt x="261365" y="501776"/>
                </a:lnTo>
                <a:close/>
                <a:moveTo>
                  <a:pt x="195896" y="500888"/>
                </a:moveTo>
                <a:lnTo>
                  <a:pt x="206891" y="500888"/>
                </a:lnTo>
                <a:lnTo>
                  <a:pt x="206891" y="501776"/>
                </a:lnTo>
                <a:lnTo>
                  <a:pt x="195896" y="501776"/>
                </a:lnTo>
                <a:close/>
                <a:moveTo>
                  <a:pt x="717146" y="500888"/>
                </a:moveTo>
                <a:lnTo>
                  <a:pt x="720144" y="500888"/>
                </a:lnTo>
                <a:lnTo>
                  <a:pt x="720144" y="501776"/>
                </a:lnTo>
                <a:lnTo>
                  <a:pt x="717146" y="501776"/>
                </a:lnTo>
                <a:close/>
                <a:moveTo>
                  <a:pt x="553224" y="500888"/>
                </a:moveTo>
                <a:lnTo>
                  <a:pt x="554724" y="500888"/>
                </a:lnTo>
                <a:lnTo>
                  <a:pt x="554724" y="501776"/>
                </a:lnTo>
                <a:lnTo>
                  <a:pt x="553224" y="501776"/>
                </a:lnTo>
                <a:close/>
                <a:moveTo>
                  <a:pt x="355319" y="501776"/>
                </a:moveTo>
                <a:lnTo>
                  <a:pt x="363815" y="501776"/>
                </a:lnTo>
                <a:lnTo>
                  <a:pt x="363815" y="502664"/>
                </a:lnTo>
                <a:lnTo>
                  <a:pt x="355319" y="502664"/>
                </a:lnTo>
                <a:close/>
                <a:moveTo>
                  <a:pt x="417290" y="501776"/>
                </a:moveTo>
                <a:lnTo>
                  <a:pt x="421288" y="501776"/>
                </a:lnTo>
                <a:lnTo>
                  <a:pt x="421288" y="502664"/>
                </a:lnTo>
                <a:lnTo>
                  <a:pt x="417290" y="502664"/>
                </a:lnTo>
                <a:close/>
                <a:moveTo>
                  <a:pt x="791610" y="501776"/>
                </a:moveTo>
                <a:lnTo>
                  <a:pt x="793609" y="501776"/>
                </a:lnTo>
                <a:lnTo>
                  <a:pt x="793609" y="502664"/>
                </a:lnTo>
                <a:lnTo>
                  <a:pt x="791610" y="502664"/>
                </a:lnTo>
                <a:close/>
                <a:moveTo>
                  <a:pt x="195396" y="501776"/>
                </a:moveTo>
                <a:lnTo>
                  <a:pt x="207390" y="501776"/>
                </a:lnTo>
                <a:lnTo>
                  <a:pt x="207390" y="502664"/>
                </a:lnTo>
                <a:lnTo>
                  <a:pt x="195396" y="502664"/>
                </a:lnTo>
                <a:close/>
                <a:moveTo>
                  <a:pt x="261365" y="501776"/>
                </a:moveTo>
                <a:lnTo>
                  <a:pt x="271360" y="501776"/>
                </a:lnTo>
                <a:lnTo>
                  <a:pt x="271360" y="502664"/>
                </a:lnTo>
                <a:lnTo>
                  <a:pt x="261365" y="502664"/>
                </a:lnTo>
                <a:close/>
                <a:moveTo>
                  <a:pt x="553224" y="501776"/>
                </a:moveTo>
                <a:lnTo>
                  <a:pt x="555223" y="501776"/>
                </a:lnTo>
                <a:lnTo>
                  <a:pt x="555223" y="502664"/>
                </a:lnTo>
                <a:lnTo>
                  <a:pt x="553224" y="502664"/>
                </a:lnTo>
                <a:close/>
                <a:moveTo>
                  <a:pt x="296348" y="501776"/>
                </a:moveTo>
                <a:lnTo>
                  <a:pt x="302845" y="501776"/>
                </a:lnTo>
                <a:lnTo>
                  <a:pt x="302845" y="502664"/>
                </a:lnTo>
                <a:lnTo>
                  <a:pt x="296348" y="502664"/>
                </a:lnTo>
                <a:close/>
                <a:moveTo>
                  <a:pt x="379308" y="501776"/>
                </a:moveTo>
                <a:lnTo>
                  <a:pt x="404296" y="501776"/>
                </a:lnTo>
                <a:lnTo>
                  <a:pt x="404296" y="502664"/>
                </a:lnTo>
                <a:lnTo>
                  <a:pt x="379308" y="502664"/>
                </a:lnTo>
                <a:close/>
                <a:moveTo>
                  <a:pt x="756627" y="500888"/>
                </a:moveTo>
                <a:lnTo>
                  <a:pt x="767122" y="500888"/>
                </a:lnTo>
                <a:lnTo>
                  <a:pt x="767122" y="502664"/>
                </a:lnTo>
                <a:lnTo>
                  <a:pt x="756627" y="502664"/>
                </a:lnTo>
                <a:close/>
                <a:moveTo>
                  <a:pt x="94445" y="501776"/>
                </a:moveTo>
                <a:lnTo>
                  <a:pt x="188400" y="501776"/>
                </a:lnTo>
                <a:lnTo>
                  <a:pt x="188400" y="502664"/>
                </a:lnTo>
                <a:lnTo>
                  <a:pt x="94445" y="502664"/>
                </a:lnTo>
                <a:close/>
                <a:moveTo>
                  <a:pt x="716646" y="501776"/>
                </a:moveTo>
                <a:lnTo>
                  <a:pt x="720144" y="501776"/>
                </a:lnTo>
                <a:lnTo>
                  <a:pt x="720144" y="502664"/>
                </a:lnTo>
                <a:lnTo>
                  <a:pt x="716646" y="502664"/>
                </a:lnTo>
                <a:close/>
                <a:moveTo>
                  <a:pt x="531735" y="500888"/>
                </a:moveTo>
                <a:lnTo>
                  <a:pt x="545728" y="500888"/>
                </a:lnTo>
                <a:lnTo>
                  <a:pt x="545728" y="502664"/>
                </a:lnTo>
                <a:lnTo>
                  <a:pt x="531735" y="502664"/>
                </a:lnTo>
                <a:close/>
                <a:moveTo>
                  <a:pt x="276857" y="501776"/>
                </a:moveTo>
                <a:lnTo>
                  <a:pt x="283854" y="501776"/>
                </a:lnTo>
                <a:lnTo>
                  <a:pt x="283854" y="502664"/>
                </a:lnTo>
                <a:lnTo>
                  <a:pt x="276857" y="502664"/>
                </a:lnTo>
                <a:close/>
                <a:moveTo>
                  <a:pt x="207890" y="501776"/>
                </a:moveTo>
                <a:lnTo>
                  <a:pt x="216386" y="501776"/>
                </a:lnTo>
                <a:lnTo>
                  <a:pt x="216386" y="502664"/>
                </a:lnTo>
                <a:lnTo>
                  <a:pt x="207890" y="502664"/>
                </a:lnTo>
                <a:close/>
                <a:moveTo>
                  <a:pt x="239875" y="501776"/>
                </a:moveTo>
                <a:lnTo>
                  <a:pt x="254368" y="501776"/>
                </a:lnTo>
                <a:lnTo>
                  <a:pt x="254368" y="502664"/>
                </a:lnTo>
                <a:lnTo>
                  <a:pt x="239875" y="502664"/>
                </a:lnTo>
                <a:close/>
                <a:moveTo>
                  <a:pt x="682662" y="501776"/>
                </a:moveTo>
                <a:lnTo>
                  <a:pt x="711648" y="501776"/>
                </a:lnTo>
                <a:lnTo>
                  <a:pt x="711648" y="502664"/>
                </a:lnTo>
                <a:lnTo>
                  <a:pt x="682662" y="502664"/>
                </a:lnTo>
                <a:close/>
                <a:moveTo>
                  <a:pt x="295848" y="502664"/>
                </a:moveTo>
                <a:lnTo>
                  <a:pt x="303844" y="502664"/>
                </a:lnTo>
                <a:lnTo>
                  <a:pt x="303844" y="503552"/>
                </a:lnTo>
                <a:lnTo>
                  <a:pt x="295848" y="503552"/>
                </a:lnTo>
                <a:close/>
                <a:moveTo>
                  <a:pt x="564219" y="501776"/>
                </a:moveTo>
                <a:lnTo>
                  <a:pt x="579712" y="501776"/>
                </a:lnTo>
                <a:lnTo>
                  <a:pt x="579712" y="503552"/>
                </a:lnTo>
                <a:lnTo>
                  <a:pt x="564219" y="503552"/>
                </a:lnTo>
                <a:close/>
                <a:moveTo>
                  <a:pt x="716646" y="502664"/>
                </a:moveTo>
                <a:lnTo>
                  <a:pt x="719645" y="502664"/>
                </a:lnTo>
                <a:lnTo>
                  <a:pt x="719645" y="503552"/>
                </a:lnTo>
                <a:lnTo>
                  <a:pt x="716646" y="503552"/>
                </a:lnTo>
                <a:close/>
                <a:moveTo>
                  <a:pt x="310841" y="500888"/>
                </a:moveTo>
                <a:lnTo>
                  <a:pt x="318837" y="500888"/>
                </a:lnTo>
                <a:lnTo>
                  <a:pt x="318837" y="503552"/>
                </a:lnTo>
                <a:lnTo>
                  <a:pt x="310841" y="503552"/>
                </a:lnTo>
                <a:close/>
                <a:moveTo>
                  <a:pt x="355319" y="502664"/>
                </a:moveTo>
                <a:lnTo>
                  <a:pt x="364315" y="502664"/>
                </a:lnTo>
                <a:lnTo>
                  <a:pt x="364315" y="503552"/>
                </a:lnTo>
                <a:lnTo>
                  <a:pt x="355319" y="503552"/>
                </a:lnTo>
                <a:close/>
                <a:moveTo>
                  <a:pt x="276357" y="502664"/>
                </a:moveTo>
                <a:lnTo>
                  <a:pt x="283854" y="502664"/>
                </a:lnTo>
                <a:lnTo>
                  <a:pt x="283854" y="503552"/>
                </a:lnTo>
                <a:lnTo>
                  <a:pt x="276357" y="503552"/>
                </a:lnTo>
                <a:close/>
                <a:moveTo>
                  <a:pt x="239375" y="502664"/>
                </a:moveTo>
                <a:lnTo>
                  <a:pt x="254368" y="502664"/>
                </a:lnTo>
                <a:lnTo>
                  <a:pt x="254368" y="503552"/>
                </a:lnTo>
                <a:lnTo>
                  <a:pt x="239375" y="503552"/>
                </a:lnTo>
                <a:close/>
                <a:moveTo>
                  <a:pt x="682662" y="502664"/>
                </a:moveTo>
                <a:lnTo>
                  <a:pt x="712648" y="502664"/>
                </a:lnTo>
                <a:lnTo>
                  <a:pt x="712648" y="503552"/>
                </a:lnTo>
                <a:lnTo>
                  <a:pt x="682662" y="503552"/>
                </a:lnTo>
                <a:close/>
                <a:moveTo>
                  <a:pt x="553224" y="502664"/>
                </a:moveTo>
                <a:lnTo>
                  <a:pt x="555723" y="502664"/>
                </a:lnTo>
                <a:lnTo>
                  <a:pt x="555723" y="503552"/>
                </a:lnTo>
                <a:lnTo>
                  <a:pt x="553224" y="503552"/>
                </a:lnTo>
                <a:close/>
                <a:moveTo>
                  <a:pt x="194397" y="502664"/>
                </a:moveTo>
                <a:lnTo>
                  <a:pt x="216886" y="502664"/>
                </a:lnTo>
                <a:lnTo>
                  <a:pt x="216886" y="503552"/>
                </a:lnTo>
                <a:lnTo>
                  <a:pt x="194397" y="503552"/>
                </a:lnTo>
                <a:close/>
                <a:moveTo>
                  <a:pt x="531235" y="502664"/>
                </a:moveTo>
                <a:lnTo>
                  <a:pt x="545728" y="502664"/>
                </a:lnTo>
                <a:lnTo>
                  <a:pt x="545728" y="503552"/>
                </a:lnTo>
                <a:lnTo>
                  <a:pt x="531235" y="503552"/>
                </a:lnTo>
                <a:close/>
                <a:moveTo>
                  <a:pt x="416290" y="502664"/>
                </a:moveTo>
                <a:lnTo>
                  <a:pt x="421288" y="502664"/>
                </a:lnTo>
                <a:lnTo>
                  <a:pt x="421288" y="503552"/>
                </a:lnTo>
                <a:lnTo>
                  <a:pt x="416290" y="503552"/>
                </a:lnTo>
                <a:close/>
                <a:moveTo>
                  <a:pt x="261365" y="502664"/>
                </a:moveTo>
                <a:lnTo>
                  <a:pt x="272359" y="502664"/>
                </a:lnTo>
                <a:lnTo>
                  <a:pt x="272359" y="503552"/>
                </a:lnTo>
                <a:lnTo>
                  <a:pt x="261365" y="503552"/>
                </a:lnTo>
                <a:close/>
                <a:moveTo>
                  <a:pt x="378308" y="502664"/>
                </a:moveTo>
                <a:lnTo>
                  <a:pt x="405295" y="502664"/>
                </a:lnTo>
                <a:lnTo>
                  <a:pt x="405295" y="503552"/>
                </a:lnTo>
                <a:lnTo>
                  <a:pt x="378308" y="503552"/>
                </a:lnTo>
                <a:close/>
                <a:moveTo>
                  <a:pt x="563719" y="503552"/>
                </a:moveTo>
                <a:lnTo>
                  <a:pt x="579712" y="503552"/>
                </a:lnTo>
                <a:lnTo>
                  <a:pt x="579712" y="504440"/>
                </a:lnTo>
                <a:lnTo>
                  <a:pt x="563719" y="504440"/>
                </a:lnTo>
                <a:close/>
                <a:moveTo>
                  <a:pt x="376809" y="503552"/>
                </a:moveTo>
                <a:lnTo>
                  <a:pt x="406295" y="503552"/>
                </a:lnTo>
                <a:lnTo>
                  <a:pt x="406295" y="504440"/>
                </a:lnTo>
                <a:lnTo>
                  <a:pt x="376809" y="504440"/>
                </a:lnTo>
                <a:close/>
                <a:moveTo>
                  <a:pt x="261365" y="503552"/>
                </a:moveTo>
                <a:lnTo>
                  <a:pt x="272859" y="503552"/>
                </a:lnTo>
                <a:lnTo>
                  <a:pt x="272859" y="504440"/>
                </a:lnTo>
                <a:lnTo>
                  <a:pt x="261365" y="504440"/>
                </a:lnTo>
                <a:close/>
                <a:moveTo>
                  <a:pt x="477761" y="491119"/>
                </a:moveTo>
                <a:lnTo>
                  <a:pt x="482259" y="491119"/>
                </a:lnTo>
                <a:lnTo>
                  <a:pt x="482259" y="504440"/>
                </a:lnTo>
                <a:lnTo>
                  <a:pt x="477761" y="504440"/>
                </a:lnTo>
                <a:close/>
                <a:moveTo>
                  <a:pt x="553224" y="503552"/>
                </a:moveTo>
                <a:lnTo>
                  <a:pt x="556723" y="503552"/>
                </a:lnTo>
                <a:lnTo>
                  <a:pt x="556723" y="504440"/>
                </a:lnTo>
                <a:lnTo>
                  <a:pt x="553224" y="504440"/>
                </a:lnTo>
                <a:close/>
                <a:moveTo>
                  <a:pt x="295348" y="503552"/>
                </a:moveTo>
                <a:lnTo>
                  <a:pt x="304844" y="503552"/>
                </a:lnTo>
                <a:lnTo>
                  <a:pt x="304844" y="504440"/>
                </a:lnTo>
                <a:lnTo>
                  <a:pt x="295348" y="504440"/>
                </a:lnTo>
                <a:close/>
                <a:moveTo>
                  <a:pt x="530735" y="503552"/>
                </a:moveTo>
                <a:lnTo>
                  <a:pt x="545728" y="503552"/>
                </a:lnTo>
                <a:lnTo>
                  <a:pt x="545728" y="504440"/>
                </a:lnTo>
                <a:lnTo>
                  <a:pt x="530735" y="504440"/>
                </a:lnTo>
                <a:close/>
                <a:moveTo>
                  <a:pt x="275858" y="503552"/>
                </a:moveTo>
                <a:lnTo>
                  <a:pt x="283854" y="503552"/>
                </a:lnTo>
                <a:lnTo>
                  <a:pt x="283854" y="504440"/>
                </a:lnTo>
                <a:lnTo>
                  <a:pt x="275858" y="504440"/>
                </a:lnTo>
                <a:close/>
                <a:moveTo>
                  <a:pt x="716146" y="503552"/>
                </a:moveTo>
                <a:lnTo>
                  <a:pt x="719645" y="503552"/>
                </a:lnTo>
                <a:lnTo>
                  <a:pt x="719645" y="504440"/>
                </a:lnTo>
                <a:lnTo>
                  <a:pt x="716146" y="504440"/>
                </a:lnTo>
                <a:close/>
                <a:moveTo>
                  <a:pt x="238875" y="503552"/>
                </a:moveTo>
                <a:lnTo>
                  <a:pt x="254368" y="503552"/>
                </a:lnTo>
                <a:lnTo>
                  <a:pt x="254368" y="504440"/>
                </a:lnTo>
                <a:lnTo>
                  <a:pt x="238875" y="504440"/>
                </a:lnTo>
                <a:close/>
                <a:moveTo>
                  <a:pt x="415790" y="503552"/>
                </a:moveTo>
                <a:lnTo>
                  <a:pt x="421288" y="503552"/>
                </a:lnTo>
                <a:lnTo>
                  <a:pt x="421288" y="504440"/>
                </a:lnTo>
                <a:lnTo>
                  <a:pt x="415790" y="504440"/>
                </a:lnTo>
                <a:close/>
                <a:moveTo>
                  <a:pt x="355319" y="503552"/>
                </a:moveTo>
                <a:lnTo>
                  <a:pt x="364815" y="503552"/>
                </a:lnTo>
                <a:lnTo>
                  <a:pt x="364815" y="504440"/>
                </a:lnTo>
                <a:lnTo>
                  <a:pt x="355319" y="504440"/>
                </a:lnTo>
                <a:close/>
                <a:moveTo>
                  <a:pt x="489255" y="501776"/>
                </a:moveTo>
                <a:lnTo>
                  <a:pt x="515243" y="501776"/>
                </a:lnTo>
                <a:lnTo>
                  <a:pt x="515243" y="504440"/>
                </a:lnTo>
                <a:lnTo>
                  <a:pt x="489255" y="504440"/>
                </a:lnTo>
                <a:close/>
                <a:moveTo>
                  <a:pt x="193897" y="503552"/>
                </a:moveTo>
                <a:lnTo>
                  <a:pt x="217386" y="503552"/>
                </a:lnTo>
                <a:lnTo>
                  <a:pt x="217386" y="504440"/>
                </a:lnTo>
                <a:lnTo>
                  <a:pt x="193897" y="504440"/>
                </a:lnTo>
                <a:close/>
                <a:moveTo>
                  <a:pt x="94445" y="502664"/>
                </a:moveTo>
                <a:lnTo>
                  <a:pt x="188899" y="502664"/>
                </a:lnTo>
                <a:lnTo>
                  <a:pt x="188899" y="504440"/>
                </a:lnTo>
                <a:lnTo>
                  <a:pt x="94445" y="504440"/>
                </a:lnTo>
                <a:close/>
                <a:moveTo>
                  <a:pt x="682662" y="503552"/>
                </a:moveTo>
                <a:lnTo>
                  <a:pt x="713148" y="503552"/>
                </a:lnTo>
                <a:lnTo>
                  <a:pt x="713148" y="504440"/>
                </a:lnTo>
                <a:lnTo>
                  <a:pt x="682662" y="504440"/>
                </a:lnTo>
                <a:close/>
                <a:moveTo>
                  <a:pt x="310341" y="503552"/>
                </a:moveTo>
                <a:lnTo>
                  <a:pt x="318837" y="503552"/>
                </a:lnTo>
                <a:lnTo>
                  <a:pt x="318837" y="504440"/>
                </a:lnTo>
                <a:lnTo>
                  <a:pt x="310341" y="504440"/>
                </a:lnTo>
                <a:close/>
                <a:moveTo>
                  <a:pt x="275358" y="504440"/>
                </a:moveTo>
                <a:lnTo>
                  <a:pt x="284354" y="504440"/>
                </a:lnTo>
                <a:lnTo>
                  <a:pt x="284354" y="505329"/>
                </a:lnTo>
                <a:lnTo>
                  <a:pt x="275358" y="505329"/>
                </a:lnTo>
                <a:close/>
                <a:moveTo>
                  <a:pt x="756627" y="502664"/>
                </a:moveTo>
                <a:lnTo>
                  <a:pt x="766622" y="502664"/>
                </a:lnTo>
                <a:lnTo>
                  <a:pt x="766622" y="505329"/>
                </a:lnTo>
                <a:lnTo>
                  <a:pt x="756627" y="505329"/>
                </a:lnTo>
                <a:close/>
                <a:moveTo>
                  <a:pt x="355319" y="504440"/>
                </a:moveTo>
                <a:lnTo>
                  <a:pt x="365315" y="504440"/>
                </a:lnTo>
                <a:lnTo>
                  <a:pt x="365315" y="505329"/>
                </a:lnTo>
                <a:lnTo>
                  <a:pt x="355319" y="505329"/>
                </a:lnTo>
                <a:close/>
                <a:moveTo>
                  <a:pt x="238376" y="504440"/>
                </a:moveTo>
                <a:lnTo>
                  <a:pt x="254368" y="504440"/>
                </a:lnTo>
                <a:lnTo>
                  <a:pt x="254368" y="505329"/>
                </a:lnTo>
                <a:lnTo>
                  <a:pt x="238376" y="505329"/>
                </a:lnTo>
                <a:close/>
                <a:moveTo>
                  <a:pt x="415291" y="504440"/>
                </a:moveTo>
                <a:lnTo>
                  <a:pt x="482259" y="504440"/>
                </a:lnTo>
                <a:lnTo>
                  <a:pt x="482259" y="505329"/>
                </a:lnTo>
                <a:lnTo>
                  <a:pt x="415291" y="505329"/>
                </a:lnTo>
                <a:close/>
                <a:moveTo>
                  <a:pt x="563220" y="504440"/>
                </a:moveTo>
                <a:lnTo>
                  <a:pt x="579712" y="504440"/>
                </a:lnTo>
                <a:lnTo>
                  <a:pt x="579712" y="505329"/>
                </a:lnTo>
                <a:lnTo>
                  <a:pt x="563220" y="505329"/>
                </a:lnTo>
                <a:close/>
                <a:moveTo>
                  <a:pt x="715646" y="504440"/>
                </a:moveTo>
                <a:lnTo>
                  <a:pt x="719145" y="504440"/>
                </a:lnTo>
                <a:lnTo>
                  <a:pt x="719145" y="505329"/>
                </a:lnTo>
                <a:lnTo>
                  <a:pt x="715646" y="505329"/>
                </a:lnTo>
                <a:close/>
                <a:moveTo>
                  <a:pt x="192897" y="504440"/>
                </a:moveTo>
                <a:lnTo>
                  <a:pt x="218385" y="504440"/>
                </a:lnTo>
                <a:lnTo>
                  <a:pt x="218385" y="505329"/>
                </a:lnTo>
                <a:lnTo>
                  <a:pt x="192897" y="505329"/>
                </a:lnTo>
                <a:close/>
                <a:moveTo>
                  <a:pt x="94445" y="504440"/>
                </a:moveTo>
                <a:lnTo>
                  <a:pt x="189399" y="504440"/>
                </a:lnTo>
                <a:lnTo>
                  <a:pt x="189399" y="505329"/>
                </a:lnTo>
                <a:lnTo>
                  <a:pt x="94445" y="505329"/>
                </a:lnTo>
                <a:close/>
                <a:moveTo>
                  <a:pt x="375810" y="504440"/>
                </a:moveTo>
                <a:lnTo>
                  <a:pt x="407794" y="504440"/>
                </a:lnTo>
                <a:lnTo>
                  <a:pt x="407794" y="505329"/>
                </a:lnTo>
                <a:lnTo>
                  <a:pt x="375810" y="505329"/>
                </a:lnTo>
                <a:close/>
                <a:moveTo>
                  <a:pt x="489255" y="504440"/>
                </a:moveTo>
                <a:lnTo>
                  <a:pt x="515742" y="504440"/>
                </a:lnTo>
                <a:lnTo>
                  <a:pt x="515742" y="505329"/>
                </a:lnTo>
                <a:lnTo>
                  <a:pt x="489255" y="505329"/>
                </a:lnTo>
                <a:close/>
                <a:moveTo>
                  <a:pt x="682662" y="504440"/>
                </a:moveTo>
                <a:lnTo>
                  <a:pt x="713647" y="504440"/>
                </a:lnTo>
                <a:lnTo>
                  <a:pt x="713647" y="505329"/>
                </a:lnTo>
                <a:lnTo>
                  <a:pt x="682662" y="505329"/>
                </a:lnTo>
                <a:close/>
                <a:moveTo>
                  <a:pt x="261365" y="504440"/>
                </a:moveTo>
                <a:lnTo>
                  <a:pt x="273359" y="504440"/>
                </a:lnTo>
                <a:lnTo>
                  <a:pt x="273359" y="505329"/>
                </a:lnTo>
                <a:lnTo>
                  <a:pt x="261365" y="505329"/>
                </a:lnTo>
                <a:close/>
                <a:moveTo>
                  <a:pt x="553224" y="504440"/>
                </a:moveTo>
                <a:lnTo>
                  <a:pt x="557223" y="504440"/>
                </a:lnTo>
                <a:lnTo>
                  <a:pt x="557223" y="505329"/>
                </a:lnTo>
                <a:lnTo>
                  <a:pt x="553224" y="505329"/>
                </a:lnTo>
                <a:close/>
                <a:moveTo>
                  <a:pt x="530235" y="504440"/>
                </a:moveTo>
                <a:lnTo>
                  <a:pt x="545728" y="504440"/>
                </a:lnTo>
                <a:lnTo>
                  <a:pt x="545728" y="505329"/>
                </a:lnTo>
                <a:lnTo>
                  <a:pt x="530235" y="505329"/>
                </a:lnTo>
                <a:close/>
                <a:moveTo>
                  <a:pt x="294848" y="504440"/>
                </a:moveTo>
                <a:lnTo>
                  <a:pt x="305343" y="504440"/>
                </a:lnTo>
                <a:lnTo>
                  <a:pt x="305343" y="505329"/>
                </a:lnTo>
                <a:lnTo>
                  <a:pt x="294848" y="505329"/>
                </a:lnTo>
                <a:close/>
                <a:moveTo>
                  <a:pt x="553224" y="505329"/>
                </a:moveTo>
                <a:lnTo>
                  <a:pt x="557722" y="505329"/>
                </a:lnTo>
                <a:lnTo>
                  <a:pt x="557722" y="506217"/>
                </a:lnTo>
                <a:lnTo>
                  <a:pt x="553224" y="506217"/>
                </a:lnTo>
                <a:close/>
                <a:moveTo>
                  <a:pt x="529236" y="505329"/>
                </a:moveTo>
                <a:lnTo>
                  <a:pt x="545728" y="505329"/>
                </a:lnTo>
                <a:lnTo>
                  <a:pt x="545728" y="506217"/>
                </a:lnTo>
                <a:lnTo>
                  <a:pt x="529236" y="506217"/>
                </a:lnTo>
                <a:close/>
                <a:moveTo>
                  <a:pt x="293849" y="505329"/>
                </a:moveTo>
                <a:lnTo>
                  <a:pt x="306343" y="505329"/>
                </a:lnTo>
                <a:lnTo>
                  <a:pt x="306343" y="506217"/>
                </a:lnTo>
                <a:lnTo>
                  <a:pt x="293849" y="506217"/>
                </a:lnTo>
                <a:close/>
                <a:moveTo>
                  <a:pt x="355319" y="505329"/>
                </a:moveTo>
                <a:lnTo>
                  <a:pt x="365814" y="505329"/>
                </a:lnTo>
                <a:lnTo>
                  <a:pt x="365814" y="506217"/>
                </a:lnTo>
                <a:lnTo>
                  <a:pt x="355319" y="506217"/>
                </a:lnTo>
                <a:close/>
                <a:moveTo>
                  <a:pt x="374310" y="505329"/>
                </a:moveTo>
                <a:lnTo>
                  <a:pt x="408794" y="505329"/>
                </a:lnTo>
                <a:lnTo>
                  <a:pt x="408794" y="506217"/>
                </a:lnTo>
                <a:lnTo>
                  <a:pt x="374310" y="506217"/>
                </a:lnTo>
                <a:close/>
                <a:moveTo>
                  <a:pt x="94445" y="505329"/>
                </a:moveTo>
                <a:lnTo>
                  <a:pt x="189899" y="505329"/>
                </a:lnTo>
                <a:lnTo>
                  <a:pt x="189899" y="506217"/>
                </a:lnTo>
                <a:lnTo>
                  <a:pt x="94445" y="506217"/>
                </a:lnTo>
                <a:close/>
                <a:moveTo>
                  <a:pt x="414791" y="505329"/>
                </a:moveTo>
                <a:lnTo>
                  <a:pt x="515742" y="505329"/>
                </a:lnTo>
                <a:lnTo>
                  <a:pt x="515742" y="506217"/>
                </a:lnTo>
                <a:lnTo>
                  <a:pt x="414791" y="506217"/>
                </a:lnTo>
                <a:close/>
                <a:moveTo>
                  <a:pt x="756627" y="505329"/>
                </a:moveTo>
                <a:lnTo>
                  <a:pt x="766122" y="505329"/>
                </a:lnTo>
                <a:lnTo>
                  <a:pt x="766122" y="506217"/>
                </a:lnTo>
                <a:lnTo>
                  <a:pt x="756627" y="506217"/>
                </a:lnTo>
                <a:close/>
                <a:moveTo>
                  <a:pt x="682662" y="505329"/>
                </a:moveTo>
                <a:lnTo>
                  <a:pt x="714147" y="505329"/>
                </a:lnTo>
                <a:lnTo>
                  <a:pt x="714147" y="506217"/>
                </a:lnTo>
                <a:lnTo>
                  <a:pt x="682662" y="506217"/>
                </a:lnTo>
                <a:close/>
                <a:moveTo>
                  <a:pt x="274858" y="505329"/>
                </a:moveTo>
                <a:lnTo>
                  <a:pt x="284354" y="505329"/>
                </a:lnTo>
                <a:lnTo>
                  <a:pt x="284354" y="506217"/>
                </a:lnTo>
                <a:lnTo>
                  <a:pt x="274858" y="506217"/>
                </a:lnTo>
                <a:close/>
                <a:moveTo>
                  <a:pt x="562720" y="505329"/>
                </a:moveTo>
                <a:lnTo>
                  <a:pt x="579712" y="505329"/>
                </a:lnTo>
                <a:lnTo>
                  <a:pt x="579712" y="506217"/>
                </a:lnTo>
                <a:lnTo>
                  <a:pt x="562720" y="506217"/>
                </a:lnTo>
                <a:close/>
                <a:moveTo>
                  <a:pt x="192398" y="505329"/>
                </a:moveTo>
                <a:lnTo>
                  <a:pt x="219385" y="505329"/>
                </a:lnTo>
                <a:lnTo>
                  <a:pt x="219385" y="506217"/>
                </a:lnTo>
                <a:lnTo>
                  <a:pt x="192398" y="506217"/>
                </a:lnTo>
                <a:close/>
                <a:moveTo>
                  <a:pt x="715147" y="505329"/>
                </a:moveTo>
                <a:lnTo>
                  <a:pt x="719145" y="505329"/>
                </a:lnTo>
                <a:lnTo>
                  <a:pt x="719145" y="506217"/>
                </a:lnTo>
                <a:lnTo>
                  <a:pt x="715147" y="506217"/>
                </a:lnTo>
                <a:close/>
                <a:moveTo>
                  <a:pt x="261365" y="505329"/>
                </a:moveTo>
                <a:lnTo>
                  <a:pt x="273859" y="505329"/>
                </a:lnTo>
                <a:lnTo>
                  <a:pt x="273859" y="506217"/>
                </a:lnTo>
                <a:lnTo>
                  <a:pt x="261365" y="506217"/>
                </a:lnTo>
                <a:close/>
                <a:moveTo>
                  <a:pt x="236876" y="505329"/>
                </a:moveTo>
                <a:lnTo>
                  <a:pt x="254368" y="505329"/>
                </a:lnTo>
                <a:lnTo>
                  <a:pt x="254368" y="506217"/>
                </a:lnTo>
                <a:lnTo>
                  <a:pt x="236876" y="506217"/>
                </a:lnTo>
                <a:close/>
                <a:moveTo>
                  <a:pt x="94445" y="506217"/>
                </a:moveTo>
                <a:lnTo>
                  <a:pt x="190399" y="506217"/>
                </a:lnTo>
                <a:lnTo>
                  <a:pt x="190399" y="507105"/>
                </a:lnTo>
                <a:lnTo>
                  <a:pt x="94445" y="507105"/>
                </a:lnTo>
                <a:close/>
                <a:moveTo>
                  <a:pt x="372811" y="506217"/>
                </a:moveTo>
                <a:lnTo>
                  <a:pt x="409793" y="506217"/>
                </a:lnTo>
                <a:lnTo>
                  <a:pt x="409793" y="507105"/>
                </a:lnTo>
                <a:lnTo>
                  <a:pt x="372811" y="507105"/>
                </a:lnTo>
                <a:close/>
                <a:moveTo>
                  <a:pt x="655176" y="495560"/>
                </a:moveTo>
                <a:lnTo>
                  <a:pt x="673167" y="495560"/>
                </a:lnTo>
                <a:lnTo>
                  <a:pt x="673167" y="507105"/>
                </a:lnTo>
                <a:lnTo>
                  <a:pt x="655176" y="507105"/>
                </a:lnTo>
                <a:close/>
                <a:moveTo>
                  <a:pt x="528236" y="506217"/>
                </a:moveTo>
                <a:lnTo>
                  <a:pt x="545728" y="506217"/>
                </a:lnTo>
                <a:lnTo>
                  <a:pt x="545728" y="507105"/>
                </a:lnTo>
                <a:lnTo>
                  <a:pt x="528236" y="507105"/>
                </a:lnTo>
                <a:close/>
                <a:moveTo>
                  <a:pt x="292849" y="506217"/>
                </a:moveTo>
                <a:lnTo>
                  <a:pt x="306843" y="506217"/>
                </a:lnTo>
                <a:lnTo>
                  <a:pt x="306843" y="507105"/>
                </a:lnTo>
                <a:lnTo>
                  <a:pt x="292849" y="507105"/>
                </a:lnTo>
                <a:close/>
                <a:moveTo>
                  <a:pt x="553224" y="506217"/>
                </a:moveTo>
                <a:lnTo>
                  <a:pt x="558222" y="506217"/>
                </a:lnTo>
                <a:lnTo>
                  <a:pt x="558222" y="507105"/>
                </a:lnTo>
                <a:lnTo>
                  <a:pt x="553224" y="507105"/>
                </a:lnTo>
                <a:close/>
                <a:moveTo>
                  <a:pt x="727641" y="506217"/>
                </a:moveTo>
                <a:lnTo>
                  <a:pt x="766122" y="506217"/>
                </a:lnTo>
                <a:lnTo>
                  <a:pt x="766122" y="507105"/>
                </a:lnTo>
                <a:lnTo>
                  <a:pt x="727641" y="507105"/>
                </a:lnTo>
                <a:close/>
                <a:moveTo>
                  <a:pt x="413791" y="506217"/>
                </a:moveTo>
                <a:lnTo>
                  <a:pt x="515742" y="506217"/>
                </a:lnTo>
                <a:lnTo>
                  <a:pt x="515742" y="507105"/>
                </a:lnTo>
                <a:lnTo>
                  <a:pt x="413791" y="507105"/>
                </a:lnTo>
                <a:close/>
                <a:moveTo>
                  <a:pt x="562220" y="506217"/>
                </a:moveTo>
                <a:lnTo>
                  <a:pt x="579712" y="506217"/>
                </a:lnTo>
                <a:lnTo>
                  <a:pt x="579712" y="507105"/>
                </a:lnTo>
                <a:lnTo>
                  <a:pt x="562220" y="507105"/>
                </a:lnTo>
                <a:close/>
                <a:moveTo>
                  <a:pt x="682662" y="506217"/>
                </a:moveTo>
                <a:lnTo>
                  <a:pt x="718645" y="506217"/>
                </a:lnTo>
                <a:lnTo>
                  <a:pt x="718645" y="507105"/>
                </a:lnTo>
                <a:lnTo>
                  <a:pt x="682662" y="507105"/>
                </a:lnTo>
                <a:close/>
                <a:moveTo>
                  <a:pt x="355319" y="506217"/>
                </a:moveTo>
                <a:lnTo>
                  <a:pt x="366314" y="506217"/>
                </a:lnTo>
                <a:lnTo>
                  <a:pt x="366314" y="507105"/>
                </a:lnTo>
                <a:lnTo>
                  <a:pt x="355319" y="507105"/>
                </a:lnTo>
                <a:close/>
                <a:moveTo>
                  <a:pt x="611197" y="495560"/>
                </a:moveTo>
                <a:lnTo>
                  <a:pt x="613196" y="495560"/>
                </a:lnTo>
                <a:lnTo>
                  <a:pt x="613196" y="507105"/>
                </a:lnTo>
                <a:lnTo>
                  <a:pt x="611197" y="507105"/>
                </a:lnTo>
                <a:close/>
                <a:moveTo>
                  <a:pt x="191398" y="506217"/>
                </a:moveTo>
                <a:lnTo>
                  <a:pt x="254368" y="506217"/>
                </a:lnTo>
                <a:lnTo>
                  <a:pt x="254368" y="507105"/>
                </a:lnTo>
                <a:lnTo>
                  <a:pt x="191398" y="507105"/>
                </a:lnTo>
                <a:close/>
                <a:moveTo>
                  <a:pt x="309841" y="504440"/>
                </a:moveTo>
                <a:lnTo>
                  <a:pt x="318837" y="504440"/>
                </a:lnTo>
                <a:lnTo>
                  <a:pt x="318837" y="507105"/>
                </a:lnTo>
                <a:lnTo>
                  <a:pt x="309841" y="507105"/>
                </a:lnTo>
                <a:close/>
                <a:moveTo>
                  <a:pt x="561720" y="507105"/>
                </a:moveTo>
                <a:lnTo>
                  <a:pt x="579712" y="507105"/>
                </a:lnTo>
                <a:lnTo>
                  <a:pt x="579712" y="507993"/>
                </a:lnTo>
                <a:lnTo>
                  <a:pt x="561720" y="507993"/>
                </a:lnTo>
                <a:close/>
                <a:moveTo>
                  <a:pt x="526237" y="507105"/>
                </a:moveTo>
                <a:lnTo>
                  <a:pt x="545728" y="507105"/>
                </a:lnTo>
                <a:lnTo>
                  <a:pt x="545728" y="507993"/>
                </a:lnTo>
                <a:lnTo>
                  <a:pt x="526237" y="507993"/>
                </a:lnTo>
                <a:close/>
                <a:moveTo>
                  <a:pt x="355319" y="507105"/>
                </a:moveTo>
                <a:lnTo>
                  <a:pt x="366814" y="507105"/>
                </a:lnTo>
                <a:lnTo>
                  <a:pt x="366814" y="507993"/>
                </a:lnTo>
                <a:lnTo>
                  <a:pt x="355319" y="507993"/>
                </a:lnTo>
                <a:close/>
                <a:moveTo>
                  <a:pt x="261365" y="506217"/>
                </a:moveTo>
                <a:lnTo>
                  <a:pt x="284354" y="506217"/>
                </a:lnTo>
                <a:lnTo>
                  <a:pt x="284354" y="507993"/>
                </a:lnTo>
                <a:lnTo>
                  <a:pt x="261365" y="507993"/>
                </a:lnTo>
                <a:close/>
                <a:moveTo>
                  <a:pt x="727141" y="507105"/>
                </a:moveTo>
                <a:lnTo>
                  <a:pt x="766122" y="507105"/>
                </a:lnTo>
                <a:lnTo>
                  <a:pt x="766122" y="507993"/>
                </a:lnTo>
                <a:lnTo>
                  <a:pt x="727141" y="507993"/>
                </a:lnTo>
                <a:close/>
                <a:moveTo>
                  <a:pt x="289851" y="507105"/>
                </a:moveTo>
                <a:lnTo>
                  <a:pt x="307342" y="507105"/>
                </a:lnTo>
                <a:lnTo>
                  <a:pt x="307342" y="507993"/>
                </a:lnTo>
                <a:lnTo>
                  <a:pt x="289851" y="507993"/>
                </a:lnTo>
                <a:close/>
                <a:moveTo>
                  <a:pt x="326333" y="503552"/>
                </a:moveTo>
                <a:lnTo>
                  <a:pt x="347323" y="503552"/>
                </a:lnTo>
                <a:lnTo>
                  <a:pt x="347323" y="507993"/>
                </a:lnTo>
                <a:lnTo>
                  <a:pt x="326333" y="507993"/>
                </a:lnTo>
                <a:close/>
                <a:moveTo>
                  <a:pt x="309342" y="507105"/>
                </a:moveTo>
                <a:lnTo>
                  <a:pt x="318837" y="507105"/>
                </a:lnTo>
                <a:lnTo>
                  <a:pt x="318837" y="507993"/>
                </a:lnTo>
                <a:lnTo>
                  <a:pt x="309342" y="507993"/>
                </a:lnTo>
                <a:close/>
                <a:moveTo>
                  <a:pt x="413292" y="507105"/>
                </a:moveTo>
                <a:lnTo>
                  <a:pt x="515742" y="507105"/>
                </a:lnTo>
                <a:lnTo>
                  <a:pt x="515742" y="507993"/>
                </a:lnTo>
                <a:lnTo>
                  <a:pt x="413292" y="507993"/>
                </a:lnTo>
                <a:close/>
                <a:moveTo>
                  <a:pt x="371312" y="507105"/>
                </a:moveTo>
                <a:lnTo>
                  <a:pt x="410793" y="507105"/>
                </a:lnTo>
                <a:lnTo>
                  <a:pt x="410793" y="507993"/>
                </a:lnTo>
                <a:lnTo>
                  <a:pt x="371312" y="507993"/>
                </a:lnTo>
                <a:close/>
                <a:moveTo>
                  <a:pt x="791110" y="502664"/>
                </a:moveTo>
                <a:lnTo>
                  <a:pt x="793609" y="502664"/>
                </a:lnTo>
                <a:lnTo>
                  <a:pt x="793609" y="508881"/>
                </a:lnTo>
                <a:lnTo>
                  <a:pt x="791110" y="508881"/>
                </a:lnTo>
                <a:close/>
                <a:moveTo>
                  <a:pt x="587208" y="461812"/>
                </a:moveTo>
                <a:lnTo>
                  <a:pt x="604200" y="461812"/>
                </a:lnTo>
                <a:lnTo>
                  <a:pt x="604200" y="508881"/>
                </a:lnTo>
                <a:lnTo>
                  <a:pt x="587208" y="508881"/>
                </a:lnTo>
                <a:close/>
                <a:moveTo>
                  <a:pt x="561221" y="507993"/>
                </a:moveTo>
                <a:lnTo>
                  <a:pt x="579712" y="507993"/>
                </a:lnTo>
                <a:lnTo>
                  <a:pt x="579712" y="508881"/>
                </a:lnTo>
                <a:lnTo>
                  <a:pt x="561221" y="508881"/>
                </a:lnTo>
                <a:close/>
                <a:moveTo>
                  <a:pt x="611197" y="507105"/>
                </a:moveTo>
                <a:lnTo>
                  <a:pt x="673167" y="507105"/>
                </a:lnTo>
                <a:lnTo>
                  <a:pt x="673167" y="508881"/>
                </a:lnTo>
                <a:lnTo>
                  <a:pt x="611197" y="508881"/>
                </a:lnTo>
                <a:close/>
                <a:moveTo>
                  <a:pt x="412792" y="507993"/>
                </a:moveTo>
                <a:lnTo>
                  <a:pt x="545728" y="507993"/>
                </a:lnTo>
                <a:lnTo>
                  <a:pt x="545728" y="508881"/>
                </a:lnTo>
                <a:lnTo>
                  <a:pt x="412792" y="508881"/>
                </a:lnTo>
                <a:close/>
                <a:moveTo>
                  <a:pt x="553224" y="507105"/>
                </a:moveTo>
                <a:lnTo>
                  <a:pt x="558722" y="507105"/>
                </a:lnTo>
                <a:lnTo>
                  <a:pt x="558722" y="508881"/>
                </a:lnTo>
                <a:lnTo>
                  <a:pt x="553224" y="508881"/>
                </a:lnTo>
                <a:close/>
                <a:moveTo>
                  <a:pt x="261365" y="507993"/>
                </a:moveTo>
                <a:lnTo>
                  <a:pt x="308342" y="507993"/>
                </a:lnTo>
                <a:lnTo>
                  <a:pt x="308342" y="508881"/>
                </a:lnTo>
                <a:lnTo>
                  <a:pt x="261365" y="508881"/>
                </a:lnTo>
                <a:close/>
                <a:moveTo>
                  <a:pt x="308842" y="507993"/>
                </a:moveTo>
                <a:lnTo>
                  <a:pt x="367314" y="507993"/>
                </a:lnTo>
                <a:lnTo>
                  <a:pt x="367314" y="508881"/>
                </a:lnTo>
                <a:lnTo>
                  <a:pt x="308842" y="508881"/>
                </a:lnTo>
                <a:close/>
                <a:moveTo>
                  <a:pt x="369313" y="507993"/>
                </a:moveTo>
                <a:lnTo>
                  <a:pt x="411792" y="507993"/>
                </a:lnTo>
                <a:lnTo>
                  <a:pt x="411792" y="508881"/>
                </a:lnTo>
                <a:lnTo>
                  <a:pt x="369313" y="508881"/>
                </a:lnTo>
                <a:close/>
                <a:moveTo>
                  <a:pt x="682662" y="507105"/>
                </a:moveTo>
                <a:lnTo>
                  <a:pt x="718145" y="507105"/>
                </a:lnTo>
                <a:lnTo>
                  <a:pt x="718145" y="508881"/>
                </a:lnTo>
                <a:lnTo>
                  <a:pt x="682662" y="508881"/>
                </a:lnTo>
                <a:close/>
                <a:moveTo>
                  <a:pt x="94445" y="507105"/>
                </a:moveTo>
                <a:lnTo>
                  <a:pt x="254368" y="507105"/>
                </a:lnTo>
                <a:lnTo>
                  <a:pt x="254368" y="508881"/>
                </a:lnTo>
                <a:lnTo>
                  <a:pt x="94445" y="508881"/>
                </a:lnTo>
                <a:close/>
                <a:moveTo>
                  <a:pt x="560721" y="508881"/>
                </a:moveTo>
                <a:lnTo>
                  <a:pt x="673167" y="508881"/>
                </a:lnTo>
                <a:lnTo>
                  <a:pt x="673167" y="509769"/>
                </a:lnTo>
                <a:lnTo>
                  <a:pt x="560721" y="509769"/>
                </a:lnTo>
                <a:close/>
                <a:moveTo>
                  <a:pt x="683162" y="508881"/>
                </a:moveTo>
                <a:lnTo>
                  <a:pt x="717646" y="508881"/>
                </a:lnTo>
                <a:lnTo>
                  <a:pt x="717646" y="509769"/>
                </a:lnTo>
                <a:lnTo>
                  <a:pt x="683162" y="509769"/>
                </a:lnTo>
                <a:close/>
                <a:moveTo>
                  <a:pt x="726641" y="507993"/>
                </a:moveTo>
                <a:lnTo>
                  <a:pt x="765623" y="507993"/>
                </a:lnTo>
                <a:lnTo>
                  <a:pt x="765623" y="509769"/>
                </a:lnTo>
                <a:lnTo>
                  <a:pt x="726641" y="509769"/>
                </a:lnTo>
                <a:close/>
                <a:moveTo>
                  <a:pt x="94445" y="508881"/>
                </a:moveTo>
                <a:lnTo>
                  <a:pt x="254868" y="508881"/>
                </a:lnTo>
                <a:lnTo>
                  <a:pt x="254868" y="509769"/>
                </a:lnTo>
                <a:lnTo>
                  <a:pt x="94445" y="509769"/>
                </a:lnTo>
                <a:close/>
                <a:moveTo>
                  <a:pt x="261365" y="508881"/>
                </a:moveTo>
                <a:lnTo>
                  <a:pt x="559222" y="508881"/>
                </a:lnTo>
                <a:lnTo>
                  <a:pt x="559222" y="509769"/>
                </a:lnTo>
                <a:lnTo>
                  <a:pt x="261365" y="509769"/>
                </a:lnTo>
                <a:close/>
                <a:moveTo>
                  <a:pt x="726141" y="509769"/>
                </a:moveTo>
                <a:lnTo>
                  <a:pt x="765623" y="509769"/>
                </a:lnTo>
                <a:lnTo>
                  <a:pt x="765623" y="510657"/>
                </a:lnTo>
                <a:lnTo>
                  <a:pt x="726141" y="510657"/>
                </a:lnTo>
                <a:close/>
                <a:moveTo>
                  <a:pt x="683162" y="509769"/>
                </a:moveTo>
                <a:lnTo>
                  <a:pt x="717146" y="509769"/>
                </a:lnTo>
                <a:lnTo>
                  <a:pt x="717146" y="510657"/>
                </a:lnTo>
                <a:lnTo>
                  <a:pt x="683162" y="510657"/>
                </a:lnTo>
                <a:close/>
                <a:moveTo>
                  <a:pt x="726141" y="510657"/>
                </a:moveTo>
                <a:lnTo>
                  <a:pt x="765123" y="510657"/>
                </a:lnTo>
                <a:lnTo>
                  <a:pt x="765123" y="511545"/>
                </a:lnTo>
                <a:lnTo>
                  <a:pt x="726141" y="511545"/>
                </a:lnTo>
                <a:close/>
                <a:moveTo>
                  <a:pt x="94445" y="509769"/>
                </a:moveTo>
                <a:lnTo>
                  <a:pt x="673167" y="509769"/>
                </a:lnTo>
                <a:lnTo>
                  <a:pt x="673167" y="511545"/>
                </a:lnTo>
                <a:lnTo>
                  <a:pt x="94445" y="511545"/>
                </a:lnTo>
                <a:close/>
                <a:moveTo>
                  <a:pt x="683162" y="510657"/>
                </a:moveTo>
                <a:lnTo>
                  <a:pt x="716646" y="510657"/>
                </a:lnTo>
                <a:lnTo>
                  <a:pt x="716646" y="512433"/>
                </a:lnTo>
                <a:lnTo>
                  <a:pt x="683162" y="512433"/>
                </a:lnTo>
                <a:close/>
                <a:moveTo>
                  <a:pt x="725642" y="511545"/>
                </a:moveTo>
                <a:lnTo>
                  <a:pt x="765123" y="511545"/>
                </a:lnTo>
                <a:lnTo>
                  <a:pt x="765123" y="512433"/>
                </a:lnTo>
                <a:lnTo>
                  <a:pt x="725642" y="512433"/>
                </a:lnTo>
                <a:close/>
                <a:moveTo>
                  <a:pt x="683662" y="512433"/>
                </a:moveTo>
                <a:lnTo>
                  <a:pt x="716146" y="512433"/>
                </a:lnTo>
                <a:lnTo>
                  <a:pt x="716146" y="513321"/>
                </a:lnTo>
                <a:lnTo>
                  <a:pt x="683662" y="513321"/>
                </a:lnTo>
                <a:close/>
                <a:moveTo>
                  <a:pt x="684162" y="513321"/>
                </a:moveTo>
                <a:lnTo>
                  <a:pt x="715646" y="513321"/>
                </a:lnTo>
                <a:lnTo>
                  <a:pt x="715646" y="514210"/>
                </a:lnTo>
                <a:lnTo>
                  <a:pt x="684162" y="514210"/>
                </a:lnTo>
                <a:close/>
                <a:moveTo>
                  <a:pt x="790611" y="508881"/>
                </a:moveTo>
                <a:lnTo>
                  <a:pt x="793609" y="508881"/>
                </a:lnTo>
                <a:lnTo>
                  <a:pt x="793609" y="514210"/>
                </a:lnTo>
                <a:lnTo>
                  <a:pt x="790611" y="514210"/>
                </a:lnTo>
                <a:close/>
                <a:moveTo>
                  <a:pt x="684162" y="514210"/>
                </a:moveTo>
                <a:lnTo>
                  <a:pt x="715147" y="514210"/>
                </a:lnTo>
                <a:lnTo>
                  <a:pt x="715147" y="515098"/>
                </a:lnTo>
                <a:lnTo>
                  <a:pt x="684162" y="515098"/>
                </a:lnTo>
                <a:close/>
                <a:moveTo>
                  <a:pt x="754628" y="512433"/>
                </a:moveTo>
                <a:lnTo>
                  <a:pt x="764623" y="512433"/>
                </a:lnTo>
                <a:lnTo>
                  <a:pt x="764623" y="515098"/>
                </a:lnTo>
                <a:lnTo>
                  <a:pt x="754628" y="515098"/>
                </a:lnTo>
                <a:close/>
                <a:moveTo>
                  <a:pt x="94445" y="511545"/>
                </a:moveTo>
                <a:lnTo>
                  <a:pt x="673667" y="511545"/>
                </a:lnTo>
                <a:lnTo>
                  <a:pt x="673667" y="515986"/>
                </a:lnTo>
                <a:lnTo>
                  <a:pt x="94445" y="515986"/>
                </a:lnTo>
                <a:close/>
                <a:moveTo>
                  <a:pt x="685161" y="515098"/>
                </a:moveTo>
                <a:lnTo>
                  <a:pt x="704652" y="515098"/>
                </a:lnTo>
                <a:lnTo>
                  <a:pt x="704652" y="515986"/>
                </a:lnTo>
                <a:lnTo>
                  <a:pt x="685161" y="515986"/>
                </a:lnTo>
                <a:close/>
                <a:moveTo>
                  <a:pt x="801605" y="483126"/>
                </a:moveTo>
                <a:lnTo>
                  <a:pt x="1000000" y="483126"/>
                </a:lnTo>
                <a:lnTo>
                  <a:pt x="1000000" y="515986"/>
                </a:lnTo>
                <a:lnTo>
                  <a:pt x="801605" y="515986"/>
                </a:lnTo>
                <a:close/>
                <a:moveTo>
                  <a:pt x="705152" y="515098"/>
                </a:moveTo>
                <a:lnTo>
                  <a:pt x="715147" y="515098"/>
                </a:lnTo>
                <a:lnTo>
                  <a:pt x="715147" y="515986"/>
                </a:lnTo>
                <a:lnTo>
                  <a:pt x="705152" y="515986"/>
                </a:lnTo>
                <a:close/>
                <a:moveTo>
                  <a:pt x="801605" y="515986"/>
                </a:moveTo>
                <a:lnTo>
                  <a:pt x="803105" y="515986"/>
                </a:lnTo>
                <a:lnTo>
                  <a:pt x="803105" y="516874"/>
                </a:lnTo>
                <a:lnTo>
                  <a:pt x="801605" y="516874"/>
                </a:lnTo>
                <a:close/>
                <a:moveTo>
                  <a:pt x="804604" y="515986"/>
                </a:moveTo>
                <a:lnTo>
                  <a:pt x="1000000" y="515986"/>
                </a:lnTo>
                <a:lnTo>
                  <a:pt x="1000000" y="516874"/>
                </a:lnTo>
                <a:lnTo>
                  <a:pt x="804604" y="516874"/>
                </a:lnTo>
                <a:close/>
                <a:moveTo>
                  <a:pt x="754628" y="515098"/>
                </a:moveTo>
                <a:lnTo>
                  <a:pt x="764123" y="515098"/>
                </a:lnTo>
                <a:lnTo>
                  <a:pt x="764123" y="516874"/>
                </a:lnTo>
                <a:lnTo>
                  <a:pt x="754628" y="516874"/>
                </a:lnTo>
                <a:close/>
                <a:moveTo>
                  <a:pt x="706151" y="515986"/>
                </a:moveTo>
                <a:lnTo>
                  <a:pt x="715646" y="515986"/>
                </a:lnTo>
                <a:lnTo>
                  <a:pt x="715646" y="516874"/>
                </a:lnTo>
                <a:lnTo>
                  <a:pt x="706151" y="516874"/>
                </a:lnTo>
                <a:close/>
                <a:moveTo>
                  <a:pt x="686161" y="515986"/>
                </a:moveTo>
                <a:lnTo>
                  <a:pt x="704152" y="515986"/>
                </a:lnTo>
                <a:lnTo>
                  <a:pt x="704152" y="516874"/>
                </a:lnTo>
                <a:lnTo>
                  <a:pt x="686161" y="516874"/>
                </a:lnTo>
                <a:close/>
                <a:moveTo>
                  <a:pt x="689659" y="516874"/>
                </a:moveTo>
                <a:lnTo>
                  <a:pt x="703652" y="516874"/>
                </a:lnTo>
                <a:lnTo>
                  <a:pt x="703652" y="517762"/>
                </a:lnTo>
                <a:lnTo>
                  <a:pt x="689659" y="517762"/>
                </a:lnTo>
                <a:close/>
                <a:moveTo>
                  <a:pt x="805104" y="516874"/>
                </a:moveTo>
                <a:lnTo>
                  <a:pt x="1000000" y="516874"/>
                </a:lnTo>
                <a:lnTo>
                  <a:pt x="1000000" y="517762"/>
                </a:lnTo>
                <a:lnTo>
                  <a:pt x="805104" y="517762"/>
                </a:lnTo>
                <a:close/>
                <a:moveTo>
                  <a:pt x="707151" y="516874"/>
                </a:moveTo>
                <a:lnTo>
                  <a:pt x="716646" y="516874"/>
                </a:lnTo>
                <a:lnTo>
                  <a:pt x="716646" y="517762"/>
                </a:lnTo>
                <a:lnTo>
                  <a:pt x="707151" y="517762"/>
                </a:lnTo>
                <a:close/>
                <a:moveTo>
                  <a:pt x="94445" y="515986"/>
                </a:moveTo>
                <a:lnTo>
                  <a:pt x="674166" y="515986"/>
                </a:lnTo>
                <a:lnTo>
                  <a:pt x="674166" y="517762"/>
                </a:lnTo>
                <a:lnTo>
                  <a:pt x="94445" y="517762"/>
                </a:lnTo>
                <a:close/>
                <a:moveTo>
                  <a:pt x="801605" y="516874"/>
                </a:moveTo>
                <a:lnTo>
                  <a:pt x="802605" y="516874"/>
                </a:lnTo>
                <a:lnTo>
                  <a:pt x="802605" y="517762"/>
                </a:lnTo>
                <a:lnTo>
                  <a:pt x="801605" y="517762"/>
                </a:lnTo>
                <a:close/>
                <a:moveTo>
                  <a:pt x="805603" y="517762"/>
                </a:moveTo>
                <a:lnTo>
                  <a:pt x="1000000" y="517762"/>
                </a:lnTo>
                <a:lnTo>
                  <a:pt x="1000000" y="518650"/>
                </a:lnTo>
                <a:lnTo>
                  <a:pt x="805603" y="518650"/>
                </a:lnTo>
                <a:close/>
                <a:moveTo>
                  <a:pt x="754628" y="516874"/>
                </a:moveTo>
                <a:lnTo>
                  <a:pt x="763623" y="516874"/>
                </a:lnTo>
                <a:lnTo>
                  <a:pt x="763623" y="518650"/>
                </a:lnTo>
                <a:lnTo>
                  <a:pt x="754628" y="518650"/>
                </a:lnTo>
                <a:close/>
                <a:moveTo>
                  <a:pt x="801605" y="517762"/>
                </a:moveTo>
                <a:lnTo>
                  <a:pt x="802105" y="517762"/>
                </a:lnTo>
                <a:lnTo>
                  <a:pt x="802105" y="518650"/>
                </a:lnTo>
                <a:lnTo>
                  <a:pt x="801605" y="518650"/>
                </a:lnTo>
                <a:close/>
                <a:moveTo>
                  <a:pt x="790111" y="514210"/>
                </a:moveTo>
                <a:lnTo>
                  <a:pt x="793609" y="514210"/>
                </a:lnTo>
                <a:lnTo>
                  <a:pt x="793609" y="518650"/>
                </a:lnTo>
                <a:lnTo>
                  <a:pt x="790111" y="518650"/>
                </a:lnTo>
                <a:close/>
                <a:moveTo>
                  <a:pt x="708150" y="517762"/>
                </a:moveTo>
                <a:lnTo>
                  <a:pt x="717146" y="517762"/>
                </a:lnTo>
                <a:lnTo>
                  <a:pt x="717146" y="518650"/>
                </a:lnTo>
                <a:lnTo>
                  <a:pt x="708150" y="518650"/>
                </a:lnTo>
                <a:close/>
                <a:moveTo>
                  <a:pt x="709150" y="518650"/>
                </a:moveTo>
                <a:lnTo>
                  <a:pt x="718145" y="518650"/>
                </a:lnTo>
                <a:lnTo>
                  <a:pt x="718145" y="519538"/>
                </a:lnTo>
                <a:lnTo>
                  <a:pt x="709150" y="519538"/>
                </a:lnTo>
                <a:close/>
                <a:moveTo>
                  <a:pt x="694157" y="517762"/>
                </a:moveTo>
                <a:lnTo>
                  <a:pt x="703152" y="517762"/>
                </a:lnTo>
                <a:lnTo>
                  <a:pt x="703152" y="519538"/>
                </a:lnTo>
                <a:lnTo>
                  <a:pt x="694157" y="519538"/>
                </a:lnTo>
                <a:close/>
                <a:moveTo>
                  <a:pt x="94445" y="517762"/>
                </a:moveTo>
                <a:lnTo>
                  <a:pt x="674666" y="517762"/>
                </a:lnTo>
                <a:lnTo>
                  <a:pt x="674666" y="519538"/>
                </a:lnTo>
                <a:lnTo>
                  <a:pt x="94445" y="519538"/>
                </a:lnTo>
                <a:close/>
                <a:moveTo>
                  <a:pt x="806103" y="518650"/>
                </a:moveTo>
                <a:lnTo>
                  <a:pt x="1000000" y="518650"/>
                </a:lnTo>
                <a:lnTo>
                  <a:pt x="1000000" y="519538"/>
                </a:lnTo>
                <a:lnTo>
                  <a:pt x="806103" y="519538"/>
                </a:lnTo>
                <a:close/>
                <a:moveTo>
                  <a:pt x="710149" y="519538"/>
                </a:moveTo>
                <a:lnTo>
                  <a:pt x="719145" y="519538"/>
                </a:lnTo>
                <a:lnTo>
                  <a:pt x="719145" y="520426"/>
                </a:lnTo>
                <a:lnTo>
                  <a:pt x="710149" y="520426"/>
                </a:lnTo>
                <a:close/>
                <a:moveTo>
                  <a:pt x="694157" y="519538"/>
                </a:moveTo>
                <a:lnTo>
                  <a:pt x="702653" y="519538"/>
                </a:lnTo>
                <a:lnTo>
                  <a:pt x="702653" y="520426"/>
                </a:lnTo>
                <a:lnTo>
                  <a:pt x="694157" y="520426"/>
                </a:lnTo>
                <a:close/>
                <a:moveTo>
                  <a:pt x="754128" y="518650"/>
                </a:moveTo>
                <a:lnTo>
                  <a:pt x="763124" y="518650"/>
                </a:lnTo>
                <a:lnTo>
                  <a:pt x="763124" y="520426"/>
                </a:lnTo>
                <a:lnTo>
                  <a:pt x="754128" y="520426"/>
                </a:lnTo>
                <a:close/>
                <a:moveTo>
                  <a:pt x="806603" y="519538"/>
                </a:moveTo>
                <a:lnTo>
                  <a:pt x="1000000" y="519538"/>
                </a:lnTo>
                <a:lnTo>
                  <a:pt x="1000000" y="520426"/>
                </a:lnTo>
                <a:lnTo>
                  <a:pt x="806603" y="520426"/>
                </a:lnTo>
                <a:close/>
                <a:moveTo>
                  <a:pt x="807103" y="520426"/>
                </a:moveTo>
                <a:lnTo>
                  <a:pt x="1000000" y="520426"/>
                </a:lnTo>
                <a:lnTo>
                  <a:pt x="1000000" y="521314"/>
                </a:lnTo>
                <a:lnTo>
                  <a:pt x="807103" y="521314"/>
                </a:lnTo>
                <a:close/>
                <a:moveTo>
                  <a:pt x="94445" y="519538"/>
                </a:moveTo>
                <a:lnTo>
                  <a:pt x="675166" y="519538"/>
                </a:lnTo>
                <a:lnTo>
                  <a:pt x="675166" y="521314"/>
                </a:lnTo>
                <a:lnTo>
                  <a:pt x="94445" y="521314"/>
                </a:lnTo>
                <a:close/>
                <a:moveTo>
                  <a:pt x="710649" y="520426"/>
                </a:moveTo>
                <a:lnTo>
                  <a:pt x="719645" y="520426"/>
                </a:lnTo>
                <a:lnTo>
                  <a:pt x="719645" y="521314"/>
                </a:lnTo>
                <a:lnTo>
                  <a:pt x="710649" y="521314"/>
                </a:lnTo>
                <a:close/>
                <a:moveTo>
                  <a:pt x="694157" y="520426"/>
                </a:moveTo>
                <a:lnTo>
                  <a:pt x="702153" y="520426"/>
                </a:lnTo>
                <a:lnTo>
                  <a:pt x="702153" y="521314"/>
                </a:lnTo>
                <a:lnTo>
                  <a:pt x="694157" y="521314"/>
                </a:lnTo>
                <a:close/>
                <a:moveTo>
                  <a:pt x="722643" y="519538"/>
                </a:moveTo>
                <a:lnTo>
                  <a:pt x="723143" y="519538"/>
                </a:lnTo>
                <a:lnTo>
                  <a:pt x="723143" y="521314"/>
                </a:lnTo>
                <a:lnTo>
                  <a:pt x="722643" y="521314"/>
                </a:lnTo>
                <a:close/>
                <a:moveTo>
                  <a:pt x="694157" y="521314"/>
                </a:moveTo>
                <a:lnTo>
                  <a:pt x="701653" y="521314"/>
                </a:lnTo>
                <a:lnTo>
                  <a:pt x="701653" y="522202"/>
                </a:lnTo>
                <a:lnTo>
                  <a:pt x="694157" y="522202"/>
                </a:lnTo>
                <a:close/>
                <a:moveTo>
                  <a:pt x="807602" y="521314"/>
                </a:moveTo>
                <a:lnTo>
                  <a:pt x="1000000" y="521314"/>
                </a:lnTo>
                <a:lnTo>
                  <a:pt x="1000000" y="522202"/>
                </a:lnTo>
                <a:lnTo>
                  <a:pt x="807602" y="522202"/>
                </a:lnTo>
                <a:close/>
                <a:moveTo>
                  <a:pt x="722143" y="521314"/>
                </a:moveTo>
                <a:lnTo>
                  <a:pt x="723143" y="521314"/>
                </a:lnTo>
                <a:lnTo>
                  <a:pt x="723143" y="522202"/>
                </a:lnTo>
                <a:lnTo>
                  <a:pt x="722143" y="522202"/>
                </a:lnTo>
                <a:close/>
                <a:moveTo>
                  <a:pt x="94445" y="521314"/>
                </a:moveTo>
                <a:lnTo>
                  <a:pt x="675666" y="521314"/>
                </a:lnTo>
                <a:lnTo>
                  <a:pt x="675666" y="522202"/>
                </a:lnTo>
                <a:lnTo>
                  <a:pt x="94445" y="522202"/>
                </a:lnTo>
                <a:close/>
                <a:moveTo>
                  <a:pt x="711648" y="521314"/>
                </a:moveTo>
                <a:lnTo>
                  <a:pt x="720644" y="521314"/>
                </a:lnTo>
                <a:lnTo>
                  <a:pt x="720644" y="522202"/>
                </a:lnTo>
                <a:lnTo>
                  <a:pt x="711648" y="522202"/>
                </a:lnTo>
                <a:close/>
                <a:moveTo>
                  <a:pt x="754128" y="520426"/>
                </a:moveTo>
                <a:lnTo>
                  <a:pt x="762624" y="520426"/>
                </a:lnTo>
                <a:lnTo>
                  <a:pt x="762624" y="522202"/>
                </a:lnTo>
                <a:lnTo>
                  <a:pt x="754128" y="522202"/>
                </a:lnTo>
                <a:close/>
                <a:moveTo>
                  <a:pt x="808102" y="522202"/>
                </a:moveTo>
                <a:lnTo>
                  <a:pt x="1000000" y="522202"/>
                </a:lnTo>
                <a:lnTo>
                  <a:pt x="1000000" y="523091"/>
                </a:lnTo>
                <a:lnTo>
                  <a:pt x="808102" y="523091"/>
                </a:lnTo>
                <a:close/>
                <a:moveTo>
                  <a:pt x="721644" y="522202"/>
                </a:moveTo>
                <a:lnTo>
                  <a:pt x="723143" y="522202"/>
                </a:lnTo>
                <a:lnTo>
                  <a:pt x="723143" y="523091"/>
                </a:lnTo>
                <a:lnTo>
                  <a:pt x="721644" y="523091"/>
                </a:lnTo>
                <a:close/>
                <a:moveTo>
                  <a:pt x="789611" y="518650"/>
                </a:moveTo>
                <a:lnTo>
                  <a:pt x="793609" y="518650"/>
                </a:lnTo>
                <a:lnTo>
                  <a:pt x="793609" y="523091"/>
                </a:lnTo>
                <a:lnTo>
                  <a:pt x="789611" y="523091"/>
                </a:lnTo>
                <a:close/>
                <a:moveTo>
                  <a:pt x="712148" y="522202"/>
                </a:moveTo>
                <a:lnTo>
                  <a:pt x="721144" y="522202"/>
                </a:lnTo>
                <a:lnTo>
                  <a:pt x="721144" y="523091"/>
                </a:lnTo>
                <a:lnTo>
                  <a:pt x="712148" y="523091"/>
                </a:lnTo>
                <a:close/>
                <a:moveTo>
                  <a:pt x="754128" y="522202"/>
                </a:moveTo>
                <a:lnTo>
                  <a:pt x="762124" y="522202"/>
                </a:lnTo>
                <a:lnTo>
                  <a:pt x="762124" y="523091"/>
                </a:lnTo>
                <a:lnTo>
                  <a:pt x="754128" y="523091"/>
                </a:lnTo>
                <a:close/>
                <a:moveTo>
                  <a:pt x="94445" y="522202"/>
                </a:moveTo>
                <a:lnTo>
                  <a:pt x="676165" y="522202"/>
                </a:lnTo>
                <a:lnTo>
                  <a:pt x="676165" y="523091"/>
                </a:lnTo>
                <a:lnTo>
                  <a:pt x="94445" y="523091"/>
                </a:lnTo>
                <a:close/>
                <a:moveTo>
                  <a:pt x="713148" y="523091"/>
                </a:moveTo>
                <a:lnTo>
                  <a:pt x="723143" y="523091"/>
                </a:lnTo>
                <a:lnTo>
                  <a:pt x="723143" y="523979"/>
                </a:lnTo>
                <a:lnTo>
                  <a:pt x="713148" y="523979"/>
                </a:lnTo>
                <a:close/>
                <a:moveTo>
                  <a:pt x="94445" y="523091"/>
                </a:moveTo>
                <a:lnTo>
                  <a:pt x="676665" y="523091"/>
                </a:lnTo>
                <a:lnTo>
                  <a:pt x="676665" y="523979"/>
                </a:lnTo>
                <a:lnTo>
                  <a:pt x="94445" y="523979"/>
                </a:lnTo>
                <a:close/>
                <a:moveTo>
                  <a:pt x="808602" y="523091"/>
                </a:moveTo>
                <a:lnTo>
                  <a:pt x="1000000" y="523091"/>
                </a:lnTo>
                <a:lnTo>
                  <a:pt x="1000000" y="523979"/>
                </a:lnTo>
                <a:lnTo>
                  <a:pt x="808602" y="523979"/>
                </a:lnTo>
                <a:close/>
                <a:moveTo>
                  <a:pt x="694157" y="522202"/>
                </a:moveTo>
                <a:lnTo>
                  <a:pt x="701153" y="522202"/>
                </a:lnTo>
                <a:lnTo>
                  <a:pt x="701153" y="523979"/>
                </a:lnTo>
                <a:lnTo>
                  <a:pt x="694157" y="523979"/>
                </a:lnTo>
                <a:close/>
                <a:moveTo>
                  <a:pt x="754128" y="523091"/>
                </a:moveTo>
                <a:lnTo>
                  <a:pt x="761624" y="523091"/>
                </a:lnTo>
                <a:lnTo>
                  <a:pt x="761624" y="524867"/>
                </a:lnTo>
                <a:lnTo>
                  <a:pt x="754128" y="524867"/>
                </a:lnTo>
                <a:close/>
                <a:moveTo>
                  <a:pt x="694157" y="523979"/>
                </a:moveTo>
                <a:lnTo>
                  <a:pt x="700654" y="523979"/>
                </a:lnTo>
                <a:lnTo>
                  <a:pt x="700654" y="524867"/>
                </a:lnTo>
                <a:lnTo>
                  <a:pt x="694157" y="524867"/>
                </a:lnTo>
                <a:close/>
                <a:moveTo>
                  <a:pt x="713647" y="523979"/>
                </a:moveTo>
                <a:lnTo>
                  <a:pt x="723143" y="523979"/>
                </a:lnTo>
                <a:lnTo>
                  <a:pt x="723143" y="524867"/>
                </a:lnTo>
                <a:lnTo>
                  <a:pt x="713647" y="524867"/>
                </a:lnTo>
                <a:close/>
                <a:moveTo>
                  <a:pt x="94445" y="523979"/>
                </a:moveTo>
                <a:lnTo>
                  <a:pt x="677165" y="523979"/>
                </a:lnTo>
                <a:lnTo>
                  <a:pt x="677165" y="524867"/>
                </a:lnTo>
                <a:lnTo>
                  <a:pt x="94445" y="524867"/>
                </a:lnTo>
                <a:close/>
                <a:moveTo>
                  <a:pt x="809102" y="523979"/>
                </a:moveTo>
                <a:lnTo>
                  <a:pt x="1000000" y="523979"/>
                </a:lnTo>
                <a:lnTo>
                  <a:pt x="1000000" y="524867"/>
                </a:lnTo>
                <a:lnTo>
                  <a:pt x="809102" y="524867"/>
                </a:lnTo>
                <a:close/>
                <a:moveTo>
                  <a:pt x="754128" y="524867"/>
                </a:moveTo>
                <a:lnTo>
                  <a:pt x="761125" y="524867"/>
                </a:lnTo>
                <a:lnTo>
                  <a:pt x="761125" y="525755"/>
                </a:lnTo>
                <a:lnTo>
                  <a:pt x="754128" y="525755"/>
                </a:lnTo>
                <a:close/>
                <a:moveTo>
                  <a:pt x="94445" y="524867"/>
                </a:moveTo>
                <a:lnTo>
                  <a:pt x="677665" y="524867"/>
                </a:lnTo>
                <a:lnTo>
                  <a:pt x="677665" y="525755"/>
                </a:lnTo>
                <a:lnTo>
                  <a:pt x="94445" y="525755"/>
                </a:lnTo>
                <a:close/>
                <a:moveTo>
                  <a:pt x="809601" y="524867"/>
                </a:moveTo>
                <a:lnTo>
                  <a:pt x="1000000" y="524867"/>
                </a:lnTo>
                <a:lnTo>
                  <a:pt x="1000000" y="525755"/>
                </a:lnTo>
                <a:lnTo>
                  <a:pt x="809601" y="525755"/>
                </a:lnTo>
                <a:close/>
                <a:moveTo>
                  <a:pt x="789111" y="523091"/>
                </a:moveTo>
                <a:lnTo>
                  <a:pt x="793609" y="523091"/>
                </a:lnTo>
                <a:lnTo>
                  <a:pt x="793609" y="525755"/>
                </a:lnTo>
                <a:lnTo>
                  <a:pt x="789111" y="525755"/>
                </a:lnTo>
                <a:close/>
                <a:moveTo>
                  <a:pt x="714647" y="524867"/>
                </a:moveTo>
                <a:lnTo>
                  <a:pt x="723143" y="524867"/>
                </a:lnTo>
                <a:lnTo>
                  <a:pt x="723143" y="525755"/>
                </a:lnTo>
                <a:lnTo>
                  <a:pt x="714647" y="525755"/>
                </a:lnTo>
                <a:close/>
                <a:moveTo>
                  <a:pt x="694157" y="524867"/>
                </a:moveTo>
                <a:lnTo>
                  <a:pt x="701153" y="524867"/>
                </a:lnTo>
                <a:lnTo>
                  <a:pt x="701153" y="525755"/>
                </a:lnTo>
                <a:lnTo>
                  <a:pt x="694157" y="525755"/>
                </a:lnTo>
                <a:close/>
                <a:moveTo>
                  <a:pt x="694157" y="525755"/>
                </a:moveTo>
                <a:lnTo>
                  <a:pt x="702153" y="525755"/>
                </a:lnTo>
                <a:lnTo>
                  <a:pt x="702153" y="526643"/>
                </a:lnTo>
                <a:lnTo>
                  <a:pt x="694157" y="526643"/>
                </a:lnTo>
                <a:close/>
                <a:moveTo>
                  <a:pt x="810101" y="525755"/>
                </a:moveTo>
                <a:lnTo>
                  <a:pt x="1000000" y="525755"/>
                </a:lnTo>
                <a:lnTo>
                  <a:pt x="1000000" y="526643"/>
                </a:lnTo>
                <a:lnTo>
                  <a:pt x="810101" y="526643"/>
                </a:lnTo>
                <a:close/>
                <a:moveTo>
                  <a:pt x="94445" y="525755"/>
                </a:moveTo>
                <a:lnTo>
                  <a:pt x="678664" y="525755"/>
                </a:lnTo>
                <a:lnTo>
                  <a:pt x="678664" y="526643"/>
                </a:lnTo>
                <a:lnTo>
                  <a:pt x="94445" y="526643"/>
                </a:lnTo>
                <a:close/>
                <a:moveTo>
                  <a:pt x="694157" y="526643"/>
                </a:moveTo>
                <a:lnTo>
                  <a:pt x="702653" y="526643"/>
                </a:lnTo>
                <a:lnTo>
                  <a:pt x="702653" y="527531"/>
                </a:lnTo>
                <a:lnTo>
                  <a:pt x="694157" y="527531"/>
                </a:lnTo>
                <a:close/>
                <a:moveTo>
                  <a:pt x="754128" y="525755"/>
                </a:moveTo>
                <a:lnTo>
                  <a:pt x="760625" y="525755"/>
                </a:lnTo>
                <a:lnTo>
                  <a:pt x="760625" y="527531"/>
                </a:lnTo>
                <a:lnTo>
                  <a:pt x="754128" y="527531"/>
                </a:lnTo>
                <a:close/>
                <a:moveTo>
                  <a:pt x="810601" y="526643"/>
                </a:moveTo>
                <a:lnTo>
                  <a:pt x="1000000" y="526643"/>
                </a:lnTo>
                <a:lnTo>
                  <a:pt x="1000000" y="527531"/>
                </a:lnTo>
                <a:lnTo>
                  <a:pt x="810601" y="527531"/>
                </a:lnTo>
                <a:close/>
                <a:moveTo>
                  <a:pt x="94445" y="526643"/>
                </a:moveTo>
                <a:lnTo>
                  <a:pt x="679664" y="526643"/>
                </a:lnTo>
                <a:lnTo>
                  <a:pt x="679664" y="527531"/>
                </a:lnTo>
                <a:lnTo>
                  <a:pt x="94445" y="527531"/>
                </a:lnTo>
                <a:close/>
                <a:moveTo>
                  <a:pt x="715147" y="525755"/>
                </a:moveTo>
                <a:lnTo>
                  <a:pt x="722643" y="525755"/>
                </a:lnTo>
                <a:lnTo>
                  <a:pt x="722643" y="527531"/>
                </a:lnTo>
                <a:lnTo>
                  <a:pt x="715147" y="527531"/>
                </a:lnTo>
                <a:close/>
                <a:moveTo>
                  <a:pt x="94445" y="527531"/>
                </a:moveTo>
                <a:lnTo>
                  <a:pt x="681663" y="527531"/>
                </a:lnTo>
                <a:lnTo>
                  <a:pt x="681663" y="528419"/>
                </a:lnTo>
                <a:lnTo>
                  <a:pt x="94445" y="528419"/>
                </a:lnTo>
                <a:close/>
                <a:moveTo>
                  <a:pt x="754128" y="527531"/>
                </a:moveTo>
                <a:lnTo>
                  <a:pt x="760125" y="527531"/>
                </a:lnTo>
                <a:lnTo>
                  <a:pt x="760125" y="528419"/>
                </a:lnTo>
                <a:lnTo>
                  <a:pt x="754128" y="528419"/>
                </a:lnTo>
                <a:close/>
                <a:moveTo>
                  <a:pt x="811101" y="527531"/>
                </a:moveTo>
                <a:lnTo>
                  <a:pt x="1000000" y="527531"/>
                </a:lnTo>
                <a:lnTo>
                  <a:pt x="1000000" y="528419"/>
                </a:lnTo>
                <a:lnTo>
                  <a:pt x="811101" y="528419"/>
                </a:lnTo>
                <a:close/>
                <a:moveTo>
                  <a:pt x="694157" y="527531"/>
                </a:moveTo>
                <a:lnTo>
                  <a:pt x="703652" y="527531"/>
                </a:lnTo>
                <a:lnTo>
                  <a:pt x="703652" y="528419"/>
                </a:lnTo>
                <a:lnTo>
                  <a:pt x="694157" y="528419"/>
                </a:lnTo>
                <a:close/>
                <a:moveTo>
                  <a:pt x="788611" y="525755"/>
                </a:moveTo>
                <a:lnTo>
                  <a:pt x="793609" y="525755"/>
                </a:lnTo>
                <a:lnTo>
                  <a:pt x="793609" y="529307"/>
                </a:lnTo>
                <a:lnTo>
                  <a:pt x="788611" y="529307"/>
                </a:lnTo>
                <a:close/>
                <a:moveTo>
                  <a:pt x="94445" y="528419"/>
                </a:moveTo>
                <a:lnTo>
                  <a:pt x="704652" y="528419"/>
                </a:lnTo>
                <a:lnTo>
                  <a:pt x="704652" y="529307"/>
                </a:lnTo>
                <a:lnTo>
                  <a:pt x="94445" y="529307"/>
                </a:lnTo>
                <a:close/>
                <a:moveTo>
                  <a:pt x="811600" y="528419"/>
                </a:moveTo>
                <a:lnTo>
                  <a:pt x="1000000" y="528419"/>
                </a:lnTo>
                <a:lnTo>
                  <a:pt x="1000000" y="529307"/>
                </a:lnTo>
                <a:lnTo>
                  <a:pt x="811600" y="529307"/>
                </a:lnTo>
                <a:close/>
                <a:moveTo>
                  <a:pt x="714647" y="527531"/>
                </a:moveTo>
                <a:lnTo>
                  <a:pt x="722643" y="527531"/>
                </a:lnTo>
                <a:lnTo>
                  <a:pt x="722643" y="529307"/>
                </a:lnTo>
                <a:lnTo>
                  <a:pt x="714647" y="529307"/>
                </a:lnTo>
                <a:close/>
                <a:moveTo>
                  <a:pt x="754128" y="528419"/>
                </a:moveTo>
                <a:lnTo>
                  <a:pt x="759625" y="528419"/>
                </a:lnTo>
                <a:lnTo>
                  <a:pt x="759625" y="529307"/>
                </a:lnTo>
                <a:lnTo>
                  <a:pt x="754128" y="529307"/>
                </a:lnTo>
                <a:close/>
                <a:moveTo>
                  <a:pt x="94445" y="529307"/>
                </a:moveTo>
                <a:lnTo>
                  <a:pt x="705152" y="529307"/>
                </a:lnTo>
                <a:lnTo>
                  <a:pt x="705152" y="530195"/>
                </a:lnTo>
                <a:lnTo>
                  <a:pt x="94445" y="530195"/>
                </a:lnTo>
                <a:close/>
                <a:moveTo>
                  <a:pt x="812100" y="529307"/>
                </a:moveTo>
                <a:lnTo>
                  <a:pt x="1000000" y="529307"/>
                </a:lnTo>
                <a:lnTo>
                  <a:pt x="1000000" y="530195"/>
                </a:lnTo>
                <a:lnTo>
                  <a:pt x="812100" y="530195"/>
                </a:lnTo>
                <a:close/>
                <a:moveTo>
                  <a:pt x="714147" y="529307"/>
                </a:moveTo>
                <a:lnTo>
                  <a:pt x="722643" y="529307"/>
                </a:lnTo>
                <a:lnTo>
                  <a:pt x="722643" y="530195"/>
                </a:lnTo>
                <a:lnTo>
                  <a:pt x="714147" y="530195"/>
                </a:lnTo>
                <a:close/>
                <a:moveTo>
                  <a:pt x="754128" y="529307"/>
                </a:moveTo>
                <a:lnTo>
                  <a:pt x="759126" y="529307"/>
                </a:lnTo>
                <a:lnTo>
                  <a:pt x="759126" y="530195"/>
                </a:lnTo>
                <a:lnTo>
                  <a:pt x="754128" y="530195"/>
                </a:lnTo>
                <a:close/>
                <a:moveTo>
                  <a:pt x="754128" y="530195"/>
                </a:moveTo>
                <a:lnTo>
                  <a:pt x="758626" y="530195"/>
                </a:lnTo>
                <a:lnTo>
                  <a:pt x="758626" y="531083"/>
                </a:lnTo>
                <a:lnTo>
                  <a:pt x="754128" y="531083"/>
                </a:lnTo>
                <a:close/>
                <a:moveTo>
                  <a:pt x="713647" y="530195"/>
                </a:moveTo>
                <a:lnTo>
                  <a:pt x="722643" y="530195"/>
                </a:lnTo>
                <a:lnTo>
                  <a:pt x="722643" y="531083"/>
                </a:lnTo>
                <a:lnTo>
                  <a:pt x="713647" y="531083"/>
                </a:lnTo>
                <a:close/>
                <a:moveTo>
                  <a:pt x="812600" y="530195"/>
                </a:moveTo>
                <a:lnTo>
                  <a:pt x="1000000" y="530195"/>
                </a:lnTo>
                <a:lnTo>
                  <a:pt x="1000000" y="531083"/>
                </a:lnTo>
                <a:lnTo>
                  <a:pt x="812600" y="531083"/>
                </a:lnTo>
                <a:close/>
                <a:moveTo>
                  <a:pt x="94445" y="530195"/>
                </a:moveTo>
                <a:lnTo>
                  <a:pt x="706151" y="530195"/>
                </a:lnTo>
                <a:lnTo>
                  <a:pt x="706151" y="531083"/>
                </a:lnTo>
                <a:lnTo>
                  <a:pt x="94445" y="531083"/>
                </a:lnTo>
                <a:close/>
                <a:moveTo>
                  <a:pt x="713148" y="531083"/>
                </a:moveTo>
                <a:lnTo>
                  <a:pt x="722643" y="531083"/>
                </a:lnTo>
                <a:lnTo>
                  <a:pt x="722643" y="531972"/>
                </a:lnTo>
                <a:lnTo>
                  <a:pt x="713148" y="531972"/>
                </a:lnTo>
                <a:close/>
                <a:moveTo>
                  <a:pt x="754128" y="531083"/>
                </a:moveTo>
                <a:lnTo>
                  <a:pt x="759126" y="531083"/>
                </a:lnTo>
                <a:lnTo>
                  <a:pt x="759126" y="531972"/>
                </a:lnTo>
                <a:lnTo>
                  <a:pt x="754128" y="531972"/>
                </a:lnTo>
                <a:close/>
                <a:moveTo>
                  <a:pt x="813100" y="531083"/>
                </a:moveTo>
                <a:lnTo>
                  <a:pt x="1000000" y="531083"/>
                </a:lnTo>
                <a:lnTo>
                  <a:pt x="1000000" y="531972"/>
                </a:lnTo>
                <a:lnTo>
                  <a:pt x="813100" y="531972"/>
                </a:lnTo>
                <a:close/>
                <a:moveTo>
                  <a:pt x="801605" y="531083"/>
                </a:moveTo>
                <a:lnTo>
                  <a:pt x="802105" y="531083"/>
                </a:lnTo>
                <a:lnTo>
                  <a:pt x="802105" y="531972"/>
                </a:lnTo>
                <a:lnTo>
                  <a:pt x="801605" y="531972"/>
                </a:lnTo>
                <a:close/>
                <a:moveTo>
                  <a:pt x="94445" y="531083"/>
                </a:moveTo>
                <a:lnTo>
                  <a:pt x="706651" y="531083"/>
                </a:lnTo>
                <a:lnTo>
                  <a:pt x="706651" y="531972"/>
                </a:lnTo>
                <a:lnTo>
                  <a:pt x="94445" y="531972"/>
                </a:lnTo>
                <a:close/>
                <a:moveTo>
                  <a:pt x="94445" y="531972"/>
                </a:moveTo>
                <a:lnTo>
                  <a:pt x="707650" y="531972"/>
                </a:lnTo>
                <a:lnTo>
                  <a:pt x="707650" y="532860"/>
                </a:lnTo>
                <a:lnTo>
                  <a:pt x="94445" y="532860"/>
                </a:lnTo>
                <a:close/>
                <a:moveTo>
                  <a:pt x="788112" y="529307"/>
                </a:moveTo>
                <a:lnTo>
                  <a:pt x="793609" y="529307"/>
                </a:lnTo>
                <a:lnTo>
                  <a:pt x="793609" y="532860"/>
                </a:lnTo>
                <a:lnTo>
                  <a:pt x="788112" y="532860"/>
                </a:lnTo>
                <a:close/>
                <a:moveTo>
                  <a:pt x="813599" y="531972"/>
                </a:moveTo>
                <a:lnTo>
                  <a:pt x="1000000" y="531972"/>
                </a:lnTo>
                <a:lnTo>
                  <a:pt x="1000000" y="532860"/>
                </a:lnTo>
                <a:lnTo>
                  <a:pt x="813599" y="532860"/>
                </a:lnTo>
                <a:close/>
                <a:moveTo>
                  <a:pt x="801605" y="531972"/>
                </a:moveTo>
                <a:lnTo>
                  <a:pt x="802605" y="531972"/>
                </a:lnTo>
                <a:lnTo>
                  <a:pt x="802605" y="532860"/>
                </a:lnTo>
                <a:lnTo>
                  <a:pt x="801605" y="532860"/>
                </a:lnTo>
                <a:close/>
                <a:moveTo>
                  <a:pt x="754128" y="531972"/>
                </a:moveTo>
                <a:lnTo>
                  <a:pt x="759625" y="531972"/>
                </a:lnTo>
                <a:lnTo>
                  <a:pt x="759625" y="532860"/>
                </a:lnTo>
                <a:lnTo>
                  <a:pt x="754128" y="532860"/>
                </a:lnTo>
                <a:close/>
                <a:moveTo>
                  <a:pt x="712648" y="531972"/>
                </a:moveTo>
                <a:lnTo>
                  <a:pt x="722643" y="531972"/>
                </a:lnTo>
                <a:lnTo>
                  <a:pt x="722643" y="533748"/>
                </a:lnTo>
                <a:lnTo>
                  <a:pt x="712648" y="533748"/>
                </a:lnTo>
                <a:close/>
                <a:moveTo>
                  <a:pt x="94445" y="532860"/>
                </a:moveTo>
                <a:lnTo>
                  <a:pt x="708150" y="532860"/>
                </a:lnTo>
                <a:lnTo>
                  <a:pt x="708150" y="533748"/>
                </a:lnTo>
                <a:lnTo>
                  <a:pt x="94445" y="533748"/>
                </a:lnTo>
                <a:close/>
                <a:moveTo>
                  <a:pt x="801605" y="532860"/>
                </a:moveTo>
                <a:lnTo>
                  <a:pt x="803105" y="532860"/>
                </a:lnTo>
                <a:lnTo>
                  <a:pt x="803105" y="533748"/>
                </a:lnTo>
                <a:lnTo>
                  <a:pt x="801605" y="533748"/>
                </a:lnTo>
                <a:close/>
                <a:moveTo>
                  <a:pt x="754128" y="532860"/>
                </a:moveTo>
                <a:lnTo>
                  <a:pt x="760625" y="532860"/>
                </a:lnTo>
                <a:lnTo>
                  <a:pt x="760625" y="533748"/>
                </a:lnTo>
                <a:lnTo>
                  <a:pt x="754128" y="533748"/>
                </a:lnTo>
                <a:close/>
                <a:moveTo>
                  <a:pt x="814099" y="532860"/>
                </a:moveTo>
                <a:lnTo>
                  <a:pt x="1000000" y="532860"/>
                </a:lnTo>
                <a:lnTo>
                  <a:pt x="1000000" y="533748"/>
                </a:lnTo>
                <a:lnTo>
                  <a:pt x="814099" y="533748"/>
                </a:lnTo>
                <a:close/>
                <a:moveTo>
                  <a:pt x="801605" y="533748"/>
                </a:moveTo>
                <a:lnTo>
                  <a:pt x="803604" y="533748"/>
                </a:lnTo>
                <a:lnTo>
                  <a:pt x="803604" y="534636"/>
                </a:lnTo>
                <a:lnTo>
                  <a:pt x="801605" y="534636"/>
                </a:lnTo>
                <a:close/>
                <a:moveTo>
                  <a:pt x="712148" y="533748"/>
                </a:moveTo>
                <a:lnTo>
                  <a:pt x="716146" y="533748"/>
                </a:lnTo>
                <a:lnTo>
                  <a:pt x="716146" y="534636"/>
                </a:lnTo>
                <a:lnTo>
                  <a:pt x="712148" y="534636"/>
                </a:lnTo>
                <a:close/>
                <a:moveTo>
                  <a:pt x="814599" y="533748"/>
                </a:moveTo>
                <a:lnTo>
                  <a:pt x="1000000" y="533748"/>
                </a:lnTo>
                <a:lnTo>
                  <a:pt x="1000000" y="534636"/>
                </a:lnTo>
                <a:lnTo>
                  <a:pt x="814599" y="534636"/>
                </a:lnTo>
                <a:close/>
                <a:moveTo>
                  <a:pt x="758126" y="533748"/>
                </a:moveTo>
                <a:lnTo>
                  <a:pt x="761125" y="533748"/>
                </a:lnTo>
                <a:lnTo>
                  <a:pt x="761125" y="534636"/>
                </a:lnTo>
                <a:lnTo>
                  <a:pt x="758126" y="534636"/>
                </a:lnTo>
                <a:close/>
                <a:moveTo>
                  <a:pt x="94445" y="533748"/>
                </a:moveTo>
                <a:lnTo>
                  <a:pt x="708650" y="533748"/>
                </a:lnTo>
                <a:lnTo>
                  <a:pt x="708650" y="534636"/>
                </a:lnTo>
                <a:lnTo>
                  <a:pt x="94445" y="534636"/>
                </a:lnTo>
                <a:close/>
                <a:moveTo>
                  <a:pt x="815099" y="534636"/>
                </a:moveTo>
                <a:lnTo>
                  <a:pt x="1000000" y="534636"/>
                </a:lnTo>
                <a:lnTo>
                  <a:pt x="1000000" y="535524"/>
                </a:lnTo>
                <a:lnTo>
                  <a:pt x="815099" y="535524"/>
                </a:lnTo>
                <a:close/>
                <a:moveTo>
                  <a:pt x="758126" y="534636"/>
                </a:moveTo>
                <a:lnTo>
                  <a:pt x="762124" y="534636"/>
                </a:lnTo>
                <a:lnTo>
                  <a:pt x="762124" y="535524"/>
                </a:lnTo>
                <a:lnTo>
                  <a:pt x="758126" y="535524"/>
                </a:lnTo>
                <a:close/>
                <a:moveTo>
                  <a:pt x="94445" y="534636"/>
                </a:moveTo>
                <a:lnTo>
                  <a:pt x="709649" y="534636"/>
                </a:lnTo>
                <a:lnTo>
                  <a:pt x="709649" y="535524"/>
                </a:lnTo>
                <a:lnTo>
                  <a:pt x="94445" y="535524"/>
                </a:lnTo>
                <a:close/>
                <a:moveTo>
                  <a:pt x="711648" y="534636"/>
                </a:moveTo>
                <a:lnTo>
                  <a:pt x="716146" y="534636"/>
                </a:lnTo>
                <a:lnTo>
                  <a:pt x="716146" y="535524"/>
                </a:lnTo>
                <a:lnTo>
                  <a:pt x="711648" y="535524"/>
                </a:lnTo>
                <a:close/>
                <a:moveTo>
                  <a:pt x="767122" y="534636"/>
                </a:moveTo>
                <a:lnTo>
                  <a:pt x="767622" y="534636"/>
                </a:lnTo>
                <a:lnTo>
                  <a:pt x="767622" y="535524"/>
                </a:lnTo>
                <a:lnTo>
                  <a:pt x="767122" y="535524"/>
                </a:lnTo>
                <a:close/>
                <a:moveTo>
                  <a:pt x="787612" y="532860"/>
                </a:moveTo>
                <a:lnTo>
                  <a:pt x="793609" y="532860"/>
                </a:lnTo>
                <a:lnTo>
                  <a:pt x="793609" y="535524"/>
                </a:lnTo>
                <a:lnTo>
                  <a:pt x="787612" y="535524"/>
                </a:lnTo>
                <a:close/>
                <a:moveTo>
                  <a:pt x="801605" y="534636"/>
                </a:moveTo>
                <a:lnTo>
                  <a:pt x="804104" y="534636"/>
                </a:lnTo>
                <a:lnTo>
                  <a:pt x="804104" y="535524"/>
                </a:lnTo>
                <a:lnTo>
                  <a:pt x="801605" y="535524"/>
                </a:lnTo>
                <a:close/>
                <a:moveTo>
                  <a:pt x="801605" y="535524"/>
                </a:moveTo>
                <a:lnTo>
                  <a:pt x="804604" y="535524"/>
                </a:lnTo>
                <a:lnTo>
                  <a:pt x="804604" y="536412"/>
                </a:lnTo>
                <a:lnTo>
                  <a:pt x="801605" y="536412"/>
                </a:lnTo>
                <a:close/>
                <a:moveTo>
                  <a:pt x="766622" y="535524"/>
                </a:moveTo>
                <a:lnTo>
                  <a:pt x="767622" y="535524"/>
                </a:lnTo>
                <a:lnTo>
                  <a:pt x="767622" y="536412"/>
                </a:lnTo>
                <a:lnTo>
                  <a:pt x="766622" y="536412"/>
                </a:lnTo>
                <a:close/>
                <a:moveTo>
                  <a:pt x="94445" y="535524"/>
                </a:moveTo>
                <a:lnTo>
                  <a:pt x="710149" y="535524"/>
                </a:lnTo>
                <a:lnTo>
                  <a:pt x="710149" y="536412"/>
                </a:lnTo>
                <a:lnTo>
                  <a:pt x="94445" y="536412"/>
                </a:lnTo>
                <a:close/>
                <a:moveTo>
                  <a:pt x="815599" y="535524"/>
                </a:moveTo>
                <a:lnTo>
                  <a:pt x="1000000" y="535524"/>
                </a:lnTo>
                <a:lnTo>
                  <a:pt x="1000000" y="536412"/>
                </a:lnTo>
                <a:lnTo>
                  <a:pt x="815599" y="536412"/>
                </a:lnTo>
                <a:close/>
                <a:moveTo>
                  <a:pt x="758126" y="535524"/>
                </a:moveTo>
                <a:lnTo>
                  <a:pt x="762624" y="535524"/>
                </a:lnTo>
                <a:lnTo>
                  <a:pt x="762624" y="536412"/>
                </a:lnTo>
                <a:lnTo>
                  <a:pt x="758126" y="536412"/>
                </a:lnTo>
                <a:close/>
                <a:moveTo>
                  <a:pt x="766622" y="536412"/>
                </a:moveTo>
                <a:lnTo>
                  <a:pt x="768121" y="536412"/>
                </a:lnTo>
                <a:lnTo>
                  <a:pt x="768121" y="537300"/>
                </a:lnTo>
                <a:lnTo>
                  <a:pt x="766622" y="537300"/>
                </a:lnTo>
                <a:close/>
                <a:moveTo>
                  <a:pt x="94445" y="536412"/>
                </a:moveTo>
                <a:lnTo>
                  <a:pt x="710649" y="536412"/>
                </a:lnTo>
                <a:lnTo>
                  <a:pt x="710649" y="537300"/>
                </a:lnTo>
                <a:lnTo>
                  <a:pt x="94445" y="537300"/>
                </a:lnTo>
                <a:close/>
                <a:moveTo>
                  <a:pt x="711149" y="535524"/>
                </a:moveTo>
                <a:lnTo>
                  <a:pt x="716146" y="535524"/>
                </a:lnTo>
                <a:lnTo>
                  <a:pt x="716146" y="537300"/>
                </a:lnTo>
                <a:lnTo>
                  <a:pt x="711149" y="537300"/>
                </a:lnTo>
                <a:close/>
                <a:moveTo>
                  <a:pt x="801605" y="536412"/>
                </a:moveTo>
                <a:lnTo>
                  <a:pt x="805104" y="536412"/>
                </a:lnTo>
                <a:lnTo>
                  <a:pt x="805104" y="537300"/>
                </a:lnTo>
                <a:lnTo>
                  <a:pt x="801605" y="537300"/>
                </a:lnTo>
                <a:close/>
                <a:moveTo>
                  <a:pt x="758126" y="536412"/>
                </a:moveTo>
                <a:lnTo>
                  <a:pt x="763124" y="536412"/>
                </a:lnTo>
                <a:lnTo>
                  <a:pt x="763124" y="537300"/>
                </a:lnTo>
                <a:lnTo>
                  <a:pt x="758126" y="537300"/>
                </a:lnTo>
                <a:close/>
                <a:moveTo>
                  <a:pt x="766122" y="537300"/>
                </a:moveTo>
                <a:lnTo>
                  <a:pt x="768621" y="537300"/>
                </a:lnTo>
                <a:lnTo>
                  <a:pt x="768621" y="538188"/>
                </a:lnTo>
                <a:lnTo>
                  <a:pt x="766122" y="538188"/>
                </a:lnTo>
                <a:close/>
                <a:moveTo>
                  <a:pt x="758126" y="537300"/>
                </a:moveTo>
                <a:lnTo>
                  <a:pt x="763623" y="537300"/>
                </a:lnTo>
                <a:lnTo>
                  <a:pt x="763623" y="538188"/>
                </a:lnTo>
                <a:lnTo>
                  <a:pt x="758126" y="538188"/>
                </a:lnTo>
                <a:close/>
                <a:moveTo>
                  <a:pt x="94445" y="537300"/>
                </a:moveTo>
                <a:lnTo>
                  <a:pt x="716146" y="537300"/>
                </a:lnTo>
                <a:lnTo>
                  <a:pt x="716146" y="538188"/>
                </a:lnTo>
                <a:lnTo>
                  <a:pt x="94445" y="538188"/>
                </a:lnTo>
                <a:close/>
                <a:moveTo>
                  <a:pt x="816098" y="536412"/>
                </a:moveTo>
                <a:lnTo>
                  <a:pt x="1000000" y="536412"/>
                </a:lnTo>
                <a:lnTo>
                  <a:pt x="1000000" y="538188"/>
                </a:lnTo>
                <a:lnTo>
                  <a:pt x="816098" y="538188"/>
                </a:lnTo>
                <a:close/>
                <a:moveTo>
                  <a:pt x="787112" y="535524"/>
                </a:moveTo>
                <a:lnTo>
                  <a:pt x="793609" y="535524"/>
                </a:lnTo>
                <a:lnTo>
                  <a:pt x="793609" y="538188"/>
                </a:lnTo>
                <a:lnTo>
                  <a:pt x="787112" y="538188"/>
                </a:lnTo>
                <a:close/>
                <a:moveTo>
                  <a:pt x="459769" y="538188"/>
                </a:moveTo>
                <a:lnTo>
                  <a:pt x="587208" y="538188"/>
                </a:lnTo>
                <a:lnTo>
                  <a:pt x="587208" y="539076"/>
                </a:lnTo>
                <a:lnTo>
                  <a:pt x="459769" y="539076"/>
                </a:lnTo>
                <a:close/>
                <a:moveTo>
                  <a:pt x="765623" y="538188"/>
                </a:moveTo>
                <a:lnTo>
                  <a:pt x="769121" y="538188"/>
                </a:lnTo>
                <a:lnTo>
                  <a:pt x="769121" y="539076"/>
                </a:lnTo>
                <a:lnTo>
                  <a:pt x="765623" y="539076"/>
                </a:lnTo>
                <a:close/>
                <a:moveTo>
                  <a:pt x="634685" y="538188"/>
                </a:moveTo>
                <a:lnTo>
                  <a:pt x="716146" y="538188"/>
                </a:lnTo>
                <a:lnTo>
                  <a:pt x="716146" y="539076"/>
                </a:lnTo>
                <a:lnTo>
                  <a:pt x="634685" y="539076"/>
                </a:lnTo>
                <a:close/>
                <a:moveTo>
                  <a:pt x="801605" y="537300"/>
                </a:moveTo>
                <a:lnTo>
                  <a:pt x="805603" y="537300"/>
                </a:lnTo>
                <a:lnTo>
                  <a:pt x="805603" y="539076"/>
                </a:lnTo>
                <a:lnTo>
                  <a:pt x="801605" y="539076"/>
                </a:lnTo>
                <a:close/>
                <a:moveTo>
                  <a:pt x="758126" y="538188"/>
                </a:moveTo>
                <a:lnTo>
                  <a:pt x="764623" y="538188"/>
                </a:lnTo>
                <a:lnTo>
                  <a:pt x="764623" y="539076"/>
                </a:lnTo>
                <a:lnTo>
                  <a:pt x="758126" y="539076"/>
                </a:lnTo>
                <a:close/>
                <a:moveTo>
                  <a:pt x="816598" y="538188"/>
                </a:moveTo>
                <a:lnTo>
                  <a:pt x="1000000" y="538188"/>
                </a:lnTo>
                <a:lnTo>
                  <a:pt x="1000000" y="539076"/>
                </a:lnTo>
                <a:lnTo>
                  <a:pt x="816598" y="539076"/>
                </a:lnTo>
                <a:close/>
                <a:moveTo>
                  <a:pt x="94445" y="538188"/>
                </a:moveTo>
                <a:lnTo>
                  <a:pt x="452273" y="538188"/>
                </a:lnTo>
                <a:lnTo>
                  <a:pt x="452273" y="539076"/>
                </a:lnTo>
                <a:lnTo>
                  <a:pt x="94445" y="539076"/>
                </a:lnTo>
                <a:close/>
                <a:moveTo>
                  <a:pt x="595204" y="538188"/>
                </a:moveTo>
                <a:lnTo>
                  <a:pt x="627189" y="538188"/>
                </a:lnTo>
                <a:lnTo>
                  <a:pt x="627189" y="539076"/>
                </a:lnTo>
                <a:lnTo>
                  <a:pt x="595204" y="539076"/>
                </a:lnTo>
                <a:close/>
                <a:moveTo>
                  <a:pt x="758126" y="539076"/>
                </a:moveTo>
                <a:lnTo>
                  <a:pt x="765123" y="539076"/>
                </a:lnTo>
                <a:lnTo>
                  <a:pt x="765123" y="539964"/>
                </a:lnTo>
                <a:lnTo>
                  <a:pt x="758126" y="539964"/>
                </a:lnTo>
                <a:close/>
                <a:moveTo>
                  <a:pt x="596704" y="539076"/>
                </a:moveTo>
                <a:lnTo>
                  <a:pt x="599702" y="539076"/>
                </a:lnTo>
                <a:lnTo>
                  <a:pt x="599702" y="539964"/>
                </a:lnTo>
                <a:lnTo>
                  <a:pt x="596704" y="539964"/>
                </a:lnTo>
                <a:close/>
                <a:moveTo>
                  <a:pt x="636185" y="539076"/>
                </a:moveTo>
                <a:lnTo>
                  <a:pt x="642182" y="539076"/>
                </a:lnTo>
                <a:lnTo>
                  <a:pt x="642182" y="539964"/>
                </a:lnTo>
                <a:lnTo>
                  <a:pt x="636185" y="539964"/>
                </a:lnTo>
                <a:close/>
                <a:moveTo>
                  <a:pt x="438280" y="539076"/>
                </a:moveTo>
                <a:lnTo>
                  <a:pt x="450774" y="539076"/>
                </a:lnTo>
                <a:lnTo>
                  <a:pt x="450774" y="539964"/>
                </a:lnTo>
                <a:lnTo>
                  <a:pt x="438280" y="539964"/>
                </a:lnTo>
                <a:close/>
                <a:moveTo>
                  <a:pt x="786612" y="538188"/>
                </a:moveTo>
                <a:lnTo>
                  <a:pt x="793609" y="538188"/>
                </a:lnTo>
                <a:lnTo>
                  <a:pt x="793609" y="539964"/>
                </a:lnTo>
                <a:lnTo>
                  <a:pt x="786612" y="539964"/>
                </a:lnTo>
                <a:close/>
                <a:moveTo>
                  <a:pt x="461269" y="539076"/>
                </a:moveTo>
                <a:lnTo>
                  <a:pt x="467765" y="539076"/>
                </a:lnTo>
                <a:lnTo>
                  <a:pt x="467765" y="539964"/>
                </a:lnTo>
                <a:lnTo>
                  <a:pt x="461269" y="539964"/>
                </a:lnTo>
                <a:close/>
                <a:moveTo>
                  <a:pt x="658174" y="539076"/>
                </a:moveTo>
                <a:lnTo>
                  <a:pt x="662672" y="539076"/>
                </a:lnTo>
                <a:lnTo>
                  <a:pt x="662672" y="539964"/>
                </a:lnTo>
                <a:lnTo>
                  <a:pt x="658174" y="539964"/>
                </a:lnTo>
                <a:close/>
                <a:moveTo>
                  <a:pt x="286852" y="539076"/>
                </a:moveTo>
                <a:lnTo>
                  <a:pt x="291350" y="539076"/>
                </a:lnTo>
                <a:lnTo>
                  <a:pt x="291350" y="539964"/>
                </a:lnTo>
                <a:lnTo>
                  <a:pt x="286852" y="539964"/>
                </a:lnTo>
                <a:close/>
                <a:moveTo>
                  <a:pt x="576213" y="539076"/>
                </a:moveTo>
                <a:lnTo>
                  <a:pt x="585709" y="539076"/>
                </a:lnTo>
                <a:lnTo>
                  <a:pt x="585709" y="539964"/>
                </a:lnTo>
                <a:lnTo>
                  <a:pt x="576213" y="539964"/>
                </a:lnTo>
                <a:close/>
                <a:moveTo>
                  <a:pt x="801605" y="539076"/>
                </a:moveTo>
                <a:lnTo>
                  <a:pt x="806103" y="539076"/>
                </a:lnTo>
                <a:lnTo>
                  <a:pt x="806103" y="539964"/>
                </a:lnTo>
                <a:lnTo>
                  <a:pt x="801605" y="539964"/>
                </a:lnTo>
                <a:close/>
                <a:moveTo>
                  <a:pt x="533734" y="539076"/>
                </a:moveTo>
                <a:lnTo>
                  <a:pt x="537732" y="539076"/>
                </a:lnTo>
                <a:lnTo>
                  <a:pt x="537732" y="539964"/>
                </a:lnTo>
                <a:lnTo>
                  <a:pt x="533734" y="539964"/>
                </a:lnTo>
                <a:close/>
                <a:moveTo>
                  <a:pt x="361317" y="539076"/>
                </a:moveTo>
                <a:lnTo>
                  <a:pt x="365814" y="539076"/>
                </a:lnTo>
                <a:lnTo>
                  <a:pt x="365814" y="539964"/>
                </a:lnTo>
                <a:lnTo>
                  <a:pt x="361317" y="539964"/>
                </a:lnTo>
                <a:close/>
                <a:moveTo>
                  <a:pt x="817098" y="539076"/>
                </a:moveTo>
                <a:lnTo>
                  <a:pt x="1000000" y="539076"/>
                </a:lnTo>
                <a:lnTo>
                  <a:pt x="1000000" y="539964"/>
                </a:lnTo>
                <a:lnTo>
                  <a:pt x="817098" y="539964"/>
                </a:lnTo>
                <a:close/>
                <a:moveTo>
                  <a:pt x="484757" y="539076"/>
                </a:moveTo>
                <a:lnTo>
                  <a:pt x="497751" y="539076"/>
                </a:lnTo>
                <a:lnTo>
                  <a:pt x="497751" y="539964"/>
                </a:lnTo>
                <a:lnTo>
                  <a:pt x="484757" y="539964"/>
                </a:lnTo>
                <a:close/>
                <a:moveTo>
                  <a:pt x="620692" y="539076"/>
                </a:moveTo>
                <a:lnTo>
                  <a:pt x="625690" y="539076"/>
                </a:lnTo>
                <a:lnTo>
                  <a:pt x="625690" y="539964"/>
                </a:lnTo>
                <a:lnTo>
                  <a:pt x="620692" y="539964"/>
                </a:lnTo>
                <a:close/>
                <a:moveTo>
                  <a:pt x="765623" y="539076"/>
                </a:moveTo>
                <a:lnTo>
                  <a:pt x="769621" y="539076"/>
                </a:lnTo>
                <a:lnTo>
                  <a:pt x="769621" y="539964"/>
                </a:lnTo>
                <a:lnTo>
                  <a:pt x="765623" y="539964"/>
                </a:lnTo>
                <a:close/>
                <a:moveTo>
                  <a:pt x="576213" y="539964"/>
                </a:moveTo>
                <a:lnTo>
                  <a:pt x="584709" y="539964"/>
                </a:lnTo>
                <a:lnTo>
                  <a:pt x="584709" y="540853"/>
                </a:lnTo>
                <a:lnTo>
                  <a:pt x="576213" y="540853"/>
                </a:lnTo>
                <a:close/>
                <a:moveTo>
                  <a:pt x="373811" y="539076"/>
                </a:moveTo>
                <a:lnTo>
                  <a:pt x="380307" y="539076"/>
                </a:lnTo>
                <a:lnTo>
                  <a:pt x="380307" y="540853"/>
                </a:lnTo>
                <a:lnTo>
                  <a:pt x="373811" y="540853"/>
                </a:lnTo>
                <a:close/>
                <a:moveTo>
                  <a:pt x="462268" y="539964"/>
                </a:moveTo>
                <a:lnTo>
                  <a:pt x="467765" y="539964"/>
                </a:lnTo>
                <a:lnTo>
                  <a:pt x="467765" y="540853"/>
                </a:lnTo>
                <a:lnTo>
                  <a:pt x="462268" y="540853"/>
                </a:lnTo>
                <a:close/>
                <a:moveTo>
                  <a:pt x="620692" y="539964"/>
                </a:moveTo>
                <a:lnTo>
                  <a:pt x="624690" y="539964"/>
                </a:lnTo>
                <a:lnTo>
                  <a:pt x="624690" y="540853"/>
                </a:lnTo>
                <a:lnTo>
                  <a:pt x="620692" y="540853"/>
                </a:lnTo>
                <a:close/>
                <a:moveTo>
                  <a:pt x="681163" y="539076"/>
                </a:moveTo>
                <a:lnTo>
                  <a:pt x="716146" y="539076"/>
                </a:lnTo>
                <a:lnTo>
                  <a:pt x="716146" y="540853"/>
                </a:lnTo>
                <a:lnTo>
                  <a:pt x="681163" y="540853"/>
                </a:lnTo>
                <a:close/>
                <a:moveTo>
                  <a:pt x="597703" y="539964"/>
                </a:moveTo>
                <a:lnTo>
                  <a:pt x="599702" y="539964"/>
                </a:lnTo>
                <a:lnTo>
                  <a:pt x="599702" y="540853"/>
                </a:lnTo>
                <a:lnTo>
                  <a:pt x="597703" y="540853"/>
                </a:lnTo>
                <a:close/>
                <a:moveTo>
                  <a:pt x="637184" y="539964"/>
                </a:moveTo>
                <a:lnTo>
                  <a:pt x="642182" y="539964"/>
                </a:lnTo>
                <a:lnTo>
                  <a:pt x="642182" y="540853"/>
                </a:lnTo>
                <a:lnTo>
                  <a:pt x="637184" y="540853"/>
                </a:lnTo>
                <a:close/>
                <a:moveTo>
                  <a:pt x="758126" y="539964"/>
                </a:moveTo>
                <a:lnTo>
                  <a:pt x="770120" y="539964"/>
                </a:lnTo>
                <a:lnTo>
                  <a:pt x="770120" y="540853"/>
                </a:lnTo>
                <a:lnTo>
                  <a:pt x="758126" y="540853"/>
                </a:lnTo>
                <a:close/>
                <a:moveTo>
                  <a:pt x="438280" y="539964"/>
                </a:moveTo>
                <a:lnTo>
                  <a:pt x="449774" y="539964"/>
                </a:lnTo>
                <a:lnTo>
                  <a:pt x="449774" y="540853"/>
                </a:lnTo>
                <a:lnTo>
                  <a:pt x="438280" y="540853"/>
                </a:lnTo>
                <a:close/>
                <a:moveTo>
                  <a:pt x="505747" y="539076"/>
                </a:moveTo>
                <a:lnTo>
                  <a:pt x="519241" y="539076"/>
                </a:lnTo>
                <a:lnTo>
                  <a:pt x="519241" y="540853"/>
                </a:lnTo>
                <a:lnTo>
                  <a:pt x="505747" y="540853"/>
                </a:lnTo>
                <a:close/>
                <a:moveTo>
                  <a:pt x="331831" y="539076"/>
                </a:moveTo>
                <a:lnTo>
                  <a:pt x="337328" y="539076"/>
                </a:lnTo>
                <a:lnTo>
                  <a:pt x="337328" y="540853"/>
                </a:lnTo>
                <a:lnTo>
                  <a:pt x="331831" y="540853"/>
                </a:lnTo>
                <a:close/>
                <a:moveTo>
                  <a:pt x="534733" y="539964"/>
                </a:moveTo>
                <a:lnTo>
                  <a:pt x="537732" y="539964"/>
                </a:lnTo>
                <a:lnTo>
                  <a:pt x="537732" y="540853"/>
                </a:lnTo>
                <a:lnTo>
                  <a:pt x="534733" y="540853"/>
                </a:lnTo>
                <a:close/>
                <a:moveTo>
                  <a:pt x="659174" y="539964"/>
                </a:moveTo>
                <a:lnTo>
                  <a:pt x="662672" y="539964"/>
                </a:lnTo>
                <a:lnTo>
                  <a:pt x="662672" y="540853"/>
                </a:lnTo>
                <a:lnTo>
                  <a:pt x="659174" y="540853"/>
                </a:lnTo>
                <a:close/>
                <a:moveTo>
                  <a:pt x="287852" y="539964"/>
                </a:moveTo>
                <a:lnTo>
                  <a:pt x="291350" y="539964"/>
                </a:lnTo>
                <a:lnTo>
                  <a:pt x="291350" y="540853"/>
                </a:lnTo>
                <a:lnTo>
                  <a:pt x="287852" y="540853"/>
                </a:lnTo>
                <a:close/>
                <a:moveTo>
                  <a:pt x="801605" y="539964"/>
                </a:moveTo>
                <a:lnTo>
                  <a:pt x="806603" y="539964"/>
                </a:lnTo>
                <a:lnTo>
                  <a:pt x="806603" y="540853"/>
                </a:lnTo>
                <a:lnTo>
                  <a:pt x="801605" y="540853"/>
                </a:lnTo>
                <a:close/>
                <a:moveTo>
                  <a:pt x="598203" y="540853"/>
                </a:moveTo>
                <a:lnTo>
                  <a:pt x="599702" y="540853"/>
                </a:lnTo>
                <a:lnTo>
                  <a:pt x="599702" y="541741"/>
                </a:lnTo>
                <a:lnTo>
                  <a:pt x="598203" y="541741"/>
                </a:lnTo>
                <a:close/>
                <a:moveTo>
                  <a:pt x="288851" y="540853"/>
                </a:moveTo>
                <a:lnTo>
                  <a:pt x="291350" y="540853"/>
                </a:lnTo>
                <a:lnTo>
                  <a:pt x="291350" y="541741"/>
                </a:lnTo>
                <a:lnTo>
                  <a:pt x="288851" y="541741"/>
                </a:lnTo>
                <a:close/>
                <a:moveTo>
                  <a:pt x="535733" y="540853"/>
                </a:moveTo>
                <a:lnTo>
                  <a:pt x="537732" y="540853"/>
                </a:lnTo>
                <a:lnTo>
                  <a:pt x="537732" y="541741"/>
                </a:lnTo>
                <a:lnTo>
                  <a:pt x="535733" y="541741"/>
                </a:lnTo>
                <a:close/>
                <a:moveTo>
                  <a:pt x="711648" y="540853"/>
                </a:moveTo>
                <a:lnTo>
                  <a:pt x="716146" y="540853"/>
                </a:lnTo>
                <a:lnTo>
                  <a:pt x="716146" y="541741"/>
                </a:lnTo>
                <a:lnTo>
                  <a:pt x="711648" y="541741"/>
                </a:lnTo>
                <a:close/>
                <a:moveTo>
                  <a:pt x="344824" y="539076"/>
                </a:moveTo>
                <a:lnTo>
                  <a:pt x="353820" y="539076"/>
                </a:lnTo>
                <a:lnTo>
                  <a:pt x="353820" y="541741"/>
                </a:lnTo>
                <a:lnTo>
                  <a:pt x="344824" y="541741"/>
                </a:lnTo>
                <a:close/>
                <a:moveTo>
                  <a:pt x="758126" y="540853"/>
                </a:moveTo>
                <a:lnTo>
                  <a:pt x="771120" y="540853"/>
                </a:lnTo>
                <a:lnTo>
                  <a:pt x="771120" y="541741"/>
                </a:lnTo>
                <a:lnTo>
                  <a:pt x="758126" y="541741"/>
                </a:lnTo>
                <a:close/>
                <a:moveTo>
                  <a:pt x="817598" y="539964"/>
                </a:moveTo>
                <a:lnTo>
                  <a:pt x="1000000" y="539964"/>
                </a:lnTo>
                <a:lnTo>
                  <a:pt x="1000000" y="541741"/>
                </a:lnTo>
                <a:lnTo>
                  <a:pt x="817598" y="541741"/>
                </a:lnTo>
                <a:close/>
                <a:moveTo>
                  <a:pt x="801605" y="540853"/>
                </a:moveTo>
                <a:lnTo>
                  <a:pt x="807103" y="540853"/>
                </a:lnTo>
                <a:lnTo>
                  <a:pt x="807103" y="541741"/>
                </a:lnTo>
                <a:lnTo>
                  <a:pt x="801605" y="541741"/>
                </a:lnTo>
                <a:close/>
                <a:moveTo>
                  <a:pt x="463268" y="540853"/>
                </a:moveTo>
                <a:lnTo>
                  <a:pt x="467765" y="540853"/>
                </a:lnTo>
                <a:lnTo>
                  <a:pt x="467765" y="541741"/>
                </a:lnTo>
                <a:lnTo>
                  <a:pt x="463268" y="541741"/>
                </a:lnTo>
                <a:close/>
                <a:moveTo>
                  <a:pt x="620692" y="540853"/>
                </a:moveTo>
                <a:lnTo>
                  <a:pt x="623691" y="540853"/>
                </a:lnTo>
                <a:lnTo>
                  <a:pt x="623691" y="541741"/>
                </a:lnTo>
                <a:lnTo>
                  <a:pt x="620692" y="541741"/>
                </a:lnTo>
                <a:close/>
                <a:moveTo>
                  <a:pt x="576213" y="540853"/>
                </a:moveTo>
                <a:lnTo>
                  <a:pt x="584210" y="540853"/>
                </a:lnTo>
                <a:lnTo>
                  <a:pt x="584210" y="541741"/>
                </a:lnTo>
                <a:lnTo>
                  <a:pt x="576213" y="541741"/>
                </a:lnTo>
                <a:close/>
                <a:moveTo>
                  <a:pt x="638184" y="540853"/>
                </a:moveTo>
                <a:lnTo>
                  <a:pt x="642182" y="540853"/>
                </a:lnTo>
                <a:lnTo>
                  <a:pt x="642182" y="541741"/>
                </a:lnTo>
                <a:lnTo>
                  <a:pt x="638184" y="541741"/>
                </a:lnTo>
                <a:close/>
                <a:moveTo>
                  <a:pt x="660173" y="540853"/>
                </a:moveTo>
                <a:lnTo>
                  <a:pt x="662672" y="540853"/>
                </a:lnTo>
                <a:lnTo>
                  <a:pt x="662672" y="541741"/>
                </a:lnTo>
                <a:lnTo>
                  <a:pt x="660173" y="541741"/>
                </a:lnTo>
                <a:close/>
                <a:moveTo>
                  <a:pt x="438280" y="540853"/>
                </a:moveTo>
                <a:lnTo>
                  <a:pt x="448775" y="540853"/>
                </a:lnTo>
                <a:lnTo>
                  <a:pt x="448775" y="541741"/>
                </a:lnTo>
                <a:lnTo>
                  <a:pt x="438280" y="541741"/>
                </a:lnTo>
                <a:close/>
                <a:moveTo>
                  <a:pt x="638683" y="541741"/>
                </a:moveTo>
                <a:lnTo>
                  <a:pt x="642182" y="541741"/>
                </a:lnTo>
                <a:lnTo>
                  <a:pt x="642182" y="542629"/>
                </a:lnTo>
                <a:lnTo>
                  <a:pt x="638683" y="542629"/>
                </a:lnTo>
                <a:close/>
                <a:moveTo>
                  <a:pt x="786113" y="539964"/>
                </a:moveTo>
                <a:lnTo>
                  <a:pt x="793609" y="539964"/>
                </a:lnTo>
                <a:lnTo>
                  <a:pt x="793609" y="542629"/>
                </a:lnTo>
                <a:lnTo>
                  <a:pt x="786113" y="542629"/>
                </a:lnTo>
                <a:close/>
                <a:moveTo>
                  <a:pt x="289351" y="541741"/>
                </a:moveTo>
                <a:lnTo>
                  <a:pt x="291350" y="541741"/>
                </a:lnTo>
                <a:lnTo>
                  <a:pt x="291350" y="542629"/>
                </a:lnTo>
                <a:lnTo>
                  <a:pt x="289351" y="542629"/>
                </a:lnTo>
                <a:close/>
                <a:moveTo>
                  <a:pt x="536233" y="541741"/>
                </a:moveTo>
                <a:lnTo>
                  <a:pt x="537732" y="541741"/>
                </a:lnTo>
                <a:lnTo>
                  <a:pt x="537732" y="542629"/>
                </a:lnTo>
                <a:lnTo>
                  <a:pt x="536233" y="542629"/>
                </a:lnTo>
                <a:close/>
                <a:moveTo>
                  <a:pt x="712148" y="541741"/>
                </a:moveTo>
                <a:lnTo>
                  <a:pt x="716146" y="541741"/>
                </a:lnTo>
                <a:lnTo>
                  <a:pt x="716146" y="542629"/>
                </a:lnTo>
                <a:lnTo>
                  <a:pt x="712148" y="542629"/>
                </a:lnTo>
                <a:close/>
                <a:moveTo>
                  <a:pt x="620692" y="541741"/>
                </a:moveTo>
                <a:lnTo>
                  <a:pt x="623191" y="541741"/>
                </a:lnTo>
                <a:lnTo>
                  <a:pt x="623191" y="542629"/>
                </a:lnTo>
                <a:lnTo>
                  <a:pt x="620692" y="542629"/>
                </a:lnTo>
                <a:close/>
                <a:moveTo>
                  <a:pt x="576213" y="541741"/>
                </a:moveTo>
                <a:lnTo>
                  <a:pt x="583710" y="541741"/>
                </a:lnTo>
                <a:lnTo>
                  <a:pt x="583710" y="542629"/>
                </a:lnTo>
                <a:lnTo>
                  <a:pt x="576213" y="542629"/>
                </a:lnTo>
                <a:close/>
                <a:moveTo>
                  <a:pt x="598703" y="541741"/>
                </a:moveTo>
                <a:lnTo>
                  <a:pt x="599702" y="541741"/>
                </a:lnTo>
                <a:lnTo>
                  <a:pt x="599702" y="542629"/>
                </a:lnTo>
                <a:lnTo>
                  <a:pt x="598703" y="542629"/>
                </a:lnTo>
                <a:close/>
                <a:moveTo>
                  <a:pt x="360817" y="539964"/>
                </a:moveTo>
                <a:lnTo>
                  <a:pt x="365315" y="539964"/>
                </a:lnTo>
                <a:lnTo>
                  <a:pt x="365315" y="542629"/>
                </a:lnTo>
                <a:lnTo>
                  <a:pt x="360817" y="542629"/>
                </a:lnTo>
                <a:close/>
                <a:moveTo>
                  <a:pt x="484757" y="539964"/>
                </a:moveTo>
                <a:lnTo>
                  <a:pt x="497251" y="539964"/>
                </a:lnTo>
                <a:lnTo>
                  <a:pt x="497251" y="542629"/>
                </a:lnTo>
                <a:lnTo>
                  <a:pt x="484757" y="542629"/>
                </a:lnTo>
                <a:close/>
                <a:moveTo>
                  <a:pt x="438280" y="541741"/>
                </a:moveTo>
                <a:lnTo>
                  <a:pt x="448275" y="541741"/>
                </a:lnTo>
                <a:lnTo>
                  <a:pt x="448275" y="542629"/>
                </a:lnTo>
                <a:lnTo>
                  <a:pt x="438280" y="542629"/>
                </a:lnTo>
                <a:close/>
                <a:moveTo>
                  <a:pt x="681163" y="540853"/>
                </a:moveTo>
                <a:lnTo>
                  <a:pt x="710649" y="540853"/>
                </a:lnTo>
                <a:lnTo>
                  <a:pt x="710649" y="542629"/>
                </a:lnTo>
                <a:lnTo>
                  <a:pt x="681163" y="542629"/>
                </a:lnTo>
                <a:close/>
                <a:moveTo>
                  <a:pt x="506247" y="540853"/>
                </a:moveTo>
                <a:lnTo>
                  <a:pt x="519241" y="540853"/>
                </a:lnTo>
                <a:lnTo>
                  <a:pt x="519241" y="542629"/>
                </a:lnTo>
                <a:lnTo>
                  <a:pt x="506247" y="542629"/>
                </a:lnTo>
                <a:close/>
                <a:moveTo>
                  <a:pt x="463767" y="541741"/>
                </a:moveTo>
                <a:lnTo>
                  <a:pt x="467765" y="541741"/>
                </a:lnTo>
                <a:lnTo>
                  <a:pt x="467765" y="542629"/>
                </a:lnTo>
                <a:lnTo>
                  <a:pt x="463767" y="542629"/>
                </a:lnTo>
                <a:close/>
                <a:moveTo>
                  <a:pt x="758126" y="541741"/>
                </a:moveTo>
                <a:lnTo>
                  <a:pt x="771620" y="541741"/>
                </a:lnTo>
                <a:lnTo>
                  <a:pt x="771620" y="542629"/>
                </a:lnTo>
                <a:lnTo>
                  <a:pt x="758126" y="542629"/>
                </a:lnTo>
                <a:close/>
                <a:moveTo>
                  <a:pt x="801605" y="541741"/>
                </a:moveTo>
                <a:lnTo>
                  <a:pt x="807602" y="541741"/>
                </a:lnTo>
                <a:lnTo>
                  <a:pt x="807602" y="542629"/>
                </a:lnTo>
                <a:lnTo>
                  <a:pt x="801605" y="542629"/>
                </a:lnTo>
                <a:close/>
                <a:moveTo>
                  <a:pt x="817098" y="541741"/>
                </a:moveTo>
                <a:lnTo>
                  <a:pt x="1000000" y="541741"/>
                </a:lnTo>
                <a:lnTo>
                  <a:pt x="1000000" y="542629"/>
                </a:lnTo>
                <a:lnTo>
                  <a:pt x="817098" y="542629"/>
                </a:lnTo>
                <a:close/>
                <a:moveTo>
                  <a:pt x="374310" y="540853"/>
                </a:moveTo>
                <a:lnTo>
                  <a:pt x="380307" y="540853"/>
                </a:lnTo>
                <a:lnTo>
                  <a:pt x="380307" y="542629"/>
                </a:lnTo>
                <a:lnTo>
                  <a:pt x="374310" y="542629"/>
                </a:lnTo>
                <a:close/>
                <a:moveTo>
                  <a:pt x="660673" y="541741"/>
                </a:moveTo>
                <a:lnTo>
                  <a:pt x="662672" y="541741"/>
                </a:lnTo>
                <a:lnTo>
                  <a:pt x="662672" y="542629"/>
                </a:lnTo>
                <a:lnTo>
                  <a:pt x="660673" y="542629"/>
                </a:lnTo>
                <a:close/>
                <a:moveTo>
                  <a:pt x="576213" y="542629"/>
                </a:moveTo>
                <a:lnTo>
                  <a:pt x="583210" y="542629"/>
                </a:lnTo>
                <a:lnTo>
                  <a:pt x="583210" y="543517"/>
                </a:lnTo>
                <a:lnTo>
                  <a:pt x="576213" y="543517"/>
                </a:lnTo>
                <a:close/>
                <a:moveTo>
                  <a:pt x="801605" y="542629"/>
                </a:moveTo>
                <a:lnTo>
                  <a:pt x="808102" y="542629"/>
                </a:lnTo>
                <a:lnTo>
                  <a:pt x="808102" y="543517"/>
                </a:lnTo>
                <a:lnTo>
                  <a:pt x="801605" y="543517"/>
                </a:lnTo>
                <a:close/>
                <a:moveTo>
                  <a:pt x="661173" y="542629"/>
                </a:moveTo>
                <a:lnTo>
                  <a:pt x="662672" y="542629"/>
                </a:lnTo>
                <a:lnTo>
                  <a:pt x="662672" y="543517"/>
                </a:lnTo>
                <a:lnTo>
                  <a:pt x="661173" y="543517"/>
                </a:lnTo>
                <a:close/>
                <a:moveTo>
                  <a:pt x="438280" y="542629"/>
                </a:moveTo>
                <a:lnTo>
                  <a:pt x="447775" y="542629"/>
                </a:lnTo>
                <a:lnTo>
                  <a:pt x="447775" y="543517"/>
                </a:lnTo>
                <a:lnTo>
                  <a:pt x="438280" y="543517"/>
                </a:lnTo>
                <a:close/>
                <a:moveTo>
                  <a:pt x="713148" y="542629"/>
                </a:moveTo>
                <a:lnTo>
                  <a:pt x="716146" y="542629"/>
                </a:lnTo>
                <a:lnTo>
                  <a:pt x="716146" y="543517"/>
                </a:lnTo>
                <a:lnTo>
                  <a:pt x="713148" y="543517"/>
                </a:lnTo>
                <a:close/>
                <a:moveTo>
                  <a:pt x="599202" y="542629"/>
                </a:moveTo>
                <a:lnTo>
                  <a:pt x="599702" y="542629"/>
                </a:lnTo>
                <a:lnTo>
                  <a:pt x="599702" y="543517"/>
                </a:lnTo>
                <a:lnTo>
                  <a:pt x="599202" y="543517"/>
                </a:lnTo>
                <a:close/>
                <a:moveTo>
                  <a:pt x="289851" y="542629"/>
                </a:moveTo>
                <a:lnTo>
                  <a:pt x="291350" y="542629"/>
                </a:lnTo>
                <a:lnTo>
                  <a:pt x="291350" y="543517"/>
                </a:lnTo>
                <a:lnTo>
                  <a:pt x="289851" y="543517"/>
                </a:lnTo>
                <a:close/>
                <a:moveTo>
                  <a:pt x="464267" y="542629"/>
                </a:moveTo>
                <a:lnTo>
                  <a:pt x="467765" y="542629"/>
                </a:lnTo>
                <a:lnTo>
                  <a:pt x="467765" y="543517"/>
                </a:lnTo>
                <a:lnTo>
                  <a:pt x="464267" y="543517"/>
                </a:lnTo>
                <a:close/>
                <a:moveTo>
                  <a:pt x="639183" y="542629"/>
                </a:moveTo>
                <a:lnTo>
                  <a:pt x="642182" y="542629"/>
                </a:lnTo>
                <a:lnTo>
                  <a:pt x="642182" y="543517"/>
                </a:lnTo>
                <a:lnTo>
                  <a:pt x="639183" y="543517"/>
                </a:lnTo>
                <a:close/>
                <a:moveTo>
                  <a:pt x="816098" y="542629"/>
                </a:moveTo>
                <a:lnTo>
                  <a:pt x="1000000" y="542629"/>
                </a:lnTo>
                <a:lnTo>
                  <a:pt x="1000000" y="543517"/>
                </a:lnTo>
                <a:lnTo>
                  <a:pt x="816098" y="543517"/>
                </a:lnTo>
                <a:close/>
                <a:moveTo>
                  <a:pt x="758126" y="542629"/>
                </a:moveTo>
                <a:lnTo>
                  <a:pt x="772119" y="542629"/>
                </a:lnTo>
                <a:lnTo>
                  <a:pt x="772119" y="543517"/>
                </a:lnTo>
                <a:lnTo>
                  <a:pt x="758126" y="543517"/>
                </a:lnTo>
                <a:close/>
                <a:moveTo>
                  <a:pt x="331831" y="540853"/>
                </a:moveTo>
                <a:lnTo>
                  <a:pt x="337828" y="540853"/>
                </a:lnTo>
                <a:lnTo>
                  <a:pt x="337828" y="543517"/>
                </a:lnTo>
                <a:lnTo>
                  <a:pt x="331831" y="543517"/>
                </a:lnTo>
                <a:close/>
                <a:moveTo>
                  <a:pt x="536732" y="542629"/>
                </a:moveTo>
                <a:lnTo>
                  <a:pt x="537732" y="542629"/>
                </a:lnTo>
                <a:lnTo>
                  <a:pt x="537732" y="543517"/>
                </a:lnTo>
                <a:lnTo>
                  <a:pt x="536732" y="543517"/>
                </a:lnTo>
                <a:close/>
                <a:moveTo>
                  <a:pt x="620692" y="542629"/>
                </a:moveTo>
                <a:lnTo>
                  <a:pt x="622691" y="542629"/>
                </a:lnTo>
                <a:lnTo>
                  <a:pt x="622691" y="543517"/>
                </a:lnTo>
                <a:lnTo>
                  <a:pt x="620692" y="543517"/>
                </a:lnTo>
                <a:close/>
                <a:moveTo>
                  <a:pt x="785613" y="542629"/>
                </a:moveTo>
                <a:lnTo>
                  <a:pt x="793609" y="542629"/>
                </a:lnTo>
                <a:lnTo>
                  <a:pt x="793609" y="544405"/>
                </a:lnTo>
                <a:lnTo>
                  <a:pt x="785613" y="544405"/>
                </a:lnTo>
                <a:close/>
                <a:moveTo>
                  <a:pt x="345324" y="541741"/>
                </a:moveTo>
                <a:lnTo>
                  <a:pt x="353320" y="541741"/>
                </a:lnTo>
                <a:lnTo>
                  <a:pt x="353320" y="544405"/>
                </a:lnTo>
                <a:lnTo>
                  <a:pt x="345324" y="544405"/>
                </a:lnTo>
                <a:close/>
                <a:moveTo>
                  <a:pt x="681163" y="542629"/>
                </a:moveTo>
                <a:lnTo>
                  <a:pt x="710149" y="542629"/>
                </a:lnTo>
                <a:lnTo>
                  <a:pt x="710149" y="544405"/>
                </a:lnTo>
                <a:lnTo>
                  <a:pt x="681163" y="544405"/>
                </a:lnTo>
                <a:close/>
                <a:moveTo>
                  <a:pt x="484757" y="542629"/>
                </a:moveTo>
                <a:lnTo>
                  <a:pt x="496752" y="542629"/>
                </a:lnTo>
                <a:lnTo>
                  <a:pt x="496752" y="544405"/>
                </a:lnTo>
                <a:lnTo>
                  <a:pt x="484757" y="544405"/>
                </a:lnTo>
                <a:close/>
                <a:moveTo>
                  <a:pt x="758126" y="543517"/>
                </a:moveTo>
                <a:lnTo>
                  <a:pt x="772619" y="543517"/>
                </a:lnTo>
                <a:lnTo>
                  <a:pt x="772619" y="544405"/>
                </a:lnTo>
                <a:lnTo>
                  <a:pt x="758126" y="544405"/>
                </a:lnTo>
                <a:close/>
                <a:moveTo>
                  <a:pt x="620692" y="543517"/>
                </a:moveTo>
                <a:lnTo>
                  <a:pt x="622191" y="543517"/>
                </a:lnTo>
                <a:lnTo>
                  <a:pt x="622191" y="544405"/>
                </a:lnTo>
                <a:lnTo>
                  <a:pt x="620692" y="544405"/>
                </a:lnTo>
                <a:close/>
                <a:moveTo>
                  <a:pt x="713647" y="543517"/>
                </a:moveTo>
                <a:lnTo>
                  <a:pt x="716146" y="543517"/>
                </a:lnTo>
                <a:lnTo>
                  <a:pt x="716146" y="544405"/>
                </a:lnTo>
                <a:lnTo>
                  <a:pt x="713647" y="544405"/>
                </a:lnTo>
                <a:close/>
                <a:moveTo>
                  <a:pt x="360317" y="542629"/>
                </a:moveTo>
                <a:lnTo>
                  <a:pt x="364815" y="542629"/>
                </a:lnTo>
                <a:lnTo>
                  <a:pt x="364815" y="544405"/>
                </a:lnTo>
                <a:lnTo>
                  <a:pt x="360317" y="544405"/>
                </a:lnTo>
                <a:close/>
                <a:moveTo>
                  <a:pt x="815599" y="543517"/>
                </a:moveTo>
                <a:lnTo>
                  <a:pt x="1000000" y="543517"/>
                </a:lnTo>
                <a:lnTo>
                  <a:pt x="1000000" y="544405"/>
                </a:lnTo>
                <a:lnTo>
                  <a:pt x="815599" y="544405"/>
                </a:lnTo>
                <a:close/>
                <a:moveTo>
                  <a:pt x="639683" y="543517"/>
                </a:moveTo>
                <a:lnTo>
                  <a:pt x="642182" y="543517"/>
                </a:lnTo>
                <a:lnTo>
                  <a:pt x="642182" y="544405"/>
                </a:lnTo>
                <a:lnTo>
                  <a:pt x="639683" y="544405"/>
                </a:lnTo>
                <a:close/>
                <a:moveTo>
                  <a:pt x="438280" y="543517"/>
                </a:moveTo>
                <a:lnTo>
                  <a:pt x="447275" y="543517"/>
                </a:lnTo>
                <a:lnTo>
                  <a:pt x="447275" y="544405"/>
                </a:lnTo>
                <a:lnTo>
                  <a:pt x="438280" y="544405"/>
                </a:lnTo>
                <a:close/>
                <a:moveTo>
                  <a:pt x="464767" y="543517"/>
                </a:moveTo>
                <a:lnTo>
                  <a:pt x="467765" y="543517"/>
                </a:lnTo>
                <a:lnTo>
                  <a:pt x="467765" y="544405"/>
                </a:lnTo>
                <a:lnTo>
                  <a:pt x="464767" y="544405"/>
                </a:lnTo>
                <a:close/>
                <a:moveTo>
                  <a:pt x="506747" y="542629"/>
                </a:moveTo>
                <a:lnTo>
                  <a:pt x="519241" y="542629"/>
                </a:lnTo>
                <a:lnTo>
                  <a:pt x="519241" y="545293"/>
                </a:lnTo>
                <a:lnTo>
                  <a:pt x="506747" y="545293"/>
                </a:lnTo>
                <a:close/>
                <a:moveTo>
                  <a:pt x="465267" y="544405"/>
                </a:moveTo>
                <a:lnTo>
                  <a:pt x="467765" y="544405"/>
                </a:lnTo>
                <a:lnTo>
                  <a:pt x="467765" y="545293"/>
                </a:lnTo>
                <a:lnTo>
                  <a:pt x="465267" y="545293"/>
                </a:lnTo>
                <a:close/>
                <a:moveTo>
                  <a:pt x="640183" y="544405"/>
                </a:moveTo>
                <a:lnTo>
                  <a:pt x="642182" y="544405"/>
                </a:lnTo>
                <a:lnTo>
                  <a:pt x="642182" y="545293"/>
                </a:lnTo>
                <a:lnTo>
                  <a:pt x="640183" y="545293"/>
                </a:lnTo>
                <a:close/>
                <a:moveTo>
                  <a:pt x="374810" y="542629"/>
                </a:moveTo>
                <a:lnTo>
                  <a:pt x="380307" y="542629"/>
                </a:lnTo>
                <a:lnTo>
                  <a:pt x="380307" y="545293"/>
                </a:lnTo>
                <a:lnTo>
                  <a:pt x="374810" y="545293"/>
                </a:lnTo>
                <a:close/>
                <a:moveTo>
                  <a:pt x="620692" y="544405"/>
                </a:moveTo>
                <a:lnTo>
                  <a:pt x="621692" y="544405"/>
                </a:lnTo>
                <a:lnTo>
                  <a:pt x="621692" y="545293"/>
                </a:lnTo>
                <a:lnTo>
                  <a:pt x="620692" y="545293"/>
                </a:lnTo>
                <a:close/>
                <a:moveTo>
                  <a:pt x="537232" y="543517"/>
                </a:moveTo>
                <a:lnTo>
                  <a:pt x="537732" y="543517"/>
                </a:lnTo>
                <a:lnTo>
                  <a:pt x="537732" y="545293"/>
                </a:lnTo>
                <a:lnTo>
                  <a:pt x="537232" y="545293"/>
                </a:lnTo>
                <a:close/>
                <a:moveTo>
                  <a:pt x="801605" y="543517"/>
                </a:moveTo>
                <a:lnTo>
                  <a:pt x="808602" y="543517"/>
                </a:lnTo>
                <a:lnTo>
                  <a:pt x="808602" y="545293"/>
                </a:lnTo>
                <a:lnTo>
                  <a:pt x="801605" y="545293"/>
                </a:lnTo>
                <a:close/>
                <a:moveTo>
                  <a:pt x="331831" y="543517"/>
                </a:moveTo>
                <a:lnTo>
                  <a:pt x="338328" y="543517"/>
                </a:lnTo>
                <a:lnTo>
                  <a:pt x="338328" y="545293"/>
                </a:lnTo>
                <a:lnTo>
                  <a:pt x="331831" y="545293"/>
                </a:lnTo>
                <a:close/>
                <a:moveTo>
                  <a:pt x="714147" y="544405"/>
                </a:moveTo>
                <a:lnTo>
                  <a:pt x="716146" y="544405"/>
                </a:lnTo>
                <a:lnTo>
                  <a:pt x="716146" y="545293"/>
                </a:lnTo>
                <a:lnTo>
                  <a:pt x="714147" y="545293"/>
                </a:lnTo>
                <a:close/>
                <a:moveTo>
                  <a:pt x="290351" y="543517"/>
                </a:moveTo>
                <a:lnTo>
                  <a:pt x="291350" y="543517"/>
                </a:lnTo>
                <a:lnTo>
                  <a:pt x="291350" y="545293"/>
                </a:lnTo>
                <a:lnTo>
                  <a:pt x="290351" y="545293"/>
                </a:lnTo>
                <a:close/>
                <a:moveTo>
                  <a:pt x="758126" y="544405"/>
                </a:moveTo>
                <a:lnTo>
                  <a:pt x="773119" y="544405"/>
                </a:lnTo>
                <a:lnTo>
                  <a:pt x="773119" y="545293"/>
                </a:lnTo>
                <a:lnTo>
                  <a:pt x="758126" y="545293"/>
                </a:lnTo>
                <a:close/>
                <a:moveTo>
                  <a:pt x="438280" y="544405"/>
                </a:moveTo>
                <a:lnTo>
                  <a:pt x="446776" y="544405"/>
                </a:lnTo>
                <a:lnTo>
                  <a:pt x="446776" y="545293"/>
                </a:lnTo>
                <a:lnTo>
                  <a:pt x="438280" y="545293"/>
                </a:lnTo>
                <a:close/>
                <a:moveTo>
                  <a:pt x="576213" y="543517"/>
                </a:moveTo>
                <a:lnTo>
                  <a:pt x="582710" y="543517"/>
                </a:lnTo>
                <a:lnTo>
                  <a:pt x="582710" y="545293"/>
                </a:lnTo>
                <a:lnTo>
                  <a:pt x="576213" y="545293"/>
                </a:lnTo>
                <a:close/>
                <a:moveTo>
                  <a:pt x="815099" y="544405"/>
                </a:moveTo>
                <a:lnTo>
                  <a:pt x="1000000" y="544405"/>
                </a:lnTo>
                <a:lnTo>
                  <a:pt x="1000000" y="545293"/>
                </a:lnTo>
                <a:lnTo>
                  <a:pt x="815099" y="545293"/>
                </a:lnTo>
                <a:close/>
                <a:moveTo>
                  <a:pt x="801605" y="545293"/>
                </a:moveTo>
                <a:lnTo>
                  <a:pt x="809102" y="545293"/>
                </a:lnTo>
                <a:lnTo>
                  <a:pt x="809102" y="546181"/>
                </a:lnTo>
                <a:lnTo>
                  <a:pt x="801605" y="546181"/>
                </a:lnTo>
                <a:close/>
                <a:moveTo>
                  <a:pt x="785113" y="544405"/>
                </a:moveTo>
                <a:lnTo>
                  <a:pt x="793609" y="544405"/>
                </a:lnTo>
                <a:lnTo>
                  <a:pt x="793609" y="546181"/>
                </a:lnTo>
                <a:lnTo>
                  <a:pt x="785113" y="546181"/>
                </a:lnTo>
                <a:close/>
                <a:moveTo>
                  <a:pt x="715147" y="545293"/>
                </a:moveTo>
                <a:lnTo>
                  <a:pt x="716146" y="545293"/>
                </a:lnTo>
                <a:lnTo>
                  <a:pt x="716146" y="546181"/>
                </a:lnTo>
                <a:lnTo>
                  <a:pt x="715147" y="546181"/>
                </a:lnTo>
                <a:close/>
                <a:moveTo>
                  <a:pt x="661672" y="543517"/>
                </a:moveTo>
                <a:lnTo>
                  <a:pt x="662672" y="543517"/>
                </a:lnTo>
                <a:lnTo>
                  <a:pt x="662672" y="546181"/>
                </a:lnTo>
                <a:lnTo>
                  <a:pt x="661672" y="546181"/>
                </a:lnTo>
                <a:close/>
                <a:moveTo>
                  <a:pt x="758126" y="545293"/>
                </a:moveTo>
                <a:lnTo>
                  <a:pt x="774118" y="545293"/>
                </a:lnTo>
                <a:lnTo>
                  <a:pt x="774118" y="546181"/>
                </a:lnTo>
                <a:lnTo>
                  <a:pt x="758126" y="546181"/>
                </a:lnTo>
                <a:close/>
                <a:moveTo>
                  <a:pt x="814599" y="545293"/>
                </a:moveTo>
                <a:lnTo>
                  <a:pt x="1000000" y="545293"/>
                </a:lnTo>
                <a:lnTo>
                  <a:pt x="1000000" y="546181"/>
                </a:lnTo>
                <a:lnTo>
                  <a:pt x="814599" y="546181"/>
                </a:lnTo>
                <a:close/>
                <a:moveTo>
                  <a:pt x="589707" y="545293"/>
                </a:moveTo>
                <a:lnTo>
                  <a:pt x="591706" y="545293"/>
                </a:lnTo>
                <a:lnTo>
                  <a:pt x="591706" y="546181"/>
                </a:lnTo>
                <a:lnTo>
                  <a:pt x="589707" y="546181"/>
                </a:lnTo>
                <a:close/>
                <a:moveTo>
                  <a:pt x="801605" y="546181"/>
                </a:moveTo>
                <a:lnTo>
                  <a:pt x="809601" y="546181"/>
                </a:lnTo>
                <a:lnTo>
                  <a:pt x="809601" y="547069"/>
                </a:lnTo>
                <a:lnTo>
                  <a:pt x="801605" y="547069"/>
                </a:lnTo>
                <a:close/>
                <a:moveTo>
                  <a:pt x="681163" y="544405"/>
                </a:moveTo>
                <a:lnTo>
                  <a:pt x="709649" y="544405"/>
                </a:lnTo>
                <a:lnTo>
                  <a:pt x="709649" y="547069"/>
                </a:lnTo>
                <a:lnTo>
                  <a:pt x="681163" y="547069"/>
                </a:lnTo>
                <a:close/>
                <a:moveTo>
                  <a:pt x="640682" y="545293"/>
                </a:moveTo>
                <a:lnTo>
                  <a:pt x="642182" y="545293"/>
                </a:lnTo>
                <a:lnTo>
                  <a:pt x="642182" y="547069"/>
                </a:lnTo>
                <a:lnTo>
                  <a:pt x="640682" y="547069"/>
                </a:lnTo>
                <a:close/>
                <a:moveTo>
                  <a:pt x="438280" y="545293"/>
                </a:moveTo>
                <a:lnTo>
                  <a:pt x="446276" y="545293"/>
                </a:lnTo>
                <a:lnTo>
                  <a:pt x="446276" y="547069"/>
                </a:lnTo>
                <a:lnTo>
                  <a:pt x="438280" y="547069"/>
                </a:lnTo>
                <a:close/>
                <a:moveTo>
                  <a:pt x="359817" y="544405"/>
                </a:moveTo>
                <a:lnTo>
                  <a:pt x="364315" y="544405"/>
                </a:lnTo>
                <a:lnTo>
                  <a:pt x="364315" y="547069"/>
                </a:lnTo>
                <a:lnTo>
                  <a:pt x="359817" y="547069"/>
                </a:lnTo>
                <a:close/>
                <a:moveTo>
                  <a:pt x="753628" y="546181"/>
                </a:moveTo>
                <a:lnTo>
                  <a:pt x="774618" y="546181"/>
                </a:lnTo>
                <a:lnTo>
                  <a:pt x="774618" y="547069"/>
                </a:lnTo>
                <a:lnTo>
                  <a:pt x="753628" y="547069"/>
                </a:lnTo>
                <a:close/>
                <a:moveTo>
                  <a:pt x="813599" y="546181"/>
                </a:moveTo>
                <a:lnTo>
                  <a:pt x="1000000" y="546181"/>
                </a:lnTo>
                <a:lnTo>
                  <a:pt x="1000000" y="547069"/>
                </a:lnTo>
                <a:lnTo>
                  <a:pt x="813599" y="547069"/>
                </a:lnTo>
                <a:close/>
                <a:moveTo>
                  <a:pt x="588707" y="546181"/>
                </a:moveTo>
                <a:lnTo>
                  <a:pt x="592706" y="546181"/>
                </a:lnTo>
                <a:lnTo>
                  <a:pt x="592706" y="547069"/>
                </a:lnTo>
                <a:lnTo>
                  <a:pt x="588707" y="547069"/>
                </a:lnTo>
                <a:close/>
                <a:moveTo>
                  <a:pt x="465766" y="545293"/>
                </a:moveTo>
                <a:lnTo>
                  <a:pt x="467765" y="545293"/>
                </a:lnTo>
                <a:lnTo>
                  <a:pt x="467765" y="547069"/>
                </a:lnTo>
                <a:lnTo>
                  <a:pt x="465766" y="547069"/>
                </a:lnTo>
                <a:close/>
                <a:moveTo>
                  <a:pt x="620692" y="545293"/>
                </a:moveTo>
                <a:lnTo>
                  <a:pt x="621192" y="545293"/>
                </a:lnTo>
                <a:lnTo>
                  <a:pt x="621192" y="547069"/>
                </a:lnTo>
                <a:lnTo>
                  <a:pt x="620692" y="547069"/>
                </a:lnTo>
                <a:close/>
                <a:moveTo>
                  <a:pt x="484757" y="544405"/>
                </a:moveTo>
                <a:lnTo>
                  <a:pt x="496252" y="544405"/>
                </a:lnTo>
                <a:lnTo>
                  <a:pt x="496252" y="547069"/>
                </a:lnTo>
                <a:lnTo>
                  <a:pt x="484757" y="547069"/>
                </a:lnTo>
                <a:close/>
                <a:moveTo>
                  <a:pt x="715646" y="546181"/>
                </a:moveTo>
                <a:lnTo>
                  <a:pt x="721644" y="546181"/>
                </a:lnTo>
                <a:lnTo>
                  <a:pt x="721644" y="547069"/>
                </a:lnTo>
                <a:lnTo>
                  <a:pt x="715646" y="547069"/>
                </a:lnTo>
                <a:close/>
                <a:moveTo>
                  <a:pt x="345824" y="544405"/>
                </a:moveTo>
                <a:lnTo>
                  <a:pt x="352821" y="544405"/>
                </a:lnTo>
                <a:lnTo>
                  <a:pt x="352821" y="547069"/>
                </a:lnTo>
                <a:lnTo>
                  <a:pt x="345824" y="547069"/>
                </a:lnTo>
                <a:close/>
                <a:moveTo>
                  <a:pt x="507247" y="545293"/>
                </a:moveTo>
                <a:lnTo>
                  <a:pt x="519241" y="545293"/>
                </a:lnTo>
                <a:lnTo>
                  <a:pt x="519241" y="547957"/>
                </a:lnTo>
                <a:lnTo>
                  <a:pt x="507247" y="547957"/>
                </a:lnTo>
                <a:close/>
                <a:moveTo>
                  <a:pt x="94445" y="539076"/>
                </a:moveTo>
                <a:lnTo>
                  <a:pt x="183402" y="539076"/>
                </a:lnTo>
                <a:lnTo>
                  <a:pt x="183402" y="547957"/>
                </a:lnTo>
                <a:lnTo>
                  <a:pt x="94445" y="547957"/>
                </a:lnTo>
                <a:close/>
                <a:moveTo>
                  <a:pt x="375310" y="545293"/>
                </a:moveTo>
                <a:lnTo>
                  <a:pt x="380307" y="545293"/>
                </a:lnTo>
                <a:lnTo>
                  <a:pt x="380307" y="547957"/>
                </a:lnTo>
                <a:lnTo>
                  <a:pt x="375310" y="547957"/>
                </a:lnTo>
                <a:close/>
                <a:moveTo>
                  <a:pt x="576213" y="545293"/>
                </a:moveTo>
                <a:lnTo>
                  <a:pt x="582211" y="545293"/>
                </a:lnTo>
                <a:lnTo>
                  <a:pt x="582211" y="547957"/>
                </a:lnTo>
                <a:lnTo>
                  <a:pt x="576213" y="547957"/>
                </a:lnTo>
                <a:close/>
                <a:moveTo>
                  <a:pt x="813100" y="547069"/>
                </a:moveTo>
                <a:lnTo>
                  <a:pt x="1000000" y="547069"/>
                </a:lnTo>
                <a:lnTo>
                  <a:pt x="1000000" y="547957"/>
                </a:lnTo>
                <a:lnTo>
                  <a:pt x="813100" y="547957"/>
                </a:lnTo>
                <a:close/>
                <a:moveTo>
                  <a:pt x="801605" y="547069"/>
                </a:moveTo>
                <a:lnTo>
                  <a:pt x="810101" y="547069"/>
                </a:lnTo>
                <a:lnTo>
                  <a:pt x="810101" y="547957"/>
                </a:lnTo>
                <a:lnTo>
                  <a:pt x="801605" y="547957"/>
                </a:lnTo>
                <a:close/>
                <a:moveTo>
                  <a:pt x="681163" y="547069"/>
                </a:moveTo>
                <a:lnTo>
                  <a:pt x="709150" y="547069"/>
                </a:lnTo>
                <a:lnTo>
                  <a:pt x="709150" y="547957"/>
                </a:lnTo>
                <a:lnTo>
                  <a:pt x="681163" y="547957"/>
                </a:lnTo>
                <a:close/>
                <a:moveTo>
                  <a:pt x="484757" y="547069"/>
                </a:moveTo>
                <a:lnTo>
                  <a:pt x="495752" y="547069"/>
                </a:lnTo>
                <a:lnTo>
                  <a:pt x="495752" y="547957"/>
                </a:lnTo>
                <a:lnTo>
                  <a:pt x="484757" y="547957"/>
                </a:lnTo>
                <a:close/>
                <a:moveTo>
                  <a:pt x="331831" y="545293"/>
                </a:moveTo>
                <a:lnTo>
                  <a:pt x="338827" y="545293"/>
                </a:lnTo>
                <a:lnTo>
                  <a:pt x="338827" y="547957"/>
                </a:lnTo>
                <a:lnTo>
                  <a:pt x="331831" y="547957"/>
                </a:lnTo>
                <a:close/>
                <a:moveTo>
                  <a:pt x="244872" y="539076"/>
                </a:moveTo>
                <a:lnTo>
                  <a:pt x="250370" y="539076"/>
                </a:lnTo>
                <a:lnTo>
                  <a:pt x="250370" y="547957"/>
                </a:lnTo>
                <a:lnTo>
                  <a:pt x="244872" y="547957"/>
                </a:lnTo>
                <a:close/>
                <a:moveTo>
                  <a:pt x="438280" y="547069"/>
                </a:moveTo>
                <a:lnTo>
                  <a:pt x="445776" y="547069"/>
                </a:lnTo>
                <a:lnTo>
                  <a:pt x="445776" y="547957"/>
                </a:lnTo>
                <a:lnTo>
                  <a:pt x="438280" y="547957"/>
                </a:lnTo>
                <a:close/>
                <a:moveTo>
                  <a:pt x="466266" y="547069"/>
                </a:moveTo>
                <a:lnTo>
                  <a:pt x="467765" y="547069"/>
                </a:lnTo>
                <a:lnTo>
                  <a:pt x="467765" y="548845"/>
                </a:lnTo>
                <a:lnTo>
                  <a:pt x="466266" y="548845"/>
                </a:lnTo>
                <a:close/>
                <a:moveTo>
                  <a:pt x="600202" y="547957"/>
                </a:moveTo>
                <a:lnTo>
                  <a:pt x="606699" y="547957"/>
                </a:lnTo>
                <a:lnTo>
                  <a:pt x="606699" y="548845"/>
                </a:lnTo>
                <a:lnTo>
                  <a:pt x="600202" y="548845"/>
                </a:lnTo>
                <a:close/>
                <a:moveTo>
                  <a:pt x="753628" y="547069"/>
                </a:moveTo>
                <a:lnTo>
                  <a:pt x="775118" y="547069"/>
                </a:lnTo>
                <a:lnTo>
                  <a:pt x="775118" y="548845"/>
                </a:lnTo>
                <a:lnTo>
                  <a:pt x="753628" y="548845"/>
                </a:lnTo>
                <a:close/>
                <a:moveTo>
                  <a:pt x="426785" y="547957"/>
                </a:moveTo>
                <a:lnTo>
                  <a:pt x="445776" y="547957"/>
                </a:lnTo>
                <a:lnTo>
                  <a:pt x="445776" y="548845"/>
                </a:lnTo>
                <a:lnTo>
                  <a:pt x="426785" y="548845"/>
                </a:lnTo>
                <a:close/>
                <a:moveTo>
                  <a:pt x="588707" y="547069"/>
                </a:moveTo>
                <a:lnTo>
                  <a:pt x="593205" y="547069"/>
                </a:lnTo>
                <a:lnTo>
                  <a:pt x="593205" y="548845"/>
                </a:lnTo>
                <a:lnTo>
                  <a:pt x="588707" y="548845"/>
                </a:lnTo>
                <a:close/>
                <a:moveTo>
                  <a:pt x="641182" y="547069"/>
                </a:moveTo>
                <a:lnTo>
                  <a:pt x="642182" y="547069"/>
                </a:lnTo>
                <a:lnTo>
                  <a:pt x="642182" y="548845"/>
                </a:lnTo>
                <a:lnTo>
                  <a:pt x="641182" y="548845"/>
                </a:lnTo>
                <a:close/>
                <a:moveTo>
                  <a:pt x="613695" y="547957"/>
                </a:moveTo>
                <a:lnTo>
                  <a:pt x="620692" y="547957"/>
                </a:lnTo>
                <a:lnTo>
                  <a:pt x="620692" y="548845"/>
                </a:lnTo>
                <a:lnTo>
                  <a:pt x="613695" y="548845"/>
                </a:lnTo>
                <a:close/>
                <a:moveTo>
                  <a:pt x="812600" y="547957"/>
                </a:moveTo>
                <a:lnTo>
                  <a:pt x="1000000" y="547957"/>
                </a:lnTo>
                <a:lnTo>
                  <a:pt x="1000000" y="548845"/>
                </a:lnTo>
                <a:lnTo>
                  <a:pt x="812600" y="548845"/>
                </a:lnTo>
                <a:close/>
                <a:moveTo>
                  <a:pt x="784613" y="546181"/>
                </a:moveTo>
                <a:lnTo>
                  <a:pt x="793609" y="546181"/>
                </a:lnTo>
                <a:lnTo>
                  <a:pt x="793609" y="548845"/>
                </a:lnTo>
                <a:lnTo>
                  <a:pt x="784613" y="548845"/>
                </a:lnTo>
                <a:close/>
                <a:moveTo>
                  <a:pt x="588707" y="548845"/>
                </a:moveTo>
                <a:lnTo>
                  <a:pt x="593705" y="548845"/>
                </a:lnTo>
                <a:lnTo>
                  <a:pt x="593705" y="549734"/>
                </a:lnTo>
                <a:lnTo>
                  <a:pt x="588707" y="549734"/>
                </a:lnTo>
                <a:close/>
                <a:moveTo>
                  <a:pt x="801605" y="547957"/>
                </a:moveTo>
                <a:lnTo>
                  <a:pt x="810601" y="547957"/>
                </a:lnTo>
                <a:lnTo>
                  <a:pt x="810601" y="549734"/>
                </a:lnTo>
                <a:lnTo>
                  <a:pt x="801605" y="549734"/>
                </a:lnTo>
                <a:close/>
                <a:moveTo>
                  <a:pt x="359318" y="547069"/>
                </a:moveTo>
                <a:lnTo>
                  <a:pt x="363815" y="547069"/>
                </a:lnTo>
                <a:lnTo>
                  <a:pt x="363815" y="549734"/>
                </a:lnTo>
                <a:lnTo>
                  <a:pt x="359318" y="549734"/>
                </a:lnTo>
                <a:close/>
                <a:moveTo>
                  <a:pt x="812100" y="548845"/>
                </a:moveTo>
                <a:lnTo>
                  <a:pt x="1000000" y="548845"/>
                </a:lnTo>
                <a:lnTo>
                  <a:pt x="1000000" y="549734"/>
                </a:lnTo>
                <a:lnTo>
                  <a:pt x="812100" y="549734"/>
                </a:lnTo>
                <a:close/>
                <a:moveTo>
                  <a:pt x="600702" y="548845"/>
                </a:moveTo>
                <a:lnTo>
                  <a:pt x="606699" y="548845"/>
                </a:lnTo>
                <a:lnTo>
                  <a:pt x="606699" y="549734"/>
                </a:lnTo>
                <a:lnTo>
                  <a:pt x="600702" y="549734"/>
                </a:lnTo>
                <a:close/>
                <a:moveTo>
                  <a:pt x="753628" y="548845"/>
                </a:moveTo>
                <a:lnTo>
                  <a:pt x="774618" y="548845"/>
                </a:lnTo>
                <a:lnTo>
                  <a:pt x="774618" y="549734"/>
                </a:lnTo>
                <a:lnTo>
                  <a:pt x="753628" y="549734"/>
                </a:lnTo>
                <a:close/>
                <a:moveTo>
                  <a:pt x="669669" y="547957"/>
                </a:moveTo>
                <a:lnTo>
                  <a:pt x="709150" y="547957"/>
                </a:lnTo>
                <a:lnTo>
                  <a:pt x="709150" y="549734"/>
                </a:lnTo>
                <a:lnTo>
                  <a:pt x="669669" y="549734"/>
                </a:lnTo>
                <a:close/>
                <a:moveTo>
                  <a:pt x="346324" y="547069"/>
                </a:moveTo>
                <a:lnTo>
                  <a:pt x="352321" y="547069"/>
                </a:lnTo>
                <a:lnTo>
                  <a:pt x="352321" y="549734"/>
                </a:lnTo>
                <a:lnTo>
                  <a:pt x="346324" y="549734"/>
                </a:lnTo>
                <a:close/>
                <a:moveTo>
                  <a:pt x="474762" y="547957"/>
                </a:moveTo>
                <a:lnTo>
                  <a:pt x="495752" y="547957"/>
                </a:lnTo>
                <a:lnTo>
                  <a:pt x="495752" y="549734"/>
                </a:lnTo>
                <a:lnTo>
                  <a:pt x="474762" y="549734"/>
                </a:lnTo>
                <a:close/>
                <a:moveTo>
                  <a:pt x="600202" y="549734"/>
                </a:moveTo>
                <a:lnTo>
                  <a:pt x="606699" y="549734"/>
                </a:lnTo>
                <a:lnTo>
                  <a:pt x="606699" y="550622"/>
                </a:lnTo>
                <a:lnTo>
                  <a:pt x="600202" y="550622"/>
                </a:lnTo>
                <a:close/>
                <a:moveTo>
                  <a:pt x="716646" y="547069"/>
                </a:moveTo>
                <a:lnTo>
                  <a:pt x="721144" y="547069"/>
                </a:lnTo>
                <a:lnTo>
                  <a:pt x="721144" y="550622"/>
                </a:lnTo>
                <a:lnTo>
                  <a:pt x="716646" y="550622"/>
                </a:lnTo>
                <a:close/>
                <a:moveTo>
                  <a:pt x="346824" y="549734"/>
                </a:moveTo>
                <a:lnTo>
                  <a:pt x="352321" y="549734"/>
                </a:lnTo>
                <a:lnTo>
                  <a:pt x="352321" y="550622"/>
                </a:lnTo>
                <a:lnTo>
                  <a:pt x="346824" y="550622"/>
                </a:lnTo>
                <a:close/>
                <a:moveTo>
                  <a:pt x="784114" y="548845"/>
                </a:moveTo>
                <a:lnTo>
                  <a:pt x="793609" y="548845"/>
                </a:lnTo>
                <a:lnTo>
                  <a:pt x="793609" y="550622"/>
                </a:lnTo>
                <a:lnTo>
                  <a:pt x="784114" y="550622"/>
                </a:lnTo>
                <a:close/>
                <a:moveTo>
                  <a:pt x="507746" y="547957"/>
                </a:moveTo>
                <a:lnTo>
                  <a:pt x="519241" y="547957"/>
                </a:lnTo>
                <a:lnTo>
                  <a:pt x="519241" y="550622"/>
                </a:lnTo>
                <a:lnTo>
                  <a:pt x="507746" y="550622"/>
                </a:lnTo>
                <a:close/>
                <a:moveTo>
                  <a:pt x="375810" y="547957"/>
                </a:moveTo>
                <a:lnTo>
                  <a:pt x="380307" y="547957"/>
                </a:lnTo>
                <a:lnTo>
                  <a:pt x="380307" y="550622"/>
                </a:lnTo>
                <a:lnTo>
                  <a:pt x="375810" y="550622"/>
                </a:lnTo>
                <a:close/>
                <a:moveTo>
                  <a:pt x="589207" y="549734"/>
                </a:moveTo>
                <a:lnTo>
                  <a:pt x="593705" y="549734"/>
                </a:lnTo>
                <a:lnTo>
                  <a:pt x="593705" y="550622"/>
                </a:lnTo>
                <a:lnTo>
                  <a:pt x="589207" y="550622"/>
                </a:lnTo>
                <a:close/>
                <a:moveTo>
                  <a:pt x="320336" y="547957"/>
                </a:moveTo>
                <a:lnTo>
                  <a:pt x="339327" y="547957"/>
                </a:lnTo>
                <a:lnTo>
                  <a:pt x="339327" y="550622"/>
                </a:lnTo>
                <a:lnTo>
                  <a:pt x="320336" y="550622"/>
                </a:lnTo>
                <a:close/>
                <a:moveTo>
                  <a:pt x="613695" y="548845"/>
                </a:moveTo>
                <a:lnTo>
                  <a:pt x="620192" y="548845"/>
                </a:lnTo>
                <a:lnTo>
                  <a:pt x="620192" y="551510"/>
                </a:lnTo>
                <a:lnTo>
                  <a:pt x="613695" y="551510"/>
                </a:lnTo>
                <a:close/>
                <a:moveTo>
                  <a:pt x="466766" y="548845"/>
                </a:moveTo>
                <a:lnTo>
                  <a:pt x="467765" y="548845"/>
                </a:lnTo>
                <a:lnTo>
                  <a:pt x="467765" y="551510"/>
                </a:lnTo>
                <a:lnTo>
                  <a:pt x="466766" y="551510"/>
                </a:lnTo>
                <a:close/>
                <a:moveTo>
                  <a:pt x="641682" y="548845"/>
                </a:moveTo>
                <a:lnTo>
                  <a:pt x="642182" y="548845"/>
                </a:lnTo>
                <a:lnTo>
                  <a:pt x="642182" y="551510"/>
                </a:lnTo>
                <a:lnTo>
                  <a:pt x="641682" y="551510"/>
                </a:lnTo>
                <a:close/>
                <a:moveTo>
                  <a:pt x="591206" y="550622"/>
                </a:moveTo>
                <a:lnTo>
                  <a:pt x="606699" y="550622"/>
                </a:lnTo>
                <a:lnTo>
                  <a:pt x="606699" y="551510"/>
                </a:lnTo>
                <a:lnTo>
                  <a:pt x="591206" y="551510"/>
                </a:lnTo>
                <a:close/>
                <a:moveTo>
                  <a:pt x="669669" y="549734"/>
                </a:moveTo>
                <a:lnTo>
                  <a:pt x="708650" y="549734"/>
                </a:lnTo>
                <a:lnTo>
                  <a:pt x="708650" y="551510"/>
                </a:lnTo>
                <a:lnTo>
                  <a:pt x="669669" y="551510"/>
                </a:lnTo>
                <a:close/>
                <a:moveTo>
                  <a:pt x="426785" y="548845"/>
                </a:moveTo>
                <a:lnTo>
                  <a:pt x="445276" y="548845"/>
                </a:lnTo>
                <a:lnTo>
                  <a:pt x="445276" y="551510"/>
                </a:lnTo>
                <a:lnTo>
                  <a:pt x="426785" y="551510"/>
                </a:lnTo>
                <a:close/>
                <a:moveTo>
                  <a:pt x="474762" y="549734"/>
                </a:moveTo>
                <a:lnTo>
                  <a:pt x="495252" y="549734"/>
                </a:lnTo>
                <a:lnTo>
                  <a:pt x="495252" y="551510"/>
                </a:lnTo>
                <a:lnTo>
                  <a:pt x="474762" y="551510"/>
                </a:lnTo>
                <a:close/>
                <a:moveTo>
                  <a:pt x="569217" y="547957"/>
                </a:moveTo>
                <a:lnTo>
                  <a:pt x="581711" y="547957"/>
                </a:lnTo>
                <a:lnTo>
                  <a:pt x="581711" y="551510"/>
                </a:lnTo>
                <a:lnTo>
                  <a:pt x="569217" y="551510"/>
                </a:lnTo>
                <a:close/>
                <a:moveTo>
                  <a:pt x="358818" y="549734"/>
                </a:moveTo>
                <a:lnTo>
                  <a:pt x="363316" y="549734"/>
                </a:lnTo>
                <a:lnTo>
                  <a:pt x="363316" y="551510"/>
                </a:lnTo>
                <a:lnTo>
                  <a:pt x="358818" y="551510"/>
                </a:lnTo>
                <a:close/>
                <a:moveTo>
                  <a:pt x="753628" y="549734"/>
                </a:moveTo>
                <a:lnTo>
                  <a:pt x="774118" y="549734"/>
                </a:lnTo>
                <a:lnTo>
                  <a:pt x="774118" y="551510"/>
                </a:lnTo>
                <a:lnTo>
                  <a:pt x="753628" y="551510"/>
                </a:lnTo>
                <a:close/>
                <a:moveTo>
                  <a:pt x="508246" y="550622"/>
                </a:moveTo>
                <a:lnTo>
                  <a:pt x="519241" y="550622"/>
                </a:lnTo>
                <a:lnTo>
                  <a:pt x="519241" y="552398"/>
                </a:lnTo>
                <a:lnTo>
                  <a:pt x="508246" y="552398"/>
                </a:lnTo>
                <a:close/>
                <a:moveTo>
                  <a:pt x="358818" y="551510"/>
                </a:moveTo>
                <a:lnTo>
                  <a:pt x="362816" y="551510"/>
                </a:lnTo>
                <a:lnTo>
                  <a:pt x="362816" y="552398"/>
                </a:lnTo>
                <a:lnTo>
                  <a:pt x="358818" y="552398"/>
                </a:lnTo>
                <a:close/>
                <a:moveTo>
                  <a:pt x="753129" y="551510"/>
                </a:moveTo>
                <a:lnTo>
                  <a:pt x="773619" y="551510"/>
                </a:lnTo>
                <a:lnTo>
                  <a:pt x="773619" y="552398"/>
                </a:lnTo>
                <a:lnTo>
                  <a:pt x="753129" y="552398"/>
                </a:lnTo>
                <a:close/>
                <a:moveTo>
                  <a:pt x="376309" y="550622"/>
                </a:moveTo>
                <a:lnTo>
                  <a:pt x="380307" y="550622"/>
                </a:lnTo>
                <a:lnTo>
                  <a:pt x="380307" y="552398"/>
                </a:lnTo>
                <a:lnTo>
                  <a:pt x="376309" y="552398"/>
                </a:lnTo>
                <a:close/>
                <a:moveTo>
                  <a:pt x="210889" y="539076"/>
                </a:moveTo>
                <a:lnTo>
                  <a:pt x="217885" y="539076"/>
                </a:lnTo>
                <a:lnTo>
                  <a:pt x="217885" y="552398"/>
                </a:lnTo>
                <a:lnTo>
                  <a:pt x="210889" y="552398"/>
                </a:lnTo>
                <a:close/>
                <a:moveTo>
                  <a:pt x="320336" y="550622"/>
                </a:moveTo>
                <a:lnTo>
                  <a:pt x="339827" y="550622"/>
                </a:lnTo>
                <a:lnTo>
                  <a:pt x="339827" y="552398"/>
                </a:lnTo>
                <a:lnTo>
                  <a:pt x="320336" y="552398"/>
                </a:lnTo>
                <a:close/>
                <a:moveTo>
                  <a:pt x="716146" y="550622"/>
                </a:moveTo>
                <a:lnTo>
                  <a:pt x="721144" y="550622"/>
                </a:lnTo>
                <a:lnTo>
                  <a:pt x="721144" y="552398"/>
                </a:lnTo>
                <a:lnTo>
                  <a:pt x="716146" y="552398"/>
                </a:lnTo>
                <a:close/>
                <a:moveTo>
                  <a:pt x="783614" y="550622"/>
                </a:moveTo>
                <a:lnTo>
                  <a:pt x="793609" y="550622"/>
                </a:lnTo>
                <a:lnTo>
                  <a:pt x="793609" y="552398"/>
                </a:lnTo>
                <a:lnTo>
                  <a:pt x="783614" y="552398"/>
                </a:lnTo>
                <a:close/>
                <a:moveTo>
                  <a:pt x="593205" y="551510"/>
                </a:moveTo>
                <a:lnTo>
                  <a:pt x="606699" y="551510"/>
                </a:lnTo>
                <a:lnTo>
                  <a:pt x="606699" y="552398"/>
                </a:lnTo>
                <a:lnTo>
                  <a:pt x="593205" y="552398"/>
                </a:lnTo>
                <a:close/>
                <a:moveTo>
                  <a:pt x="669669" y="551510"/>
                </a:moveTo>
                <a:lnTo>
                  <a:pt x="708150" y="551510"/>
                </a:lnTo>
                <a:lnTo>
                  <a:pt x="708150" y="553286"/>
                </a:lnTo>
                <a:lnTo>
                  <a:pt x="669669" y="553286"/>
                </a:lnTo>
                <a:close/>
                <a:moveTo>
                  <a:pt x="426785" y="551510"/>
                </a:moveTo>
                <a:lnTo>
                  <a:pt x="444777" y="551510"/>
                </a:lnTo>
                <a:lnTo>
                  <a:pt x="444777" y="553286"/>
                </a:lnTo>
                <a:lnTo>
                  <a:pt x="426785" y="553286"/>
                </a:lnTo>
                <a:close/>
                <a:moveTo>
                  <a:pt x="716146" y="552398"/>
                </a:moveTo>
                <a:lnTo>
                  <a:pt x="720644" y="552398"/>
                </a:lnTo>
                <a:lnTo>
                  <a:pt x="720644" y="553286"/>
                </a:lnTo>
                <a:lnTo>
                  <a:pt x="716146" y="553286"/>
                </a:lnTo>
                <a:close/>
                <a:moveTo>
                  <a:pt x="346824" y="550622"/>
                </a:moveTo>
                <a:lnTo>
                  <a:pt x="351821" y="550622"/>
                </a:lnTo>
                <a:lnTo>
                  <a:pt x="351821" y="553286"/>
                </a:lnTo>
                <a:lnTo>
                  <a:pt x="346824" y="553286"/>
                </a:lnTo>
                <a:close/>
                <a:moveTo>
                  <a:pt x="474762" y="551510"/>
                </a:moveTo>
                <a:lnTo>
                  <a:pt x="494753" y="551510"/>
                </a:lnTo>
                <a:lnTo>
                  <a:pt x="494753" y="553286"/>
                </a:lnTo>
                <a:lnTo>
                  <a:pt x="474762" y="553286"/>
                </a:lnTo>
                <a:close/>
                <a:moveTo>
                  <a:pt x="595204" y="552398"/>
                </a:moveTo>
                <a:lnTo>
                  <a:pt x="606699" y="552398"/>
                </a:lnTo>
                <a:lnTo>
                  <a:pt x="606699" y="553286"/>
                </a:lnTo>
                <a:lnTo>
                  <a:pt x="595204" y="553286"/>
                </a:lnTo>
                <a:close/>
                <a:moveTo>
                  <a:pt x="233378" y="547957"/>
                </a:moveTo>
                <a:lnTo>
                  <a:pt x="257366" y="547957"/>
                </a:lnTo>
                <a:lnTo>
                  <a:pt x="257366" y="553286"/>
                </a:lnTo>
                <a:lnTo>
                  <a:pt x="233378" y="553286"/>
                </a:lnTo>
                <a:close/>
                <a:moveTo>
                  <a:pt x="544729" y="547957"/>
                </a:moveTo>
                <a:lnTo>
                  <a:pt x="562220" y="547957"/>
                </a:lnTo>
                <a:lnTo>
                  <a:pt x="562220" y="553286"/>
                </a:lnTo>
                <a:lnTo>
                  <a:pt x="544729" y="553286"/>
                </a:lnTo>
                <a:close/>
                <a:moveTo>
                  <a:pt x="320336" y="552398"/>
                </a:moveTo>
                <a:lnTo>
                  <a:pt x="340327" y="552398"/>
                </a:lnTo>
                <a:lnTo>
                  <a:pt x="340327" y="553286"/>
                </a:lnTo>
                <a:lnTo>
                  <a:pt x="320336" y="553286"/>
                </a:lnTo>
                <a:close/>
                <a:moveTo>
                  <a:pt x="753129" y="552398"/>
                </a:moveTo>
                <a:lnTo>
                  <a:pt x="773119" y="552398"/>
                </a:lnTo>
                <a:lnTo>
                  <a:pt x="773119" y="553286"/>
                </a:lnTo>
                <a:lnTo>
                  <a:pt x="753129" y="553286"/>
                </a:lnTo>
                <a:close/>
                <a:moveTo>
                  <a:pt x="680164" y="553286"/>
                </a:moveTo>
                <a:lnTo>
                  <a:pt x="708150" y="553286"/>
                </a:lnTo>
                <a:lnTo>
                  <a:pt x="708150" y="554174"/>
                </a:lnTo>
                <a:lnTo>
                  <a:pt x="680164" y="554174"/>
                </a:lnTo>
                <a:close/>
                <a:moveTo>
                  <a:pt x="783114" y="552398"/>
                </a:moveTo>
                <a:lnTo>
                  <a:pt x="793609" y="552398"/>
                </a:lnTo>
                <a:lnTo>
                  <a:pt x="793609" y="554174"/>
                </a:lnTo>
                <a:lnTo>
                  <a:pt x="783114" y="554174"/>
                </a:lnTo>
                <a:close/>
                <a:moveTo>
                  <a:pt x="358318" y="552398"/>
                </a:moveTo>
                <a:lnTo>
                  <a:pt x="362816" y="552398"/>
                </a:lnTo>
                <a:lnTo>
                  <a:pt x="362816" y="554174"/>
                </a:lnTo>
                <a:lnTo>
                  <a:pt x="358318" y="554174"/>
                </a:lnTo>
                <a:close/>
                <a:moveTo>
                  <a:pt x="596704" y="553286"/>
                </a:moveTo>
                <a:lnTo>
                  <a:pt x="606699" y="553286"/>
                </a:lnTo>
                <a:lnTo>
                  <a:pt x="606699" y="554174"/>
                </a:lnTo>
                <a:lnTo>
                  <a:pt x="596704" y="554174"/>
                </a:lnTo>
                <a:close/>
                <a:moveTo>
                  <a:pt x="483258" y="553286"/>
                </a:moveTo>
                <a:lnTo>
                  <a:pt x="494753" y="553286"/>
                </a:lnTo>
                <a:lnTo>
                  <a:pt x="494753" y="554174"/>
                </a:lnTo>
                <a:lnTo>
                  <a:pt x="483258" y="554174"/>
                </a:lnTo>
                <a:close/>
                <a:moveTo>
                  <a:pt x="569217" y="551510"/>
                </a:moveTo>
                <a:lnTo>
                  <a:pt x="582211" y="551510"/>
                </a:lnTo>
                <a:lnTo>
                  <a:pt x="582211" y="554174"/>
                </a:lnTo>
                <a:lnTo>
                  <a:pt x="569217" y="554174"/>
                </a:lnTo>
                <a:close/>
                <a:moveTo>
                  <a:pt x="715646" y="553286"/>
                </a:moveTo>
                <a:lnTo>
                  <a:pt x="720644" y="553286"/>
                </a:lnTo>
                <a:lnTo>
                  <a:pt x="720644" y="555062"/>
                </a:lnTo>
                <a:lnTo>
                  <a:pt x="715646" y="555062"/>
                </a:lnTo>
                <a:close/>
                <a:moveTo>
                  <a:pt x="569217" y="554174"/>
                </a:moveTo>
                <a:lnTo>
                  <a:pt x="582710" y="554174"/>
                </a:lnTo>
                <a:lnTo>
                  <a:pt x="582710" y="555062"/>
                </a:lnTo>
                <a:lnTo>
                  <a:pt x="569217" y="555062"/>
                </a:lnTo>
                <a:close/>
                <a:moveTo>
                  <a:pt x="330831" y="553286"/>
                </a:moveTo>
                <a:lnTo>
                  <a:pt x="340327" y="553286"/>
                </a:lnTo>
                <a:lnTo>
                  <a:pt x="340327" y="555062"/>
                </a:lnTo>
                <a:lnTo>
                  <a:pt x="330831" y="555062"/>
                </a:lnTo>
                <a:close/>
                <a:moveTo>
                  <a:pt x="376809" y="552398"/>
                </a:moveTo>
                <a:lnTo>
                  <a:pt x="380307" y="552398"/>
                </a:lnTo>
                <a:lnTo>
                  <a:pt x="380307" y="555062"/>
                </a:lnTo>
                <a:lnTo>
                  <a:pt x="376809" y="555062"/>
                </a:lnTo>
                <a:close/>
                <a:moveTo>
                  <a:pt x="508746" y="552398"/>
                </a:moveTo>
                <a:lnTo>
                  <a:pt x="519241" y="552398"/>
                </a:lnTo>
                <a:lnTo>
                  <a:pt x="519241" y="555062"/>
                </a:lnTo>
                <a:lnTo>
                  <a:pt x="508746" y="555062"/>
                </a:lnTo>
                <a:close/>
                <a:moveTo>
                  <a:pt x="290850" y="545293"/>
                </a:moveTo>
                <a:lnTo>
                  <a:pt x="291350" y="545293"/>
                </a:lnTo>
                <a:lnTo>
                  <a:pt x="291350" y="555062"/>
                </a:lnTo>
                <a:lnTo>
                  <a:pt x="290850" y="555062"/>
                </a:lnTo>
                <a:close/>
                <a:moveTo>
                  <a:pt x="782614" y="554174"/>
                </a:moveTo>
                <a:lnTo>
                  <a:pt x="793609" y="554174"/>
                </a:lnTo>
                <a:lnTo>
                  <a:pt x="793609" y="555062"/>
                </a:lnTo>
                <a:lnTo>
                  <a:pt x="782614" y="555062"/>
                </a:lnTo>
                <a:close/>
                <a:moveTo>
                  <a:pt x="753129" y="553286"/>
                </a:moveTo>
                <a:lnTo>
                  <a:pt x="772619" y="553286"/>
                </a:lnTo>
                <a:lnTo>
                  <a:pt x="772619" y="555062"/>
                </a:lnTo>
                <a:lnTo>
                  <a:pt x="753129" y="555062"/>
                </a:lnTo>
                <a:close/>
                <a:moveTo>
                  <a:pt x="597703" y="554174"/>
                </a:moveTo>
                <a:lnTo>
                  <a:pt x="606699" y="554174"/>
                </a:lnTo>
                <a:lnTo>
                  <a:pt x="606699" y="555062"/>
                </a:lnTo>
                <a:lnTo>
                  <a:pt x="597703" y="555062"/>
                </a:lnTo>
                <a:close/>
                <a:moveTo>
                  <a:pt x="662172" y="546181"/>
                </a:moveTo>
                <a:lnTo>
                  <a:pt x="662672" y="546181"/>
                </a:lnTo>
                <a:lnTo>
                  <a:pt x="662672" y="555062"/>
                </a:lnTo>
                <a:lnTo>
                  <a:pt x="662172" y="555062"/>
                </a:lnTo>
                <a:close/>
                <a:moveTo>
                  <a:pt x="613695" y="551510"/>
                </a:moveTo>
                <a:lnTo>
                  <a:pt x="619693" y="551510"/>
                </a:lnTo>
                <a:lnTo>
                  <a:pt x="619693" y="555950"/>
                </a:lnTo>
                <a:lnTo>
                  <a:pt x="613695" y="555950"/>
                </a:lnTo>
                <a:close/>
                <a:moveTo>
                  <a:pt x="680164" y="554174"/>
                </a:moveTo>
                <a:lnTo>
                  <a:pt x="707650" y="554174"/>
                </a:lnTo>
                <a:lnTo>
                  <a:pt x="707650" y="555950"/>
                </a:lnTo>
                <a:lnTo>
                  <a:pt x="680164" y="555950"/>
                </a:lnTo>
                <a:close/>
                <a:moveTo>
                  <a:pt x="437280" y="553286"/>
                </a:moveTo>
                <a:lnTo>
                  <a:pt x="444777" y="553286"/>
                </a:lnTo>
                <a:lnTo>
                  <a:pt x="444777" y="555950"/>
                </a:lnTo>
                <a:lnTo>
                  <a:pt x="437280" y="555950"/>
                </a:lnTo>
                <a:close/>
                <a:moveTo>
                  <a:pt x="753129" y="555062"/>
                </a:moveTo>
                <a:lnTo>
                  <a:pt x="772119" y="555062"/>
                </a:lnTo>
                <a:lnTo>
                  <a:pt x="772119" y="555950"/>
                </a:lnTo>
                <a:lnTo>
                  <a:pt x="753129" y="555950"/>
                </a:lnTo>
                <a:close/>
                <a:moveTo>
                  <a:pt x="598203" y="555062"/>
                </a:moveTo>
                <a:lnTo>
                  <a:pt x="606699" y="555062"/>
                </a:lnTo>
                <a:lnTo>
                  <a:pt x="606699" y="555950"/>
                </a:lnTo>
                <a:lnTo>
                  <a:pt x="598203" y="555950"/>
                </a:lnTo>
                <a:close/>
                <a:moveTo>
                  <a:pt x="347323" y="553286"/>
                </a:moveTo>
                <a:lnTo>
                  <a:pt x="351321" y="553286"/>
                </a:lnTo>
                <a:lnTo>
                  <a:pt x="351321" y="555950"/>
                </a:lnTo>
                <a:lnTo>
                  <a:pt x="347323" y="555950"/>
                </a:lnTo>
                <a:close/>
                <a:moveTo>
                  <a:pt x="569217" y="555062"/>
                </a:moveTo>
                <a:lnTo>
                  <a:pt x="583210" y="555062"/>
                </a:lnTo>
                <a:lnTo>
                  <a:pt x="583210" y="555950"/>
                </a:lnTo>
                <a:lnTo>
                  <a:pt x="569217" y="555950"/>
                </a:lnTo>
                <a:close/>
                <a:moveTo>
                  <a:pt x="599202" y="555950"/>
                </a:moveTo>
                <a:lnTo>
                  <a:pt x="606699" y="555950"/>
                </a:lnTo>
                <a:lnTo>
                  <a:pt x="606699" y="556838"/>
                </a:lnTo>
                <a:lnTo>
                  <a:pt x="599202" y="556838"/>
                </a:lnTo>
                <a:close/>
                <a:moveTo>
                  <a:pt x="661672" y="555062"/>
                </a:moveTo>
                <a:lnTo>
                  <a:pt x="662672" y="555062"/>
                </a:lnTo>
                <a:lnTo>
                  <a:pt x="662672" y="556838"/>
                </a:lnTo>
                <a:lnTo>
                  <a:pt x="661672" y="556838"/>
                </a:lnTo>
                <a:close/>
                <a:moveTo>
                  <a:pt x="483258" y="554174"/>
                </a:moveTo>
                <a:lnTo>
                  <a:pt x="494253" y="554174"/>
                </a:lnTo>
                <a:lnTo>
                  <a:pt x="494253" y="556838"/>
                </a:lnTo>
                <a:lnTo>
                  <a:pt x="483258" y="556838"/>
                </a:lnTo>
                <a:close/>
                <a:moveTo>
                  <a:pt x="357818" y="554174"/>
                </a:moveTo>
                <a:lnTo>
                  <a:pt x="362316" y="554174"/>
                </a:lnTo>
                <a:lnTo>
                  <a:pt x="362316" y="556838"/>
                </a:lnTo>
                <a:lnTo>
                  <a:pt x="357818" y="556838"/>
                </a:lnTo>
                <a:close/>
                <a:moveTo>
                  <a:pt x="290351" y="555062"/>
                </a:moveTo>
                <a:lnTo>
                  <a:pt x="291350" y="555062"/>
                </a:lnTo>
                <a:lnTo>
                  <a:pt x="291350" y="556838"/>
                </a:lnTo>
                <a:lnTo>
                  <a:pt x="290351" y="556838"/>
                </a:lnTo>
                <a:close/>
                <a:moveTo>
                  <a:pt x="782115" y="555062"/>
                </a:moveTo>
                <a:lnTo>
                  <a:pt x="793609" y="555062"/>
                </a:lnTo>
                <a:lnTo>
                  <a:pt x="793609" y="556838"/>
                </a:lnTo>
                <a:lnTo>
                  <a:pt x="782115" y="556838"/>
                </a:lnTo>
                <a:close/>
                <a:moveTo>
                  <a:pt x="569217" y="555950"/>
                </a:moveTo>
                <a:lnTo>
                  <a:pt x="583710" y="555950"/>
                </a:lnTo>
                <a:lnTo>
                  <a:pt x="583710" y="556838"/>
                </a:lnTo>
                <a:lnTo>
                  <a:pt x="569217" y="556838"/>
                </a:lnTo>
                <a:close/>
                <a:moveTo>
                  <a:pt x="753129" y="555950"/>
                </a:moveTo>
                <a:lnTo>
                  <a:pt x="771620" y="555950"/>
                </a:lnTo>
                <a:lnTo>
                  <a:pt x="771620" y="556838"/>
                </a:lnTo>
                <a:lnTo>
                  <a:pt x="753129" y="556838"/>
                </a:lnTo>
                <a:close/>
                <a:moveTo>
                  <a:pt x="756627" y="556838"/>
                </a:moveTo>
                <a:lnTo>
                  <a:pt x="771120" y="556838"/>
                </a:lnTo>
                <a:lnTo>
                  <a:pt x="771120" y="557726"/>
                </a:lnTo>
                <a:lnTo>
                  <a:pt x="756627" y="557726"/>
                </a:lnTo>
                <a:close/>
                <a:moveTo>
                  <a:pt x="599702" y="556838"/>
                </a:moveTo>
                <a:lnTo>
                  <a:pt x="606699" y="556838"/>
                </a:lnTo>
                <a:lnTo>
                  <a:pt x="606699" y="557726"/>
                </a:lnTo>
                <a:lnTo>
                  <a:pt x="599702" y="557726"/>
                </a:lnTo>
                <a:close/>
                <a:moveTo>
                  <a:pt x="661173" y="556838"/>
                </a:moveTo>
                <a:lnTo>
                  <a:pt x="662672" y="556838"/>
                </a:lnTo>
                <a:lnTo>
                  <a:pt x="662672" y="557726"/>
                </a:lnTo>
                <a:lnTo>
                  <a:pt x="661173" y="557726"/>
                </a:lnTo>
                <a:close/>
                <a:moveTo>
                  <a:pt x="569217" y="556838"/>
                </a:moveTo>
                <a:lnTo>
                  <a:pt x="584210" y="556838"/>
                </a:lnTo>
                <a:lnTo>
                  <a:pt x="584210" y="557726"/>
                </a:lnTo>
                <a:lnTo>
                  <a:pt x="569217" y="557726"/>
                </a:lnTo>
                <a:close/>
                <a:moveTo>
                  <a:pt x="289851" y="556838"/>
                </a:moveTo>
                <a:lnTo>
                  <a:pt x="291350" y="556838"/>
                </a:lnTo>
                <a:lnTo>
                  <a:pt x="291350" y="557726"/>
                </a:lnTo>
                <a:lnTo>
                  <a:pt x="289851" y="557726"/>
                </a:lnTo>
                <a:close/>
                <a:moveTo>
                  <a:pt x="509246" y="555062"/>
                </a:moveTo>
                <a:lnTo>
                  <a:pt x="519241" y="555062"/>
                </a:lnTo>
                <a:lnTo>
                  <a:pt x="519241" y="557726"/>
                </a:lnTo>
                <a:lnTo>
                  <a:pt x="509246" y="557726"/>
                </a:lnTo>
                <a:close/>
                <a:moveTo>
                  <a:pt x="377309" y="555062"/>
                </a:moveTo>
                <a:lnTo>
                  <a:pt x="380307" y="555062"/>
                </a:lnTo>
                <a:lnTo>
                  <a:pt x="380307" y="557726"/>
                </a:lnTo>
                <a:lnTo>
                  <a:pt x="377309" y="557726"/>
                </a:lnTo>
                <a:close/>
                <a:moveTo>
                  <a:pt x="330831" y="555062"/>
                </a:moveTo>
                <a:lnTo>
                  <a:pt x="340826" y="555062"/>
                </a:lnTo>
                <a:lnTo>
                  <a:pt x="340826" y="557726"/>
                </a:lnTo>
                <a:lnTo>
                  <a:pt x="330831" y="557726"/>
                </a:lnTo>
                <a:close/>
                <a:moveTo>
                  <a:pt x="715147" y="555062"/>
                </a:moveTo>
                <a:lnTo>
                  <a:pt x="720644" y="555062"/>
                </a:lnTo>
                <a:lnTo>
                  <a:pt x="720644" y="557726"/>
                </a:lnTo>
                <a:lnTo>
                  <a:pt x="715147" y="557726"/>
                </a:lnTo>
                <a:close/>
                <a:moveTo>
                  <a:pt x="289351" y="557726"/>
                </a:moveTo>
                <a:lnTo>
                  <a:pt x="291350" y="557726"/>
                </a:lnTo>
                <a:lnTo>
                  <a:pt x="291350" y="558615"/>
                </a:lnTo>
                <a:lnTo>
                  <a:pt x="289351" y="558615"/>
                </a:lnTo>
                <a:close/>
                <a:moveTo>
                  <a:pt x="781615" y="556838"/>
                </a:moveTo>
                <a:lnTo>
                  <a:pt x="793609" y="556838"/>
                </a:lnTo>
                <a:lnTo>
                  <a:pt x="793609" y="558615"/>
                </a:lnTo>
                <a:lnTo>
                  <a:pt x="781615" y="558615"/>
                </a:lnTo>
                <a:close/>
                <a:moveTo>
                  <a:pt x="680164" y="555950"/>
                </a:moveTo>
                <a:lnTo>
                  <a:pt x="707151" y="555950"/>
                </a:lnTo>
                <a:lnTo>
                  <a:pt x="707151" y="558615"/>
                </a:lnTo>
                <a:lnTo>
                  <a:pt x="680164" y="558615"/>
                </a:lnTo>
                <a:close/>
                <a:moveTo>
                  <a:pt x="569217" y="557726"/>
                </a:moveTo>
                <a:lnTo>
                  <a:pt x="584709" y="557726"/>
                </a:lnTo>
                <a:lnTo>
                  <a:pt x="584709" y="558615"/>
                </a:lnTo>
                <a:lnTo>
                  <a:pt x="569217" y="558615"/>
                </a:lnTo>
                <a:close/>
                <a:moveTo>
                  <a:pt x="714647" y="557726"/>
                </a:moveTo>
                <a:lnTo>
                  <a:pt x="720644" y="557726"/>
                </a:lnTo>
                <a:lnTo>
                  <a:pt x="720644" y="558615"/>
                </a:lnTo>
                <a:lnTo>
                  <a:pt x="714647" y="558615"/>
                </a:lnTo>
                <a:close/>
                <a:moveTo>
                  <a:pt x="756627" y="557726"/>
                </a:moveTo>
                <a:lnTo>
                  <a:pt x="770620" y="557726"/>
                </a:lnTo>
                <a:lnTo>
                  <a:pt x="770620" y="558615"/>
                </a:lnTo>
                <a:lnTo>
                  <a:pt x="756627" y="558615"/>
                </a:lnTo>
                <a:close/>
                <a:moveTo>
                  <a:pt x="347823" y="555950"/>
                </a:moveTo>
                <a:lnTo>
                  <a:pt x="350822" y="555950"/>
                </a:lnTo>
                <a:lnTo>
                  <a:pt x="350822" y="558615"/>
                </a:lnTo>
                <a:lnTo>
                  <a:pt x="347823" y="558615"/>
                </a:lnTo>
                <a:close/>
                <a:moveTo>
                  <a:pt x="660673" y="557726"/>
                </a:moveTo>
                <a:lnTo>
                  <a:pt x="662672" y="557726"/>
                </a:lnTo>
                <a:lnTo>
                  <a:pt x="662672" y="558615"/>
                </a:lnTo>
                <a:lnTo>
                  <a:pt x="660673" y="558615"/>
                </a:lnTo>
                <a:close/>
                <a:moveTo>
                  <a:pt x="330831" y="557726"/>
                </a:moveTo>
                <a:lnTo>
                  <a:pt x="341326" y="557726"/>
                </a:lnTo>
                <a:lnTo>
                  <a:pt x="341326" y="559503"/>
                </a:lnTo>
                <a:lnTo>
                  <a:pt x="330831" y="559503"/>
                </a:lnTo>
                <a:close/>
                <a:moveTo>
                  <a:pt x="288851" y="558615"/>
                </a:moveTo>
                <a:lnTo>
                  <a:pt x="291350" y="558615"/>
                </a:lnTo>
                <a:lnTo>
                  <a:pt x="291350" y="559503"/>
                </a:lnTo>
                <a:lnTo>
                  <a:pt x="288851" y="559503"/>
                </a:lnTo>
                <a:close/>
                <a:moveTo>
                  <a:pt x="781115" y="558615"/>
                </a:moveTo>
                <a:lnTo>
                  <a:pt x="793609" y="558615"/>
                </a:lnTo>
                <a:lnTo>
                  <a:pt x="793609" y="559503"/>
                </a:lnTo>
                <a:lnTo>
                  <a:pt x="781115" y="559503"/>
                </a:lnTo>
                <a:close/>
                <a:moveTo>
                  <a:pt x="357318" y="556838"/>
                </a:moveTo>
                <a:lnTo>
                  <a:pt x="361816" y="556838"/>
                </a:lnTo>
                <a:lnTo>
                  <a:pt x="361816" y="559503"/>
                </a:lnTo>
                <a:lnTo>
                  <a:pt x="357318" y="559503"/>
                </a:lnTo>
                <a:close/>
                <a:moveTo>
                  <a:pt x="569217" y="558615"/>
                </a:moveTo>
                <a:lnTo>
                  <a:pt x="585709" y="558615"/>
                </a:lnTo>
                <a:lnTo>
                  <a:pt x="585709" y="559503"/>
                </a:lnTo>
                <a:lnTo>
                  <a:pt x="569217" y="559503"/>
                </a:lnTo>
                <a:close/>
                <a:moveTo>
                  <a:pt x="600202" y="557726"/>
                </a:moveTo>
                <a:lnTo>
                  <a:pt x="606699" y="557726"/>
                </a:lnTo>
                <a:lnTo>
                  <a:pt x="606699" y="559503"/>
                </a:lnTo>
                <a:lnTo>
                  <a:pt x="600202" y="559503"/>
                </a:lnTo>
                <a:close/>
                <a:moveTo>
                  <a:pt x="756627" y="558615"/>
                </a:moveTo>
                <a:lnTo>
                  <a:pt x="770120" y="558615"/>
                </a:lnTo>
                <a:lnTo>
                  <a:pt x="770120" y="559503"/>
                </a:lnTo>
                <a:lnTo>
                  <a:pt x="756627" y="559503"/>
                </a:lnTo>
                <a:close/>
                <a:moveTo>
                  <a:pt x="660173" y="558615"/>
                </a:moveTo>
                <a:lnTo>
                  <a:pt x="662672" y="558615"/>
                </a:lnTo>
                <a:lnTo>
                  <a:pt x="662672" y="559503"/>
                </a:lnTo>
                <a:lnTo>
                  <a:pt x="660173" y="559503"/>
                </a:lnTo>
                <a:close/>
                <a:moveTo>
                  <a:pt x="483258" y="556838"/>
                </a:moveTo>
                <a:lnTo>
                  <a:pt x="493753" y="556838"/>
                </a:lnTo>
                <a:lnTo>
                  <a:pt x="493753" y="559503"/>
                </a:lnTo>
                <a:lnTo>
                  <a:pt x="483258" y="559503"/>
                </a:lnTo>
                <a:close/>
                <a:moveTo>
                  <a:pt x="569217" y="559503"/>
                </a:moveTo>
                <a:lnTo>
                  <a:pt x="586708" y="559503"/>
                </a:lnTo>
                <a:lnTo>
                  <a:pt x="586708" y="560391"/>
                </a:lnTo>
                <a:lnTo>
                  <a:pt x="569217" y="560391"/>
                </a:lnTo>
                <a:close/>
                <a:moveTo>
                  <a:pt x="756627" y="559503"/>
                </a:moveTo>
                <a:lnTo>
                  <a:pt x="769621" y="559503"/>
                </a:lnTo>
                <a:lnTo>
                  <a:pt x="769621" y="560391"/>
                </a:lnTo>
                <a:lnTo>
                  <a:pt x="756627" y="560391"/>
                </a:lnTo>
                <a:close/>
                <a:moveTo>
                  <a:pt x="537232" y="558615"/>
                </a:moveTo>
                <a:lnTo>
                  <a:pt x="537732" y="558615"/>
                </a:lnTo>
                <a:lnTo>
                  <a:pt x="537732" y="560391"/>
                </a:lnTo>
                <a:lnTo>
                  <a:pt x="537232" y="560391"/>
                </a:lnTo>
                <a:close/>
                <a:moveTo>
                  <a:pt x="714647" y="558615"/>
                </a:moveTo>
                <a:lnTo>
                  <a:pt x="720144" y="558615"/>
                </a:lnTo>
                <a:lnTo>
                  <a:pt x="720144" y="560391"/>
                </a:lnTo>
                <a:lnTo>
                  <a:pt x="714647" y="560391"/>
                </a:lnTo>
                <a:close/>
                <a:moveTo>
                  <a:pt x="509745" y="557726"/>
                </a:moveTo>
                <a:lnTo>
                  <a:pt x="519241" y="557726"/>
                </a:lnTo>
                <a:lnTo>
                  <a:pt x="519241" y="560391"/>
                </a:lnTo>
                <a:lnTo>
                  <a:pt x="509745" y="560391"/>
                </a:lnTo>
                <a:close/>
                <a:moveTo>
                  <a:pt x="377809" y="557726"/>
                </a:moveTo>
                <a:lnTo>
                  <a:pt x="380307" y="557726"/>
                </a:lnTo>
                <a:lnTo>
                  <a:pt x="380307" y="560391"/>
                </a:lnTo>
                <a:lnTo>
                  <a:pt x="377809" y="560391"/>
                </a:lnTo>
                <a:close/>
                <a:moveTo>
                  <a:pt x="659673" y="559503"/>
                </a:moveTo>
                <a:lnTo>
                  <a:pt x="662672" y="559503"/>
                </a:lnTo>
                <a:lnTo>
                  <a:pt x="662672" y="560391"/>
                </a:lnTo>
                <a:lnTo>
                  <a:pt x="659673" y="560391"/>
                </a:lnTo>
                <a:close/>
                <a:moveTo>
                  <a:pt x="680164" y="558615"/>
                </a:moveTo>
                <a:lnTo>
                  <a:pt x="706651" y="558615"/>
                </a:lnTo>
                <a:lnTo>
                  <a:pt x="706651" y="560391"/>
                </a:lnTo>
                <a:lnTo>
                  <a:pt x="680164" y="560391"/>
                </a:lnTo>
                <a:close/>
                <a:moveTo>
                  <a:pt x="288352" y="559503"/>
                </a:moveTo>
                <a:lnTo>
                  <a:pt x="291350" y="559503"/>
                </a:lnTo>
                <a:lnTo>
                  <a:pt x="291350" y="560391"/>
                </a:lnTo>
                <a:lnTo>
                  <a:pt x="288352" y="560391"/>
                </a:lnTo>
                <a:close/>
                <a:moveTo>
                  <a:pt x="780615" y="559503"/>
                </a:moveTo>
                <a:lnTo>
                  <a:pt x="793609" y="559503"/>
                </a:lnTo>
                <a:lnTo>
                  <a:pt x="793609" y="561279"/>
                </a:lnTo>
                <a:lnTo>
                  <a:pt x="780615" y="561279"/>
                </a:lnTo>
                <a:close/>
                <a:moveTo>
                  <a:pt x="600702" y="559503"/>
                </a:moveTo>
                <a:lnTo>
                  <a:pt x="606699" y="559503"/>
                </a:lnTo>
                <a:lnTo>
                  <a:pt x="606699" y="561279"/>
                </a:lnTo>
                <a:lnTo>
                  <a:pt x="600702" y="561279"/>
                </a:lnTo>
                <a:close/>
                <a:moveTo>
                  <a:pt x="569217" y="560391"/>
                </a:moveTo>
                <a:lnTo>
                  <a:pt x="588707" y="560391"/>
                </a:lnTo>
                <a:lnTo>
                  <a:pt x="588707" y="561279"/>
                </a:lnTo>
                <a:lnTo>
                  <a:pt x="569217" y="561279"/>
                </a:lnTo>
                <a:close/>
                <a:moveTo>
                  <a:pt x="613695" y="555950"/>
                </a:moveTo>
                <a:lnTo>
                  <a:pt x="619193" y="555950"/>
                </a:lnTo>
                <a:lnTo>
                  <a:pt x="619193" y="561279"/>
                </a:lnTo>
                <a:lnTo>
                  <a:pt x="613695" y="561279"/>
                </a:lnTo>
                <a:close/>
                <a:moveTo>
                  <a:pt x="437280" y="555950"/>
                </a:moveTo>
                <a:lnTo>
                  <a:pt x="444277" y="555950"/>
                </a:lnTo>
                <a:lnTo>
                  <a:pt x="444277" y="561279"/>
                </a:lnTo>
                <a:lnTo>
                  <a:pt x="437280" y="561279"/>
                </a:lnTo>
                <a:close/>
                <a:moveTo>
                  <a:pt x="348323" y="558615"/>
                </a:moveTo>
                <a:lnTo>
                  <a:pt x="350322" y="558615"/>
                </a:lnTo>
                <a:lnTo>
                  <a:pt x="350322" y="561279"/>
                </a:lnTo>
                <a:lnTo>
                  <a:pt x="348323" y="561279"/>
                </a:lnTo>
                <a:close/>
                <a:moveTo>
                  <a:pt x="356819" y="559503"/>
                </a:moveTo>
                <a:lnTo>
                  <a:pt x="361317" y="559503"/>
                </a:lnTo>
                <a:lnTo>
                  <a:pt x="361317" y="561279"/>
                </a:lnTo>
                <a:lnTo>
                  <a:pt x="356819" y="561279"/>
                </a:lnTo>
                <a:close/>
                <a:moveTo>
                  <a:pt x="483258" y="559503"/>
                </a:moveTo>
                <a:lnTo>
                  <a:pt x="493253" y="559503"/>
                </a:lnTo>
                <a:lnTo>
                  <a:pt x="493253" y="561279"/>
                </a:lnTo>
                <a:lnTo>
                  <a:pt x="483258" y="561279"/>
                </a:lnTo>
                <a:close/>
                <a:moveTo>
                  <a:pt x="756627" y="560391"/>
                </a:moveTo>
                <a:lnTo>
                  <a:pt x="769121" y="560391"/>
                </a:lnTo>
                <a:lnTo>
                  <a:pt x="769121" y="561279"/>
                </a:lnTo>
                <a:lnTo>
                  <a:pt x="756627" y="561279"/>
                </a:lnTo>
                <a:close/>
                <a:moveTo>
                  <a:pt x="659174" y="560391"/>
                </a:moveTo>
                <a:lnTo>
                  <a:pt x="662672" y="560391"/>
                </a:lnTo>
                <a:lnTo>
                  <a:pt x="662672" y="561279"/>
                </a:lnTo>
                <a:lnTo>
                  <a:pt x="659174" y="561279"/>
                </a:lnTo>
                <a:close/>
                <a:moveTo>
                  <a:pt x="536732" y="560391"/>
                </a:moveTo>
                <a:lnTo>
                  <a:pt x="537732" y="560391"/>
                </a:lnTo>
                <a:lnTo>
                  <a:pt x="537732" y="561279"/>
                </a:lnTo>
                <a:lnTo>
                  <a:pt x="536732" y="561279"/>
                </a:lnTo>
                <a:close/>
                <a:moveTo>
                  <a:pt x="287852" y="560391"/>
                </a:moveTo>
                <a:lnTo>
                  <a:pt x="291350" y="560391"/>
                </a:lnTo>
                <a:lnTo>
                  <a:pt x="291350" y="561279"/>
                </a:lnTo>
                <a:lnTo>
                  <a:pt x="287852" y="561279"/>
                </a:lnTo>
                <a:close/>
                <a:moveTo>
                  <a:pt x="780116" y="561279"/>
                </a:moveTo>
                <a:lnTo>
                  <a:pt x="793609" y="561279"/>
                </a:lnTo>
                <a:lnTo>
                  <a:pt x="793609" y="562167"/>
                </a:lnTo>
                <a:lnTo>
                  <a:pt x="780116" y="562167"/>
                </a:lnTo>
                <a:close/>
                <a:moveTo>
                  <a:pt x="404296" y="539076"/>
                </a:moveTo>
                <a:lnTo>
                  <a:pt x="411293" y="539076"/>
                </a:lnTo>
                <a:lnTo>
                  <a:pt x="411293" y="562167"/>
                </a:lnTo>
                <a:lnTo>
                  <a:pt x="404296" y="562167"/>
                </a:lnTo>
                <a:close/>
                <a:moveTo>
                  <a:pt x="536233" y="561279"/>
                </a:moveTo>
                <a:lnTo>
                  <a:pt x="537732" y="561279"/>
                </a:lnTo>
                <a:lnTo>
                  <a:pt x="537732" y="562167"/>
                </a:lnTo>
                <a:lnTo>
                  <a:pt x="536233" y="562167"/>
                </a:lnTo>
                <a:close/>
                <a:moveTo>
                  <a:pt x="483258" y="561279"/>
                </a:moveTo>
                <a:lnTo>
                  <a:pt x="492753" y="561279"/>
                </a:lnTo>
                <a:lnTo>
                  <a:pt x="492753" y="562167"/>
                </a:lnTo>
                <a:lnTo>
                  <a:pt x="483258" y="562167"/>
                </a:lnTo>
                <a:close/>
                <a:moveTo>
                  <a:pt x="756627" y="561279"/>
                </a:moveTo>
                <a:lnTo>
                  <a:pt x="768621" y="561279"/>
                </a:lnTo>
                <a:lnTo>
                  <a:pt x="768621" y="562167"/>
                </a:lnTo>
                <a:lnTo>
                  <a:pt x="756627" y="562167"/>
                </a:lnTo>
                <a:close/>
                <a:moveTo>
                  <a:pt x="330831" y="559503"/>
                </a:moveTo>
                <a:lnTo>
                  <a:pt x="341826" y="559503"/>
                </a:lnTo>
                <a:lnTo>
                  <a:pt x="341826" y="562167"/>
                </a:lnTo>
                <a:lnTo>
                  <a:pt x="330831" y="562167"/>
                </a:lnTo>
                <a:close/>
                <a:moveTo>
                  <a:pt x="243873" y="553286"/>
                </a:moveTo>
                <a:lnTo>
                  <a:pt x="257366" y="553286"/>
                </a:lnTo>
                <a:lnTo>
                  <a:pt x="257366" y="562167"/>
                </a:lnTo>
                <a:lnTo>
                  <a:pt x="243873" y="562167"/>
                </a:lnTo>
                <a:close/>
                <a:moveTo>
                  <a:pt x="555223" y="553286"/>
                </a:moveTo>
                <a:lnTo>
                  <a:pt x="562220" y="553286"/>
                </a:lnTo>
                <a:lnTo>
                  <a:pt x="562220" y="562167"/>
                </a:lnTo>
                <a:lnTo>
                  <a:pt x="555223" y="562167"/>
                </a:lnTo>
                <a:close/>
                <a:moveTo>
                  <a:pt x="286353" y="561279"/>
                </a:moveTo>
                <a:lnTo>
                  <a:pt x="291350" y="561279"/>
                </a:lnTo>
                <a:lnTo>
                  <a:pt x="291350" y="562167"/>
                </a:lnTo>
                <a:lnTo>
                  <a:pt x="286353" y="562167"/>
                </a:lnTo>
                <a:close/>
                <a:moveTo>
                  <a:pt x="510245" y="560391"/>
                </a:moveTo>
                <a:lnTo>
                  <a:pt x="519241" y="560391"/>
                </a:lnTo>
                <a:lnTo>
                  <a:pt x="519241" y="562167"/>
                </a:lnTo>
                <a:lnTo>
                  <a:pt x="510245" y="562167"/>
                </a:lnTo>
                <a:close/>
                <a:moveTo>
                  <a:pt x="657674" y="561279"/>
                </a:moveTo>
                <a:lnTo>
                  <a:pt x="662672" y="561279"/>
                </a:lnTo>
                <a:lnTo>
                  <a:pt x="662672" y="562167"/>
                </a:lnTo>
                <a:lnTo>
                  <a:pt x="657674" y="562167"/>
                </a:lnTo>
                <a:close/>
                <a:moveTo>
                  <a:pt x="680164" y="560391"/>
                </a:moveTo>
                <a:lnTo>
                  <a:pt x="706151" y="560391"/>
                </a:lnTo>
                <a:lnTo>
                  <a:pt x="706151" y="562167"/>
                </a:lnTo>
                <a:lnTo>
                  <a:pt x="680164" y="562167"/>
                </a:lnTo>
                <a:close/>
                <a:moveTo>
                  <a:pt x="378308" y="560391"/>
                </a:moveTo>
                <a:lnTo>
                  <a:pt x="380307" y="560391"/>
                </a:lnTo>
                <a:lnTo>
                  <a:pt x="380307" y="562167"/>
                </a:lnTo>
                <a:lnTo>
                  <a:pt x="378308" y="562167"/>
                </a:lnTo>
                <a:close/>
                <a:moveTo>
                  <a:pt x="569217" y="561279"/>
                </a:moveTo>
                <a:lnTo>
                  <a:pt x="590706" y="561279"/>
                </a:lnTo>
                <a:lnTo>
                  <a:pt x="590706" y="562167"/>
                </a:lnTo>
                <a:lnTo>
                  <a:pt x="569217" y="562167"/>
                </a:lnTo>
                <a:close/>
                <a:moveTo>
                  <a:pt x="437280" y="561279"/>
                </a:moveTo>
                <a:lnTo>
                  <a:pt x="444777" y="561279"/>
                </a:lnTo>
                <a:lnTo>
                  <a:pt x="444777" y="562167"/>
                </a:lnTo>
                <a:lnTo>
                  <a:pt x="437280" y="562167"/>
                </a:lnTo>
                <a:close/>
                <a:moveTo>
                  <a:pt x="348823" y="561279"/>
                </a:moveTo>
                <a:lnTo>
                  <a:pt x="350322" y="561279"/>
                </a:lnTo>
                <a:lnTo>
                  <a:pt x="350322" y="562167"/>
                </a:lnTo>
                <a:lnTo>
                  <a:pt x="348823" y="562167"/>
                </a:lnTo>
                <a:close/>
                <a:moveTo>
                  <a:pt x="756627" y="562167"/>
                </a:moveTo>
                <a:lnTo>
                  <a:pt x="768121" y="562167"/>
                </a:lnTo>
                <a:lnTo>
                  <a:pt x="768121" y="563055"/>
                </a:lnTo>
                <a:lnTo>
                  <a:pt x="756627" y="563055"/>
                </a:lnTo>
                <a:close/>
                <a:moveTo>
                  <a:pt x="535733" y="562167"/>
                </a:moveTo>
                <a:lnTo>
                  <a:pt x="537732" y="562167"/>
                </a:lnTo>
                <a:lnTo>
                  <a:pt x="537732" y="563055"/>
                </a:lnTo>
                <a:lnTo>
                  <a:pt x="535733" y="563055"/>
                </a:lnTo>
                <a:close/>
                <a:moveTo>
                  <a:pt x="714147" y="560391"/>
                </a:moveTo>
                <a:lnTo>
                  <a:pt x="720144" y="560391"/>
                </a:lnTo>
                <a:lnTo>
                  <a:pt x="720144" y="563055"/>
                </a:lnTo>
                <a:lnTo>
                  <a:pt x="714147" y="563055"/>
                </a:lnTo>
                <a:close/>
                <a:moveTo>
                  <a:pt x="404296" y="562167"/>
                </a:moveTo>
                <a:lnTo>
                  <a:pt x="411792" y="562167"/>
                </a:lnTo>
                <a:lnTo>
                  <a:pt x="411792" y="563055"/>
                </a:lnTo>
                <a:lnTo>
                  <a:pt x="404296" y="563055"/>
                </a:lnTo>
                <a:close/>
                <a:moveTo>
                  <a:pt x="658674" y="562167"/>
                </a:moveTo>
                <a:lnTo>
                  <a:pt x="662672" y="562167"/>
                </a:lnTo>
                <a:lnTo>
                  <a:pt x="662672" y="563055"/>
                </a:lnTo>
                <a:lnTo>
                  <a:pt x="658674" y="563055"/>
                </a:lnTo>
                <a:close/>
                <a:moveTo>
                  <a:pt x="569217" y="562167"/>
                </a:moveTo>
                <a:lnTo>
                  <a:pt x="592206" y="562167"/>
                </a:lnTo>
                <a:lnTo>
                  <a:pt x="592206" y="563055"/>
                </a:lnTo>
                <a:lnTo>
                  <a:pt x="569217" y="563055"/>
                </a:lnTo>
                <a:close/>
                <a:moveTo>
                  <a:pt x="287352" y="562167"/>
                </a:moveTo>
                <a:lnTo>
                  <a:pt x="291350" y="562167"/>
                </a:lnTo>
                <a:lnTo>
                  <a:pt x="291350" y="563055"/>
                </a:lnTo>
                <a:lnTo>
                  <a:pt x="287352" y="563055"/>
                </a:lnTo>
                <a:close/>
                <a:moveTo>
                  <a:pt x="779616" y="562167"/>
                </a:moveTo>
                <a:lnTo>
                  <a:pt x="793609" y="562167"/>
                </a:lnTo>
                <a:lnTo>
                  <a:pt x="793609" y="563055"/>
                </a:lnTo>
                <a:lnTo>
                  <a:pt x="779616" y="563055"/>
                </a:lnTo>
                <a:close/>
                <a:moveTo>
                  <a:pt x="669669" y="562167"/>
                </a:moveTo>
                <a:lnTo>
                  <a:pt x="705651" y="562167"/>
                </a:lnTo>
                <a:lnTo>
                  <a:pt x="705651" y="563943"/>
                </a:lnTo>
                <a:lnTo>
                  <a:pt x="669669" y="563943"/>
                </a:lnTo>
                <a:close/>
                <a:moveTo>
                  <a:pt x="356319" y="561279"/>
                </a:moveTo>
                <a:lnTo>
                  <a:pt x="360817" y="561279"/>
                </a:lnTo>
                <a:lnTo>
                  <a:pt x="360817" y="563943"/>
                </a:lnTo>
                <a:lnTo>
                  <a:pt x="356319" y="563943"/>
                </a:lnTo>
                <a:close/>
                <a:moveTo>
                  <a:pt x="569217" y="563055"/>
                </a:moveTo>
                <a:lnTo>
                  <a:pt x="593205" y="563055"/>
                </a:lnTo>
                <a:lnTo>
                  <a:pt x="593205" y="563943"/>
                </a:lnTo>
                <a:lnTo>
                  <a:pt x="569217" y="563943"/>
                </a:lnTo>
                <a:close/>
                <a:moveTo>
                  <a:pt x="649678" y="563055"/>
                </a:moveTo>
                <a:lnTo>
                  <a:pt x="650678" y="563055"/>
                </a:lnTo>
                <a:lnTo>
                  <a:pt x="650678" y="563943"/>
                </a:lnTo>
                <a:lnTo>
                  <a:pt x="649678" y="563943"/>
                </a:lnTo>
                <a:close/>
                <a:moveTo>
                  <a:pt x="756627" y="563055"/>
                </a:moveTo>
                <a:lnTo>
                  <a:pt x="767622" y="563055"/>
                </a:lnTo>
                <a:lnTo>
                  <a:pt x="767622" y="563943"/>
                </a:lnTo>
                <a:lnTo>
                  <a:pt x="756627" y="563943"/>
                </a:lnTo>
                <a:close/>
                <a:moveTo>
                  <a:pt x="278356" y="563055"/>
                </a:moveTo>
                <a:lnTo>
                  <a:pt x="279356" y="563055"/>
                </a:lnTo>
                <a:lnTo>
                  <a:pt x="279356" y="563943"/>
                </a:lnTo>
                <a:lnTo>
                  <a:pt x="278356" y="563943"/>
                </a:lnTo>
                <a:close/>
                <a:moveTo>
                  <a:pt x="535233" y="563055"/>
                </a:moveTo>
                <a:lnTo>
                  <a:pt x="537732" y="563055"/>
                </a:lnTo>
                <a:lnTo>
                  <a:pt x="537732" y="563943"/>
                </a:lnTo>
                <a:lnTo>
                  <a:pt x="535233" y="563943"/>
                </a:lnTo>
                <a:close/>
                <a:moveTo>
                  <a:pt x="713647" y="563055"/>
                </a:moveTo>
                <a:lnTo>
                  <a:pt x="720144" y="563055"/>
                </a:lnTo>
                <a:lnTo>
                  <a:pt x="720144" y="563943"/>
                </a:lnTo>
                <a:lnTo>
                  <a:pt x="713647" y="563943"/>
                </a:lnTo>
                <a:close/>
                <a:moveTo>
                  <a:pt x="474762" y="562167"/>
                </a:moveTo>
                <a:lnTo>
                  <a:pt x="492753" y="562167"/>
                </a:lnTo>
                <a:lnTo>
                  <a:pt x="492753" y="563943"/>
                </a:lnTo>
                <a:lnTo>
                  <a:pt x="474762" y="563943"/>
                </a:lnTo>
                <a:close/>
                <a:moveTo>
                  <a:pt x="659174" y="563055"/>
                </a:moveTo>
                <a:lnTo>
                  <a:pt x="662672" y="563055"/>
                </a:lnTo>
                <a:lnTo>
                  <a:pt x="662672" y="563943"/>
                </a:lnTo>
                <a:lnTo>
                  <a:pt x="659174" y="563943"/>
                </a:lnTo>
                <a:close/>
                <a:moveTo>
                  <a:pt x="287852" y="563055"/>
                </a:moveTo>
                <a:lnTo>
                  <a:pt x="291350" y="563055"/>
                </a:lnTo>
                <a:lnTo>
                  <a:pt x="291350" y="563943"/>
                </a:lnTo>
                <a:lnTo>
                  <a:pt x="287852" y="563943"/>
                </a:lnTo>
                <a:close/>
                <a:moveTo>
                  <a:pt x="756627" y="563943"/>
                </a:moveTo>
                <a:lnTo>
                  <a:pt x="766622" y="563943"/>
                </a:lnTo>
                <a:lnTo>
                  <a:pt x="766622" y="564831"/>
                </a:lnTo>
                <a:lnTo>
                  <a:pt x="756627" y="564831"/>
                </a:lnTo>
                <a:close/>
                <a:moveTo>
                  <a:pt x="320336" y="562167"/>
                </a:moveTo>
                <a:lnTo>
                  <a:pt x="342326" y="562167"/>
                </a:lnTo>
                <a:lnTo>
                  <a:pt x="342326" y="564831"/>
                </a:lnTo>
                <a:lnTo>
                  <a:pt x="320336" y="564831"/>
                </a:lnTo>
                <a:close/>
                <a:moveTo>
                  <a:pt x="298347" y="539076"/>
                </a:moveTo>
                <a:lnTo>
                  <a:pt x="305343" y="539076"/>
                </a:lnTo>
                <a:lnTo>
                  <a:pt x="305343" y="564831"/>
                </a:lnTo>
                <a:lnTo>
                  <a:pt x="298347" y="564831"/>
                </a:lnTo>
                <a:close/>
                <a:moveTo>
                  <a:pt x="348823" y="562167"/>
                </a:moveTo>
                <a:lnTo>
                  <a:pt x="349822" y="562167"/>
                </a:lnTo>
                <a:lnTo>
                  <a:pt x="349822" y="564831"/>
                </a:lnTo>
                <a:lnTo>
                  <a:pt x="348823" y="564831"/>
                </a:lnTo>
                <a:close/>
                <a:moveTo>
                  <a:pt x="659673" y="563943"/>
                </a:moveTo>
                <a:lnTo>
                  <a:pt x="662672" y="563943"/>
                </a:lnTo>
                <a:lnTo>
                  <a:pt x="662672" y="564831"/>
                </a:lnTo>
                <a:lnTo>
                  <a:pt x="659673" y="564831"/>
                </a:lnTo>
                <a:close/>
                <a:moveTo>
                  <a:pt x="288352" y="563943"/>
                </a:moveTo>
                <a:lnTo>
                  <a:pt x="291350" y="563943"/>
                </a:lnTo>
                <a:lnTo>
                  <a:pt x="291350" y="564831"/>
                </a:lnTo>
                <a:lnTo>
                  <a:pt x="288352" y="564831"/>
                </a:lnTo>
                <a:close/>
                <a:moveTo>
                  <a:pt x="404296" y="563055"/>
                </a:moveTo>
                <a:lnTo>
                  <a:pt x="411293" y="563055"/>
                </a:lnTo>
                <a:lnTo>
                  <a:pt x="411293" y="564831"/>
                </a:lnTo>
                <a:lnTo>
                  <a:pt x="404296" y="564831"/>
                </a:lnTo>
                <a:close/>
                <a:moveTo>
                  <a:pt x="649678" y="563943"/>
                </a:moveTo>
                <a:lnTo>
                  <a:pt x="651677" y="563943"/>
                </a:lnTo>
                <a:lnTo>
                  <a:pt x="651677" y="564831"/>
                </a:lnTo>
                <a:lnTo>
                  <a:pt x="649678" y="564831"/>
                </a:lnTo>
                <a:close/>
                <a:moveTo>
                  <a:pt x="278356" y="563943"/>
                </a:moveTo>
                <a:lnTo>
                  <a:pt x="280355" y="563943"/>
                </a:lnTo>
                <a:lnTo>
                  <a:pt x="280355" y="564831"/>
                </a:lnTo>
                <a:lnTo>
                  <a:pt x="278356" y="564831"/>
                </a:lnTo>
                <a:close/>
                <a:moveTo>
                  <a:pt x="510745" y="562167"/>
                </a:moveTo>
                <a:lnTo>
                  <a:pt x="519241" y="562167"/>
                </a:lnTo>
                <a:lnTo>
                  <a:pt x="519241" y="564831"/>
                </a:lnTo>
                <a:lnTo>
                  <a:pt x="510745" y="564831"/>
                </a:lnTo>
                <a:close/>
                <a:moveTo>
                  <a:pt x="779116" y="563055"/>
                </a:moveTo>
                <a:lnTo>
                  <a:pt x="793609" y="563055"/>
                </a:lnTo>
                <a:lnTo>
                  <a:pt x="793609" y="564831"/>
                </a:lnTo>
                <a:lnTo>
                  <a:pt x="779116" y="564831"/>
                </a:lnTo>
                <a:close/>
                <a:moveTo>
                  <a:pt x="534733" y="563943"/>
                </a:moveTo>
                <a:lnTo>
                  <a:pt x="537732" y="563943"/>
                </a:lnTo>
                <a:lnTo>
                  <a:pt x="537732" y="564831"/>
                </a:lnTo>
                <a:lnTo>
                  <a:pt x="534733" y="564831"/>
                </a:lnTo>
                <a:close/>
                <a:moveTo>
                  <a:pt x="378808" y="562167"/>
                </a:moveTo>
                <a:lnTo>
                  <a:pt x="380307" y="562167"/>
                </a:lnTo>
                <a:lnTo>
                  <a:pt x="380307" y="564831"/>
                </a:lnTo>
                <a:lnTo>
                  <a:pt x="378808" y="564831"/>
                </a:lnTo>
                <a:close/>
                <a:moveTo>
                  <a:pt x="569217" y="563943"/>
                </a:moveTo>
                <a:lnTo>
                  <a:pt x="593705" y="563943"/>
                </a:lnTo>
                <a:lnTo>
                  <a:pt x="593705" y="564831"/>
                </a:lnTo>
                <a:lnTo>
                  <a:pt x="569217" y="564831"/>
                </a:lnTo>
                <a:close/>
                <a:moveTo>
                  <a:pt x="713647" y="563943"/>
                </a:moveTo>
                <a:lnTo>
                  <a:pt x="719645" y="563943"/>
                </a:lnTo>
                <a:lnTo>
                  <a:pt x="719645" y="564831"/>
                </a:lnTo>
                <a:lnTo>
                  <a:pt x="713647" y="564831"/>
                </a:lnTo>
                <a:close/>
                <a:moveTo>
                  <a:pt x="288851" y="564831"/>
                </a:moveTo>
                <a:lnTo>
                  <a:pt x="291350" y="564831"/>
                </a:lnTo>
                <a:lnTo>
                  <a:pt x="291350" y="565719"/>
                </a:lnTo>
                <a:lnTo>
                  <a:pt x="288851" y="565719"/>
                </a:lnTo>
                <a:close/>
                <a:moveTo>
                  <a:pt x="387304" y="539076"/>
                </a:moveTo>
                <a:lnTo>
                  <a:pt x="397299" y="539076"/>
                </a:lnTo>
                <a:lnTo>
                  <a:pt x="397299" y="565719"/>
                </a:lnTo>
                <a:lnTo>
                  <a:pt x="387304" y="565719"/>
                </a:lnTo>
                <a:close/>
                <a:moveTo>
                  <a:pt x="533234" y="564831"/>
                </a:moveTo>
                <a:lnTo>
                  <a:pt x="537732" y="564831"/>
                </a:lnTo>
                <a:lnTo>
                  <a:pt x="537732" y="565719"/>
                </a:lnTo>
                <a:lnTo>
                  <a:pt x="533234" y="565719"/>
                </a:lnTo>
                <a:close/>
                <a:moveTo>
                  <a:pt x="467266" y="551510"/>
                </a:moveTo>
                <a:lnTo>
                  <a:pt x="467765" y="551510"/>
                </a:lnTo>
                <a:lnTo>
                  <a:pt x="467765" y="565719"/>
                </a:lnTo>
                <a:lnTo>
                  <a:pt x="467266" y="565719"/>
                </a:lnTo>
                <a:close/>
                <a:moveTo>
                  <a:pt x="756627" y="564831"/>
                </a:moveTo>
                <a:lnTo>
                  <a:pt x="766122" y="564831"/>
                </a:lnTo>
                <a:lnTo>
                  <a:pt x="766122" y="565719"/>
                </a:lnTo>
                <a:lnTo>
                  <a:pt x="756627" y="565719"/>
                </a:lnTo>
                <a:close/>
                <a:moveTo>
                  <a:pt x="778616" y="564831"/>
                </a:moveTo>
                <a:lnTo>
                  <a:pt x="793609" y="564831"/>
                </a:lnTo>
                <a:lnTo>
                  <a:pt x="793609" y="565719"/>
                </a:lnTo>
                <a:lnTo>
                  <a:pt x="778616" y="565719"/>
                </a:lnTo>
                <a:close/>
                <a:moveTo>
                  <a:pt x="669669" y="563943"/>
                </a:moveTo>
                <a:lnTo>
                  <a:pt x="705152" y="563943"/>
                </a:lnTo>
                <a:lnTo>
                  <a:pt x="705152" y="565719"/>
                </a:lnTo>
                <a:lnTo>
                  <a:pt x="669669" y="565719"/>
                </a:lnTo>
                <a:close/>
                <a:moveTo>
                  <a:pt x="587708" y="564831"/>
                </a:moveTo>
                <a:lnTo>
                  <a:pt x="594205" y="564831"/>
                </a:lnTo>
                <a:lnTo>
                  <a:pt x="594205" y="565719"/>
                </a:lnTo>
                <a:lnTo>
                  <a:pt x="587708" y="565719"/>
                </a:lnTo>
                <a:close/>
                <a:moveTo>
                  <a:pt x="418789" y="539076"/>
                </a:moveTo>
                <a:lnTo>
                  <a:pt x="419789" y="539076"/>
                </a:lnTo>
                <a:lnTo>
                  <a:pt x="419789" y="565719"/>
                </a:lnTo>
                <a:lnTo>
                  <a:pt x="418789" y="565719"/>
                </a:lnTo>
                <a:close/>
                <a:moveTo>
                  <a:pt x="312840" y="539076"/>
                </a:moveTo>
                <a:lnTo>
                  <a:pt x="313340" y="539076"/>
                </a:lnTo>
                <a:lnTo>
                  <a:pt x="313340" y="565719"/>
                </a:lnTo>
                <a:lnTo>
                  <a:pt x="312840" y="565719"/>
                </a:lnTo>
                <a:close/>
                <a:moveTo>
                  <a:pt x="660173" y="564831"/>
                </a:moveTo>
                <a:lnTo>
                  <a:pt x="662672" y="564831"/>
                </a:lnTo>
                <a:lnTo>
                  <a:pt x="662672" y="565719"/>
                </a:lnTo>
                <a:lnTo>
                  <a:pt x="660173" y="565719"/>
                </a:lnTo>
                <a:close/>
                <a:moveTo>
                  <a:pt x="426785" y="562167"/>
                </a:moveTo>
                <a:lnTo>
                  <a:pt x="444777" y="562167"/>
                </a:lnTo>
                <a:lnTo>
                  <a:pt x="444777" y="566607"/>
                </a:lnTo>
                <a:lnTo>
                  <a:pt x="426785" y="566607"/>
                </a:lnTo>
                <a:close/>
                <a:moveTo>
                  <a:pt x="474762" y="563943"/>
                </a:moveTo>
                <a:lnTo>
                  <a:pt x="492254" y="563943"/>
                </a:lnTo>
                <a:lnTo>
                  <a:pt x="492254" y="566607"/>
                </a:lnTo>
                <a:lnTo>
                  <a:pt x="474762" y="566607"/>
                </a:lnTo>
                <a:close/>
                <a:moveTo>
                  <a:pt x="713148" y="564831"/>
                </a:moveTo>
                <a:lnTo>
                  <a:pt x="719645" y="564831"/>
                </a:lnTo>
                <a:lnTo>
                  <a:pt x="719645" y="566607"/>
                </a:lnTo>
                <a:lnTo>
                  <a:pt x="713148" y="566607"/>
                </a:lnTo>
                <a:close/>
                <a:moveTo>
                  <a:pt x="613695" y="561279"/>
                </a:moveTo>
                <a:lnTo>
                  <a:pt x="619693" y="561279"/>
                </a:lnTo>
                <a:lnTo>
                  <a:pt x="619693" y="566607"/>
                </a:lnTo>
                <a:lnTo>
                  <a:pt x="613695" y="566607"/>
                </a:lnTo>
                <a:close/>
                <a:moveTo>
                  <a:pt x="649678" y="564831"/>
                </a:moveTo>
                <a:lnTo>
                  <a:pt x="652177" y="564831"/>
                </a:lnTo>
                <a:lnTo>
                  <a:pt x="652177" y="566607"/>
                </a:lnTo>
                <a:lnTo>
                  <a:pt x="649678" y="566607"/>
                </a:lnTo>
                <a:close/>
                <a:moveTo>
                  <a:pt x="278356" y="564831"/>
                </a:moveTo>
                <a:lnTo>
                  <a:pt x="280855" y="564831"/>
                </a:lnTo>
                <a:lnTo>
                  <a:pt x="280855" y="566607"/>
                </a:lnTo>
                <a:lnTo>
                  <a:pt x="278356" y="566607"/>
                </a:lnTo>
                <a:close/>
                <a:moveTo>
                  <a:pt x="320336" y="564831"/>
                </a:moveTo>
                <a:lnTo>
                  <a:pt x="342825" y="564831"/>
                </a:lnTo>
                <a:lnTo>
                  <a:pt x="342825" y="566607"/>
                </a:lnTo>
                <a:lnTo>
                  <a:pt x="320336" y="566607"/>
                </a:lnTo>
                <a:close/>
                <a:moveTo>
                  <a:pt x="756627" y="565719"/>
                </a:moveTo>
                <a:lnTo>
                  <a:pt x="765623" y="565719"/>
                </a:lnTo>
                <a:lnTo>
                  <a:pt x="765623" y="566607"/>
                </a:lnTo>
                <a:lnTo>
                  <a:pt x="756627" y="566607"/>
                </a:lnTo>
                <a:close/>
                <a:moveTo>
                  <a:pt x="778117" y="565719"/>
                </a:moveTo>
                <a:lnTo>
                  <a:pt x="793609" y="565719"/>
                </a:lnTo>
                <a:lnTo>
                  <a:pt x="793609" y="566607"/>
                </a:lnTo>
                <a:lnTo>
                  <a:pt x="778117" y="566607"/>
                </a:lnTo>
                <a:close/>
                <a:moveTo>
                  <a:pt x="355819" y="563943"/>
                </a:moveTo>
                <a:lnTo>
                  <a:pt x="360317" y="563943"/>
                </a:lnTo>
                <a:lnTo>
                  <a:pt x="360317" y="566607"/>
                </a:lnTo>
                <a:lnTo>
                  <a:pt x="355819" y="566607"/>
                </a:lnTo>
                <a:close/>
                <a:moveTo>
                  <a:pt x="404796" y="564831"/>
                </a:moveTo>
                <a:lnTo>
                  <a:pt x="411293" y="564831"/>
                </a:lnTo>
                <a:lnTo>
                  <a:pt x="411293" y="567496"/>
                </a:lnTo>
                <a:lnTo>
                  <a:pt x="404796" y="567496"/>
                </a:lnTo>
                <a:close/>
                <a:moveTo>
                  <a:pt x="289351" y="565719"/>
                </a:moveTo>
                <a:lnTo>
                  <a:pt x="291850" y="565719"/>
                </a:lnTo>
                <a:lnTo>
                  <a:pt x="291850" y="567496"/>
                </a:lnTo>
                <a:lnTo>
                  <a:pt x="289351" y="567496"/>
                </a:lnTo>
                <a:close/>
                <a:moveTo>
                  <a:pt x="777617" y="566607"/>
                </a:moveTo>
                <a:lnTo>
                  <a:pt x="793609" y="566607"/>
                </a:lnTo>
                <a:lnTo>
                  <a:pt x="793609" y="567496"/>
                </a:lnTo>
                <a:lnTo>
                  <a:pt x="777617" y="567496"/>
                </a:lnTo>
                <a:close/>
                <a:moveTo>
                  <a:pt x="588208" y="565719"/>
                </a:moveTo>
                <a:lnTo>
                  <a:pt x="594205" y="565719"/>
                </a:lnTo>
                <a:lnTo>
                  <a:pt x="594205" y="567496"/>
                </a:lnTo>
                <a:lnTo>
                  <a:pt x="588208" y="567496"/>
                </a:lnTo>
                <a:close/>
                <a:moveTo>
                  <a:pt x="756627" y="566607"/>
                </a:moveTo>
                <a:lnTo>
                  <a:pt x="764623" y="566607"/>
                </a:lnTo>
                <a:lnTo>
                  <a:pt x="764623" y="567496"/>
                </a:lnTo>
                <a:lnTo>
                  <a:pt x="756627" y="567496"/>
                </a:lnTo>
                <a:close/>
                <a:moveTo>
                  <a:pt x="379308" y="564831"/>
                </a:moveTo>
                <a:lnTo>
                  <a:pt x="380307" y="564831"/>
                </a:lnTo>
                <a:lnTo>
                  <a:pt x="380307" y="567496"/>
                </a:lnTo>
                <a:lnTo>
                  <a:pt x="379308" y="567496"/>
                </a:lnTo>
                <a:close/>
                <a:moveTo>
                  <a:pt x="511245" y="564831"/>
                </a:moveTo>
                <a:lnTo>
                  <a:pt x="519241" y="564831"/>
                </a:lnTo>
                <a:lnTo>
                  <a:pt x="519241" y="567496"/>
                </a:lnTo>
                <a:lnTo>
                  <a:pt x="511245" y="567496"/>
                </a:lnTo>
                <a:close/>
                <a:moveTo>
                  <a:pt x="660673" y="565719"/>
                </a:moveTo>
                <a:lnTo>
                  <a:pt x="662672" y="565719"/>
                </a:lnTo>
                <a:lnTo>
                  <a:pt x="662672" y="567496"/>
                </a:lnTo>
                <a:lnTo>
                  <a:pt x="660673" y="567496"/>
                </a:lnTo>
                <a:close/>
                <a:moveTo>
                  <a:pt x="298847" y="564831"/>
                </a:moveTo>
                <a:lnTo>
                  <a:pt x="305343" y="564831"/>
                </a:lnTo>
                <a:lnTo>
                  <a:pt x="305343" y="567496"/>
                </a:lnTo>
                <a:lnTo>
                  <a:pt x="298847" y="567496"/>
                </a:lnTo>
                <a:close/>
                <a:moveTo>
                  <a:pt x="649678" y="566607"/>
                </a:moveTo>
                <a:lnTo>
                  <a:pt x="652677" y="566607"/>
                </a:lnTo>
                <a:lnTo>
                  <a:pt x="652677" y="567496"/>
                </a:lnTo>
                <a:lnTo>
                  <a:pt x="649678" y="567496"/>
                </a:lnTo>
                <a:close/>
                <a:moveTo>
                  <a:pt x="613695" y="566607"/>
                </a:moveTo>
                <a:lnTo>
                  <a:pt x="620192" y="566607"/>
                </a:lnTo>
                <a:lnTo>
                  <a:pt x="620192" y="568384"/>
                </a:lnTo>
                <a:lnTo>
                  <a:pt x="613695" y="568384"/>
                </a:lnTo>
                <a:close/>
                <a:moveTo>
                  <a:pt x="278356" y="566607"/>
                </a:moveTo>
                <a:lnTo>
                  <a:pt x="281355" y="566607"/>
                </a:lnTo>
                <a:lnTo>
                  <a:pt x="281355" y="568384"/>
                </a:lnTo>
                <a:lnTo>
                  <a:pt x="278356" y="568384"/>
                </a:lnTo>
                <a:close/>
                <a:moveTo>
                  <a:pt x="641682" y="565719"/>
                </a:moveTo>
                <a:lnTo>
                  <a:pt x="642182" y="565719"/>
                </a:lnTo>
                <a:lnTo>
                  <a:pt x="642182" y="568384"/>
                </a:lnTo>
                <a:lnTo>
                  <a:pt x="641682" y="568384"/>
                </a:lnTo>
                <a:close/>
                <a:moveTo>
                  <a:pt x="649178" y="567496"/>
                </a:moveTo>
                <a:lnTo>
                  <a:pt x="652677" y="567496"/>
                </a:lnTo>
                <a:lnTo>
                  <a:pt x="652677" y="568384"/>
                </a:lnTo>
                <a:lnTo>
                  <a:pt x="649178" y="568384"/>
                </a:lnTo>
                <a:close/>
                <a:moveTo>
                  <a:pt x="466766" y="565719"/>
                </a:moveTo>
                <a:lnTo>
                  <a:pt x="467765" y="565719"/>
                </a:lnTo>
                <a:lnTo>
                  <a:pt x="467765" y="568384"/>
                </a:lnTo>
                <a:lnTo>
                  <a:pt x="466766" y="568384"/>
                </a:lnTo>
                <a:close/>
                <a:moveTo>
                  <a:pt x="299346" y="567496"/>
                </a:moveTo>
                <a:lnTo>
                  <a:pt x="304844" y="567496"/>
                </a:lnTo>
                <a:lnTo>
                  <a:pt x="304844" y="568384"/>
                </a:lnTo>
                <a:lnTo>
                  <a:pt x="299346" y="568384"/>
                </a:lnTo>
                <a:close/>
                <a:moveTo>
                  <a:pt x="756627" y="567496"/>
                </a:moveTo>
                <a:lnTo>
                  <a:pt x="764123" y="567496"/>
                </a:lnTo>
                <a:lnTo>
                  <a:pt x="764123" y="568384"/>
                </a:lnTo>
                <a:lnTo>
                  <a:pt x="756627" y="568384"/>
                </a:lnTo>
                <a:close/>
                <a:moveTo>
                  <a:pt x="387304" y="565719"/>
                </a:moveTo>
                <a:lnTo>
                  <a:pt x="397799" y="565719"/>
                </a:lnTo>
                <a:lnTo>
                  <a:pt x="397799" y="568384"/>
                </a:lnTo>
                <a:lnTo>
                  <a:pt x="387304" y="568384"/>
                </a:lnTo>
                <a:close/>
                <a:moveTo>
                  <a:pt x="405295" y="567496"/>
                </a:moveTo>
                <a:lnTo>
                  <a:pt x="410793" y="567496"/>
                </a:lnTo>
                <a:lnTo>
                  <a:pt x="410793" y="568384"/>
                </a:lnTo>
                <a:lnTo>
                  <a:pt x="405295" y="568384"/>
                </a:lnTo>
                <a:close/>
                <a:moveTo>
                  <a:pt x="426785" y="566607"/>
                </a:moveTo>
                <a:lnTo>
                  <a:pt x="445276" y="566607"/>
                </a:lnTo>
                <a:lnTo>
                  <a:pt x="445276" y="568384"/>
                </a:lnTo>
                <a:lnTo>
                  <a:pt x="426785" y="568384"/>
                </a:lnTo>
                <a:close/>
                <a:moveTo>
                  <a:pt x="588707" y="567496"/>
                </a:moveTo>
                <a:lnTo>
                  <a:pt x="594205" y="567496"/>
                </a:lnTo>
                <a:lnTo>
                  <a:pt x="594205" y="568384"/>
                </a:lnTo>
                <a:lnTo>
                  <a:pt x="588707" y="568384"/>
                </a:lnTo>
                <a:close/>
                <a:moveTo>
                  <a:pt x="669669" y="565719"/>
                </a:moveTo>
                <a:lnTo>
                  <a:pt x="704652" y="565719"/>
                </a:lnTo>
                <a:lnTo>
                  <a:pt x="704652" y="568384"/>
                </a:lnTo>
                <a:lnTo>
                  <a:pt x="669669" y="568384"/>
                </a:lnTo>
                <a:close/>
                <a:moveTo>
                  <a:pt x="418289" y="565719"/>
                </a:moveTo>
                <a:lnTo>
                  <a:pt x="419789" y="565719"/>
                </a:lnTo>
                <a:lnTo>
                  <a:pt x="419789" y="569272"/>
                </a:lnTo>
                <a:lnTo>
                  <a:pt x="418289" y="569272"/>
                </a:lnTo>
                <a:close/>
                <a:moveTo>
                  <a:pt x="569217" y="564831"/>
                </a:moveTo>
                <a:lnTo>
                  <a:pt x="581211" y="564831"/>
                </a:lnTo>
                <a:lnTo>
                  <a:pt x="581211" y="569272"/>
                </a:lnTo>
                <a:lnTo>
                  <a:pt x="569217" y="569272"/>
                </a:lnTo>
                <a:close/>
                <a:moveTo>
                  <a:pt x="661173" y="567496"/>
                </a:moveTo>
                <a:lnTo>
                  <a:pt x="662672" y="567496"/>
                </a:lnTo>
                <a:lnTo>
                  <a:pt x="662672" y="569272"/>
                </a:lnTo>
                <a:lnTo>
                  <a:pt x="661173" y="569272"/>
                </a:lnTo>
                <a:close/>
                <a:moveTo>
                  <a:pt x="669669" y="568384"/>
                </a:moveTo>
                <a:lnTo>
                  <a:pt x="704152" y="568384"/>
                </a:lnTo>
                <a:lnTo>
                  <a:pt x="704152" y="569272"/>
                </a:lnTo>
                <a:lnTo>
                  <a:pt x="669669" y="569272"/>
                </a:lnTo>
                <a:close/>
                <a:moveTo>
                  <a:pt x="312340" y="565719"/>
                </a:moveTo>
                <a:lnTo>
                  <a:pt x="313340" y="565719"/>
                </a:lnTo>
                <a:lnTo>
                  <a:pt x="313340" y="569272"/>
                </a:lnTo>
                <a:lnTo>
                  <a:pt x="312340" y="569272"/>
                </a:lnTo>
                <a:close/>
                <a:moveTo>
                  <a:pt x="601201" y="561279"/>
                </a:moveTo>
                <a:lnTo>
                  <a:pt x="606699" y="561279"/>
                </a:lnTo>
                <a:lnTo>
                  <a:pt x="606699" y="569272"/>
                </a:lnTo>
                <a:lnTo>
                  <a:pt x="601201" y="569272"/>
                </a:lnTo>
                <a:close/>
                <a:moveTo>
                  <a:pt x="756627" y="568384"/>
                </a:moveTo>
                <a:lnTo>
                  <a:pt x="763124" y="568384"/>
                </a:lnTo>
                <a:lnTo>
                  <a:pt x="763124" y="569272"/>
                </a:lnTo>
                <a:lnTo>
                  <a:pt x="756627" y="569272"/>
                </a:lnTo>
                <a:close/>
                <a:moveTo>
                  <a:pt x="320336" y="566607"/>
                </a:moveTo>
                <a:lnTo>
                  <a:pt x="343325" y="566607"/>
                </a:lnTo>
                <a:lnTo>
                  <a:pt x="343325" y="569272"/>
                </a:lnTo>
                <a:lnTo>
                  <a:pt x="320336" y="569272"/>
                </a:lnTo>
                <a:close/>
                <a:moveTo>
                  <a:pt x="426785" y="568384"/>
                </a:moveTo>
                <a:lnTo>
                  <a:pt x="445776" y="568384"/>
                </a:lnTo>
                <a:lnTo>
                  <a:pt x="445776" y="569272"/>
                </a:lnTo>
                <a:lnTo>
                  <a:pt x="426785" y="569272"/>
                </a:lnTo>
                <a:close/>
                <a:moveTo>
                  <a:pt x="299846" y="568384"/>
                </a:moveTo>
                <a:lnTo>
                  <a:pt x="304344" y="568384"/>
                </a:lnTo>
                <a:lnTo>
                  <a:pt x="304344" y="569272"/>
                </a:lnTo>
                <a:lnTo>
                  <a:pt x="299846" y="569272"/>
                </a:lnTo>
                <a:close/>
                <a:moveTo>
                  <a:pt x="474762" y="566607"/>
                </a:moveTo>
                <a:lnTo>
                  <a:pt x="491754" y="566607"/>
                </a:lnTo>
                <a:lnTo>
                  <a:pt x="491754" y="569272"/>
                </a:lnTo>
                <a:lnTo>
                  <a:pt x="474762" y="569272"/>
                </a:lnTo>
                <a:close/>
                <a:moveTo>
                  <a:pt x="355319" y="566607"/>
                </a:moveTo>
                <a:lnTo>
                  <a:pt x="359817" y="566607"/>
                </a:lnTo>
                <a:lnTo>
                  <a:pt x="359817" y="569272"/>
                </a:lnTo>
                <a:lnTo>
                  <a:pt x="355319" y="569272"/>
                </a:lnTo>
                <a:close/>
                <a:moveTo>
                  <a:pt x="777117" y="567496"/>
                </a:moveTo>
                <a:lnTo>
                  <a:pt x="793609" y="567496"/>
                </a:lnTo>
                <a:lnTo>
                  <a:pt x="793609" y="569272"/>
                </a:lnTo>
                <a:lnTo>
                  <a:pt x="777117" y="569272"/>
                </a:lnTo>
                <a:close/>
                <a:moveTo>
                  <a:pt x="589207" y="568384"/>
                </a:moveTo>
                <a:lnTo>
                  <a:pt x="593705" y="568384"/>
                </a:lnTo>
                <a:lnTo>
                  <a:pt x="593705" y="569272"/>
                </a:lnTo>
                <a:lnTo>
                  <a:pt x="589207" y="569272"/>
                </a:lnTo>
                <a:close/>
                <a:moveTo>
                  <a:pt x="405795" y="568384"/>
                </a:moveTo>
                <a:lnTo>
                  <a:pt x="410293" y="568384"/>
                </a:lnTo>
                <a:lnTo>
                  <a:pt x="410293" y="569272"/>
                </a:lnTo>
                <a:lnTo>
                  <a:pt x="405795" y="569272"/>
                </a:lnTo>
                <a:close/>
                <a:moveTo>
                  <a:pt x="233378" y="562167"/>
                </a:moveTo>
                <a:lnTo>
                  <a:pt x="257366" y="562167"/>
                </a:lnTo>
                <a:lnTo>
                  <a:pt x="257366" y="569272"/>
                </a:lnTo>
                <a:lnTo>
                  <a:pt x="233378" y="569272"/>
                </a:lnTo>
                <a:close/>
                <a:moveTo>
                  <a:pt x="544729" y="562167"/>
                </a:moveTo>
                <a:lnTo>
                  <a:pt x="562220" y="562167"/>
                </a:lnTo>
                <a:lnTo>
                  <a:pt x="562220" y="569272"/>
                </a:lnTo>
                <a:lnTo>
                  <a:pt x="544729" y="569272"/>
                </a:lnTo>
                <a:close/>
                <a:moveTo>
                  <a:pt x="712648" y="566607"/>
                </a:moveTo>
                <a:lnTo>
                  <a:pt x="719645" y="566607"/>
                </a:lnTo>
                <a:lnTo>
                  <a:pt x="719645" y="569272"/>
                </a:lnTo>
                <a:lnTo>
                  <a:pt x="712648" y="569272"/>
                </a:lnTo>
                <a:close/>
                <a:moveTo>
                  <a:pt x="289851" y="567496"/>
                </a:moveTo>
                <a:lnTo>
                  <a:pt x="291850" y="567496"/>
                </a:lnTo>
                <a:lnTo>
                  <a:pt x="291850" y="569272"/>
                </a:lnTo>
                <a:lnTo>
                  <a:pt x="289851" y="569272"/>
                </a:lnTo>
                <a:close/>
                <a:moveTo>
                  <a:pt x="590706" y="569272"/>
                </a:moveTo>
                <a:lnTo>
                  <a:pt x="592706" y="569272"/>
                </a:lnTo>
                <a:lnTo>
                  <a:pt x="592706" y="570160"/>
                </a:lnTo>
                <a:lnTo>
                  <a:pt x="590706" y="570160"/>
                </a:lnTo>
                <a:close/>
                <a:moveTo>
                  <a:pt x="466266" y="568384"/>
                </a:moveTo>
                <a:lnTo>
                  <a:pt x="467765" y="568384"/>
                </a:lnTo>
                <a:lnTo>
                  <a:pt x="467765" y="570160"/>
                </a:lnTo>
                <a:lnTo>
                  <a:pt x="466266" y="570160"/>
                </a:lnTo>
                <a:close/>
                <a:moveTo>
                  <a:pt x="379808" y="567496"/>
                </a:moveTo>
                <a:lnTo>
                  <a:pt x="380307" y="567496"/>
                </a:lnTo>
                <a:lnTo>
                  <a:pt x="380307" y="570160"/>
                </a:lnTo>
                <a:lnTo>
                  <a:pt x="379808" y="570160"/>
                </a:lnTo>
                <a:close/>
                <a:moveTo>
                  <a:pt x="681663" y="569272"/>
                </a:moveTo>
                <a:lnTo>
                  <a:pt x="704152" y="569272"/>
                </a:lnTo>
                <a:lnTo>
                  <a:pt x="704152" y="570160"/>
                </a:lnTo>
                <a:lnTo>
                  <a:pt x="681663" y="570160"/>
                </a:lnTo>
                <a:close/>
                <a:moveTo>
                  <a:pt x="776617" y="569272"/>
                </a:moveTo>
                <a:lnTo>
                  <a:pt x="793609" y="569272"/>
                </a:lnTo>
                <a:lnTo>
                  <a:pt x="793609" y="570160"/>
                </a:lnTo>
                <a:lnTo>
                  <a:pt x="776617" y="570160"/>
                </a:lnTo>
                <a:close/>
                <a:moveTo>
                  <a:pt x="438779" y="569272"/>
                </a:moveTo>
                <a:lnTo>
                  <a:pt x="445776" y="569272"/>
                </a:lnTo>
                <a:lnTo>
                  <a:pt x="445776" y="570160"/>
                </a:lnTo>
                <a:lnTo>
                  <a:pt x="438779" y="570160"/>
                </a:lnTo>
                <a:close/>
                <a:moveTo>
                  <a:pt x="641182" y="568384"/>
                </a:moveTo>
                <a:lnTo>
                  <a:pt x="642182" y="568384"/>
                </a:lnTo>
                <a:lnTo>
                  <a:pt x="642182" y="570160"/>
                </a:lnTo>
                <a:lnTo>
                  <a:pt x="641182" y="570160"/>
                </a:lnTo>
                <a:close/>
                <a:moveTo>
                  <a:pt x="300846" y="569272"/>
                </a:moveTo>
                <a:lnTo>
                  <a:pt x="302845" y="569272"/>
                </a:lnTo>
                <a:lnTo>
                  <a:pt x="302845" y="570160"/>
                </a:lnTo>
                <a:lnTo>
                  <a:pt x="300846" y="570160"/>
                </a:lnTo>
                <a:close/>
                <a:moveTo>
                  <a:pt x="752129" y="569272"/>
                </a:moveTo>
                <a:lnTo>
                  <a:pt x="762624" y="569272"/>
                </a:lnTo>
                <a:lnTo>
                  <a:pt x="762624" y="570160"/>
                </a:lnTo>
                <a:lnTo>
                  <a:pt x="752129" y="570160"/>
                </a:lnTo>
                <a:close/>
                <a:moveTo>
                  <a:pt x="649678" y="568384"/>
                </a:moveTo>
                <a:lnTo>
                  <a:pt x="653176" y="568384"/>
                </a:lnTo>
                <a:lnTo>
                  <a:pt x="653176" y="570160"/>
                </a:lnTo>
                <a:lnTo>
                  <a:pt x="649678" y="570160"/>
                </a:lnTo>
                <a:close/>
                <a:moveTo>
                  <a:pt x="613695" y="568384"/>
                </a:moveTo>
                <a:lnTo>
                  <a:pt x="620692" y="568384"/>
                </a:lnTo>
                <a:lnTo>
                  <a:pt x="620692" y="570160"/>
                </a:lnTo>
                <a:lnTo>
                  <a:pt x="613695" y="570160"/>
                </a:lnTo>
                <a:close/>
                <a:moveTo>
                  <a:pt x="278356" y="568384"/>
                </a:moveTo>
                <a:lnTo>
                  <a:pt x="281855" y="568384"/>
                </a:lnTo>
                <a:lnTo>
                  <a:pt x="281855" y="570160"/>
                </a:lnTo>
                <a:lnTo>
                  <a:pt x="278356" y="570160"/>
                </a:lnTo>
                <a:close/>
                <a:moveTo>
                  <a:pt x="511744" y="567496"/>
                </a:moveTo>
                <a:lnTo>
                  <a:pt x="519241" y="567496"/>
                </a:lnTo>
                <a:lnTo>
                  <a:pt x="519241" y="570160"/>
                </a:lnTo>
                <a:lnTo>
                  <a:pt x="511744" y="570160"/>
                </a:lnTo>
                <a:close/>
                <a:moveTo>
                  <a:pt x="406795" y="569272"/>
                </a:moveTo>
                <a:lnTo>
                  <a:pt x="408794" y="569272"/>
                </a:lnTo>
                <a:lnTo>
                  <a:pt x="408794" y="570160"/>
                </a:lnTo>
                <a:lnTo>
                  <a:pt x="406795" y="570160"/>
                </a:lnTo>
                <a:close/>
                <a:moveTo>
                  <a:pt x="712148" y="569272"/>
                </a:moveTo>
                <a:lnTo>
                  <a:pt x="744633" y="569272"/>
                </a:lnTo>
                <a:lnTo>
                  <a:pt x="744633" y="570160"/>
                </a:lnTo>
                <a:lnTo>
                  <a:pt x="712148" y="570160"/>
                </a:lnTo>
                <a:close/>
                <a:moveTo>
                  <a:pt x="417789" y="569272"/>
                </a:moveTo>
                <a:lnTo>
                  <a:pt x="419789" y="569272"/>
                </a:lnTo>
                <a:lnTo>
                  <a:pt x="419789" y="571048"/>
                </a:lnTo>
                <a:lnTo>
                  <a:pt x="417789" y="571048"/>
                </a:lnTo>
                <a:close/>
                <a:moveTo>
                  <a:pt x="290351" y="569272"/>
                </a:moveTo>
                <a:lnTo>
                  <a:pt x="292350" y="569272"/>
                </a:lnTo>
                <a:lnTo>
                  <a:pt x="292350" y="571048"/>
                </a:lnTo>
                <a:lnTo>
                  <a:pt x="290351" y="571048"/>
                </a:lnTo>
                <a:close/>
                <a:moveTo>
                  <a:pt x="354820" y="569272"/>
                </a:moveTo>
                <a:lnTo>
                  <a:pt x="359318" y="569272"/>
                </a:lnTo>
                <a:lnTo>
                  <a:pt x="359318" y="571048"/>
                </a:lnTo>
                <a:lnTo>
                  <a:pt x="354820" y="571048"/>
                </a:lnTo>
                <a:close/>
                <a:moveTo>
                  <a:pt x="311840" y="569272"/>
                </a:moveTo>
                <a:lnTo>
                  <a:pt x="313340" y="569272"/>
                </a:lnTo>
                <a:lnTo>
                  <a:pt x="313340" y="571048"/>
                </a:lnTo>
                <a:lnTo>
                  <a:pt x="311840" y="571048"/>
                </a:lnTo>
                <a:close/>
                <a:moveTo>
                  <a:pt x="661672" y="569272"/>
                </a:moveTo>
                <a:lnTo>
                  <a:pt x="662672" y="569272"/>
                </a:lnTo>
                <a:lnTo>
                  <a:pt x="662672" y="571048"/>
                </a:lnTo>
                <a:lnTo>
                  <a:pt x="661672" y="571048"/>
                </a:lnTo>
                <a:close/>
                <a:moveTo>
                  <a:pt x="600702" y="569272"/>
                </a:moveTo>
                <a:lnTo>
                  <a:pt x="606699" y="569272"/>
                </a:lnTo>
                <a:lnTo>
                  <a:pt x="606699" y="571048"/>
                </a:lnTo>
                <a:lnTo>
                  <a:pt x="600702" y="571048"/>
                </a:lnTo>
                <a:close/>
                <a:moveTo>
                  <a:pt x="776117" y="570160"/>
                </a:moveTo>
                <a:lnTo>
                  <a:pt x="793609" y="570160"/>
                </a:lnTo>
                <a:lnTo>
                  <a:pt x="793609" y="571048"/>
                </a:lnTo>
                <a:lnTo>
                  <a:pt x="776117" y="571048"/>
                </a:lnTo>
                <a:close/>
                <a:moveTo>
                  <a:pt x="712148" y="570160"/>
                </a:moveTo>
                <a:lnTo>
                  <a:pt x="744133" y="570160"/>
                </a:lnTo>
                <a:lnTo>
                  <a:pt x="744133" y="571048"/>
                </a:lnTo>
                <a:lnTo>
                  <a:pt x="712148" y="571048"/>
                </a:lnTo>
                <a:close/>
                <a:moveTo>
                  <a:pt x="569217" y="569272"/>
                </a:moveTo>
                <a:lnTo>
                  <a:pt x="581711" y="569272"/>
                </a:lnTo>
                <a:lnTo>
                  <a:pt x="581711" y="571048"/>
                </a:lnTo>
                <a:lnTo>
                  <a:pt x="569217" y="571048"/>
                </a:lnTo>
                <a:close/>
                <a:moveTo>
                  <a:pt x="752129" y="570160"/>
                </a:moveTo>
                <a:lnTo>
                  <a:pt x="761624" y="570160"/>
                </a:lnTo>
                <a:lnTo>
                  <a:pt x="761624" y="571048"/>
                </a:lnTo>
                <a:lnTo>
                  <a:pt x="752129" y="571048"/>
                </a:lnTo>
                <a:close/>
                <a:moveTo>
                  <a:pt x="649678" y="570160"/>
                </a:moveTo>
                <a:lnTo>
                  <a:pt x="653676" y="570160"/>
                </a:lnTo>
                <a:lnTo>
                  <a:pt x="653676" y="571048"/>
                </a:lnTo>
                <a:lnTo>
                  <a:pt x="649678" y="571048"/>
                </a:lnTo>
                <a:close/>
                <a:moveTo>
                  <a:pt x="474762" y="569272"/>
                </a:moveTo>
                <a:lnTo>
                  <a:pt x="491254" y="569272"/>
                </a:lnTo>
                <a:lnTo>
                  <a:pt x="491254" y="571048"/>
                </a:lnTo>
                <a:lnTo>
                  <a:pt x="474762" y="571048"/>
                </a:lnTo>
                <a:close/>
                <a:moveTo>
                  <a:pt x="278356" y="570160"/>
                </a:moveTo>
                <a:lnTo>
                  <a:pt x="282354" y="570160"/>
                </a:lnTo>
                <a:lnTo>
                  <a:pt x="282354" y="571048"/>
                </a:lnTo>
                <a:lnTo>
                  <a:pt x="278356" y="571048"/>
                </a:lnTo>
                <a:close/>
                <a:moveTo>
                  <a:pt x="512244" y="570160"/>
                </a:moveTo>
                <a:lnTo>
                  <a:pt x="519241" y="570160"/>
                </a:lnTo>
                <a:lnTo>
                  <a:pt x="519241" y="571936"/>
                </a:lnTo>
                <a:lnTo>
                  <a:pt x="512244" y="571936"/>
                </a:lnTo>
                <a:close/>
                <a:moveTo>
                  <a:pt x="681663" y="570160"/>
                </a:moveTo>
                <a:lnTo>
                  <a:pt x="703652" y="570160"/>
                </a:lnTo>
                <a:lnTo>
                  <a:pt x="703652" y="571936"/>
                </a:lnTo>
                <a:lnTo>
                  <a:pt x="681663" y="571936"/>
                </a:lnTo>
                <a:close/>
                <a:moveTo>
                  <a:pt x="775618" y="571048"/>
                </a:moveTo>
                <a:lnTo>
                  <a:pt x="793609" y="571048"/>
                </a:lnTo>
                <a:lnTo>
                  <a:pt x="793609" y="571936"/>
                </a:lnTo>
                <a:lnTo>
                  <a:pt x="775618" y="571936"/>
                </a:lnTo>
                <a:close/>
                <a:moveTo>
                  <a:pt x="332330" y="569272"/>
                </a:moveTo>
                <a:lnTo>
                  <a:pt x="343825" y="569272"/>
                </a:lnTo>
                <a:lnTo>
                  <a:pt x="343825" y="571936"/>
                </a:lnTo>
                <a:lnTo>
                  <a:pt x="332330" y="571936"/>
                </a:lnTo>
                <a:close/>
                <a:moveTo>
                  <a:pt x="290850" y="571048"/>
                </a:moveTo>
                <a:lnTo>
                  <a:pt x="292350" y="571048"/>
                </a:lnTo>
                <a:lnTo>
                  <a:pt x="292350" y="571936"/>
                </a:lnTo>
                <a:lnTo>
                  <a:pt x="290850" y="571936"/>
                </a:lnTo>
                <a:close/>
                <a:moveTo>
                  <a:pt x="640682" y="570160"/>
                </a:moveTo>
                <a:lnTo>
                  <a:pt x="642182" y="570160"/>
                </a:lnTo>
                <a:lnTo>
                  <a:pt x="642182" y="571936"/>
                </a:lnTo>
                <a:lnTo>
                  <a:pt x="640682" y="571936"/>
                </a:lnTo>
                <a:close/>
                <a:moveTo>
                  <a:pt x="438779" y="570160"/>
                </a:moveTo>
                <a:lnTo>
                  <a:pt x="446276" y="570160"/>
                </a:lnTo>
                <a:lnTo>
                  <a:pt x="446276" y="571936"/>
                </a:lnTo>
                <a:lnTo>
                  <a:pt x="438779" y="571936"/>
                </a:lnTo>
                <a:close/>
                <a:moveTo>
                  <a:pt x="711648" y="571048"/>
                </a:moveTo>
                <a:lnTo>
                  <a:pt x="744133" y="571048"/>
                </a:lnTo>
                <a:lnTo>
                  <a:pt x="744133" y="571936"/>
                </a:lnTo>
                <a:lnTo>
                  <a:pt x="711648" y="571936"/>
                </a:lnTo>
                <a:close/>
                <a:moveTo>
                  <a:pt x="465766" y="570160"/>
                </a:moveTo>
                <a:lnTo>
                  <a:pt x="467765" y="570160"/>
                </a:lnTo>
                <a:lnTo>
                  <a:pt x="467765" y="571936"/>
                </a:lnTo>
                <a:lnTo>
                  <a:pt x="465766" y="571936"/>
                </a:lnTo>
                <a:close/>
                <a:moveTo>
                  <a:pt x="397799" y="569272"/>
                </a:moveTo>
                <a:lnTo>
                  <a:pt x="398299" y="569272"/>
                </a:lnTo>
                <a:lnTo>
                  <a:pt x="398299" y="571936"/>
                </a:lnTo>
                <a:lnTo>
                  <a:pt x="397799" y="571936"/>
                </a:lnTo>
                <a:close/>
                <a:moveTo>
                  <a:pt x="613695" y="570160"/>
                </a:moveTo>
                <a:lnTo>
                  <a:pt x="621192" y="570160"/>
                </a:lnTo>
                <a:lnTo>
                  <a:pt x="621192" y="571936"/>
                </a:lnTo>
                <a:lnTo>
                  <a:pt x="613695" y="571936"/>
                </a:lnTo>
                <a:close/>
                <a:moveTo>
                  <a:pt x="662172" y="571048"/>
                </a:moveTo>
                <a:lnTo>
                  <a:pt x="662672" y="571048"/>
                </a:lnTo>
                <a:lnTo>
                  <a:pt x="662672" y="571936"/>
                </a:lnTo>
                <a:lnTo>
                  <a:pt x="662172" y="571936"/>
                </a:lnTo>
                <a:close/>
                <a:moveTo>
                  <a:pt x="752129" y="571048"/>
                </a:moveTo>
                <a:lnTo>
                  <a:pt x="760625" y="571048"/>
                </a:lnTo>
                <a:lnTo>
                  <a:pt x="760625" y="571936"/>
                </a:lnTo>
                <a:lnTo>
                  <a:pt x="752129" y="571936"/>
                </a:lnTo>
                <a:close/>
                <a:moveTo>
                  <a:pt x="465267" y="571936"/>
                </a:moveTo>
                <a:lnTo>
                  <a:pt x="467765" y="571936"/>
                </a:lnTo>
                <a:lnTo>
                  <a:pt x="467765" y="572824"/>
                </a:lnTo>
                <a:lnTo>
                  <a:pt x="465267" y="572824"/>
                </a:lnTo>
                <a:close/>
                <a:moveTo>
                  <a:pt x="649678" y="571048"/>
                </a:moveTo>
                <a:lnTo>
                  <a:pt x="654176" y="571048"/>
                </a:lnTo>
                <a:lnTo>
                  <a:pt x="654176" y="572824"/>
                </a:lnTo>
                <a:lnTo>
                  <a:pt x="649678" y="572824"/>
                </a:lnTo>
                <a:close/>
                <a:moveTo>
                  <a:pt x="775118" y="571936"/>
                </a:moveTo>
                <a:lnTo>
                  <a:pt x="793609" y="571936"/>
                </a:lnTo>
                <a:lnTo>
                  <a:pt x="793609" y="572824"/>
                </a:lnTo>
                <a:lnTo>
                  <a:pt x="775118" y="572824"/>
                </a:lnTo>
                <a:close/>
                <a:moveTo>
                  <a:pt x="711648" y="571936"/>
                </a:moveTo>
                <a:lnTo>
                  <a:pt x="743633" y="571936"/>
                </a:lnTo>
                <a:lnTo>
                  <a:pt x="743633" y="572824"/>
                </a:lnTo>
                <a:lnTo>
                  <a:pt x="711648" y="572824"/>
                </a:lnTo>
                <a:close/>
                <a:moveTo>
                  <a:pt x="640183" y="571936"/>
                </a:moveTo>
                <a:lnTo>
                  <a:pt x="642182" y="571936"/>
                </a:lnTo>
                <a:lnTo>
                  <a:pt x="642182" y="572824"/>
                </a:lnTo>
                <a:lnTo>
                  <a:pt x="640183" y="572824"/>
                </a:lnTo>
                <a:close/>
                <a:moveTo>
                  <a:pt x="613695" y="571936"/>
                </a:moveTo>
                <a:lnTo>
                  <a:pt x="621692" y="571936"/>
                </a:lnTo>
                <a:lnTo>
                  <a:pt x="621692" y="572824"/>
                </a:lnTo>
                <a:lnTo>
                  <a:pt x="613695" y="572824"/>
                </a:lnTo>
                <a:close/>
                <a:moveTo>
                  <a:pt x="278356" y="571048"/>
                </a:moveTo>
                <a:lnTo>
                  <a:pt x="282854" y="571048"/>
                </a:lnTo>
                <a:lnTo>
                  <a:pt x="282854" y="572824"/>
                </a:lnTo>
                <a:lnTo>
                  <a:pt x="278356" y="572824"/>
                </a:lnTo>
                <a:close/>
                <a:moveTo>
                  <a:pt x="311341" y="571048"/>
                </a:moveTo>
                <a:lnTo>
                  <a:pt x="313340" y="571048"/>
                </a:lnTo>
                <a:lnTo>
                  <a:pt x="313340" y="572824"/>
                </a:lnTo>
                <a:lnTo>
                  <a:pt x="311341" y="572824"/>
                </a:lnTo>
                <a:close/>
                <a:moveTo>
                  <a:pt x="600202" y="571048"/>
                </a:moveTo>
                <a:lnTo>
                  <a:pt x="606699" y="571048"/>
                </a:lnTo>
                <a:lnTo>
                  <a:pt x="606699" y="572824"/>
                </a:lnTo>
                <a:lnTo>
                  <a:pt x="600202" y="572824"/>
                </a:lnTo>
                <a:close/>
                <a:moveTo>
                  <a:pt x="751629" y="571936"/>
                </a:moveTo>
                <a:lnTo>
                  <a:pt x="759625" y="571936"/>
                </a:lnTo>
                <a:lnTo>
                  <a:pt x="759625" y="572824"/>
                </a:lnTo>
                <a:lnTo>
                  <a:pt x="751629" y="572824"/>
                </a:lnTo>
                <a:close/>
                <a:moveTo>
                  <a:pt x="291350" y="571936"/>
                </a:moveTo>
                <a:lnTo>
                  <a:pt x="292849" y="571936"/>
                </a:lnTo>
                <a:lnTo>
                  <a:pt x="292849" y="572824"/>
                </a:lnTo>
                <a:lnTo>
                  <a:pt x="291350" y="572824"/>
                </a:lnTo>
                <a:close/>
                <a:moveTo>
                  <a:pt x="438779" y="571936"/>
                </a:moveTo>
                <a:lnTo>
                  <a:pt x="446776" y="571936"/>
                </a:lnTo>
                <a:lnTo>
                  <a:pt x="446776" y="572824"/>
                </a:lnTo>
                <a:lnTo>
                  <a:pt x="438779" y="572824"/>
                </a:lnTo>
                <a:close/>
                <a:moveTo>
                  <a:pt x="569217" y="571048"/>
                </a:moveTo>
                <a:lnTo>
                  <a:pt x="582211" y="571048"/>
                </a:lnTo>
                <a:lnTo>
                  <a:pt x="582211" y="572824"/>
                </a:lnTo>
                <a:lnTo>
                  <a:pt x="569217" y="572824"/>
                </a:lnTo>
                <a:close/>
                <a:moveTo>
                  <a:pt x="417290" y="571048"/>
                </a:moveTo>
                <a:lnTo>
                  <a:pt x="419789" y="571048"/>
                </a:lnTo>
                <a:lnTo>
                  <a:pt x="419789" y="572824"/>
                </a:lnTo>
                <a:lnTo>
                  <a:pt x="417290" y="572824"/>
                </a:lnTo>
                <a:close/>
                <a:moveTo>
                  <a:pt x="397799" y="571936"/>
                </a:moveTo>
                <a:lnTo>
                  <a:pt x="398799" y="571936"/>
                </a:lnTo>
                <a:lnTo>
                  <a:pt x="398799" y="572824"/>
                </a:lnTo>
                <a:lnTo>
                  <a:pt x="397799" y="572824"/>
                </a:lnTo>
                <a:close/>
                <a:moveTo>
                  <a:pt x="397799" y="572824"/>
                </a:moveTo>
                <a:lnTo>
                  <a:pt x="399298" y="572824"/>
                </a:lnTo>
                <a:lnTo>
                  <a:pt x="399298" y="573712"/>
                </a:lnTo>
                <a:lnTo>
                  <a:pt x="397799" y="573712"/>
                </a:lnTo>
                <a:close/>
                <a:moveTo>
                  <a:pt x="474762" y="571048"/>
                </a:moveTo>
                <a:lnTo>
                  <a:pt x="490754" y="571048"/>
                </a:lnTo>
                <a:lnTo>
                  <a:pt x="490754" y="573712"/>
                </a:lnTo>
                <a:lnTo>
                  <a:pt x="474762" y="573712"/>
                </a:lnTo>
                <a:close/>
                <a:moveTo>
                  <a:pt x="354320" y="571048"/>
                </a:moveTo>
                <a:lnTo>
                  <a:pt x="358818" y="571048"/>
                </a:lnTo>
                <a:lnTo>
                  <a:pt x="358818" y="573712"/>
                </a:lnTo>
                <a:lnTo>
                  <a:pt x="354320" y="573712"/>
                </a:lnTo>
                <a:close/>
                <a:moveTo>
                  <a:pt x="365814" y="571936"/>
                </a:moveTo>
                <a:lnTo>
                  <a:pt x="373311" y="571936"/>
                </a:lnTo>
                <a:lnTo>
                  <a:pt x="373311" y="573712"/>
                </a:lnTo>
                <a:lnTo>
                  <a:pt x="365814" y="573712"/>
                </a:lnTo>
                <a:close/>
                <a:moveTo>
                  <a:pt x="711648" y="572824"/>
                </a:moveTo>
                <a:lnTo>
                  <a:pt x="735637" y="572824"/>
                </a:lnTo>
                <a:lnTo>
                  <a:pt x="735637" y="573712"/>
                </a:lnTo>
                <a:lnTo>
                  <a:pt x="711648" y="573712"/>
                </a:lnTo>
                <a:close/>
                <a:moveTo>
                  <a:pt x="291350" y="572824"/>
                </a:moveTo>
                <a:lnTo>
                  <a:pt x="293349" y="572824"/>
                </a:lnTo>
                <a:lnTo>
                  <a:pt x="293349" y="573712"/>
                </a:lnTo>
                <a:lnTo>
                  <a:pt x="291350" y="573712"/>
                </a:lnTo>
                <a:close/>
                <a:moveTo>
                  <a:pt x="438779" y="572824"/>
                </a:moveTo>
                <a:lnTo>
                  <a:pt x="447275" y="572824"/>
                </a:lnTo>
                <a:lnTo>
                  <a:pt x="447275" y="573712"/>
                </a:lnTo>
                <a:lnTo>
                  <a:pt x="438779" y="573712"/>
                </a:lnTo>
                <a:close/>
                <a:moveTo>
                  <a:pt x="464767" y="572824"/>
                </a:moveTo>
                <a:lnTo>
                  <a:pt x="467765" y="572824"/>
                </a:lnTo>
                <a:lnTo>
                  <a:pt x="467765" y="573712"/>
                </a:lnTo>
                <a:lnTo>
                  <a:pt x="464767" y="573712"/>
                </a:lnTo>
                <a:close/>
                <a:moveTo>
                  <a:pt x="416790" y="572824"/>
                </a:moveTo>
                <a:lnTo>
                  <a:pt x="419789" y="572824"/>
                </a:lnTo>
                <a:lnTo>
                  <a:pt x="419789" y="573712"/>
                </a:lnTo>
                <a:lnTo>
                  <a:pt x="416790" y="573712"/>
                </a:lnTo>
                <a:close/>
                <a:moveTo>
                  <a:pt x="599702" y="572824"/>
                </a:moveTo>
                <a:lnTo>
                  <a:pt x="606699" y="572824"/>
                </a:lnTo>
                <a:lnTo>
                  <a:pt x="606699" y="573712"/>
                </a:lnTo>
                <a:lnTo>
                  <a:pt x="599702" y="573712"/>
                </a:lnTo>
                <a:close/>
                <a:moveTo>
                  <a:pt x="751629" y="572824"/>
                </a:moveTo>
                <a:lnTo>
                  <a:pt x="759126" y="572824"/>
                </a:lnTo>
                <a:lnTo>
                  <a:pt x="759126" y="573712"/>
                </a:lnTo>
                <a:lnTo>
                  <a:pt x="751629" y="573712"/>
                </a:lnTo>
                <a:close/>
                <a:moveTo>
                  <a:pt x="310841" y="572824"/>
                </a:moveTo>
                <a:lnTo>
                  <a:pt x="313340" y="572824"/>
                </a:lnTo>
                <a:lnTo>
                  <a:pt x="313340" y="573712"/>
                </a:lnTo>
                <a:lnTo>
                  <a:pt x="310841" y="573712"/>
                </a:lnTo>
                <a:close/>
                <a:moveTo>
                  <a:pt x="613695" y="572824"/>
                </a:moveTo>
                <a:lnTo>
                  <a:pt x="622191" y="572824"/>
                </a:lnTo>
                <a:lnTo>
                  <a:pt x="622191" y="573712"/>
                </a:lnTo>
                <a:lnTo>
                  <a:pt x="613695" y="573712"/>
                </a:lnTo>
                <a:close/>
                <a:moveTo>
                  <a:pt x="740135" y="572824"/>
                </a:moveTo>
                <a:lnTo>
                  <a:pt x="742634" y="572824"/>
                </a:lnTo>
                <a:lnTo>
                  <a:pt x="742634" y="573712"/>
                </a:lnTo>
                <a:lnTo>
                  <a:pt x="740135" y="573712"/>
                </a:lnTo>
                <a:close/>
                <a:moveTo>
                  <a:pt x="332330" y="571936"/>
                </a:moveTo>
                <a:lnTo>
                  <a:pt x="344325" y="571936"/>
                </a:lnTo>
                <a:lnTo>
                  <a:pt x="344325" y="573712"/>
                </a:lnTo>
                <a:lnTo>
                  <a:pt x="332330" y="573712"/>
                </a:lnTo>
                <a:close/>
                <a:moveTo>
                  <a:pt x="497751" y="571936"/>
                </a:moveTo>
                <a:lnTo>
                  <a:pt x="505247" y="571936"/>
                </a:lnTo>
                <a:lnTo>
                  <a:pt x="505247" y="573712"/>
                </a:lnTo>
                <a:lnTo>
                  <a:pt x="497751" y="573712"/>
                </a:lnTo>
                <a:close/>
                <a:moveTo>
                  <a:pt x="681663" y="571936"/>
                </a:moveTo>
                <a:lnTo>
                  <a:pt x="703152" y="571936"/>
                </a:lnTo>
                <a:lnTo>
                  <a:pt x="703152" y="573712"/>
                </a:lnTo>
                <a:lnTo>
                  <a:pt x="681663" y="573712"/>
                </a:lnTo>
                <a:close/>
                <a:moveTo>
                  <a:pt x="774618" y="572824"/>
                </a:moveTo>
                <a:lnTo>
                  <a:pt x="793609" y="572824"/>
                </a:lnTo>
                <a:lnTo>
                  <a:pt x="793609" y="573712"/>
                </a:lnTo>
                <a:lnTo>
                  <a:pt x="774618" y="573712"/>
                </a:lnTo>
                <a:close/>
                <a:moveTo>
                  <a:pt x="639683" y="572824"/>
                </a:moveTo>
                <a:lnTo>
                  <a:pt x="642182" y="572824"/>
                </a:lnTo>
                <a:lnTo>
                  <a:pt x="642182" y="573712"/>
                </a:lnTo>
                <a:lnTo>
                  <a:pt x="639683" y="573712"/>
                </a:lnTo>
                <a:close/>
                <a:moveTo>
                  <a:pt x="512744" y="571936"/>
                </a:moveTo>
                <a:lnTo>
                  <a:pt x="519241" y="571936"/>
                </a:lnTo>
                <a:lnTo>
                  <a:pt x="519241" y="574600"/>
                </a:lnTo>
                <a:lnTo>
                  <a:pt x="512744" y="574600"/>
                </a:lnTo>
                <a:close/>
                <a:moveTo>
                  <a:pt x="310341" y="573712"/>
                </a:moveTo>
                <a:lnTo>
                  <a:pt x="313340" y="573712"/>
                </a:lnTo>
                <a:lnTo>
                  <a:pt x="313340" y="574600"/>
                </a:lnTo>
                <a:lnTo>
                  <a:pt x="310341" y="574600"/>
                </a:lnTo>
                <a:close/>
                <a:moveTo>
                  <a:pt x="599202" y="573712"/>
                </a:moveTo>
                <a:lnTo>
                  <a:pt x="606699" y="573712"/>
                </a:lnTo>
                <a:lnTo>
                  <a:pt x="606699" y="574600"/>
                </a:lnTo>
                <a:lnTo>
                  <a:pt x="599202" y="574600"/>
                </a:lnTo>
                <a:close/>
                <a:moveTo>
                  <a:pt x="569217" y="572824"/>
                </a:moveTo>
                <a:lnTo>
                  <a:pt x="582710" y="572824"/>
                </a:lnTo>
                <a:lnTo>
                  <a:pt x="582710" y="574600"/>
                </a:lnTo>
                <a:lnTo>
                  <a:pt x="569217" y="574600"/>
                </a:lnTo>
                <a:close/>
                <a:moveTo>
                  <a:pt x="438779" y="573712"/>
                </a:moveTo>
                <a:lnTo>
                  <a:pt x="447775" y="573712"/>
                </a:lnTo>
                <a:lnTo>
                  <a:pt x="447775" y="574600"/>
                </a:lnTo>
                <a:lnTo>
                  <a:pt x="438779" y="574600"/>
                </a:lnTo>
                <a:close/>
                <a:moveTo>
                  <a:pt x="649678" y="572824"/>
                </a:moveTo>
                <a:lnTo>
                  <a:pt x="654676" y="572824"/>
                </a:lnTo>
                <a:lnTo>
                  <a:pt x="654676" y="574600"/>
                </a:lnTo>
                <a:lnTo>
                  <a:pt x="649678" y="574600"/>
                </a:lnTo>
                <a:close/>
                <a:moveTo>
                  <a:pt x="751629" y="573712"/>
                </a:moveTo>
                <a:lnTo>
                  <a:pt x="759625" y="573712"/>
                </a:lnTo>
                <a:lnTo>
                  <a:pt x="759625" y="574600"/>
                </a:lnTo>
                <a:lnTo>
                  <a:pt x="751629" y="574600"/>
                </a:lnTo>
                <a:close/>
                <a:moveTo>
                  <a:pt x="291850" y="573712"/>
                </a:moveTo>
                <a:lnTo>
                  <a:pt x="293849" y="573712"/>
                </a:lnTo>
                <a:lnTo>
                  <a:pt x="293849" y="574600"/>
                </a:lnTo>
                <a:lnTo>
                  <a:pt x="291850" y="574600"/>
                </a:lnTo>
                <a:close/>
                <a:moveTo>
                  <a:pt x="278356" y="572824"/>
                </a:moveTo>
                <a:lnTo>
                  <a:pt x="283354" y="572824"/>
                </a:lnTo>
                <a:lnTo>
                  <a:pt x="283354" y="574600"/>
                </a:lnTo>
                <a:lnTo>
                  <a:pt x="278356" y="574600"/>
                </a:lnTo>
                <a:close/>
                <a:moveTo>
                  <a:pt x="464267" y="573712"/>
                </a:moveTo>
                <a:lnTo>
                  <a:pt x="467765" y="573712"/>
                </a:lnTo>
                <a:lnTo>
                  <a:pt x="467765" y="574600"/>
                </a:lnTo>
                <a:lnTo>
                  <a:pt x="464267" y="574600"/>
                </a:lnTo>
                <a:close/>
                <a:moveTo>
                  <a:pt x="397799" y="573712"/>
                </a:moveTo>
                <a:lnTo>
                  <a:pt x="399798" y="573712"/>
                </a:lnTo>
                <a:lnTo>
                  <a:pt x="399798" y="574600"/>
                </a:lnTo>
                <a:lnTo>
                  <a:pt x="397799" y="574600"/>
                </a:lnTo>
                <a:close/>
                <a:moveTo>
                  <a:pt x="639183" y="573712"/>
                </a:moveTo>
                <a:lnTo>
                  <a:pt x="642182" y="573712"/>
                </a:lnTo>
                <a:lnTo>
                  <a:pt x="642182" y="574600"/>
                </a:lnTo>
                <a:lnTo>
                  <a:pt x="639183" y="574600"/>
                </a:lnTo>
                <a:close/>
                <a:moveTo>
                  <a:pt x="497751" y="573712"/>
                </a:moveTo>
                <a:lnTo>
                  <a:pt x="505747" y="573712"/>
                </a:lnTo>
                <a:lnTo>
                  <a:pt x="505747" y="574600"/>
                </a:lnTo>
                <a:lnTo>
                  <a:pt x="497751" y="574600"/>
                </a:lnTo>
                <a:close/>
                <a:moveTo>
                  <a:pt x="613695" y="573712"/>
                </a:moveTo>
                <a:lnTo>
                  <a:pt x="622691" y="573712"/>
                </a:lnTo>
                <a:lnTo>
                  <a:pt x="622691" y="574600"/>
                </a:lnTo>
                <a:lnTo>
                  <a:pt x="613695" y="574600"/>
                </a:lnTo>
                <a:close/>
                <a:moveTo>
                  <a:pt x="365814" y="573712"/>
                </a:moveTo>
                <a:lnTo>
                  <a:pt x="373811" y="573712"/>
                </a:lnTo>
                <a:lnTo>
                  <a:pt x="373811" y="574600"/>
                </a:lnTo>
                <a:lnTo>
                  <a:pt x="365814" y="574600"/>
                </a:lnTo>
                <a:close/>
                <a:moveTo>
                  <a:pt x="774118" y="573712"/>
                </a:moveTo>
                <a:lnTo>
                  <a:pt x="793609" y="573712"/>
                </a:lnTo>
                <a:lnTo>
                  <a:pt x="793609" y="574600"/>
                </a:lnTo>
                <a:lnTo>
                  <a:pt x="774118" y="574600"/>
                </a:lnTo>
                <a:close/>
                <a:moveTo>
                  <a:pt x="416290" y="573712"/>
                </a:moveTo>
                <a:lnTo>
                  <a:pt x="419789" y="573712"/>
                </a:lnTo>
                <a:lnTo>
                  <a:pt x="419789" y="574600"/>
                </a:lnTo>
                <a:lnTo>
                  <a:pt x="416290" y="574600"/>
                </a:lnTo>
                <a:close/>
                <a:moveTo>
                  <a:pt x="94445" y="547957"/>
                </a:moveTo>
                <a:lnTo>
                  <a:pt x="190399" y="547957"/>
                </a:lnTo>
                <a:lnTo>
                  <a:pt x="190399" y="575488"/>
                </a:lnTo>
                <a:lnTo>
                  <a:pt x="94445" y="575488"/>
                </a:lnTo>
                <a:close/>
                <a:moveTo>
                  <a:pt x="638683" y="574600"/>
                </a:moveTo>
                <a:lnTo>
                  <a:pt x="642182" y="574600"/>
                </a:lnTo>
                <a:lnTo>
                  <a:pt x="642182" y="575488"/>
                </a:lnTo>
                <a:lnTo>
                  <a:pt x="638683" y="575488"/>
                </a:lnTo>
                <a:close/>
                <a:moveTo>
                  <a:pt x="397799" y="574600"/>
                </a:moveTo>
                <a:lnTo>
                  <a:pt x="400298" y="574600"/>
                </a:lnTo>
                <a:lnTo>
                  <a:pt x="400298" y="575488"/>
                </a:lnTo>
                <a:lnTo>
                  <a:pt x="397799" y="575488"/>
                </a:lnTo>
                <a:close/>
                <a:moveTo>
                  <a:pt x="309841" y="574600"/>
                </a:moveTo>
                <a:lnTo>
                  <a:pt x="313340" y="574600"/>
                </a:lnTo>
                <a:lnTo>
                  <a:pt x="313340" y="575488"/>
                </a:lnTo>
                <a:lnTo>
                  <a:pt x="309841" y="575488"/>
                </a:lnTo>
                <a:close/>
                <a:moveTo>
                  <a:pt x="613695" y="574600"/>
                </a:moveTo>
                <a:lnTo>
                  <a:pt x="623191" y="574600"/>
                </a:lnTo>
                <a:lnTo>
                  <a:pt x="623191" y="575488"/>
                </a:lnTo>
                <a:lnTo>
                  <a:pt x="613695" y="575488"/>
                </a:lnTo>
                <a:close/>
                <a:moveTo>
                  <a:pt x="598703" y="574600"/>
                </a:moveTo>
                <a:lnTo>
                  <a:pt x="606699" y="574600"/>
                </a:lnTo>
                <a:lnTo>
                  <a:pt x="606699" y="575488"/>
                </a:lnTo>
                <a:lnTo>
                  <a:pt x="598703" y="575488"/>
                </a:lnTo>
                <a:close/>
                <a:moveTo>
                  <a:pt x="681663" y="573712"/>
                </a:moveTo>
                <a:lnTo>
                  <a:pt x="702653" y="573712"/>
                </a:lnTo>
                <a:lnTo>
                  <a:pt x="702653" y="575488"/>
                </a:lnTo>
                <a:lnTo>
                  <a:pt x="681663" y="575488"/>
                </a:lnTo>
                <a:close/>
                <a:moveTo>
                  <a:pt x="569217" y="574600"/>
                </a:moveTo>
                <a:lnTo>
                  <a:pt x="583210" y="574600"/>
                </a:lnTo>
                <a:lnTo>
                  <a:pt x="583210" y="575488"/>
                </a:lnTo>
                <a:lnTo>
                  <a:pt x="569217" y="575488"/>
                </a:lnTo>
                <a:close/>
                <a:moveTo>
                  <a:pt x="415790" y="574600"/>
                </a:moveTo>
                <a:lnTo>
                  <a:pt x="419789" y="574600"/>
                </a:lnTo>
                <a:lnTo>
                  <a:pt x="419789" y="575488"/>
                </a:lnTo>
                <a:lnTo>
                  <a:pt x="415790" y="575488"/>
                </a:lnTo>
                <a:close/>
                <a:moveTo>
                  <a:pt x="438779" y="574600"/>
                </a:moveTo>
                <a:lnTo>
                  <a:pt x="448275" y="574600"/>
                </a:lnTo>
                <a:lnTo>
                  <a:pt x="448275" y="575488"/>
                </a:lnTo>
                <a:lnTo>
                  <a:pt x="438779" y="575488"/>
                </a:lnTo>
                <a:close/>
                <a:moveTo>
                  <a:pt x="711149" y="573712"/>
                </a:moveTo>
                <a:lnTo>
                  <a:pt x="735637" y="573712"/>
                </a:lnTo>
                <a:lnTo>
                  <a:pt x="735637" y="575488"/>
                </a:lnTo>
                <a:lnTo>
                  <a:pt x="711149" y="575488"/>
                </a:lnTo>
                <a:close/>
                <a:moveTo>
                  <a:pt x="463767" y="574600"/>
                </a:moveTo>
                <a:lnTo>
                  <a:pt x="467765" y="574600"/>
                </a:lnTo>
                <a:lnTo>
                  <a:pt x="467765" y="575488"/>
                </a:lnTo>
                <a:lnTo>
                  <a:pt x="463767" y="575488"/>
                </a:lnTo>
                <a:close/>
                <a:moveTo>
                  <a:pt x="773119" y="574600"/>
                </a:moveTo>
                <a:lnTo>
                  <a:pt x="793609" y="574600"/>
                </a:lnTo>
                <a:lnTo>
                  <a:pt x="793609" y="575488"/>
                </a:lnTo>
                <a:lnTo>
                  <a:pt x="773119" y="575488"/>
                </a:lnTo>
                <a:close/>
                <a:moveTo>
                  <a:pt x="751629" y="574600"/>
                </a:moveTo>
                <a:lnTo>
                  <a:pt x="760125" y="574600"/>
                </a:lnTo>
                <a:lnTo>
                  <a:pt x="760125" y="575488"/>
                </a:lnTo>
                <a:lnTo>
                  <a:pt x="751629" y="575488"/>
                </a:lnTo>
                <a:close/>
                <a:moveTo>
                  <a:pt x="291850" y="574600"/>
                </a:moveTo>
                <a:lnTo>
                  <a:pt x="294349" y="574600"/>
                </a:lnTo>
                <a:lnTo>
                  <a:pt x="294349" y="575488"/>
                </a:lnTo>
                <a:lnTo>
                  <a:pt x="291850" y="575488"/>
                </a:lnTo>
                <a:close/>
                <a:moveTo>
                  <a:pt x="681663" y="575488"/>
                </a:moveTo>
                <a:lnTo>
                  <a:pt x="702153" y="575488"/>
                </a:lnTo>
                <a:lnTo>
                  <a:pt x="702153" y="576377"/>
                </a:lnTo>
                <a:lnTo>
                  <a:pt x="681663" y="576377"/>
                </a:lnTo>
                <a:close/>
                <a:moveTo>
                  <a:pt x="353820" y="573712"/>
                </a:moveTo>
                <a:lnTo>
                  <a:pt x="358318" y="573712"/>
                </a:lnTo>
                <a:lnTo>
                  <a:pt x="358318" y="576377"/>
                </a:lnTo>
                <a:lnTo>
                  <a:pt x="353820" y="576377"/>
                </a:lnTo>
                <a:close/>
                <a:moveTo>
                  <a:pt x="751129" y="575488"/>
                </a:moveTo>
                <a:lnTo>
                  <a:pt x="760625" y="575488"/>
                </a:lnTo>
                <a:lnTo>
                  <a:pt x="760625" y="576377"/>
                </a:lnTo>
                <a:lnTo>
                  <a:pt x="751129" y="576377"/>
                </a:lnTo>
                <a:close/>
                <a:moveTo>
                  <a:pt x="474762" y="573712"/>
                </a:moveTo>
                <a:lnTo>
                  <a:pt x="490255" y="573712"/>
                </a:lnTo>
                <a:lnTo>
                  <a:pt x="490255" y="576377"/>
                </a:lnTo>
                <a:lnTo>
                  <a:pt x="474762" y="576377"/>
                </a:lnTo>
                <a:close/>
                <a:moveTo>
                  <a:pt x="365315" y="574600"/>
                </a:moveTo>
                <a:lnTo>
                  <a:pt x="373811" y="574600"/>
                </a:lnTo>
                <a:lnTo>
                  <a:pt x="373811" y="576377"/>
                </a:lnTo>
                <a:lnTo>
                  <a:pt x="365315" y="576377"/>
                </a:lnTo>
                <a:close/>
                <a:moveTo>
                  <a:pt x="292350" y="575488"/>
                </a:moveTo>
                <a:lnTo>
                  <a:pt x="294848" y="575488"/>
                </a:lnTo>
                <a:lnTo>
                  <a:pt x="294848" y="576377"/>
                </a:lnTo>
                <a:lnTo>
                  <a:pt x="292350" y="576377"/>
                </a:lnTo>
                <a:close/>
                <a:moveTo>
                  <a:pt x="397799" y="575488"/>
                </a:moveTo>
                <a:lnTo>
                  <a:pt x="400798" y="575488"/>
                </a:lnTo>
                <a:lnTo>
                  <a:pt x="400798" y="576377"/>
                </a:lnTo>
                <a:lnTo>
                  <a:pt x="397799" y="576377"/>
                </a:lnTo>
                <a:close/>
                <a:moveTo>
                  <a:pt x="613695" y="575488"/>
                </a:moveTo>
                <a:lnTo>
                  <a:pt x="623691" y="575488"/>
                </a:lnTo>
                <a:lnTo>
                  <a:pt x="623691" y="576377"/>
                </a:lnTo>
                <a:lnTo>
                  <a:pt x="613695" y="576377"/>
                </a:lnTo>
                <a:close/>
                <a:moveTo>
                  <a:pt x="772619" y="575488"/>
                </a:moveTo>
                <a:lnTo>
                  <a:pt x="793609" y="575488"/>
                </a:lnTo>
                <a:lnTo>
                  <a:pt x="793609" y="576377"/>
                </a:lnTo>
                <a:lnTo>
                  <a:pt x="772619" y="576377"/>
                </a:lnTo>
                <a:close/>
                <a:moveTo>
                  <a:pt x="463268" y="575488"/>
                </a:moveTo>
                <a:lnTo>
                  <a:pt x="467765" y="575488"/>
                </a:lnTo>
                <a:lnTo>
                  <a:pt x="467765" y="576377"/>
                </a:lnTo>
                <a:lnTo>
                  <a:pt x="463268" y="576377"/>
                </a:lnTo>
                <a:close/>
                <a:moveTo>
                  <a:pt x="638184" y="575488"/>
                </a:moveTo>
                <a:lnTo>
                  <a:pt x="642182" y="575488"/>
                </a:lnTo>
                <a:lnTo>
                  <a:pt x="642182" y="576377"/>
                </a:lnTo>
                <a:lnTo>
                  <a:pt x="638184" y="576377"/>
                </a:lnTo>
                <a:close/>
                <a:moveTo>
                  <a:pt x="649678" y="574600"/>
                </a:moveTo>
                <a:lnTo>
                  <a:pt x="655176" y="574600"/>
                </a:lnTo>
                <a:lnTo>
                  <a:pt x="655176" y="576377"/>
                </a:lnTo>
                <a:lnTo>
                  <a:pt x="649678" y="576377"/>
                </a:lnTo>
                <a:close/>
                <a:moveTo>
                  <a:pt x="309342" y="575488"/>
                </a:moveTo>
                <a:lnTo>
                  <a:pt x="313340" y="575488"/>
                </a:lnTo>
                <a:lnTo>
                  <a:pt x="313340" y="576377"/>
                </a:lnTo>
                <a:lnTo>
                  <a:pt x="309342" y="576377"/>
                </a:lnTo>
                <a:close/>
                <a:moveTo>
                  <a:pt x="497251" y="574600"/>
                </a:moveTo>
                <a:lnTo>
                  <a:pt x="505747" y="574600"/>
                </a:lnTo>
                <a:lnTo>
                  <a:pt x="505747" y="576377"/>
                </a:lnTo>
                <a:lnTo>
                  <a:pt x="497251" y="576377"/>
                </a:lnTo>
                <a:close/>
                <a:moveTo>
                  <a:pt x="332330" y="573712"/>
                </a:moveTo>
                <a:lnTo>
                  <a:pt x="344824" y="573712"/>
                </a:lnTo>
                <a:lnTo>
                  <a:pt x="344824" y="576377"/>
                </a:lnTo>
                <a:lnTo>
                  <a:pt x="332330" y="576377"/>
                </a:lnTo>
                <a:close/>
                <a:moveTo>
                  <a:pt x="598203" y="575488"/>
                </a:moveTo>
                <a:lnTo>
                  <a:pt x="606699" y="575488"/>
                </a:lnTo>
                <a:lnTo>
                  <a:pt x="606699" y="576377"/>
                </a:lnTo>
                <a:lnTo>
                  <a:pt x="598203" y="576377"/>
                </a:lnTo>
                <a:close/>
                <a:moveTo>
                  <a:pt x="278356" y="574600"/>
                </a:moveTo>
                <a:lnTo>
                  <a:pt x="283854" y="574600"/>
                </a:lnTo>
                <a:lnTo>
                  <a:pt x="283854" y="576377"/>
                </a:lnTo>
                <a:lnTo>
                  <a:pt x="278356" y="576377"/>
                </a:lnTo>
                <a:close/>
                <a:moveTo>
                  <a:pt x="569217" y="575488"/>
                </a:moveTo>
                <a:lnTo>
                  <a:pt x="583710" y="575488"/>
                </a:lnTo>
                <a:lnTo>
                  <a:pt x="583710" y="576377"/>
                </a:lnTo>
                <a:lnTo>
                  <a:pt x="569217" y="576377"/>
                </a:lnTo>
                <a:close/>
                <a:moveTo>
                  <a:pt x="415291" y="575488"/>
                </a:moveTo>
                <a:lnTo>
                  <a:pt x="419789" y="575488"/>
                </a:lnTo>
                <a:lnTo>
                  <a:pt x="419789" y="576377"/>
                </a:lnTo>
                <a:lnTo>
                  <a:pt x="415291" y="576377"/>
                </a:lnTo>
                <a:close/>
                <a:moveTo>
                  <a:pt x="438779" y="575488"/>
                </a:moveTo>
                <a:lnTo>
                  <a:pt x="448775" y="575488"/>
                </a:lnTo>
                <a:lnTo>
                  <a:pt x="448775" y="576377"/>
                </a:lnTo>
                <a:lnTo>
                  <a:pt x="438779" y="576377"/>
                </a:lnTo>
                <a:close/>
                <a:moveTo>
                  <a:pt x="308842" y="576377"/>
                </a:moveTo>
                <a:lnTo>
                  <a:pt x="313340" y="576377"/>
                </a:lnTo>
                <a:lnTo>
                  <a:pt x="313340" y="577265"/>
                </a:lnTo>
                <a:lnTo>
                  <a:pt x="308842" y="577265"/>
                </a:lnTo>
                <a:close/>
                <a:moveTo>
                  <a:pt x="649678" y="576377"/>
                </a:moveTo>
                <a:lnTo>
                  <a:pt x="655675" y="576377"/>
                </a:lnTo>
                <a:lnTo>
                  <a:pt x="655675" y="577265"/>
                </a:lnTo>
                <a:lnTo>
                  <a:pt x="649678" y="577265"/>
                </a:lnTo>
                <a:close/>
                <a:moveTo>
                  <a:pt x="497251" y="576377"/>
                </a:moveTo>
                <a:lnTo>
                  <a:pt x="506247" y="576377"/>
                </a:lnTo>
                <a:lnTo>
                  <a:pt x="506247" y="577265"/>
                </a:lnTo>
                <a:lnTo>
                  <a:pt x="497251" y="577265"/>
                </a:lnTo>
                <a:close/>
                <a:moveTo>
                  <a:pt x="613695" y="576377"/>
                </a:moveTo>
                <a:lnTo>
                  <a:pt x="624690" y="576377"/>
                </a:lnTo>
                <a:lnTo>
                  <a:pt x="624690" y="577265"/>
                </a:lnTo>
                <a:lnTo>
                  <a:pt x="613695" y="577265"/>
                </a:lnTo>
                <a:close/>
                <a:moveTo>
                  <a:pt x="462268" y="576377"/>
                </a:moveTo>
                <a:lnTo>
                  <a:pt x="467765" y="576377"/>
                </a:lnTo>
                <a:lnTo>
                  <a:pt x="467765" y="577265"/>
                </a:lnTo>
                <a:lnTo>
                  <a:pt x="462268" y="577265"/>
                </a:lnTo>
                <a:close/>
                <a:moveTo>
                  <a:pt x="278356" y="576377"/>
                </a:moveTo>
                <a:lnTo>
                  <a:pt x="284354" y="576377"/>
                </a:lnTo>
                <a:lnTo>
                  <a:pt x="284354" y="577265"/>
                </a:lnTo>
                <a:lnTo>
                  <a:pt x="278356" y="577265"/>
                </a:lnTo>
                <a:close/>
                <a:moveTo>
                  <a:pt x="637184" y="576377"/>
                </a:moveTo>
                <a:lnTo>
                  <a:pt x="642182" y="576377"/>
                </a:lnTo>
                <a:lnTo>
                  <a:pt x="642182" y="577265"/>
                </a:lnTo>
                <a:lnTo>
                  <a:pt x="637184" y="577265"/>
                </a:lnTo>
                <a:close/>
                <a:moveTo>
                  <a:pt x="513244" y="574600"/>
                </a:moveTo>
                <a:lnTo>
                  <a:pt x="519241" y="574600"/>
                </a:lnTo>
                <a:lnTo>
                  <a:pt x="519241" y="577265"/>
                </a:lnTo>
                <a:lnTo>
                  <a:pt x="513244" y="577265"/>
                </a:lnTo>
                <a:close/>
                <a:moveTo>
                  <a:pt x="681663" y="576377"/>
                </a:moveTo>
                <a:lnTo>
                  <a:pt x="702653" y="576377"/>
                </a:lnTo>
                <a:lnTo>
                  <a:pt x="702653" y="577265"/>
                </a:lnTo>
                <a:lnTo>
                  <a:pt x="681663" y="577265"/>
                </a:lnTo>
                <a:close/>
                <a:moveTo>
                  <a:pt x="414791" y="576377"/>
                </a:moveTo>
                <a:lnTo>
                  <a:pt x="419789" y="576377"/>
                </a:lnTo>
                <a:lnTo>
                  <a:pt x="419789" y="577265"/>
                </a:lnTo>
                <a:lnTo>
                  <a:pt x="414791" y="577265"/>
                </a:lnTo>
                <a:close/>
                <a:moveTo>
                  <a:pt x="365315" y="576377"/>
                </a:moveTo>
                <a:lnTo>
                  <a:pt x="374310" y="576377"/>
                </a:lnTo>
                <a:lnTo>
                  <a:pt x="374310" y="577265"/>
                </a:lnTo>
                <a:lnTo>
                  <a:pt x="365315" y="577265"/>
                </a:lnTo>
                <a:close/>
                <a:moveTo>
                  <a:pt x="772119" y="576377"/>
                </a:moveTo>
                <a:lnTo>
                  <a:pt x="793609" y="576377"/>
                </a:lnTo>
                <a:lnTo>
                  <a:pt x="793609" y="577265"/>
                </a:lnTo>
                <a:lnTo>
                  <a:pt x="772119" y="577265"/>
                </a:lnTo>
                <a:close/>
                <a:moveTo>
                  <a:pt x="751129" y="576377"/>
                </a:moveTo>
                <a:lnTo>
                  <a:pt x="761125" y="576377"/>
                </a:lnTo>
                <a:lnTo>
                  <a:pt x="761125" y="577265"/>
                </a:lnTo>
                <a:lnTo>
                  <a:pt x="751129" y="577265"/>
                </a:lnTo>
                <a:close/>
                <a:moveTo>
                  <a:pt x="569217" y="576377"/>
                </a:moveTo>
                <a:lnTo>
                  <a:pt x="584709" y="576377"/>
                </a:lnTo>
                <a:lnTo>
                  <a:pt x="584709" y="577265"/>
                </a:lnTo>
                <a:lnTo>
                  <a:pt x="569217" y="577265"/>
                </a:lnTo>
                <a:close/>
                <a:moveTo>
                  <a:pt x="710649" y="575488"/>
                </a:moveTo>
                <a:lnTo>
                  <a:pt x="736137" y="575488"/>
                </a:lnTo>
                <a:lnTo>
                  <a:pt x="736137" y="577265"/>
                </a:lnTo>
                <a:lnTo>
                  <a:pt x="710649" y="577265"/>
                </a:lnTo>
                <a:close/>
                <a:moveTo>
                  <a:pt x="438779" y="576377"/>
                </a:moveTo>
                <a:lnTo>
                  <a:pt x="449774" y="576377"/>
                </a:lnTo>
                <a:lnTo>
                  <a:pt x="449774" y="577265"/>
                </a:lnTo>
                <a:lnTo>
                  <a:pt x="438779" y="577265"/>
                </a:lnTo>
                <a:close/>
                <a:moveTo>
                  <a:pt x="292350" y="576377"/>
                </a:moveTo>
                <a:lnTo>
                  <a:pt x="295348" y="576377"/>
                </a:lnTo>
                <a:lnTo>
                  <a:pt x="295348" y="577265"/>
                </a:lnTo>
                <a:lnTo>
                  <a:pt x="292350" y="577265"/>
                </a:lnTo>
                <a:close/>
                <a:moveTo>
                  <a:pt x="397799" y="576377"/>
                </a:moveTo>
                <a:lnTo>
                  <a:pt x="401297" y="576377"/>
                </a:lnTo>
                <a:lnTo>
                  <a:pt x="401297" y="577265"/>
                </a:lnTo>
                <a:lnTo>
                  <a:pt x="397799" y="577265"/>
                </a:lnTo>
                <a:close/>
                <a:moveTo>
                  <a:pt x="597703" y="576377"/>
                </a:moveTo>
                <a:lnTo>
                  <a:pt x="606699" y="576377"/>
                </a:lnTo>
                <a:lnTo>
                  <a:pt x="606699" y="577265"/>
                </a:lnTo>
                <a:lnTo>
                  <a:pt x="597703" y="577265"/>
                </a:lnTo>
                <a:close/>
                <a:moveTo>
                  <a:pt x="292849" y="577265"/>
                </a:moveTo>
                <a:lnTo>
                  <a:pt x="296348" y="577265"/>
                </a:lnTo>
                <a:lnTo>
                  <a:pt x="296348" y="578153"/>
                </a:lnTo>
                <a:lnTo>
                  <a:pt x="292849" y="578153"/>
                </a:lnTo>
                <a:close/>
                <a:moveTo>
                  <a:pt x="513743" y="577265"/>
                </a:moveTo>
                <a:lnTo>
                  <a:pt x="519241" y="577265"/>
                </a:lnTo>
                <a:lnTo>
                  <a:pt x="519241" y="578153"/>
                </a:lnTo>
                <a:lnTo>
                  <a:pt x="513743" y="578153"/>
                </a:lnTo>
                <a:close/>
                <a:moveTo>
                  <a:pt x="364815" y="577265"/>
                </a:moveTo>
                <a:lnTo>
                  <a:pt x="374310" y="577265"/>
                </a:lnTo>
                <a:lnTo>
                  <a:pt x="374310" y="578153"/>
                </a:lnTo>
                <a:lnTo>
                  <a:pt x="364815" y="578153"/>
                </a:lnTo>
                <a:close/>
                <a:moveTo>
                  <a:pt x="332330" y="576377"/>
                </a:moveTo>
                <a:lnTo>
                  <a:pt x="345324" y="576377"/>
                </a:lnTo>
                <a:lnTo>
                  <a:pt x="345324" y="578153"/>
                </a:lnTo>
                <a:lnTo>
                  <a:pt x="332330" y="578153"/>
                </a:lnTo>
                <a:close/>
                <a:moveTo>
                  <a:pt x="569217" y="577265"/>
                </a:moveTo>
                <a:lnTo>
                  <a:pt x="585709" y="577265"/>
                </a:lnTo>
                <a:lnTo>
                  <a:pt x="585709" y="578153"/>
                </a:lnTo>
                <a:lnTo>
                  <a:pt x="569217" y="578153"/>
                </a:lnTo>
                <a:close/>
                <a:moveTo>
                  <a:pt x="197395" y="547957"/>
                </a:moveTo>
                <a:lnTo>
                  <a:pt x="203892" y="547957"/>
                </a:lnTo>
                <a:lnTo>
                  <a:pt x="203892" y="578153"/>
                </a:lnTo>
                <a:lnTo>
                  <a:pt x="197395" y="578153"/>
                </a:lnTo>
                <a:close/>
                <a:moveTo>
                  <a:pt x="636185" y="577265"/>
                </a:moveTo>
                <a:lnTo>
                  <a:pt x="642182" y="577265"/>
                </a:lnTo>
                <a:lnTo>
                  <a:pt x="642182" y="578153"/>
                </a:lnTo>
                <a:lnTo>
                  <a:pt x="636185" y="578153"/>
                </a:lnTo>
                <a:close/>
                <a:moveTo>
                  <a:pt x="438779" y="577265"/>
                </a:moveTo>
                <a:lnTo>
                  <a:pt x="450774" y="577265"/>
                </a:lnTo>
                <a:lnTo>
                  <a:pt x="450774" y="578153"/>
                </a:lnTo>
                <a:lnTo>
                  <a:pt x="438779" y="578153"/>
                </a:lnTo>
                <a:close/>
                <a:moveTo>
                  <a:pt x="210889" y="562167"/>
                </a:moveTo>
                <a:lnTo>
                  <a:pt x="217885" y="562167"/>
                </a:lnTo>
                <a:lnTo>
                  <a:pt x="217885" y="578153"/>
                </a:lnTo>
                <a:lnTo>
                  <a:pt x="210889" y="578153"/>
                </a:lnTo>
                <a:close/>
                <a:moveTo>
                  <a:pt x="264363" y="547957"/>
                </a:moveTo>
                <a:lnTo>
                  <a:pt x="270860" y="547957"/>
                </a:lnTo>
                <a:lnTo>
                  <a:pt x="270860" y="578153"/>
                </a:lnTo>
                <a:lnTo>
                  <a:pt x="264363" y="578153"/>
                </a:lnTo>
                <a:close/>
                <a:moveTo>
                  <a:pt x="496752" y="577265"/>
                </a:moveTo>
                <a:lnTo>
                  <a:pt x="506247" y="577265"/>
                </a:lnTo>
                <a:lnTo>
                  <a:pt x="506247" y="578153"/>
                </a:lnTo>
                <a:lnTo>
                  <a:pt x="496752" y="578153"/>
                </a:lnTo>
                <a:close/>
                <a:moveTo>
                  <a:pt x="397799" y="577265"/>
                </a:moveTo>
                <a:lnTo>
                  <a:pt x="402297" y="577265"/>
                </a:lnTo>
                <a:lnTo>
                  <a:pt x="402297" y="578153"/>
                </a:lnTo>
                <a:lnTo>
                  <a:pt x="397799" y="578153"/>
                </a:lnTo>
                <a:close/>
                <a:moveTo>
                  <a:pt x="649678" y="577265"/>
                </a:moveTo>
                <a:lnTo>
                  <a:pt x="656175" y="577265"/>
                </a:lnTo>
                <a:lnTo>
                  <a:pt x="656175" y="578153"/>
                </a:lnTo>
                <a:lnTo>
                  <a:pt x="649678" y="578153"/>
                </a:lnTo>
                <a:close/>
                <a:moveTo>
                  <a:pt x="461269" y="577265"/>
                </a:moveTo>
                <a:lnTo>
                  <a:pt x="467765" y="577265"/>
                </a:lnTo>
                <a:lnTo>
                  <a:pt x="467765" y="578153"/>
                </a:lnTo>
                <a:lnTo>
                  <a:pt x="461269" y="578153"/>
                </a:lnTo>
                <a:close/>
                <a:moveTo>
                  <a:pt x="353320" y="576377"/>
                </a:moveTo>
                <a:lnTo>
                  <a:pt x="357818" y="576377"/>
                </a:lnTo>
                <a:lnTo>
                  <a:pt x="357818" y="578153"/>
                </a:lnTo>
                <a:lnTo>
                  <a:pt x="353320" y="578153"/>
                </a:lnTo>
                <a:close/>
                <a:moveTo>
                  <a:pt x="771620" y="577265"/>
                </a:moveTo>
                <a:lnTo>
                  <a:pt x="793609" y="577265"/>
                </a:lnTo>
                <a:lnTo>
                  <a:pt x="793609" y="578153"/>
                </a:lnTo>
                <a:lnTo>
                  <a:pt x="771620" y="578153"/>
                </a:lnTo>
                <a:close/>
                <a:moveTo>
                  <a:pt x="413791" y="577265"/>
                </a:moveTo>
                <a:lnTo>
                  <a:pt x="419789" y="577265"/>
                </a:lnTo>
                <a:lnTo>
                  <a:pt x="419789" y="578153"/>
                </a:lnTo>
                <a:lnTo>
                  <a:pt x="413791" y="578153"/>
                </a:lnTo>
                <a:close/>
                <a:moveTo>
                  <a:pt x="750630" y="577265"/>
                </a:moveTo>
                <a:lnTo>
                  <a:pt x="761624" y="577265"/>
                </a:lnTo>
                <a:lnTo>
                  <a:pt x="761624" y="578153"/>
                </a:lnTo>
                <a:lnTo>
                  <a:pt x="750630" y="578153"/>
                </a:lnTo>
                <a:close/>
                <a:moveTo>
                  <a:pt x="526237" y="565719"/>
                </a:moveTo>
                <a:lnTo>
                  <a:pt x="537732" y="565719"/>
                </a:lnTo>
                <a:lnTo>
                  <a:pt x="537732" y="578153"/>
                </a:lnTo>
                <a:lnTo>
                  <a:pt x="526237" y="578153"/>
                </a:lnTo>
                <a:close/>
                <a:moveTo>
                  <a:pt x="278356" y="577265"/>
                </a:moveTo>
                <a:lnTo>
                  <a:pt x="284853" y="577265"/>
                </a:lnTo>
                <a:lnTo>
                  <a:pt x="284853" y="578153"/>
                </a:lnTo>
                <a:lnTo>
                  <a:pt x="278356" y="578153"/>
                </a:lnTo>
                <a:close/>
                <a:moveTo>
                  <a:pt x="307842" y="577265"/>
                </a:moveTo>
                <a:lnTo>
                  <a:pt x="313340" y="577265"/>
                </a:lnTo>
                <a:lnTo>
                  <a:pt x="313340" y="578153"/>
                </a:lnTo>
                <a:lnTo>
                  <a:pt x="307842" y="578153"/>
                </a:lnTo>
                <a:close/>
                <a:moveTo>
                  <a:pt x="245372" y="569272"/>
                </a:moveTo>
                <a:lnTo>
                  <a:pt x="257366" y="569272"/>
                </a:lnTo>
                <a:lnTo>
                  <a:pt x="257366" y="578153"/>
                </a:lnTo>
                <a:lnTo>
                  <a:pt x="245372" y="578153"/>
                </a:lnTo>
                <a:close/>
                <a:moveTo>
                  <a:pt x="556723" y="569272"/>
                </a:moveTo>
                <a:lnTo>
                  <a:pt x="562220" y="569272"/>
                </a:lnTo>
                <a:lnTo>
                  <a:pt x="562220" y="578153"/>
                </a:lnTo>
                <a:lnTo>
                  <a:pt x="556723" y="578153"/>
                </a:lnTo>
                <a:close/>
                <a:moveTo>
                  <a:pt x="225382" y="539076"/>
                </a:moveTo>
                <a:lnTo>
                  <a:pt x="226381" y="539076"/>
                </a:lnTo>
                <a:lnTo>
                  <a:pt x="226381" y="578153"/>
                </a:lnTo>
                <a:lnTo>
                  <a:pt x="225382" y="578153"/>
                </a:lnTo>
                <a:close/>
                <a:moveTo>
                  <a:pt x="596704" y="577265"/>
                </a:moveTo>
                <a:lnTo>
                  <a:pt x="606699" y="577265"/>
                </a:lnTo>
                <a:lnTo>
                  <a:pt x="606699" y="578153"/>
                </a:lnTo>
                <a:lnTo>
                  <a:pt x="596704" y="578153"/>
                </a:lnTo>
                <a:close/>
                <a:moveTo>
                  <a:pt x="681663" y="577265"/>
                </a:moveTo>
                <a:lnTo>
                  <a:pt x="703152" y="577265"/>
                </a:lnTo>
                <a:lnTo>
                  <a:pt x="703152" y="578153"/>
                </a:lnTo>
                <a:lnTo>
                  <a:pt x="681663" y="578153"/>
                </a:lnTo>
                <a:close/>
                <a:moveTo>
                  <a:pt x="474762" y="576377"/>
                </a:moveTo>
                <a:lnTo>
                  <a:pt x="489755" y="576377"/>
                </a:lnTo>
                <a:lnTo>
                  <a:pt x="489755" y="578153"/>
                </a:lnTo>
                <a:lnTo>
                  <a:pt x="474762" y="578153"/>
                </a:lnTo>
                <a:close/>
                <a:moveTo>
                  <a:pt x="613695" y="577265"/>
                </a:moveTo>
                <a:lnTo>
                  <a:pt x="625690" y="577265"/>
                </a:lnTo>
                <a:lnTo>
                  <a:pt x="625690" y="578153"/>
                </a:lnTo>
                <a:lnTo>
                  <a:pt x="613695" y="578153"/>
                </a:lnTo>
                <a:close/>
                <a:moveTo>
                  <a:pt x="710649" y="577265"/>
                </a:moveTo>
                <a:lnTo>
                  <a:pt x="736636" y="577265"/>
                </a:lnTo>
                <a:lnTo>
                  <a:pt x="736636" y="578153"/>
                </a:lnTo>
                <a:lnTo>
                  <a:pt x="710649" y="578153"/>
                </a:lnTo>
                <a:close/>
                <a:moveTo>
                  <a:pt x="93945" y="575488"/>
                </a:moveTo>
                <a:lnTo>
                  <a:pt x="190399" y="575488"/>
                </a:lnTo>
                <a:lnTo>
                  <a:pt x="190399" y="578153"/>
                </a:lnTo>
                <a:lnTo>
                  <a:pt x="93945" y="578153"/>
                </a:lnTo>
                <a:close/>
                <a:moveTo>
                  <a:pt x="93945" y="578153"/>
                </a:moveTo>
                <a:lnTo>
                  <a:pt x="297847" y="578153"/>
                </a:lnTo>
                <a:lnTo>
                  <a:pt x="297847" y="579041"/>
                </a:lnTo>
                <a:lnTo>
                  <a:pt x="93945" y="579041"/>
                </a:lnTo>
                <a:close/>
                <a:moveTo>
                  <a:pt x="459769" y="578153"/>
                </a:moveTo>
                <a:lnTo>
                  <a:pt x="587208" y="578153"/>
                </a:lnTo>
                <a:lnTo>
                  <a:pt x="587208" y="579041"/>
                </a:lnTo>
                <a:lnTo>
                  <a:pt x="459769" y="579041"/>
                </a:lnTo>
                <a:close/>
                <a:moveTo>
                  <a:pt x="770620" y="578153"/>
                </a:moveTo>
                <a:lnTo>
                  <a:pt x="793609" y="578153"/>
                </a:lnTo>
                <a:lnTo>
                  <a:pt x="793609" y="579041"/>
                </a:lnTo>
                <a:lnTo>
                  <a:pt x="770620" y="579041"/>
                </a:lnTo>
                <a:close/>
                <a:moveTo>
                  <a:pt x="595204" y="578153"/>
                </a:moveTo>
                <a:lnTo>
                  <a:pt x="627189" y="578153"/>
                </a:lnTo>
                <a:lnTo>
                  <a:pt x="627189" y="579041"/>
                </a:lnTo>
                <a:lnTo>
                  <a:pt x="595204" y="579041"/>
                </a:lnTo>
                <a:close/>
                <a:moveTo>
                  <a:pt x="306343" y="578153"/>
                </a:moveTo>
                <a:lnTo>
                  <a:pt x="403796" y="578153"/>
                </a:lnTo>
                <a:lnTo>
                  <a:pt x="403796" y="579041"/>
                </a:lnTo>
                <a:lnTo>
                  <a:pt x="306343" y="579041"/>
                </a:lnTo>
                <a:close/>
                <a:moveTo>
                  <a:pt x="412292" y="578153"/>
                </a:moveTo>
                <a:lnTo>
                  <a:pt x="452273" y="578153"/>
                </a:lnTo>
                <a:lnTo>
                  <a:pt x="452273" y="579041"/>
                </a:lnTo>
                <a:lnTo>
                  <a:pt x="412292" y="579041"/>
                </a:lnTo>
                <a:close/>
                <a:moveTo>
                  <a:pt x="634685" y="578153"/>
                </a:moveTo>
                <a:lnTo>
                  <a:pt x="704152" y="578153"/>
                </a:lnTo>
                <a:lnTo>
                  <a:pt x="704152" y="579041"/>
                </a:lnTo>
                <a:lnTo>
                  <a:pt x="634685" y="579041"/>
                </a:lnTo>
                <a:close/>
                <a:moveTo>
                  <a:pt x="750630" y="578153"/>
                </a:moveTo>
                <a:lnTo>
                  <a:pt x="762124" y="578153"/>
                </a:lnTo>
                <a:lnTo>
                  <a:pt x="762124" y="579041"/>
                </a:lnTo>
                <a:lnTo>
                  <a:pt x="750630" y="579041"/>
                </a:lnTo>
                <a:close/>
                <a:moveTo>
                  <a:pt x="770120" y="579041"/>
                </a:moveTo>
                <a:lnTo>
                  <a:pt x="793609" y="579041"/>
                </a:lnTo>
                <a:lnTo>
                  <a:pt x="793609" y="579929"/>
                </a:lnTo>
                <a:lnTo>
                  <a:pt x="770120" y="579929"/>
                </a:lnTo>
                <a:close/>
                <a:moveTo>
                  <a:pt x="710149" y="578153"/>
                </a:moveTo>
                <a:lnTo>
                  <a:pt x="736636" y="578153"/>
                </a:lnTo>
                <a:lnTo>
                  <a:pt x="736636" y="579929"/>
                </a:lnTo>
                <a:lnTo>
                  <a:pt x="710149" y="579929"/>
                </a:lnTo>
                <a:close/>
                <a:moveTo>
                  <a:pt x="93445" y="579041"/>
                </a:moveTo>
                <a:lnTo>
                  <a:pt x="705152" y="579041"/>
                </a:lnTo>
                <a:lnTo>
                  <a:pt x="705152" y="579929"/>
                </a:lnTo>
                <a:lnTo>
                  <a:pt x="93445" y="579929"/>
                </a:lnTo>
                <a:close/>
                <a:moveTo>
                  <a:pt x="750130" y="579041"/>
                </a:moveTo>
                <a:lnTo>
                  <a:pt x="762624" y="579041"/>
                </a:lnTo>
                <a:lnTo>
                  <a:pt x="762624" y="579929"/>
                </a:lnTo>
                <a:lnTo>
                  <a:pt x="750130" y="579929"/>
                </a:lnTo>
                <a:close/>
                <a:moveTo>
                  <a:pt x="769121" y="579929"/>
                </a:moveTo>
                <a:lnTo>
                  <a:pt x="793609" y="579929"/>
                </a:lnTo>
                <a:lnTo>
                  <a:pt x="793609" y="580817"/>
                </a:lnTo>
                <a:lnTo>
                  <a:pt x="769121" y="580817"/>
                </a:lnTo>
                <a:close/>
                <a:moveTo>
                  <a:pt x="749630" y="579929"/>
                </a:moveTo>
                <a:lnTo>
                  <a:pt x="763124" y="579929"/>
                </a:lnTo>
                <a:lnTo>
                  <a:pt x="763124" y="580817"/>
                </a:lnTo>
                <a:lnTo>
                  <a:pt x="749630" y="580817"/>
                </a:lnTo>
                <a:close/>
                <a:moveTo>
                  <a:pt x="93445" y="579929"/>
                </a:moveTo>
                <a:lnTo>
                  <a:pt x="705651" y="579929"/>
                </a:lnTo>
                <a:lnTo>
                  <a:pt x="705651" y="580817"/>
                </a:lnTo>
                <a:lnTo>
                  <a:pt x="93445" y="580817"/>
                </a:lnTo>
                <a:close/>
                <a:moveTo>
                  <a:pt x="93445" y="580817"/>
                </a:moveTo>
                <a:lnTo>
                  <a:pt x="706651" y="580817"/>
                </a:lnTo>
                <a:lnTo>
                  <a:pt x="706651" y="581705"/>
                </a:lnTo>
                <a:lnTo>
                  <a:pt x="93445" y="581705"/>
                </a:lnTo>
                <a:close/>
                <a:moveTo>
                  <a:pt x="749130" y="580817"/>
                </a:moveTo>
                <a:lnTo>
                  <a:pt x="763623" y="580817"/>
                </a:lnTo>
                <a:lnTo>
                  <a:pt x="763623" y="581705"/>
                </a:lnTo>
                <a:lnTo>
                  <a:pt x="749130" y="581705"/>
                </a:lnTo>
                <a:close/>
                <a:moveTo>
                  <a:pt x="709649" y="579929"/>
                </a:moveTo>
                <a:lnTo>
                  <a:pt x="737136" y="579929"/>
                </a:lnTo>
                <a:lnTo>
                  <a:pt x="737136" y="581705"/>
                </a:lnTo>
                <a:lnTo>
                  <a:pt x="709649" y="581705"/>
                </a:lnTo>
                <a:close/>
                <a:moveTo>
                  <a:pt x="768621" y="580817"/>
                </a:moveTo>
                <a:lnTo>
                  <a:pt x="793609" y="580817"/>
                </a:lnTo>
                <a:lnTo>
                  <a:pt x="793609" y="581705"/>
                </a:lnTo>
                <a:lnTo>
                  <a:pt x="768621" y="581705"/>
                </a:lnTo>
                <a:close/>
                <a:moveTo>
                  <a:pt x="748631" y="581705"/>
                </a:moveTo>
                <a:lnTo>
                  <a:pt x="764123" y="581705"/>
                </a:lnTo>
                <a:lnTo>
                  <a:pt x="764123" y="582593"/>
                </a:lnTo>
                <a:lnTo>
                  <a:pt x="748631" y="582593"/>
                </a:lnTo>
                <a:close/>
                <a:moveTo>
                  <a:pt x="767622" y="581705"/>
                </a:moveTo>
                <a:lnTo>
                  <a:pt x="793609" y="581705"/>
                </a:lnTo>
                <a:lnTo>
                  <a:pt x="793609" y="582593"/>
                </a:lnTo>
                <a:lnTo>
                  <a:pt x="767622" y="582593"/>
                </a:lnTo>
                <a:close/>
                <a:moveTo>
                  <a:pt x="92945" y="581705"/>
                </a:moveTo>
                <a:lnTo>
                  <a:pt x="707151" y="581705"/>
                </a:lnTo>
                <a:lnTo>
                  <a:pt x="707151" y="582593"/>
                </a:lnTo>
                <a:lnTo>
                  <a:pt x="92945" y="582593"/>
                </a:lnTo>
                <a:close/>
                <a:moveTo>
                  <a:pt x="767122" y="582593"/>
                </a:moveTo>
                <a:lnTo>
                  <a:pt x="793609" y="582593"/>
                </a:lnTo>
                <a:lnTo>
                  <a:pt x="793609" y="583481"/>
                </a:lnTo>
                <a:lnTo>
                  <a:pt x="767122" y="583481"/>
                </a:lnTo>
                <a:close/>
                <a:moveTo>
                  <a:pt x="747631" y="582593"/>
                </a:moveTo>
                <a:lnTo>
                  <a:pt x="764623" y="582593"/>
                </a:lnTo>
                <a:lnTo>
                  <a:pt x="764623" y="583481"/>
                </a:lnTo>
                <a:lnTo>
                  <a:pt x="747631" y="583481"/>
                </a:lnTo>
                <a:close/>
                <a:moveTo>
                  <a:pt x="709150" y="581705"/>
                </a:moveTo>
                <a:lnTo>
                  <a:pt x="737136" y="581705"/>
                </a:lnTo>
                <a:lnTo>
                  <a:pt x="737136" y="583481"/>
                </a:lnTo>
                <a:lnTo>
                  <a:pt x="709150" y="583481"/>
                </a:lnTo>
                <a:close/>
                <a:moveTo>
                  <a:pt x="92945" y="582593"/>
                </a:moveTo>
                <a:lnTo>
                  <a:pt x="708150" y="582593"/>
                </a:lnTo>
                <a:lnTo>
                  <a:pt x="708150" y="583481"/>
                </a:lnTo>
                <a:lnTo>
                  <a:pt x="92945" y="583481"/>
                </a:lnTo>
                <a:close/>
                <a:moveTo>
                  <a:pt x="92446" y="583481"/>
                </a:moveTo>
                <a:lnTo>
                  <a:pt x="737136" y="583481"/>
                </a:lnTo>
                <a:lnTo>
                  <a:pt x="737136" y="584369"/>
                </a:lnTo>
                <a:lnTo>
                  <a:pt x="92446" y="584369"/>
                </a:lnTo>
                <a:close/>
                <a:moveTo>
                  <a:pt x="745632" y="583481"/>
                </a:moveTo>
                <a:lnTo>
                  <a:pt x="765123" y="583481"/>
                </a:lnTo>
                <a:lnTo>
                  <a:pt x="765123" y="584369"/>
                </a:lnTo>
                <a:lnTo>
                  <a:pt x="745632" y="584369"/>
                </a:lnTo>
                <a:close/>
                <a:moveTo>
                  <a:pt x="766122" y="583481"/>
                </a:moveTo>
                <a:lnTo>
                  <a:pt x="793609" y="583481"/>
                </a:lnTo>
                <a:lnTo>
                  <a:pt x="793609" y="584369"/>
                </a:lnTo>
                <a:lnTo>
                  <a:pt x="766122" y="584369"/>
                </a:lnTo>
                <a:close/>
                <a:moveTo>
                  <a:pt x="92446" y="584369"/>
                </a:moveTo>
                <a:lnTo>
                  <a:pt x="793609" y="584369"/>
                </a:lnTo>
                <a:lnTo>
                  <a:pt x="793609" y="585258"/>
                </a:lnTo>
                <a:lnTo>
                  <a:pt x="92446" y="585258"/>
                </a:lnTo>
                <a:close/>
                <a:moveTo>
                  <a:pt x="91946" y="585258"/>
                </a:moveTo>
                <a:lnTo>
                  <a:pt x="793609" y="585258"/>
                </a:lnTo>
                <a:lnTo>
                  <a:pt x="793609" y="586146"/>
                </a:lnTo>
                <a:lnTo>
                  <a:pt x="91946" y="586146"/>
                </a:lnTo>
                <a:close/>
                <a:moveTo>
                  <a:pt x="801605" y="549734"/>
                </a:moveTo>
                <a:lnTo>
                  <a:pt x="1000000" y="549734"/>
                </a:lnTo>
                <a:lnTo>
                  <a:pt x="1000000" y="586146"/>
                </a:lnTo>
                <a:lnTo>
                  <a:pt x="801605" y="586146"/>
                </a:lnTo>
                <a:close/>
                <a:moveTo>
                  <a:pt x="91946" y="586146"/>
                </a:moveTo>
                <a:lnTo>
                  <a:pt x="1000000" y="586146"/>
                </a:lnTo>
                <a:lnTo>
                  <a:pt x="1000000" y="587034"/>
                </a:lnTo>
                <a:lnTo>
                  <a:pt x="91946" y="587034"/>
                </a:lnTo>
                <a:close/>
                <a:moveTo>
                  <a:pt x="91446" y="587034"/>
                </a:moveTo>
                <a:lnTo>
                  <a:pt x="1000000" y="587034"/>
                </a:lnTo>
                <a:lnTo>
                  <a:pt x="1000000" y="587922"/>
                </a:lnTo>
                <a:lnTo>
                  <a:pt x="91446" y="587922"/>
                </a:lnTo>
                <a:close/>
                <a:moveTo>
                  <a:pt x="90946" y="587922"/>
                </a:moveTo>
                <a:lnTo>
                  <a:pt x="1000000" y="587922"/>
                </a:lnTo>
                <a:lnTo>
                  <a:pt x="1000000" y="589698"/>
                </a:lnTo>
                <a:lnTo>
                  <a:pt x="90946" y="589698"/>
                </a:lnTo>
                <a:close/>
                <a:moveTo>
                  <a:pt x="90447" y="589698"/>
                </a:moveTo>
                <a:lnTo>
                  <a:pt x="1000000" y="589698"/>
                </a:lnTo>
                <a:lnTo>
                  <a:pt x="1000000" y="590586"/>
                </a:lnTo>
                <a:lnTo>
                  <a:pt x="90447" y="590586"/>
                </a:lnTo>
                <a:close/>
                <a:moveTo>
                  <a:pt x="89947" y="590586"/>
                </a:moveTo>
                <a:lnTo>
                  <a:pt x="1000000" y="590586"/>
                </a:lnTo>
                <a:lnTo>
                  <a:pt x="1000000" y="591474"/>
                </a:lnTo>
                <a:lnTo>
                  <a:pt x="89947" y="591474"/>
                </a:lnTo>
                <a:close/>
                <a:moveTo>
                  <a:pt x="89447" y="591474"/>
                </a:moveTo>
                <a:lnTo>
                  <a:pt x="1000000" y="591474"/>
                </a:lnTo>
                <a:lnTo>
                  <a:pt x="1000000" y="592362"/>
                </a:lnTo>
                <a:lnTo>
                  <a:pt x="89447" y="592362"/>
                </a:lnTo>
                <a:close/>
                <a:moveTo>
                  <a:pt x="88947" y="592362"/>
                </a:moveTo>
                <a:lnTo>
                  <a:pt x="1000000" y="592362"/>
                </a:lnTo>
                <a:lnTo>
                  <a:pt x="1000000" y="593250"/>
                </a:lnTo>
                <a:lnTo>
                  <a:pt x="88947" y="593250"/>
                </a:lnTo>
                <a:close/>
                <a:moveTo>
                  <a:pt x="88448" y="593250"/>
                </a:moveTo>
                <a:lnTo>
                  <a:pt x="1000000" y="593250"/>
                </a:lnTo>
                <a:lnTo>
                  <a:pt x="1000000" y="594139"/>
                </a:lnTo>
                <a:lnTo>
                  <a:pt x="88448" y="594139"/>
                </a:lnTo>
                <a:close/>
                <a:moveTo>
                  <a:pt x="87948" y="594139"/>
                </a:moveTo>
                <a:lnTo>
                  <a:pt x="1000000" y="594139"/>
                </a:lnTo>
                <a:lnTo>
                  <a:pt x="1000000" y="595027"/>
                </a:lnTo>
                <a:lnTo>
                  <a:pt x="87948" y="595027"/>
                </a:lnTo>
                <a:close/>
                <a:moveTo>
                  <a:pt x="86948" y="595027"/>
                </a:moveTo>
                <a:lnTo>
                  <a:pt x="1000000" y="595027"/>
                </a:lnTo>
                <a:lnTo>
                  <a:pt x="1000000" y="595915"/>
                </a:lnTo>
                <a:lnTo>
                  <a:pt x="86948" y="595915"/>
                </a:lnTo>
                <a:close/>
                <a:moveTo>
                  <a:pt x="86449" y="595915"/>
                </a:moveTo>
                <a:lnTo>
                  <a:pt x="1000000" y="595915"/>
                </a:lnTo>
                <a:lnTo>
                  <a:pt x="1000000" y="596803"/>
                </a:lnTo>
                <a:lnTo>
                  <a:pt x="86449" y="596803"/>
                </a:lnTo>
                <a:close/>
                <a:moveTo>
                  <a:pt x="85449" y="596803"/>
                </a:moveTo>
                <a:lnTo>
                  <a:pt x="1000000" y="596803"/>
                </a:lnTo>
                <a:lnTo>
                  <a:pt x="1000000" y="597691"/>
                </a:lnTo>
                <a:lnTo>
                  <a:pt x="85449" y="597691"/>
                </a:lnTo>
                <a:close/>
                <a:moveTo>
                  <a:pt x="84449" y="597691"/>
                </a:moveTo>
                <a:lnTo>
                  <a:pt x="1000000" y="597691"/>
                </a:lnTo>
                <a:lnTo>
                  <a:pt x="1000000" y="598579"/>
                </a:lnTo>
                <a:lnTo>
                  <a:pt x="84449" y="598579"/>
                </a:lnTo>
                <a:close/>
                <a:moveTo>
                  <a:pt x="83450" y="598579"/>
                </a:moveTo>
                <a:lnTo>
                  <a:pt x="1000000" y="598579"/>
                </a:lnTo>
                <a:lnTo>
                  <a:pt x="1000000" y="599467"/>
                </a:lnTo>
                <a:lnTo>
                  <a:pt x="83450" y="599467"/>
                </a:lnTo>
                <a:close/>
                <a:moveTo>
                  <a:pt x="81951" y="599467"/>
                </a:moveTo>
                <a:lnTo>
                  <a:pt x="1000000" y="599467"/>
                </a:lnTo>
                <a:lnTo>
                  <a:pt x="1000000" y="600355"/>
                </a:lnTo>
                <a:lnTo>
                  <a:pt x="81951" y="600355"/>
                </a:lnTo>
                <a:close/>
                <a:moveTo>
                  <a:pt x="79952" y="600355"/>
                </a:moveTo>
                <a:lnTo>
                  <a:pt x="1000000" y="600355"/>
                </a:lnTo>
                <a:lnTo>
                  <a:pt x="1000000" y="601243"/>
                </a:lnTo>
                <a:lnTo>
                  <a:pt x="79952" y="601243"/>
                </a:lnTo>
                <a:close/>
                <a:moveTo>
                  <a:pt x="490" y="601243"/>
                </a:moveTo>
                <a:lnTo>
                  <a:pt x="1000000" y="601243"/>
                </a:lnTo>
                <a:lnTo>
                  <a:pt x="1000000" y="1000000"/>
                </a:lnTo>
                <a:lnTo>
                  <a:pt x="490" y="1000000"/>
                </a:lnTo>
                <a:close/>
              </a:path>
            </a:pathLst>
          </a:custGeom>
          <a:solidFill>
            <a:srgbClr val="082B49"/>
          </a:solidFill>
          <a:ln>
            <a:noFill/>
          </a:ln>
        </p:spPr>
      </p:sp>
      <p:sp>
        <p:nvSpPr>
          <p:cNvPr id="9" name="Kimate background colour 9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0" y="0"/>
                </a:moveTo>
                <a:lnTo>
                  <a:pt x="490" y="0"/>
                </a:lnTo>
                <a:lnTo>
                  <a:pt x="490" y="888"/>
                </a:lnTo>
                <a:lnTo>
                  <a:pt x="0" y="888"/>
                </a:lnTo>
                <a:close/>
                <a:moveTo>
                  <a:pt x="765123" y="66607"/>
                </a:moveTo>
                <a:lnTo>
                  <a:pt x="765623" y="66607"/>
                </a:lnTo>
                <a:lnTo>
                  <a:pt x="765623" y="67496"/>
                </a:lnTo>
                <a:lnTo>
                  <a:pt x="765123" y="67496"/>
                </a:lnTo>
                <a:close/>
                <a:moveTo>
                  <a:pt x="763623" y="67496"/>
                </a:moveTo>
                <a:lnTo>
                  <a:pt x="765623" y="67496"/>
                </a:lnTo>
                <a:lnTo>
                  <a:pt x="765623" y="68384"/>
                </a:lnTo>
                <a:lnTo>
                  <a:pt x="763623" y="68384"/>
                </a:lnTo>
                <a:close/>
                <a:moveTo>
                  <a:pt x="731639" y="67496"/>
                </a:moveTo>
                <a:lnTo>
                  <a:pt x="732638" y="67496"/>
                </a:lnTo>
                <a:lnTo>
                  <a:pt x="732638" y="68384"/>
                </a:lnTo>
                <a:lnTo>
                  <a:pt x="731639" y="68384"/>
                </a:lnTo>
                <a:close/>
                <a:moveTo>
                  <a:pt x="731139" y="68384"/>
                </a:moveTo>
                <a:lnTo>
                  <a:pt x="732139" y="68384"/>
                </a:lnTo>
                <a:lnTo>
                  <a:pt x="732139" y="69272"/>
                </a:lnTo>
                <a:lnTo>
                  <a:pt x="731139" y="69272"/>
                </a:lnTo>
                <a:close/>
                <a:moveTo>
                  <a:pt x="761624" y="68384"/>
                </a:moveTo>
                <a:lnTo>
                  <a:pt x="765623" y="68384"/>
                </a:lnTo>
                <a:lnTo>
                  <a:pt x="765623" y="69272"/>
                </a:lnTo>
                <a:lnTo>
                  <a:pt x="761624" y="69272"/>
                </a:lnTo>
                <a:close/>
                <a:moveTo>
                  <a:pt x="766122" y="69272"/>
                </a:moveTo>
                <a:lnTo>
                  <a:pt x="766622" y="69272"/>
                </a:lnTo>
                <a:lnTo>
                  <a:pt x="766622" y="70160"/>
                </a:lnTo>
                <a:lnTo>
                  <a:pt x="766122" y="70160"/>
                </a:lnTo>
                <a:close/>
                <a:moveTo>
                  <a:pt x="730140" y="69272"/>
                </a:moveTo>
                <a:lnTo>
                  <a:pt x="731639" y="69272"/>
                </a:lnTo>
                <a:lnTo>
                  <a:pt x="731639" y="70160"/>
                </a:lnTo>
                <a:lnTo>
                  <a:pt x="730140" y="70160"/>
                </a:lnTo>
                <a:close/>
                <a:moveTo>
                  <a:pt x="760625" y="69272"/>
                </a:moveTo>
                <a:lnTo>
                  <a:pt x="765123" y="69272"/>
                </a:lnTo>
                <a:lnTo>
                  <a:pt x="765123" y="70160"/>
                </a:lnTo>
                <a:lnTo>
                  <a:pt x="760625" y="70160"/>
                </a:lnTo>
                <a:close/>
                <a:moveTo>
                  <a:pt x="729640" y="70160"/>
                </a:moveTo>
                <a:lnTo>
                  <a:pt x="731639" y="70160"/>
                </a:lnTo>
                <a:lnTo>
                  <a:pt x="731639" y="71048"/>
                </a:lnTo>
                <a:lnTo>
                  <a:pt x="729640" y="71048"/>
                </a:lnTo>
                <a:close/>
                <a:moveTo>
                  <a:pt x="759625" y="70160"/>
                </a:moveTo>
                <a:lnTo>
                  <a:pt x="764623" y="70160"/>
                </a:lnTo>
                <a:lnTo>
                  <a:pt x="764623" y="71048"/>
                </a:lnTo>
                <a:lnTo>
                  <a:pt x="759625" y="71048"/>
                </a:lnTo>
                <a:close/>
                <a:moveTo>
                  <a:pt x="759126" y="71048"/>
                </a:moveTo>
                <a:lnTo>
                  <a:pt x="764123" y="71048"/>
                </a:lnTo>
                <a:lnTo>
                  <a:pt x="764123" y="71936"/>
                </a:lnTo>
                <a:lnTo>
                  <a:pt x="759126" y="71936"/>
                </a:lnTo>
                <a:close/>
                <a:moveTo>
                  <a:pt x="765623" y="70160"/>
                </a:moveTo>
                <a:lnTo>
                  <a:pt x="766622" y="70160"/>
                </a:lnTo>
                <a:lnTo>
                  <a:pt x="766622" y="71936"/>
                </a:lnTo>
                <a:lnTo>
                  <a:pt x="765623" y="71936"/>
                </a:lnTo>
                <a:close/>
                <a:moveTo>
                  <a:pt x="729140" y="71048"/>
                </a:moveTo>
                <a:lnTo>
                  <a:pt x="731139" y="71048"/>
                </a:lnTo>
                <a:lnTo>
                  <a:pt x="731139" y="72824"/>
                </a:lnTo>
                <a:lnTo>
                  <a:pt x="729140" y="72824"/>
                </a:lnTo>
                <a:close/>
                <a:moveTo>
                  <a:pt x="765123" y="71936"/>
                </a:moveTo>
                <a:lnTo>
                  <a:pt x="766622" y="71936"/>
                </a:lnTo>
                <a:lnTo>
                  <a:pt x="766622" y="72824"/>
                </a:lnTo>
                <a:lnTo>
                  <a:pt x="765123" y="72824"/>
                </a:lnTo>
                <a:close/>
                <a:moveTo>
                  <a:pt x="758626" y="71936"/>
                </a:moveTo>
                <a:lnTo>
                  <a:pt x="763623" y="71936"/>
                </a:lnTo>
                <a:lnTo>
                  <a:pt x="763623" y="72824"/>
                </a:lnTo>
                <a:lnTo>
                  <a:pt x="758626" y="72824"/>
                </a:lnTo>
                <a:close/>
                <a:moveTo>
                  <a:pt x="728640" y="72824"/>
                </a:moveTo>
                <a:lnTo>
                  <a:pt x="731139" y="72824"/>
                </a:lnTo>
                <a:lnTo>
                  <a:pt x="731139" y="73712"/>
                </a:lnTo>
                <a:lnTo>
                  <a:pt x="728640" y="73712"/>
                </a:lnTo>
                <a:close/>
                <a:moveTo>
                  <a:pt x="757127" y="72824"/>
                </a:moveTo>
                <a:lnTo>
                  <a:pt x="763124" y="72824"/>
                </a:lnTo>
                <a:lnTo>
                  <a:pt x="763124" y="73712"/>
                </a:lnTo>
                <a:lnTo>
                  <a:pt x="757127" y="73712"/>
                </a:lnTo>
                <a:close/>
                <a:moveTo>
                  <a:pt x="765123" y="72824"/>
                </a:moveTo>
                <a:lnTo>
                  <a:pt x="767122" y="72824"/>
                </a:lnTo>
                <a:lnTo>
                  <a:pt x="767122" y="73712"/>
                </a:lnTo>
                <a:lnTo>
                  <a:pt x="765123" y="73712"/>
                </a:lnTo>
                <a:close/>
                <a:moveTo>
                  <a:pt x="756627" y="73712"/>
                </a:moveTo>
                <a:lnTo>
                  <a:pt x="762624" y="73712"/>
                </a:lnTo>
                <a:lnTo>
                  <a:pt x="762624" y="74600"/>
                </a:lnTo>
                <a:lnTo>
                  <a:pt x="756627" y="74600"/>
                </a:lnTo>
                <a:close/>
                <a:moveTo>
                  <a:pt x="765123" y="73712"/>
                </a:moveTo>
                <a:lnTo>
                  <a:pt x="767622" y="73712"/>
                </a:lnTo>
                <a:lnTo>
                  <a:pt x="767622" y="74600"/>
                </a:lnTo>
                <a:lnTo>
                  <a:pt x="765123" y="74600"/>
                </a:lnTo>
                <a:close/>
                <a:moveTo>
                  <a:pt x="728640" y="73712"/>
                </a:moveTo>
                <a:lnTo>
                  <a:pt x="730639" y="73712"/>
                </a:lnTo>
                <a:lnTo>
                  <a:pt x="730639" y="74600"/>
                </a:lnTo>
                <a:lnTo>
                  <a:pt x="728640" y="74600"/>
                </a:lnTo>
                <a:close/>
                <a:moveTo>
                  <a:pt x="756127" y="74600"/>
                </a:moveTo>
                <a:lnTo>
                  <a:pt x="762624" y="74600"/>
                </a:lnTo>
                <a:lnTo>
                  <a:pt x="762624" y="75488"/>
                </a:lnTo>
                <a:lnTo>
                  <a:pt x="756127" y="75488"/>
                </a:lnTo>
                <a:close/>
                <a:moveTo>
                  <a:pt x="764623" y="74600"/>
                </a:moveTo>
                <a:lnTo>
                  <a:pt x="768121" y="74600"/>
                </a:lnTo>
                <a:lnTo>
                  <a:pt x="768121" y="75488"/>
                </a:lnTo>
                <a:lnTo>
                  <a:pt x="764623" y="75488"/>
                </a:lnTo>
                <a:close/>
                <a:moveTo>
                  <a:pt x="728140" y="74600"/>
                </a:moveTo>
                <a:lnTo>
                  <a:pt x="730639" y="74600"/>
                </a:lnTo>
                <a:lnTo>
                  <a:pt x="730639" y="76377"/>
                </a:lnTo>
                <a:lnTo>
                  <a:pt x="728140" y="76377"/>
                </a:lnTo>
                <a:close/>
                <a:moveTo>
                  <a:pt x="755627" y="75488"/>
                </a:moveTo>
                <a:lnTo>
                  <a:pt x="762124" y="75488"/>
                </a:lnTo>
                <a:lnTo>
                  <a:pt x="762124" y="76377"/>
                </a:lnTo>
                <a:lnTo>
                  <a:pt x="755627" y="76377"/>
                </a:lnTo>
                <a:close/>
                <a:moveTo>
                  <a:pt x="727641" y="76377"/>
                </a:moveTo>
                <a:lnTo>
                  <a:pt x="730639" y="76377"/>
                </a:lnTo>
                <a:lnTo>
                  <a:pt x="730639" y="77265"/>
                </a:lnTo>
                <a:lnTo>
                  <a:pt x="727641" y="77265"/>
                </a:lnTo>
                <a:close/>
                <a:moveTo>
                  <a:pt x="755627" y="76377"/>
                </a:moveTo>
                <a:lnTo>
                  <a:pt x="758626" y="76377"/>
                </a:lnTo>
                <a:lnTo>
                  <a:pt x="758626" y="77265"/>
                </a:lnTo>
                <a:lnTo>
                  <a:pt x="755627" y="77265"/>
                </a:lnTo>
                <a:close/>
                <a:moveTo>
                  <a:pt x="764123" y="75488"/>
                </a:moveTo>
                <a:lnTo>
                  <a:pt x="769121" y="75488"/>
                </a:lnTo>
                <a:lnTo>
                  <a:pt x="769121" y="77265"/>
                </a:lnTo>
                <a:lnTo>
                  <a:pt x="764123" y="77265"/>
                </a:lnTo>
                <a:close/>
                <a:moveTo>
                  <a:pt x="727641" y="77265"/>
                </a:moveTo>
                <a:lnTo>
                  <a:pt x="730140" y="77265"/>
                </a:lnTo>
                <a:lnTo>
                  <a:pt x="730140" y="78153"/>
                </a:lnTo>
                <a:lnTo>
                  <a:pt x="727641" y="78153"/>
                </a:lnTo>
                <a:close/>
                <a:moveTo>
                  <a:pt x="769621" y="77265"/>
                </a:moveTo>
                <a:lnTo>
                  <a:pt x="770620" y="77265"/>
                </a:lnTo>
                <a:lnTo>
                  <a:pt x="770620" y="78153"/>
                </a:lnTo>
                <a:lnTo>
                  <a:pt x="769621" y="78153"/>
                </a:lnTo>
                <a:close/>
                <a:moveTo>
                  <a:pt x="763623" y="77265"/>
                </a:moveTo>
                <a:lnTo>
                  <a:pt x="769121" y="77265"/>
                </a:lnTo>
                <a:lnTo>
                  <a:pt x="769121" y="78153"/>
                </a:lnTo>
                <a:lnTo>
                  <a:pt x="763623" y="78153"/>
                </a:lnTo>
                <a:close/>
                <a:moveTo>
                  <a:pt x="759625" y="76377"/>
                </a:moveTo>
                <a:lnTo>
                  <a:pt x="762124" y="76377"/>
                </a:lnTo>
                <a:lnTo>
                  <a:pt x="762124" y="78153"/>
                </a:lnTo>
                <a:lnTo>
                  <a:pt x="759625" y="78153"/>
                </a:lnTo>
                <a:close/>
                <a:moveTo>
                  <a:pt x="763124" y="78153"/>
                </a:moveTo>
                <a:lnTo>
                  <a:pt x="766622" y="78153"/>
                </a:lnTo>
                <a:lnTo>
                  <a:pt x="766622" y="79041"/>
                </a:lnTo>
                <a:lnTo>
                  <a:pt x="763124" y="79041"/>
                </a:lnTo>
                <a:close/>
                <a:moveTo>
                  <a:pt x="767622" y="78153"/>
                </a:moveTo>
                <a:lnTo>
                  <a:pt x="768621" y="78153"/>
                </a:lnTo>
                <a:lnTo>
                  <a:pt x="768621" y="79041"/>
                </a:lnTo>
                <a:lnTo>
                  <a:pt x="767622" y="79041"/>
                </a:lnTo>
                <a:close/>
                <a:moveTo>
                  <a:pt x="851081" y="79041"/>
                </a:moveTo>
                <a:lnTo>
                  <a:pt x="851581" y="79041"/>
                </a:lnTo>
                <a:lnTo>
                  <a:pt x="851581" y="79929"/>
                </a:lnTo>
                <a:lnTo>
                  <a:pt x="851081" y="79929"/>
                </a:lnTo>
                <a:close/>
                <a:moveTo>
                  <a:pt x="759126" y="78153"/>
                </a:moveTo>
                <a:lnTo>
                  <a:pt x="761624" y="78153"/>
                </a:lnTo>
                <a:lnTo>
                  <a:pt x="761624" y="79929"/>
                </a:lnTo>
                <a:lnTo>
                  <a:pt x="759126" y="79929"/>
                </a:lnTo>
                <a:close/>
                <a:moveTo>
                  <a:pt x="845084" y="79041"/>
                </a:moveTo>
                <a:lnTo>
                  <a:pt x="846084" y="79041"/>
                </a:lnTo>
                <a:lnTo>
                  <a:pt x="846084" y="79929"/>
                </a:lnTo>
                <a:lnTo>
                  <a:pt x="845084" y="79929"/>
                </a:lnTo>
                <a:close/>
                <a:moveTo>
                  <a:pt x="762624" y="79041"/>
                </a:moveTo>
                <a:lnTo>
                  <a:pt x="766122" y="79041"/>
                </a:lnTo>
                <a:lnTo>
                  <a:pt x="766122" y="79929"/>
                </a:lnTo>
                <a:lnTo>
                  <a:pt x="762624" y="79929"/>
                </a:lnTo>
                <a:close/>
                <a:moveTo>
                  <a:pt x="852581" y="79929"/>
                </a:moveTo>
                <a:lnTo>
                  <a:pt x="853081" y="79929"/>
                </a:lnTo>
                <a:lnTo>
                  <a:pt x="853081" y="80817"/>
                </a:lnTo>
                <a:lnTo>
                  <a:pt x="852581" y="80817"/>
                </a:lnTo>
                <a:close/>
                <a:moveTo>
                  <a:pt x="842586" y="79929"/>
                </a:moveTo>
                <a:lnTo>
                  <a:pt x="843085" y="79929"/>
                </a:lnTo>
                <a:lnTo>
                  <a:pt x="843085" y="80817"/>
                </a:lnTo>
                <a:lnTo>
                  <a:pt x="842586" y="80817"/>
                </a:lnTo>
                <a:close/>
                <a:moveTo>
                  <a:pt x="762624" y="79929"/>
                </a:moveTo>
                <a:lnTo>
                  <a:pt x="765623" y="79929"/>
                </a:lnTo>
                <a:lnTo>
                  <a:pt x="765623" y="80817"/>
                </a:lnTo>
                <a:lnTo>
                  <a:pt x="762624" y="80817"/>
                </a:lnTo>
                <a:close/>
                <a:moveTo>
                  <a:pt x="769121" y="78153"/>
                </a:moveTo>
                <a:lnTo>
                  <a:pt x="770620" y="78153"/>
                </a:lnTo>
                <a:lnTo>
                  <a:pt x="770620" y="80817"/>
                </a:lnTo>
                <a:lnTo>
                  <a:pt x="769121" y="80817"/>
                </a:lnTo>
                <a:close/>
                <a:moveTo>
                  <a:pt x="733138" y="80817"/>
                </a:moveTo>
                <a:lnTo>
                  <a:pt x="734637" y="80817"/>
                </a:lnTo>
                <a:lnTo>
                  <a:pt x="734637" y="81705"/>
                </a:lnTo>
                <a:lnTo>
                  <a:pt x="733138" y="81705"/>
                </a:lnTo>
                <a:close/>
                <a:moveTo>
                  <a:pt x="762124" y="80817"/>
                </a:moveTo>
                <a:lnTo>
                  <a:pt x="765623" y="80817"/>
                </a:lnTo>
                <a:lnTo>
                  <a:pt x="765623" y="81705"/>
                </a:lnTo>
                <a:lnTo>
                  <a:pt x="762124" y="81705"/>
                </a:lnTo>
                <a:close/>
                <a:moveTo>
                  <a:pt x="727141" y="78153"/>
                </a:moveTo>
                <a:lnTo>
                  <a:pt x="730140" y="78153"/>
                </a:lnTo>
                <a:lnTo>
                  <a:pt x="730140" y="81705"/>
                </a:lnTo>
                <a:lnTo>
                  <a:pt x="727141" y="81705"/>
                </a:lnTo>
                <a:close/>
                <a:moveTo>
                  <a:pt x="769621" y="80817"/>
                </a:moveTo>
                <a:lnTo>
                  <a:pt x="771620" y="80817"/>
                </a:lnTo>
                <a:lnTo>
                  <a:pt x="771620" y="81705"/>
                </a:lnTo>
                <a:lnTo>
                  <a:pt x="769621" y="81705"/>
                </a:lnTo>
                <a:close/>
                <a:moveTo>
                  <a:pt x="854580" y="80817"/>
                </a:moveTo>
                <a:lnTo>
                  <a:pt x="855080" y="80817"/>
                </a:lnTo>
                <a:lnTo>
                  <a:pt x="855080" y="81705"/>
                </a:lnTo>
                <a:lnTo>
                  <a:pt x="854580" y="81705"/>
                </a:lnTo>
                <a:close/>
                <a:moveTo>
                  <a:pt x="761624" y="81705"/>
                </a:moveTo>
                <a:lnTo>
                  <a:pt x="765123" y="81705"/>
                </a:lnTo>
                <a:lnTo>
                  <a:pt x="765123" y="82593"/>
                </a:lnTo>
                <a:lnTo>
                  <a:pt x="761624" y="82593"/>
                </a:lnTo>
                <a:close/>
                <a:moveTo>
                  <a:pt x="839087" y="81705"/>
                </a:moveTo>
                <a:lnTo>
                  <a:pt x="839587" y="81705"/>
                </a:lnTo>
                <a:lnTo>
                  <a:pt x="839587" y="82593"/>
                </a:lnTo>
                <a:lnTo>
                  <a:pt x="839087" y="82593"/>
                </a:lnTo>
                <a:close/>
                <a:moveTo>
                  <a:pt x="732638" y="81705"/>
                </a:moveTo>
                <a:lnTo>
                  <a:pt x="735137" y="81705"/>
                </a:lnTo>
                <a:lnTo>
                  <a:pt x="735137" y="82593"/>
                </a:lnTo>
                <a:lnTo>
                  <a:pt x="732638" y="82593"/>
                </a:lnTo>
                <a:close/>
                <a:moveTo>
                  <a:pt x="770620" y="81705"/>
                </a:moveTo>
                <a:lnTo>
                  <a:pt x="772619" y="81705"/>
                </a:lnTo>
                <a:lnTo>
                  <a:pt x="772619" y="82593"/>
                </a:lnTo>
                <a:lnTo>
                  <a:pt x="770620" y="82593"/>
                </a:lnTo>
                <a:close/>
                <a:moveTo>
                  <a:pt x="758626" y="79929"/>
                </a:moveTo>
                <a:lnTo>
                  <a:pt x="761125" y="79929"/>
                </a:lnTo>
                <a:lnTo>
                  <a:pt x="761125" y="82593"/>
                </a:lnTo>
                <a:lnTo>
                  <a:pt x="758626" y="82593"/>
                </a:lnTo>
                <a:close/>
                <a:moveTo>
                  <a:pt x="743133" y="82593"/>
                </a:moveTo>
                <a:lnTo>
                  <a:pt x="743633" y="82593"/>
                </a:lnTo>
                <a:lnTo>
                  <a:pt x="743633" y="83481"/>
                </a:lnTo>
                <a:lnTo>
                  <a:pt x="743133" y="83481"/>
                </a:lnTo>
                <a:close/>
                <a:moveTo>
                  <a:pt x="837588" y="82593"/>
                </a:moveTo>
                <a:lnTo>
                  <a:pt x="838088" y="82593"/>
                </a:lnTo>
                <a:lnTo>
                  <a:pt x="838088" y="83481"/>
                </a:lnTo>
                <a:lnTo>
                  <a:pt x="837588" y="83481"/>
                </a:lnTo>
                <a:close/>
                <a:moveTo>
                  <a:pt x="857079" y="82593"/>
                </a:moveTo>
                <a:lnTo>
                  <a:pt x="857578" y="82593"/>
                </a:lnTo>
                <a:lnTo>
                  <a:pt x="857578" y="83481"/>
                </a:lnTo>
                <a:lnTo>
                  <a:pt x="857079" y="83481"/>
                </a:lnTo>
                <a:close/>
                <a:moveTo>
                  <a:pt x="771620" y="82593"/>
                </a:moveTo>
                <a:lnTo>
                  <a:pt x="773619" y="82593"/>
                </a:lnTo>
                <a:lnTo>
                  <a:pt x="773619" y="83481"/>
                </a:lnTo>
                <a:lnTo>
                  <a:pt x="771620" y="83481"/>
                </a:lnTo>
                <a:close/>
                <a:moveTo>
                  <a:pt x="764123" y="82593"/>
                </a:moveTo>
                <a:lnTo>
                  <a:pt x="765123" y="82593"/>
                </a:lnTo>
                <a:lnTo>
                  <a:pt x="765123" y="83481"/>
                </a:lnTo>
                <a:lnTo>
                  <a:pt x="764123" y="83481"/>
                </a:lnTo>
                <a:close/>
                <a:moveTo>
                  <a:pt x="758626" y="82593"/>
                </a:moveTo>
                <a:lnTo>
                  <a:pt x="760625" y="82593"/>
                </a:lnTo>
                <a:lnTo>
                  <a:pt x="760625" y="83481"/>
                </a:lnTo>
                <a:lnTo>
                  <a:pt x="758626" y="83481"/>
                </a:lnTo>
                <a:close/>
                <a:moveTo>
                  <a:pt x="761624" y="82593"/>
                </a:moveTo>
                <a:lnTo>
                  <a:pt x="763623" y="82593"/>
                </a:lnTo>
                <a:lnTo>
                  <a:pt x="763623" y="83481"/>
                </a:lnTo>
                <a:lnTo>
                  <a:pt x="761624" y="83481"/>
                </a:lnTo>
                <a:close/>
                <a:moveTo>
                  <a:pt x="761125" y="83481"/>
                </a:moveTo>
                <a:lnTo>
                  <a:pt x="763124" y="83481"/>
                </a:lnTo>
                <a:lnTo>
                  <a:pt x="763124" y="84369"/>
                </a:lnTo>
                <a:lnTo>
                  <a:pt x="761125" y="84369"/>
                </a:lnTo>
                <a:close/>
                <a:moveTo>
                  <a:pt x="732139" y="82593"/>
                </a:moveTo>
                <a:lnTo>
                  <a:pt x="735637" y="82593"/>
                </a:lnTo>
                <a:lnTo>
                  <a:pt x="735637" y="84369"/>
                </a:lnTo>
                <a:lnTo>
                  <a:pt x="732139" y="84369"/>
                </a:lnTo>
                <a:close/>
                <a:moveTo>
                  <a:pt x="836089" y="83481"/>
                </a:moveTo>
                <a:lnTo>
                  <a:pt x="836588" y="83481"/>
                </a:lnTo>
                <a:lnTo>
                  <a:pt x="836588" y="84369"/>
                </a:lnTo>
                <a:lnTo>
                  <a:pt x="836089" y="84369"/>
                </a:lnTo>
                <a:close/>
                <a:moveTo>
                  <a:pt x="858078" y="83481"/>
                </a:moveTo>
                <a:lnTo>
                  <a:pt x="858578" y="83481"/>
                </a:lnTo>
                <a:lnTo>
                  <a:pt x="858578" y="84369"/>
                </a:lnTo>
                <a:lnTo>
                  <a:pt x="858078" y="84369"/>
                </a:lnTo>
                <a:close/>
                <a:moveTo>
                  <a:pt x="763623" y="83481"/>
                </a:moveTo>
                <a:lnTo>
                  <a:pt x="765123" y="83481"/>
                </a:lnTo>
                <a:lnTo>
                  <a:pt x="765123" y="84369"/>
                </a:lnTo>
                <a:lnTo>
                  <a:pt x="763623" y="84369"/>
                </a:lnTo>
                <a:close/>
                <a:moveTo>
                  <a:pt x="772619" y="83481"/>
                </a:moveTo>
                <a:lnTo>
                  <a:pt x="774618" y="83481"/>
                </a:lnTo>
                <a:lnTo>
                  <a:pt x="774618" y="84369"/>
                </a:lnTo>
                <a:lnTo>
                  <a:pt x="772619" y="84369"/>
                </a:lnTo>
                <a:close/>
                <a:moveTo>
                  <a:pt x="758126" y="83481"/>
                </a:moveTo>
                <a:lnTo>
                  <a:pt x="760625" y="83481"/>
                </a:lnTo>
                <a:lnTo>
                  <a:pt x="760625" y="85258"/>
                </a:lnTo>
                <a:lnTo>
                  <a:pt x="758126" y="85258"/>
                </a:lnTo>
                <a:close/>
                <a:moveTo>
                  <a:pt x="731639" y="84369"/>
                </a:moveTo>
                <a:lnTo>
                  <a:pt x="735637" y="84369"/>
                </a:lnTo>
                <a:lnTo>
                  <a:pt x="735637" y="85258"/>
                </a:lnTo>
                <a:lnTo>
                  <a:pt x="731639" y="85258"/>
                </a:lnTo>
                <a:close/>
                <a:moveTo>
                  <a:pt x="761125" y="84369"/>
                </a:moveTo>
                <a:lnTo>
                  <a:pt x="762624" y="84369"/>
                </a:lnTo>
                <a:lnTo>
                  <a:pt x="762624" y="85258"/>
                </a:lnTo>
                <a:lnTo>
                  <a:pt x="761125" y="85258"/>
                </a:lnTo>
                <a:close/>
                <a:moveTo>
                  <a:pt x="742634" y="83481"/>
                </a:moveTo>
                <a:lnTo>
                  <a:pt x="743633" y="83481"/>
                </a:lnTo>
                <a:lnTo>
                  <a:pt x="743633" y="85258"/>
                </a:lnTo>
                <a:lnTo>
                  <a:pt x="742634" y="85258"/>
                </a:lnTo>
                <a:close/>
                <a:moveTo>
                  <a:pt x="753628" y="83481"/>
                </a:moveTo>
                <a:lnTo>
                  <a:pt x="755627" y="83481"/>
                </a:lnTo>
                <a:lnTo>
                  <a:pt x="755627" y="85258"/>
                </a:lnTo>
                <a:lnTo>
                  <a:pt x="753628" y="85258"/>
                </a:lnTo>
                <a:close/>
                <a:moveTo>
                  <a:pt x="736137" y="84369"/>
                </a:moveTo>
                <a:lnTo>
                  <a:pt x="736636" y="84369"/>
                </a:lnTo>
                <a:lnTo>
                  <a:pt x="736636" y="85258"/>
                </a:lnTo>
                <a:lnTo>
                  <a:pt x="736137" y="85258"/>
                </a:lnTo>
                <a:close/>
                <a:moveTo>
                  <a:pt x="835089" y="84369"/>
                </a:moveTo>
                <a:lnTo>
                  <a:pt x="835589" y="84369"/>
                </a:lnTo>
                <a:lnTo>
                  <a:pt x="835589" y="85258"/>
                </a:lnTo>
                <a:lnTo>
                  <a:pt x="835089" y="85258"/>
                </a:lnTo>
                <a:close/>
                <a:moveTo>
                  <a:pt x="738136" y="84369"/>
                </a:moveTo>
                <a:lnTo>
                  <a:pt x="739135" y="84369"/>
                </a:lnTo>
                <a:lnTo>
                  <a:pt x="739135" y="85258"/>
                </a:lnTo>
                <a:lnTo>
                  <a:pt x="738136" y="85258"/>
                </a:lnTo>
                <a:close/>
                <a:moveTo>
                  <a:pt x="731639" y="85258"/>
                </a:moveTo>
                <a:lnTo>
                  <a:pt x="736636" y="85258"/>
                </a:lnTo>
                <a:lnTo>
                  <a:pt x="736636" y="86146"/>
                </a:lnTo>
                <a:lnTo>
                  <a:pt x="731639" y="86146"/>
                </a:lnTo>
                <a:close/>
                <a:moveTo>
                  <a:pt x="763623" y="84369"/>
                </a:moveTo>
                <a:lnTo>
                  <a:pt x="764623" y="84369"/>
                </a:lnTo>
                <a:lnTo>
                  <a:pt x="764623" y="86146"/>
                </a:lnTo>
                <a:lnTo>
                  <a:pt x="763623" y="86146"/>
                </a:lnTo>
                <a:close/>
                <a:moveTo>
                  <a:pt x="750130" y="85258"/>
                </a:moveTo>
                <a:lnTo>
                  <a:pt x="751629" y="85258"/>
                </a:lnTo>
                <a:lnTo>
                  <a:pt x="751629" y="86146"/>
                </a:lnTo>
                <a:lnTo>
                  <a:pt x="750130" y="86146"/>
                </a:lnTo>
                <a:close/>
                <a:moveTo>
                  <a:pt x="727141" y="81705"/>
                </a:moveTo>
                <a:lnTo>
                  <a:pt x="729640" y="81705"/>
                </a:lnTo>
                <a:lnTo>
                  <a:pt x="729640" y="87034"/>
                </a:lnTo>
                <a:lnTo>
                  <a:pt x="727141" y="87034"/>
                </a:lnTo>
                <a:close/>
                <a:moveTo>
                  <a:pt x="763124" y="86146"/>
                </a:moveTo>
                <a:lnTo>
                  <a:pt x="764623" y="86146"/>
                </a:lnTo>
                <a:lnTo>
                  <a:pt x="764623" y="87034"/>
                </a:lnTo>
                <a:lnTo>
                  <a:pt x="763124" y="87034"/>
                </a:lnTo>
                <a:close/>
                <a:moveTo>
                  <a:pt x="758126" y="85258"/>
                </a:moveTo>
                <a:lnTo>
                  <a:pt x="760125" y="85258"/>
                </a:lnTo>
                <a:lnTo>
                  <a:pt x="760125" y="87034"/>
                </a:lnTo>
                <a:lnTo>
                  <a:pt x="758126" y="87034"/>
                </a:lnTo>
                <a:close/>
                <a:moveTo>
                  <a:pt x="742134" y="85258"/>
                </a:moveTo>
                <a:lnTo>
                  <a:pt x="743633" y="85258"/>
                </a:lnTo>
                <a:lnTo>
                  <a:pt x="743633" y="87034"/>
                </a:lnTo>
                <a:lnTo>
                  <a:pt x="742134" y="87034"/>
                </a:lnTo>
                <a:close/>
                <a:moveTo>
                  <a:pt x="731639" y="86146"/>
                </a:moveTo>
                <a:lnTo>
                  <a:pt x="737136" y="86146"/>
                </a:lnTo>
                <a:lnTo>
                  <a:pt x="737136" y="87034"/>
                </a:lnTo>
                <a:lnTo>
                  <a:pt x="731639" y="87034"/>
                </a:lnTo>
                <a:close/>
                <a:moveTo>
                  <a:pt x="744133" y="86146"/>
                </a:moveTo>
                <a:lnTo>
                  <a:pt x="744633" y="86146"/>
                </a:lnTo>
                <a:lnTo>
                  <a:pt x="744633" y="87034"/>
                </a:lnTo>
                <a:lnTo>
                  <a:pt x="744133" y="87034"/>
                </a:lnTo>
                <a:close/>
                <a:moveTo>
                  <a:pt x="760625" y="85258"/>
                </a:moveTo>
                <a:lnTo>
                  <a:pt x="762124" y="85258"/>
                </a:lnTo>
                <a:lnTo>
                  <a:pt x="762124" y="87034"/>
                </a:lnTo>
                <a:lnTo>
                  <a:pt x="760625" y="87034"/>
                </a:lnTo>
                <a:close/>
                <a:moveTo>
                  <a:pt x="750130" y="86146"/>
                </a:moveTo>
                <a:lnTo>
                  <a:pt x="752129" y="86146"/>
                </a:lnTo>
                <a:lnTo>
                  <a:pt x="752129" y="87034"/>
                </a:lnTo>
                <a:lnTo>
                  <a:pt x="750130" y="87034"/>
                </a:lnTo>
                <a:close/>
                <a:moveTo>
                  <a:pt x="737636" y="85258"/>
                </a:moveTo>
                <a:lnTo>
                  <a:pt x="739635" y="85258"/>
                </a:lnTo>
                <a:lnTo>
                  <a:pt x="739635" y="87034"/>
                </a:lnTo>
                <a:lnTo>
                  <a:pt x="737636" y="87034"/>
                </a:lnTo>
                <a:close/>
                <a:moveTo>
                  <a:pt x="861077" y="86146"/>
                </a:moveTo>
                <a:lnTo>
                  <a:pt x="861576" y="86146"/>
                </a:lnTo>
                <a:lnTo>
                  <a:pt x="861576" y="87034"/>
                </a:lnTo>
                <a:lnTo>
                  <a:pt x="861077" y="87034"/>
                </a:lnTo>
                <a:close/>
                <a:moveTo>
                  <a:pt x="862076" y="87034"/>
                </a:moveTo>
                <a:lnTo>
                  <a:pt x="862576" y="87034"/>
                </a:lnTo>
                <a:lnTo>
                  <a:pt x="862576" y="87922"/>
                </a:lnTo>
                <a:lnTo>
                  <a:pt x="862076" y="87922"/>
                </a:lnTo>
                <a:close/>
                <a:moveTo>
                  <a:pt x="753628" y="85258"/>
                </a:moveTo>
                <a:lnTo>
                  <a:pt x="756127" y="85258"/>
                </a:lnTo>
                <a:lnTo>
                  <a:pt x="756127" y="87922"/>
                </a:lnTo>
                <a:lnTo>
                  <a:pt x="753628" y="87922"/>
                </a:lnTo>
                <a:close/>
                <a:moveTo>
                  <a:pt x="748131" y="87034"/>
                </a:moveTo>
                <a:lnTo>
                  <a:pt x="748631" y="87034"/>
                </a:lnTo>
                <a:lnTo>
                  <a:pt x="748631" y="87922"/>
                </a:lnTo>
                <a:lnTo>
                  <a:pt x="748131" y="87922"/>
                </a:lnTo>
                <a:close/>
                <a:moveTo>
                  <a:pt x="773619" y="84369"/>
                </a:moveTo>
                <a:lnTo>
                  <a:pt x="775618" y="84369"/>
                </a:lnTo>
                <a:lnTo>
                  <a:pt x="775618" y="87922"/>
                </a:lnTo>
                <a:lnTo>
                  <a:pt x="773619" y="87922"/>
                </a:lnTo>
                <a:close/>
                <a:moveTo>
                  <a:pt x="746132" y="87034"/>
                </a:moveTo>
                <a:lnTo>
                  <a:pt x="746632" y="87034"/>
                </a:lnTo>
                <a:lnTo>
                  <a:pt x="746632" y="87922"/>
                </a:lnTo>
                <a:lnTo>
                  <a:pt x="746132" y="87922"/>
                </a:lnTo>
                <a:close/>
                <a:moveTo>
                  <a:pt x="731139" y="87034"/>
                </a:moveTo>
                <a:lnTo>
                  <a:pt x="739635" y="87034"/>
                </a:lnTo>
                <a:lnTo>
                  <a:pt x="739635" y="87922"/>
                </a:lnTo>
                <a:lnTo>
                  <a:pt x="731139" y="87922"/>
                </a:lnTo>
                <a:close/>
                <a:moveTo>
                  <a:pt x="941538" y="87034"/>
                </a:moveTo>
                <a:lnTo>
                  <a:pt x="942038" y="87034"/>
                </a:lnTo>
                <a:lnTo>
                  <a:pt x="942038" y="87922"/>
                </a:lnTo>
                <a:lnTo>
                  <a:pt x="941538" y="87922"/>
                </a:lnTo>
                <a:close/>
                <a:moveTo>
                  <a:pt x="760625" y="87034"/>
                </a:moveTo>
                <a:lnTo>
                  <a:pt x="761624" y="87034"/>
                </a:lnTo>
                <a:lnTo>
                  <a:pt x="761624" y="87922"/>
                </a:lnTo>
                <a:lnTo>
                  <a:pt x="760625" y="87922"/>
                </a:lnTo>
                <a:close/>
                <a:moveTo>
                  <a:pt x="757626" y="87034"/>
                </a:moveTo>
                <a:lnTo>
                  <a:pt x="760125" y="87034"/>
                </a:lnTo>
                <a:lnTo>
                  <a:pt x="760125" y="87922"/>
                </a:lnTo>
                <a:lnTo>
                  <a:pt x="757626" y="87922"/>
                </a:lnTo>
                <a:close/>
                <a:moveTo>
                  <a:pt x="731139" y="87922"/>
                </a:moveTo>
                <a:lnTo>
                  <a:pt x="735637" y="87922"/>
                </a:lnTo>
                <a:lnTo>
                  <a:pt x="735637" y="88810"/>
                </a:lnTo>
                <a:lnTo>
                  <a:pt x="731139" y="88810"/>
                </a:lnTo>
                <a:close/>
                <a:moveTo>
                  <a:pt x="760125" y="87922"/>
                </a:moveTo>
                <a:lnTo>
                  <a:pt x="761624" y="87922"/>
                </a:lnTo>
                <a:lnTo>
                  <a:pt x="761624" y="88810"/>
                </a:lnTo>
                <a:lnTo>
                  <a:pt x="760125" y="88810"/>
                </a:lnTo>
                <a:close/>
                <a:moveTo>
                  <a:pt x="763124" y="87034"/>
                </a:moveTo>
                <a:lnTo>
                  <a:pt x="764123" y="87034"/>
                </a:lnTo>
                <a:lnTo>
                  <a:pt x="764123" y="88810"/>
                </a:lnTo>
                <a:lnTo>
                  <a:pt x="763124" y="88810"/>
                </a:lnTo>
                <a:close/>
                <a:moveTo>
                  <a:pt x="830591" y="87922"/>
                </a:moveTo>
                <a:lnTo>
                  <a:pt x="831091" y="87922"/>
                </a:lnTo>
                <a:lnTo>
                  <a:pt x="831091" y="88810"/>
                </a:lnTo>
                <a:lnTo>
                  <a:pt x="830591" y="88810"/>
                </a:lnTo>
                <a:close/>
                <a:moveTo>
                  <a:pt x="742134" y="87034"/>
                </a:moveTo>
                <a:lnTo>
                  <a:pt x="744633" y="87034"/>
                </a:lnTo>
                <a:lnTo>
                  <a:pt x="744633" y="88810"/>
                </a:lnTo>
                <a:lnTo>
                  <a:pt x="742134" y="88810"/>
                </a:lnTo>
                <a:close/>
                <a:moveTo>
                  <a:pt x="829592" y="88810"/>
                </a:moveTo>
                <a:lnTo>
                  <a:pt x="830092" y="88810"/>
                </a:lnTo>
                <a:lnTo>
                  <a:pt x="830092" y="89698"/>
                </a:lnTo>
                <a:lnTo>
                  <a:pt x="829592" y="89698"/>
                </a:lnTo>
                <a:close/>
                <a:moveTo>
                  <a:pt x="742134" y="88810"/>
                </a:moveTo>
                <a:lnTo>
                  <a:pt x="743133" y="88810"/>
                </a:lnTo>
                <a:lnTo>
                  <a:pt x="743133" y="89698"/>
                </a:lnTo>
                <a:lnTo>
                  <a:pt x="742134" y="89698"/>
                </a:lnTo>
                <a:close/>
                <a:moveTo>
                  <a:pt x="750130" y="87034"/>
                </a:moveTo>
                <a:lnTo>
                  <a:pt x="752629" y="87034"/>
                </a:lnTo>
                <a:lnTo>
                  <a:pt x="752629" y="89698"/>
                </a:lnTo>
                <a:lnTo>
                  <a:pt x="750130" y="89698"/>
                </a:lnTo>
                <a:close/>
                <a:moveTo>
                  <a:pt x="838587" y="88810"/>
                </a:moveTo>
                <a:lnTo>
                  <a:pt x="839587" y="88810"/>
                </a:lnTo>
                <a:lnTo>
                  <a:pt x="839587" y="89698"/>
                </a:lnTo>
                <a:lnTo>
                  <a:pt x="838587" y="89698"/>
                </a:lnTo>
                <a:close/>
                <a:moveTo>
                  <a:pt x="731139" y="88810"/>
                </a:moveTo>
                <a:lnTo>
                  <a:pt x="733138" y="88810"/>
                </a:lnTo>
                <a:lnTo>
                  <a:pt x="733138" y="89698"/>
                </a:lnTo>
                <a:lnTo>
                  <a:pt x="731139" y="89698"/>
                </a:lnTo>
                <a:close/>
                <a:moveTo>
                  <a:pt x="753129" y="87922"/>
                </a:moveTo>
                <a:lnTo>
                  <a:pt x="756627" y="87922"/>
                </a:lnTo>
                <a:lnTo>
                  <a:pt x="756627" y="89698"/>
                </a:lnTo>
                <a:lnTo>
                  <a:pt x="753129" y="89698"/>
                </a:lnTo>
                <a:close/>
                <a:moveTo>
                  <a:pt x="816598" y="88810"/>
                </a:moveTo>
                <a:lnTo>
                  <a:pt x="817098" y="88810"/>
                </a:lnTo>
                <a:lnTo>
                  <a:pt x="817098" y="89698"/>
                </a:lnTo>
                <a:lnTo>
                  <a:pt x="816598" y="89698"/>
                </a:lnTo>
                <a:close/>
                <a:moveTo>
                  <a:pt x="736137" y="87922"/>
                </a:moveTo>
                <a:lnTo>
                  <a:pt x="739635" y="87922"/>
                </a:lnTo>
                <a:lnTo>
                  <a:pt x="739635" y="89698"/>
                </a:lnTo>
                <a:lnTo>
                  <a:pt x="736137" y="89698"/>
                </a:lnTo>
                <a:close/>
                <a:moveTo>
                  <a:pt x="773119" y="87922"/>
                </a:moveTo>
                <a:lnTo>
                  <a:pt x="775118" y="87922"/>
                </a:lnTo>
                <a:lnTo>
                  <a:pt x="775118" y="89698"/>
                </a:lnTo>
                <a:lnTo>
                  <a:pt x="773119" y="89698"/>
                </a:lnTo>
                <a:close/>
                <a:moveTo>
                  <a:pt x="863575" y="88810"/>
                </a:moveTo>
                <a:lnTo>
                  <a:pt x="864075" y="88810"/>
                </a:lnTo>
                <a:lnTo>
                  <a:pt x="864075" y="89698"/>
                </a:lnTo>
                <a:lnTo>
                  <a:pt x="863575" y="89698"/>
                </a:lnTo>
                <a:close/>
                <a:moveTo>
                  <a:pt x="750130" y="89698"/>
                </a:moveTo>
                <a:lnTo>
                  <a:pt x="756627" y="89698"/>
                </a:lnTo>
                <a:lnTo>
                  <a:pt x="756627" y="90586"/>
                </a:lnTo>
                <a:lnTo>
                  <a:pt x="750130" y="90586"/>
                </a:lnTo>
                <a:close/>
                <a:moveTo>
                  <a:pt x="762624" y="88810"/>
                </a:moveTo>
                <a:lnTo>
                  <a:pt x="764123" y="88810"/>
                </a:lnTo>
                <a:lnTo>
                  <a:pt x="764123" y="90586"/>
                </a:lnTo>
                <a:lnTo>
                  <a:pt x="762624" y="90586"/>
                </a:lnTo>
                <a:close/>
                <a:moveTo>
                  <a:pt x="767622" y="89698"/>
                </a:moveTo>
                <a:lnTo>
                  <a:pt x="768621" y="89698"/>
                </a:lnTo>
                <a:lnTo>
                  <a:pt x="768621" y="90586"/>
                </a:lnTo>
                <a:lnTo>
                  <a:pt x="767622" y="90586"/>
                </a:lnTo>
                <a:close/>
                <a:moveTo>
                  <a:pt x="828592" y="89698"/>
                </a:moveTo>
                <a:lnTo>
                  <a:pt x="829092" y="89698"/>
                </a:lnTo>
                <a:lnTo>
                  <a:pt x="829092" y="90586"/>
                </a:lnTo>
                <a:lnTo>
                  <a:pt x="828592" y="90586"/>
                </a:lnTo>
                <a:close/>
                <a:moveTo>
                  <a:pt x="772619" y="89698"/>
                </a:moveTo>
                <a:lnTo>
                  <a:pt x="774618" y="89698"/>
                </a:lnTo>
                <a:lnTo>
                  <a:pt x="774618" y="90586"/>
                </a:lnTo>
                <a:lnTo>
                  <a:pt x="772619" y="90586"/>
                </a:lnTo>
                <a:close/>
                <a:moveTo>
                  <a:pt x="735637" y="89698"/>
                </a:moveTo>
                <a:lnTo>
                  <a:pt x="739635" y="89698"/>
                </a:lnTo>
                <a:lnTo>
                  <a:pt x="739635" y="90586"/>
                </a:lnTo>
                <a:lnTo>
                  <a:pt x="735637" y="90586"/>
                </a:lnTo>
                <a:close/>
                <a:moveTo>
                  <a:pt x="757626" y="87922"/>
                </a:moveTo>
                <a:lnTo>
                  <a:pt x="759625" y="87922"/>
                </a:lnTo>
                <a:lnTo>
                  <a:pt x="759625" y="90586"/>
                </a:lnTo>
                <a:lnTo>
                  <a:pt x="757626" y="90586"/>
                </a:lnTo>
                <a:close/>
                <a:moveTo>
                  <a:pt x="818597" y="89698"/>
                </a:moveTo>
                <a:lnTo>
                  <a:pt x="819097" y="89698"/>
                </a:lnTo>
                <a:lnTo>
                  <a:pt x="819097" y="90586"/>
                </a:lnTo>
                <a:lnTo>
                  <a:pt x="818597" y="90586"/>
                </a:lnTo>
                <a:close/>
                <a:moveTo>
                  <a:pt x="760125" y="88810"/>
                </a:moveTo>
                <a:lnTo>
                  <a:pt x="761125" y="88810"/>
                </a:lnTo>
                <a:lnTo>
                  <a:pt x="761125" y="90586"/>
                </a:lnTo>
                <a:lnTo>
                  <a:pt x="760125" y="90586"/>
                </a:lnTo>
                <a:close/>
                <a:moveTo>
                  <a:pt x="837088" y="89698"/>
                </a:moveTo>
                <a:lnTo>
                  <a:pt x="837588" y="89698"/>
                </a:lnTo>
                <a:lnTo>
                  <a:pt x="837588" y="90586"/>
                </a:lnTo>
                <a:lnTo>
                  <a:pt x="837088" y="90586"/>
                </a:lnTo>
                <a:close/>
                <a:moveTo>
                  <a:pt x="767122" y="90586"/>
                </a:moveTo>
                <a:lnTo>
                  <a:pt x="769621" y="90586"/>
                </a:lnTo>
                <a:lnTo>
                  <a:pt x="769621" y="91474"/>
                </a:lnTo>
                <a:lnTo>
                  <a:pt x="767122" y="91474"/>
                </a:lnTo>
                <a:close/>
                <a:moveTo>
                  <a:pt x="731139" y="89698"/>
                </a:moveTo>
                <a:lnTo>
                  <a:pt x="732638" y="89698"/>
                </a:lnTo>
                <a:lnTo>
                  <a:pt x="732638" y="91474"/>
                </a:lnTo>
                <a:lnTo>
                  <a:pt x="731139" y="91474"/>
                </a:lnTo>
                <a:close/>
                <a:moveTo>
                  <a:pt x="740634" y="89698"/>
                </a:moveTo>
                <a:lnTo>
                  <a:pt x="743133" y="89698"/>
                </a:lnTo>
                <a:lnTo>
                  <a:pt x="743133" y="91474"/>
                </a:lnTo>
                <a:lnTo>
                  <a:pt x="740634" y="91474"/>
                </a:lnTo>
                <a:close/>
                <a:moveTo>
                  <a:pt x="819597" y="90586"/>
                </a:moveTo>
                <a:lnTo>
                  <a:pt x="820096" y="90586"/>
                </a:lnTo>
                <a:lnTo>
                  <a:pt x="820096" y="91474"/>
                </a:lnTo>
                <a:lnTo>
                  <a:pt x="819597" y="91474"/>
                </a:lnTo>
                <a:close/>
                <a:moveTo>
                  <a:pt x="827593" y="90586"/>
                </a:moveTo>
                <a:lnTo>
                  <a:pt x="828093" y="90586"/>
                </a:lnTo>
                <a:lnTo>
                  <a:pt x="828093" y="91474"/>
                </a:lnTo>
                <a:lnTo>
                  <a:pt x="827593" y="91474"/>
                </a:lnTo>
                <a:close/>
                <a:moveTo>
                  <a:pt x="747631" y="87922"/>
                </a:moveTo>
                <a:lnTo>
                  <a:pt x="749130" y="87922"/>
                </a:lnTo>
                <a:lnTo>
                  <a:pt x="749130" y="91474"/>
                </a:lnTo>
                <a:lnTo>
                  <a:pt x="747631" y="91474"/>
                </a:lnTo>
                <a:close/>
                <a:moveTo>
                  <a:pt x="772119" y="90586"/>
                </a:moveTo>
                <a:lnTo>
                  <a:pt x="774618" y="90586"/>
                </a:lnTo>
                <a:lnTo>
                  <a:pt x="774618" y="91474"/>
                </a:lnTo>
                <a:lnTo>
                  <a:pt x="772119" y="91474"/>
                </a:lnTo>
                <a:close/>
                <a:moveTo>
                  <a:pt x="836089" y="90586"/>
                </a:moveTo>
                <a:lnTo>
                  <a:pt x="836588" y="90586"/>
                </a:lnTo>
                <a:lnTo>
                  <a:pt x="836588" y="91474"/>
                </a:lnTo>
                <a:lnTo>
                  <a:pt x="836089" y="91474"/>
                </a:lnTo>
                <a:close/>
                <a:moveTo>
                  <a:pt x="750130" y="90586"/>
                </a:moveTo>
                <a:lnTo>
                  <a:pt x="759126" y="90586"/>
                </a:lnTo>
                <a:lnTo>
                  <a:pt x="759126" y="91474"/>
                </a:lnTo>
                <a:lnTo>
                  <a:pt x="750130" y="91474"/>
                </a:lnTo>
                <a:close/>
                <a:moveTo>
                  <a:pt x="820096" y="91474"/>
                </a:moveTo>
                <a:lnTo>
                  <a:pt x="820596" y="91474"/>
                </a:lnTo>
                <a:lnTo>
                  <a:pt x="820596" y="92362"/>
                </a:lnTo>
                <a:lnTo>
                  <a:pt x="820096" y="92362"/>
                </a:lnTo>
                <a:close/>
                <a:moveTo>
                  <a:pt x="762624" y="90586"/>
                </a:moveTo>
                <a:lnTo>
                  <a:pt x="763623" y="90586"/>
                </a:lnTo>
                <a:lnTo>
                  <a:pt x="763623" y="92362"/>
                </a:lnTo>
                <a:lnTo>
                  <a:pt x="762624" y="92362"/>
                </a:lnTo>
                <a:close/>
                <a:moveTo>
                  <a:pt x="767622" y="91474"/>
                </a:moveTo>
                <a:lnTo>
                  <a:pt x="771120" y="91474"/>
                </a:lnTo>
                <a:lnTo>
                  <a:pt x="771120" y="92362"/>
                </a:lnTo>
                <a:lnTo>
                  <a:pt x="767622" y="92362"/>
                </a:lnTo>
                <a:close/>
                <a:moveTo>
                  <a:pt x="771620" y="91474"/>
                </a:moveTo>
                <a:lnTo>
                  <a:pt x="774118" y="91474"/>
                </a:lnTo>
                <a:lnTo>
                  <a:pt x="774118" y="92362"/>
                </a:lnTo>
                <a:lnTo>
                  <a:pt x="771620" y="92362"/>
                </a:lnTo>
                <a:close/>
                <a:moveTo>
                  <a:pt x="735637" y="90586"/>
                </a:moveTo>
                <a:lnTo>
                  <a:pt x="737636" y="90586"/>
                </a:lnTo>
                <a:lnTo>
                  <a:pt x="737636" y="92362"/>
                </a:lnTo>
                <a:lnTo>
                  <a:pt x="735637" y="92362"/>
                </a:lnTo>
                <a:close/>
                <a:moveTo>
                  <a:pt x="733638" y="88810"/>
                </a:moveTo>
                <a:lnTo>
                  <a:pt x="735137" y="88810"/>
                </a:lnTo>
                <a:lnTo>
                  <a:pt x="735137" y="92362"/>
                </a:lnTo>
                <a:lnTo>
                  <a:pt x="733638" y="92362"/>
                </a:lnTo>
                <a:close/>
                <a:moveTo>
                  <a:pt x="835589" y="91474"/>
                </a:moveTo>
                <a:lnTo>
                  <a:pt x="836089" y="91474"/>
                </a:lnTo>
                <a:lnTo>
                  <a:pt x="836089" y="92362"/>
                </a:lnTo>
                <a:lnTo>
                  <a:pt x="835589" y="92362"/>
                </a:lnTo>
                <a:close/>
                <a:moveTo>
                  <a:pt x="865575" y="91474"/>
                </a:moveTo>
                <a:lnTo>
                  <a:pt x="866074" y="91474"/>
                </a:lnTo>
                <a:lnTo>
                  <a:pt x="866074" y="92362"/>
                </a:lnTo>
                <a:lnTo>
                  <a:pt x="865575" y="92362"/>
                </a:lnTo>
                <a:close/>
                <a:moveTo>
                  <a:pt x="826593" y="91474"/>
                </a:moveTo>
                <a:lnTo>
                  <a:pt x="827093" y="91474"/>
                </a:lnTo>
                <a:lnTo>
                  <a:pt x="827093" y="92362"/>
                </a:lnTo>
                <a:lnTo>
                  <a:pt x="826593" y="92362"/>
                </a:lnTo>
                <a:close/>
                <a:moveTo>
                  <a:pt x="759625" y="90586"/>
                </a:moveTo>
                <a:lnTo>
                  <a:pt x="760625" y="90586"/>
                </a:lnTo>
                <a:lnTo>
                  <a:pt x="760625" y="92362"/>
                </a:lnTo>
                <a:lnTo>
                  <a:pt x="759625" y="92362"/>
                </a:lnTo>
                <a:close/>
                <a:moveTo>
                  <a:pt x="740135" y="91474"/>
                </a:moveTo>
                <a:lnTo>
                  <a:pt x="741634" y="91474"/>
                </a:lnTo>
                <a:lnTo>
                  <a:pt x="741634" y="92362"/>
                </a:lnTo>
                <a:lnTo>
                  <a:pt x="740135" y="92362"/>
                </a:lnTo>
                <a:close/>
                <a:moveTo>
                  <a:pt x="747631" y="91474"/>
                </a:moveTo>
                <a:lnTo>
                  <a:pt x="749630" y="91474"/>
                </a:lnTo>
                <a:lnTo>
                  <a:pt x="749630" y="92362"/>
                </a:lnTo>
                <a:lnTo>
                  <a:pt x="747631" y="92362"/>
                </a:lnTo>
                <a:close/>
                <a:moveTo>
                  <a:pt x="768121" y="92362"/>
                </a:moveTo>
                <a:lnTo>
                  <a:pt x="773619" y="92362"/>
                </a:lnTo>
                <a:lnTo>
                  <a:pt x="773619" y="93250"/>
                </a:lnTo>
                <a:lnTo>
                  <a:pt x="768121" y="93250"/>
                </a:lnTo>
                <a:close/>
                <a:moveTo>
                  <a:pt x="825594" y="92362"/>
                </a:moveTo>
                <a:lnTo>
                  <a:pt x="826093" y="92362"/>
                </a:lnTo>
                <a:lnTo>
                  <a:pt x="826093" y="93250"/>
                </a:lnTo>
                <a:lnTo>
                  <a:pt x="825594" y="93250"/>
                </a:lnTo>
                <a:close/>
                <a:moveTo>
                  <a:pt x="746132" y="87922"/>
                </a:moveTo>
                <a:lnTo>
                  <a:pt x="747131" y="87922"/>
                </a:lnTo>
                <a:lnTo>
                  <a:pt x="747131" y="93250"/>
                </a:lnTo>
                <a:lnTo>
                  <a:pt x="746132" y="93250"/>
                </a:lnTo>
                <a:close/>
                <a:moveTo>
                  <a:pt x="747631" y="92362"/>
                </a:moveTo>
                <a:lnTo>
                  <a:pt x="748131" y="92362"/>
                </a:lnTo>
                <a:lnTo>
                  <a:pt x="748131" y="93250"/>
                </a:lnTo>
                <a:lnTo>
                  <a:pt x="747631" y="93250"/>
                </a:lnTo>
                <a:close/>
                <a:moveTo>
                  <a:pt x="748631" y="92362"/>
                </a:moveTo>
                <a:lnTo>
                  <a:pt x="749630" y="92362"/>
                </a:lnTo>
                <a:lnTo>
                  <a:pt x="749630" y="93250"/>
                </a:lnTo>
                <a:lnTo>
                  <a:pt x="748631" y="93250"/>
                </a:lnTo>
                <a:close/>
                <a:moveTo>
                  <a:pt x="750630" y="91474"/>
                </a:moveTo>
                <a:lnTo>
                  <a:pt x="759126" y="91474"/>
                </a:lnTo>
                <a:lnTo>
                  <a:pt x="759126" y="93250"/>
                </a:lnTo>
                <a:lnTo>
                  <a:pt x="750630" y="93250"/>
                </a:lnTo>
                <a:close/>
                <a:moveTo>
                  <a:pt x="769621" y="93250"/>
                </a:moveTo>
                <a:lnTo>
                  <a:pt x="773119" y="93250"/>
                </a:lnTo>
                <a:lnTo>
                  <a:pt x="773119" y="94139"/>
                </a:lnTo>
                <a:lnTo>
                  <a:pt x="769621" y="94139"/>
                </a:lnTo>
                <a:close/>
                <a:moveTo>
                  <a:pt x="825094" y="93250"/>
                </a:moveTo>
                <a:lnTo>
                  <a:pt x="826093" y="93250"/>
                </a:lnTo>
                <a:lnTo>
                  <a:pt x="826093" y="94139"/>
                </a:lnTo>
                <a:lnTo>
                  <a:pt x="825094" y="94139"/>
                </a:lnTo>
                <a:close/>
                <a:moveTo>
                  <a:pt x="740135" y="92362"/>
                </a:moveTo>
                <a:lnTo>
                  <a:pt x="741134" y="92362"/>
                </a:lnTo>
                <a:lnTo>
                  <a:pt x="741134" y="94139"/>
                </a:lnTo>
                <a:lnTo>
                  <a:pt x="740135" y="94139"/>
                </a:lnTo>
                <a:close/>
                <a:moveTo>
                  <a:pt x="730639" y="91474"/>
                </a:moveTo>
                <a:lnTo>
                  <a:pt x="732139" y="91474"/>
                </a:lnTo>
                <a:lnTo>
                  <a:pt x="732139" y="94139"/>
                </a:lnTo>
                <a:lnTo>
                  <a:pt x="730639" y="94139"/>
                </a:lnTo>
                <a:close/>
                <a:moveTo>
                  <a:pt x="821596" y="93250"/>
                </a:moveTo>
                <a:lnTo>
                  <a:pt x="823095" y="93250"/>
                </a:lnTo>
                <a:lnTo>
                  <a:pt x="823095" y="94139"/>
                </a:lnTo>
                <a:lnTo>
                  <a:pt x="821596" y="94139"/>
                </a:lnTo>
                <a:close/>
                <a:moveTo>
                  <a:pt x="762124" y="92362"/>
                </a:moveTo>
                <a:lnTo>
                  <a:pt x="763623" y="92362"/>
                </a:lnTo>
                <a:lnTo>
                  <a:pt x="763623" y="95027"/>
                </a:lnTo>
                <a:lnTo>
                  <a:pt x="762124" y="95027"/>
                </a:lnTo>
                <a:close/>
                <a:moveTo>
                  <a:pt x="828093" y="94139"/>
                </a:moveTo>
                <a:lnTo>
                  <a:pt x="828592" y="94139"/>
                </a:lnTo>
                <a:lnTo>
                  <a:pt x="828592" y="95027"/>
                </a:lnTo>
                <a:lnTo>
                  <a:pt x="828093" y="95027"/>
                </a:lnTo>
                <a:close/>
                <a:moveTo>
                  <a:pt x="821096" y="94139"/>
                </a:moveTo>
                <a:lnTo>
                  <a:pt x="822095" y="94139"/>
                </a:lnTo>
                <a:lnTo>
                  <a:pt x="822095" y="95027"/>
                </a:lnTo>
                <a:lnTo>
                  <a:pt x="821096" y="95027"/>
                </a:lnTo>
                <a:close/>
                <a:moveTo>
                  <a:pt x="746132" y="93250"/>
                </a:moveTo>
                <a:lnTo>
                  <a:pt x="748131" y="93250"/>
                </a:lnTo>
                <a:lnTo>
                  <a:pt x="748131" y="95027"/>
                </a:lnTo>
                <a:lnTo>
                  <a:pt x="746132" y="95027"/>
                </a:lnTo>
                <a:close/>
                <a:moveTo>
                  <a:pt x="759625" y="92362"/>
                </a:moveTo>
                <a:lnTo>
                  <a:pt x="760125" y="92362"/>
                </a:lnTo>
                <a:lnTo>
                  <a:pt x="760125" y="95027"/>
                </a:lnTo>
                <a:lnTo>
                  <a:pt x="759625" y="95027"/>
                </a:lnTo>
                <a:close/>
                <a:moveTo>
                  <a:pt x="771120" y="94139"/>
                </a:moveTo>
                <a:lnTo>
                  <a:pt x="772619" y="94139"/>
                </a:lnTo>
                <a:lnTo>
                  <a:pt x="772619" y="95027"/>
                </a:lnTo>
                <a:lnTo>
                  <a:pt x="771120" y="95027"/>
                </a:lnTo>
                <a:close/>
                <a:moveTo>
                  <a:pt x="733638" y="92362"/>
                </a:moveTo>
                <a:lnTo>
                  <a:pt x="734637" y="92362"/>
                </a:lnTo>
                <a:lnTo>
                  <a:pt x="734637" y="95027"/>
                </a:lnTo>
                <a:lnTo>
                  <a:pt x="733638" y="95027"/>
                </a:lnTo>
                <a:close/>
                <a:moveTo>
                  <a:pt x="762124" y="95027"/>
                </a:moveTo>
                <a:lnTo>
                  <a:pt x="763124" y="95027"/>
                </a:lnTo>
                <a:lnTo>
                  <a:pt x="763124" y="95915"/>
                </a:lnTo>
                <a:lnTo>
                  <a:pt x="762124" y="95915"/>
                </a:lnTo>
                <a:close/>
                <a:moveTo>
                  <a:pt x="750630" y="93250"/>
                </a:moveTo>
                <a:lnTo>
                  <a:pt x="758626" y="93250"/>
                </a:lnTo>
                <a:lnTo>
                  <a:pt x="758626" y="96803"/>
                </a:lnTo>
                <a:lnTo>
                  <a:pt x="750630" y="96803"/>
                </a:lnTo>
                <a:close/>
                <a:moveTo>
                  <a:pt x="816598" y="95915"/>
                </a:moveTo>
                <a:lnTo>
                  <a:pt x="817098" y="95915"/>
                </a:lnTo>
                <a:lnTo>
                  <a:pt x="817098" y="96803"/>
                </a:lnTo>
                <a:lnTo>
                  <a:pt x="816598" y="96803"/>
                </a:lnTo>
                <a:close/>
                <a:moveTo>
                  <a:pt x="743633" y="88810"/>
                </a:moveTo>
                <a:lnTo>
                  <a:pt x="744633" y="88810"/>
                </a:lnTo>
                <a:lnTo>
                  <a:pt x="744633" y="97691"/>
                </a:lnTo>
                <a:lnTo>
                  <a:pt x="743633" y="97691"/>
                </a:lnTo>
                <a:close/>
                <a:moveTo>
                  <a:pt x="868073" y="96803"/>
                </a:moveTo>
                <a:lnTo>
                  <a:pt x="868573" y="96803"/>
                </a:lnTo>
                <a:lnTo>
                  <a:pt x="868573" y="97691"/>
                </a:lnTo>
                <a:lnTo>
                  <a:pt x="868073" y="97691"/>
                </a:lnTo>
                <a:close/>
                <a:moveTo>
                  <a:pt x="953033" y="96803"/>
                </a:moveTo>
                <a:lnTo>
                  <a:pt x="953532" y="96803"/>
                </a:lnTo>
                <a:lnTo>
                  <a:pt x="953532" y="97691"/>
                </a:lnTo>
                <a:lnTo>
                  <a:pt x="953033" y="97691"/>
                </a:lnTo>
                <a:close/>
                <a:moveTo>
                  <a:pt x="868573" y="97691"/>
                </a:moveTo>
                <a:lnTo>
                  <a:pt x="869073" y="97691"/>
                </a:lnTo>
                <a:lnTo>
                  <a:pt x="869073" y="98579"/>
                </a:lnTo>
                <a:lnTo>
                  <a:pt x="868573" y="98579"/>
                </a:lnTo>
                <a:close/>
                <a:moveTo>
                  <a:pt x="746132" y="95027"/>
                </a:moveTo>
                <a:lnTo>
                  <a:pt x="746632" y="95027"/>
                </a:lnTo>
                <a:lnTo>
                  <a:pt x="746632" y="98579"/>
                </a:lnTo>
                <a:lnTo>
                  <a:pt x="746132" y="98579"/>
                </a:lnTo>
                <a:close/>
                <a:moveTo>
                  <a:pt x="839587" y="97691"/>
                </a:moveTo>
                <a:lnTo>
                  <a:pt x="840087" y="97691"/>
                </a:lnTo>
                <a:lnTo>
                  <a:pt x="840087" y="98579"/>
                </a:lnTo>
                <a:lnTo>
                  <a:pt x="839587" y="98579"/>
                </a:lnTo>
                <a:close/>
                <a:moveTo>
                  <a:pt x="747131" y="95027"/>
                </a:moveTo>
                <a:lnTo>
                  <a:pt x="748131" y="95027"/>
                </a:lnTo>
                <a:lnTo>
                  <a:pt x="748131" y="98579"/>
                </a:lnTo>
                <a:lnTo>
                  <a:pt x="747131" y="98579"/>
                </a:lnTo>
                <a:close/>
                <a:moveTo>
                  <a:pt x="817098" y="98579"/>
                </a:moveTo>
                <a:lnTo>
                  <a:pt x="817598" y="98579"/>
                </a:lnTo>
                <a:lnTo>
                  <a:pt x="817598" y="99467"/>
                </a:lnTo>
                <a:lnTo>
                  <a:pt x="817098" y="99467"/>
                </a:lnTo>
                <a:close/>
                <a:moveTo>
                  <a:pt x="746132" y="98579"/>
                </a:moveTo>
                <a:lnTo>
                  <a:pt x="748131" y="98579"/>
                </a:lnTo>
                <a:lnTo>
                  <a:pt x="748131" y="99467"/>
                </a:lnTo>
                <a:lnTo>
                  <a:pt x="746132" y="99467"/>
                </a:lnTo>
                <a:close/>
                <a:moveTo>
                  <a:pt x="869073" y="98579"/>
                </a:moveTo>
                <a:lnTo>
                  <a:pt x="869573" y="98579"/>
                </a:lnTo>
                <a:lnTo>
                  <a:pt x="869573" y="99467"/>
                </a:lnTo>
                <a:lnTo>
                  <a:pt x="869073" y="99467"/>
                </a:lnTo>
                <a:close/>
                <a:moveTo>
                  <a:pt x="761624" y="95915"/>
                </a:moveTo>
                <a:lnTo>
                  <a:pt x="763124" y="95915"/>
                </a:lnTo>
                <a:lnTo>
                  <a:pt x="763124" y="99467"/>
                </a:lnTo>
                <a:lnTo>
                  <a:pt x="761624" y="99467"/>
                </a:lnTo>
                <a:close/>
                <a:moveTo>
                  <a:pt x="739135" y="90586"/>
                </a:moveTo>
                <a:lnTo>
                  <a:pt x="739635" y="90586"/>
                </a:lnTo>
                <a:lnTo>
                  <a:pt x="739635" y="100355"/>
                </a:lnTo>
                <a:lnTo>
                  <a:pt x="739135" y="100355"/>
                </a:lnTo>
                <a:close/>
                <a:moveTo>
                  <a:pt x="869573" y="99467"/>
                </a:moveTo>
                <a:lnTo>
                  <a:pt x="870072" y="99467"/>
                </a:lnTo>
                <a:lnTo>
                  <a:pt x="870072" y="100355"/>
                </a:lnTo>
                <a:lnTo>
                  <a:pt x="869573" y="100355"/>
                </a:lnTo>
                <a:close/>
                <a:moveTo>
                  <a:pt x="840087" y="99467"/>
                </a:moveTo>
                <a:lnTo>
                  <a:pt x="840587" y="99467"/>
                </a:lnTo>
                <a:lnTo>
                  <a:pt x="840587" y="100355"/>
                </a:lnTo>
                <a:lnTo>
                  <a:pt x="840087" y="100355"/>
                </a:lnTo>
                <a:close/>
                <a:moveTo>
                  <a:pt x="746132" y="99467"/>
                </a:moveTo>
                <a:lnTo>
                  <a:pt x="747131" y="99467"/>
                </a:lnTo>
                <a:lnTo>
                  <a:pt x="747131" y="100355"/>
                </a:lnTo>
                <a:lnTo>
                  <a:pt x="746132" y="100355"/>
                </a:lnTo>
                <a:close/>
                <a:moveTo>
                  <a:pt x="735637" y="92362"/>
                </a:moveTo>
                <a:lnTo>
                  <a:pt x="737136" y="92362"/>
                </a:lnTo>
                <a:lnTo>
                  <a:pt x="737136" y="100355"/>
                </a:lnTo>
                <a:lnTo>
                  <a:pt x="735637" y="100355"/>
                </a:lnTo>
                <a:close/>
                <a:moveTo>
                  <a:pt x="740135" y="94139"/>
                </a:moveTo>
                <a:lnTo>
                  <a:pt x="740634" y="94139"/>
                </a:lnTo>
                <a:lnTo>
                  <a:pt x="740634" y="101243"/>
                </a:lnTo>
                <a:lnTo>
                  <a:pt x="740135" y="101243"/>
                </a:lnTo>
                <a:close/>
                <a:moveTo>
                  <a:pt x="750630" y="96803"/>
                </a:moveTo>
                <a:lnTo>
                  <a:pt x="758126" y="96803"/>
                </a:lnTo>
                <a:lnTo>
                  <a:pt x="758126" y="101243"/>
                </a:lnTo>
                <a:lnTo>
                  <a:pt x="750630" y="101243"/>
                </a:lnTo>
                <a:close/>
                <a:moveTo>
                  <a:pt x="761624" y="99467"/>
                </a:moveTo>
                <a:lnTo>
                  <a:pt x="762624" y="99467"/>
                </a:lnTo>
                <a:lnTo>
                  <a:pt x="762624" y="101243"/>
                </a:lnTo>
                <a:lnTo>
                  <a:pt x="761624" y="101243"/>
                </a:lnTo>
                <a:close/>
                <a:moveTo>
                  <a:pt x="749130" y="93250"/>
                </a:moveTo>
                <a:lnTo>
                  <a:pt x="749630" y="93250"/>
                </a:lnTo>
                <a:lnTo>
                  <a:pt x="749630" y="101243"/>
                </a:lnTo>
                <a:lnTo>
                  <a:pt x="749130" y="101243"/>
                </a:lnTo>
                <a:close/>
                <a:moveTo>
                  <a:pt x="817098" y="100355"/>
                </a:moveTo>
                <a:lnTo>
                  <a:pt x="817598" y="100355"/>
                </a:lnTo>
                <a:lnTo>
                  <a:pt x="817598" y="101243"/>
                </a:lnTo>
                <a:lnTo>
                  <a:pt x="817098" y="101243"/>
                </a:lnTo>
                <a:close/>
                <a:moveTo>
                  <a:pt x="870072" y="100355"/>
                </a:moveTo>
                <a:lnTo>
                  <a:pt x="870572" y="100355"/>
                </a:lnTo>
                <a:lnTo>
                  <a:pt x="870572" y="101243"/>
                </a:lnTo>
                <a:lnTo>
                  <a:pt x="870072" y="101243"/>
                </a:lnTo>
                <a:close/>
                <a:moveTo>
                  <a:pt x="745632" y="100355"/>
                </a:moveTo>
                <a:lnTo>
                  <a:pt x="747131" y="100355"/>
                </a:lnTo>
                <a:lnTo>
                  <a:pt x="747131" y="101243"/>
                </a:lnTo>
                <a:lnTo>
                  <a:pt x="745632" y="101243"/>
                </a:lnTo>
                <a:close/>
                <a:moveTo>
                  <a:pt x="744133" y="97691"/>
                </a:moveTo>
                <a:lnTo>
                  <a:pt x="744633" y="97691"/>
                </a:lnTo>
                <a:lnTo>
                  <a:pt x="744633" y="101243"/>
                </a:lnTo>
                <a:lnTo>
                  <a:pt x="744133" y="101243"/>
                </a:lnTo>
                <a:close/>
                <a:moveTo>
                  <a:pt x="750630" y="101243"/>
                </a:moveTo>
                <a:lnTo>
                  <a:pt x="754628" y="101243"/>
                </a:lnTo>
                <a:lnTo>
                  <a:pt x="754628" y="102131"/>
                </a:lnTo>
                <a:lnTo>
                  <a:pt x="750630" y="102131"/>
                </a:lnTo>
                <a:close/>
                <a:moveTo>
                  <a:pt x="747631" y="99467"/>
                </a:moveTo>
                <a:lnTo>
                  <a:pt x="748131" y="99467"/>
                </a:lnTo>
                <a:lnTo>
                  <a:pt x="748131" y="102131"/>
                </a:lnTo>
                <a:lnTo>
                  <a:pt x="747631" y="102131"/>
                </a:lnTo>
                <a:close/>
                <a:moveTo>
                  <a:pt x="748631" y="101243"/>
                </a:moveTo>
                <a:lnTo>
                  <a:pt x="749630" y="101243"/>
                </a:lnTo>
                <a:lnTo>
                  <a:pt x="749630" y="102131"/>
                </a:lnTo>
                <a:lnTo>
                  <a:pt x="748631" y="102131"/>
                </a:lnTo>
                <a:close/>
                <a:moveTo>
                  <a:pt x="870572" y="101243"/>
                </a:moveTo>
                <a:lnTo>
                  <a:pt x="871072" y="101243"/>
                </a:lnTo>
                <a:lnTo>
                  <a:pt x="871072" y="102131"/>
                </a:lnTo>
                <a:lnTo>
                  <a:pt x="870572" y="102131"/>
                </a:lnTo>
                <a:close/>
                <a:moveTo>
                  <a:pt x="750630" y="102131"/>
                </a:moveTo>
                <a:lnTo>
                  <a:pt x="753628" y="102131"/>
                </a:lnTo>
                <a:lnTo>
                  <a:pt x="753628" y="103020"/>
                </a:lnTo>
                <a:lnTo>
                  <a:pt x="750630" y="103020"/>
                </a:lnTo>
                <a:close/>
                <a:moveTo>
                  <a:pt x="742634" y="91474"/>
                </a:moveTo>
                <a:lnTo>
                  <a:pt x="743133" y="91474"/>
                </a:lnTo>
                <a:lnTo>
                  <a:pt x="743133" y="103020"/>
                </a:lnTo>
                <a:lnTo>
                  <a:pt x="742634" y="103020"/>
                </a:lnTo>
                <a:close/>
                <a:moveTo>
                  <a:pt x="871072" y="102131"/>
                </a:moveTo>
                <a:lnTo>
                  <a:pt x="871572" y="102131"/>
                </a:lnTo>
                <a:lnTo>
                  <a:pt x="871572" y="103020"/>
                </a:lnTo>
                <a:lnTo>
                  <a:pt x="871072" y="103020"/>
                </a:lnTo>
                <a:close/>
                <a:moveTo>
                  <a:pt x="740135" y="101243"/>
                </a:moveTo>
                <a:lnTo>
                  <a:pt x="741134" y="101243"/>
                </a:lnTo>
                <a:lnTo>
                  <a:pt x="741134" y="103020"/>
                </a:lnTo>
                <a:lnTo>
                  <a:pt x="740135" y="103020"/>
                </a:lnTo>
                <a:close/>
                <a:moveTo>
                  <a:pt x="733138" y="95027"/>
                </a:moveTo>
                <a:lnTo>
                  <a:pt x="734637" y="95027"/>
                </a:lnTo>
                <a:lnTo>
                  <a:pt x="734637" y="103020"/>
                </a:lnTo>
                <a:lnTo>
                  <a:pt x="733138" y="103020"/>
                </a:lnTo>
                <a:close/>
                <a:moveTo>
                  <a:pt x="759126" y="95027"/>
                </a:moveTo>
                <a:lnTo>
                  <a:pt x="759625" y="95027"/>
                </a:lnTo>
                <a:lnTo>
                  <a:pt x="759625" y="103020"/>
                </a:lnTo>
                <a:lnTo>
                  <a:pt x="759126" y="103020"/>
                </a:lnTo>
                <a:close/>
                <a:moveTo>
                  <a:pt x="816598" y="102131"/>
                </a:moveTo>
                <a:lnTo>
                  <a:pt x="817098" y="102131"/>
                </a:lnTo>
                <a:lnTo>
                  <a:pt x="817098" y="103020"/>
                </a:lnTo>
                <a:lnTo>
                  <a:pt x="816598" y="103020"/>
                </a:lnTo>
                <a:close/>
                <a:moveTo>
                  <a:pt x="759126" y="103020"/>
                </a:moveTo>
                <a:lnTo>
                  <a:pt x="760125" y="103020"/>
                </a:lnTo>
                <a:lnTo>
                  <a:pt x="760125" y="103908"/>
                </a:lnTo>
                <a:lnTo>
                  <a:pt x="759126" y="103908"/>
                </a:lnTo>
                <a:close/>
                <a:moveTo>
                  <a:pt x="761125" y="101243"/>
                </a:moveTo>
                <a:lnTo>
                  <a:pt x="762624" y="101243"/>
                </a:lnTo>
                <a:lnTo>
                  <a:pt x="762624" y="103908"/>
                </a:lnTo>
                <a:lnTo>
                  <a:pt x="761125" y="103908"/>
                </a:lnTo>
                <a:close/>
                <a:moveTo>
                  <a:pt x="750630" y="103020"/>
                </a:moveTo>
                <a:lnTo>
                  <a:pt x="753129" y="103020"/>
                </a:lnTo>
                <a:lnTo>
                  <a:pt x="753129" y="103908"/>
                </a:lnTo>
                <a:lnTo>
                  <a:pt x="750630" y="103908"/>
                </a:lnTo>
                <a:close/>
                <a:moveTo>
                  <a:pt x="831091" y="103908"/>
                </a:moveTo>
                <a:lnTo>
                  <a:pt x="832091" y="103908"/>
                </a:lnTo>
                <a:lnTo>
                  <a:pt x="832091" y="104796"/>
                </a:lnTo>
                <a:lnTo>
                  <a:pt x="831091" y="104796"/>
                </a:lnTo>
                <a:close/>
                <a:moveTo>
                  <a:pt x="759126" y="103908"/>
                </a:moveTo>
                <a:lnTo>
                  <a:pt x="762624" y="103908"/>
                </a:lnTo>
                <a:lnTo>
                  <a:pt x="762624" y="104796"/>
                </a:lnTo>
                <a:lnTo>
                  <a:pt x="759126" y="104796"/>
                </a:lnTo>
                <a:close/>
                <a:moveTo>
                  <a:pt x="735137" y="100355"/>
                </a:moveTo>
                <a:lnTo>
                  <a:pt x="737136" y="100355"/>
                </a:lnTo>
                <a:lnTo>
                  <a:pt x="737136" y="104796"/>
                </a:lnTo>
                <a:lnTo>
                  <a:pt x="735137" y="104796"/>
                </a:lnTo>
                <a:close/>
                <a:moveTo>
                  <a:pt x="740634" y="103020"/>
                </a:moveTo>
                <a:lnTo>
                  <a:pt x="741134" y="103020"/>
                </a:lnTo>
                <a:lnTo>
                  <a:pt x="741134" y="104796"/>
                </a:lnTo>
                <a:lnTo>
                  <a:pt x="740634" y="104796"/>
                </a:lnTo>
                <a:close/>
                <a:moveTo>
                  <a:pt x="730639" y="94139"/>
                </a:moveTo>
                <a:lnTo>
                  <a:pt x="731639" y="94139"/>
                </a:lnTo>
                <a:lnTo>
                  <a:pt x="731639" y="104796"/>
                </a:lnTo>
                <a:lnTo>
                  <a:pt x="730639" y="104796"/>
                </a:lnTo>
                <a:close/>
                <a:moveTo>
                  <a:pt x="747631" y="102131"/>
                </a:moveTo>
                <a:lnTo>
                  <a:pt x="749630" y="102131"/>
                </a:lnTo>
                <a:lnTo>
                  <a:pt x="749630" y="104796"/>
                </a:lnTo>
                <a:lnTo>
                  <a:pt x="747631" y="104796"/>
                </a:lnTo>
                <a:close/>
                <a:moveTo>
                  <a:pt x="750630" y="103908"/>
                </a:moveTo>
                <a:lnTo>
                  <a:pt x="752629" y="103908"/>
                </a:lnTo>
                <a:lnTo>
                  <a:pt x="752629" y="104796"/>
                </a:lnTo>
                <a:lnTo>
                  <a:pt x="750630" y="104796"/>
                </a:lnTo>
                <a:close/>
                <a:moveTo>
                  <a:pt x="820596" y="103908"/>
                </a:moveTo>
                <a:lnTo>
                  <a:pt x="821596" y="103908"/>
                </a:lnTo>
                <a:lnTo>
                  <a:pt x="821596" y="104796"/>
                </a:lnTo>
                <a:lnTo>
                  <a:pt x="820596" y="104796"/>
                </a:lnTo>
                <a:close/>
                <a:moveTo>
                  <a:pt x="740634" y="104796"/>
                </a:moveTo>
                <a:lnTo>
                  <a:pt x="741634" y="104796"/>
                </a:lnTo>
                <a:lnTo>
                  <a:pt x="741634" y="105684"/>
                </a:lnTo>
                <a:lnTo>
                  <a:pt x="740634" y="105684"/>
                </a:lnTo>
                <a:close/>
                <a:moveTo>
                  <a:pt x="873071" y="104796"/>
                </a:moveTo>
                <a:lnTo>
                  <a:pt x="873571" y="104796"/>
                </a:lnTo>
                <a:lnTo>
                  <a:pt x="873571" y="105684"/>
                </a:lnTo>
                <a:lnTo>
                  <a:pt x="873071" y="105684"/>
                </a:lnTo>
                <a:close/>
                <a:moveTo>
                  <a:pt x="742134" y="103020"/>
                </a:moveTo>
                <a:lnTo>
                  <a:pt x="743133" y="103020"/>
                </a:lnTo>
                <a:lnTo>
                  <a:pt x="743133" y="105684"/>
                </a:lnTo>
                <a:lnTo>
                  <a:pt x="742134" y="105684"/>
                </a:lnTo>
                <a:close/>
                <a:moveTo>
                  <a:pt x="816098" y="104796"/>
                </a:moveTo>
                <a:lnTo>
                  <a:pt x="816598" y="104796"/>
                </a:lnTo>
                <a:lnTo>
                  <a:pt x="816598" y="105684"/>
                </a:lnTo>
                <a:lnTo>
                  <a:pt x="816098" y="105684"/>
                </a:lnTo>
                <a:close/>
                <a:moveTo>
                  <a:pt x="747631" y="104796"/>
                </a:moveTo>
                <a:lnTo>
                  <a:pt x="749130" y="104796"/>
                </a:lnTo>
                <a:lnTo>
                  <a:pt x="749130" y="105684"/>
                </a:lnTo>
                <a:lnTo>
                  <a:pt x="747631" y="105684"/>
                </a:lnTo>
                <a:close/>
                <a:moveTo>
                  <a:pt x="744133" y="101243"/>
                </a:moveTo>
                <a:lnTo>
                  <a:pt x="747131" y="101243"/>
                </a:lnTo>
                <a:lnTo>
                  <a:pt x="747131" y="105684"/>
                </a:lnTo>
                <a:lnTo>
                  <a:pt x="744133" y="105684"/>
                </a:lnTo>
                <a:close/>
                <a:moveTo>
                  <a:pt x="750130" y="104796"/>
                </a:moveTo>
                <a:lnTo>
                  <a:pt x="752129" y="104796"/>
                </a:lnTo>
                <a:lnTo>
                  <a:pt x="752129" y="105684"/>
                </a:lnTo>
                <a:lnTo>
                  <a:pt x="750130" y="105684"/>
                </a:lnTo>
                <a:close/>
                <a:moveTo>
                  <a:pt x="744633" y="105684"/>
                </a:moveTo>
                <a:lnTo>
                  <a:pt x="747131" y="105684"/>
                </a:lnTo>
                <a:lnTo>
                  <a:pt x="747131" y="106572"/>
                </a:lnTo>
                <a:lnTo>
                  <a:pt x="744633" y="106572"/>
                </a:lnTo>
                <a:close/>
                <a:moveTo>
                  <a:pt x="873571" y="105684"/>
                </a:moveTo>
                <a:lnTo>
                  <a:pt x="874070" y="105684"/>
                </a:lnTo>
                <a:lnTo>
                  <a:pt x="874070" y="106572"/>
                </a:lnTo>
                <a:lnTo>
                  <a:pt x="873571" y="106572"/>
                </a:lnTo>
                <a:close/>
                <a:moveTo>
                  <a:pt x="750130" y="105684"/>
                </a:moveTo>
                <a:lnTo>
                  <a:pt x="751629" y="105684"/>
                </a:lnTo>
                <a:lnTo>
                  <a:pt x="751629" y="106572"/>
                </a:lnTo>
                <a:lnTo>
                  <a:pt x="750130" y="106572"/>
                </a:lnTo>
                <a:close/>
                <a:moveTo>
                  <a:pt x="748131" y="105684"/>
                </a:moveTo>
                <a:lnTo>
                  <a:pt x="749130" y="105684"/>
                </a:lnTo>
                <a:lnTo>
                  <a:pt x="749130" y="106572"/>
                </a:lnTo>
                <a:lnTo>
                  <a:pt x="748131" y="106572"/>
                </a:lnTo>
                <a:close/>
                <a:moveTo>
                  <a:pt x="745132" y="106572"/>
                </a:moveTo>
                <a:lnTo>
                  <a:pt x="747131" y="106572"/>
                </a:lnTo>
                <a:lnTo>
                  <a:pt x="747131" y="107460"/>
                </a:lnTo>
                <a:lnTo>
                  <a:pt x="745132" y="107460"/>
                </a:lnTo>
                <a:close/>
                <a:moveTo>
                  <a:pt x="875070" y="106572"/>
                </a:moveTo>
                <a:lnTo>
                  <a:pt x="875570" y="106572"/>
                </a:lnTo>
                <a:lnTo>
                  <a:pt x="875570" y="107460"/>
                </a:lnTo>
                <a:lnTo>
                  <a:pt x="875070" y="107460"/>
                </a:lnTo>
                <a:close/>
                <a:moveTo>
                  <a:pt x="741134" y="105684"/>
                </a:moveTo>
                <a:lnTo>
                  <a:pt x="743133" y="105684"/>
                </a:lnTo>
                <a:lnTo>
                  <a:pt x="743133" y="107460"/>
                </a:lnTo>
                <a:lnTo>
                  <a:pt x="741134" y="107460"/>
                </a:lnTo>
                <a:close/>
                <a:moveTo>
                  <a:pt x="820096" y="104796"/>
                </a:moveTo>
                <a:lnTo>
                  <a:pt x="821596" y="104796"/>
                </a:lnTo>
                <a:lnTo>
                  <a:pt x="821596" y="107460"/>
                </a:lnTo>
                <a:lnTo>
                  <a:pt x="820096" y="107460"/>
                </a:lnTo>
                <a:close/>
                <a:moveTo>
                  <a:pt x="750130" y="106572"/>
                </a:moveTo>
                <a:lnTo>
                  <a:pt x="751129" y="106572"/>
                </a:lnTo>
                <a:lnTo>
                  <a:pt x="751129" y="107460"/>
                </a:lnTo>
                <a:lnTo>
                  <a:pt x="750130" y="107460"/>
                </a:lnTo>
                <a:close/>
                <a:moveTo>
                  <a:pt x="755627" y="101243"/>
                </a:moveTo>
                <a:lnTo>
                  <a:pt x="757626" y="101243"/>
                </a:lnTo>
                <a:lnTo>
                  <a:pt x="757626" y="107460"/>
                </a:lnTo>
                <a:lnTo>
                  <a:pt x="755627" y="107460"/>
                </a:lnTo>
                <a:close/>
                <a:moveTo>
                  <a:pt x="759126" y="104796"/>
                </a:moveTo>
                <a:lnTo>
                  <a:pt x="762124" y="104796"/>
                </a:lnTo>
                <a:lnTo>
                  <a:pt x="762124" y="107460"/>
                </a:lnTo>
                <a:lnTo>
                  <a:pt x="759126" y="107460"/>
                </a:lnTo>
                <a:close/>
                <a:moveTo>
                  <a:pt x="815599" y="107460"/>
                </a:moveTo>
                <a:lnTo>
                  <a:pt x="816098" y="107460"/>
                </a:lnTo>
                <a:lnTo>
                  <a:pt x="816098" y="108348"/>
                </a:lnTo>
                <a:lnTo>
                  <a:pt x="815599" y="108348"/>
                </a:lnTo>
                <a:close/>
                <a:moveTo>
                  <a:pt x="876069" y="107460"/>
                </a:moveTo>
                <a:lnTo>
                  <a:pt x="876569" y="107460"/>
                </a:lnTo>
                <a:lnTo>
                  <a:pt x="876569" y="108348"/>
                </a:lnTo>
                <a:lnTo>
                  <a:pt x="876069" y="108348"/>
                </a:lnTo>
                <a:close/>
                <a:moveTo>
                  <a:pt x="741634" y="107460"/>
                </a:moveTo>
                <a:lnTo>
                  <a:pt x="743133" y="107460"/>
                </a:lnTo>
                <a:lnTo>
                  <a:pt x="743133" y="108348"/>
                </a:lnTo>
                <a:lnTo>
                  <a:pt x="741634" y="108348"/>
                </a:lnTo>
                <a:close/>
                <a:moveTo>
                  <a:pt x="735637" y="104796"/>
                </a:moveTo>
                <a:lnTo>
                  <a:pt x="737136" y="104796"/>
                </a:lnTo>
                <a:lnTo>
                  <a:pt x="737136" y="108348"/>
                </a:lnTo>
                <a:lnTo>
                  <a:pt x="735637" y="108348"/>
                </a:lnTo>
                <a:close/>
                <a:moveTo>
                  <a:pt x="731139" y="104796"/>
                </a:moveTo>
                <a:lnTo>
                  <a:pt x="731639" y="104796"/>
                </a:lnTo>
                <a:lnTo>
                  <a:pt x="731639" y="108348"/>
                </a:lnTo>
                <a:lnTo>
                  <a:pt x="731139" y="108348"/>
                </a:lnTo>
                <a:close/>
                <a:moveTo>
                  <a:pt x="830591" y="104796"/>
                </a:moveTo>
                <a:lnTo>
                  <a:pt x="832091" y="104796"/>
                </a:lnTo>
                <a:lnTo>
                  <a:pt x="832091" y="108348"/>
                </a:lnTo>
                <a:lnTo>
                  <a:pt x="830591" y="108348"/>
                </a:lnTo>
                <a:close/>
                <a:moveTo>
                  <a:pt x="820096" y="107460"/>
                </a:moveTo>
                <a:lnTo>
                  <a:pt x="821096" y="107460"/>
                </a:lnTo>
                <a:lnTo>
                  <a:pt x="821096" y="108348"/>
                </a:lnTo>
                <a:lnTo>
                  <a:pt x="820096" y="108348"/>
                </a:lnTo>
                <a:close/>
                <a:moveTo>
                  <a:pt x="820096" y="108348"/>
                </a:moveTo>
                <a:lnTo>
                  <a:pt x="820596" y="108348"/>
                </a:lnTo>
                <a:lnTo>
                  <a:pt x="820596" y="109236"/>
                </a:lnTo>
                <a:lnTo>
                  <a:pt x="820096" y="109236"/>
                </a:lnTo>
                <a:close/>
                <a:moveTo>
                  <a:pt x="733638" y="103020"/>
                </a:moveTo>
                <a:lnTo>
                  <a:pt x="734637" y="103020"/>
                </a:lnTo>
                <a:lnTo>
                  <a:pt x="734637" y="109236"/>
                </a:lnTo>
                <a:lnTo>
                  <a:pt x="733638" y="109236"/>
                </a:lnTo>
                <a:close/>
                <a:moveTo>
                  <a:pt x="736137" y="108348"/>
                </a:moveTo>
                <a:lnTo>
                  <a:pt x="737136" y="108348"/>
                </a:lnTo>
                <a:lnTo>
                  <a:pt x="737136" y="109236"/>
                </a:lnTo>
                <a:lnTo>
                  <a:pt x="736137" y="109236"/>
                </a:lnTo>
                <a:close/>
                <a:moveTo>
                  <a:pt x="830591" y="108348"/>
                </a:moveTo>
                <a:lnTo>
                  <a:pt x="831591" y="108348"/>
                </a:lnTo>
                <a:lnTo>
                  <a:pt x="831591" y="109236"/>
                </a:lnTo>
                <a:lnTo>
                  <a:pt x="830591" y="109236"/>
                </a:lnTo>
                <a:close/>
                <a:moveTo>
                  <a:pt x="731139" y="108348"/>
                </a:moveTo>
                <a:lnTo>
                  <a:pt x="732139" y="108348"/>
                </a:lnTo>
                <a:lnTo>
                  <a:pt x="732139" y="109236"/>
                </a:lnTo>
                <a:lnTo>
                  <a:pt x="731139" y="109236"/>
                </a:lnTo>
                <a:close/>
                <a:moveTo>
                  <a:pt x="759625" y="107460"/>
                </a:moveTo>
                <a:lnTo>
                  <a:pt x="762124" y="107460"/>
                </a:lnTo>
                <a:lnTo>
                  <a:pt x="762124" y="109236"/>
                </a:lnTo>
                <a:lnTo>
                  <a:pt x="759625" y="109236"/>
                </a:lnTo>
                <a:close/>
                <a:moveTo>
                  <a:pt x="738635" y="100355"/>
                </a:moveTo>
                <a:lnTo>
                  <a:pt x="739635" y="100355"/>
                </a:lnTo>
                <a:lnTo>
                  <a:pt x="739635" y="109236"/>
                </a:lnTo>
                <a:lnTo>
                  <a:pt x="738635" y="109236"/>
                </a:lnTo>
                <a:close/>
                <a:moveTo>
                  <a:pt x="814099" y="108348"/>
                </a:moveTo>
                <a:lnTo>
                  <a:pt x="814599" y="108348"/>
                </a:lnTo>
                <a:lnTo>
                  <a:pt x="814599" y="109236"/>
                </a:lnTo>
                <a:lnTo>
                  <a:pt x="814099" y="109236"/>
                </a:lnTo>
                <a:close/>
                <a:moveTo>
                  <a:pt x="731139" y="109236"/>
                </a:moveTo>
                <a:lnTo>
                  <a:pt x="732638" y="109236"/>
                </a:lnTo>
                <a:lnTo>
                  <a:pt x="732638" y="110124"/>
                </a:lnTo>
                <a:lnTo>
                  <a:pt x="731139" y="110124"/>
                </a:lnTo>
                <a:close/>
                <a:moveTo>
                  <a:pt x="733138" y="109236"/>
                </a:moveTo>
                <a:lnTo>
                  <a:pt x="734637" y="109236"/>
                </a:lnTo>
                <a:lnTo>
                  <a:pt x="734637" y="110124"/>
                </a:lnTo>
                <a:lnTo>
                  <a:pt x="733138" y="110124"/>
                </a:lnTo>
                <a:close/>
                <a:moveTo>
                  <a:pt x="739135" y="109236"/>
                </a:moveTo>
                <a:lnTo>
                  <a:pt x="739635" y="109236"/>
                </a:lnTo>
                <a:lnTo>
                  <a:pt x="739635" y="110124"/>
                </a:lnTo>
                <a:lnTo>
                  <a:pt x="739135" y="110124"/>
                </a:lnTo>
                <a:close/>
                <a:moveTo>
                  <a:pt x="812600" y="109236"/>
                </a:moveTo>
                <a:lnTo>
                  <a:pt x="813100" y="109236"/>
                </a:lnTo>
                <a:lnTo>
                  <a:pt x="813100" y="110124"/>
                </a:lnTo>
                <a:lnTo>
                  <a:pt x="812600" y="110124"/>
                </a:lnTo>
                <a:close/>
                <a:moveTo>
                  <a:pt x="736636" y="109236"/>
                </a:moveTo>
                <a:lnTo>
                  <a:pt x="737136" y="109236"/>
                </a:lnTo>
                <a:lnTo>
                  <a:pt x="737136" y="110124"/>
                </a:lnTo>
                <a:lnTo>
                  <a:pt x="736636" y="110124"/>
                </a:lnTo>
                <a:close/>
                <a:moveTo>
                  <a:pt x="849082" y="109236"/>
                </a:moveTo>
                <a:lnTo>
                  <a:pt x="849582" y="109236"/>
                </a:lnTo>
                <a:lnTo>
                  <a:pt x="849582" y="110124"/>
                </a:lnTo>
                <a:lnTo>
                  <a:pt x="849082" y="110124"/>
                </a:lnTo>
                <a:close/>
                <a:moveTo>
                  <a:pt x="877569" y="109236"/>
                </a:moveTo>
                <a:lnTo>
                  <a:pt x="878069" y="109236"/>
                </a:lnTo>
                <a:lnTo>
                  <a:pt x="878069" y="110124"/>
                </a:lnTo>
                <a:lnTo>
                  <a:pt x="877569" y="110124"/>
                </a:lnTo>
                <a:close/>
                <a:moveTo>
                  <a:pt x="815599" y="109236"/>
                </a:moveTo>
                <a:lnTo>
                  <a:pt x="816098" y="109236"/>
                </a:lnTo>
                <a:lnTo>
                  <a:pt x="816098" y="111012"/>
                </a:lnTo>
                <a:lnTo>
                  <a:pt x="815599" y="111012"/>
                </a:lnTo>
                <a:close/>
                <a:moveTo>
                  <a:pt x="811101" y="110124"/>
                </a:moveTo>
                <a:lnTo>
                  <a:pt x="812100" y="110124"/>
                </a:lnTo>
                <a:lnTo>
                  <a:pt x="812100" y="111012"/>
                </a:lnTo>
                <a:lnTo>
                  <a:pt x="811101" y="111012"/>
                </a:lnTo>
                <a:close/>
                <a:moveTo>
                  <a:pt x="850082" y="110124"/>
                </a:moveTo>
                <a:lnTo>
                  <a:pt x="850582" y="110124"/>
                </a:lnTo>
                <a:lnTo>
                  <a:pt x="850582" y="111012"/>
                </a:lnTo>
                <a:lnTo>
                  <a:pt x="850082" y="111012"/>
                </a:lnTo>
                <a:close/>
                <a:moveTo>
                  <a:pt x="760125" y="109236"/>
                </a:moveTo>
                <a:lnTo>
                  <a:pt x="762124" y="109236"/>
                </a:lnTo>
                <a:lnTo>
                  <a:pt x="762124" y="111901"/>
                </a:lnTo>
                <a:lnTo>
                  <a:pt x="760125" y="111901"/>
                </a:lnTo>
                <a:close/>
                <a:moveTo>
                  <a:pt x="851081" y="111012"/>
                </a:moveTo>
                <a:lnTo>
                  <a:pt x="851581" y="111012"/>
                </a:lnTo>
                <a:lnTo>
                  <a:pt x="851581" y="111901"/>
                </a:lnTo>
                <a:lnTo>
                  <a:pt x="851081" y="111901"/>
                </a:lnTo>
                <a:close/>
                <a:moveTo>
                  <a:pt x="815099" y="111012"/>
                </a:moveTo>
                <a:lnTo>
                  <a:pt x="816098" y="111012"/>
                </a:lnTo>
                <a:lnTo>
                  <a:pt x="816098" y="111901"/>
                </a:lnTo>
                <a:lnTo>
                  <a:pt x="815099" y="111901"/>
                </a:lnTo>
                <a:close/>
                <a:moveTo>
                  <a:pt x="731639" y="110124"/>
                </a:moveTo>
                <a:lnTo>
                  <a:pt x="734637" y="110124"/>
                </a:lnTo>
                <a:lnTo>
                  <a:pt x="734637" y="111901"/>
                </a:lnTo>
                <a:lnTo>
                  <a:pt x="731639" y="111901"/>
                </a:lnTo>
                <a:close/>
                <a:moveTo>
                  <a:pt x="755128" y="107460"/>
                </a:moveTo>
                <a:lnTo>
                  <a:pt x="757626" y="107460"/>
                </a:lnTo>
                <a:lnTo>
                  <a:pt x="757626" y="111901"/>
                </a:lnTo>
                <a:lnTo>
                  <a:pt x="755128" y="111901"/>
                </a:lnTo>
                <a:close/>
                <a:moveTo>
                  <a:pt x="878069" y="111901"/>
                </a:moveTo>
                <a:lnTo>
                  <a:pt x="878568" y="111901"/>
                </a:lnTo>
                <a:lnTo>
                  <a:pt x="878568" y="112789"/>
                </a:lnTo>
                <a:lnTo>
                  <a:pt x="878069" y="112789"/>
                </a:lnTo>
                <a:close/>
                <a:moveTo>
                  <a:pt x="760625" y="111901"/>
                </a:moveTo>
                <a:lnTo>
                  <a:pt x="762624" y="111901"/>
                </a:lnTo>
                <a:lnTo>
                  <a:pt x="762624" y="112789"/>
                </a:lnTo>
                <a:lnTo>
                  <a:pt x="760625" y="112789"/>
                </a:lnTo>
                <a:close/>
                <a:moveTo>
                  <a:pt x="852081" y="111901"/>
                </a:moveTo>
                <a:lnTo>
                  <a:pt x="852581" y="111901"/>
                </a:lnTo>
                <a:lnTo>
                  <a:pt x="852581" y="112789"/>
                </a:lnTo>
                <a:lnTo>
                  <a:pt x="852081" y="112789"/>
                </a:lnTo>
                <a:close/>
                <a:moveTo>
                  <a:pt x="731639" y="111901"/>
                </a:moveTo>
                <a:lnTo>
                  <a:pt x="735137" y="111901"/>
                </a:lnTo>
                <a:lnTo>
                  <a:pt x="735137" y="112789"/>
                </a:lnTo>
                <a:lnTo>
                  <a:pt x="731639" y="112789"/>
                </a:lnTo>
                <a:close/>
                <a:moveTo>
                  <a:pt x="817598" y="111901"/>
                </a:moveTo>
                <a:lnTo>
                  <a:pt x="818097" y="111901"/>
                </a:lnTo>
                <a:lnTo>
                  <a:pt x="818097" y="112789"/>
                </a:lnTo>
                <a:lnTo>
                  <a:pt x="817598" y="112789"/>
                </a:lnTo>
                <a:close/>
                <a:moveTo>
                  <a:pt x="755128" y="111901"/>
                </a:moveTo>
                <a:lnTo>
                  <a:pt x="758126" y="111901"/>
                </a:lnTo>
                <a:lnTo>
                  <a:pt x="758126" y="113677"/>
                </a:lnTo>
                <a:lnTo>
                  <a:pt x="755128" y="113677"/>
                </a:lnTo>
                <a:close/>
                <a:moveTo>
                  <a:pt x="726641" y="87034"/>
                </a:moveTo>
                <a:lnTo>
                  <a:pt x="729640" y="87034"/>
                </a:lnTo>
                <a:lnTo>
                  <a:pt x="729640" y="113677"/>
                </a:lnTo>
                <a:lnTo>
                  <a:pt x="726641" y="113677"/>
                </a:lnTo>
                <a:close/>
                <a:moveTo>
                  <a:pt x="878568" y="112789"/>
                </a:moveTo>
                <a:lnTo>
                  <a:pt x="879068" y="112789"/>
                </a:lnTo>
                <a:lnTo>
                  <a:pt x="879068" y="113677"/>
                </a:lnTo>
                <a:lnTo>
                  <a:pt x="878568" y="113677"/>
                </a:lnTo>
                <a:close/>
                <a:moveTo>
                  <a:pt x="868573" y="112789"/>
                </a:moveTo>
                <a:lnTo>
                  <a:pt x="869573" y="112789"/>
                </a:lnTo>
                <a:lnTo>
                  <a:pt x="869573" y="113677"/>
                </a:lnTo>
                <a:lnTo>
                  <a:pt x="868573" y="113677"/>
                </a:lnTo>
                <a:close/>
                <a:moveTo>
                  <a:pt x="858578" y="112789"/>
                </a:moveTo>
                <a:lnTo>
                  <a:pt x="860077" y="112789"/>
                </a:lnTo>
                <a:lnTo>
                  <a:pt x="860077" y="113677"/>
                </a:lnTo>
                <a:lnTo>
                  <a:pt x="858578" y="113677"/>
                </a:lnTo>
                <a:close/>
                <a:moveTo>
                  <a:pt x="760625" y="112789"/>
                </a:moveTo>
                <a:lnTo>
                  <a:pt x="764123" y="112789"/>
                </a:lnTo>
                <a:lnTo>
                  <a:pt x="764123" y="114565"/>
                </a:lnTo>
                <a:lnTo>
                  <a:pt x="760625" y="114565"/>
                </a:lnTo>
                <a:close/>
                <a:moveTo>
                  <a:pt x="853580" y="113677"/>
                </a:moveTo>
                <a:lnTo>
                  <a:pt x="854080" y="113677"/>
                </a:lnTo>
                <a:lnTo>
                  <a:pt x="854080" y="114565"/>
                </a:lnTo>
                <a:lnTo>
                  <a:pt x="853580" y="114565"/>
                </a:lnTo>
                <a:close/>
                <a:moveTo>
                  <a:pt x="854580" y="113677"/>
                </a:moveTo>
                <a:lnTo>
                  <a:pt x="855579" y="113677"/>
                </a:lnTo>
                <a:lnTo>
                  <a:pt x="855579" y="114565"/>
                </a:lnTo>
                <a:lnTo>
                  <a:pt x="854580" y="114565"/>
                </a:lnTo>
                <a:close/>
                <a:moveTo>
                  <a:pt x="872071" y="113677"/>
                </a:moveTo>
                <a:lnTo>
                  <a:pt x="872571" y="113677"/>
                </a:lnTo>
                <a:lnTo>
                  <a:pt x="872571" y="114565"/>
                </a:lnTo>
                <a:lnTo>
                  <a:pt x="872071" y="114565"/>
                </a:lnTo>
                <a:close/>
                <a:moveTo>
                  <a:pt x="732139" y="112789"/>
                </a:moveTo>
                <a:lnTo>
                  <a:pt x="735137" y="112789"/>
                </a:lnTo>
                <a:lnTo>
                  <a:pt x="735137" y="114565"/>
                </a:lnTo>
                <a:lnTo>
                  <a:pt x="732139" y="114565"/>
                </a:lnTo>
                <a:close/>
                <a:moveTo>
                  <a:pt x="966526" y="114565"/>
                </a:moveTo>
                <a:lnTo>
                  <a:pt x="967026" y="114565"/>
                </a:lnTo>
                <a:lnTo>
                  <a:pt x="967026" y="115453"/>
                </a:lnTo>
                <a:lnTo>
                  <a:pt x="966526" y="115453"/>
                </a:lnTo>
                <a:close/>
                <a:moveTo>
                  <a:pt x="815599" y="114565"/>
                </a:moveTo>
                <a:lnTo>
                  <a:pt x="816598" y="114565"/>
                </a:lnTo>
                <a:lnTo>
                  <a:pt x="816598" y="115453"/>
                </a:lnTo>
                <a:lnTo>
                  <a:pt x="815599" y="115453"/>
                </a:lnTo>
                <a:close/>
                <a:moveTo>
                  <a:pt x="755128" y="113677"/>
                </a:moveTo>
                <a:lnTo>
                  <a:pt x="759625" y="113677"/>
                </a:lnTo>
                <a:lnTo>
                  <a:pt x="759625" y="115453"/>
                </a:lnTo>
                <a:lnTo>
                  <a:pt x="755128" y="115453"/>
                </a:lnTo>
                <a:close/>
                <a:moveTo>
                  <a:pt x="761125" y="114565"/>
                </a:moveTo>
                <a:lnTo>
                  <a:pt x="764123" y="114565"/>
                </a:lnTo>
                <a:lnTo>
                  <a:pt x="764123" y="115453"/>
                </a:lnTo>
                <a:lnTo>
                  <a:pt x="761125" y="115453"/>
                </a:lnTo>
                <a:close/>
                <a:moveTo>
                  <a:pt x="874070" y="114565"/>
                </a:moveTo>
                <a:lnTo>
                  <a:pt x="874570" y="114565"/>
                </a:lnTo>
                <a:lnTo>
                  <a:pt x="874570" y="115453"/>
                </a:lnTo>
                <a:lnTo>
                  <a:pt x="874070" y="115453"/>
                </a:lnTo>
                <a:close/>
                <a:moveTo>
                  <a:pt x="877069" y="113677"/>
                </a:moveTo>
                <a:lnTo>
                  <a:pt x="877569" y="113677"/>
                </a:lnTo>
                <a:lnTo>
                  <a:pt x="877569" y="115453"/>
                </a:lnTo>
                <a:lnTo>
                  <a:pt x="877069" y="115453"/>
                </a:lnTo>
                <a:close/>
                <a:moveTo>
                  <a:pt x="854580" y="114565"/>
                </a:moveTo>
                <a:lnTo>
                  <a:pt x="855080" y="114565"/>
                </a:lnTo>
                <a:lnTo>
                  <a:pt x="855080" y="115453"/>
                </a:lnTo>
                <a:lnTo>
                  <a:pt x="854580" y="115453"/>
                </a:lnTo>
                <a:close/>
                <a:moveTo>
                  <a:pt x="755627" y="115453"/>
                </a:moveTo>
                <a:lnTo>
                  <a:pt x="759625" y="115453"/>
                </a:lnTo>
                <a:lnTo>
                  <a:pt x="759625" y="116341"/>
                </a:lnTo>
                <a:lnTo>
                  <a:pt x="755627" y="116341"/>
                </a:lnTo>
                <a:close/>
                <a:moveTo>
                  <a:pt x="761624" y="115453"/>
                </a:moveTo>
                <a:lnTo>
                  <a:pt x="764123" y="115453"/>
                </a:lnTo>
                <a:lnTo>
                  <a:pt x="764123" y="116341"/>
                </a:lnTo>
                <a:lnTo>
                  <a:pt x="761624" y="116341"/>
                </a:lnTo>
                <a:close/>
                <a:moveTo>
                  <a:pt x="824094" y="113677"/>
                </a:moveTo>
                <a:lnTo>
                  <a:pt x="826593" y="113677"/>
                </a:lnTo>
                <a:lnTo>
                  <a:pt x="826593" y="116341"/>
                </a:lnTo>
                <a:lnTo>
                  <a:pt x="824094" y="116341"/>
                </a:lnTo>
                <a:close/>
                <a:moveTo>
                  <a:pt x="855080" y="115453"/>
                </a:moveTo>
                <a:lnTo>
                  <a:pt x="855579" y="115453"/>
                </a:lnTo>
                <a:lnTo>
                  <a:pt x="855579" y="116341"/>
                </a:lnTo>
                <a:lnTo>
                  <a:pt x="855080" y="116341"/>
                </a:lnTo>
                <a:close/>
                <a:moveTo>
                  <a:pt x="814099" y="115453"/>
                </a:moveTo>
                <a:lnTo>
                  <a:pt x="814599" y="115453"/>
                </a:lnTo>
                <a:lnTo>
                  <a:pt x="814599" y="116341"/>
                </a:lnTo>
                <a:lnTo>
                  <a:pt x="814099" y="116341"/>
                </a:lnTo>
                <a:close/>
                <a:moveTo>
                  <a:pt x="733138" y="114565"/>
                </a:moveTo>
                <a:lnTo>
                  <a:pt x="735137" y="114565"/>
                </a:lnTo>
                <a:lnTo>
                  <a:pt x="735137" y="116341"/>
                </a:lnTo>
                <a:lnTo>
                  <a:pt x="733138" y="116341"/>
                </a:lnTo>
                <a:close/>
                <a:moveTo>
                  <a:pt x="812100" y="116341"/>
                </a:moveTo>
                <a:lnTo>
                  <a:pt x="812600" y="116341"/>
                </a:lnTo>
                <a:lnTo>
                  <a:pt x="812600" y="117229"/>
                </a:lnTo>
                <a:lnTo>
                  <a:pt x="812100" y="117229"/>
                </a:lnTo>
                <a:close/>
                <a:moveTo>
                  <a:pt x="839087" y="116341"/>
                </a:moveTo>
                <a:lnTo>
                  <a:pt x="839587" y="116341"/>
                </a:lnTo>
                <a:lnTo>
                  <a:pt x="839587" y="117229"/>
                </a:lnTo>
                <a:lnTo>
                  <a:pt x="839087" y="117229"/>
                </a:lnTo>
                <a:close/>
                <a:moveTo>
                  <a:pt x="756127" y="116341"/>
                </a:moveTo>
                <a:lnTo>
                  <a:pt x="759625" y="116341"/>
                </a:lnTo>
                <a:lnTo>
                  <a:pt x="759625" y="117229"/>
                </a:lnTo>
                <a:lnTo>
                  <a:pt x="756127" y="117229"/>
                </a:lnTo>
                <a:close/>
                <a:moveTo>
                  <a:pt x="733138" y="116341"/>
                </a:moveTo>
                <a:lnTo>
                  <a:pt x="735637" y="116341"/>
                </a:lnTo>
                <a:lnTo>
                  <a:pt x="735637" y="117229"/>
                </a:lnTo>
                <a:lnTo>
                  <a:pt x="733138" y="117229"/>
                </a:lnTo>
                <a:close/>
                <a:moveTo>
                  <a:pt x="726641" y="113677"/>
                </a:moveTo>
                <a:lnTo>
                  <a:pt x="730140" y="113677"/>
                </a:lnTo>
                <a:lnTo>
                  <a:pt x="730140" y="117229"/>
                </a:lnTo>
                <a:lnTo>
                  <a:pt x="726641" y="117229"/>
                </a:lnTo>
                <a:close/>
                <a:moveTo>
                  <a:pt x="842086" y="116341"/>
                </a:moveTo>
                <a:lnTo>
                  <a:pt x="842586" y="116341"/>
                </a:lnTo>
                <a:lnTo>
                  <a:pt x="842586" y="117229"/>
                </a:lnTo>
                <a:lnTo>
                  <a:pt x="842086" y="117229"/>
                </a:lnTo>
                <a:close/>
                <a:moveTo>
                  <a:pt x="726641" y="117229"/>
                </a:moveTo>
                <a:lnTo>
                  <a:pt x="730639" y="117229"/>
                </a:lnTo>
                <a:lnTo>
                  <a:pt x="730639" y="118117"/>
                </a:lnTo>
                <a:lnTo>
                  <a:pt x="726641" y="118117"/>
                </a:lnTo>
                <a:close/>
                <a:moveTo>
                  <a:pt x="816098" y="117229"/>
                </a:moveTo>
                <a:lnTo>
                  <a:pt x="816598" y="117229"/>
                </a:lnTo>
                <a:lnTo>
                  <a:pt x="816598" y="118117"/>
                </a:lnTo>
                <a:lnTo>
                  <a:pt x="816098" y="118117"/>
                </a:lnTo>
                <a:close/>
                <a:moveTo>
                  <a:pt x="844585" y="117229"/>
                </a:moveTo>
                <a:lnTo>
                  <a:pt x="845084" y="117229"/>
                </a:lnTo>
                <a:lnTo>
                  <a:pt x="845084" y="118117"/>
                </a:lnTo>
                <a:lnTo>
                  <a:pt x="844585" y="118117"/>
                </a:lnTo>
                <a:close/>
                <a:moveTo>
                  <a:pt x="825094" y="116341"/>
                </a:moveTo>
                <a:lnTo>
                  <a:pt x="825594" y="116341"/>
                </a:lnTo>
                <a:lnTo>
                  <a:pt x="825594" y="118117"/>
                </a:lnTo>
                <a:lnTo>
                  <a:pt x="825094" y="118117"/>
                </a:lnTo>
                <a:close/>
                <a:moveTo>
                  <a:pt x="853580" y="117229"/>
                </a:moveTo>
                <a:lnTo>
                  <a:pt x="854080" y="117229"/>
                </a:lnTo>
                <a:lnTo>
                  <a:pt x="854080" y="118117"/>
                </a:lnTo>
                <a:lnTo>
                  <a:pt x="853580" y="118117"/>
                </a:lnTo>
                <a:close/>
                <a:moveTo>
                  <a:pt x="846584" y="118117"/>
                </a:moveTo>
                <a:lnTo>
                  <a:pt x="847583" y="118117"/>
                </a:lnTo>
                <a:lnTo>
                  <a:pt x="847583" y="119005"/>
                </a:lnTo>
                <a:lnTo>
                  <a:pt x="846584" y="119005"/>
                </a:lnTo>
                <a:close/>
                <a:moveTo>
                  <a:pt x="838088" y="118117"/>
                </a:moveTo>
                <a:lnTo>
                  <a:pt x="838587" y="118117"/>
                </a:lnTo>
                <a:lnTo>
                  <a:pt x="838587" y="119005"/>
                </a:lnTo>
                <a:lnTo>
                  <a:pt x="838088" y="119005"/>
                </a:lnTo>
                <a:close/>
                <a:moveTo>
                  <a:pt x="733638" y="117229"/>
                </a:moveTo>
                <a:lnTo>
                  <a:pt x="737136" y="117229"/>
                </a:lnTo>
                <a:lnTo>
                  <a:pt x="737136" y="119005"/>
                </a:lnTo>
                <a:lnTo>
                  <a:pt x="733638" y="119005"/>
                </a:lnTo>
                <a:close/>
                <a:moveTo>
                  <a:pt x="727141" y="118117"/>
                </a:moveTo>
                <a:lnTo>
                  <a:pt x="732638" y="118117"/>
                </a:lnTo>
                <a:lnTo>
                  <a:pt x="732638" y="119005"/>
                </a:lnTo>
                <a:lnTo>
                  <a:pt x="727141" y="119005"/>
                </a:lnTo>
                <a:close/>
                <a:moveTo>
                  <a:pt x="825094" y="118117"/>
                </a:moveTo>
                <a:lnTo>
                  <a:pt x="826093" y="118117"/>
                </a:lnTo>
                <a:lnTo>
                  <a:pt x="826093" y="119005"/>
                </a:lnTo>
                <a:lnTo>
                  <a:pt x="825094" y="119005"/>
                </a:lnTo>
                <a:close/>
                <a:moveTo>
                  <a:pt x="734138" y="119005"/>
                </a:moveTo>
                <a:lnTo>
                  <a:pt x="737636" y="119005"/>
                </a:lnTo>
                <a:lnTo>
                  <a:pt x="737636" y="119893"/>
                </a:lnTo>
                <a:lnTo>
                  <a:pt x="734138" y="119893"/>
                </a:lnTo>
                <a:close/>
                <a:moveTo>
                  <a:pt x="727141" y="119005"/>
                </a:moveTo>
                <a:lnTo>
                  <a:pt x="733138" y="119005"/>
                </a:lnTo>
                <a:lnTo>
                  <a:pt x="733138" y="119893"/>
                </a:lnTo>
                <a:lnTo>
                  <a:pt x="727141" y="119893"/>
                </a:lnTo>
                <a:close/>
                <a:moveTo>
                  <a:pt x="818097" y="119005"/>
                </a:moveTo>
                <a:lnTo>
                  <a:pt x="819097" y="119005"/>
                </a:lnTo>
                <a:lnTo>
                  <a:pt x="819097" y="119893"/>
                </a:lnTo>
                <a:lnTo>
                  <a:pt x="818097" y="119893"/>
                </a:lnTo>
                <a:close/>
                <a:moveTo>
                  <a:pt x="849082" y="119005"/>
                </a:moveTo>
                <a:lnTo>
                  <a:pt x="849582" y="119005"/>
                </a:lnTo>
                <a:lnTo>
                  <a:pt x="849582" y="119893"/>
                </a:lnTo>
                <a:lnTo>
                  <a:pt x="849082" y="119893"/>
                </a:lnTo>
                <a:close/>
                <a:moveTo>
                  <a:pt x="837588" y="119005"/>
                </a:moveTo>
                <a:lnTo>
                  <a:pt x="838088" y="119005"/>
                </a:lnTo>
                <a:lnTo>
                  <a:pt x="838088" y="119893"/>
                </a:lnTo>
                <a:lnTo>
                  <a:pt x="837588" y="119893"/>
                </a:lnTo>
                <a:close/>
                <a:moveTo>
                  <a:pt x="824594" y="119005"/>
                </a:moveTo>
                <a:lnTo>
                  <a:pt x="826093" y="119005"/>
                </a:lnTo>
                <a:lnTo>
                  <a:pt x="826093" y="119893"/>
                </a:lnTo>
                <a:lnTo>
                  <a:pt x="824594" y="119893"/>
                </a:lnTo>
                <a:close/>
                <a:moveTo>
                  <a:pt x="855579" y="119005"/>
                </a:moveTo>
                <a:lnTo>
                  <a:pt x="856079" y="119005"/>
                </a:lnTo>
                <a:lnTo>
                  <a:pt x="856079" y="120782"/>
                </a:lnTo>
                <a:lnTo>
                  <a:pt x="855579" y="120782"/>
                </a:lnTo>
                <a:close/>
                <a:moveTo>
                  <a:pt x="727641" y="119893"/>
                </a:moveTo>
                <a:lnTo>
                  <a:pt x="733638" y="119893"/>
                </a:lnTo>
                <a:lnTo>
                  <a:pt x="733638" y="120782"/>
                </a:lnTo>
                <a:lnTo>
                  <a:pt x="727641" y="120782"/>
                </a:lnTo>
                <a:close/>
                <a:moveTo>
                  <a:pt x="735137" y="119893"/>
                </a:moveTo>
                <a:lnTo>
                  <a:pt x="736137" y="119893"/>
                </a:lnTo>
                <a:lnTo>
                  <a:pt x="736137" y="120782"/>
                </a:lnTo>
                <a:lnTo>
                  <a:pt x="735137" y="120782"/>
                </a:lnTo>
                <a:close/>
                <a:moveTo>
                  <a:pt x="728640" y="120782"/>
                </a:moveTo>
                <a:lnTo>
                  <a:pt x="733638" y="120782"/>
                </a:lnTo>
                <a:lnTo>
                  <a:pt x="733638" y="121670"/>
                </a:lnTo>
                <a:lnTo>
                  <a:pt x="728640" y="121670"/>
                </a:lnTo>
                <a:close/>
                <a:moveTo>
                  <a:pt x="853580" y="120782"/>
                </a:moveTo>
                <a:lnTo>
                  <a:pt x="854080" y="120782"/>
                </a:lnTo>
                <a:lnTo>
                  <a:pt x="854080" y="121670"/>
                </a:lnTo>
                <a:lnTo>
                  <a:pt x="853580" y="121670"/>
                </a:lnTo>
                <a:close/>
                <a:moveTo>
                  <a:pt x="729140" y="121670"/>
                </a:moveTo>
                <a:lnTo>
                  <a:pt x="733638" y="121670"/>
                </a:lnTo>
                <a:lnTo>
                  <a:pt x="733638" y="122558"/>
                </a:lnTo>
                <a:lnTo>
                  <a:pt x="729140" y="122558"/>
                </a:lnTo>
                <a:close/>
                <a:moveTo>
                  <a:pt x="731139" y="122558"/>
                </a:moveTo>
                <a:lnTo>
                  <a:pt x="732638" y="122558"/>
                </a:lnTo>
                <a:lnTo>
                  <a:pt x="732638" y="123446"/>
                </a:lnTo>
                <a:lnTo>
                  <a:pt x="731139" y="123446"/>
                </a:lnTo>
                <a:close/>
                <a:moveTo>
                  <a:pt x="821096" y="133215"/>
                </a:moveTo>
                <a:lnTo>
                  <a:pt x="822595" y="133215"/>
                </a:lnTo>
                <a:lnTo>
                  <a:pt x="822595" y="134103"/>
                </a:lnTo>
                <a:lnTo>
                  <a:pt x="821096" y="134103"/>
                </a:lnTo>
                <a:close/>
                <a:moveTo>
                  <a:pt x="962528" y="133215"/>
                </a:moveTo>
                <a:lnTo>
                  <a:pt x="963028" y="133215"/>
                </a:lnTo>
                <a:lnTo>
                  <a:pt x="963028" y="134103"/>
                </a:lnTo>
                <a:lnTo>
                  <a:pt x="962528" y="134103"/>
                </a:lnTo>
                <a:close/>
                <a:moveTo>
                  <a:pt x="736636" y="134103"/>
                </a:moveTo>
                <a:lnTo>
                  <a:pt x="737636" y="134103"/>
                </a:lnTo>
                <a:lnTo>
                  <a:pt x="737636" y="134991"/>
                </a:lnTo>
                <a:lnTo>
                  <a:pt x="736636" y="134991"/>
                </a:lnTo>
                <a:close/>
                <a:moveTo>
                  <a:pt x="867074" y="134103"/>
                </a:moveTo>
                <a:lnTo>
                  <a:pt x="868073" y="134103"/>
                </a:lnTo>
                <a:lnTo>
                  <a:pt x="868073" y="134991"/>
                </a:lnTo>
                <a:lnTo>
                  <a:pt x="867074" y="134991"/>
                </a:lnTo>
                <a:close/>
                <a:moveTo>
                  <a:pt x="866074" y="134991"/>
                </a:moveTo>
                <a:lnTo>
                  <a:pt x="868073" y="134991"/>
                </a:lnTo>
                <a:lnTo>
                  <a:pt x="868073" y="135879"/>
                </a:lnTo>
                <a:lnTo>
                  <a:pt x="866074" y="135879"/>
                </a:lnTo>
                <a:close/>
                <a:moveTo>
                  <a:pt x="736137" y="134991"/>
                </a:moveTo>
                <a:lnTo>
                  <a:pt x="737636" y="134991"/>
                </a:lnTo>
                <a:lnTo>
                  <a:pt x="737636" y="135879"/>
                </a:lnTo>
                <a:lnTo>
                  <a:pt x="736137" y="135879"/>
                </a:lnTo>
                <a:close/>
                <a:moveTo>
                  <a:pt x="750130" y="134991"/>
                </a:moveTo>
                <a:lnTo>
                  <a:pt x="751129" y="134991"/>
                </a:lnTo>
                <a:lnTo>
                  <a:pt x="751129" y="135879"/>
                </a:lnTo>
                <a:lnTo>
                  <a:pt x="750130" y="135879"/>
                </a:lnTo>
                <a:close/>
                <a:moveTo>
                  <a:pt x="745132" y="135879"/>
                </a:moveTo>
                <a:lnTo>
                  <a:pt x="745632" y="135879"/>
                </a:lnTo>
                <a:lnTo>
                  <a:pt x="745632" y="136767"/>
                </a:lnTo>
                <a:lnTo>
                  <a:pt x="745132" y="136767"/>
                </a:lnTo>
                <a:close/>
                <a:moveTo>
                  <a:pt x="865575" y="135879"/>
                </a:moveTo>
                <a:lnTo>
                  <a:pt x="867574" y="135879"/>
                </a:lnTo>
                <a:lnTo>
                  <a:pt x="867574" y="136767"/>
                </a:lnTo>
                <a:lnTo>
                  <a:pt x="865575" y="136767"/>
                </a:lnTo>
                <a:close/>
                <a:moveTo>
                  <a:pt x="858078" y="135879"/>
                </a:moveTo>
                <a:lnTo>
                  <a:pt x="860577" y="135879"/>
                </a:lnTo>
                <a:lnTo>
                  <a:pt x="860577" y="136767"/>
                </a:lnTo>
                <a:lnTo>
                  <a:pt x="858078" y="136767"/>
                </a:lnTo>
                <a:close/>
                <a:moveTo>
                  <a:pt x="761624" y="134991"/>
                </a:moveTo>
                <a:lnTo>
                  <a:pt x="762624" y="134991"/>
                </a:lnTo>
                <a:lnTo>
                  <a:pt x="762624" y="136767"/>
                </a:lnTo>
                <a:lnTo>
                  <a:pt x="761624" y="136767"/>
                </a:lnTo>
                <a:close/>
                <a:moveTo>
                  <a:pt x="735637" y="135879"/>
                </a:moveTo>
                <a:lnTo>
                  <a:pt x="738635" y="135879"/>
                </a:lnTo>
                <a:lnTo>
                  <a:pt x="738635" y="136767"/>
                </a:lnTo>
                <a:lnTo>
                  <a:pt x="735637" y="136767"/>
                </a:lnTo>
                <a:close/>
                <a:moveTo>
                  <a:pt x="726141" y="135879"/>
                </a:moveTo>
                <a:lnTo>
                  <a:pt x="727141" y="135879"/>
                </a:lnTo>
                <a:lnTo>
                  <a:pt x="727141" y="136767"/>
                </a:lnTo>
                <a:lnTo>
                  <a:pt x="726141" y="136767"/>
                </a:lnTo>
                <a:close/>
                <a:moveTo>
                  <a:pt x="757626" y="136767"/>
                </a:moveTo>
                <a:lnTo>
                  <a:pt x="758126" y="136767"/>
                </a:lnTo>
                <a:lnTo>
                  <a:pt x="758126" y="137655"/>
                </a:lnTo>
                <a:lnTo>
                  <a:pt x="757626" y="137655"/>
                </a:lnTo>
                <a:close/>
                <a:moveTo>
                  <a:pt x="759126" y="136767"/>
                </a:moveTo>
                <a:lnTo>
                  <a:pt x="766622" y="136767"/>
                </a:lnTo>
                <a:lnTo>
                  <a:pt x="766622" y="137655"/>
                </a:lnTo>
                <a:lnTo>
                  <a:pt x="759126" y="137655"/>
                </a:lnTo>
                <a:close/>
                <a:moveTo>
                  <a:pt x="722143" y="136767"/>
                </a:moveTo>
                <a:lnTo>
                  <a:pt x="724142" y="136767"/>
                </a:lnTo>
                <a:lnTo>
                  <a:pt x="724142" y="137655"/>
                </a:lnTo>
                <a:lnTo>
                  <a:pt x="722143" y="137655"/>
                </a:lnTo>
                <a:close/>
                <a:moveTo>
                  <a:pt x="726141" y="136767"/>
                </a:moveTo>
                <a:lnTo>
                  <a:pt x="727641" y="136767"/>
                </a:lnTo>
                <a:lnTo>
                  <a:pt x="727641" y="137655"/>
                </a:lnTo>
                <a:lnTo>
                  <a:pt x="726141" y="137655"/>
                </a:lnTo>
                <a:close/>
                <a:moveTo>
                  <a:pt x="771620" y="136767"/>
                </a:moveTo>
                <a:lnTo>
                  <a:pt x="772119" y="136767"/>
                </a:lnTo>
                <a:lnTo>
                  <a:pt x="772119" y="137655"/>
                </a:lnTo>
                <a:lnTo>
                  <a:pt x="771620" y="137655"/>
                </a:lnTo>
                <a:close/>
                <a:moveTo>
                  <a:pt x="865575" y="136767"/>
                </a:moveTo>
                <a:lnTo>
                  <a:pt x="867074" y="136767"/>
                </a:lnTo>
                <a:lnTo>
                  <a:pt x="867074" y="137655"/>
                </a:lnTo>
                <a:lnTo>
                  <a:pt x="865575" y="137655"/>
                </a:lnTo>
                <a:close/>
                <a:moveTo>
                  <a:pt x="857079" y="136767"/>
                </a:moveTo>
                <a:lnTo>
                  <a:pt x="860577" y="136767"/>
                </a:lnTo>
                <a:lnTo>
                  <a:pt x="860577" y="137655"/>
                </a:lnTo>
                <a:lnTo>
                  <a:pt x="857079" y="137655"/>
                </a:lnTo>
                <a:close/>
                <a:moveTo>
                  <a:pt x="747131" y="135879"/>
                </a:moveTo>
                <a:lnTo>
                  <a:pt x="754128" y="135879"/>
                </a:lnTo>
                <a:lnTo>
                  <a:pt x="754128" y="137655"/>
                </a:lnTo>
                <a:lnTo>
                  <a:pt x="747131" y="137655"/>
                </a:lnTo>
                <a:close/>
                <a:moveTo>
                  <a:pt x="773119" y="136767"/>
                </a:moveTo>
                <a:lnTo>
                  <a:pt x="773619" y="136767"/>
                </a:lnTo>
                <a:lnTo>
                  <a:pt x="773619" y="137655"/>
                </a:lnTo>
                <a:lnTo>
                  <a:pt x="773119" y="137655"/>
                </a:lnTo>
                <a:close/>
                <a:moveTo>
                  <a:pt x="745132" y="136767"/>
                </a:moveTo>
                <a:lnTo>
                  <a:pt x="746132" y="136767"/>
                </a:lnTo>
                <a:lnTo>
                  <a:pt x="746132" y="137655"/>
                </a:lnTo>
                <a:lnTo>
                  <a:pt x="745132" y="137655"/>
                </a:lnTo>
                <a:close/>
                <a:moveTo>
                  <a:pt x="735137" y="136767"/>
                </a:moveTo>
                <a:lnTo>
                  <a:pt x="739635" y="136767"/>
                </a:lnTo>
                <a:lnTo>
                  <a:pt x="739635" y="137655"/>
                </a:lnTo>
                <a:lnTo>
                  <a:pt x="735137" y="137655"/>
                </a:lnTo>
                <a:close/>
                <a:moveTo>
                  <a:pt x="776617" y="135879"/>
                </a:moveTo>
                <a:lnTo>
                  <a:pt x="777617" y="135879"/>
                </a:lnTo>
                <a:lnTo>
                  <a:pt x="777617" y="137655"/>
                </a:lnTo>
                <a:lnTo>
                  <a:pt x="776617" y="137655"/>
                </a:lnTo>
                <a:close/>
                <a:moveTo>
                  <a:pt x="737636" y="137655"/>
                </a:moveTo>
                <a:lnTo>
                  <a:pt x="740634" y="137655"/>
                </a:lnTo>
                <a:lnTo>
                  <a:pt x="740634" y="138544"/>
                </a:lnTo>
                <a:lnTo>
                  <a:pt x="737636" y="138544"/>
                </a:lnTo>
                <a:close/>
                <a:moveTo>
                  <a:pt x="856579" y="137655"/>
                </a:moveTo>
                <a:lnTo>
                  <a:pt x="860577" y="137655"/>
                </a:lnTo>
                <a:lnTo>
                  <a:pt x="860577" y="138544"/>
                </a:lnTo>
                <a:lnTo>
                  <a:pt x="856579" y="138544"/>
                </a:lnTo>
                <a:close/>
                <a:moveTo>
                  <a:pt x="734637" y="137655"/>
                </a:moveTo>
                <a:lnTo>
                  <a:pt x="736137" y="137655"/>
                </a:lnTo>
                <a:lnTo>
                  <a:pt x="736137" y="138544"/>
                </a:lnTo>
                <a:lnTo>
                  <a:pt x="734637" y="138544"/>
                </a:lnTo>
                <a:close/>
                <a:moveTo>
                  <a:pt x="722143" y="137655"/>
                </a:moveTo>
                <a:lnTo>
                  <a:pt x="723643" y="137655"/>
                </a:lnTo>
                <a:lnTo>
                  <a:pt x="723643" y="138544"/>
                </a:lnTo>
                <a:lnTo>
                  <a:pt x="722143" y="138544"/>
                </a:lnTo>
                <a:close/>
                <a:moveTo>
                  <a:pt x="759625" y="137655"/>
                </a:moveTo>
                <a:lnTo>
                  <a:pt x="766622" y="137655"/>
                </a:lnTo>
                <a:lnTo>
                  <a:pt x="766622" y="138544"/>
                </a:lnTo>
                <a:lnTo>
                  <a:pt x="759625" y="138544"/>
                </a:lnTo>
                <a:close/>
                <a:moveTo>
                  <a:pt x="865575" y="137655"/>
                </a:moveTo>
                <a:lnTo>
                  <a:pt x="866574" y="137655"/>
                </a:lnTo>
                <a:lnTo>
                  <a:pt x="866574" y="138544"/>
                </a:lnTo>
                <a:lnTo>
                  <a:pt x="865575" y="138544"/>
                </a:lnTo>
                <a:close/>
                <a:moveTo>
                  <a:pt x="776117" y="137655"/>
                </a:moveTo>
                <a:lnTo>
                  <a:pt x="777617" y="137655"/>
                </a:lnTo>
                <a:lnTo>
                  <a:pt x="777617" y="138544"/>
                </a:lnTo>
                <a:lnTo>
                  <a:pt x="776117" y="138544"/>
                </a:lnTo>
                <a:close/>
                <a:moveTo>
                  <a:pt x="749130" y="137655"/>
                </a:moveTo>
                <a:lnTo>
                  <a:pt x="750130" y="137655"/>
                </a:lnTo>
                <a:lnTo>
                  <a:pt x="750130" y="138544"/>
                </a:lnTo>
                <a:lnTo>
                  <a:pt x="749130" y="138544"/>
                </a:lnTo>
                <a:close/>
                <a:moveTo>
                  <a:pt x="734637" y="138544"/>
                </a:moveTo>
                <a:lnTo>
                  <a:pt x="735637" y="138544"/>
                </a:lnTo>
                <a:lnTo>
                  <a:pt x="735637" y="139432"/>
                </a:lnTo>
                <a:lnTo>
                  <a:pt x="734637" y="139432"/>
                </a:lnTo>
                <a:close/>
                <a:moveTo>
                  <a:pt x="776117" y="138544"/>
                </a:moveTo>
                <a:lnTo>
                  <a:pt x="777117" y="138544"/>
                </a:lnTo>
                <a:lnTo>
                  <a:pt x="777117" y="139432"/>
                </a:lnTo>
                <a:lnTo>
                  <a:pt x="776117" y="139432"/>
                </a:lnTo>
                <a:close/>
                <a:moveTo>
                  <a:pt x="752629" y="138544"/>
                </a:moveTo>
                <a:lnTo>
                  <a:pt x="753129" y="138544"/>
                </a:lnTo>
                <a:lnTo>
                  <a:pt x="753129" y="139432"/>
                </a:lnTo>
                <a:lnTo>
                  <a:pt x="752629" y="139432"/>
                </a:lnTo>
                <a:close/>
                <a:moveTo>
                  <a:pt x="749130" y="138544"/>
                </a:moveTo>
                <a:lnTo>
                  <a:pt x="749630" y="138544"/>
                </a:lnTo>
                <a:lnTo>
                  <a:pt x="749630" y="139432"/>
                </a:lnTo>
                <a:lnTo>
                  <a:pt x="749130" y="139432"/>
                </a:lnTo>
                <a:close/>
                <a:moveTo>
                  <a:pt x="765623" y="138544"/>
                </a:moveTo>
                <a:lnTo>
                  <a:pt x="767122" y="138544"/>
                </a:lnTo>
                <a:lnTo>
                  <a:pt x="767122" y="139432"/>
                </a:lnTo>
                <a:lnTo>
                  <a:pt x="765623" y="139432"/>
                </a:lnTo>
                <a:close/>
                <a:moveTo>
                  <a:pt x="725642" y="137655"/>
                </a:moveTo>
                <a:lnTo>
                  <a:pt x="727141" y="137655"/>
                </a:lnTo>
                <a:lnTo>
                  <a:pt x="727141" y="139432"/>
                </a:lnTo>
                <a:lnTo>
                  <a:pt x="725642" y="139432"/>
                </a:lnTo>
                <a:close/>
                <a:moveTo>
                  <a:pt x="771120" y="137655"/>
                </a:moveTo>
                <a:lnTo>
                  <a:pt x="772119" y="137655"/>
                </a:lnTo>
                <a:lnTo>
                  <a:pt x="772119" y="139432"/>
                </a:lnTo>
                <a:lnTo>
                  <a:pt x="771120" y="139432"/>
                </a:lnTo>
                <a:close/>
                <a:moveTo>
                  <a:pt x="933042" y="138544"/>
                </a:moveTo>
                <a:lnTo>
                  <a:pt x="933542" y="138544"/>
                </a:lnTo>
                <a:lnTo>
                  <a:pt x="933542" y="139432"/>
                </a:lnTo>
                <a:lnTo>
                  <a:pt x="933042" y="139432"/>
                </a:lnTo>
                <a:close/>
                <a:moveTo>
                  <a:pt x="901057" y="138544"/>
                </a:moveTo>
                <a:lnTo>
                  <a:pt x="901557" y="138544"/>
                </a:lnTo>
                <a:lnTo>
                  <a:pt x="901557" y="139432"/>
                </a:lnTo>
                <a:lnTo>
                  <a:pt x="901057" y="139432"/>
                </a:lnTo>
                <a:close/>
                <a:moveTo>
                  <a:pt x="739135" y="138544"/>
                </a:moveTo>
                <a:lnTo>
                  <a:pt x="740634" y="138544"/>
                </a:lnTo>
                <a:lnTo>
                  <a:pt x="740634" y="139432"/>
                </a:lnTo>
                <a:lnTo>
                  <a:pt x="739135" y="139432"/>
                </a:lnTo>
                <a:close/>
                <a:moveTo>
                  <a:pt x="722643" y="138544"/>
                </a:moveTo>
                <a:lnTo>
                  <a:pt x="723643" y="138544"/>
                </a:lnTo>
                <a:lnTo>
                  <a:pt x="723643" y="139432"/>
                </a:lnTo>
                <a:lnTo>
                  <a:pt x="722643" y="139432"/>
                </a:lnTo>
                <a:close/>
                <a:moveTo>
                  <a:pt x="739635" y="139432"/>
                </a:moveTo>
                <a:lnTo>
                  <a:pt x="740634" y="139432"/>
                </a:lnTo>
                <a:lnTo>
                  <a:pt x="740634" y="140320"/>
                </a:lnTo>
                <a:lnTo>
                  <a:pt x="739635" y="140320"/>
                </a:lnTo>
                <a:close/>
                <a:moveTo>
                  <a:pt x="770620" y="139432"/>
                </a:moveTo>
                <a:lnTo>
                  <a:pt x="772119" y="139432"/>
                </a:lnTo>
                <a:lnTo>
                  <a:pt x="772119" y="140320"/>
                </a:lnTo>
                <a:lnTo>
                  <a:pt x="770620" y="140320"/>
                </a:lnTo>
                <a:close/>
                <a:moveTo>
                  <a:pt x="725642" y="139432"/>
                </a:moveTo>
                <a:lnTo>
                  <a:pt x="726641" y="139432"/>
                </a:lnTo>
                <a:lnTo>
                  <a:pt x="726641" y="140320"/>
                </a:lnTo>
                <a:lnTo>
                  <a:pt x="725642" y="140320"/>
                </a:lnTo>
                <a:close/>
                <a:moveTo>
                  <a:pt x="764123" y="139432"/>
                </a:moveTo>
                <a:lnTo>
                  <a:pt x="764623" y="139432"/>
                </a:lnTo>
                <a:lnTo>
                  <a:pt x="764623" y="140320"/>
                </a:lnTo>
                <a:lnTo>
                  <a:pt x="764123" y="140320"/>
                </a:lnTo>
                <a:close/>
                <a:moveTo>
                  <a:pt x="752629" y="139432"/>
                </a:moveTo>
                <a:lnTo>
                  <a:pt x="753628" y="139432"/>
                </a:lnTo>
                <a:lnTo>
                  <a:pt x="753628" y="140320"/>
                </a:lnTo>
                <a:lnTo>
                  <a:pt x="752629" y="140320"/>
                </a:lnTo>
                <a:close/>
                <a:moveTo>
                  <a:pt x="721144" y="139432"/>
                </a:moveTo>
                <a:lnTo>
                  <a:pt x="725142" y="139432"/>
                </a:lnTo>
                <a:lnTo>
                  <a:pt x="725142" y="140320"/>
                </a:lnTo>
                <a:lnTo>
                  <a:pt x="721144" y="140320"/>
                </a:lnTo>
                <a:close/>
                <a:moveTo>
                  <a:pt x="747631" y="138544"/>
                </a:moveTo>
                <a:lnTo>
                  <a:pt x="748131" y="138544"/>
                </a:lnTo>
                <a:lnTo>
                  <a:pt x="748131" y="140320"/>
                </a:lnTo>
                <a:lnTo>
                  <a:pt x="747631" y="140320"/>
                </a:lnTo>
                <a:close/>
                <a:moveTo>
                  <a:pt x="736636" y="139432"/>
                </a:moveTo>
                <a:lnTo>
                  <a:pt x="738136" y="139432"/>
                </a:lnTo>
                <a:lnTo>
                  <a:pt x="738136" y="140320"/>
                </a:lnTo>
                <a:lnTo>
                  <a:pt x="736636" y="140320"/>
                </a:lnTo>
                <a:close/>
                <a:moveTo>
                  <a:pt x="772619" y="137655"/>
                </a:moveTo>
                <a:lnTo>
                  <a:pt x="773619" y="137655"/>
                </a:lnTo>
                <a:lnTo>
                  <a:pt x="773619" y="140320"/>
                </a:lnTo>
                <a:lnTo>
                  <a:pt x="772619" y="140320"/>
                </a:lnTo>
                <a:close/>
                <a:moveTo>
                  <a:pt x="775618" y="139432"/>
                </a:moveTo>
                <a:lnTo>
                  <a:pt x="780116" y="139432"/>
                </a:lnTo>
                <a:lnTo>
                  <a:pt x="780116" y="140320"/>
                </a:lnTo>
                <a:lnTo>
                  <a:pt x="775618" y="140320"/>
                </a:lnTo>
                <a:close/>
                <a:moveTo>
                  <a:pt x="757626" y="137655"/>
                </a:moveTo>
                <a:lnTo>
                  <a:pt x="758626" y="137655"/>
                </a:lnTo>
                <a:lnTo>
                  <a:pt x="758626" y="140320"/>
                </a:lnTo>
                <a:lnTo>
                  <a:pt x="757626" y="140320"/>
                </a:lnTo>
                <a:close/>
                <a:moveTo>
                  <a:pt x="766122" y="139432"/>
                </a:moveTo>
                <a:lnTo>
                  <a:pt x="766622" y="139432"/>
                </a:lnTo>
                <a:lnTo>
                  <a:pt x="766622" y="140320"/>
                </a:lnTo>
                <a:lnTo>
                  <a:pt x="766122" y="140320"/>
                </a:lnTo>
                <a:close/>
                <a:moveTo>
                  <a:pt x="770620" y="140320"/>
                </a:moveTo>
                <a:lnTo>
                  <a:pt x="774618" y="140320"/>
                </a:lnTo>
                <a:lnTo>
                  <a:pt x="774618" y="141208"/>
                </a:lnTo>
                <a:lnTo>
                  <a:pt x="770620" y="141208"/>
                </a:lnTo>
                <a:close/>
                <a:moveTo>
                  <a:pt x="744633" y="140320"/>
                </a:moveTo>
                <a:lnTo>
                  <a:pt x="745132" y="140320"/>
                </a:lnTo>
                <a:lnTo>
                  <a:pt x="745132" y="141208"/>
                </a:lnTo>
                <a:lnTo>
                  <a:pt x="744633" y="141208"/>
                </a:lnTo>
                <a:close/>
                <a:moveTo>
                  <a:pt x="847583" y="140320"/>
                </a:moveTo>
                <a:lnTo>
                  <a:pt x="852581" y="140320"/>
                </a:lnTo>
                <a:lnTo>
                  <a:pt x="852581" y="141208"/>
                </a:lnTo>
                <a:lnTo>
                  <a:pt x="847583" y="141208"/>
                </a:lnTo>
                <a:close/>
                <a:moveTo>
                  <a:pt x="775618" y="140320"/>
                </a:moveTo>
                <a:lnTo>
                  <a:pt x="780615" y="140320"/>
                </a:lnTo>
                <a:lnTo>
                  <a:pt x="780615" y="141208"/>
                </a:lnTo>
                <a:lnTo>
                  <a:pt x="775618" y="141208"/>
                </a:lnTo>
                <a:close/>
                <a:moveTo>
                  <a:pt x="736636" y="140320"/>
                </a:moveTo>
                <a:lnTo>
                  <a:pt x="738635" y="140320"/>
                </a:lnTo>
                <a:lnTo>
                  <a:pt x="738635" y="141208"/>
                </a:lnTo>
                <a:lnTo>
                  <a:pt x="736636" y="141208"/>
                </a:lnTo>
                <a:close/>
                <a:moveTo>
                  <a:pt x="721144" y="140320"/>
                </a:moveTo>
                <a:lnTo>
                  <a:pt x="728640" y="140320"/>
                </a:lnTo>
                <a:lnTo>
                  <a:pt x="728640" y="141208"/>
                </a:lnTo>
                <a:lnTo>
                  <a:pt x="721144" y="141208"/>
                </a:lnTo>
                <a:close/>
                <a:moveTo>
                  <a:pt x="763623" y="140320"/>
                </a:moveTo>
                <a:lnTo>
                  <a:pt x="765123" y="140320"/>
                </a:lnTo>
                <a:lnTo>
                  <a:pt x="765123" y="141208"/>
                </a:lnTo>
                <a:lnTo>
                  <a:pt x="763623" y="141208"/>
                </a:lnTo>
                <a:close/>
                <a:moveTo>
                  <a:pt x="751129" y="137655"/>
                </a:moveTo>
                <a:lnTo>
                  <a:pt x="752129" y="137655"/>
                </a:lnTo>
                <a:lnTo>
                  <a:pt x="752129" y="141208"/>
                </a:lnTo>
                <a:lnTo>
                  <a:pt x="751129" y="141208"/>
                </a:lnTo>
                <a:close/>
                <a:moveTo>
                  <a:pt x="864075" y="140320"/>
                </a:moveTo>
                <a:lnTo>
                  <a:pt x="867574" y="140320"/>
                </a:lnTo>
                <a:lnTo>
                  <a:pt x="867574" y="141208"/>
                </a:lnTo>
                <a:lnTo>
                  <a:pt x="864075" y="141208"/>
                </a:lnTo>
                <a:close/>
                <a:moveTo>
                  <a:pt x="760625" y="140320"/>
                </a:moveTo>
                <a:lnTo>
                  <a:pt x="761624" y="140320"/>
                </a:lnTo>
                <a:lnTo>
                  <a:pt x="761624" y="141208"/>
                </a:lnTo>
                <a:lnTo>
                  <a:pt x="760625" y="141208"/>
                </a:lnTo>
                <a:close/>
                <a:moveTo>
                  <a:pt x="753129" y="140320"/>
                </a:moveTo>
                <a:lnTo>
                  <a:pt x="753628" y="140320"/>
                </a:lnTo>
                <a:lnTo>
                  <a:pt x="753628" y="141208"/>
                </a:lnTo>
                <a:lnTo>
                  <a:pt x="753129" y="141208"/>
                </a:lnTo>
                <a:close/>
                <a:moveTo>
                  <a:pt x="840587" y="140320"/>
                </a:moveTo>
                <a:lnTo>
                  <a:pt x="843585" y="140320"/>
                </a:lnTo>
                <a:lnTo>
                  <a:pt x="843585" y="141208"/>
                </a:lnTo>
                <a:lnTo>
                  <a:pt x="840587" y="141208"/>
                </a:lnTo>
                <a:close/>
                <a:moveTo>
                  <a:pt x="739135" y="140320"/>
                </a:moveTo>
                <a:lnTo>
                  <a:pt x="740634" y="140320"/>
                </a:lnTo>
                <a:lnTo>
                  <a:pt x="740634" y="141208"/>
                </a:lnTo>
                <a:lnTo>
                  <a:pt x="739135" y="141208"/>
                </a:lnTo>
                <a:close/>
                <a:moveTo>
                  <a:pt x="748631" y="139432"/>
                </a:moveTo>
                <a:lnTo>
                  <a:pt x="749630" y="139432"/>
                </a:lnTo>
                <a:lnTo>
                  <a:pt x="749630" y="141208"/>
                </a:lnTo>
                <a:lnTo>
                  <a:pt x="748631" y="141208"/>
                </a:lnTo>
                <a:close/>
                <a:moveTo>
                  <a:pt x="828093" y="140320"/>
                </a:moveTo>
                <a:lnTo>
                  <a:pt x="829592" y="140320"/>
                </a:lnTo>
                <a:lnTo>
                  <a:pt x="829592" y="141208"/>
                </a:lnTo>
                <a:lnTo>
                  <a:pt x="828093" y="141208"/>
                </a:lnTo>
                <a:close/>
                <a:moveTo>
                  <a:pt x="856579" y="138544"/>
                </a:moveTo>
                <a:lnTo>
                  <a:pt x="858578" y="138544"/>
                </a:lnTo>
                <a:lnTo>
                  <a:pt x="858578" y="141208"/>
                </a:lnTo>
                <a:lnTo>
                  <a:pt x="856579" y="141208"/>
                </a:lnTo>
                <a:close/>
                <a:moveTo>
                  <a:pt x="760125" y="141208"/>
                </a:moveTo>
                <a:lnTo>
                  <a:pt x="761624" y="141208"/>
                </a:lnTo>
                <a:lnTo>
                  <a:pt x="761624" y="142096"/>
                </a:lnTo>
                <a:lnTo>
                  <a:pt x="760125" y="142096"/>
                </a:lnTo>
                <a:close/>
                <a:moveTo>
                  <a:pt x="739135" y="141208"/>
                </a:moveTo>
                <a:lnTo>
                  <a:pt x="740135" y="141208"/>
                </a:lnTo>
                <a:lnTo>
                  <a:pt x="740135" y="142096"/>
                </a:lnTo>
                <a:lnTo>
                  <a:pt x="739135" y="142096"/>
                </a:lnTo>
                <a:close/>
                <a:moveTo>
                  <a:pt x="770620" y="141208"/>
                </a:moveTo>
                <a:lnTo>
                  <a:pt x="776617" y="141208"/>
                </a:lnTo>
                <a:lnTo>
                  <a:pt x="776617" y="142096"/>
                </a:lnTo>
                <a:lnTo>
                  <a:pt x="770620" y="142096"/>
                </a:lnTo>
                <a:close/>
                <a:moveTo>
                  <a:pt x="764123" y="141208"/>
                </a:moveTo>
                <a:lnTo>
                  <a:pt x="764623" y="141208"/>
                </a:lnTo>
                <a:lnTo>
                  <a:pt x="764623" y="142096"/>
                </a:lnTo>
                <a:lnTo>
                  <a:pt x="764123" y="142096"/>
                </a:lnTo>
                <a:close/>
                <a:moveTo>
                  <a:pt x="747631" y="141208"/>
                </a:moveTo>
                <a:lnTo>
                  <a:pt x="749130" y="141208"/>
                </a:lnTo>
                <a:lnTo>
                  <a:pt x="749130" y="142096"/>
                </a:lnTo>
                <a:lnTo>
                  <a:pt x="747631" y="142096"/>
                </a:lnTo>
                <a:close/>
                <a:moveTo>
                  <a:pt x="744633" y="141208"/>
                </a:moveTo>
                <a:lnTo>
                  <a:pt x="745632" y="141208"/>
                </a:lnTo>
                <a:lnTo>
                  <a:pt x="745632" y="142096"/>
                </a:lnTo>
                <a:lnTo>
                  <a:pt x="744633" y="142096"/>
                </a:lnTo>
                <a:close/>
                <a:moveTo>
                  <a:pt x="778117" y="141208"/>
                </a:moveTo>
                <a:lnTo>
                  <a:pt x="780615" y="141208"/>
                </a:lnTo>
                <a:lnTo>
                  <a:pt x="780615" y="142096"/>
                </a:lnTo>
                <a:lnTo>
                  <a:pt x="778117" y="142096"/>
                </a:lnTo>
                <a:close/>
                <a:moveTo>
                  <a:pt x="723143" y="141208"/>
                </a:moveTo>
                <a:lnTo>
                  <a:pt x="728640" y="141208"/>
                </a:lnTo>
                <a:lnTo>
                  <a:pt x="728640" y="142096"/>
                </a:lnTo>
                <a:lnTo>
                  <a:pt x="723143" y="142096"/>
                </a:lnTo>
                <a:close/>
                <a:moveTo>
                  <a:pt x="840087" y="141208"/>
                </a:moveTo>
                <a:lnTo>
                  <a:pt x="844085" y="141208"/>
                </a:lnTo>
                <a:lnTo>
                  <a:pt x="844085" y="142096"/>
                </a:lnTo>
                <a:lnTo>
                  <a:pt x="840087" y="142096"/>
                </a:lnTo>
                <a:close/>
                <a:moveTo>
                  <a:pt x="863575" y="141208"/>
                </a:moveTo>
                <a:lnTo>
                  <a:pt x="868073" y="141208"/>
                </a:lnTo>
                <a:lnTo>
                  <a:pt x="868073" y="142096"/>
                </a:lnTo>
                <a:lnTo>
                  <a:pt x="863575" y="142096"/>
                </a:lnTo>
                <a:close/>
                <a:moveTo>
                  <a:pt x="737136" y="141208"/>
                </a:moveTo>
                <a:lnTo>
                  <a:pt x="738136" y="141208"/>
                </a:lnTo>
                <a:lnTo>
                  <a:pt x="738136" y="142096"/>
                </a:lnTo>
                <a:lnTo>
                  <a:pt x="737136" y="142096"/>
                </a:lnTo>
                <a:close/>
                <a:moveTo>
                  <a:pt x="775118" y="142096"/>
                </a:moveTo>
                <a:lnTo>
                  <a:pt x="776117" y="142096"/>
                </a:lnTo>
                <a:lnTo>
                  <a:pt x="776117" y="142984"/>
                </a:lnTo>
                <a:lnTo>
                  <a:pt x="775118" y="142984"/>
                </a:lnTo>
                <a:close/>
                <a:moveTo>
                  <a:pt x="744633" y="142096"/>
                </a:moveTo>
                <a:lnTo>
                  <a:pt x="745132" y="142096"/>
                </a:lnTo>
                <a:lnTo>
                  <a:pt x="745132" y="142984"/>
                </a:lnTo>
                <a:lnTo>
                  <a:pt x="744633" y="142984"/>
                </a:lnTo>
                <a:close/>
                <a:moveTo>
                  <a:pt x="772619" y="142096"/>
                </a:moveTo>
                <a:lnTo>
                  <a:pt x="774118" y="142096"/>
                </a:lnTo>
                <a:lnTo>
                  <a:pt x="774118" y="142984"/>
                </a:lnTo>
                <a:lnTo>
                  <a:pt x="772619" y="142984"/>
                </a:lnTo>
                <a:close/>
                <a:moveTo>
                  <a:pt x="863076" y="142096"/>
                </a:moveTo>
                <a:lnTo>
                  <a:pt x="865075" y="142096"/>
                </a:lnTo>
                <a:lnTo>
                  <a:pt x="865075" y="142984"/>
                </a:lnTo>
                <a:lnTo>
                  <a:pt x="863076" y="142984"/>
                </a:lnTo>
                <a:close/>
                <a:moveTo>
                  <a:pt x="839587" y="142096"/>
                </a:moveTo>
                <a:lnTo>
                  <a:pt x="844085" y="142096"/>
                </a:lnTo>
                <a:lnTo>
                  <a:pt x="844085" y="142984"/>
                </a:lnTo>
                <a:lnTo>
                  <a:pt x="839587" y="142984"/>
                </a:lnTo>
                <a:close/>
                <a:moveTo>
                  <a:pt x="758126" y="142096"/>
                </a:moveTo>
                <a:lnTo>
                  <a:pt x="765623" y="142096"/>
                </a:lnTo>
                <a:lnTo>
                  <a:pt x="765623" y="142984"/>
                </a:lnTo>
                <a:lnTo>
                  <a:pt x="758126" y="142984"/>
                </a:lnTo>
                <a:close/>
                <a:moveTo>
                  <a:pt x="866074" y="142096"/>
                </a:moveTo>
                <a:lnTo>
                  <a:pt x="868573" y="142096"/>
                </a:lnTo>
                <a:lnTo>
                  <a:pt x="868573" y="142984"/>
                </a:lnTo>
                <a:lnTo>
                  <a:pt x="866074" y="142984"/>
                </a:lnTo>
                <a:close/>
                <a:moveTo>
                  <a:pt x="750130" y="141208"/>
                </a:moveTo>
                <a:lnTo>
                  <a:pt x="751629" y="141208"/>
                </a:lnTo>
                <a:lnTo>
                  <a:pt x="751629" y="142984"/>
                </a:lnTo>
                <a:lnTo>
                  <a:pt x="750130" y="142984"/>
                </a:lnTo>
                <a:close/>
                <a:moveTo>
                  <a:pt x="738635" y="142096"/>
                </a:moveTo>
                <a:lnTo>
                  <a:pt x="740135" y="142096"/>
                </a:lnTo>
                <a:lnTo>
                  <a:pt x="740135" y="142984"/>
                </a:lnTo>
                <a:lnTo>
                  <a:pt x="738635" y="142984"/>
                </a:lnTo>
                <a:close/>
                <a:moveTo>
                  <a:pt x="846584" y="141208"/>
                </a:moveTo>
                <a:lnTo>
                  <a:pt x="852581" y="141208"/>
                </a:lnTo>
                <a:lnTo>
                  <a:pt x="852581" y="142984"/>
                </a:lnTo>
                <a:lnTo>
                  <a:pt x="846584" y="142984"/>
                </a:lnTo>
                <a:close/>
                <a:moveTo>
                  <a:pt x="747131" y="142096"/>
                </a:moveTo>
                <a:lnTo>
                  <a:pt x="748631" y="142096"/>
                </a:lnTo>
                <a:lnTo>
                  <a:pt x="748631" y="142984"/>
                </a:lnTo>
                <a:lnTo>
                  <a:pt x="747131" y="142984"/>
                </a:lnTo>
                <a:close/>
                <a:moveTo>
                  <a:pt x="770620" y="142096"/>
                </a:moveTo>
                <a:lnTo>
                  <a:pt x="771620" y="142096"/>
                </a:lnTo>
                <a:lnTo>
                  <a:pt x="771620" y="143872"/>
                </a:lnTo>
                <a:lnTo>
                  <a:pt x="770620" y="143872"/>
                </a:lnTo>
                <a:close/>
                <a:moveTo>
                  <a:pt x="739135" y="142984"/>
                </a:moveTo>
                <a:lnTo>
                  <a:pt x="739635" y="142984"/>
                </a:lnTo>
                <a:lnTo>
                  <a:pt x="739635" y="143872"/>
                </a:lnTo>
                <a:lnTo>
                  <a:pt x="739135" y="143872"/>
                </a:lnTo>
                <a:close/>
                <a:moveTo>
                  <a:pt x="866574" y="142984"/>
                </a:moveTo>
                <a:lnTo>
                  <a:pt x="868573" y="142984"/>
                </a:lnTo>
                <a:lnTo>
                  <a:pt x="868573" y="143872"/>
                </a:lnTo>
                <a:lnTo>
                  <a:pt x="866574" y="143872"/>
                </a:lnTo>
                <a:close/>
                <a:moveTo>
                  <a:pt x="735137" y="142984"/>
                </a:moveTo>
                <a:lnTo>
                  <a:pt x="736636" y="142984"/>
                </a:lnTo>
                <a:lnTo>
                  <a:pt x="736636" y="143872"/>
                </a:lnTo>
                <a:lnTo>
                  <a:pt x="735137" y="143872"/>
                </a:lnTo>
                <a:close/>
                <a:moveTo>
                  <a:pt x="758626" y="142984"/>
                </a:moveTo>
                <a:lnTo>
                  <a:pt x="766622" y="142984"/>
                </a:lnTo>
                <a:lnTo>
                  <a:pt x="766622" y="143872"/>
                </a:lnTo>
                <a:lnTo>
                  <a:pt x="758626" y="143872"/>
                </a:lnTo>
                <a:close/>
                <a:moveTo>
                  <a:pt x="855080" y="141208"/>
                </a:moveTo>
                <a:lnTo>
                  <a:pt x="860577" y="141208"/>
                </a:lnTo>
                <a:lnTo>
                  <a:pt x="860577" y="143872"/>
                </a:lnTo>
                <a:lnTo>
                  <a:pt x="855080" y="143872"/>
                </a:lnTo>
                <a:close/>
                <a:moveTo>
                  <a:pt x="772619" y="142984"/>
                </a:moveTo>
                <a:lnTo>
                  <a:pt x="773619" y="142984"/>
                </a:lnTo>
                <a:lnTo>
                  <a:pt x="773619" y="143872"/>
                </a:lnTo>
                <a:lnTo>
                  <a:pt x="772619" y="143872"/>
                </a:lnTo>
                <a:close/>
                <a:moveTo>
                  <a:pt x="846084" y="142984"/>
                </a:moveTo>
                <a:lnTo>
                  <a:pt x="848583" y="142984"/>
                </a:lnTo>
                <a:lnTo>
                  <a:pt x="848583" y="143872"/>
                </a:lnTo>
                <a:lnTo>
                  <a:pt x="846084" y="143872"/>
                </a:lnTo>
                <a:close/>
                <a:moveTo>
                  <a:pt x="839087" y="142984"/>
                </a:moveTo>
                <a:lnTo>
                  <a:pt x="841586" y="142984"/>
                </a:lnTo>
                <a:lnTo>
                  <a:pt x="841586" y="143872"/>
                </a:lnTo>
                <a:lnTo>
                  <a:pt x="839087" y="143872"/>
                </a:lnTo>
                <a:close/>
                <a:moveTo>
                  <a:pt x="862576" y="142984"/>
                </a:moveTo>
                <a:lnTo>
                  <a:pt x="864575" y="142984"/>
                </a:lnTo>
                <a:lnTo>
                  <a:pt x="864575" y="144760"/>
                </a:lnTo>
                <a:lnTo>
                  <a:pt x="862576" y="144760"/>
                </a:lnTo>
                <a:close/>
                <a:moveTo>
                  <a:pt x="759625" y="143872"/>
                </a:moveTo>
                <a:lnTo>
                  <a:pt x="761125" y="143872"/>
                </a:lnTo>
                <a:lnTo>
                  <a:pt x="761125" y="144760"/>
                </a:lnTo>
                <a:lnTo>
                  <a:pt x="759625" y="144760"/>
                </a:lnTo>
                <a:close/>
                <a:moveTo>
                  <a:pt x="763623" y="143872"/>
                </a:moveTo>
                <a:lnTo>
                  <a:pt x="766122" y="143872"/>
                </a:lnTo>
                <a:lnTo>
                  <a:pt x="766122" y="144760"/>
                </a:lnTo>
                <a:lnTo>
                  <a:pt x="763623" y="144760"/>
                </a:lnTo>
                <a:close/>
                <a:moveTo>
                  <a:pt x="772619" y="143872"/>
                </a:moveTo>
                <a:lnTo>
                  <a:pt x="774118" y="143872"/>
                </a:lnTo>
                <a:lnTo>
                  <a:pt x="774118" y="144760"/>
                </a:lnTo>
                <a:lnTo>
                  <a:pt x="772619" y="144760"/>
                </a:lnTo>
                <a:close/>
                <a:moveTo>
                  <a:pt x="747631" y="142984"/>
                </a:moveTo>
                <a:lnTo>
                  <a:pt x="753129" y="142984"/>
                </a:lnTo>
                <a:lnTo>
                  <a:pt x="753129" y="144760"/>
                </a:lnTo>
                <a:lnTo>
                  <a:pt x="747631" y="144760"/>
                </a:lnTo>
                <a:close/>
                <a:moveTo>
                  <a:pt x="734637" y="143872"/>
                </a:moveTo>
                <a:lnTo>
                  <a:pt x="736137" y="143872"/>
                </a:lnTo>
                <a:lnTo>
                  <a:pt x="736137" y="144760"/>
                </a:lnTo>
                <a:lnTo>
                  <a:pt x="734637" y="144760"/>
                </a:lnTo>
                <a:close/>
                <a:moveTo>
                  <a:pt x="866074" y="143872"/>
                </a:moveTo>
                <a:lnTo>
                  <a:pt x="868573" y="143872"/>
                </a:lnTo>
                <a:lnTo>
                  <a:pt x="868573" y="144760"/>
                </a:lnTo>
                <a:lnTo>
                  <a:pt x="866074" y="144760"/>
                </a:lnTo>
                <a:close/>
                <a:moveTo>
                  <a:pt x="779616" y="142096"/>
                </a:moveTo>
                <a:lnTo>
                  <a:pt x="780615" y="142096"/>
                </a:lnTo>
                <a:lnTo>
                  <a:pt x="780615" y="145648"/>
                </a:lnTo>
                <a:lnTo>
                  <a:pt x="779616" y="145648"/>
                </a:lnTo>
                <a:close/>
                <a:moveTo>
                  <a:pt x="771620" y="144760"/>
                </a:moveTo>
                <a:lnTo>
                  <a:pt x="774618" y="144760"/>
                </a:lnTo>
                <a:lnTo>
                  <a:pt x="774618" y="145648"/>
                </a:lnTo>
                <a:lnTo>
                  <a:pt x="771620" y="145648"/>
                </a:lnTo>
                <a:close/>
                <a:moveTo>
                  <a:pt x="763124" y="144760"/>
                </a:moveTo>
                <a:lnTo>
                  <a:pt x="763623" y="144760"/>
                </a:lnTo>
                <a:lnTo>
                  <a:pt x="763623" y="145648"/>
                </a:lnTo>
                <a:lnTo>
                  <a:pt x="763124" y="145648"/>
                </a:lnTo>
                <a:close/>
                <a:moveTo>
                  <a:pt x="775618" y="144760"/>
                </a:moveTo>
                <a:lnTo>
                  <a:pt x="776617" y="144760"/>
                </a:lnTo>
                <a:lnTo>
                  <a:pt x="776617" y="145648"/>
                </a:lnTo>
                <a:lnTo>
                  <a:pt x="775618" y="145648"/>
                </a:lnTo>
                <a:close/>
                <a:moveTo>
                  <a:pt x="737136" y="144760"/>
                </a:moveTo>
                <a:lnTo>
                  <a:pt x="739135" y="144760"/>
                </a:lnTo>
                <a:lnTo>
                  <a:pt x="739135" y="145648"/>
                </a:lnTo>
                <a:lnTo>
                  <a:pt x="737136" y="145648"/>
                </a:lnTo>
                <a:close/>
                <a:moveTo>
                  <a:pt x="734138" y="144760"/>
                </a:moveTo>
                <a:lnTo>
                  <a:pt x="735637" y="144760"/>
                </a:lnTo>
                <a:lnTo>
                  <a:pt x="735637" y="145648"/>
                </a:lnTo>
                <a:lnTo>
                  <a:pt x="734138" y="145648"/>
                </a:lnTo>
                <a:close/>
                <a:moveTo>
                  <a:pt x="862576" y="144760"/>
                </a:moveTo>
                <a:lnTo>
                  <a:pt x="868573" y="144760"/>
                </a:lnTo>
                <a:lnTo>
                  <a:pt x="868573" y="145648"/>
                </a:lnTo>
                <a:lnTo>
                  <a:pt x="862576" y="145648"/>
                </a:lnTo>
                <a:close/>
                <a:moveTo>
                  <a:pt x="722143" y="144760"/>
                </a:moveTo>
                <a:lnTo>
                  <a:pt x="727141" y="144760"/>
                </a:lnTo>
                <a:lnTo>
                  <a:pt x="727141" y="145648"/>
                </a:lnTo>
                <a:lnTo>
                  <a:pt x="722143" y="145648"/>
                </a:lnTo>
                <a:close/>
                <a:moveTo>
                  <a:pt x="752129" y="144760"/>
                </a:moveTo>
                <a:lnTo>
                  <a:pt x="753129" y="144760"/>
                </a:lnTo>
                <a:lnTo>
                  <a:pt x="753129" y="145648"/>
                </a:lnTo>
                <a:lnTo>
                  <a:pt x="752129" y="145648"/>
                </a:lnTo>
                <a:close/>
                <a:moveTo>
                  <a:pt x="722143" y="145648"/>
                </a:moveTo>
                <a:lnTo>
                  <a:pt x="727641" y="145648"/>
                </a:lnTo>
                <a:lnTo>
                  <a:pt x="727641" y="146536"/>
                </a:lnTo>
                <a:lnTo>
                  <a:pt x="722143" y="146536"/>
                </a:lnTo>
                <a:close/>
                <a:moveTo>
                  <a:pt x="862576" y="145648"/>
                </a:moveTo>
                <a:lnTo>
                  <a:pt x="867574" y="145648"/>
                </a:lnTo>
                <a:lnTo>
                  <a:pt x="867574" y="146536"/>
                </a:lnTo>
                <a:lnTo>
                  <a:pt x="862576" y="146536"/>
                </a:lnTo>
                <a:close/>
                <a:moveTo>
                  <a:pt x="771120" y="145648"/>
                </a:moveTo>
                <a:lnTo>
                  <a:pt x="774618" y="145648"/>
                </a:lnTo>
                <a:lnTo>
                  <a:pt x="774618" y="146536"/>
                </a:lnTo>
                <a:lnTo>
                  <a:pt x="771120" y="146536"/>
                </a:lnTo>
                <a:close/>
                <a:moveTo>
                  <a:pt x="747631" y="145648"/>
                </a:moveTo>
                <a:lnTo>
                  <a:pt x="753129" y="145648"/>
                </a:lnTo>
                <a:lnTo>
                  <a:pt x="753129" y="146536"/>
                </a:lnTo>
                <a:lnTo>
                  <a:pt x="747631" y="146536"/>
                </a:lnTo>
                <a:close/>
                <a:moveTo>
                  <a:pt x="777617" y="145648"/>
                </a:moveTo>
                <a:lnTo>
                  <a:pt x="778616" y="145648"/>
                </a:lnTo>
                <a:lnTo>
                  <a:pt x="778616" y="146536"/>
                </a:lnTo>
                <a:lnTo>
                  <a:pt x="777617" y="146536"/>
                </a:lnTo>
                <a:close/>
                <a:moveTo>
                  <a:pt x="733638" y="145648"/>
                </a:moveTo>
                <a:lnTo>
                  <a:pt x="735137" y="145648"/>
                </a:lnTo>
                <a:lnTo>
                  <a:pt x="735137" y="146536"/>
                </a:lnTo>
                <a:lnTo>
                  <a:pt x="733638" y="146536"/>
                </a:lnTo>
                <a:close/>
                <a:moveTo>
                  <a:pt x="737136" y="145648"/>
                </a:moveTo>
                <a:lnTo>
                  <a:pt x="740135" y="145648"/>
                </a:lnTo>
                <a:lnTo>
                  <a:pt x="740135" y="146536"/>
                </a:lnTo>
                <a:lnTo>
                  <a:pt x="737136" y="146536"/>
                </a:lnTo>
                <a:close/>
                <a:moveTo>
                  <a:pt x="759126" y="144760"/>
                </a:moveTo>
                <a:lnTo>
                  <a:pt x="760625" y="144760"/>
                </a:lnTo>
                <a:lnTo>
                  <a:pt x="760625" y="146536"/>
                </a:lnTo>
                <a:lnTo>
                  <a:pt x="759126" y="146536"/>
                </a:lnTo>
                <a:close/>
                <a:moveTo>
                  <a:pt x="763124" y="145648"/>
                </a:moveTo>
                <a:lnTo>
                  <a:pt x="764123" y="145648"/>
                </a:lnTo>
                <a:lnTo>
                  <a:pt x="764123" y="146536"/>
                </a:lnTo>
                <a:lnTo>
                  <a:pt x="763124" y="146536"/>
                </a:lnTo>
                <a:close/>
                <a:moveTo>
                  <a:pt x="775618" y="145648"/>
                </a:moveTo>
                <a:lnTo>
                  <a:pt x="777117" y="145648"/>
                </a:lnTo>
                <a:lnTo>
                  <a:pt x="777117" y="146536"/>
                </a:lnTo>
                <a:lnTo>
                  <a:pt x="775618" y="146536"/>
                </a:lnTo>
                <a:close/>
                <a:moveTo>
                  <a:pt x="765123" y="145648"/>
                </a:moveTo>
                <a:lnTo>
                  <a:pt x="765623" y="145648"/>
                </a:lnTo>
                <a:lnTo>
                  <a:pt x="765623" y="146536"/>
                </a:lnTo>
                <a:lnTo>
                  <a:pt x="765123" y="146536"/>
                </a:lnTo>
                <a:close/>
                <a:moveTo>
                  <a:pt x="862576" y="146536"/>
                </a:moveTo>
                <a:lnTo>
                  <a:pt x="864575" y="146536"/>
                </a:lnTo>
                <a:lnTo>
                  <a:pt x="864575" y="147425"/>
                </a:lnTo>
                <a:lnTo>
                  <a:pt x="862576" y="147425"/>
                </a:lnTo>
                <a:close/>
                <a:moveTo>
                  <a:pt x="759126" y="146536"/>
                </a:moveTo>
                <a:lnTo>
                  <a:pt x="760125" y="146536"/>
                </a:lnTo>
                <a:lnTo>
                  <a:pt x="760125" y="147425"/>
                </a:lnTo>
                <a:lnTo>
                  <a:pt x="759126" y="147425"/>
                </a:lnTo>
                <a:close/>
                <a:moveTo>
                  <a:pt x="771120" y="146536"/>
                </a:moveTo>
                <a:lnTo>
                  <a:pt x="772119" y="146536"/>
                </a:lnTo>
                <a:lnTo>
                  <a:pt x="772119" y="147425"/>
                </a:lnTo>
                <a:lnTo>
                  <a:pt x="771120" y="147425"/>
                </a:lnTo>
                <a:close/>
                <a:moveTo>
                  <a:pt x="775618" y="146536"/>
                </a:moveTo>
                <a:lnTo>
                  <a:pt x="776617" y="146536"/>
                </a:lnTo>
                <a:lnTo>
                  <a:pt x="776617" y="147425"/>
                </a:lnTo>
                <a:lnTo>
                  <a:pt x="775618" y="147425"/>
                </a:lnTo>
                <a:close/>
                <a:moveTo>
                  <a:pt x="733138" y="146536"/>
                </a:moveTo>
                <a:lnTo>
                  <a:pt x="734637" y="146536"/>
                </a:lnTo>
                <a:lnTo>
                  <a:pt x="734637" y="147425"/>
                </a:lnTo>
                <a:lnTo>
                  <a:pt x="733138" y="147425"/>
                </a:lnTo>
                <a:close/>
                <a:moveTo>
                  <a:pt x="725642" y="146536"/>
                </a:moveTo>
                <a:lnTo>
                  <a:pt x="727641" y="146536"/>
                </a:lnTo>
                <a:lnTo>
                  <a:pt x="727641" y="147425"/>
                </a:lnTo>
                <a:lnTo>
                  <a:pt x="725642" y="147425"/>
                </a:lnTo>
                <a:close/>
                <a:moveTo>
                  <a:pt x="846084" y="143872"/>
                </a:moveTo>
                <a:lnTo>
                  <a:pt x="848083" y="143872"/>
                </a:lnTo>
                <a:lnTo>
                  <a:pt x="848083" y="147425"/>
                </a:lnTo>
                <a:lnTo>
                  <a:pt x="846084" y="147425"/>
                </a:lnTo>
                <a:close/>
                <a:moveTo>
                  <a:pt x="738136" y="146536"/>
                </a:moveTo>
                <a:lnTo>
                  <a:pt x="740135" y="146536"/>
                </a:lnTo>
                <a:lnTo>
                  <a:pt x="740135" y="147425"/>
                </a:lnTo>
                <a:lnTo>
                  <a:pt x="738136" y="147425"/>
                </a:lnTo>
                <a:close/>
                <a:moveTo>
                  <a:pt x="762624" y="146536"/>
                </a:moveTo>
                <a:lnTo>
                  <a:pt x="766122" y="146536"/>
                </a:lnTo>
                <a:lnTo>
                  <a:pt x="766122" y="147425"/>
                </a:lnTo>
                <a:lnTo>
                  <a:pt x="762624" y="147425"/>
                </a:lnTo>
                <a:close/>
                <a:moveTo>
                  <a:pt x="839087" y="143872"/>
                </a:moveTo>
                <a:lnTo>
                  <a:pt x="841086" y="143872"/>
                </a:lnTo>
                <a:lnTo>
                  <a:pt x="841086" y="147425"/>
                </a:lnTo>
                <a:lnTo>
                  <a:pt x="839087" y="147425"/>
                </a:lnTo>
                <a:close/>
                <a:moveTo>
                  <a:pt x="851081" y="142984"/>
                </a:moveTo>
                <a:lnTo>
                  <a:pt x="852581" y="142984"/>
                </a:lnTo>
                <a:lnTo>
                  <a:pt x="852581" y="147425"/>
                </a:lnTo>
                <a:lnTo>
                  <a:pt x="851081" y="147425"/>
                </a:lnTo>
                <a:close/>
                <a:moveTo>
                  <a:pt x="745632" y="146536"/>
                </a:moveTo>
                <a:lnTo>
                  <a:pt x="746132" y="146536"/>
                </a:lnTo>
                <a:lnTo>
                  <a:pt x="746132" y="147425"/>
                </a:lnTo>
                <a:lnTo>
                  <a:pt x="745632" y="147425"/>
                </a:lnTo>
                <a:close/>
                <a:moveTo>
                  <a:pt x="777117" y="146536"/>
                </a:moveTo>
                <a:lnTo>
                  <a:pt x="778616" y="146536"/>
                </a:lnTo>
                <a:lnTo>
                  <a:pt x="778616" y="147425"/>
                </a:lnTo>
                <a:lnTo>
                  <a:pt x="777117" y="147425"/>
                </a:lnTo>
                <a:close/>
                <a:moveTo>
                  <a:pt x="747131" y="146536"/>
                </a:moveTo>
                <a:lnTo>
                  <a:pt x="748631" y="146536"/>
                </a:lnTo>
                <a:lnTo>
                  <a:pt x="748631" y="147425"/>
                </a:lnTo>
                <a:lnTo>
                  <a:pt x="747131" y="147425"/>
                </a:lnTo>
                <a:close/>
                <a:moveTo>
                  <a:pt x="758626" y="147425"/>
                </a:moveTo>
                <a:lnTo>
                  <a:pt x="760125" y="147425"/>
                </a:lnTo>
                <a:lnTo>
                  <a:pt x="760125" y="148313"/>
                </a:lnTo>
                <a:lnTo>
                  <a:pt x="758626" y="148313"/>
                </a:lnTo>
                <a:close/>
                <a:moveTo>
                  <a:pt x="828093" y="141208"/>
                </a:moveTo>
                <a:lnTo>
                  <a:pt x="830092" y="141208"/>
                </a:lnTo>
                <a:lnTo>
                  <a:pt x="830092" y="148313"/>
                </a:lnTo>
                <a:lnTo>
                  <a:pt x="828093" y="148313"/>
                </a:lnTo>
                <a:close/>
                <a:moveTo>
                  <a:pt x="832091" y="140320"/>
                </a:moveTo>
                <a:lnTo>
                  <a:pt x="833590" y="140320"/>
                </a:lnTo>
                <a:lnTo>
                  <a:pt x="833590" y="148313"/>
                </a:lnTo>
                <a:lnTo>
                  <a:pt x="832091" y="148313"/>
                </a:lnTo>
                <a:close/>
                <a:moveTo>
                  <a:pt x="761125" y="147425"/>
                </a:moveTo>
                <a:lnTo>
                  <a:pt x="765623" y="147425"/>
                </a:lnTo>
                <a:lnTo>
                  <a:pt x="765623" y="148313"/>
                </a:lnTo>
                <a:lnTo>
                  <a:pt x="761125" y="148313"/>
                </a:lnTo>
                <a:close/>
                <a:moveTo>
                  <a:pt x="862576" y="147425"/>
                </a:moveTo>
                <a:lnTo>
                  <a:pt x="865075" y="147425"/>
                </a:lnTo>
                <a:lnTo>
                  <a:pt x="865075" y="148313"/>
                </a:lnTo>
                <a:lnTo>
                  <a:pt x="862576" y="148313"/>
                </a:lnTo>
                <a:close/>
                <a:moveTo>
                  <a:pt x="739135" y="147425"/>
                </a:moveTo>
                <a:lnTo>
                  <a:pt x="740135" y="147425"/>
                </a:lnTo>
                <a:lnTo>
                  <a:pt x="740135" y="148313"/>
                </a:lnTo>
                <a:lnTo>
                  <a:pt x="739135" y="148313"/>
                </a:lnTo>
                <a:close/>
                <a:moveTo>
                  <a:pt x="795108" y="76377"/>
                </a:moveTo>
                <a:lnTo>
                  <a:pt x="795608" y="76377"/>
                </a:lnTo>
                <a:lnTo>
                  <a:pt x="795608" y="148313"/>
                </a:lnTo>
                <a:lnTo>
                  <a:pt x="795108" y="148313"/>
                </a:lnTo>
                <a:close/>
                <a:moveTo>
                  <a:pt x="775118" y="147425"/>
                </a:moveTo>
                <a:lnTo>
                  <a:pt x="776617" y="147425"/>
                </a:lnTo>
                <a:lnTo>
                  <a:pt x="776617" y="148313"/>
                </a:lnTo>
                <a:lnTo>
                  <a:pt x="775118" y="148313"/>
                </a:lnTo>
                <a:close/>
                <a:moveTo>
                  <a:pt x="733638" y="147425"/>
                </a:moveTo>
                <a:lnTo>
                  <a:pt x="734138" y="147425"/>
                </a:lnTo>
                <a:lnTo>
                  <a:pt x="734138" y="148313"/>
                </a:lnTo>
                <a:lnTo>
                  <a:pt x="733638" y="148313"/>
                </a:lnTo>
                <a:close/>
                <a:moveTo>
                  <a:pt x="779116" y="145648"/>
                </a:moveTo>
                <a:lnTo>
                  <a:pt x="780615" y="145648"/>
                </a:lnTo>
                <a:lnTo>
                  <a:pt x="780615" y="148313"/>
                </a:lnTo>
                <a:lnTo>
                  <a:pt x="779116" y="148313"/>
                </a:lnTo>
                <a:close/>
                <a:moveTo>
                  <a:pt x="747131" y="147425"/>
                </a:moveTo>
                <a:lnTo>
                  <a:pt x="748131" y="147425"/>
                </a:lnTo>
                <a:lnTo>
                  <a:pt x="748131" y="148313"/>
                </a:lnTo>
                <a:lnTo>
                  <a:pt x="747131" y="148313"/>
                </a:lnTo>
                <a:close/>
                <a:moveTo>
                  <a:pt x="736137" y="147425"/>
                </a:moveTo>
                <a:lnTo>
                  <a:pt x="736636" y="147425"/>
                </a:lnTo>
                <a:lnTo>
                  <a:pt x="736636" y="148313"/>
                </a:lnTo>
                <a:lnTo>
                  <a:pt x="736137" y="148313"/>
                </a:lnTo>
                <a:close/>
                <a:moveTo>
                  <a:pt x="821096" y="134103"/>
                </a:moveTo>
                <a:lnTo>
                  <a:pt x="823095" y="134103"/>
                </a:lnTo>
                <a:lnTo>
                  <a:pt x="823095" y="148313"/>
                </a:lnTo>
                <a:lnTo>
                  <a:pt x="821096" y="148313"/>
                </a:lnTo>
                <a:close/>
                <a:moveTo>
                  <a:pt x="846084" y="147425"/>
                </a:moveTo>
                <a:lnTo>
                  <a:pt x="848583" y="147425"/>
                </a:lnTo>
                <a:lnTo>
                  <a:pt x="848583" y="148313"/>
                </a:lnTo>
                <a:lnTo>
                  <a:pt x="846084" y="148313"/>
                </a:lnTo>
                <a:close/>
                <a:moveTo>
                  <a:pt x="851081" y="147425"/>
                </a:moveTo>
                <a:lnTo>
                  <a:pt x="853081" y="147425"/>
                </a:lnTo>
                <a:lnTo>
                  <a:pt x="853081" y="148313"/>
                </a:lnTo>
                <a:lnTo>
                  <a:pt x="851081" y="148313"/>
                </a:lnTo>
                <a:close/>
                <a:moveTo>
                  <a:pt x="839087" y="147425"/>
                </a:moveTo>
                <a:lnTo>
                  <a:pt x="841586" y="147425"/>
                </a:lnTo>
                <a:lnTo>
                  <a:pt x="841586" y="148313"/>
                </a:lnTo>
                <a:lnTo>
                  <a:pt x="839087" y="148313"/>
                </a:lnTo>
                <a:close/>
                <a:moveTo>
                  <a:pt x="863076" y="148313"/>
                </a:moveTo>
                <a:lnTo>
                  <a:pt x="866074" y="148313"/>
                </a:lnTo>
                <a:lnTo>
                  <a:pt x="866074" y="149201"/>
                </a:lnTo>
                <a:lnTo>
                  <a:pt x="863076" y="149201"/>
                </a:lnTo>
                <a:close/>
                <a:moveTo>
                  <a:pt x="775118" y="148313"/>
                </a:moveTo>
                <a:lnTo>
                  <a:pt x="776117" y="148313"/>
                </a:lnTo>
                <a:lnTo>
                  <a:pt x="776117" y="149201"/>
                </a:lnTo>
                <a:lnTo>
                  <a:pt x="775118" y="149201"/>
                </a:lnTo>
                <a:close/>
                <a:moveTo>
                  <a:pt x="846584" y="148313"/>
                </a:moveTo>
                <a:lnTo>
                  <a:pt x="853081" y="148313"/>
                </a:lnTo>
                <a:lnTo>
                  <a:pt x="853081" y="149201"/>
                </a:lnTo>
                <a:lnTo>
                  <a:pt x="846584" y="149201"/>
                </a:lnTo>
                <a:close/>
                <a:moveTo>
                  <a:pt x="866574" y="148313"/>
                </a:moveTo>
                <a:lnTo>
                  <a:pt x="868073" y="148313"/>
                </a:lnTo>
                <a:lnTo>
                  <a:pt x="868073" y="149201"/>
                </a:lnTo>
                <a:lnTo>
                  <a:pt x="866574" y="149201"/>
                </a:lnTo>
                <a:close/>
                <a:moveTo>
                  <a:pt x="735637" y="148313"/>
                </a:moveTo>
                <a:lnTo>
                  <a:pt x="737636" y="148313"/>
                </a:lnTo>
                <a:lnTo>
                  <a:pt x="737636" y="149201"/>
                </a:lnTo>
                <a:lnTo>
                  <a:pt x="735637" y="149201"/>
                </a:lnTo>
                <a:close/>
                <a:moveTo>
                  <a:pt x="760625" y="148313"/>
                </a:moveTo>
                <a:lnTo>
                  <a:pt x="764123" y="148313"/>
                </a:lnTo>
                <a:lnTo>
                  <a:pt x="764123" y="149201"/>
                </a:lnTo>
                <a:lnTo>
                  <a:pt x="760625" y="149201"/>
                </a:lnTo>
                <a:close/>
                <a:moveTo>
                  <a:pt x="747131" y="148313"/>
                </a:moveTo>
                <a:lnTo>
                  <a:pt x="753628" y="148313"/>
                </a:lnTo>
                <a:lnTo>
                  <a:pt x="753628" y="149201"/>
                </a:lnTo>
                <a:lnTo>
                  <a:pt x="747131" y="149201"/>
                </a:lnTo>
                <a:close/>
                <a:moveTo>
                  <a:pt x="839587" y="148313"/>
                </a:moveTo>
                <a:lnTo>
                  <a:pt x="844085" y="148313"/>
                </a:lnTo>
                <a:lnTo>
                  <a:pt x="844085" y="149201"/>
                </a:lnTo>
                <a:lnTo>
                  <a:pt x="839587" y="149201"/>
                </a:lnTo>
                <a:close/>
                <a:moveTo>
                  <a:pt x="828093" y="148313"/>
                </a:moveTo>
                <a:lnTo>
                  <a:pt x="833590" y="148313"/>
                </a:lnTo>
                <a:lnTo>
                  <a:pt x="833590" y="149201"/>
                </a:lnTo>
                <a:lnTo>
                  <a:pt x="828093" y="149201"/>
                </a:lnTo>
                <a:close/>
                <a:moveTo>
                  <a:pt x="777117" y="147425"/>
                </a:moveTo>
                <a:lnTo>
                  <a:pt x="778117" y="147425"/>
                </a:lnTo>
                <a:lnTo>
                  <a:pt x="778117" y="149201"/>
                </a:lnTo>
                <a:lnTo>
                  <a:pt x="777117" y="149201"/>
                </a:lnTo>
                <a:close/>
                <a:moveTo>
                  <a:pt x="758626" y="148313"/>
                </a:moveTo>
                <a:lnTo>
                  <a:pt x="759625" y="148313"/>
                </a:lnTo>
                <a:lnTo>
                  <a:pt x="759625" y="149201"/>
                </a:lnTo>
                <a:lnTo>
                  <a:pt x="758626" y="149201"/>
                </a:lnTo>
                <a:close/>
                <a:moveTo>
                  <a:pt x="738635" y="148313"/>
                </a:moveTo>
                <a:lnTo>
                  <a:pt x="740135" y="148313"/>
                </a:lnTo>
                <a:lnTo>
                  <a:pt x="740135" y="149201"/>
                </a:lnTo>
                <a:lnTo>
                  <a:pt x="738635" y="149201"/>
                </a:lnTo>
                <a:close/>
                <a:moveTo>
                  <a:pt x="745132" y="147425"/>
                </a:moveTo>
                <a:lnTo>
                  <a:pt x="746132" y="147425"/>
                </a:lnTo>
                <a:lnTo>
                  <a:pt x="746132" y="149201"/>
                </a:lnTo>
                <a:lnTo>
                  <a:pt x="745132" y="149201"/>
                </a:lnTo>
                <a:close/>
                <a:moveTo>
                  <a:pt x="851581" y="149201"/>
                </a:moveTo>
                <a:lnTo>
                  <a:pt x="853081" y="149201"/>
                </a:lnTo>
                <a:lnTo>
                  <a:pt x="853081" y="150089"/>
                </a:lnTo>
                <a:lnTo>
                  <a:pt x="851581" y="150089"/>
                </a:lnTo>
                <a:close/>
                <a:moveTo>
                  <a:pt x="736137" y="149201"/>
                </a:moveTo>
                <a:lnTo>
                  <a:pt x="737136" y="149201"/>
                </a:lnTo>
                <a:lnTo>
                  <a:pt x="737136" y="150089"/>
                </a:lnTo>
                <a:lnTo>
                  <a:pt x="736137" y="150089"/>
                </a:lnTo>
                <a:close/>
                <a:moveTo>
                  <a:pt x="738635" y="149201"/>
                </a:moveTo>
                <a:lnTo>
                  <a:pt x="739635" y="149201"/>
                </a:lnTo>
                <a:lnTo>
                  <a:pt x="739635" y="150089"/>
                </a:lnTo>
                <a:lnTo>
                  <a:pt x="738635" y="150089"/>
                </a:lnTo>
                <a:close/>
                <a:moveTo>
                  <a:pt x="779116" y="148313"/>
                </a:moveTo>
                <a:lnTo>
                  <a:pt x="780116" y="148313"/>
                </a:lnTo>
                <a:lnTo>
                  <a:pt x="780116" y="150089"/>
                </a:lnTo>
                <a:lnTo>
                  <a:pt x="779116" y="150089"/>
                </a:lnTo>
                <a:close/>
                <a:moveTo>
                  <a:pt x="758126" y="149201"/>
                </a:moveTo>
                <a:lnTo>
                  <a:pt x="759625" y="149201"/>
                </a:lnTo>
                <a:lnTo>
                  <a:pt x="759625" y="150089"/>
                </a:lnTo>
                <a:lnTo>
                  <a:pt x="758126" y="150089"/>
                </a:lnTo>
                <a:close/>
                <a:moveTo>
                  <a:pt x="762624" y="149201"/>
                </a:moveTo>
                <a:lnTo>
                  <a:pt x="764123" y="149201"/>
                </a:lnTo>
                <a:lnTo>
                  <a:pt x="764123" y="150089"/>
                </a:lnTo>
                <a:lnTo>
                  <a:pt x="762624" y="150089"/>
                </a:lnTo>
                <a:close/>
                <a:moveTo>
                  <a:pt x="828592" y="149201"/>
                </a:moveTo>
                <a:lnTo>
                  <a:pt x="833590" y="149201"/>
                </a:lnTo>
                <a:lnTo>
                  <a:pt x="833590" y="150089"/>
                </a:lnTo>
                <a:lnTo>
                  <a:pt x="828592" y="150089"/>
                </a:lnTo>
                <a:close/>
                <a:moveTo>
                  <a:pt x="846584" y="149201"/>
                </a:moveTo>
                <a:lnTo>
                  <a:pt x="851081" y="149201"/>
                </a:lnTo>
                <a:lnTo>
                  <a:pt x="851081" y="150089"/>
                </a:lnTo>
                <a:lnTo>
                  <a:pt x="846584" y="150089"/>
                </a:lnTo>
                <a:close/>
                <a:moveTo>
                  <a:pt x="863575" y="149201"/>
                </a:moveTo>
                <a:lnTo>
                  <a:pt x="868073" y="149201"/>
                </a:lnTo>
                <a:lnTo>
                  <a:pt x="868073" y="150089"/>
                </a:lnTo>
                <a:lnTo>
                  <a:pt x="863575" y="150089"/>
                </a:lnTo>
                <a:close/>
                <a:moveTo>
                  <a:pt x="840087" y="149201"/>
                </a:moveTo>
                <a:lnTo>
                  <a:pt x="844085" y="149201"/>
                </a:lnTo>
                <a:lnTo>
                  <a:pt x="844085" y="150089"/>
                </a:lnTo>
                <a:lnTo>
                  <a:pt x="840087" y="150089"/>
                </a:lnTo>
                <a:close/>
                <a:moveTo>
                  <a:pt x="761125" y="149201"/>
                </a:moveTo>
                <a:lnTo>
                  <a:pt x="762124" y="149201"/>
                </a:lnTo>
                <a:lnTo>
                  <a:pt x="762124" y="150089"/>
                </a:lnTo>
                <a:lnTo>
                  <a:pt x="761125" y="150089"/>
                </a:lnTo>
                <a:close/>
                <a:moveTo>
                  <a:pt x="744633" y="149201"/>
                </a:moveTo>
                <a:lnTo>
                  <a:pt x="746132" y="149201"/>
                </a:lnTo>
                <a:lnTo>
                  <a:pt x="746132" y="150089"/>
                </a:lnTo>
                <a:lnTo>
                  <a:pt x="744633" y="150089"/>
                </a:lnTo>
                <a:close/>
                <a:moveTo>
                  <a:pt x="720144" y="150089"/>
                </a:moveTo>
                <a:lnTo>
                  <a:pt x="729640" y="150089"/>
                </a:lnTo>
                <a:lnTo>
                  <a:pt x="729640" y="150977"/>
                </a:lnTo>
                <a:lnTo>
                  <a:pt x="720144" y="150977"/>
                </a:lnTo>
                <a:close/>
                <a:moveTo>
                  <a:pt x="752629" y="149201"/>
                </a:moveTo>
                <a:lnTo>
                  <a:pt x="753628" y="149201"/>
                </a:lnTo>
                <a:lnTo>
                  <a:pt x="753628" y="150977"/>
                </a:lnTo>
                <a:lnTo>
                  <a:pt x="752629" y="150977"/>
                </a:lnTo>
                <a:close/>
                <a:moveTo>
                  <a:pt x="778616" y="150089"/>
                </a:moveTo>
                <a:lnTo>
                  <a:pt x="780116" y="150089"/>
                </a:lnTo>
                <a:lnTo>
                  <a:pt x="780116" y="150977"/>
                </a:lnTo>
                <a:lnTo>
                  <a:pt x="778616" y="150977"/>
                </a:lnTo>
                <a:close/>
                <a:moveTo>
                  <a:pt x="762624" y="150089"/>
                </a:moveTo>
                <a:lnTo>
                  <a:pt x="766122" y="150089"/>
                </a:lnTo>
                <a:lnTo>
                  <a:pt x="766122" y="150977"/>
                </a:lnTo>
                <a:lnTo>
                  <a:pt x="762624" y="150977"/>
                </a:lnTo>
                <a:close/>
                <a:moveTo>
                  <a:pt x="852081" y="150089"/>
                </a:moveTo>
                <a:lnTo>
                  <a:pt x="852581" y="150089"/>
                </a:lnTo>
                <a:lnTo>
                  <a:pt x="852581" y="150977"/>
                </a:lnTo>
                <a:lnTo>
                  <a:pt x="852081" y="150977"/>
                </a:lnTo>
                <a:close/>
                <a:moveTo>
                  <a:pt x="847583" y="150089"/>
                </a:moveTo>
                <a:lnTo>
                  <a:pt x="850582" y="150089"/>
                </a:lnTo>
                <a:lnTo>
                  <a:pt x="850582" y="150977"/>
                </a:lnTo>
                <a:lnTo>
                  <a:pt x="847583" y="150977"/>
                </a:lnTo>
                <a:close/>
                <a:moveTo>
                  <a:pt x="772619" y="146536"/>
                </a:moveTo>
                <a:lnTo>
                  <a:pt x="773619" y="146536"/>
                </a:lnTo>
                <a:lnTo>
                  <a:pt x="773619" y="150977"/>
                </a:lnTo>
                <a:lnTo>
                  <a:pt x="772619" y="150977"/>
                </a:lnTo>
                <a:close/>
                <a:moveTo>
                  <a:pt x="856579" y="143872"/>
                </a:moveTo>
                <a:lnTo>
                  <a:pt x="858578" y="143872"/>
                </a:lnTo>
                <a:lnTo>
                  <a:pt x="858578" y="150977"/>
                </a:lnTo>
                <a:lnTo>
                  <a:pt x="856579" y="150977"/>
                </a:lnTo>
                <a:close/>
                <a:moveTo>
                  <a:pt x="840587" y="150089"/>
                </a:moveTo>
                <a:lnTo>
                  <a:pt x="844085" y="150089"/>
                </a:lnTo>
                <a:lnTo>
                  <a:pt x="844085" y="150977"/>
                </a:lnTo>
                <a:lnTo>
                  <a:pt x="840587" y="150977"/>
                </a:lnTo>
                <a:close/>
                <a:moveTo>
                  <a:pt x="864075" y="150089"/>
                </a:moveTo>
                <a:lnTo>
                  <a:pt x="868073" y="150089"/>
                </a:lnTo>
                <a:lnTo>
                  <a:pt x="868073" y="150977"/>
                </a:lnTo>
                <a:lnTo>
                  <a:pt x="864075" y="150977"/>
                </a:lnTo>
                <a:close/>
                <a:moveTo>
                  <a:pt x="821096" y="148313"/>
                </a:moveTo>
                <a:lnTo>
                  <a:pt x="826093" y="148313"/>
                </a:lnTo>
                <a:lnTo>
                  <a:pt x="826093" y="150977"/>
                </a:lnTo>
                <a:lnTo>
                  <a:pt x="821096" y="150977"/>
                </a:lnTo>
                <a:close/>
                <a:moveTo>
                  <a:pt x="829092" y="150089"/>
                </a:moveTo>
                <a:lnTo>
                  <a:pt x="833090" y="150089"/>
                </a:lnTo>
                <a:lnTo>
                  <a:pt x="833090" y="150977"/>
                </a:lnTo>
                <a:lnTo>
                  <a:pt x="829092" y="150977"/>
                </a:lnTo>
                <a:close/>
                <a:moveTo>
                  <a:pt x="967026" y="150089"/>
                </a:moveTo>
                <a:lnTo>
                  <a:pt x="967526" y="150089"/>
                </a:lnTo>
                <a:lnTo>
                  <a:pt x="967526" y="150977"/>
                </a:lnTo>
                <a:lnTo>
                  <a:pt x="967026" y="150977"/>
                </a:lnTo>
                <a:close/>
                <a:moveTo>
                  <a:pt x="762624" y="150977"/>
                </a:moveTo>
                <a:lnTo>
                  <a:pt x="766622" y="150977"/>
                </a:lnTo>
                <a:lnTo>
                  <a:pt x="766622" y="151865"/>
                </a:lnTo>
                <a:lnTo>
                  <a:pt x="762624" y="151865"/>
                </a:lnTo>
                <a:close/>
                <a:moveTo>
                  <a:pt x="946036" y="150977"/>
                </a:moveTo>
                <a:lnTo>
                  <a:pt x="946536" y="150977"/>
                </a:lnTo>
                <a:lnTo>
                  <a:pt x="946536" y="151865"/>
                </a:lnTo>
                <a:lnTo>
                  <a:pt x="946036" y="151865"/>
                </a:lnTo>
                <a:close/>
                <a:moveTo>
                  <a:pt x="720644" y="150977"/>
                </a:moveTo>
                <a:lnTo>
                  <a:pt x="729140" y="150977"/>
                </a:lnTo>
                <a:lnTo>
                  <a:pt x="729140" y="151865"/>
                </a:lnTo>
                <a:lnTo>
                  <a:pt x="720644" y="151865"/>
                </a:lnTo>
                <a:close/>
                <a:moveTo>
                  <a:pt x="738136" y="150089"/>
                </a:moveTo>
                <a:lnTo>
                  <a:pt x="739635" y="150089"/>
                </a:lnTo>
                <a:lnTo>
                  <a:pt x="739635" y="151865"/>
                </a:lnTo>
                <a:lnTo>
                  <a:pt x="738136" y="151865"/>
                </a:lnTo>
                <a:close/>
                <a:moveTo>
                  <a:pt x="751129" y="150977"/>
                </a:moveTo>
                <a:lnTo>
                  <a:pt x="753628" y="150977"/>
                </a:lnTo>
                <a:lnTo>
                  <a:pt x="753628" y="151865"/>
                </a:lnTo>
                <a:lnTo>
                  <a:pt x="751129" y="151865"/>
                </a:lnTo>
                <a:close/>
                <a:moveTo>
                  <a:pt x="773119" y="150977"/>
                </a:moveTo>
                <a:lnTo>
                  <a:pt x="773619" y="150977"/>
                </a:lnTo>
                <a:lnTo>
                  <a:pt x="773619" y="151865"/>
                </a:lnTo>
                <a:lnTo>
                  <a:pt x="773119" y="151865"/>
                </a:lnTo>
                <a:close/>
                <a:moveTo>
                  <a:pt x="778117" y="150977"/>
                </a:moveTo>
                <a:lnTo>
                  <a:pt x="780116" y="150977"/>
                </a:lnTo>
                <a:lnTo>
                  <a:pt x="780116" y="151865"/>
                </a:lnTo>
                <a:lnTo>
                  <a:pt x="778117" y="151865"/>
                </a:lnTo>
                <a:close/>
                <a:moveTo>
                  <a:pt x="758126" y="150089"/>
                </a:moveTo>
                <a:lnTo>
                  <a:pt x="759126" y="150089"/>
                </a:lnTo>
                <a:lnTo>
                  <a:pt x="759126" y="151865"/>
                </a:lnTo>
                <a:lnTo>
                  <a:pt x="758126" y="151865"/>
                </a:lnTo>
                <a:close/>
                <a:moveTo>
                  <a:pt x="744633" y="150089"/>
                </a:moveTo>
                <a:lnTo>
                  <a:pt x="745632" y="150089"/>
                </a:lnTo>
                <a:lnTo>
                  <a:pt x="745632" y="151865"/>
                </a:lnTo>
                <a:lnTo>
                  <a:pt x="744633" y="151865"/>
                </a:lnTo>
                <a:close/>
                <a:moveTo>
                  <a:pt x="751129" y="151865"/>
                </a:moveTo>
                <a:lnTo>
                  <a:pt x="753129" y="151865"/>
                </a:lnTo>
                <a:lnTo>
                  <a:pt x="753129" y="152753"/>
                </a:lnTo>
                <a:lnTo>
                  <a:pt x="751129" y="152753"/>
                </a:lnTo>
                <a:close/>
                <a:moveTo>
                  <a:pt x="764123" y="151865"/>
                </a:moveTo>
                <a:lnTo>
                  <a:pt x="766122" y="151865"/>
                </a:lnTo>
                <a:lnTo>
                  <a:pt x="766122" y="152753"/>
                </a:lnTo>
                <a:lnTo>
                  <a:pt x="764123" y="152753"/>
                </a:lnTo>
                <a:close/>
                <a:moveTo>
                  <a:pt x="711149" y="346359"/>
                </a:moveTo>
                <a:lnTo>
                  <a:pt x="711648" y="346359"/>
                </a:lnTo>
                <a:lnTo>
                  <a:pt x="711648" y="347247"/>
                </a:lnTo>
                <a:lnTo>
                  <a:pt x="711149" y="347247"/>
                </a:lnTo>
                <a:close/>
                <a:moveTo>
                  <a:pt x="791110" y="348135"/>
                </a:moveTo>
                <a:lnTo>
                  <a:pt x="791610" y="348135"/>
                </a:lnTo>
                <a:lnTo>
                  <a:pt x="791610" y="349023"/>
                </a:lnTo>
                <a:lnTo>
                  <a:pt x="791110" y="349023"/>
                </a:lnTo>
                <a:close/>
                <a:moveTo>
                  <a:pt x="791110" y="357904"/>
                </a:moveTo>
                <a:lnTo>
                  <a:pt x="791610" y="357904"/>
                </a:lnTo>
                <a:lnTo>
                  <a:pt x="791610" y="358792"/>
                </a:lnTo>
                <a:lnTo>
                  <a:pt x="791110" y="358792"/>
                </a:lnTo>
                <a:close/>
                <a:moveTo>
                  <a:pt x="784613" y="358792"/>
                </a:moveTo>
                <a:lnTo>
                  <a:pt x="785113" y="358792"/>
                </a:lnTo>
                <a:lnTo>
                  <a:pt x="785113" y="359680"/>
                </a:lnTo>
                <a:lnTo>
                  <a:pt x="784613" y="359680"/>
                </a:lnTo>
                <a:close/>
                <a:moveTo>
                  <a:pt x="711149" y="369449"/>
                </a:moveTo>
                <a:lnTo>
                  <a:pt x="711648" y="369449"/>
                </a:lnTo>
                <a:lnTo>
                  <a:pt x="711648" y="370337"/>
                </a:lnTo>
                <a:lnTo>
                  <a:pt x="711149" y="370337"/>
                </a:lnTo>
                <a:close/>
                <a:moveTo>
                  <a:pt x="784613" y="369449"/>
                </a:moveTo>
                <a:lnTo>
                  <a:pt x="785113" y="369449"/>
                </a:lnTo>
                <a:lnTo>
                  <a:pt x="785113" y="370337"/>
                </a:lnTo>
                <a:lnTo>
                  <a:pt x="784613" y="370337"/>
                </a:lnTo>
                <a:close/>
                <a:moveTo>
                  <a:pt x="796608" y="369449"/>
                </a:moveTo>
                <a:lnTo>
                  <a:pt x="797107" y="369449"/>
                </a:lnTo>
                <a:lnTo>
                  <a:pt x="797107" y="370337"/>
                </a:lnTo>
                <a:lnTo>
                  <a:pt x="796608" y="370337"/>
                </a:lnTo>
                <a:close/>
                <a:moveTo>
                  <a:pt x="791110" y="369449"/>
                </a:moveTo>
                <a:lnTo>
                  <a:pt x="791610" y="369449"/>
                </a:lnTo>
                <a:lnTo>
                  <a:pt x="791610" y="371226"/>
                </a:lnTo>
                <a:lnTo>
                  <a:pt x="791110" y="371226"/>
                </a:lnTo>
                <a:close/>
                <a:moveTo>
                  <a:pt x="798607" y="370337"/>
                </a:moveTo>
                <a:lnTo>
                  <a:pt x="799106" y="370337"/>
                </a:lnTo>
                <a:lnTo>
                  <a:pt x="799106" y="371226"/>
                </a:lnTo>
                <a:lnTo>
                  <a:pt x="798607" y="371226"/>
                </a:lnTo>
                <a:close/>
                <a:moveTo>
                  <a:pt x="799106" y="371226"/>
                </a:moveTo>
                <a:lnTo>
                  <a:pt x="799606" y="371226"/>
                </a:lnTo>
                <a:lnTo>
                  <a:pt x="799606" y="372114"/>
                </a:lnTo>
                <a:lnTo>
                  <a:pt x="799106" y="372114"/>
                </a:lnTo>
                <a:close/>
                <a:moveTo>
                  <a:pt x="675166" y="372114"/>
                </a:moveTo>
                <a:lnTo>
                  <a:pt x="675666" y="372114"/>
                </a:lnTo>
                <a:lnTo>
                  <a:pt x="675666" y="373002"/>
                </a:lnTo>
                <a:lnTo>
                  <a:pt x="675166" y="373002"/>
                </a:lnTo>
                <a:close/>
                <a:moveTo>
                  <a:pt x="799606" y="372114"/>
                </a:moveTo>
                <a:lnTo>
                  <a:pt x="800106" y="372114"/>
                </a:lnTo>
                <a:lnTo>
                  <a:pt x="800106" y="373002"/>
                </a:lnTo>
                <a:lnTo>
                  <a:pt x="799606" y="373002"/>
                </a:lnTo>
                <a:close/>
                <a:moveTo>
                  <a:pt x="674666" y="373890"/>
                </a:moveTo>
                <a:lnTo>
                  <a:pt x="675166" y="373890"/>
                </a:lnTo>
                <a:lnTo>
                  <a:pt x="675166" y="374778"/>
                </a:lnTo>
                <a:lnTo>
                  <a:pt x="674666" y="374778"/>
                </a:lnTo>
                <a:close/>
                <a:moveTo>
                  <a:pt x="686161" y="374778"/>
                </a:moveTo>
                <a:lnTo>
                  <a:pt x="686660" y="374778"/>
                </a:lnTo>
                <a:lnTo>
                  <a:pt x="686660" y="375666"/>
                </a:lnTo>
                <a:lnTo>
                  <a:pt x="686161" y="375666"/>
                </a:lnTo>
                <a:close/>
                <a:moveTo>
                  <a:pt x="794609" y="375666"/>
                </a:moveTo>
                <a:lnTo>
                  <a:pt x="795108" y="375666"/>
                </a:lnTo>
                <a:lnTo>
                  <a:pt x="795108" y="376554"/>
                </a:lnTo>
                <a:lnTo>
                  <a:pt x="794609" y="376554"/>
                </a:lnTo>
                <a:close/>
                <a:moveTo>
                  <a:pt x="685161" y="375666"/>
                </a:moveTo>
                <a:lnTo>
                  <a:pt x="685661" y="375666"/>
                </a:lnTo>
                <a:lnTo>
                  <a:pt x="685661" y="376554"/>
                </a:lnTo>
                <a:lnTo>
                  <a:pt x="685161" y="376554"/>
                </a:lnTo>
                <a:close/>
                <a:moveTo>
                  <a:pt x="801605" y="376554"/>
                </a:moveTo>
                <a:lnTo>
                  <a:pt x="802105" y="376554"/>
                </a:lnTo>
                <a:lnTo>
                  <a:pt x="802105" y="377442"/>
                </a:lnTo>
                <a:lnTo>
                  <a:pt x="801605" y="377442"/>
                </a:lnTo>
                <a:close/>
                <a:moveTo>
                  <a:pt x="795108" y="376554"/>
                </a:moveTo>
                <a:lnTo>
                  <a:pt x="795608" y="376554"/>
                </a:lnTo>
                <a:lnTo>
                  <a:pt x="795608" y="377442"/>
                </a:lnTo>
                <a:lnTo>
                  <a:pt x="795108" y="377442"/>
                </a:lnTo>
                <a:close/>
                <a:moveTo>
                  <a:pt x="683662" y="377442"/>
                </a:moveTo>
                <a:lnTo>
                  <a:pt x="684162" y="377442"/>
                </a:lnTo>
                <a:lnTo>
                  <a:pt x="684162" y="378330"/>
                </a:lnTo>
                <a:lnTo>
                  <a:pt x="683662" y="378330"/>
                </a:lnTo>
                <a:close/>
                <a:moveTo>
                  <a:pt x="795608" y="377442"/>
                </a:moveTo>
                <a:lnTo>
                  <a:pt x="796108" y="377442"/>
                </a:lnTo>
                <a:lnTo>
                  <a:pt x="796108" y="378330"/>
                </a:lnTo>
                <a:lnTo>
                  <a:pt x="795608" y="378330"/>
                </a:lnTo>
                <a:close/>
                <a:moveTo>
                  <a:pt x="791110" y="378330"/>
                </a:moveTo>
                <a:lnTo>
                  <a:pt x="791610" y="378330"/>
                </a:lnTo>
                <a:lnTo>
                  <a:pt x="791610" y="379218"/>
                </a:lnTo>
                <a:lnTo>
                  <a:pt x="791110" y="379218"/>
                </a:lnTo>
                <a:close/>
                <a:moveTo>
                  <a:pt x="802605" y="379218"/>
                </a:moveTo>
                <a:lnTo>
                  <a:pt x="803105" y="379218"/>
                </a:lnTo>
                <a:lnTo>
                  <a:pt x="803105" y="380107"/>
                </a:lnTo>
                <a:lnTo>
                  <a:pt x="802605" y="380107"/>
                </a:lnTo>
                <a:close/>
                <a:moveTo>
                  <a:pt x="673667" y="379218"/>
                </a:moveTo>
                <a:lnTo>
                  <a:pt x="674166" y="379218"/>
                </a:lnTo>
                <a:lnTo>
                  <a:pt x="674166" y="380107"/>
                </a:lnTo>
                <a:lnTo>
                  <a:pt x="673667" y="380107"/>
                </a:lnTo>
                <a:close/>
                <a:moveTo>
                  <a:pt x="796608" y="380107"/>
                </a:moveTo>
                <a:lnTo>
                  <a:pt x="797107" y="380107"/>
                </a:lnTo>
                <a:lnTo>
                  <a:pt x="797107" y="380995"/>
                </a:lnTo>
                <a:lnTo>
                  <a:pt x="796608" y="380995"/>
                </a:lnTo>
                <a:close/>
                <a:moveTo>
                  <a:pt x="797107" y="380995"/>
                </a:moveTo>
                <a:lnTo>
                  <a:pt x="797607" y="380995"/>
                </a:lnTo>
                <a:lnTo>
                  <a:pt x="797607" y="381883"/>
                </a:lnTo>
                <a:lnTo>
                  <a:pt x="797107" y="381883"/>
                </a:lnTo>
                <a:close/>
                <a:moveTo>
                  <a:pt x="682662" y="380995"/>
                </a:moveTo>
                <a:lnTo>
                  <a:pt x="683162" y="380995"/>
                </a:lnTo>
                <a:lnTo>
                  <a:pt x="683162" y="381883"/>
                </a:lnTo>
                <a:lnTo>
                  <a:pt x="682662" y="381883"/>
                </a:lnTo>
                <a:close/>
                <a:moveTo>
                  <a:pt x="711149" y="382771"/>
                </a:moveTo>
                <a:lnTo>
                  <a:pt x="711648" y="382771"/>
                </a:lnTo>
                <a:lnTo>
                  <a:pt x="711648" y="383659"/>
                </a:lnTo>
                <a:lnTo>
                  <a:pt x="711149" y="383659"/>
                </a:lnTo>
                <a:close/>
                <a:moveTo>
                  <a:pt x="711149" y="384547"/>
                </a:moveTo>
                <a:lnTo>
                  <a:pt x="711648" y="384547"/>
                </a:lnTo>
                <a:lnTo>
                  <a:pt x="711648" y="385435"/>
                </a:lnTo>
                <a:lnTo>
                  <a:pt x="711149" y="385435"/>
                </a:lnTo>
                <a:close/>
                <a:moveTo>
                  <a:pt x="682163" y="384547"/>
                </a:moveTo>
                <a:lnTo>
                  <a:pt x="682662" y="384547"/>
                </a:lnTo>
                <a:lnTo>
                  <a:pt x="682662" y="385435"/>
                </a:lnTo>
                <a:lnTo>
                  <a:pt x="682163" y="385435"/>
                </a:lnTo>
                <a:close/>
                <a:moveTo>
                  <a:pt x="0" y="397869"/>
                </a:moveTo>
                <a:lnTo>
                  <a:pt x="79452" y="397869"/>
                </a:lnTo>
                <a:lnTo>
                  <a:pt x="79452" y="398757"/>
                </a:lnTo>
                <a:lnTo>
                  <a:pt x="0" y="398757"/>
                </a:lnTo>
                <a:close/>
                <a:moveTo>
                  <a:pt x="0" y="398757"/>
                </a:moveTo>
                <a:lnTo>
                  <a:pt x="81951" y="398757"/>
                </a:lnTo>
                <a:lnTo>
                  <a:pt x="81951" y="399645"/>
                </a:lnTo>
                <a:lnTo>
                  <a:pt x="0" y="399645"/>
                </a:lnTo>
                <a:close/>
                <a:moveTo>
                  <a:pt x="0" y="399645"/>
                </a:moveTo>
                <a:lnTo>
                  <a:pt x="83450" y="399645"/>
                </a:lnTo>
                <a:lnTo>
                  <a:pt x="83450" y="400533"/>
                </a:lnTo>
                <a:lnTo>
                  <a:pt x="0" y="400533"/>
                </a:lnTo>
                <a:close/>
                <a:moveTo>
                  <a:pt x="0" y="400533"/>
                </a:moveTo>
                <a:lnTo>
                  <a:pt x="84449" y="400533"/>
                </a:lnTo>
                <a:lnTo>
                  <a:pt x="84449" y="401421"/>
                </a:lnTo>
                <a:lnTo>
                  <a:pt x="0" y="401421"/>
                </a:lnTo>
                <a:close/>
                <a:moveTo>
                  <a:pt x="0" y="401421"/>
                </a:moveTo>
                <a:lnTo>
                  <a:pt x="85449" y="401421"/>
                </a:lnTo>
                <a:lnTo>
                  <a:pt x="85449" y="402309"/>
                </a:lnTo>
                <a:lnTo>
                  <a:pt x="0" y="402309"/>
                </a:lnTo>
                <a:close/>
                <a:moveTo>
                  <a:pt x="0" y="402309"/>
                </a:moveTo>
                <a:lnTo>
                  <a:pt x="85949" y="402309"/>
                </a:lnTo>
                <a:lnTo>
                  <a:pt x="85949" y="403197"/>
                </a:lnTo>
                <a:lnTo>
                  <a:pt x="0" y="403197"/>
                </a:lnTo>
                <a:close/>
                <a:moveTo>
                  <a:pt x="682163" y="403197"/>
                </a:moveTo>
                <a:lnTo>
                  <a:pt x="682662" y="403197"/>
                </a:lnTo>
                <a:lnTo>
                  <a:pt x="682662" y="404085"/>
                </a:lnTo>
                <a:lnTo>
                  <a:pt x="682163" y="404085"/>
                </a:lnTo>
                <a:close/>
                <a:moveTo>
                  <a:pt x="0" y="403197"/>
                </a:moveTo>
                <a:lnTo>
                  <a:pt x="86948" y="403197"/>
                </a:lnTo>
                <a:lnTo>
                  <a:pt x="86948" y="404085"/>
                </a:lnTo>
                <a:lnTo>
                  <a:pt x="0" y="404085"/>
                </a:lnTo>
                <a:close/>
                <a:moveTo>
                  <a:pt x="0" y="404085"/>
                </a:moveTo>
                <a:lnTo>
                  <a:pt x="87448" y="404085"/>
                </a:lnTo>
                <a:lnTo>
                  <a:pt x="87448" y="404973"/>
                </a:lnTo>
                <a:lnTo>
                  <a:pt x="0" y="404973"/>
                </a:lnTo>
                <a:close/>
                <a:moveTo>
                  <a:pt x="0" y="404973"/>
                </a:moveTo>
                <a:lnTo>
                  <a:pt x="87948" y="404973"/>
                </a:lnTo>
                <a:lnTo>
                  <a:pt x="87948" y="405861"/>
                </a:lnTo>
                <a:lnTo>
                  <a:pt x="0" y="405861"/>
                </a:lnTo>
                <a:close/>
                <a:moveTo>
                  <a:pt x="214387" y="405861"/>
                </a:moveTo>
                <a:lnTo>
                  <a:pt x="214887" y="405861"/>
                </a:lnTo>
                <a:lnTo>
                  <a:pt x="214887" y="406750"/>
                </a:lnTo>
                <a:lnTo>
                  <a:pt x="214387" y="406750"/>
                </a:lnTo>
                <a:close/>
                <a:moveTo>
                  <a:pt x="0" y="405861"/>
                </a:moveTo>
                <a:lnTo>
                  <a:pt x="88947" y="405861"/>
                </a:lnTo>
                <a:lnTo>
                  <a:pt x="88947" y="406750"/>
                </a:lnTo>
                <a:lnTo>
                  <a:pt x="0" y="406750"/>
                </a:lnTo>
                <a:close/>
                <a:moveTo>
                  <a:pt x="215387" y="406750"/>
                </a:moveTo>
                <a:lnTo>
                  <a:pt x="215886" y="406750"/>
                </a:lnTo>
                <a:lnTo>
                  <a:pt x="215886" y="407638"/>
                </a:lnTo>
                <a:lnTo>
                  <a:pt x="215387" y="407638"/>
                </a:lnTo>
                <a:close/>
                <a:moveTo>
                  <a:pt x="273359" y="406750"/>
                </a:moveTo>
                <a:lnTo>
                  <a:pt x="273859" y="406750"/>
                </a:lnTo>
                <a:lnTo>
                  <a:pt x="273859" y="407638"/>
                </a:lnTo>
                <a:lnTo>
                  <a:pt x="273359" y="407638"/>
                </a:lnTo>
                <a:close/>
                <a:moveTo>
                  <a:pt x="513743" y="406750"/>
                </a:moveTo>
                <a:lnTo>
                  <a:pt x="514243" y="406750"/>
                </a:lnTo>
                <a:lnTo>
                  <a:pt x="514243" y="407638"/>
                </a:lnTo>
                <a:lnTo>
                  <a:pt x="513743" y="407638"/>
                </a:lnTo>
                <a:close/>
                <a:moveTo>
                  <a:pt x="335329" y="406750"/>
                </a:moveTo>
                <a:lnTo>
                  <a:pt x="335829" y="406750"/>
                </a:lnTo>
                <a:lnTo>
                  <a:pt x="335829" y="407638"/>
                </a:lnTo>
                <a:lnTo>
                  <a:pt x="335329" y="407638"/>
                </a:lnTo>
                <a:close/>
                <a:moveTo>
                  <a:pt x="572715" y="406750"/>
                </a:moveTo>
                <a:lnTo>
                  <a:pt x="573215" y="406750"/>
                </a:lnTo>
                <a:lnTo>
                  <a:pt x="573215" y="407638"/>
                </a:lnTo>
                <a:lnTo>
                  <a:pt x="572715" y="407638"/>
                </a:lnTo>
                <a:close/>
                <a:moveTo>
                  <a:pt x="682163" y="406750"/>
                </a:moveTo>
                <a:lnTo>
                  <a:pt x="682662" y="406750"/>
                </a:lnTo>
                <a:lnTo>
                  <a:pt x="682662" y="407638"/>
                </a:lnTo>
                <a:lnTo>
                  <a:pt x="682163" y="407638"/>
                </a:lnTo>
                <a:close/>
                <a:moveTo>
                  <a:pt x="553224" y="407638"/>
                </a:moveTo>
                <a:lnTo>
                  <a:pt x="553724" y="407638"/>
                </a:lnTo>
                <a:lnTo>
                  <a:pt x="553724" y="408526"/>
                </a:lnTo>
                <a:lnTo>
                  <a:pt x="553224" y="408526"/>
                </a:lnTo>
                <a:close/>
                <a:moveTo>
                  <a:pt x="611197" y="407638"/>
                </a:moveTo>
                <a:lnTo>
                  <a:pt x="611696" y="407638"/>
                </a:lnTo>
                <a:lnTo>
                  <a:pt x="611696" y="408526"/>
                </a:lnTo>
                <a:lnTo>
                  <a:pt x="611197" y="408526"/>
                </a:lnTo>
                <a:close/>
                <a:moveTo>
                  <a:pt x="575714" y="407638"/>
                </a:moveTo>
                <a:lnTo>
                  <a:pt x="576213" y="407638"/>
                </a:lnTo>
                <a:lnTo>
                  <a:pt x="576213" y="408526"/>
                </a:lnTo>
                <a:lnTo>
                  <a:pt x="575714" y="408526"/>
                </a:lnTo>
                <a:close/>
                <a:moveTo>
                  <a:pt x="673667" y="407638"/>
                </a:moveTo>
                <a:lnTo>
                  <a:pt x="674166" y="407638"/>
                </a:lnTo>
                <a:lnTo>
                  <a:pt x="674166" y="408526"/>
                </a:lnTo>
                <a:lnTo>
                  <a:pt x="673667" y="408526"/>
                </a:lnTo>
                <a:close/>
                <a:moveTo>
                  <a:pt x="276857" y="407638"/>
                </a:moveTo>
                <a:lnTo>
                  <a:pt x="277357" y="407638"/>
                </a:lnTo>
                <a:lnTo>
                  <a:pt x="277357" y="408526"/>
                </a:lnTo>
                <a:lnTo>
                  <a:pt x="276857" y="408526"/>
                </a:lnTo>
                <a:close/>
                <a:moveTo>
                  <a:pt x="515742" y="407638"/>
                </a:moveTo>
                <a:lnTo>
                  <a:pt x="516242" y="407638"/>
                </a:lnTo>
                <a:lnTo>
                  <a:pt x="516242" y="408526"/>
                </a:lnTo>
                <a:lnTo>
                  <a:pt x="515742" y="408526"/>
                </a:lnTo>
                <a:close/>
                <a:moveTo>
                  <a:pt x="0" y="406750"/>
                </a:moveTo>
                <a:lnTo>
                  <a:pt x="89447" y="406750"/>
                </a:lnTo>
                <a:lnTo>
                  <a:pt x="89447" y="408526"/>
                </a:lnTo>
                <a:lnTo>
                  <a:pt x="0" y="408526"/>
                </a:lnTo>
                <a:close/>
                <a:moveTo>
                  <a:pt x="551725" y="407638"/>
                </a:moveTo>
                <a:lnTo>
                  <a:pt x="552225" y="407638"/>
                </a:lnTo>
                <a:lnTo>
                  <a:pt x="552225" y="408526"/>
                </a:lnTo>
                <a:lnTo>
                  <a:pt x="551725" y="408526"/>
                </a:lnTo>
                <a:close/>
                <a:moveTo>
                  <a:pt x="336329" y="407638"/>
                </a:moveTo>
                <a:lnTo>
                  <a:pt x="336828" y="407638"/>
                </a:lnTo>
                <a:lnTo>
                  <a:pt x="336828" y="408526"/>
                </a:lnTo>
                <a:lnTo>
                  <a:pt x="336329" y="408526"/>
                </a:lnTo>
                <a:close/>
                <a:moveTo>
                  <a:pt x="332830" y="407638"/>
                </a:moveTo>
                <a:lnTo>
                  <a:pt x="333330" y="407638"/>
                </a:lnTo>
                <a:lnTo>
                  <a:pt x="333330" y="408526"/>
                </a:lnTo>
                <a:lnTo>
                  <a:pt x="332830" y="408526"/>
                </a:lnTo>
                <a:close/>
                <a:moveTo>
                  <a:pt x="571716" y="407638"/>
                </a:moveTo>
                <a:lnTo>
                  <a:pt x="572215" y="407638"/>
                </a:lnTo>
                <a:lnTo>
                  <a:pt x="572215" y="408526"/>
                </a:lnTo>
                <a:lnTo>
                  <a:pt x="571716" y="408526"/>
                </a:lnTo>
                <a:close/>
                <a:moveTo>
                  <a:pt x="490754" y="408526"/>
                </a:moveTo>
                <a:lnTo>
                  <a:pt x="491254" y="408526"/>
                </a:lnTo>
                <a:lnTo>
                  <a:pt x="491254" y="409414"/>
                </a:lnTo>
                <a:lnTo>
                  <a:pt x="490754" y="409414"/>
                </a:lnTo>
                <a:close/>
                <a:moveTo>
                  <a:pt x="498251" y="408526"/>
                </a:moveTo>
                <a:lnTo>
                  <a:pt x="498751" y="408526"/>
                </a:lnTo>
                <a:lnTo>
                  <a:pt x="498751" y="409414"/>
                </a:lnTo>
                <a:lnTo>
                  <a:pt x="498251" y="409414"/>
                </a:lnTo>
                <a:close/>
                <a:moveTo>
                  <a:pt x="0" y="408526"/>
                </a:moveTo>
                <a:lnTo>
                  <a:pt x="89947" y="408526"/>
                </a:lnTo>
                <a:lnTo>
                  <a:pt x="89947" y="409414"/>
                </a:lnTo>
                <a:lnTo>
                  <a:pt x="0" y="409414"/>
                </a:lnTo>
                <a:close/>
                <a:moveTo>
                  <a:pt x="578712" y="408526"/>
                </a:moveTo>
                <a:lnTo>
                  <a:pt x="579212" y="408526"/>
                </a:lnTo>
                <a:lnTo>
                  <a:pt x="579212" y="409414"/>
                </a:lnTo>
                <a:lnTo>
                  <a:pt x="578712" y="409414"/>
                </a:lnTo>
                <a:close/>
                <a:moveTo>
                  <a:pt x="554724" y="408526"/>
                </a:moveTo>
                <a:lnTo>
                  <a:pt x="555223" y="408526"/>
                </a:lnTo>
                <a:lnTo>
                  <a:pt x="555223" y="409414"/>
                </a:lnTo>
                <a:lnTo>
                  <a:pt x="554724" y="409414"/>
                </a:lnTo>
                <a:close/>
                <a:moveTo>
                  <a:pt x="612696" y="408526"/>
                </a:moveTo>
                <a:lnTo>
                  <a:pt x="613196" y="408526"/>
                </a:lnTo>
                <a:lnTo>
                  <a:pt x="613196" y="409414"/>
                </a:lnTo>
                <a:lnTo>
                  <a:pt x="612696" y="409414"/>
                </a:lnTo>
                <a:close/>
                <a:moveTo>
                  <a:pt x="0" y="409414"/>
                </a:moveTo>
                <a:lnTo>
                  <a:pt x="90447" y="409414"/>
                </a:lnTo>
                <a:lnTo>
                  <a:pt x="90447" y="410302"/>
                </a:lnTo>
                <a:lnTo>
                  <a:pt x="0" y="410302"/>
                </a:lnTo>
                <a:close/>
                <a:moveTo>
                  <a:pt x="614195" y="409414"/>
                </a:moveTo>
                <a:lnTo>
                  <a:pt x="614695" y="409414"/>
                </a:lnTo>
                <a:lnTo>
                  <a:pt x="614695" y="410302"/>
                </a:lnTo>
                <a:lnTo>
                  <a:pt x="614195" y="410302"/>
                </a:lnTo>
                <a:close/>
                <a:moveTo>
                  <a:pt x="556223" y="409414"/>
                </a:moveTo>
                <a:lnTo>
                  <a:pt x="556723" y="409414"/>
                </a:lnTo>
                <a:lnTo>
                  <a:pt x="556723" y="410302"/>
                </a:lnTo>
                <a:lnTo>
                  <a:pt x="556223" y="410302"/>
                </a:lnTo>
                <a:close/>
                <a:moveTo>
                  <a:pt x="336828" y="409414"/>
                </a:moveTo>
                <a:lnTo>
                  <a:pt x="337328" y="409414"/>
                </a:lnTo>
                <a:lnTo>
                  <a:pt x="337328" y="410302"/>
                </a:lnTo>
                <a:lnTo>
                  <a:pt x="336828" y="410302"/>
                </a:lnTo>
                <a:close/>
                <a:moveTo>
                  <a:pt x="328832" y="409414"/>
                </a:moveTo>
                <a:lnTo>
                  <a:pt x="329332" y="409414"/>
                </a:lnTo>
                <a:lnTo>
                  <a:pt x="329332" y="410302"/>
                </a:lnTo>
                <a:lnTo>
                  <a:pt x="328832" y="410302"/>
                </a:lnTo>
                <a:close/>
                <a:moveTo>
                  <a:pt x="638683" y="410302"/>
                </a:moveTo>
                <a:lnTo>
                  <a:pt x="639183" y="410302"/>
                </a:lnTo>
                <a:lnTo>
                  <a:pt x="639183" y="411190"/>
                </a:lnTo>
                <a:lnTo>
                  <a:pt x="638683" y="411190"/>
                </a:lnTo>
                <a:close/>
                <a:moveTo>
                  <a:pt x="387304" y="410302"/>
                </a:moveTo>
                <a:lnTo>
                  <a:pt x="387804" y="410302"/>
                </a:lnTo>
                <a:lnTo>
                  <a:pt x="387804" y="411190"/>
                </a:lnTo>
                <a:lnTo>
                  <a:pt x="387304" y="411190"/>
                </a:lnTo>
                <a:close/>
                <a:moveTo>
                  <a:pt x="0" y="410302"/>
                </a:moveTo>
                <a:lnTo>
                  <a:pt x="90946" y="410302"/>
                </a:lnTo>
                <a:lnTo>
                  <a:pt x="90946" y="411190"/>
                </a:lnTo>
                <a:lnTo>
                  <a:pt x="0" y="411190"/>
                </a:lnTo>
                <a:close/>
                <a:moveTo>
                  <a:pt x="579212" y="410302"/>
                </a:moveTo>
                <a:lnTo>
                  <a:pt x="579712" y="410302"/>
                </a:lnTo>
                <a:lnTo>
                  <a:pt x="579712" y="411190"/>
                </a:lnTo>
                <a:lnTo>
                  <a:pt x="579212" y="411190"/>
                </a:lnTo>
                <a:close/>
                <a:moveTo>
                  <a:pt x="615694" y="410302"/>
                </a:moveTo>
                <a:lnTo>
                  <a:pt x="616194" y="410302"/>
                </a:lnTo>
                <a:lnTo>
                  <a:pt x="616194" y="411190"/>
                </a:lnTo>
                <a:lnTo>
                  <a:pt x="615694" y="411190"/>
                </a:lnTo>
                <a:close/>
                <a:moveTo>
                  <a:pt x="208390" y="411190"/>
                </a:moveTo>
                <a:lnTo>
                  <a:pt x="208890" y="411190"/>
                </a:lnTo>
                <a:lnTo>
                  <a:pt x="208890" y="412078"/>
                </a:lnTo>
                <a:lnTo>
                  <a:pt x="208390" y="412078"/>
                </a:lnTo>
                <a:close/>
                <a:moveTo>
                  <a:pt x="337328" y="411190"/>
                </a:moveTo>
                <a:lnTo>
                  <a:pt x="337828" y="411190"/>
                </a:lnTo>
                <a:lnTo>
                  <a:pt x="337828" y="412078"/>
                </a:lnTo>
                <a:lnTo>
                  <a:pt x="337328" y="412078"/>
                </a:lnTo>
                <a:close/>
                <a:moveTo>
                  <a:pt x="609198" y="411190"/>
                </a:moveTo>
                <a:lnTo>
                  <a:pt x="609697" y="411190"/>
                </a:lnTo>
                <a:lnTo>
                  <a:pt x="609697" y="412078"/>
                </a:lnTo>
                <a:lnTo>
                  <a:pt x="609198" y="412078"/>
                </a:lnTo>
                <a:close/>
                <a:moveTo>
                  <a:pt x="329332" y="411190"/>
                </a:moveTo>
                <a:lnTo>
                  <a:pt x="329832" y="411190"/>
                </a:lnTo>
                <a:lnTo>
                  <a:pt x="329832" y="412078"/>
                </a:lnTo>
                <a:lnTo>
                  <a:pt x="329332" y="412078"/>
                </a:lnTo>
                <a:close/>
                <a:moveTo>
                  <a:pt x="387304" y="412078"/>
                </a:moveTo>
                <a:lnTo>
                  <a:pt x="387804" y="412078"/>
                </a:lnTo>
                <a:lnTo>
                  <a:pt x="387804" y="412966"/>
                </a:lnTo>
                <a:lnTo>
                  <a:pt x="387304" y="412966"/>
                </a:lnTo>
                <a:close/>
                <a:moveTo>
                  <a:pt x="279356" y="412078"/>
                </a:moveTo>
                <a:lnTo>
                  <a:pt x="279856" y="412078"/>
                </a:lnTo>
                <a:lnTo>
                  <a:pt x="279856" y="412966"/>
                </a:lnTo>
                <a:lnTo>
                  <a:pt x="279356" y="412966"/>
                </a:lnTo>
                <a:close/>
                <a:moveTo>
                  <a:pt x="570716" y="412078"/>
                </a:moveTo>
                <a:lnTo>
                  <a:pt x="571216" y="412078"/>
                </a:lnTo>
                <a:lnTo>
                  <a:pt x="571216" y="412966"/>
                </a:lnTo>
                <a:lnTo>
                  <a:pt x="570716" y="412966"/>
                </a:lnTo>
                <a:close/>
                <a:moveTo>
                  <a:pt x="550726" y="412078"/>
                </a:moveTo>
                <a:lnTo>
                  <a:pt x="551225" y="412078"/>
                </a:lnTo>
                <a:lnTo>
                  <a:pt x="551225" y="412966"/>
                </a:lnTo>
                <a:lnTo>
                  <a:pt x="550726" y="412966"/>
                </a:lnTo>
                <a:close/>
                <a:moveTo>
                  <a:pt x="616194" y="412078"/>
                </a:moveTo>
                <a:lnTo>
                  <a:pt x="616694" y="412078"/>
                </a:lnTo>
                <a:lnTo>
                  <a:pt x="616694" y="412966"/>
                </a:lnTo>
                <a:lnTo>
                  <a:pt x="616194" y="412966"/>
                </a:lnTo>
                <a:close/>
                <a:moveTo>
                  <a:pt x="0" y="411190"/>
                </a:moveTo>
                <a:lnTo>
                  <a:pt x="91446" y="411190"/>
                </a:lnTo>
                <a:lnTo>
                  <a:pt x="91446" y="412966"/>
                </a:lnTo>
                <a:lnTo>
                  <a:pt x="0" y="412966"/>
                </a:lnTo>
                <a:close/>
                <a:moveTo>
                  <a:pt x="519741" y="412966"/>
                </a:moveTo>
                <a:lnTo>
                  <a:pt x="520240" y="412966"/>
                </a:lnTo>
                <a:lnTo>
                  <a:pt x="520240" y="413854"/>
                </a:lnTo>
                <a:lnTo>
                  <a:pt x="519741" y="413854"/>
                </a:lnTo>
                <a:close/>
                <a:moveTo>
                  <a:pt x="394800" y="413854"/>
                </a:moveTo>
                <a:lnTo>
                  <a:pt x="395300" y="413854"/>
                </a:lnTo>
                <a:lnTo>
                  <a:pt x="395300" y="414742"/>
                </a:lnTo>
                <a:lnTo>
                  <a:pt x="394800" y="414742"/>
                </a:lnTo>
                <a:close/>
                <a:moveTo>
                  <a:pt x="0" y="412966"/>
                </a:moveTo>
                <a:lnTo>
                  <a:pt x="91946" y="412966"/>
                </a:lnTo>
                <a:lnTo>
                  <a:pt x="91946" y="414742"/>
                </a:lnTo>
                <a:lnTo>
                  <a:pt x="0" y="414742"/>
                </a:lnTo>
                <a:close/>
                <a:moveTo>
                  <a:pt x="631187" y="413854"/>
                </a:moveTo>
                <a:lnTo>
                  <a:pt x="631687" y="413854"/>
                </a:lnTo>
                <a:lnTo>
                  <a:pt x="631687" y="414742"/>
                </a:lnTo>
                <a:lnTo>
                  <a:pt x="631187" y="414742"/>
                </a:lnTo>
                <a:close/>
                <a:moveTo>
                  <a:pt x="249370" y="413854"/>
                </a:moveTo>
                <a:lnTo>
                  <a:pt x="249870" y="413854"/>
                </a:lnTo>
                <a:lnTo>
                  <a:pt x="249870" y="414742"/>
                </a:lnTo>
                <a:lnTo>
                  <a:pt x="249370" y="414742"/>
                </a:lnTo>
                <a:close/>
                <a:moveTo>
                  <a:pt x="272359" y="413854"/>
                </a:moveTo>
                <a:lnTo>
                  <a:pt x="272859" y="413854"/>
                </a:lnTo>
                <a:lnTo>
                  <a:pt x="272859" y="414742"/>
                </a:lnTo>
                <a:lnTo>
                  <a:pt x="272359" y="414742"/>
                </a:lnTo>
                <a:close/>
                <a:moveTo>
                  <a:pt x="557722" y="413854"/>
                </a:moveTo>
                <a:lnTo>
                  <a:pt x="558222" y="413854"/>
                </a:lnTo>
                <a:lnTo>
                  <a:pt x="558222" y="414742"/>
                </a:lnTo>
                <a:lnTo>
                  <a:pt x="557722" y="414742"/>
                </a:lnTo>
                <a:close/>
                <a:moveTo>
                  <a:pt x="209389" y="414742"/>
                </a:moveTo>
                <a:lnTo>
                  <a:pt x="209889" y="414742"/>
                </a:lnTo>
                <a:lnTo>
                  <a:pt x="209889" y="415631"/>
                </a:lnTo>
                <a:lnTo>
                  <a:pt x="209389" y="415631"/>
                </a:lnTo>
                <a:close/>
                <a:moveTo>
                  <a:pt x="252369" y="414742"/>
                </a:moveTo>
                <a:lnTo>
                  <a:pt x="252869" y="414742"/>
                </a:lnTo>
                <a:lnTo>
                  <a:pt x="252869" y="415631"/>
                </a:lnTo>
                <a:lnTo>
                  <a:pt x="252369" y="415631"/>
                </a:lnTo>
                <a:close/>
                <a:moveTo>
                  <a:pt x="512244" y="414742"/>
                </a:moveTo>
                <a:lnTo>
                  <a:pt x="512744" y="414742"/>
                </a:lnTo>
                <a:lnTo>
                  <a:pt x="512744" y="415631"/>
                </a:lnTo>
                <a:lnTo>
                  <a:pt x="512244" y="415631"/>
                </a:lnTo>
                <a:close/>
                <a:moveTo>
                  <a:pt x="615694" y="414742"/>
                </a:moveTo>
                <a:lnTo>
                  <a:pt x="616194" y="414742"/>
                </a:lnTo>
                <a:lnTo>
                  <a:pt x="616194" y="415631"/>
                </a:lnTo>
                <a:lnTo>
                  <a:pt x="615694" y="415631"/>
                </a:lnTo>
                <a:close/>
                <a:moveTo>
                  <a:pt x="497251" y="415631"/>
                </a:moveTo>
                <a:lnTo>
                  <a:pt x="497751" y="415631"/>
                </a:lnTo>
                <a:lnTo>
                  <a:pt x="497751" y="416519"/>
                </a:lnTo>
                <a:lnTo>
                  <a:pt x="497251" y="416519"/>
                </a:lnTo>
                <a:close/>
                <a:moveTo>
                  <a:pt x="608198" y="415631"/>
                </a:moveTo>
                <a:lnTo>
                  <a:pt x="608698" y="415631"/>
                </a:lnTo>
                <a:lnTo>
                  <a:pt x="608698" y="416519"/>
                </a:lnTo>
                <a:lnTo>
                  <a:pt x="608198" y="416519"/>
                </a:lnTo>
                <a:close/>
                <a:moveTo>
                  <a:pt x="278856" y="415631"/>
                </a:moveTo>
                <a:lnTo>
                  <a:pt x="279356" y="415631"/>
                </a:lnTo>
                <a:lnTo>
                  <a:pt x="279356" y="416519"/>
                </a:lnTo>
                <a:lnTo>
                  <a:pt x="278856" y="416519"/>
                </a:lnTo>
                <a:close/>
                <a:moveTo>
                  <a:pt x="0" y="414742"/>
                </a:moveTo>
                <a:lnTo>
                  <a:pt x="92446" y="414742"/>
                </a:lnTo>
                <a:lnTo>
                  <a:pt x="92446" y="416519"/>
                </a:lnTo>
                <a:lnTo>
                  <a:pt x="0" y="416519"/>
                </a:lnTo>
                <a:close/>
                <a:moveTo>
                  <a:pt x="519241" y="415631"/>
                </a:moveTo>
                <a:lnTo>
                  <a:pt x="519741" y="415631"/>
                </a:lnTo>
                <a:lnTo>
                  <a:pt x="519741" y="416519"/>
                </a:lnTo>
                <a:lnTo>
                  <a:pt x="519241" y="416519"/>
                </a:lnTo>
                <a:close/>
                <a:moveTo>
                  <a:pt x="330331" y="415631"/>
                </a:moveTo>
                <a:lnTo>
                  <a:pt x="330831" y="415631"/>
                </a:lnTo>
                <a:lnTo>
                  <a:pt x="330831" y="416519"/>
                </a:lnTo>
                <a:lnTo>
                  <a:pt x="330331" y="416519"/>
                </a:lnTo>
                <a:close/>
                <a:moveTo>
                  <a:pt x="246372" y="416519"/>
                </a:moveTo>
                <a:lnTo>
                  <a:pt x="246871" y="416519"/>
                </a:lnTo>
                <a:lnTo>
                  <a:pt x="246871" y="417407"/>
                </a:lnTo>
                <a:lnTo>
                  <a:pt x="246372" y="417407"/>
                </a:lnTo>
                <a:close/>
                <a:moveTo>
                  <a:pt x="271860" y="417407"/>
                </a:moveTo>
                <a:lnTo>
                  <a:pt x="272359" y="417407"/>
                </a:lnTo>
                <a:lnTo>
                  <a:pt x="272359" y="418295"/>
                </a:lnTo>
                <a:lnTo>
                  <a:pt x="271860" y="418295"/>
                </a:lnTo>
                <a:close/>
                <a:moveTo>
                  <a:pt x="549226" y="418295"/>
                </a:moveTo>
                <a:lnTo>
                  <a:pt x="549726" y="418295"/>
                </a:lnTo>
                <a:lnTo>
                  <a:pt x="549726" y="419183"/>
                </a:lnTo>
                <a:lnTo>
                  <a:pt x="549226" y="419183"/>
                </a:lnTo>
                <a:close/>
                <a:moveTo>
                  <a:pt x="0" y="416519"/>
                </a:moveTo>
                <a:lnTo>
                  <a:pt x="92945" y="416519"/>
                </a:lnTo>
                <a:lnTo>
                  <a:pt x="92945" y="419183"/>
                </a:lnTo>
                <a:lnTo>
                  <a:pt x="0" y="419183"/>
                </a:lnTo>
                <a:close/>
                <a:moveTo>
                  <a:pt x="330831" y="418295"/>
                </a:moveTo>
                <a:lnTo>
                  <a:pt x="331331" y="418295"/>
                </a:lnTo>
                <a:lnTo>
                  <a:pt x="331331" y="419183"/>
                </a:lnTo>
                <a:lnTo>
                  <a:pt x="330831" y="419183"/>
                </a:lnTo>
                <a:close/>
                <a:moveTo>
                  <a:pt x="556723" y="418295"/>
                </a:moveTo>
                <a:lnTo>
                  <a:pt x="557223" y="418295"/>
                </a:lnTo>
                <a:lnTo>
                  <a:pt x="557223" y="419183"/>
                </a:lnTo>
                <a:lnTo>
                  <a:pt x="556723" y="419183"/>
                </a:lnTo>
                <a:close/>
                <a:moveTo>
                  <a:pt x="496752" y="418295"/>
                </a:moveTo>
                <a:lnTo>
                  <a:pt x="497251" y="418295"/>
                </a:lnTo>
                <a:lnTo>
                  <a:pt x="497251" y="419183"/>
                </a:lnTo>
                <a:lnTo>
                  <a:pt x="496752" y="419183"/>
                </a:lnTo>
                <a:close/>
                <a:moveTo>
                  <a:pt x="614695" y="419183"/>
                </a:moveTo>
                <a:lnTo>
                  <a:pt x="615195" y="419183"/>
                </a:lnTo>
                <a:lnTo>
                  <a:pt x="615195" y="420071"/>
                </a:lnTo>
                <a:lnTo>
                  <a:pt x="614695" y="420071"/>
                </a:lnTo>
                <a:close/>
                <a:moveTo>
                  <a:pt x="511245" y="420071"/>
                </a:moveTo>
                <a:lnTo>
                  <a:pt x="511744" y="420071"/>
                </a:lnTo>
                <a:lnTo>
                  <a:pt x="511744" y="420959"/>
                </a:lnTo>
                <a:lnTo>
                  <a:pt x="511245" y="420959"/>
                </a:lnTo>
                <a:close/>
                <a:moveTo>
                  <a:pt x="271360" y="420071"/>
                </a:moveTo>
                <a:lnTo>
                  <a:pt x="271860" y="420071"/>
                </a:lnTo>
                <a:lnTo>
                  <a:pt x="271860" y="420959"/>
                </a:lnTo>
                <a:lnTo>
                  <a:pt x="271360" y="420959"/>
                </a:lnTo>
                <a:close/>
                <a:moveTo>
                  <a:pt x="548727" y="420071"/>
                </a:moveTo>
                <a:lnTo>
                  <a:pt x="549226" y="420071"/>
                </a:lnTo>
                <a:lnTo>
                  <a:pt x="549226" y="420959"/>
                </a:lnTo>
                <a:lnTo>
                  <a:pt x="548727" y="420959"/>
                </a:lnTo>
                <a:close/>
                <a:moveTo>
                  <a:pt x="581211" y="420959"/>
                </a:moveTo>
                <a:lnTo>
                  <a:pt x="581711" y="420959"/>
                </a:lnTo>
                <a:lnTo>
                  <a:pt x="581711" y="421847"/>
                </a:lnTo>
                <a:lnTo>
                  <a:pt x="581211" y="421847"/>
                </a:lnTo>
                <a:close/>
                <a:moveTo>
                  <a:pt x="0" y="419183"/>
                </a:moveTo>
                <a:lnTo>
                  <a:pt x="93445" y="419183"/>
                </a:lnTo>
                <a:lnTo>
                  <a:pt x="93445" y="421847"/>
                </a:lnTo>
                <a:lnTo>
                  <a:pt x="0" y="421847"/>
                </a:lnTo>
                <a:close/>
                <a:moveTo>
                  <a:pt x="518241" y="420959"/>
                </a:moveTo>
                <a:lnTo>
                  <a:pt x="518741" y="420959"/>
                </a:lnTo>
                <a:lnTo>
                  <a:pt x="518741" y="421847"/>
                </a:lnTo>
                <a:lnTo>
                  <a:pt x="518241" y="421847"/>
                </a:lnTo>
                <a:close/>
                <a:moveTo>
                  <a:pt x="674166" y="420959"/>
                </a:moveTo>
                <a:lnTo>
                  <a:pt x="674666" y="420959"/>
                </a:lnTo>
                <a:lnTo>
                  <a:pt x="674666" y="421847"/>
                </a:lnTo>
                <a:lnTo>
                  <a:pt x="674166" y="421847"/>
                </a:lnTo>
                <a:close/>
                <a:moveTo>
                  <a:pt x="270860" y="422735"/>
                </a:moveTo>
                <a:lnTo>
                  <a:pt x="271360" y="422735"/>
                </a:lnTo>
                <a:lnTo>
                  <a:pt x="271360" y="423623"/>
                </a:lnTo>
                <a:lnTo>
                  <a:pt x="270860" y="423623"/>
                </a:lnTo>
                <a:close/>
                <a:moveTo>
                  <a:pt x="489255" y="422735"/>
                </a:moveTo>
                <a:lnTo>
                  <a:pt x="489755" y="422735"/>
                </a:lnTo>
                <a:lnTo>
                  <a:pt x="489755" y="423623"/>
                </a:lnTo>
                <a:lnTo>
                  <a:pt x="489255" y="423623"/>
                </a:lnTo>
                <a:close/>
                <a:moveTo>
                  <a:pt x="547727" y="423623"/>
                </a:moveTo>
                <a:lnTo>
                  <a:pt x="548227" y="423623"/>
                </a:lnTo>
                <a:lnTo>
                  <a:pt x="548227" y="424512"/>
                </a:lnTo>
                <a:lnTo>
                  <a:pt x="547727" y="424512"/>
                </a:lnTo>
                <a:close/>
                <a:moveTo>
                  <a:pt x="386305" y="424512"/>
                </a:moveTo>
                <a:lnTo>
                  <a:pt x="386804" y="424512"/>
                </a:lnTo>
                <a:lnTo>
                  <a:pt x="386804" y="425400"/>
                </a:lnTo>
                <a:lnTo>
                  <a:pt x="386305" y="425400"/>
                </a:lnTo>
                <a:close/>
                <a:moveTo>
                  <a:pt x="555223" y="424512"/>
                </a:moveTo>
                <a:lnTo>
                  <a:pt x="555723" y="424512"/>
                </a:lnTo>
                <a:lnTo>
                  <a:pt x="555723" y="425400"/>
                </a:lnTo>
                <a:lnTo>
                  <a:pt x="555223" y="425400"/>
                </a:lnTo>
                <a:close/>
                <a:moveTo>
                  <a:pt x="582710" y="424512"/>
                </a:moveTo>
                <a:lnTo>
                  <a:pt x="583210" y="424512"/>
                </a:lnTo>
                <a:lnTo>
                  <a:pt x="583210" y="425400"/>
                </a:lnTo>
                <a:lnTo>
                  <a:pt x="582710" y="425400"/>
                </a:lnTo>
                <a:close/>
                <a:moveTo>
                  <a:pt x="510245" y="424512"/>
                </a:moveTo>
                <a:lnTo>
                  <a:pt x="510745" y="424512"/>
                </a:lnTo>
                <a:lnTo>
                  <a:pt x="510745" y="425400"/>
                </a:lnTo>
                <a:lnTo>
                  <a:pt x="510245" y="425400"/>
                </a:lnTo>
                <a:close/>
                <a:moveTo>
                  <a:pt x="393301" y="424512"/>
                </a:moveTo>
                <a:lnTo>
                  <a:pt x="393801" y="424512"/>
                </a:lnTo>
                <a:lnTo>
                  <a:pt x="393801" y="425400"/>
                </a:lnTo>
                <a:lnTo>
                  <a:pt x="393301" y="425400"/>
                </a:lnTo>
                <a:close/>
                <a:moveTo>
                  <a:pt x="674166" y="424512"/>
                </a:moveTo>
                <a:lnTo>
                  <a:pt x="674666" y="424512"/>
                </a:lnTo>
                <a:lnTo>
                  <a:pt x="674666" y="425400"/>
                </a:lnTo>
                <a:lnTo>
                  <a:pt x="674166" y="425400"/>
                </a:lnTo>
                <a:close/>
                <a:moveTo>
                  <a:pt x="613196" y="425400"/>
                </a:moveTo>
                <a:lnTo>
                  <a:pt x="613695" y="425400"/>
                </a:lnTo>
                <a:lnTo>
                  <a:pt x="613695" y="426288"/>
                </a:lnTo>
                <a:lnTo>
                  <a:pt x="613196" y="426288"/>
                </a:lnTo>
                <a:close/>
                <a:moveTo>
                  <a:pt x="270360" y="425400"/>
                </a:moveTo>
                <a:lnTo>
                  <a:pt x="270860" y="425400"/>
                </a:lnTo>
                <a:lnTo>
                  <a:pt x="270860" y="426288"/>
                </a:lnTo>
                <a:lnTo>
                  <a:pt x="270360" y="426288"/>
                </a:lnTo>
                <a:close/>
                <a:moveTo>
                  <a:pt x="583210" y="425400"/>
                </a:moveTo>
                <a:lnTo>
                  <a:pt x="583710" y="425400"/>
                </a:lnTo>
                <a:lnTo>
                  <a:pt x="583710" y="426288"/>
                </a:lnTo>
                <a:lnTo>
                  <a:pt x="583210" y="426288"/>
                </a:lnTo>
                <a:close/>
                <a:moveTo>
                  <a:pt x="547227" y="425400"/>
                </a:moveTo>
                <a:lnTo>
                  <a:pt x="547727" y="425400"/>
                </a:lnTo>
                <a:lnTo>
                  <a:pt x="547727" y="426288"/>
                </a:lnTo>
                <a:lnTo>
                  <a:pt x="547227" y="426288"/>
                </a:lnTo>
                <a:close/>
                <a:moveTo>
                  <a:pt x="554724" y="426288"/>
                </a:moveTo>
                <a:lnTo>
                  <a:pt x="555223" y="426288"/>
                </a:lnTo>
                <a:lnTo>
                  <a:pt x="555223" y="427176"/>
                </a:lnTo>
                <a:lnTo>
                  <a:pt x="554724" y="427176"/>
                </a:lnTo>
                <a:close/>
                <a:moveTo>
                  <a:pt x="565718" y="426288"/>
                </a:moveTo>
                <a:lnTo>
                  <a:pt x="566218" y="426288"/>
                </a:lnTo>
                <a:lnTo>
                  <a:pt x="566218" y="427176"/>
                </a:lnTo>
                <a:lnTo>
                  <a:pt x="565718" y="427176"/>
                </a:lnTo>
                <a:close/>
                <a:moveTo>
                  <a:pt x="583710" y="426288"/>
                </a:moveTo>
                <a:lnTo>
                  <a:pt x="584210" y="426288"/>
                </a:lnTo>
                <a:lnTo>
                  <a:pt x="584210" y="427176"/>
                </a:lnTo>
                <a:lnTo>
                  <a:pt x="583710" y="427176"/>
                </a:lnTo>
                <a:close/>
                <a:moveTo>
                  <a:pt x="575714" y="427176"/>
                </a:moveTo>
                <a:lnTo>
                  <a:pt x="576213" y="427176"/>
                </a:lnTo>
                <a:lnTo>
                  <a:pt x="576213" y="428064"/>
                </a:lnTo>
                <a:lnTo>
                  <a:pt x="575714" y="428064"/>
                </a:lnTo>
                <a:close/>
                <a:moveTo>
                  <a:pt x="628188" y="427176"/>
                </a:moveTo>
                <a:lnTo>
                  <a:pt x="628688" y="427176"/>
                </a:lnTo>
                <a:lnTo>
                  <a:pt x="628688" y="428064"/>
                </a:lnTo>
                <a:lnTo>
                  <a:pt x="628188" y="428064"/>
                </a:lnTo>
                <a:close/>
                <a:moveTo>
                  <a:pt x="565219" y="427176"/>
                </a:moveTo>
                <a:lnTo>
                  <a:pt x="565718" y="427176"/>
                </a:lnTo>
                <a:lnTo>
                  <a:pt x="565718" y="428064"/>
                </a:lnTo>
                <a:lnTo>
                  <a:pt x="565219" y="428064"/>
                </a:lnTo>
                <a:close/>
                <a:moveTo>
                  <a:pt x="574214" y="427176"/>
                </a:moveTo>
                <a:lnTo>
                  <a:pt x="574714" y="427176"/>
                </a:lnTo>
                <a:lnTo>
                  <a:pt x="574714" y="428064"/>
                </a:lnTo>
                <a:lnTo>
                  <a:pt x="574214" y="428064"/>
                </a:lnTo>
                <a:close/>
                <a:moveTo>
                  <a:pt x="195396" y="427176"/>
                </a:moveTo>
                <a:lnTo>
                  <a:pt x="195896" y="427176"/>
                </a:lnTo>
                <a:lnTo>
                  <a:pt x="195896" y="428952"/>
                </a:lnTo>
                <a:lnTo>
                  <a:pt x="195396" y="428952"/>
                </a:lnTo>
                <a:close/>
                <a:moveTo>
                  <a:pt x="636684" y="428064"/>
                </a:moveTo>
                <a:lnTo>
                  <a:pt x="637184" y="428064"/>
                </a:lnTo>
                <a:lnTo>
                  <a:pt x="637184" y="428952"/>
                </a:lnTo>
                <a:lnTo>
                  <a:pt x="636684" y="428952"/>
                </a:lnTo>
                <a:close/>
                <a:moveTo>
                  <a:pt x="612196" y="428952"/>
                </a:moveTo>
                <a:lnTo>
                  <a:pt x="612696" y="428952"/>
                </a:lnTo>
                <a:lnTo>
                  <a:pt x="612696" y="429840"/>
                </a:lnTo>
                <a:lnTo>
                  <a:pt x="612196" y="429840"/>
                </a:lnTo>
                <a:close/>
                <a:moveTo>
                  <a:pt x="221384" y="429840"/>
                </a:moveTo>
                <a:lnTo>
                  <a:pt x="221883" y="429840"/>
                </a:lnTo>
                <a:lnTo>
                  <a:pt x="221883" y="430728"/>
                </a:lnTo>
                <a:lnTo>
                  <a:pt x="221384" y="430728"/>
                </a:lnTo>
                <a:close/>
                <a:moveTo>
                  <a:pt x="576713" y="429840"/>
                </a:moveTo>
                <a:lnTo>
                  <a:pt x="577213" y="429840"/>
                </a:lnTo>
                <a:lnTo>
                  <a:pt x="577213" y="430728"/>
                </a:lnTo>
                <a:lnTo>
                  <a:pt x="576713" y="430728"/>
                </a:lnTo>
                <a:close/>
                <a:moveTo>
                  <a:pt x="604200" y="429840"/>
                </a:moveTo>
                <a:lnTo>
                  <a:pt x="604700" y="429840"/>
                </a:lnTo>
                <a:lnTo>
                  <a:pt x="604700" y="430728"/>
                </a:lnTo>
                <a:lnTo>
                  <a:pt x="604200" y="430728"/>
                </a:lnTo>
                <a:close/>
                <a:moveTo>
                  <a:pt x="573215" y="429840"/>
                </a:moveTo>
                <a:lnTo>
                  <a:pt x="573715" y="429840"/>
                </a:lnTo>
                <a:lnTo>
                  <a:pt x="573715" y="430728"/>
                </a:lnTo>
                <a:lnTo>
                  <a:pt x="573215" y="430728"/>
                </a:lnTo>
                <a:close/>
                <a:moveTo>
                  <a:pt x="269361" y="429840"/>
                </a:moveTo>
                <a:lnTo>
                  <a:pt x="269860" y="429840"/>
                </a:lnTo>
                <a:lnTo>
                  <a:pt x="269860" y="430728"/>
                </a:lnTo>
                <a:lnTo>
                  <a:pt x="269361" y="430728"/>
                </a:lnTo>
                <a:close/>
                <a:moveTo>
                  <a:pt x="220384" y="429840"/>
                </a:moveTo>
                <a:lnTo>
                  <a:pt x="220884" y="429840"/>
                </a:lnTo>
                <a:lnTo>
                  <a:pt x="220884" y="430728"/>
                </a:lnTo>
                <a:lnTo>
                  <a:pt x="220384" y="430728"/>
                </a:lnTo>
                <a:close/>
                <a:moveTo>
                  <a:pt x="508746" y="430728"/>
                </a:moveTo>
                <a:lnTo>
                  <a:pt x="509246" y="430728"/>
                </a:lnTo>
                <a:lnTo>
                  <a:pt x="509246" y="431616"/>
                </a:lnTo>
                <a:lnTo>
                  <a:pt x="508746" y="431616"/>
                </a:lnTo>
                <a:close/>
                <a:moveTo>
                  <a:pt x="203892" y="430728"/>
                </a:moveTo>
                <a:lnTo>
                  <a:pt x="204392" y="430728"/>
                </a:lnTo>
                <a:lnTo>
                  <a:pt x="204392" y="431616"/>
                </a:lnTo>
                <a:lnTo>
                  <a:pt x="203892" y="431616"/>
                </a:lnTo>
                <a:close/>
                <a:moveTo>
                  <a:pt x="682163" y="430728"/>
                </a:moveTo>
                <a:lnTo>
                  <a:pt x="682662" y="430728"/>
                </a:lnTo>
                <a:lnTo>
                  <a:pt x="682662" y="431616"/>
                </a:lnTo>
                <a:lnTo>
                  <a:pt x="682163" y="431616"/>
                </a:lnTo>
                <a:close/>
                <a:moveTo>
                  <a:pt x="577213" y="430728"/>
                </a:moveTo>
                <a:lnTo>
                  <a:pt x="577713" y="430728"/>
                </a:lnTo>
                <a:lnTo>
                  <a:pt x="577713" y="431616"/>
                </a:lnTo>
                <a:lnTo>
                  <a:pt x="577213" y="431616"/>
                </a:lnTo>
                <a:close/>
                <a:moveTo>
                  <a:pt x="222383" y="430728"/>
                </a:moveTo>
                <a:lnTo>
                  <a:pt x="222883" y="430728"/>
                </a:lnTo>
                <a:lnTo>
                  <a:pt x="222883" y="431616"/>
                </a:lnTo>
                <a:lnTo>
                  <a:pt x="222383" y="431616"/>
                </a:lnTo>
                <a:close/>
                <a:moveTo>
                  <a:pt x="673667" y="430728"/>
                </a:moveTo>
                <a:lnTo>
                  <a:pt x="674166" y="430728"/>
                </a:lnTo>
                <a:lnTo>
                  <a:pt x="674166" y="431616"/>
                </a:lnTo>
                <a:lnTo>
                  <a:pt x="673667" y="431616"/>
                </a:lnTo>
                <a:close/>
                <a:moveTo>
                  <a:pt x="611696" y="430728"/>
                </a:moveTo>
                <a:lnTo>
                  <a:pt x="612196" y="430728"/>
                </a:lnTo>
                <a:lnTo>
                  <a:pt x="612196" y="431616"/>
                </a:lnTo>
                <a:lnTo>
                  <a:pt x="611696" y="431616"/>
                </a:lnTo>
                <a:close/>
                <a:moveTo>
                  <a:pt x="210889" y="431616"/>
                </a:moveTo>
                <a:lnTo>
                  <a:pt x="211389" y="431616"/>
                </a:lnTo>
                <a:lnTo>
                  <a:pt x="211389" y="432504"/>
                </a:lnTo>
                <a:lnTo>
                  <a:pt x="210889" y="432504"/>
                </a:lnTo>
                <a:close/>
                <a:moveTo>
                  <a:pt x="223383" y="431616"/>
                </a:moveTo>
                <a:lnTo>
                  <a:pt x="223883" y="431616"/>
                </a:lnTo>
                <a:lnTo>
                  <a:pt x="223883" y="432504"/>
                </a:lnTo>
                <a:lnTo>
                  <a:pt x="223383" y="432504"/>
                </a:lnTo>
                <a:close/>
                <a:moveTo>
                  <a:pt x="195396" y="431616"/>
                </a:moveTo>
                <a:lnTo>
                  <a:pt x="195896" y="431616"/>
                </a:lnTo>
                <a:lnTo>
                  <a:pt x="195896" y="432504"/>
                </a:lnTo>
                <a:lnTo>
                  <a:pt x="195396" y="432504"/>
                </a:lnTo>
                <a:close/>
                <a:moveTo>
                  <a:pt x="553224" y="431616"/>
                </a:moveTo>
                <a:lnTo>
                  <a:pt x="553724" y="431616"/>
                </a:lnTo>
                <a:lnTo>
                  <a:pt x="553724" y="432504"/>
                </a:lnTo>
                <a:lnTo>
                  <a:pt x="553224" y="432504"/>
                </a:lnTo>
                <a:close/>
                <a:moveTo>
                  <a:pt x="219385" y="431616"/>
                </a:moveTo>
                <a:lnTo>
                  <a:pt x="219884" y="431616"/>
                </a:lnTo>
                <a:lnTo>
                  <a:pt x="219884" y="432504"/>
                </a:lnTo>
                <a:lnTo>
                  <a:pt x="219385" y="432504"/>
                </a:lnTo>
                <a:close/>
                <a:moveTo>
                  <a:pt x="218885" y="432504"/>
                </a:moveTo>
                <a:lnTo>
                  <a:pt x="219385" y="432504"/>
                </a:lnTo>
                <a:lnTo>
                  <a:pt x="219385" y="433393"/>
                </a:lnTo>
                <a:lnTo>
                  <a:pt x="218885" y="433393"/>
                </a:lnTo>
                <a:close/>
                <a:moveTo>
                  <a:pt x="673167" y="432504"/>
                </a:moveTo>
                <a:lnTo>
                  <a:pt x="673667" y="432504"/>
                </a:lnTo>
                <a:lnTo>
                  <a:pt x="673667" y="433393"/>
                </a:lnTo>
                <a:lnTo>
                  <a:pt x="673167" y="433393"/>
                </a:lnTo>
                <a:close/>
                <a:moveTo>
                  <a:pt x="224382" y="432504"/>
                </a:moveTo>
                <a:lnTo>
                  <a:pt x="224882" y="432504"/>
                </a:lnTo>
                <a:lnTo>
                  <a:pt x="224882" y="433393"/>
                </a:lnTo>
                <a:lnTo>
                  <a:pt x="224382" y="433393"/>
                </a:lnTo>
                <a:close/>
                <a:moveTo>
                  <a:pt x="508246" y="432504"/>
                </a:moveTo>
                <a:lnTo>
                  <a:pt x="508746" y="432504"/>
                </a:lnTo>
                <a:lnTo>
                  <a:pt x="508746" y="433393"/>
                </a:lnTo>
                <a:lnTo>
                  <a:pt x="508246" y="433393"/>
                </a:lnTo>
                <a:close/>
                <a:moveTo>
                  <a:pt x="611197" y="432504"/>
                </a:moveTo>
                <a:lnTo>
                  <a:pt x="611696" y="432504"/>
                </a:lnTo>
                <a:lnTo>
                  <a:pt x="611696" y="433393"/>
                </a:lnTo>
                <a:lnTo>
                  <a:pt x="611197" y="433393"/>
                </a:lnTo>
                <a:close/>
                <a:moveTo>
                  <a:pt x="552725" y="433393"/>
                </a:moveTo>
                <a:lnTo>
                  <a:pt x="553224" y="433393"/>
                </a:lnTo>
                <a:lnTo>
                  <a:pt x="553224" y="434281"/>
                </a:lnTo>
                <a:lnTo>
                  <a:pt x="552725" y="434281"/>
                </a:lnTo>
                <a:close/>
                <a:moveTo>
                  <a:pt x="578212" y="433393"/>
                </a:moveTo>
                <a:lnTo>
                  <a:pt x="578712" y="433393"/>
                </a:lnTo>
                <a:lnTo>
                  <a:pt x="578712" y="434281"/>
                </a:lnTo>
                <a:lnTo>
                  <a:pt x="578212" y="434281"/>
                </a:lnTo>
                <a:close/>
                <a:moveTo>
                  <a:pt x="571216" y="434281"/>
                </a:moveTo>
                <a:lnTo>
                  <a:pt x="571716" y="434281"/>
                </a:lnTo>
                <a:lnTo>
                  <a:pt x="571716" y="435169"/>
                </a:lnTo>
                <a:lnTo>
                  <a:pt x="571216" y="435169"/>
                </a:lnTo>
                <a:close/>
                <a:moveTo>
                  <a:pt x="300346" y="434281"/>
                </a:moveTo>
                <a:lnTo>
                  <a:pt x="300846" y="434281"/>
                </a:lnTo>
                <a:lnTo>
                  <a:pt x="300846" y="435169"/>
                </a:lnTo>
                <a:lnTo>
                  <a:pt x="300346" y="435169"/>
                </a:lnTo>
                <a:close/>
                <a:moveTo>
                  <a:pt x="195396" y="434281"/>
                </a:moveTo>
                <a:lnTo>
                  <a:pt x="195896" y="434281"/>
                </a:lnTo>
                <a:lnTo>
                  <a:pt x="195896" y="435169"/>
                </a:lnTo>
                <a:lnTo>
                  <a:pt x="195396" y="435169"/>
                </a:lnTo>
                <a:close/>
                <a:moveTo>
                  <a:pt x="610697" y="434281"/>
                </a:moveTo>
                <a:lnTo>
                  <a:pt x="611197" y="434281"/>
                </a:lnTo>
                <a:lnTo>
                  <a:pt x="611197" y="435169"/>
                </a:lnTo>
                <a:lnTo>
                  <a:pt x="610697" y="435169"/>
                </a:lnTo>
                <a:close/>
                <a:moveTo>
                  <a:pt x="588208" y="434281"/>
                </a:moveTo>
                <a:lnTo>
                  <a:pt x="588707" y="434281"/>
                </a:lnTo>
                <a:lnTo>
                  <a:pt x="588707" y="435169"/>
                </a:lnTo>
                <a:lnTo>
                  <a:pt x="588208" y="435169"/>
                </a:lnTo>
                <a:close/>
                <a:moveTo>
                  <a:pt x="544229" y="434281"/>
                </a:moveTo>
                <a:lnTo>
                  <a:pt x="544729" y="434281"/>
                </a:lnTo>
                <a:lnTo>
                  <a:pt x="544729" y="435169"/>
                </a:lnTo>
                <a:lnTo>
                  <a:pt x="544229" y="435169"/>
                </a:lnTo>
                <a:close/>
                <a:moveTo>
                  <a:pt x="578712" y="434281"/>
                </a:moveTo>
                <a:lnTo>
                  <a:pt x="579212" y="434281"/>
                </a:lnTo>
                <a:lnTo>
                  <a:pt x="579212" y="435169"/>
                </a:lnTo>
                <a:lnTo>
                  <a:pt x="578712" y="435169"/>
                </a:lnTo>
                <a:close/>
                <a:moveTo>
                  <a:pt x="507746" y="434281"/>
                </a:moveTo>
                <a:lnTo>
                  <a:pt x="508246" y="434281"/>
                </a:lnTo>
                <a:lnTo>
                  <a:pt x="508246" y="435169"/>
                </a:lnTo>
                <a:lnTo>
                  <a:pt x="507746" y="435169"/>
                </a:lnTo>
                <a:close/>
                <a:moveTo>
                  <a:pt x="628688" y="435169"/>
                </a:moveTo>
                <a:lnTo>
                  <a:pt x="629688" y="435169"/>
                </a:lnTo>
                <a:lnTo>
                  <a:pt x="629688" y="436057"/>
                </a:lnTo>
                <a:lnTo>
                  <a:pt x="628688" y="436057"/>
                </a:lnTo>
                <a:close/>
                <a:moveTo>
                  <a:pt x="226881" y="435169"/>
                </a:moveTo>
                <a:lnTo>
                  <a:pt x="227381" y="435169"/>
                </a:lnTo>
                <a:lnTo>
                  <a:pt x="227381" y="436057"/>
                </a:lnTo>
                <a:lnTo>
                  <a:pt x="226881" y="436057"/>
                </a:lnTo>
                <a:close/>
                <a:moveTo>
                  <a:pt x="488755" y="435169"/>
                </a:moveTo>
                <a:lnTo>
                  <a:pt x="489255" y="435169"/>
                </a:lnTo>
                <a:lnTo>
                  <a:pt x="489255" y="436057"/>
                </a:lnTo>
                <a:lnTo>
                  <a:pt x="488755" y="436057"/>
                </a:lnTo>
                <a:close/>
                <a:moveTo>
                  <a:pt x="588707" y="435169"/>
                </a:moveTo>
                <a:lnTo>
                  <a:pt x="589207" y="435169"/>
                </a:lnTo>
                <a:lnTo>
                  <a:pt x="589207" y="436057"/>
                </a:lnTo>
                <a:lnTo>
                  <a:pt x="588707" y="436057"/>
                </a:lnTo>
                <a:close/>
                <a:moveTo>
                  <a:pt x="293349" y="435169"/>
                </a:moveTo>
                <a:lnTo>
                  <a:pt x="293849" y="435169"/>
                </a:lnTo>
                <a:lnTo>
                  <a:pt x="293849" y="436057"/>
                </a:lnTo>
                <a:lnTo>
                  <a:pt x="293349" y="436057"/>
                </a:lnTo>
                <a:close/>
                <a:moveTo>
                  <a:pt x="560221" y="436057"/>
                </a:moveTo>
                <a:lnTo>
                  <a:pt x="560721" y="436057"/>
                </a:lnTo>
                <a:lnTo>
                  <a:pt x="560721" y="436945"/>
                </a:lnTo>
                <a:lnTo>
                  <a:pt x="560221" y="436945"/>
                </a:lnTo>
                <a:close/>
                <a:moveTo>
                  <a:pt x="589207" y="436057"/>
                </a:moveTo>
                <a:lnTo>
                  <a:pt x="589707" y="436057"/>
                </a:lnTo>
                <a:lnTo>
                  <a:pt x="589707" y="436945"/>
                </a:lnTo>
                <a:lnTo>
                  <a:pt x="589207" y="436945"/>
                </a:lnTo>
                <a:close/>
                <a:moveTo>
                  <a:pt x="227881" y="436057"/>
                </a:moveTo>
                <a:lnTo>
                  <a:pt x="228380" y="436057"/>
                </a:lnTo>
                <a:lnTo>
                  <a:pt x="228380" y="436945"/>
                </a:lnTo>
                <a:lnTo>
                  <a:pt x="227881" y="436945"/>
                </a:lnTo>
                <a:close/>
                <a:moveTo>
                  <a:pt x="283854" y="436945"/>
                </a:moveTo>
                <a:lnTo>
                  <a:pt x="284354" y="436945"/>
                </a:lnTo>
                <a:lnTo>
                  <a:pt x="284354" y="437833"/>
                </a:lnTo>
                <a:lnTo>
                  <a:pt x="283854" y="437833"/>
                </a:lnTo>
                <a:close/>
                <a:moveTo>
                  <a:pt x="681163" y="436945"/>
                </a:moveTo>
                <a:lnTo>
                  <a:pt x="681663" y="436945"/>
                </a:lnTo>
                <a:lnTo>
                  <a:pt x="681663" y="437833"/>
                </a:lnTo>
                <a:lnTo>
                  <a:pt x="681163" y="437833"/>
                </a:lnTo>
                <a:close/>
                <a:moveTo>
                  <a:pt x="244872" y="436945"/>
                </a:moveTo>
                <a:lnTo>
                  <a:pt x="245372" y="436945"/>
                </a:lnTo>
                <a:lnTo>
                  <a:pt x="245372" y="437833"/>
                </a:lnTo>
                <a:lnTo>
                  <a:pt x="244872" y="437833"/>
                </a:lnTo>
                <a:close/>
                <a:moveTo>
                  <a:pt x="543229" y="436945"/>
                </a:moveTo>
                <a:lnTo>
                  <a:pt x="543729" y="436945"/>
                </a:lnTo>
                <a:lnTo>
                  <a:pt x="543729" y="437833"/>
                </a:lnTo>
                <a:lnTo>
                  <a:pt x="543229" y="437833"/>
                </a:lnTo>
                <a:close/>
                <a:moveTo>
                  <a:pt x="274358" y="437833"/>
                </a:moveTo>
                <a:lnTo>
                  <a:pt x="274858" y="437833"/>
                </a:lnTo>
                <a:lnTo>
                  <a:pt x="274858" y="438721"/>
                </a:lnTo>
                <a:lnTo>
                  <a:pt x="274358" y="438721"/>
                </a:lnTo>
                <a:close/>
                <a:moveTo>
                  <a:pt x="277857" y="437833"/>
                </a:moveTo>
                <a:lnTo>
                  <a:pt x="278356" y="437833"/>
                </a:lnTo>
                <a:lnTo>
                  <a:pt x="278356" y="438721"/>
                </a:lnTo>
                <a:lnTo>
                  <a:pt x="277857" y="438721"/>
                </a:lnTo>
                <a:close/>
                <a:moveTo>
                  <a:pt x="669669" y="437833"/>
                </a:moveTo>
                <a:lnTo>
                  <a:pt x="670168" y="437833"/>
                </a:lnTo>
                <a:lnTo>
                  <a:pt x="670168" y="438721"/>
                </a:lnTo>
                <a:lnTo>
                  <a:pt x="669669" y="438721"/>
                </a:lnTo>
                <a:close/>
                <a:moveTo>
                  <a:pt x="203392" y="436945"/>
                </a:moveTo>
                <a:lnTo>
                  <a:pt x="203892" y="436945"/>
                </a:lnTo>
                <a:lnTo>
                  <a:pt x="203892" y="438721"/>
                </a:lnTo>
                <a:lnTo>
                  <a:pt x="203392" y="438721"/>
                </a:lnTo>
                <a:close/>
                <a:moveTo>
                  <a:pt x="218385" y="437833"/>
                </a:moveTo>
                <a:lnTo>
                  <a:pt x="218885" y="437833"/>
                </a:lnTo>
                <a:lnTo>
                  <a:pt x="218885" y="438721"/>
                </a:lnTo>
                <a:lnTo>
                  <a:pt x="218385" y="438721"/>
                </a:lnTo>
                <a:close/>
                <a:moveTo>
                  <a:pt x="229380" y="437833"/>
                </a:moveTo>
                <a:lnTo>
                  <a:pt x="229880" y="437833"/>
                </a:lnTo>
                <a:lnTo>
                  <a:pt x="229880" y="438721"/>
                </a:lnTo>
                <a:lnTo>
                  <a:pt x="229380" y="438721"/>
                </a:lnTo>
                <a:close/>
                <a:moveTo>
                  <a:pt x="668169" y="438721"/>
                </a:moveTo>
                <a:lnTo>
                  <a:pt x="668669" y="438721"/>
                </a:lnTo>
                <a:lnTo>
                  <a:pt x="668669" y="439609"/>
                </a:lnTo>
                <a:lnTo>
                  <a:pt x="668169" y="439609"/>
                </a:lnTo>
                <a:close/>
                <a:moveTo>
                  <a:pt x="506247" y="438721"/>
                </a:moveTo>
                <a:lnTo>
                  <a:pt x="506747" y="438721"/>
                </a:lnTo>
                <a:lnTo>
                  <a:pt x="506747" y="439609"/>
                </a:lnTo>
                <a:lnTo>
                  <a:pt x="506247" y="439609"/>
                </a:lnTo>
                <a:close/>
                <a:moveTo>
                  <a:pt x="266862" y="438721"/>
                </a:moveTo>
                <a:lnTo>
                  <a:pt x="267362" y="438721"/>
                </a:lnTo>
                <a:lnTo>
                  <a:pt x="267362" y="439609"/>
                </a:lnTo>
                <a:lnTo>
                  <a:pt x="266862" y="439609"/>
                </a:lnTo>
                <a:close/>
                <a:moveTo>
                  <a:pt x="514243" y="438721"/>
                </a:moveTo>
                <a:lnTo>
                  <a:pt x="514743" y="438721"/>
                </a:lnTo>
                <a:lnTo>
                  <a:pt x="514743" y="439609"/>
                </a:lnTo>
                <a:lnTo>
                  <a:pt x="514243" y="439609"/>
                </a:lnTo>
                <a:close/>
                <a:moveTo>
                  <a:pt x="600702" y="439609"/>
                </a:moveTo>
                <a:lnTo>
                  <a:pt x="601201" y="439609"/>
                </a:lnTo>
                <a:lnTo>
                  <a:pt x="601201" y="440497"/>
                </a:lnTo>
                <a:lnTo>
                  <a:pt x="600702" y="440497"/>
                </a:lnTo>
                <a:close/>
                <a:moveTo>
                  <a:pt x="680164" y="439609"/>
                </a:moveTo>
                <a:lnTo>
                  <a:pt x="680663" y="439609"/>
                </a:lnTo>
                <a:lnTo>
                  <a:pt x="680663" y="440497"/>
                </a:lnTo>
                <a:lnTo>
                  <a:pt x="680164" y="440497"/>
                </a:lnTo>
                <a:close/>
                <a:moveTo>
                  <a:pt x="581211" y="439609"/>
                </a:moveTo>
                <a:lnTo>
                  <a:pt x="581711" y="439609"/>
                </a:lnTo>
                <a:lnTo>
                  <a:pt x="581711" y="440497"/>
                </a:lnTo>
                <a:lnTo>
                  <a:pt x="581211" y="440497"/>
                </a:lnTo>
                <a:close/>
                <a:moveTo>
                  <a:pt x="273859" y="439609"/>
                </a:moveTo>
                <a:lnTo>
                  <a:pt x="274358" y="439609"/>
                </a:lnTo>
                <a:lnTo>
                  <a:pt x="274358" y="440497"/>
                </a:lnTo>
                <a:lnTo>
                  <a:pt x="273859" y="440497"/>
                </a:lnTo>
                <a:close/>
                <a:moveTo>
                  <a:pt x="557722" y="439609"/>
                </a:moveTo>
                <a:lnTo>
                  <a:pt x="558222" y="439609"/>
                </a:lnTo>
                <a:lnTo>
                  <a:pt x="558222" y="440497"/>
                </a:lnTo>
                <a:lnTo>
                  <a:pt x="557722" y="440497"/>
                </a:lnTo>
                <a:close/>
                <a:moveTo>
                  <a:pt x="244373" y="440497"/>
                </a:moveTo>
                <a:lnTo>
                  <a:pt x="244872" y="440497"/>
                </a:lnTo>
                <a:lnTo>
                  <a:pt x="244872" y="441385"/>
                </a:lnTo>
                <a:lnTo>
                  <a:pt x="244373" y="441385"/>
                </a:lnTo>
                <a:close/>
                <a:moveTo>
                  <a:pt x="600202" y="440497"/>
                </a:moveTo>
                <a:lnTo>
                  <a:pt x="600702" y="440497"/>
                </a:lnTo>
                <a:lnTo>
                  <a:pt x="600702" y="441385"/>
                </a:lnTo>
                <a:lnTo>
                  <a:pt x="600202" y="441385"/>
                </a:lnTo>
                <a:close/>
                <a:moveTo>
                  <a:pt x="220884" y="440497"/>
                </a:moveTo>
                <a:lnTo>
                  <a:pt x="221384" y="440497"/>
                </a:lnTo>
                <a:lnTo>
                  <a:pt x="221384" y="441385"/>
                </a:lnTo>
                <a:lnTo>
                  <a:pt x="220884" y="441385"/>
                </a:lnTo>
                <a:close/>
                <a:moveTo>
                  <a:pt x="541730" y="440497"/>
                </a:moveTo>
                <a:lnTo>
                  <a:pt x="542230" y="440497"/>
                </a:lnTo>
                <a:lnTo>
                  <a:pt x="542230" y="441385"/>
                </a:lnTo>
                <a:lnTo>
                  <a:pt x="541730" y="441385"/>
                </a:lnTo>
                <a:close/>
                <a:moveTo>
                  <a:pt x="283354" y="440497"/>
                </a:moveTo>
                <a:lnTo>
                  <a:pt x="283854" y="440497"/>
                </a:lnTo>
                <a:lnTo>
                  <a:pt x="283854" y="441385"/>
                </a:lnTo>
                <a:lnTo>
                  <a:pt x="283354" y="441385"/>
                </a:lnTo>
                <a:close/>
                <a:moveTo>
                  <a:pt x="592706" y="440497"/>
                </a:moveTo>
                <a:lnTo>
                  <a:pt x="593205" y="440497"/>
                </a:lnTo>
                <a:lnTo>
                  <a:pt x="593205" y="441385"/>
                </a:lnTo>
                <a:lnTo>
                  <a:pt x="592706" y="441385"/>
                </a:lnTo>
                <a:close/>
                <a:moveTo>
                  <a:pt x="581711" y="440497"/>
                </a:moveTo>
                <a:lnTo>
                  <a:pt x="582211" y="440497"/>
                </a:lnTo>
                <a:lnTo>
                  <a:pt x="582211" y="441385"/>
                </a:lnTo>
                <a:lnTo>
                  <a:pt x="581711" y="441385"/>
                </a:lnTo>
                <a:close/>
                <a:moveTo>
                  <a:pt x="679164" y="441385"/>
                </a:moveTo>
                <a:lnTo>
                  <a:pt x="679664" y="441385"/>
                </a:lnTo>
                <a:lnTo>
                  <a:pt x="679664" y="442274"/>
                </a:lnTo>
                <a:lnTo>
                  <a:pt x="679164" y="442274"/>
                </a:lnTo>
                <a:close/>
                <a:moveTo>
                  <a:pt x="505247" y="441385"/>
                </a:moveTo>
                <a:lnTo>
                  <a:pt x="505747" y="441385"/>
                </a:lnTo>
                <a:lnTo>
                  <a:pt x="505747" y="442274"/>
                </a:lnTo>
                <a:lnTo>
                  <a:pt x="505247" y="442274"/>
                </a:lnTo>
                <a:close/>
                <a:moveTo>
                  <a:pt x="221883" y="441385"/>
                </a:moveTo>
                <a:lnTo>
                  <a:pt x="222383" y="441385"/>
                </a:lnTo>
                <a:lnTo>
                  <a:pt x="222383" y="442274"/>
                </a:lnTo>
                <a:lnTo>
                  <a:pt x="221883" y="442274"/>
                </a:lnTo>
                <a:close/>
                <a:moveTo>
                  <a:pt x="582211" y="441385"/>
                </a:moveTo>
                <a:lnTo>
                  <a:pt x="582710" y="441385"/>
                </a:lnTo>
                <a:lnTo>
                  <a:pt x="582710" y="442274"/>
                </a:lnTo>
                <a:lnTo>
                  <a:pt x="582211" y="442274"/>
                </a:lnTo>
                <a:close/>
                <a:moveTo>
                  <a:pt x="265862" y="441385"/>
                </a:moveTo>
                <a:lnTo>
                  <a:pt x="266362" y="441385"/>
                </a:lnTo>
                <a:lnTo>
                  <a:pt x="266362" y="442274"/>
                </a:lnTo>
                <a:lnTo>
                  <a:pt x="265862" y="442274"/>
                </a:lnTo>
                <a:close/>
                <a:moveTo>
                  <a:pt x="273359" y="441385"/>
                </a:moveTo>
                <a:lnTo>
                  <a:pt x="273859" y="441385"/>
                </a:lnTo>
                <a:lnTo>
                  <a:pt x="273859" y="442274"/>
                </a:lnTo>
                <a:lnTo>
                  <a:pt x="273359" y="442274"/>
                </a:lnTo>
                <a:close/>
                <a:moveTo>
                  <a:pt x="556223" y="441385"/>
                </a:moveTo>
                <a:lnTo>
                  <a:pt x="556723" y="441385"/>
                </a:lnTo>
                <a:lnTo>
                  <a:pt x="556723" y="442274"/>
                </a:lnTo>
                <a:lnTo>
                  <a:pt x="556223" y="442274"/>
                </a:lnTo>
                <a:close/>
                <a:moveTo>
                  <a:pt x="210389" y="441385"/>
                </a:moveTo>
                <a:lnTo>
                  <a:pt x="210889" y="441385"/>
                </a:lnTo>
                <a:lnTo>
                  <a:pt x="210889" y="442274"/>
                </a:lnTo>
                <a:lnTo>
                  <a:pt x="210389" y="442274"/>
                </a:lnTo>
                <a:close/>
                <a:moveTo>
                  <a:pt x="292350" y="442274"/>
                </a:moveTo>
                <a:lnTo>
                  <a:pt x="292849" y="442274"/>
                </a:lnTo>
                <a:lnTo>
                  <a:pt x="292849" y="443162"/>
                </a:lnTo>
                <a:lnTo>
                  <a:pt x="292350" y="443162"/>
                </a:lnTo>
                <a:close/>
                <a:moveTo>
                  <a:pt x="594205" y="442274"/>
                </a:moveTo>
                <a:lnTo>
                  <a:pt x="594705" y="442274"/>
                </a:lnTo>
                <a:lnTo>
                  <a:pt x="594705" y="443162"/>
                </a:lnTo>
                <a:lnTo>
                  <a:pt x="594205" y="443162"/>
                </a:lnTo>
                <a:close/>
                <a:moveTo>
                  <a:pt x="228380" y="442274"/>
                </a:moveTo>
                <a:lnTo>
                  <a:pt x="228880" y="442274"/>
                </a:lnTo>
                <a:lnTo>
                  <a:pt x="228880" y="443162"/>
                </a:lnTo>
                <a:lnTo>
                  <a:pt x="228380" y="443162"/>
                </a:lnTo>
                <a:close/>
                <a:moveTo>
                  <a:pt x="582710" y="442274"/>
                </a:moveTo>
                <a:lnTo>
                  <a:pt x="583210" y="442274"/>
                </a:lnTo>
                <a:lnTo>
                  <a:pt x="583210" y="443162"/>
                </a:lnTo>
                <a:lnTo>
                  <a:pt x="582710" y="443162"/>
                </a:lnTo>
                <a:close/>
                <a:moveTo>
                  <a:pt x="399798" y="442274"/>
                </a:moveTo>
                <a:lnTo>
                  <a:pt x="400298" y="442274"/>
                </a:lnTo>
                <a:lnTo>
                  <a:pt x="400298" y="443162"/>
                </a:lnTo>
                <a:lnTo>
                  <a:pt x="399798" y="443162"/>
                </a:lnTo>
                <a:close/>
                <a:moveTo>
                  <a:pt x="282854" y="443162"/>
                </a:moveTo>
                <a:lnTo>
                  <a:pt x="283354" y="443162"/>
                </a:lnTo>
                <a:lnTo>
                  <a:pt x="283354" y="444050"/>
                </a:lnTo>
                <a:lnTo>
                  <a:pt x="282854" y="444050"/>
                </a:lnTo>
                <a:close/>
                <a:moveTo>
                  <a:pt x="223383" y="443162"/>
                </a:moveTo>
                <a:lnTo>
                  <a:pt x="223883" y="443162"/>
                </a:lnTo>
                <a:lnTo>
                  <a:pt x="223883" y="444050"/>
                </a:lnTo>
                <a:lnTo>
                  <a:pt x="223383" y="444050"/>
                </a:lnTo>
                <a:close/>
                <a:moveTo>
                  <a:pt x="272859" y="443162"/>
                </a:moveTo>
                <a:lnTo>
                  <a:pt x="273359" y="443162"/>
                </a:lnTo>
                <a:lnTo>
                  <a:pt x="273359" y="444050"/>
                </a:lnTo>
                <a:lnTo>
                  <a:pt x="272859" y="444050"/>
                </a:lnTo>
                <a:close/>
                <a:moveTo>
                  <a:pt x="554724" y="443162"/>
                </a:moveTo>
                <a:lnTo>
                  <a:pt x="555223" y="443162"/>
                </a:lnTo>
                <a:lnTo>
                  <a:pt x="555223" y="444050"/>
                </a:lnTo>
                <a:lnTo>
                  <a:pt x="554724" y="444050"/>
                </a:lnTo>
                <a:close/>
                <a:moveTo>
                  <a:pt x="583210" y="443162"/>
                </a:moveTo>
                <a:lnTo>
                  <a:pt x="583710" y="443162"/>
                </a:lnTo>
                <a:lnTo>
                  <a:pt x="583710" y="444050"/>
                </a:lnTo>
                <a:lnTo>
                  <a:pt x="583210" y="444050"/>
                </a:lnTo>
                <a:close/>
                <a:moveTo>
                  <a:pt x="598703" y="444050"/>
                </a:moveTo>
                <a:lnTo>
                  <a:pt x="599202" y="444050"/>
                </a:lnTo>
                <a:lnTo>
                  <a:pt x="599202" y="444938"/>
                </a:lnTo>
                <a:lnTo>
                  <a:pt x="598703" y="444938"/>
                </a:lnTo>
                <a:close/>
                <a:moveTo>
                  <a:pt x="221883" y="444050"/>
                </a:moveTo>
                <a:lnTo>
                  <a:pt x="222383" y="444050"/>
                </a:lnTo>
                <a:lnTo>
                  <a:pt x="222383" y="444938"/>
                </a:lnTo>
                <a:lnTo>
                  <a:pt x="221883" y="444938"/>
                </a:lnTo>
                <a:close/>
                <a:moveTo>
                  <a:pt x="243873" y="444050"/>
                </a:moveTo>
                <a:lnTo>
                  <a:pt x="244373" y="444050"/>
                </a:lnTo>
                <a:lnTo>
                  <a:pt x="244373" y="444938"/>
                </a:lnTo>
                <a:lnTo>
                  <a:pt x="243873" y="444938"/>
                </a:lnTo>
                <a:close/>
                <a:moveTo>
                  <a:pt x="227881" y="444050"/>
                </a:moveTo>
                <a:lnTo>
                  <a:pt x="228380" y="444050"/>
                </a:lnTo>
                <a:lnTo>
                  <a:pt x="228380" y="444938"/>
                </a:lnTo>
                <a:lnTo>
                  <a:pt x="227881" y="444938"/>
                </a:lnTo>
                <a:close/>
                <a:moveTo>
                  <a:pt x="583710" y="444050"/>
                </a:moveTo>
                <a:lnTo>
                  <a:pt x="584210" y="444050"/>
                </a:lnTo>
                <a:lnTo>
                  <a:pt x="584210" y="444938"/>
                </a:lnTo>
                <a:lnTo>
                  <a:pt x="583710" y="444938"/>
                </a:lnTo>
                <a:close/>
                <a:moveTo>
                  <a:pt x="264863" y="444050"/>
                </a:moveTo>
                <a:lnTo>
                  <a:pt x="265363" y="444050"/>
                </a:lnTo>
                <a:lnTo>
                  <a:pt x="265363" y="444938"/>
                </a:lnTo>
                <a:lnTo>
                  <a:pt x="264863" y="444938"/>
                </a:lnTo>
                <a:close/>
                <a:moveTo>
                  <a:pt x="210389" y="444050"/>
                </a:moveTo>
                <a:lnTo>
                  <a:pt x="210889" y="444050"/>
                </a:lnTo>
                <a:lnTo>
                  <a:pt x="210889" y="444938"/>
                </a:lnTo>
                <a:lnTo>
                  <a:pt x="210389" y="444938"/>
                </a:lnTo>
                <a:close/>
                <a:moveTo>
                  <a:pt x="674666" y="444938"/>
                </a:moveTo>
                <a:lnTo>
                  <a:pt x="675166" y="444938"/>
                </a:lnTo>
                <a:lnTo>
                  <a:pt x="675166" y="445826"/>
                </a:lnTo>
                <a:lnTo>
                  <a:pt x="674666" y="445826"/>
                </a:lnTo>
                <a:close/>
                <a:moveTo>
                  <a:pt x="539731" y="444938"/>
                </a:moveTo>
                <a:lnTo>
                  <a:pt x="540231" y="444938"/>
                </a:lnTo>
                <a:lnTo>
                  <a:pt x="540231" y="445826"/>
                </a:lnTo>
                <a:lnTo>
                  <a:pt x="539731" y="445826"/>
                </a:lnTo>
                <a:close/>
                <a:moveTo>
                  <a:pt x="276357" y="444938"/>
                </a:moveTo>
                <a:lnTo>
                  <a:pt x="276857" y="444938"/>
                </a:lnTo>
                <a:lnTo>
                  <a:pt x="276857" y="445826"/>
                </a:lnTo>
                <a:lnTo>
                  <a:pt x="276357" y="445826"/>
                </a:lnTo>
                <a:close/>
                <a:moveTo>
                  <a:pt x="272359" y="444938"/>
                </a:moveTo>
                <a:lnTo>
                  <a:pt x="272859" y="444938"/>
                </a:lnTo>
                <a:lnTo>
                  <a:pt x="272859" y="445826"/>
                </a:lnTo>
                <a:lnTo>
                  <a:pt x="272359" y="445826"/>
                </a:lnTo>
                <a:close/>
                <a:moveTo>
                  <a:pt x="598203" y="444938"/>
                </a:moveTo>
                <a:lnTo>
                  <a:pt x="598703" y="444938"/>
                </a:lnTo>
                <a:lnTo>
                  <a:pt x="598703" y="445826"/>
                </a:lnTo>
                <a:lnTo>
                  <a:pt x="598203" y="445826"/>
                </a:lnTo>
                <a:close/>
                <a:moveTo>
                  <a:pt x="552725" y="444938"/>
                </a:moveTo>
                <a:lnTo>
                  <a:pt x="553224" y="444938"/>
                </a:lnTo>
                <a:lnTo>
                  <a:pt x="553224" y="445826"/>
                </a:lnTo>
                <a:lnTo>
                  <a:pt x="552725" y="445826"/>
                </a:lnTo>
                <a:close/>
                <a:moveTo>
                  <a:pt x="584210" y="444938"/>
                </a:moveTo>
                <a:lnTo>
                  <a:pt x="584709" y="444938"/>
                </a:lnTo>
                <a:lnTo>
                  <a:pt x="584709" y="445826"/>
                </a:lnTo>
                <a:lnTo>
                  <a:pt x="584210" y="445826"/>
                </a:lnTo>
                <a:close/>
                <a:moveTo>
                  <a:pt x="512244" y="444938"/>
                </a:moveTo>
                <a:lnTo>
                  <a:pt x="512744" y="444938"/>
                </a:lnTo>
                <a:lnTo>
                  <a:pt x="512744" y="445826"/>
                </a:lnTo>
                <a:lnTo>
                  <a:pt x="512244" y="445826"/>
                </a:lnTo>
                <a:close/>
                <a:moveTo>
                  <a:pt x="291850" y="445826"/>
                </a:moveTo>
                <a:lnTo>
                  <a:pt x="292350" y="445826"/>
                </a:lnTo>
                <a:lnTo>
                  <a:pt x="292350" y="446714"/>
                </a:lnTo>
                <a:lnTo>
                  <a:pt x="291850" y="446714"/>
                </a:lnTo>
                <a:close/>
                <a:moveTo>
                  <a:pt x="674166" y="445826"/>
                </a:moveTo>
                <a:lnTo>
                  <a:pt x="674666" y="445826"/>
                </a:lnTo>
                <a:lnTo>
                  <a:pt x="674666" y="446714"/>
                </a:lnTo>
                <a:lnTo>
                  <a:pt x="674166" y="446714"/>
                </a:lnTo>
                <a:close/>
                <a:moveTo>
                  <a:pt x="249370" y="446714"/>
                </a:moveTo>
                <a:lnTo>
                  <a:pt x="249870" y="446714"/>
                </a:lnTo>
                <a:lnTo>
                  <a:pt x="249870" y="447602"/>
                </a:lnTo>
                <a:lnTo>
                  <a:pt x="249370" y="447602"/>
                </a:lnTo>
                <a:close/>
                <a:moveTo>
                  <a:pt x="564219" y="446714"/>
                </a:moveTo>
                <a:lnTo>
                  <a:pt x="564719" y="446714"/>
                </a:lnTo>
                <a:lnTo>
                  <a:pt x="564719" y="447602"/>
                </a:lnTo>
                <a:lnTo>
                  <a:pt x="564219" y="447602"/>
                </a:lnTo>
                <a:close/>
                <a:moveTo>
                  <a:pt x="675166" y="446714"/>
                </a:moveTo>
                <a:lnTo>
                  <a:pt x="675666" y="446714"/>
                </a:lnTo>
                <a:lnTo>
                  <a:pt x="675666" y="447602"/>
                </a:lnTo>
                <a:lnTo>
                  <a:pt x="675166" y="447602"/>
                </a:lnTo>
                <a:close/>
                <a:moveTo>
                  <a:pt x="243373" y="446714"/>
                </a:moveTo>
                <a:lnTo>
                  <a:pt x="243873" y="446714"/>
                </a:lnTo>
                <a:lnTo>
                  <a:pt x="243873" y="447602"/>
                </a:lnTo>
                <a:lnTo>
                  <a:pt x="243373" y="447602"/>
                </a:lnTo>
                <a:close/>
                <a:moveTo>
                  <a:pt x="511744" y="446714"/>
                </a:moveTo>
                <a:lnTo>
                  <a:pt x="512244" y="446714"/>
                </a:lnTo>
                <a:lnTo>
                  <a:pt x="512244" y="447602"/>
                </a:lnTo>
                <a:lnTo>
                  <a:pt x="511744" y="447602"/>
                </a:lnTo>
                <a:close/>
                <a:moveTo>
                  <a:pt x="538731" y="446714"/>
                </a:moveTo>
                <a:lnTo>
                  <a:pt x="539231" y="446714"/>
                </a:lnTo>
                <a:lnTo>
                  <a:pt x="539231" y="447602"/>
                </a:lnTo>
                <a:lnTo>
                  <a:pt x="538731" y="447602"/>
                </a:lnTo>
                <a:close/>
                <a:moveTo>
                  <a:pt x="676665" y="447602"/>
                </a:moveTo>
                <a:lnTo>
                  <a:pt x="677165" y="447602"/>
                </a:lnTo>
                <a:lnTo>
                  <a:pt x="677165" y="448490"/>
                </a:lnTo>
                <a:lnTo>
                  <a:pt x="676665" y="448490"/>
                </a:lnTo>
                <a:close/>
                <a:moveTo>
                  <a:pt x="594205" y="448490"/>
                </a:moveTo>
                <a:lnTo>
                  <a:pt x="594705" y="448490"/>
                </a:lnTo>
                <a:lnTo>
                  <a:pt x="594705" y="449378"/>
                </a:lnTo>
                <a:lnTo>
                  <a:pt x="594205" y="449378"/>
                </a:lnTo>
                <a:close/>
                <a:moveTo>
                  <a:pt x="677665" y="448490"/>
                </a:moveTo>
                <a:lnTo>
                  <a:pt x="678164" y="448490"/>
                </a:lnTo>
                <a:lnTo>
                  <a:pt x="678164" y="449378"/>
                </a:lnTo>
                <a:lnTo>
                  <a:pt x="677665" y="449378"/>
                </a:lnTo>
                <a:close/>
                <a:moveTo>
                  <a:pt x="586708" y="448490"/>
                </a:moveTo>
                <a:lnTo>
                  <a:pt x="587208" y="448490"/>
                </a:lnTo>
                <a:lnTo>
                  <a:pt x="587208" y="449378"/>
                </a:lnTo>
                <a:lnTo>
                  <a:pt x="586708" y="449378"/>
                </a:lnTo>
                <a:close/>
                <a:moveTo>
                  <a:pt x="293349" y="448490"/>
                </a:moveTo>
                <a:lnTo>
                  <a:pt x="293849" y="448490"/>
                </a:lnTo>
                <a:lnTo>
                  <a:pt x="293849" y="449378"/>
                </a:lnTo>
                <a:lnTo>
                  <a:pt x="293349" y="449378"/>
                </a:lnTo>
                <a:close/>
                <a:moveTo>
                  <a:pt x="538731" y="448490"/>
                </a:moveTo>
                <a:lnTo>
                  <a:pt x="539231" y="448490"/>
                </a:lnTo>
                <a:lnTo>
                  <a:pt x="539231" y="449378"/>
                </a:lnTo>
                <a:lnTo>
                  <a:pt x="538731" y="449378"/>
                </a:lnTo>
                <a:close/>
                <a:moveTo>
                  <a:pt x="285353" y="448490"/>
                </a:moveTo>
                <a:lnTo>
                  <a:pt x="285853" y="448490"/>
                </a:lnTo>
                <a:lnTo>
                  <a:pt x="285853" y="449378"/>
                </a:lnTo>
                <a:lnTo>
                  <a:pt x="285353" y="449378"/>
                </a:lnTo>
                <a:close/>
                <a:moveTo>
                  <a:pt x="264363" y="448490"/>
                </a:moveTo>
                <a:lnTo>
                  <a:pt x="264863" y="448490"/>
                </a:lnTo>
                <a:lnTo>
                  <a:pt x="264863" y="449378"/>
                </a:lnTo>
                <a:lnTo>
                  <a:pt x="264363" y="449378"/>
                </a:lnTo>
                <a:close/>
                <a:moveTo>
                  <a:pt x="244373" y="449378"/>
                </a:moveTo>
                <a:lnTo>
                  <a:pt x="244872" y="449378"/>
                </a:lnTo>
                <a:lnTo>
                  <a:pt x="244872" y="450266"/>
                </a:lnTo>
                <a:lnTo>
                  <a:pt x="244373" y="450266"/>
                </a:lnTo>
                <a:close/>
                <a:moveTo>
                  <a:pt x="528236" y="449378"/>
                </a:moveTo>
                <a:lnTo>
                  <a:pt x="528736" y="449378"/>
                </a:lnTo>
                <a:lnTo>
                  <a:pt x="528736" y="450266"/>
                </a:lnTo>
                <a:lnTo>
                  <a:pt x="528236" y="450266"/>
                </a:lnTo>
                <a:close/>
                <a:moveTo>
                  <a:pt x="554224" y="449378"/>
                </a:moveTo>
                <a:lnTo>
                  <a:pt x="554724" y="449378"/>
                </a:lnTo>
                <a:lnTo>
                  <a:pt x="554724" y="450266"/>
                </a:lnTo>
                <a:lnTo>
                  <a:pt x="554224" y="450266"/>
                </a:lnTo>
                <a:close/>
                <a:moveTo>
                  <a:pt x="593705" y="449378"/>
                </a:moveTo>
                <a:lnTo>
                  <a:pt x="594205" y="449378"/>
                </a:lnTo>
                <a:lnTo>
                  <a:pt x="594205" y="450266"/>
                </a:lnTo>
                <a:lnTo>
                  <a:pt x="593705" y="450266"/>
                </a:lnTo>
                <a:close/>
                <a:moveTo>
                  <a:pt x="270860" y="449378"/>
                </a:moveTo>
                <a:lnTo>
                  <a:pt x="271360" y="449378"/>
                </a:lnTo>
                <a:lnTo>
                  <a:pt x="271360" y="450266"/>
                </a:lnTo>
                <a:lnTo>
                  <a:pt x="270860" y="450266"/>
                </a:lnTo>
                <a:close/>
                <a:moveTo>
                  <a:pt x="510745" y="449378"/>
                </a:moveTo>
                <a:lnTo>
                  <a:pt x="511245" y="449378"/>
                </a:lnTo>
                <a:lnTo>
                  <a:pt x="511245" y="450266"/>
                </a:lnTo>
                <a:lnTo>
                  <a:pt x="510745" y="450266"/>
                </a:lnTo>
                <a:close/>
                <a:moveTo>
                  <a:pt x="402297" y="449378"/>
                </a:moveTo>
                <a:lnTo>
                  <a:pt x="402797" y="449378"/>
                </a:lnTo>
                <a:lnTo>
                  <a:pt x="402797" y="450266"/>
                </a:lnTo>
                <a:lnTo>
                  <a:pt x="402297" y="450266"/>
                </a:lnTo>
                <a:close/>
                <a:moveTo>
                  <a:pt x="587208" y="449378"/>
                </a:moveTo>
                <a:lnTo>
                  <a:pt x="587708" y="449378"/>
                </a:lnTo>
                <a:lnTo>
                  <a:pt x="587708" y="450266"/>
                </a:lnTo>
                <a:lnTo>
                  <a:pt x="587208" y="450266"/>
                </a:lnTo>
                <a:close/>
                <a:moveTo>
                  <a:pt x="291350" y="449378"/>
                </a:moveTo>
                <a:lnTo>
                  <a:pt x="291850" y="449378"/>
                </a:lnTo>
                <a:lnTo>
                  <a:pt x="291850" y="450266"/>
                </a:lnTo>
                <a:lnTo>
                  <a:pt x="291350" y="450266"/>
                </a:lnTo>
                <a:close/>
                <a:moveTo>
                  <a:pt x="508746" y="450266"/>
                </a:moveTo>
                <a:lnTo>
                  <a:pt x="509246" y="450266"/>
                </a:lnTo>
                <a:lnTo>
                  <a:pt x="509246" y="451155"/>
                </a:lnTo>
                <a:lnTo>
                  <a:pt x="508746" y="451155"/>
                </a:lnTo>
                <a:close/>
                <a:moveTo>
                  <a:pt x="281355" y="450266"/>
                </a:moveTo>
                <a:lnTo>
                  <a:pt x="281855" y="450266"/>
                </a:lnTo>
                <a:lnTo>
                  <a:pt x="281855" y="451155"/>
                </a:lnTo>
                <a:lnTo>
                  <a:pt x="281355" y="451155"/>
                </a:lnTo>
                <a:close/>
                <a:moveTo>
                  <a:pt x="516742" y="450266"/>
                </a:moveTo>
                <a:lnTo>
                  <a:pt x="517242" y="450266"/>
                </a:lnTo>
                <a:lnTo>
                  <a:pt x="517242" y="451155"/>
                </a:lnTo>
                <a:lnTo>
                  <a:pt x="516742" y="451155"/>
                </a:lnTo>
                <a:close/>
                <a:moveTo>
                  <a:pt x="265862" y="450266"/>
                </a:moveTo>
                <a:lnTo>
                  <a:pt x="266362" y="450266"/>
                </a:lnTo>
                <a:lnTo>
                  <a:pt x="266362" y="451155"/>
                </a:lnTo>
                <a:lnTo>
                  <a:pt x="265862" y="451155"/>
                </a:lnTo>
                <a:close/>
                <a:moveTo>
                  <a:pt x="248871" y="450266"/>
                </a:moveTo>
                <a:lnTo>
                  <a:pt x="249370" y="450266"/>
                </a:lnTo>
                <a:lnTo>
                  <a:pt x="249370" y="451155"/>
                </a:lnTo>
                <a:lnTo>
                  <a:pt x="248871" y="451155"/>
                </a:lnTo>
                <a:close/>
                <a:moveTo>
                  <a:pt x="274858" y="451155"/>
                </a:moveTo>
                <a:lnTo>
                  <a:pt x="275358" y="451155"/>
                </a:lnTo>
                <a:lnTo>
                  <a:pt x="275358" y="452043"/>
                </a:lnTo>
                <a:lnTo>
                  <a:pt x="274858" y="452043"/>
                </a:lnTo>
                <a:close/>
                <a:moveTo>
                  <a:pt x="513743" y="451155"/>
                </a:moveTo>
                <a:lnTo>
                  <a:pt x="514243" y="451155"/>
                </a:lnTo>
                <a:lnTo>
                  <a:pt x="514243" y="452043"/>
                </a:lnTo>
                <a:lnTo>
                  <a:pt x="513743" y="452043"/>
                </a:lnTo>
                <a:close/>
                <a:moveTo>
                  <a:pt x="284853" y="451155"/>
                </a:moveTo>
                <a:lnTo>
                  <a:pt x="285353" y="451155"/>
                </a:lnTo>
                <a:lnTo>
                  <a:pt x="285353" y="452043"/>
                </a:lnTo>
                <a:lnTo>
                  <a:pt x="284853" y="452043"/>
                </a:lnTo>
                <a:close/>
                <a:moveTo>
                  <a:pt x="666670" y="452043"/>
                </a:moveTo>
                <a:lnTo>
                  <a:pt x="667170" y="452043"/>
                </a:lnTo>
                <a:lnTo>
                  <a:pt x="667170" y="452931"/>
                </a:lnTo>
                <a:lnTo>
                  <a:pt x="666670" y="452931"/>
                </a:lnTo>
                <a:close/>
                <a:moveTo>
                  <a:pt x="246871" y="452043"/>
                </a:moveTo>
                <a:lnTo>
                  <a:pt x="247371" y="452043"/>
                </a:lnTo>
                <a:lnTo>
                  <a:pt x="247371" y="452931"/>
                </a:lnTo>
                <a:lnTo>
                  <a:pt x="246871" y="452931"/>
                </a:lnTo>
                <a:close/>
                <a:moveTo>
                  <a:pt x="589207" y="452043"/>
                </a:moveTo>
                <a:lnTo>
                  <a:pt x="589707" y="452043"/>
                </a:lnTo>
                <a:lnTo>
                  <a:pt x="589707" y="452931"/>
                </a:lnTo>
                <a:lnTo>
                  <a:pt x="589207" y="452931"/>
                </a:lnTo>
                <a:close/>
                <a:moveTo>
                  <a:pt x="512744" y="452043"/>
                </a:moveTo>
                <a:lnTo>
                  <a:pt x="513244" y="452043"/>
                </a:lnTo>
                <a:lnTo>
                  <a:pt x="513244" y="452931"/>
                </a:lnTo>
                <a:lnTo>
                  <a:pt x="512744" y="452931"/>
                </a:lnTo>
                <a:close/>
                <a:moveTo>
                  <a:pt x="560221" y="452043"/>
                </a:moveTo>
                <a:lnTo>
                  <a:pt x="560721" y="452043"/>
                </a:lnTo>
                <a:lnTo>
                  <a:pt x="560721" y="452931"/>
                </a:lnTo>
                <a:lnTo>
                  <a:pt x="560221" y="452931"/>
                </a:lnTo>
                <a:close/>
                <a:moveTo>
                  <a:pt x="299846" y="452043"/>
                </a:moveTo>
                <a:lnTo>
                  <a:pt x="300346" y="452043"/>
                </a:lnTo>
                <a:lnTo>
                  <a:pt x="300346" y="452931"/>
                </a:lnTo>
                <a:lnTo>
                  <a:pt x="299846" y="452931"/>
                </a:lnTo>
                <a:close/>
                <a:moveTo>
                  <a:pt x="528236" y="452931"/>
                </a:moveTo>
                <a:lnTo>
                  <a:pt x="528736" y="452931"/>
                </a:lnTo>
                <a:lnTo>
                  <a:pt x="528736" y="453819"/>
                </a:lnTo>
                <a:lnTo>
                  <a:pt x="528236" y="453819"/>
                </a:lnTo>
                <a:close/>
                <a:moveTo>
                  <a:pt x="534733" y="452931"/>
                </a:moveTo>
                <a:lnTo>
                  <a:pt x="535233" y="452931"/>
                </a:lnTo>
                <a:lnTo>
                  <a:pt x="535233" y="453819"/>
                </a:lnTo>
                <a:lnTo>
                  <a:pt x="534733" y="453819"/>
                </a:lnTo>
                <a:close/>
                <a:moveTo>
                  <a:pt x="274358" y="452931"/>
                </a:moveTo>
                <a:lnTo>
                  <a:pt x="274858" y="452931"/>
                </a:lnTo>
                <a:lnTo>
                  <a:pt x="274858" y="453819"/>
                </a:lnTo>
                <a:lnTo>
                  <a:pt x="274358" y="453819"/>
                </a:lnTo>
                <a:close/>
                <a:moveTo>
                  <a:pt x="517741" y="452931"/>
                </a:moveTo>
                <a:lnTo>
                  <a:pt x="518241" y="452931"/>
                </a:lnTo>
                <a:lnTo>
                  <a:pt x="518241" y="453819"/>
                </a:lnTo>
                <a:lnTo>
                  <a:pt x="517741" y="453819"/>
                </a:lnTo>
                <a:close/>
                <a:moveTo>
                  <a:pt x="511744" y="452931"/>
                </a:moveTo>
                <a:lnTo>
                  <a:pt x="512244" y="452931"/>
                </a:lnTo>
                <a:lnTo>
                  <a:pt x="512244" y="453819"/>
                </a:lnTo>
                <a:lnTo>
                  <a:pt x="511744" y="453819"/>
                </a:lnTo>
                <a:close/>
                <a:moveTo>
                  <a:pt x="590706" y="453819"/>
                </a:moveTo>
                <a:lnTo>
                  <a:pt x="591206" y="453819"/>
                </a:lnTo>
                <a:lnTo>
                  <a:pt x="591206" y="454707"/>
                </a:lnTo>
                <a:lnTo>
                  <a:pt x="590706" y="454707"/>
                </a:lnTo>
                <a:close/>
                <a:moveTo>
                  <a:pt x="284354" y="453819"/>
                </a:moveTo>
                <a:lnTo>
                  <a:pt x="284853" y="453819"/>
                </a:lnTo>
                <a:lnTo>
                  <a:pt x="284853" y="454707"/>
                </a:lnTo>
                <a:lnTo>
                  <a:pt x="284354" y="454707"/>
                </a:lnTo>
                <a:close/>
                <a:moveTo>
                  <a:pt x="591706" y="453819"/>
                </a:moveTo>
                <a:lnTo>
                  <a:pt x="592206" y="453819"/>
                </a:lnTo>
                <a:lnTo>
                  <a:pt x="592206" y="454707"/>
                </a:lnTo>
                <a:lnTo>
                  <a:pt x="591706" y="454707"/>
                </a:lnTo>
                <a:close/>
                <a:moveTo>
                  <a:pt x="669669" y="453819"/>
                </a:moveTo>
                <a:lnTo>
                  <a:pt x="670168" y="453819"/>
                </a:lnTo>
                <a:lnTo>
                  <a:pt x="670168" y="454707"/>
                </a:lnTo>
                <a:lnTo>
                  <a:pt x="669669" y="454707"/>
                </a:lnTo>
                <a:close/>
                <a:moveTo>
                  <a:pt x="268361" y="453819"/>
                </a:moveTo>
                <a:lnTo>
                  <a:pt x="268861" y="453819"/>
                </a:lnTo>
                <a:lnTo>
                  <a:pt x="268861" y="454707"/>
                </a:lnTo>
                <a:lnTo>
                  <a:pt x="268361" y="454707"/>
                </a:lnTo>
                <a:close/>
                <a:moveTo>
                  <a:pt x="681163" y="454707"/>
                </a:moveTo>
                <a:lnTo>
                  <a:pt x="681663" y="454707"/>
                </a:lnTo>
                <a:lnTo>
                  <a:pt x="681663" y="455595"/>
                </a:lnTo>
                <a:lnTo>
                  <a:pt x="681163" y="455595"/>
                </a:lnTo>
                <a:close/>
                <a:moveTo>
                  <a:pt x="280355" y="454707"/>
                </a:moveTo>
                <a:lnTo>
                  <a:pt x="280855" y="454707"/>
                </a:lnTo>
                <a:lnTo>
                  <a:pt x="280855" y="455595"/>
                </a:lnTo>
                <a:lnTo>
                  <a:pt x="280355" y="455595"/>
                </a:lnTo>
                <a:close/>
                <a:moveTo>
                  <a:pt x="670668" y="454707"/>
                </a:moveTo>
                <a:lnTo>
                  <a:pt x="671168" y="454707"/>
                </a:lnTo>
                <a:lnTo>
                  <a:pt x="671168" y="455595"/>
                </a:lnTo>
                <a:lnTo>
                  <a:pt x="670668" y="455595"/>
                </a:lnTo>
                <a:close/>
                <a:moveTo>
                  <a:pt x="266362" y="454707"/>
                </a:moveTo>
                <a:lnTo>
                  <a:pt x="266862" y="454707"/>
                </a:lnTo>
                <a:lnTo>
                  <a:pt x="266862" y="455595"/>
                </a:lnTo>
                <a:lnTo>
                  <a:pt x="266362" y="455595"/>
                </a:lnTo>
                <a:close/>
                <a:moveTo>
                  <a:pt x="273859" y="454707"/>
                </a:moveTo>
                <a:lnTo>
                  <a:pt x="274358" y="454707"/>
                </a:lnTo>
                <a:lnTo>
                  <a:pt x="274358" y="455595"/>
                </a:lnTo>
                <a:lnTo>
                  <a:pt x="273859" y="455595"/>
                </a:lnTo>
                <a:close/>
                <a:moveTo>
                  <a:pt x="557722" y="454707"/>
                </a:moveTo>
                <a:lnTo>
                  <a:pt x="558222" y="454707"/>
                </a:lnTo>
                <a:lnTo>
                  <a:pt x="558222" y="455595"/>
                </a:lnTo>
                <a:lnTo>
                  <a:pt x="557722" y="455595"/>
                </a:lnTo>
                <a:close/>
                <a:moveTo>
                  <a:pt x="290351" y="455595"/>
                </a:moveTo>
                <a:lnTo>
                  <a:pt x="290850" y="455595"/>
                </a:lnTo>
                <a:lnTo>
                  <a:pt x="290850" y="456483"/>
                </a:lnTo>
                <a:lnTo>
                  <a:pt x="290351" y="456483"/>
                </a:lnTo>
                <a:close/>
                <a:moveTo>
                  <a:pt x="283854" y="456483"/>
                </a:moveTo>
                <a:lnTo>
                  <a:pt x="284354" y="456483"/>
                </a:lnTo>
                <a:lnTo>
                  <a:pt x="284354" y="457371"/>
                </a:lnTo>
                <a:lnTo>
                  <a:pt x="283854" y="457371"/>
                </a:lnTo>
                <a:close/>
                <a:moveTo>
                  <a:pt x="208890" y="456483"/>
                </a:moveTo>
                <a:lnTo>
                  <a:pt x="209389" y="456483"/>
                </a:lnTo>
                <a:lnTo>
                  <a:pt x="209389" y="457371"/>
                </a:lnTo>
                <a:lnTo>
                  <a:pt x="208890" y="457371"/>
                </a:lnTo>
                <a:close/>
                <a:moveTo>
                  <a:pt x="262864" y="456483"/>
                </a:moveTo>
                <a:lnTo>
                  <a:pt x="263364" y="456483"/>
                </a:lnTo>
                <a:lnTo>
                  <a:pt x="263364" y="457371"/>
                </a:lnTo>
                <a:lnTo>
                  <a:pt x="262864" y="457371"/>
                </a:lnTo>
                <a:close/>
                <a:moveTo>
                  <a:pt x="541230" y="456483"/>
                </a:moveTo>
                <a:lnTo>
                  <a:pt x="541730" y="456483"/>
                </a:lnTo>
                <a:lnTo>
                  <a:pt x="541730" y="457371"/>
                </a:lnTo>
                <a:lnTo>
                  <a:pt x="541230" y="457371"/>
                </a:lnTo>
                <a:close/>
                <a:moveTo>
                  <a:pt x="519241" y="456483"/>
                </a:moveTo>
                <a:lnTo>
                  <a:pt x="519741" y="456483"/>
                </a:lnTo>
                <a:lnTo>
                  <a:pt x="519741" y="457371"/>
                </a:lnTo>
                <a:lnTo>
                  <a:pt x="519241" y="457371"/>
                </a:lnTo>
                <a:close/>
                <a:moveTo>
                  <a:pt x="511245" y="456483"/>
                </a:moveTo>
                <a:lnTo>
                  <a:pt x="511744" y="456483"/>
                </a:lnTo>
                <a:lnTo>
                  <a:pt x="511744" y="457371"/>
                </a:lnTo>
                <a:lnTo>
                  <a:pt x="511245" y="457371"/>
                </a:lnTo>
                <a:close/>
                <a:moveTo>
                  <a:pt x="602701" y="456483"/>
                </a:moveTo>
                <a:lnTo>
                  <a:pt x="603200" y="456483"/>
                </a:lnTo>
                <a:lnTo>
                  <a:pt x="603200" y="457371"/>
                </a:lnTo>
                <a:lnTo>
                  <a:pt x="602701" y="457371"/>
                </a:lnTo>
                <a:close/>
                <a:moveTo>
                  <a:pt x="279856" y="456483"/>
                </a:moveTo>
                <a:lnTo>
                  <a:pt x="280355" y="456483"/>
                </a:lnTo>
                <a:lnTo>
                  <a:pt x="280355" y="457371"/>
                </a:lnTo>
                <a:lnTo>
                  <a:pt x="279856" y="457371"/>
                </a:lnTo>
                <a:close/>
                <a:moveTo>
                  <a:pt x="544229" y="456483"/>
                </a:moveTo>
                <a:lnTo>
                  <a:pt x="544729" y="456483"/>
                </a:lnTo>
                <a:lnTo>
                  <a:pt x="544729" y="457371"/>
                </a:lnTo>
                <a:lnTo>
                  <a:pt x="544229" y="457371"/>
                </a:lnTo>
                <a:close/>
                <a:moveTo>
                  <a:pt x="314839" y="457371"/>
                </a:moveTo>
                <a:lnTo>
                  <a:pt x="315339" y="457371"/>
                </a:lnTo>
                <a:lnTo>
                  <a:pt x="315339" y="458259"/>
                </a:lnTo>
                <a:lnTo>
                  <a:pt x="314839" y="458259"/>
                </a:lnTo>
                <a:close/>
                <a:moveTo>
                  <a:pt x="543729" y="457371"/>
                </a:moveTo>
                <a:lnTo>
                  <a:pt x="544229" y="457371"/>
                </a:lnTo>
                <a:lnTo>
                  <a:pt x="544229" y="458259"/>
                </a:lnTo>
                <a:lnTo>
                  <a:pt x="543729" y="458259"/>
                </a:lnTo>
                <a:close/>
                <a:moveTo>
                  <a:pt x="681663" y="457371"/>
                </a:moveTo>
                <a:lnTo>
                  <a:pt x="682163" y="457371"/>
                </a:lnTo>
                <a:lnTo>
                  <a:pt x="682163" y="458259"/>
                </a:lnTo>
                <a:lnTo>
                  <a:pt x="681663" y="458259"/>
                </a:lnTo>
                <a:close/>
                <a:moveTo>
                  <a:pt x="601701" y="458259"/>
                </a:moveTo>
                <a:lnTo>
                  <a:pt x="602201" y="458259"/>
                </a:lnTo>
                <a:lnTo>
                  <a:pt x="602201" y="459147"/>
                </a:lnTo>
                <a:lnTo>
                  <a:pt x="601701" y="459147"/>
                </a:lnTo>
                <a:close/>
                <a:moveTo>
                  <a:pt x="279356" y="458259"/>
                </a:moveTo>
                <a:lnTo>
                  <a:pt x="279856" y="458259"/>
                </a:lnTo>
                <a:lnTo>
                  <a:pt x="279856" y="459147"/>
                </a:lnTo>
                <a:lnTo>
                  <a:pt x="279356" y="459147"/>
                </a:lnTo>
                <a:close/>
                <a:moveTo>
                  <a:pt x="289851" y="458259"/>
                </a:moveTo>
                <a:lnTo>
                  <a:pt x="290351" y="458259"/>
                </a:lnTo>
                <a:lnTo>
                  <a:pt x="290351" y="459147"/>
                </a:lnTo>
                <a:lnTo>
                  <a:pt x="289851" y="459147"/>
                </a:lnTo>
                <a:close/>
                <a:moveTo>
                  <a:pt x="673167" y="459147"/>
                </a:moveTo>
                <a:lnTo>
                  <a:pt x="673667" y="459147"/>
                </a:lnTo>
                <a:lnTo>
                  <a:pt x="673667" y="460036"/>
                </a:lnTo>
                <a:lnTo>
                  <a:pt x="673167" y="460036"/>
                </a:lnTo>
                <a:close/>
                <a:moveTo>
                  <a:pt x="600202" y="459147"/>
                </a:moveTo>
                <a:lnTo>
                  <a:pt x="600702" y="459147"/>
                </a:lnTo>
                <a:lnTo>
                  <a:pt x="600702" y="460036"/>
                </a:lnTo>
                <a:lnTo>
                  <a:pt x="600202" y="460036"/>
                </a:lnTo>
                <a:close/>
                <a:moveTo>
                  <a:pt x="520240" y="459147"/>
                </a:moveTo>
                <a:lnTo>
                  <a:pt x="520740" y="459147"/>
                </a:lnTo>
                <a:lnTo>
                  <a:pt x="520740" y="460036"/>
                </a:lnTo>
                <a:lnTo>
                  <a:pt x="520240" y="460036"/>
                </a:lnTo>
                <a:close/>
                <a:moveTo>
                  <a:pt x="643181" y="459147"/>
                </a:moveTo>
                <a:lnTo>
                  <a:pt x="643681" y="459147"/>
                </a:lnTo>
                <a:lnTo>
                  <a:pt x="643681" y="460036"/>
                </a:lnTo>
                <a:lnTo>
                  <a:pt x="643181" y="460036"/>
                </a:lnTo>
                <a:close/>
                <a:moveTo>
                  <a:pt x="512244" y="459147"/>
                </a:moveTo>
                <a:lnTo>
                  <a:pt x="512744" y="459147"/>
                </a:lnTo>
                <a:lnTo>
                  <a:pt x="512744" y="460036"/>
                </a:lnTo>
                <a:lnTo>
                  <a:pt x="512244" y="460036"/>
                </a:lnTo>
                <a:close/>
                <a:moveTo>
                  <a:pt x="208390" y="460036"/>
                </a:moveTo>
                <a:lnTo>
                  <a:pt x="208890" y="460036"/>
                </a:lnTo>
                <a:lnTo>
                  <a:pt x="208890" y="460924"/>
                </a:lnTo>
                <a:lnTo>
                  <a:pt x="208390" y="460924"/>
                </a:lnTo>
                <a:close/>
                <a:moveTo>
                  <a:pt x="278856" y="460036"/>
                </a:moveTo>
                <a:lnTo>
                  <a:pt x="279356" y="460036"/>
                </a:lnTo>
                <a:lnTo>
                  <a:pt x="279356" y="460924"/>
                </a:lnTo>
                <a:lnTo>
                  <a:pt x="278856" y="460924"/>
                </a:lnTo>
                <a:close/>
                <a:moveTo>
                  <a:pt x="254368" y="460924"/>
                </a:moveTo>
                <a:lnTo>
                  <a:pt x="254868" y="460924"/>
                </a:lnTo>
                <a:lnTo>
                  <a:pt x="254868" y="461812"/>
                </a:lnTo>
                <a:lnTo>
                  <a:pt x="254368" y="461812"/>
                </a:lnTo>
                <a:close/>
                <a:moveTo>
                  <a:pt x="289351" y="460924"/>
                </a:moveTo>
                <a:lnTo>
                  <a:pt x="289851" y="460924"/>
                </a:lnTo>
                <a:lnTo>
                  <a:pt x="289851" y="461812"/>
                </a:lnTo>
                <a:lnTo>
                  <a:pt x="289351" y="461812"/>
                </a:lnTo>
                <a:close/>
                <a:moveTo>
                  <a:pt x="200894" y="460924"/>
                </a:moveTo>
                <a:lnTo>
                  <a:pt x="201393" y="460924"/>
                </a:lnTo>
                <a:lnTo>
                  <a:pt x="201393" y="461812"/>
                </a:lnTo>
                <a:lnTo>
                  <a:pt x="200894" y="461812"/>
                </a:lnTo>
                <a:close/>
                <a:moveTo>
                  <a:pt x="682163" y="460924"/>
                </a:moveTo>
                <a:lnTo>
                  <a:pt x="682662" y="460924"/>
                </a:lnTo>
                <a:lnTo>
                  <a:pt x="682662" y="461812"/>
                </a:lnTo>
                <a:lnTo>
                  <a:pt x="682163" y="461812"/>
                </a:lnTo>
                <a:close/>
                <a:moveTo>
                  <a:pt x="402297" y="460924"/>
                </a:moveTo>
                <a:lnTo>
                  <a:pt x="402797" y="460924"/>
                </a:lnTo>
                <a:lnTo>
                  <a:pt x="402797" y="461812"/>
                </a:lnTo>
                <a:lnTo>
                  <a:pt x="402297" y="461812"/>
                </a:lnTo>
                <a:close/>
                <a:moveTo>
                  <a:pt x="252869" y="461812"/>
                </a:moveTo>
                <a:lnTo>
                  <a:pt x="253368" y="461812"/>
                </a:lnTo>
                <a:lnTo>
                  <a:pt x="253368" y="462700"/>
                </a:lnTo>
                <a:lnTo>
                  <a:pt x="252869" y="462700"/>
                </a:lnTo>
                <a:close/>
                <a:moveTo>
                  <a:pt x="521240" y="461812"/>
                </a:moveTo>
                <a:lnTo>
                  <a:pt x="521740" y="461812"/>
                </a:lnTo>
                <a:lnTo>
                  <a:pt x="521740" y="462700"/>
                </a:lnTo>
                <a:lnTo>
                  <a:pt x="521240" y="462700"/>
                </a:lnTo>
                <a:close/>
                <a:moveTo>
                  <a:pt x="513244" y="461812"/>
                </a:moveTo>
                <a:lnTo>
                  <a:pt x="513743" y="461812"/>
                </a:lnTo>
                <a:lnTo>
                  <a:pt x="513743" y="462700"/>
                </a:lnTo>
                <a:lnTo>
                  <a:pt x="513244" y="462700"/>
                </a:lnTo>
                <a:close/>
                <a:moveTo>
                  <a:pt x="267362" y="462700"/>
                </a:moveTo>
                <a:lnTo>
                  <a:pt x="267861" y="462700"/>
                </a:lnTo>
                <a:lnTo>
                  <a:pt x="267861" y="463588"/>
                </a:lnTo>
                <a:lnTo>
                  <a:pt x="267362" y="463588"/>
                </a:lnTo>
                <a:close/>
                <a:moveTo>
                  <a:pt x="292849" y="462700"/>
                </a:moveTo>
                <a:lnTo>
                  <a:pt x="293349" y="462700"/>
                </a:lnTo>
                <a:lnTo>
                  <a:pt x="293349" y="463588"/>
                </a:lnTo>
                <a:lnTo>
                  <a:pt x="292849" y="463588"/>
                </a:lnTo>
                <a:close/>
                <a:moveTo>
                  <a:pt x="207890" y="463588"/>
                </a:moveTo>
                <a:lnTo>
                  <a:pt x="208390" y="463588"/>
                </a:lnTo>
                <a:lnTo>
                  <a:pt x="208390" y="464476"/>
                </a:lnTo>
                <a:lnTo>
                  <a:pt x="207890" y="464476"/>
                </a:lnTo>
                <a:close/>
                <a:moveTo>
                  <a:pt x="282354" y="463588"/>
                </a:moveTo>
                <a:lnTo>
                  <a:pt x="282854" y="463588"/>
                </a:lnTo>
                <a:lnTo>
                  <a:pt x="282854" y="464476"/>
                </a:lnTo>
                <a:lnTo>
                  <a:pt x="282354" y="464476"/>
                </a:lnTo>
                <a:close/>
                <a:moveTo>
                  <a:pt x="249370" y="463588"/>
                </a:moveTo>
                <a:lnTo>
                  <a:pt x="249870" y="463588"/>
                </a:lnTo>
                <a:lnTo>
                  <a:pt x="249870" y="464476"/>
                </a:lnTo>
                <a:lnTo>
                  <a:pt x="249370" y="464476"/>
                </a:lnTo>
                <a:close/>
                <a:moveTo>
                  <a:pt x="200394" y="463588"/>
                </a:moveTo>
                <a:lnTo>
                  <a:pt x="200894" y="463588"/>
                </a:lnTo>
                <a:lnTo>
                  <a:pt x="200894" y="464476"/>
                </a:lnTo>
                <a:lnTo>
                  <a:pt x="200394" y="464476"/>
                </a:lnTo>
                <a:close/>
                <a:moveTo>
                  <a:pt x="288851" y="463588"/>
                </a:moveTo>
                <a:lnTo>
                  <a:pt x="289351" y="463588"/>
                </a:lnTo>
                <a:lnTo>
                  <a:pt x="289351" y="464476"/>
                </a:lnTo>
                <a:lnTo>
                  <a:pt x="288851" y="464476"/>
                </a:lnTo>
                <a:close/>
                <a:moveTo>
                  <a:pt x="270860" y="463588"/>
                </a:moveTo>
                <a:lnTo>
                  <a:pt x="271360" y="463588"/>
                </a:lnTo>
                <a:lnTo>
                  <a:pt x="271360" y="464476"/>
                </a:lnTo>
                <a:lnTo>
                  <a:pt x="270860" y="464476"/>
                </a:lnTo>
                <a:close/>
                <a:moveTo>
                  <a:pt x="236377" y="464476"/>
                </a:moveTo>
                <a:lnTo>
                  <a:pt x="236876" y="464476"/>
                </a:lnTo>
                <a:lnTo>
                  <a:pt x="236876" y="465364"/>
                </a:lnTo>
                <a:lnTo>
                  <a:pt x="236377" y="465364"/>
                </a:lnTo>
                <a:close/>
                <a:moveTo>
                  <a:pt x="247371" y="464476"/>
                </a:moveTo>
                <a:lnTo>
                  <a:pt x="247871" y="464476"/>
                </a:lnTo>
                <a:lnTo>
                  <a:pt x="247871" y="465364"/>
                </a:lnTo>
                <a:lnTo>
                  <a:pt x="247371" y="465364"/>
                </a:lnTo>
                <a:close/>
                <a:moveTo>
                  <a:pt x="522239" y="464476"/>
                </a:moveTo>
                <a:lnTo>
                  <a:pt x="522739" y="464476"/>
                </a:lnTo>
                <a:lnTo>
                  <a:pt x="522739" y="465364"/>
                </a:lnTo>
                <a:lnTo>
                  <a:pt x="522239" y="465364"/>
                </a:lnTo>
                <a:close/>
                <a:moveTo>
                  <a:pt x="562720" y="464476"/>
                </a:moveTo>
                <a:lnTo>
                  <a:pt x="563220" y="464476"/>
                </a:lnTo>
                <a:lnTo>
                  <a:pt x="563220" y="465364"/>
                </a:lnTo>
                <a:lnTo>
                  <a:pt x="562720" y="465364"/>
                </a:lnTo>
                <a:close/>
                <a:moveTo>
                  <a:pt x="227381" y="464476"/>
                </a:moveTo>
                <a:lnTo>
                  <a:pt x="227881" y="464476"/>
                </a:lnTo>
                <a:lnTo>
                  <a:pt x="227881" y="465364"/>
                </a:lnTo>
                <a:lnTo>
                  <a:pt x="227381" y="465364"/>
                </a:lnTo>
                <a:close/>
                <a:moveTo>
                  <a:pt x="514243" y="464476"/>
                </a:moveTo>
                <a:lnTo>
                  <a:pt x="514743" y="464476"/>
                </a:lnTo>
                <a:lnTo>
                  <a:pt x="514743" y="465364"/>
                </a:lnTo>
                <a:lnTo>
                  <a:pt x="514243" y="465364"/>
                </a:lnTo>
                <a:close/>
                <a:moveTo>
                  <a:pt x="245372" y="465364"/>
                </a:moveTo>
                <a:lnTo>
                  <a:pt x="245872" y="465364"/>
                </a:lnTo>
                <a:lnTo>
                  <a:pt x="245872" y="466252"/>
                </a:lnTo>
                <a:lnTo>
                  <a:pt x="245372" y="466252"/>
                </a:lnTo>
                <a:close/>
                <a:moveTo>
                  <a:pt x="281855" y="465364"/>
                </a:moveTo>
                <a:lnTo>
                  <a:pt x="282354" y="465364"/>
                </a:lnTo>
                <a:lnTo>
                  <a:pt x="282354" y="466252"/>
                </a:lnTo>
                <a:lnTo>
                  <a:pt x="281855" y="466252"/>
                </a:lnTo>
                <a:close/>
                <a:moveTo>
                  <a:pt x="307342" y="465364"/>
                </a:moveTo>
                <a:lnTo>
                  <a:pt x="307842" y="465364"/>
                </a:lnTo>
                <a:lnTo>
                  <a:pt x="307842" y="466252"/>
                </a:lnTo>
                <a:lnTo>
                  <a:pt x="307342" y="466252"/>
                </a:lnTo>
                <a:close/>
                <a:moveTo>
                  <a:pt x="277357" y="465364"/>
                </a:moveTo>
                <a:lnTo>
                  <a:pt x="277857" y="465364"/>
                </a:lnTo>
                <a:lnTo>
                  <a:pt x="277857" y="466252"/>
                </a:lnTo>
                <a:lnTo>
                  <a:pt x="277357" y="466252"/>
                </a:lnTo>
                <a:close/>
                <a:moveTo>
                  <a:pt x="674166" y="465364"/>
                </a:moveTo>
                <a:lnTo>
                  <a:pt x="674666" y="465364"/>
                </a:lnTo>
                <a:lnTo>
                  <a:pt x="674666" y="466252"/>
                </a:lnTo>
                <a:lnTo>
                  <a:pt x="674166" y="466252"/>
                </a:lnTo>
                <a:close/>
                <a:moveTo>
                  <a:pt x="207390" y="466252"/>
                </a:moveTo>
                <a:lnTo>
                  <a:pt x="207890" y="466252"/>
                </a:lnTo>
                <a:lnTo>
                  <a:pt x="207890" y="467140"/>
                </a:lnTo>
                <a:lnTo>
                  <a:pt x="207390" y="467140"/>
                </a:lnTo>
                <a:close/>
                <a:moveTo>
                  <a:pt x="269860" y="466252"/>
                </a:moveTo>
                <a:lnTo>
                  <a:pt x="270360" y="466252"/>
                </a:lnTo>
                <a:lnTo>
                  <a:pt x="270360" y="467140"/>
                </a:lnTo>
                <a:lnTo>
                  <a:pt x="269860" y="467140"/>
                </a:lnTo>
                <a:close/>
                <a:moveTo>
                  <a:pt x="299346" y="466252"/>
                </a:moveTo>
                <a:lnTo>
                  <a:pt x="299846" y="466252"/>
                </a:lnTo>
                <a:lnTo>
                  <a:pt x="299846" y="467140"/>
                </a:lnTo>
                <a:lnTo>
                  <a:pt x="299346" y="467140"/>
                </a:lnTo>
                <a:close/>
                <a:moveTo>
                  <a:pt x="267362" y="466252"/>
                </a:moveTo>
                <a:lnTo>
                  <a:pt x="267861" y="466252"/>
                </a:lnTo>
                <a:lnTo>
                  <a:pt x="267861" y="467140"/>
                </a:lnTo>
                <a:lnTo>
                  <a:pt x="267362" y="467140"/>
                </a:lnTo>
                <a:close/>
                <a:moveTo>
                  <a:pt x="199894" y="466252"/>
                </a:moveTo>
                <a:lnTo>
                  <a:pt x="200394" y="466252"/>
                </a:lnTo>
                <a:lnTo>
                  <a:pt x="200394" y="467140"/>
                </a:lnTo>
                <a:lnTo>
                  <a:pt x="199894" y="467140"/>
                </a:lnTo>
                <a:close/>
                <a:moveTo>
                  <a:pt x="243873" y="467140"/>
                </a:moveTo>
                <a:lnTo>
                  <a:pt x="244373" y="467140"/>
                </a:lnTo>
                <a:lnTo>
                  <a:pt x="244373" y="468028"/>
                </a:lnTo>
                <a:lnTo>
                  <a:pt x="243873" y="468028"/>
                </a:lnTo>
                <a:close/>
                <a:moveTo>
                  <a:pt x="527737" y="467140"/>
                </a:moveTo>
                <a:lnTo>
                  <a:pt x="528236" y="467140"/>
                </a:lnTo>
                <a:lnTo>
                  <a:pt x="528236" y="468028"/>
                </a:lnTo>
                <a:lnTo>
                  <a:pt x="527737" y="468028"/>
                </a:lnTo>
                <a:close/>
                <a:moveTo>
                  <a:pt x="523239" y="467140"/>
                </a:moveTo>
                <a:lnTo>
                  <a:pt x="523739" y="467140"/>
                </a:lnTo>
                <a:lnTo>
                  <a:pt x="523739" y="468028"/>
                </a:lnTo>
                <a:lnTo>
                  <a:pt x="523239" y="468028"/>
                </a:lnTo>
                <a:close/>
                <a:moveTo>
                  <a:pt x="269361" y="467140"/>
                </a:moveTo>
                <a:lnTo>
                  <a:pt x="269860" y="467140"/>
                </a:lnTo>
                <a:lnTo>
                  <a:pt x="269860" y="468028"/>
                </a:lnTo>
                <a:lnTo>
                  <a:pt x="269361" y="468028"/>
                </a:lnTo>
                <a:close/>
                <a:moveTo>
                  <a:pt x="287852" y="468028"/>
                </a:moveTo>
                <a:lnTo>
                  <a:pt x="288352" y="468028"/>
                </a:lnTo>
                <a:lnTo>
                  <a:pt x="288352" y="468917"/>
                </a:lnTo>
                <a:lnTo>
                  <a:pt x="287852" y="468917"/>
                </a:lnTo>
                <a:close/>
                <a:moveTo>
                  <a:pt x="515742" y="468917"/>
                </a:moveTo>
                <a:lnTo>
                  <a:pt x="516242" y="468917"/>
                </a:lnTo>
                <a:lnTo>
                  <a:pt x="516242" y="469805"/>
                </a:lnTo>
                <a:lnTo>
                  <a:pt x="515742" y="469805"/>
                </a:lnTo>
                <a:close/>
                <a:moveTo>
                  <a:pt x="523739" y="468917"/>
                </a:moveTo>
                <a:lnTo>
                  <a:pt x="524238" y="468917"/>
                </a:lnTo>
                <a:lnTo>
                  <a:pt x="524238" y="469805"/>
                </a:lnTo>
                <a:lnTo>
                  <a:pt x="523739" y="469805"/>
                </a:lnTo>
                <a:close/>
                <a:moveTo>
                  <a:pt x="314339" y="469805"/>
                </a:moveTo>
                <a:lnTo>
                  <a:pt x="314839" y="469805"/>
                </a:lnTo>
                <a:lnTo>
                  <a:pt x="314839" y="470693"/>
                </a:lnTo>
                <a:lnTo>
                  <a:pt x="314339" y="470693"/>
                </a:lnTo>
                <a:close/>
                <a:moveTo>
                  <a:pt x="275858" y="469805"/>
                </a:moveTo>
                <a:lnTo>
                  <a:pt x="276357" y="469805"/>
                </a:lnTo>
                <a:lnTo>
                  <a:pt x="276357" y="470693"/>
                </a:lnTo>
                <a:lnTo>
                  <a:pt x="275858" y="470693"/>
                </a:lnTo>
                <a:close/>
                <a:moveTo>
                  <a:pt x="527737" y="469805"/>
                </a:moveTo>
                <a:lnTo>
                  <a:pt x="528236" y="469805"/>
                </a:lnTo>
                <a:lnTo>
                  <a:pt x="528236" y="470693"/>
                </a:lnTo>
                <a:lnTo>
                  <a:pt x="527737" y="470693"/>
                </a:lnTo>
                <a:close/>
                <a:moveTo>
                  <a:pt x="244373" y="470693"/>
                </a:moveTo>
                <a:lnTo>
                  <a:pt x="244872" y="470693"/>
                </a:lnTo>
                <a:lnTo>
                  <a:pt x="244872" y="471581"/>
                </a:lnTo>
                <a:lnTo>
                  <a:pt x="244373" y="471581"/>
                </a:lnTo>
                <a:close/>
                <a:moveTo>
                  <a:pt x="233378" y="470693"/>
                </a:moveTo>
                <a:lnTo>
                  <a:pt x="233878" y="470693"/>
                </a:lnTo>
                <a:lnTo>
                  <a:pt x="233878" y="471581"/>
                </a:lnTo>
                <a:lnTo>
                  <a:pt x="233378" y="471581"/>
                </a:lnTo>
                <a:close/>
                <a:moveTo>
                  <a:pt x="223383" y="470693"/>
                </a:moveTo>
                <a:lnTo>
                  <a:pt x="223883" y="470693"/>
                </a:lnTo>
                <a:lnTo>
                  <a:pt x="223883" y="471581"/>
                </a:lnTo>
                <a:lnTo>
                  <a:pt x="223383" y="471581"/>
                </a:lnTo>
                <a:close/>
                <a:moveTo>
                  <a:pt x="198895" y="470693"/>
                </a:moveTo>
                <a:lnTo>
                  <a:pt x="199394" y="470693"/>
                </a:lnTo>
                <a:lnTo>
                  <a:pt x="199394" y="471581"/>
                </a:lnTo>
                <a:lnTo>
                  <a:pt x="198895" y="471581"/>
                </a:lnTo>
                <a:close/>
                <a:moveTo>
                  <a:pt x="674166" y="470693"/>
                </a:moveTo>
                <a:lnTo>
                  <a:pt x="674666" y="470693"/>
                </a:lnTo>
                <a:lnTo>
                  <a:pt x="674666" y="471581"/>
                </a:lnTo>
                <a:lnTo>
                  <a:pt x="674166" y="471581"/>
                </a:lnTo>
                <a:close/>
                <a:moveTo>
                  <a:pt x="232878" y="471581"/>
                </a:moveTo>
                <a:lnTo>
                  <a:pt x="233378" y="471581"/>
                </a:lnTo>
                <a:lnTo>
                  <a:pt x="233378" y="472469"/>
                </a:lnTo>
                <a:lnTo>
                  <a:pt x="232878" y="472469"/>
                </a:lnTo>
                <a:close/>
                <a:moveTo>
                  <a:pt x="206391" y="471581"/>
                </a:moveTo>
                <a:lnTo>
                  <a:pt x="206891" y="471581"/>
                </a:lnTo>
                <a:lnTo>
                  <a:pt x="206891" y="472469"/>
                </a:lnTo>
                <a:lnTo>
                  <a:pt x="206391" y="472469"/>
                </a:lnTo>
                <a:close/>
                <a:moveTo>
                  <a:pt x="534234" y="471581"/>
                </a:moveTo>
                <a:lnTo>
                  <a:pt x="534733" y="471581"/>
                </a:lnTo>
                <a:lnTo>
                  <a:pt x="534733" y="472469"/>
                </a:lnTo>
                <a:lnTo>
                  <a:pt x="534234" y="472469"/>
                </a:lnTo>
                <a:close/>
                <a:moveTo>
                  <a:pt x="274858" y="472469"/>
                </a:moveTo>
                <a:lnTo>
                  <a:pt x="275358" y="472469"/>
                </a:lnTo>
                <a:lnTo>
                  <a:pt x="275358" y="473357"/>
                </a:lnTo>
                <a:lnTo>
                  <a:pt x="274858" y="473357"/>
                </a:lnTo>
                <a:close/>
                <a:moveTo>
                  <a:pt x="286852" y="472469"/>
                </a:moveTo>
                <a:lnTo>
                  <a:pt x="287352" y="472469"/>
                </a:lnTo>
                <a:lnTo>
                  <a:pt x="287352" y="473357"/>
                </a:lnTo>
                <a:lnTo>
                  <a:pt x="286852" y="473357"/>
                </a:lnTo>
                <a:close/>
                <a:moveTo>
                  <a:pt x="198395" y="472469"/>
                </a:moveTo>
                <a:lnTo>
                  <a:pt x="198895" y="472469"/>
                </a:lnTo>
                <a:lnTo>
                  <a:pt x="198895" y="473357"/>
                </a:lnTo>
                <a:lnTo>
                  <a:pt x="198395" y="473357"/>
                </a:lnTo>
                <a:close/>
                <a:moveTo>
                  <a:pt x="402297" y="472469"/>
                </a:moveTo>
                <a:lnTo>
                  <a:pt x="402797" y="472469"/>
                </a:lnTo>
                <a:lnTo>
                  <a:pt x="402797" y="473357"/>
                </a:lnTo>
                <a:lnTo>
                  <a:pt x="402297" y="473357"/>
                </a:lnTo>
                <a:close/>
                <a:moveTo>
                  <a:pt x="254368" y="473357"/>
                </a:moveTo>
                <a:lnTo>
                  <a:pt x="254868" y="473357"/>
                </a:lnTo>
                <a:lnTo>
                  <a:pt x="254868" y="474245"/>
                </a:lnTo>
                <a:lnTo>
                  <a:pt x="254368" y="474245"/>
                </a:lnTo>
                <a:close/>
                <a:moveTo>
                  <a:pt x="306843" y="473357"/>
                </a:moveTo>
                <a:lnTo>
                  <a:pt x="307342" y="473357"/>
                </a:lnTo>
                <a:lnTo>
                  <a:pt x="307342" y="474245"/>
                </a:lnTo>
                <a:lnTo>
                  <a:pt x="306843" y="474245"/>
                </a:lnTo>
                <a:close/>
                <a:moveTo>
                  <a:pt x="569717" y="473357"/>
                </a:moveTo>
                <a:lnTo>
                  <a:pt x="570216" y="473357"/>
                </a:lnTo>
                <a:lnTo>
                  <a:pt x="570216" y="474245"/>
                </a:lnTo>
                <a:lnTo>
                  <a:pt x="569717" y="474245"/>
                </a:lnTo>
                <a:close/>
                <a:moveTo>
                  <a:pt x="523739" y="474245"/>
                </a:moveTo>
                <a:lnTo>
                  <a:pt x="524238" y="474245"/>
                </a:lnTo>
                <a:lnTo>
                  <a:pt x="524238" y="475133"/>
                </a:lnTo>
                <a:lnTo>
                  <a:pt x="523739" y="475133"/>
                </a:lnTo>
                <a:close/>
                <a:moveTo>
                  <a:pt x="244872" y="474245"/>
                </a:moveTo>
                <a:lnTo>
                  <a:pt x="245372" y="474245"/>
                </a:lnTo>
                <a:lnTo>
                  <a:pt x="245372" y="475133"/>
                </a:lnTo>
                <a:lnTo>
                  <a:pt x="244872" y="475133"/>
                </a:lnTo>
                <a:close/>
                <a:moveTo>
                  <a:pt x="205891" y="474245"/>
                </a:moveTo>
                <a:lnTo>
                  <a:pt x="206391" y="474245"/>
                </a:lnTo>
                <a:lnTo>
                  <a:pt x="206391" y="475133"/>
                </a:lnTo>
                <a:lnTo>
                  <a:pt x="205891" y="475133"/>
                </a:lnTo>
                <a:close/>
                <a:moveTo>
                  <a:pt x="197895" y="474245"/>
                </a:moveTo>
                <a:lnTo>
                  <a:pt x="198395" y="474245"/>
                </a:lnTo>
                <a:lnTo>
                  <a:pt x="198395" y="475133"/>
                </a:lnTo>
                <a:lnTo>
                  <a:pt x="197895" y="475133"/>
                </a:lnTo>
                <a:close/>
                <a:moveTo>
                  <a:pt x="286353" y="474245"/>
                </a:moveTo>
                <a:lnTo>
                  <a:pt x="286852" y="474245"/>
                </a:lnTo>
                <a:lnTo>
                  <a:pt x="286852" y="475133"/>
                </a:lnTo>
                <a:lnTo>
                  <a:pt x="286353" y="475133"/>
                </a:lnTo>
                <a:close/>
                <a:moveTo>
                  <a:pt x="273859" y="475133"/>
                </a:moveTo>
                <a:lnTo>
                  <a:pt x="274358" y="475133"/>
                </a:lnTo>
                <a:lnTo>
                  <a:pt x="274358" y="476021"/>
                </a:lnTo>
                <a:lnTo>
                  <a:pt x="273859" y="476021"/>
                </a:lnTo>
                <a:close/>
                <a:moveTo>
                  <a:pt x="522739" y="475133"/>
                </a:moveTo>
                <a:lnTo>
                  <a:pt x="523239" y="475133"/>
                </a:lnTo>
                <a:lnTo>
                  <a:pt x="523239" y="476021"/>
                </a:lnTo>
                <a:lnTo>
                  <a:pt x="522739" y="476021"/>
                </a:lnTo>
                <a:close/>
                <a:moveTo>
                  <a:pt x="517741" y="475133"/>
                </a:moveTo>
                <a:lnTo>
                  <a:pt x="518241" y="475133"/>
                </a:lnTo>
                <a:lnTo>
                  <a:pt x="518241" y="476021"/>
                </a:lnTo>
                <a:lnTo>
                  <a:pt x="517741" y="476021"/>
                </a:lnTo>
                <a:close/>
                <a:moveTo>
                  <a:pt x="265363" y="476021"/>
                </a:moveTo>
                <a:lnTo>
                  <a:pt x="265862" y="476021"/>
                </a:lnTo>
                <a:lnTo>
                  <a:pt x="265862" y="476909"/>
                </a:lnTo>
                <a:lnTo>
                  <a:pt x="265363" y="476909"/>
                </a:lnTo>
                <a:close/>
                <a:moveTo>
                  <a:pt x="249370" y="476021"/>
                </a:moveTo>
                <a:lnTo>
                  <a:pt x="249870" y="476021"/>
                </a:lnTo>
                <a:lnTo>
                  <a:pt x="249870" y="476909"/>
                </a:lnTo>
                <a:lnTo>
                  <a:pt x="249370" y="476909"/>
                </a:lnTo>
                <a:close/>
                <a:moveTo>
                  <a:pt x="278856" y="476021"/>
                </a:moveTo>
                <a:lnTo>
                  <a:pt x="279356" y="476021"/>
                </a:lnTo>
                <a:lnTo>
                  <a:pt x="279356" y="476909"/>
                </a:lnTo>
                <a:lnTo>
                  <a:pt x="278856" y="476909"/>
                </a:lnTo>
                <a:close/>
                <a:moveTo>
                  <a:pt x="562220" y="476909"/>
                </a:moveTo>
                <a:lnTo>
                  <a:pt x="562720" y="476909"/>
                </a:lnTo>
                <a:lnTo>
                  <a:pt x="562720" y="477798"/>
                </a:lnTo>
                <a:lnTo>
                  <a:pt x="562220" y="477798"/>
                </a:lnTo>
                <a:close/>
                <a:moveTo>
                  <a:pt x="521240" y="476909"/>
                </a:moveTo>
                <a:lnTo>
                  <a:pt x="521740" y="476909"/>
                </a:lnTo>
                <a:lnTo>
                  <a:pt x="521740" y="477798"/>
                </a:lnTo>
                <a:lnTo>
                  <a:pt x="521240" y="477798"/>
                </a:lnTo>
                <a:close/>
                <a:moveTo>
                  <a:pt x="313839" y="476909"/>
                </a:moveTo>
                <a:lnTo>
                  <a:pt x="314339" y="476909"/>
                </a:lnTo>
                <a:lnTo>
                  <a:pt x="314339" y="477798"/>
                </a:lnTo>
                <a:lnTo>
                  <a:pt x="313839" y="477798"/>
                </a:lnTo>
                <a:close/>
                <a:moveTo>
                  <a:pt x="229380" y="476909"/>
                </a:moveTo>
                <a:lnTo>
                  <a:pt x="229880" y="476909"/>
                </a:lnTo>
                <a:lnTo>
                  <a:pt x="229880" y="477798"/>
                </a:lnTo>
                <a:lnTo>
                  <a:pt x="229380" y="477798"/>
                </a:lnTo>
                <a:close/>
                <a:moveTo>
                  <a:pt x="325834" y="477798"/>
                </a:moveTo>
                <a:lnTo>
                  <a:pt x="326333" y="477798"/>
                </a:lnTo>
                <a:lnTo>
                  <a:pt x="326333" y="478686"/>
                </a:lnTo>
                <a:lnTo>
                  <a:pt x="325834" y="478686"/>
                </a:lnTo>
                <a:close/>
                <a:moveTo>
                  <a:pt x="245372" y="477798"/>
                </a:moveTo>
                <a:lnTo>
                  <a:pt x="246372" y="477798"/>
                </a:lnTo>
                <a:lnTo>
                  <a:pt x="246372" y="478686"/>
                </a:lnTo>
                <a:lnTo>
                  <a:pt x="245372" y="478686"/>
                </a:lnTo>
                <a:close/>
                <a:moveTo>
                  <a:pt x="228880" y="477798"/>
                </a:moveTo>
                <a:lnTo>
                  <a:pt x="229380" y="477798"/>
                </a:lnTo>
                <a:lnTo>
                  <a:pt x="229380" y="478686"/>
                </a:lnTo>
                <a:lnTo>
                  <a:pt x="228880" y="478686"/>
                </a:lnTo>
                <a:close/>
                <a:moveTo>
                  <a:pt x="520240" y="477798"/>
                </a:moveTo>
                <a:lnTo>
                  <a:pt x="520740" y="477798"/>
                </a:lnTo>
                <a:lnTo>
                  <a:pt x="520740" y="478686"/>
                </a:lnTo>
                <a:lnTo>
                  <a:pt x="520240" y="478686"/>
                </a:lnTo>
                <a:close/>
                <a:moveTo>
                  <a:pt x="285353" y="477798"/>
                </a:moveTo>
                <a:lnTo>
                  <a:pt x="285853" y="477798"/>
                </a:lnTo>
                <a:lnTo>
                  <a:pt x="285853" y="478686"/>
                </a:lnTo>
                <a:lnTo>
                  <a:pt x="285353" y="478686"/>
                </a:lnTo>
                <a:close/>
                <a:moveTo>
                  <a:pt x="272359" y="478686"/>
                </a:moveTo>
                <a:lnTo>
                  <a:pt x="272859" y="478686"/>
                </a:lnTo>
                <a:lnTo>
                  <a:pt x="272859" y="479574"/>
                </a:lnTo>
                <a:lnTo>
                  <a:pt x="272359" y="479574"/>
                </a:lnTo>
                <a:close/>
                <a:moveTo>
                  <a:pt x="196396" y="478686"/>
                </a:moveTo>
                <a:lnTo>
                  <a:pt x="196895" y="478686"/>
                </a:lnTo>
                <a:lnTo>
                  <a:pt x="196895" y="479574"/>
                </a:lnTo>
                <a:lnTo>
                  <a:pt x="196396" y="479574"/>
                </a:lnTo>
                <a:close/>
                <a:moveTo>
                  <a:pt x="306343" y="478686"/>
                </a:moveTo>
                <a:lnTo>
                  <a:pt x="306843" y="478686"/>
                </a:lnTo>
                <a:lnTo>
                  <a:pt x="306843" y="479574"/>
                </a:lnTo>
                <a:lnTo>
                  <a:pt x="306343" y="479574"/>
                </a:lnTo>
                <a:close/>
                <a:moveTo>
                  <a:pt x="228380" y="478686"/>
                </a:moveTo>
                <a:lnTo>
                  <a:pt x="228880" y="478686"/>
                </a:lnTo>
                <a:lnTo>
                  <a:pt x="228880" y="479574"/>
                </a:lnTo>
                <a:lnTo>
                  <a:pt x="228380" y="479574"/>
                </a:lnTo>
                <a:close/>
                <a:moveTo>
                  <a:pt x="271860" y="479574"/>
                </a:moveTo>
                <a:lnTo>
                  <a:pt x="272359" y="479574"/>
                </a:lnTo>
                <a:lnTo>
                  <a:pt x="272359" y="480462"/>
                </a:lnTo>
                <a:lnTo>
                  <a:pt x="271860" y="480462"/>
                </a:lnTo>
                <a:close/>
                <a:moveTo>
                  <a:pt x="527237" y="479574"/>
                </a:moveTo>
                <a:lnTo>
                  <a:pt x="527737" y="479574"/>
                </a:lnTo>
                <a:lnTo>
                  <a:pt x="527737" y="480462"/>
                </a:lnTo>
                <a:lnTo>
                  <a:pt x="527237" y="480462"/>
                </a:lnTo>
                <a:close/>
                <a:moveTo>
                  <a:pt x="268361" y="479574"/>
                </a:moveTo>
                <a:lnTo>
                  <a:pt x="268861" y="479574"/>
                </a:lnTo>
                <a:lnTo>
                  <a:pt x="268861" y="480462"/>
                </a:lnTo>
                <a:lnTo>
                  <a:pt x="268361" y="480462"/>
                </a:lnTo>
                <a:close/>
                <a:moveTo>
                  <a:pt x="291850" y="479574"/>
                </a:moveTo>
                <a:lnTo>
                  <a:pt x="292350" y="479574"/>
                </a:lnTo>
                <a:lnTo>
                  <a:pt x="292350" y="481350"/>
                </a:lnTo>
                <a:lnTo>
                  <a:pt x="291850" y="481350"/>
                </a:lnTo>
                <a:close/>
                <a:moveTo>
                  <a:pt x="561720" y="480462"/>
                </a:moveTo>
                <a:lnTo>
                  <a:pt x="562220" y="480462"/>
                </a:lnTo>
                <a:lnTo>
                  <a:pt x="562220" y="481350"/>
                </a:lnTo>
                <a:lnTo>
                  <a:pt x="561720" y="481350"/>
                </a:lnTo>
                <a:close/>
                <a:moveTo>
                  <a:pt x="277357" y="480462"/>
                </a:moveTo>
                <a:lnTo>
                  <a:pt x="277857" y="480462"/>
                </a:lnTo>
                <a:lnTo>
                  <a:pt x="277857" y="481350"/>
                </a:lnTo>
                <a:lnTo>
                  <a:pt x="277357" y="481350"/>
                </a:lnTo>
                <a:close/>
                <a:moveTo>
                  <a:pt x="643181" y="480462"/>
                </a:moveTo>
                <a:lnTo>
                  <a:pt x="643681" y="480462"/>
                </a:lnTo>
                <a:lnTo>
                  <a:pt x="643681" y="481350"/>
                </a:lnTo>
                <a:lnTo>
                  <a:pt x="643181" y="481350"/>
                </a:lnTo>
                <a:close/>
                <a:moveTo>
                  <a:pt x="270860" y="481350"/>
                </a:moveTo>
                <a:lnTo>
                  <a:pt x="271360" y="481350"/>
                </a:lnTo>
                <a:lnTo>
                  <a:pt x="271360" y="482238"/>
                </a:lnTo>
                <a:lnTo>
                  <a:pt x="270860" y="482238"/>
                </a:lnTo>
                <a:close/>
                <a:moveTo>
                  <a:pt x="195396" y="481350"/>
                </a:moveTo>
                <a:lnTo>
                  <a:pt x="195896" y="481350"/>
                </a:lnTo>
                <a:lnTo>
                  <a:pt x="195896" y="482238"/>
                </a:lnTo>
                <a:lnTo>
                  <a:pt x="195396" y="482238"/>
                </a:lnTo>
                <a:close/>
                <a:moveTo>
                  <a:pt x="284354" y="481350"/>
                </a:moveTo>
                <a:lnTo>
                  <a:pt x="284853" y="481350"/>
                </a:lnTo>
                <a:lnTo>
                  <a:pt x="284853" y="482238"/>
                </a:lnTo>
                <a:lnTo>
                  <a:pt x="284354" y="482238"/>
                </a:lnTo>
                <a:close/>
                <a:moveTo>
                  <a:pt x="313340" y="482238"/>
                </a:moveTo>
                <a:lnTo>
                  <a:pt x="313839" y="482238"/>
                </a:lnTo>
                <a:lnTo>
                  <a:pt x="313839" y="483126"/>
                </a:lnTo>
                <a:lnTo>
                  <a:pt x="313340" y="483126"/>
                </a:lnTo>
                <a:close/>
                <a:moveTo>
                  <a:pt x="194896" y="482238"/>
                </a:moveTo>
                <a:lnTo>
                  <a:pt x="195396" y="482238"/>
                </a:lnTo>
                <a:lnTo>
                  <a:pt x="195396" y="483126"/>
                </a:lnTo>
                <a:lnTo>
                  <a:pt x="194896" y="483126"/>
                </a:lnTo>
                <a:close/>
                <a:moveTo>
                  <a:pt x="270360" y="482238"/>
                </a:moveTo>
                <a:lnTo>
                  <a:pt x="270860" y="482238"/>
                </a:lnTo>
                <a:lnTo>
                  <a:pt x="270860" y="483126"/>
                </a:lnTo>
                <a:lnTo>
                  <a:pt x="270360" y="483126"/>
                </a:lnTo>
                <a:close/>
                <a:moveTo>
                  <a:pt x="225882" y="482238"/>
                </a:moveTo>
                <a:lnTo>
                  <a:pt x="226381" y="482238"/>
                </a:lnTo>
                <a:lnTo>
                  <a:pt x="226381" y="483126"/>
                </a:lnTo>
                <a:lnTo>
                  <a:pt x="225882" y="483126"/>
                </a:lnTo>
                <a:close/>
                <a:moveTo>
                  <a:pt x="236377" y="483126"/>
                </a:moveTo>
                <a:lnTo>
                  <a:pt x="236876" y="483126"/>
                </a:lnTo>
                <a:lnTo>
                  <a:pt x="236876" y="484014"/>
                </a:lnTo>
                <a:lnTo>
                  <a:pt x="236377" y="484014"/>
                </a:lnTo>
                <a:close/>
                <a:moveTo>
                  <a:pt x="283854" y="483126"/>
                </a:moveTo>
                <a:lnTo>
                  <a:pt x="284354" y="483126"/>
                </a:lnTo>
                <a:lnTo>
                  <a:pt x="284354" y="484014"/>
                </a:lnTo>
                <a:lnTo>
                  <a:pt x="283854" y="484014"/>
                </a:lnTo>
                <a:close/>
                <a:moveTo>
                  <a:pt x="212888" y="483126"/>
                </a:moveTo>
                <a:lnTo>
                  <a:pt x="213388" y="483126"/>
                </a:lnTo>
                <a:lnTo>
                  <a:pt x="213388" y="484014"/>
                </a:lnTo>
                <a:lnTo>
                  <a:pt x="212888" y="484014"/>
                </a:lnTo>
                <a:close/>
                <a:moveTo>
                  <a:pt x="276357" y="483126"/>
                </a:moveTo>
                <a:lnTo>
                  <a:pt x="276857" y="483126"/>
                </a:lnTo>
                <a:lnTo>
                  <a:pt x="276857" y="484014"/>
                </a:lnTo>
                <a:lnTo>
                  <a:pt x="276357" y="484014"/>
                </a:lnTo>
                <a:close/>
                <a:moveTo>
                  <a:pt x="203392" y="483126"/>
                </a:moveTo>
                <a:lnTo>
                  <a:pt x="203892" y="483126"/>
                </a:lnTo>
                <a:lnTo>
                  <a:pt x="203892" y="484014"/>
                </a:lnTo>
                <a:lnTo>
                  <a:pt x="203392" y="484014"/>
                </a:lnTo>
                <a:close/>
                <a:moveTo>
                  <a:pt x="725142" y="483126"/>
                </a:moveTo>
                <a:lnTo>
                  <a:pt x="725642" y="483126"/>
                </a:lnTo>
                <a:lnTo>
                  <a:pt x="725642" y="484014"/>
                </a:lnTo>
                <a:lnTo>
                  <a:pt x="725142" y="484014"/>
                </a:lnTo>
                <a:close/>
                <a:moveTo>
                  <a:pt x="305843" y="483126"/>
                </a:moveTo>
                <a:lnTo>
                  <a:pt x="306343" y="483126"/>
                </a:lnTo>
                <a:lnTo>
                  <a:pt x="306343" y="484014"/>
                </a:lnTo>
                <a:lnTo>
                  <a:pt x="305843" y="484014"/>
                </a:lnTo>
                <a:close/>
                <a:moveTo>
                  <a:pt x="237376" y="484014"/>
                </a:moveTo>
                <a:lnTo>
                  <a:pt x="237876" y="484014"/>
                </a:lnTo>
                <a:lnTo>
                  <a:pt x="237876" y="484902"/>
                </a:lnTo>
                <a:lnTo>
                  <a:pt x="237376" y="484902"/>
                </a:lnTo>
                <a:close/>
                <a:moveTo>
                  <a:pt x="211888" y="484014"/>
                </a:moveTo>
                <a:lnTo>
                  <a:pt x="212388" y="484014"/>
                </a:lnTo>
                <a:lnTo>
                  <a:pt x="212388" y="484902"/>
                </a:lnTo>
                <a:lnTo>
                  <a:pt x="211888" y="484902"/>
                </a:lnTo>
                <a:close/>
                <a:moveTo>
                  <a:pt x="727141" y="484014"/>
                </a:moveTo>
                <a:lnTo>
                  <a:pt x="727641" y="484014"/>
                </a:lnTo>
                <a:lnTo>
                  <a:pt x="727641" y="484902"/>
                </a:lnTo>
                <a:lnTo>
                  <a:pt x="727141" y="484902"/>
                </a:lnTo>
                <a:close/>
                <a:moveTo>
                  <a:pt x="773119" y="484014"/>
                </a:moveTo>
                <a:lnTo>
                  <a:pt x="774118" y="484014"/>
                </a:lnTo>
                <a:lnTo>
                  <a:pt x="774118" y="484902"/>
                </a:lnTo>
                <a:lnTo>
                  <a:pt x="773119" y="484902"/>
                </a:lnTo>
                <a:close/>
                <a:moveTo>
                  <a:pt x="673667" y="484014"/>
                </a:moveTo>
                <a:lnTo>
                  <a:pt x="674166" y="484014"/>
                </a:lnTo>
                <a:lnTo>
                  <a:pt x="674166" y="484902"/>
                </a:lnTo>
                <a:lnTo>
                  <a:pt x="673667" y="484902"/>
                </a:lnTo>
                <a:close/>
                <a:moveTo>
                  <a:pt x="275858" y="484014"/>
                </a:moveTo>
                <a:lnTo>
                  <a:pt x="276357" y="484014"/>
                </a:lnTo>
                <a:lnTo>
                  <a:pt x="276357" y="484902"/>
                </a:lnTo>
                <a:lnTo>
                  <a:pt x="275858" y="484902"/>
                </a:lnTo>
                <a:close/>
                <a:moveTo>
                  <a:pt x="769621" y="484014"/>
                </a:moveTo>
                <a:lnTo>
                  <a:pt x="770120" y="484014"/>
                </a:lnTo>
                <a:lnTo>
                  <a:pt x="770120" y="484902"/>
                </a:lnTo>
                <a:lnTo>
                  <a:pt x="769621" y="484902"/>
                </a:lnTo>
                <a:close/>
                <a:moveTo>
                  <a:pt x="724642" y="484014"/>
                </a:moveTo>
                <a:lnTo>
                  <a:pt x="725142" y="484014"/>
                </a:lnTo>
                <a:lnTo>
                  <a:pt x="725142" y="484902"/>
                </a:lnTo>
                <a:lnTo>
                  <a:pt x="724642" y="484902"/>
                </a:lnTo>
                <a:close/>
                <a:moveTo>
                  <a:pt x="776117" y="484902"/>
                </a:moveTo>
                <a:lnTo>
                  <a:pt x="776617" y="484902"/>
                </a:lnTo>
                <a:lnTo>
                  <a:pt x="776617" y="485790"/>
                </a:lnTo>
                <a:lnTo>
                  <a:pt x="776117" y="485790"/>
                </a:lnTo>
                <a:close/>
                <a:moveTo>
                  <a:pt x="202893" y="484902"/>
                </a:moveTo>
                <a:lnTo>
                  <a:pt x="203392" y="484902"/>
                </a:lnTo>
                <a:lnTo>
                  <a:pt x="203392" y="485790"/>
                </a:lnTo>
                <a:lnTo>
                  <a:pt x="202893" y="485790"/>
                </a:lnTo>
                <a:close/>
                <a:moveTo>
                  <a:pt x="729140" y="484902"/>
                </a:moveTo>
                <a:lnTo>
                  <a:pt x="729640" y="484902"/>
                </a:lnTo>
                <a:lnTo>
                  <a:pt x="729640" y="485790"/>
                </a:lnTo>
                <a:lnTo>
                  <a:pt x="729140" y="485790"/>
                </a:lnTo>
                <a:close/>
                <a:moveTo>
                  <a:pt x="298347" y="484902"/>
                </a:moveTo>
                <a:lnTo>
                  <a:pt x="298847" y="484902"/>
                </a:lnTo>
                <a:lnTo>
                  <a:pt x="298847" y="485790"/>
                </a:lnTo>
                <a:lnTo>
                  <a:pt x="298347" y="485790"/>
                </a:lnTo>
                <a:close/>
                <a:moveTo>
                  <a:pt x="238376" y="484902"/>
                </a:moveTo>
                <a:lnTo>
                  <a:pt x="238875" y="484902"/>
                </a:lnTo>
                <a:lnTo>
                  <a:pt x="238875" y="485790"/>
                </a:lnTo>
                <a:lnTo>
                  <a:pt x="238376" y="485790"/>
                </a:lnTo>
                <a:close/>
                <a:moveTo>
                  <a:pt x="223883" y="484902"/>
                </a:moveTo>
                <a:lnTo>
                  <a:pt x="224382" y="484902"/>
                </a:lnTo>
                <a:lnTo>
                  <a:pt x="224382" y="485790"/>
                </a:lnTo>
                <a:lnTo>
                  <a:pt x="223883" y="485790"/>
                </a:lnTo>
                <a:close/>
                <a:moveTo>
                  <a:pt x="239875" y="485790"/>
                </a:moveTo>
                <a:lnTo>
                  <a:pt x="240375" y="485790"/>
                </a:lnTo>
                <a:lnTo>
                  <a:pt x="240375" y="486679"/>
                </a:lnTo>
                <a:lnTo>
                  <a:pt x="239875" y="486679"/>
                </a:lnTo>
                <a:close/>
                <a:moveTo>
                  <a:pt x="707650" y="485790"/>
                </a:moveTo>
                <a:lnTo>
                  <a:pt x="708150" y="485790"/>
                </a:lnTo>
                <a:lnTo>
                  <a:pt x="708150" y="486679"/>
                </a:lnTo>
                <a:lnTo>
                  <a:pt x="707650" y="486679"/>
                </a:lnTo>
                <a:close/>
                <a:moveTo>
                  <a:pt x="526737" y="485790"/>
                </a:moveTo>
                <a:lnTo>
                  <a:pt x="527237" y="485790"/>
                </a:lnTo>
                <a:lnTo>
                  <a:pt x="527237" y="486679"/>
                </a:lnTo>
                <a:lnTo>
                  <a:pt x="526737" y="486679"/>
                </a:lnTo>
                <a:close/>
                <a:moveTo>
                  <a:pt x="291350" y="485790"/>
                </a:moveTo>
                <a:lnTo>
                  <a:pt x="291850" y="485790"/>
                </a:lnTo>
                <a:lnTo>
                  <a:pt x="291850" y="486679"/>
                </a:lnTo>
                <a:lnTo>
                  <a:pt x="291350" y="486679"/>
                </a:lnTo>
                <a:close/>
                <a:moveTo>
                  <a:pt x="560721" y="485790"/>
                </a:moveTo>
                <a:lnTo>
                  <a:pt x="561221" y="485790"/>
                </a:lnTo>
                <a:lnTo>
                  <a:pt x="561221" y="486679"/>
                </a:lnTo>
                <a:lnTo>
                  <a:pt x="560721" y="486679"/>
                </a:lnTo>
                <a:close/>
                <a:moveTo>
                  <a:pt x="731139" y="485790"/>
                </a:moveTo>
                <a:lnTo>
                  <a:pt x="731639" y="485790"/>
                </a:lnTo>
                <a:lnTo>
                  <a:pt x="731639" y="486679"/>
                </a:lnTo>
                <a:lnTo>
                  <a:pt x="731139" y="486679"/>
                </a:lnTo>
                <a:close/>
                <a:moveTo>
                  <a:pt x="222383" y="486679"/>
                </a:moveTo>
                <a:lnTo>
                  <a:pt x="222883" y="486679"/>
                </a:lnTo>
                <a:lnTo>
                  <a:pt x="222883" y="487567"/>
                </a:lnTo>
                <a:lnTo>
                  <a:pt x="222383" y="487567"/>
                </a:lnTo>
                <a:close/>
                <a:moveTo>
                  <a:pt x="305343" y="486679"/>
                </a:moveTo>
                <a:lnTo>
                  <a:pt x="305843" y="486679"/>
                </a:lnTo>
                <a:lnTo>
                  <a:pt x="305843" y="487567"/>
                </a:lnTo>
                <a:lnTo>
                  <a:pt x="305343" y="487567"/>
                </a:lnTo>
                <a:close/>
                <a:moveTo>
                  <a:pt x="707151" y="486679"/>
                </a:moveTo>
                <a:lnTo>
                  <a:pt x="707650" y="486679"/>
                </a:lnTo>
                <a:lnTo>
                  <a:pt x="707650" y="487567"/>
                </a:lnTo>
                <a:lnTo>
                  <a:pt x="707151" y="487567"/>
                </a:lnTo>
                <a:close/>
                <a:moveTo>
                  <a:pt x="312840" y="486679"/>
                </a:moveTo>
                <a:lnTo>
                  <a:pt x="313340" y="486679"/>
                </a:lnTo>
                <a:lnTo>
                  <a:pt x="313340" y="487567"/>
                </a:lnTo>
                <a:lnTo>
                  <a:pt x="312840" y="487567"/>
                </a:lnTo>
                <a:close/>
                <a:moveTo>
                  <a:pt x="568217" y="486679"/>
                </a:moveTo>
                <a:lnTo>
                  <a:pt x="568717" y="486679"/>
                </a:lnTo>
                <a:lnTo>
                  <a:pt x="568717" y="487567"/>
                </a:lnTo>
                <a:lnTo>
                  <a:pt x="568217" y="487567"/>
                </a:lnTo>
                <a:close/>
                <a:moveTo>
                  <a:pt x="207890" y="487567"/>
                </a:moveTo>
                <a:lnTo>
                  <a:pt x="208390" y="487567"/>
                </a:lnTo>
                <a:lnTo>
                  <a:pt x="208390" y="488455"/>
                </a:lnTo>
                <a:lnTo>
                  <a:pt x="207890" y="488455"/>
                </a:lnTo>
                <a:close/>
                <a:moveTo>
                  <a:pt x="201893" y="487567"/>
                </a:moveTo>
                <a:lnTo>
                  <a:pt x="202393" y="487567"/>
                </a:lnTo>
                <a:lnTo>
                  <a:pt x="202393" y="488455"/>
                </a:lnTo>
                <a:lnTo>
                  <a:pt x="201893" y="488455"/>
                </a:lnTo>
                <a:close/>
                <a:moveTo>
                  <a:pt x="776617" y="487567"/>
                </a:moveTo>
                <a:lnTo>
                  <a:pt x="777117" y="487567"/>
                </a:lnTo>
                <a:lnTo>
                  <a:pt x="777117" y="488455"/>
                </a:lnTo>
                <a:lnTo>
                  <a:pt x="776617" y="488455"/>
                </a:lnTo>
                <a:close/>
                <a:moveTo>
                  <a:pt x="401797" y="488455"/>
                </a:moveTo>
                <a:lnTo>
                  <a:pt x="402297" y="488455"/>
                </a:lnTo>
                <a:lnTo>
                  <a:pt x="402297" y="489343"/>
                </a:lnTo>
                <a:lnTo>
                  <a:pt x="401797" y="489343"/>
                </a:lnTo>
                <a:close/>
                <a:moveTo>
                  <a:pt x="206891" y="488455"/>
                </a:moveTo>
                <a:lnTo>
                  <a:pt x="207390" y="488455"/>
                </a:lnTo>
                <a:lnTo>
                  <a:pt x="207390" y="489343"/>
                </a:lnTo>
                <a:lnTo>
                  <a:pt x="206891" y="489343"/>
                </a:lnTo>
                <a:close/>
                <a:moveTo>
                  <a:pt x="769121" y="488455"/>
                </a:moveTo>
                <a:lnTo>
                  <a:pt x="769621" y="488455"/>
                </a:lnTo>
                <a:lnTo>
                  <a:pt x="769621" y="489343"/>
                </a:lnTo>
                <a:lnTo>
                  <a:pt x="769121" y="489343"/>
                </a:lnTo>
                <a:close/>
                <a:moveTo>
                  <a:pt x="731139" y="488455"/>
                </a:moveTo>
                <a:lnTo>
                  <a:pt x="731639" y="488455"/>
                </a:lnTo>
                <a:lnTo>
                  <a:pt x="731639" y="489343"/>
                </a:lnTo>
                <a:lnTo>
                  <a:pt x="731139" y="489343"/>
                </a:lnTo>
                <a:close/>
                <a:moveTo>
                  <a:pt x="273859" y="488455"/>
                </a:moveTo>
                <a:lnTo>
                  <a:pt x="274358" y="488455"/>
                </a:lnTo>
                <a:lnTo>
                  <a:pt x="274358" y="489343"/>
                </a:lnTo>
                <a:lnTo>
                  <a:pt x="273859" y="489343"/>
                </a:lnTo>
                <a:close/>
                <a:moveTo>
                  <a:pt x="379308" y="488455"/>
                </a:moveTo>
                <a:lnTo>
                  <a:pt x="379808" y="488455"/>
                </a:lnTo>
                <a:lnTo>
                  <a:pt x="379808" y="489343"/>
                </a:lnTo>
                <a:lnTo>
                  <a:pt x="379308" y="489343"/>
                </a:lnTo>
                <a:close/>
                <a:moveTo>
                  <a:pt x="713148" y="489343"/>
                </a:moveTo>
                <a:lnTo>
                  <a:pt x="713647" y="489343"/>
                </a:lnTo>
                <a:lnTo>
                  <a:pt x="713647" y="490231"/>
                </a:lnTo>
                <a:lnTo>
                  <a:pt x="713148" y="490231"/>
                </a:lnTo>
                <a:close/>
                <a:moveTo>
                  <a:pt x="381307" y="489343"/>
                </a:moveTo>
                <a:lnTo>
                  <a:pt x="381807" y="489343"/>
                </a:lnTo>
                <a:lnTo>
                  <a:pt x="381807" y="490231"/>
                </a:lnTo>
                <a:lnTo>
                  <a:pt x="381307" y="490231"/>
                </a:lnTo>
                <a:close/>
                <a:moveTo>
                  <a:pt x="304844" y="489343"/>
                </a:moveTo>
                <a:lnTo>
                  <a:pt x="305343" y="489343"/>
                </a:lnTo>
                <a:lnTo>
                  <a:pt x="305343" y="490231"/>
                </a:lnTo>
                <a:lnTo>
                  <a:pt x="304844" y="490231"/>
                </a:lnTo>
                <a:close/>
                <a:moveTo>
                  <a:pt x="397799" y="489343"/>
                </a:moveTo>
                <a:lnTo>
                  <a:pt x="398299" y="489343"/>
                </a:lnTo>
                <a:lnTo>
                  <a:pt x="398299" y="490231"/>
                </a:lnTo>
                <a:lnTo>
                  <a:pt x="397799" y="490231"/>
                </a:lnTo>
                <a:close/>
                <a:moveTo>
                  <a:pt x="403296" y="489343"/>
                </a:moveTo>
                <a:lnTo>
                  <a:pt x="403796" y="489343"/>
                </a:lnTo>
                <a:lnTo>
                  <a:pt x="403796" y="490231"/>
                </a:lnTo>
                <a:lnTo>
                  <a:pt x="403296" y="490231"/>
                </a:lnTo>
                <a:close/>
                <a:moveTo>
                  <a:pt x="290850" y="489343"/>
                </a:moveTo>
                <a:lnTo>
                  <a:pt x="291350" y="489343"/>
                </a:lnTo>
                <a:lnTo>
                  <a:pt x="291350" y="490231"/>
                </a:lnTo>
                <a:lnTo>
                  <a:pt x="290850" y="490231"/>
                </a:lnTo>
                <a:close/>
                <a:moveTo>
                  <a:pt x="200894" y="490231"/>
                </a:moveTo>
                <a:lnTo>
                  <a:pt x="201393" y="490231"/>
                </a:lnTo>
                <a:lnTo>
                  <a:pt x="201393" y="491119"/>
                </a:lnTo>
                <a:lnTo>
                  <a:pt x="200894" y="491119"/>
                </a:lnTo>
                <a:close/>
                <a:moveTo>
                  <a:pt x="297847" y="490231"/>
                </a:moveTo>
                <a:lnTo>
                  <a:pt x="298347" y="490231"/>
                </a:lnTo>
                <a:lnTo>
                  <a:pt x="298347" y="491119"/>
                </a:lnTo>
                <a:lnTo>
                  <a:pt x="297847" y="491119"/>
                </a:lnTo>
                <a:close/>
                <a:moveTo>
                  <a:pt x="190399" y="490231"/>
                </a:moveTo>
                <a:lnTo>
                  <a:pt x="190898" y="490231"/>
                </a:lnTo>
                <a:lnTo>
                  <a:pt x="190898" y="491119"/>
                </a:lnTo>
                <a:lnTo>
                  <a:pt x="190399" y="491119"/>
                </a:lnTo>
                <a:close/>
                <a:moveTo>
                  <a:pt x="397299" y="490231"/>
                </a:moveTo>
                <a:lnTo>
                  <a:pt x="397799" y="490231"/>
                </a:lnTo>
                <a:lnTo>
                  <a:pt x="397799" y="491119"/>
                </a:lnTo>
                <a:lnTo>
                  <a:pt x="397299" y="491119"/>
                </a:lnTo>
                <a:close/>
                <a:moveTo>
                  <a:pt x="312340" y="490231"/>
                </a:moveTo>
                <a:lnTo>
                  <a:pt x="312840" y="490231"/>
                </a:lnTo>
                <a:lnTo>
                  <a:pt x="312840" y="491119"/>
                </a:lnTo>
                <a:lnTo>
                  <a:pt x="312340" y="491119"/>
                </a:lnTo>
                <a:close/>
                <a:moveTo>
                  <a:pt x="705651" y="490231"/>
                </a:moveTo>
                <a:lnTo>
                  <a:pt x="706151" y="490231"/>
                </a:lnTo>
                <a:lnTo>
                  <a:pt x="706151" y="491119"/>
                </a:lnTo>
                <a:lnTo>
                  <a:pt x="705651" y="491119"/>
                </a:lnTo>
                <a:close/>
                <a:moveTo>
                  <a:pt x="281355" y="490231"/>
                </a:moveTo>
                <a:lnTo>
                  <a:pt x="281855" y="490231"/>
                </a:lnTo>
                <a:lnTo>
                  <a:pt x="281855" y="491119"/>
                </a:lnTo>
                <a:lnTo>
                  <a:pt x="281355" y="491119"/>
                </a:lnTo>
                <a:close/>
                <a:moveTo>
                  <a:pt x="714147" y="490231"/>
                </a:moveTo>
                <a:lnTo>
                  <a:pt x="714647" y="490231"/>
                </a:lnTo>
                <a:lnTo>
                  <a:pt x="714647" y="491119"/>
                </a:lnTo>
                <a:lnTo>
                  <a:pt x="714147" y="491119"/>
                </a:lnTo>
                <a:close/>
                <a:moveTo>
                  <a:pt x="241374" y="490231"/>
                </a:moveTo>
                <a:lnTo>
                  <a:pt x="241874" y="490231"/>
                </a:lnTo>
                <a:lnTo>
                  <a:pt x="241874" y="491119"/>
                </a:lnTo>
                <a:lnTo>
                  <a:pt x="241374" y="491119"/>
                </a:lnTo>
                <a:close/>
                <a:moveTo>
                  <a:pt x="404796" y="490231"/>
                </a:moveTo>
                <a:lnTo>
                  <a:pt x="405295" y="490231"/>
                </a:lnTo>
                <a:lnTo>
                  <a:pt x="405295" y="491119"/>
                </a:lnTo>
                <a:lnTo>
                  <a:pt x="404796" y="491119"/>
                </a:lnTo>
                <a:close/>
                <a:moveTo>
                  <a:pt x="234877" y="490231"/>
                </a:moveTo>
                <a:lnTo>
                  <a:pt x="235377" y="490231"/>
                </a:lnTo>
                <a:lnTo>
                  <a:pt x="235377" y="491119"/>
                </a:lnTo>
                <a:lnTo>
                  <a:pt x="234877" y="491119"/>
                </a:lnTo>
                <a:close/>
                <a:moveTo>
                  <a:pt x="559222" y="491119"/>
                </a:moveTo>
                <a:lnTo>
                  <a:pt x="559721" y="491119"/>
                </a:lnTo>
                <a:lnTo>
                  <a:pt x="559721" y="492007"/>
                </a:lnTo>
                <a:lnTo>
                  <a:pt x="559222" y="492007"/>
                </a:lnTo>
                <a:close/>
                <a:moveTo>
                  <a:pt x="406295" y="491119"/>
                </a:moveTo>
                <a:lnTo>
                  <a:pt x="406795" y="491119"/>
                </a:lnTo>
                <a:lnTo>
                  <a:pt x="406795" y="492007"/>
                </a:lnTo>
                <a:lnTo>
                  <a:pt x="406295" y="492007"/>
                </a:lnTo>
                <a:close/>
                <a:moveTo>
                  <a:pt x="200394" y="491119"/>
                </a:moveTo>
                <a:lnTo>
                  <a:pt x="200894" y="491119"/>
                </a:lnTo>
                <a:lnTo>
                  <a:pt x="200894" y="492007"/>
                </a:lnTo>
                <a:lnTo>
                  <a:pt x="200394" y="492007"/>
                </a:lnTo>
                <a:close/>
                <a:moveTo>
                  <a:pt x="203392" y="491119"/>
                </a:moveTo>
                <a:lnTo>
                  <a:pt x="203892" y="491119"/>
                </a:lnTo>
                <a:lnTo>
                  <a:pt x="203892" y="492007"/>
                </a:lnTo>
                <a:lnTo>
                  <a:pt x="203392" y="492007"/>
                </a:lnTo>
                <a:close/>
                <a:moveTo>
                  <a:pt x="189899" y="491119"/>
                </a:moveTo>
                <a:lnTo>
                  <a:pt x="190399" y="491119"/>
                </a:lnTo>
                <a:lnTo>
                  <a:pt x="190399" y="492007"/>
                </a:lnTo>
                <a:lnTo>
                  <a:pt x="189899" y="492007"/>
                </a:lnTo>
                <a:close/>
                <a:moveTo>
                  <a:pt x="705152" y="491119"/>
                </a:moveTo>
                <a:lnTo>
                  <a:pt x="705651" y="491119"/>
                </a:lnTo>
                <a:lnTo>
                  <a:pt x="705651" y="492007"/>
                </a:lnTo>
                <a:lnTo>
                  <a:pt x="705152" y="492007"/>
                </a:lnTo>
                <a:close/>
                <a:moveTo>
                  <a:pt x="567218" y="491119"/>
                </a:moveTo>
                <a:lnTo>
                  <a:pt x="567717" y="491119"/>
                </a:lnTo>
                <a:lnTo>
                  <a:pt x="567717" y="492007"/>
                </a:lnTo>
                <a:lnTo>
                  <a:pt x="567218" y="492007"/>
                </a:lnTo>
                <a:close/>
                <a:moveTo>
                  <a:pt x="723143" y="491119"/>
                </a:moveTo>
                <a:lnTo>
                  <a:pt x="723643" y="491119"/>
                </a:lnTo>
                <a:lnTo>
                  <a:pt x="723643" y="492007"/>
                </a:lnTo>
                <a:lnTo>
                  <a:pt x="723143" y="492007"/>
                </a:lnTo>
                <a:close/>
                <a:moveTo>
                  <a:pt x="730639" y="491119"/>
                </a:moveTo>
                <a:lnTo>
                  <a:pt x="731139" y="491119"/>
                </a:lnTo>
                <a:lnTo>
                  <a:pt x="731139" y="492007"/>
                </a:lnTo>
                <a:lnTo>
                  <a:pt x="730639" y="492007"/>
                </a:lnTo>
                <a:close/>
                <a:moveTo>
                  <a:pt x="396300" y="492007"/>
                </a:moveTo>
                <a:lnTo>
                  <a:pt x="396800" y="492007"/>
                </a:lnTo>
                <a:lnTo>
                  <a:pt x="396800" y="492895"/>
                </a:lnTo>
                <a:lnTo>
                  <a:pt x="396300" y="492895"/>
                </a:lnTo>
                <a:close/>
                <a:moveTo>
                  <a:pt x="383306" y="492007"/>
                </a:moveTo>
                <a:lnTo>
                  <a:pt x="383806" y="492007"/>
                </a:lnTo>
                <a:lnTo>
                  <a:pt x="383806" y="492895"/>
                </a:lnTo>
                <a:lnTo>
                  <a:pt x="383306" y="492895"/>
                </a:lnTo>
                <a:close/>
                <a:moveTo>
                  <a:pt x="704652" y="492007"/>
                </a:moveTo>
                <a:lnTo>
                  <a:pt x="705152" y="492007"/>
                </a:lnTo>
                <a:lnTo>
                  <a:pt x="705152" y="492895"/>
                </a:lnTo>
                <a:lnTo>
                  <a:pt x="704652" y="492895"/>
                </a:lnTo>
                <a:close/>
                <a:moveTo>
                  <a:pt x="375310" y="492007"/>
                </a:moveTo>
                <a:lnTo>
                  <a:pt x="375810" y="492007"/>
                </a:lnTo>
                <a:lnTo>
                  <a:pt x="375810" y="492895"/>
                </a:lnTo>
                <a:lnTo>
                  <a:pt x="375310" y="492895"/>
                </a:lnTo>
                <a:close/>
                <a:moveTo>
                  <a:pt x="407794" y="492007"/>
                </a:moveTo>
                <a:lnTo>
                  <a:pt x="408294" y="492007"/>
                </a:lnTo>
                <a:lnTo>
                  <a:pt x="408294" y="492895"/>
                </a:lnTo>
                <a:lnTo>
                  <a:pt x="407794" y="492895"/>
                </a:lnTo>
                <a:close/>
                <a:moveTo>
                  <a:pt x="304344" y="492007"/>
                </a:moveTo>
                <a:lnTo>
                  <a:pt x="304844" y="492007"/>
                </a:lnTo>
                <a:lnTo>
                  <a:pt x="304844" y="492895"/>
                </a:lnTo>
                <a:lnTo>
                  <a:pt x="304344" y="492895"/>
                </a:lnTo>
                <a:close/>
                <a:moveTo>
                  <a:pt x="525738" y="492007"/>
                </a:moveTo>
                <a:lnTo>
                  <a:pt x="526237" y="492007"/>
                </a:lnTo>
                <a:lnTo>
                  <a:pt x="526237" y="492895"/>
                </a:lnTo>
                <a:lnTo>
                  <a:pt x="525738" y="492895"/>
                </a:lnTo>
                <a:close/>
                <a:moveTo>
                  <a:pt x="374310" y="492895"/>
                </a:moveTo>
                <a:lnTo>
                  <a:pt x="374810" y="492895"/>
                </a:lnTo>
                <a:lnTo>
                  <a:pt x="374810" y="493783"/>
                </a:lnTo>
                <a:lnTo>
                  <a:pt x="374310" y="493783"/>
                </a:lnTo>
                <a:close/>
                <a:moveTo>
                  <a:pt x="234377" y="492895"/>
                </a:moveTo>
                <a:lnTo>
                  <a:pt x="234877" y="492895"/>
                </a:lnTo>
                <a:lnTo>
                  <a:pt x="234877" y="493783"/>
                </a:lnTo>
                <a:lnTo>
                  <a:pt x="234377" y="493783"/>
                </a:lnTo>
                <a:close/>
                <a:moveTo>
                  <a:pt x="289851" y="492895"/>
                </a:moveTo>
                <a:lnTo>
                  <a:pt x="290351" y="492895"/>
                </a:lnTo>
                <a:lnTo>
                  <a:pt x="290351" y="493783"/>
                </a:lnTo>
                <a:lnTo>
                  <a:pt x="289851" y="493783"/>
                </a:lnTo>
                <a:close/>
                <a:moveTo>
                  <a:pt x="222383" y="492895"/>
                </a:moveTo>
                <a:lnTo>
                  <a:pt x="222883" y="492895"/>
                </a:lnTo>
                <a:lnTo>
                  <a:pt x="222883" y="493783"/>
                </a:lnTo>
                <a:lnTo>
                  <a:pt x="222383" y="493783"/>
                </a:lnTo>
                <a:close/>
                <a:moveTo>
                  <a:pt x="280355" y="492895"/>
                </a:moveTo>
                <a:lnTo>
                  <a:pt x="280855" y="492895"/>
                </a:lnTo>
                <a:lnTo>
                  <a:pt x="280855" y="493783"/>
                </a:lnTo>
                <a:lnTo>
                  <a:pt x="280355" y="493783"/>
                </a:lnTo>
                <a:close/>
                <a:moveTo>
                  <a:pt x="395800" y="492895"/>
                </a:moveTo>
                <a:lnTo>
                  <a:pt x="396300" y="492895"/>
                </a:lnTo>
                <a:lnTo>
                  <a:pt x="396300" y="493783"/>
                </a:lnTo>
                <a:lnTo>
                  <a:pt x="395800" y="493783"/>
                </a:lnTo>
                <a:close/>
                <a:moveTo>
                  <a:pt x="618693" y="492895"/>
                </a:moveTo>
                <a:lnTo>
                  <a:pt x="619193" y="492895"/>
                </a:lnTo>
                <a:lnTo>
                  <a:pt x="619193" y="493783"/>
                </a:lnTo>
                <a:lnTo>
                  <a:pt x="618693" y="493783"/>
                </a:lnTo>
                <a:close/>
                <a:moveTo>
                  <a:pt x="409294" y="492895"/>
                </a:moveTo>
                <a:lnTo>
                  <a:pt x="409793" y="492895"/>
                </a:lnTo>
                <a:lnTo>
                  <a:pt x="409793" y="493783"/>
                </a:lnTo>
                <a:lnTo>
                  <a:pt x="409294" y="493783"/>
                </a:lnTo>
                <a:close/>
                <a:moveTo>
                  <a:pt x="311840" y="493783"/>
                </a:moveTo>
                <a:lnTo>
                  <a:pt x="312340" y="493783"/>
                </a:lnTo>
                <a:lnTo>
                  <a:pt x="312340" y="494671"/>
                </a:lnTo>
                <a:lnTo>
                  <a:pt x="311840" y="494671"/>
                </a:lnTo>
                <a:close/>
                <a:moveTo>
                  <a:pt x="730140" y="493783"/>
                </a:moveTo>
                <a:lnTo>
                  <a:pt x="730639" y="493783"/>
                </a:lnTo>
                <a:lnTo>
                  <a:pt x="730639" y="494671"/>
                </a:lnTo>
                <a:lnTo>
                  <a:pt x="730140" y="494671"/>
                </a:lnTo>
                <a:close/>
                <a:moveTo>
                  <a:pt x="558222" y="493783"/>
                </a:moveTo>
                <a:lnTo>
                  <a:pt x="558722" y="493783"/>
                </a:lnTo>
                <a:lnTo>
                  <a:pt x="558722" y="494671"/>
                </a:lnTo>
                <a:lnTo>
                  <a:pt x="558222" y="494671"/>
                </a:lnTo>
                <a:close/>
                <a:moveTo>
                  <a:pt x="410293" y="493783"/>
                </a:moveTo>
                <a:lnTo>
                  <a:pt x="410793" y="493783"/>
                </a:lnTo>
                <a:lnTo>
                  <a:pt x="410793" y="494671"/>
                </a:lnTo>
                <a:lnTo>
                  <a:pt x="410293" y="494671"/>
                </a:lnTo>
                <a:close/>
                <a:moveTo>
                  <a:pt x="222883" y="493783"/>
                </a:moveTo>
                <a:lnTo>
                  <a:pt x="223383" y="493783"/>
                </a:lnTo>
                <a:lnTo>
                  <a:pt x="223383" y="494671"/>
                </a:lnTo>
                <a:lnTo>
                  <a:pt x="222883" y="494671"/>
                </a:lnTo>
                <a:close/>
                <a:moveTo>
                  <a:pt x="717146" y="493783"/>
                </a:moveTo>
                <a:lnTo>
                  <a:pt x="717646" y="493783"/>
                </a:lnTo>
                <a:lnTo>
                  <a:pt x="717646" y="494671"/>
                </a:lnTo>
                <a:lnTo>
                  <a:pt x="717146" y="494671"/>
                </a:lnTo>
                <a:close/>
                <a:moveTo>
                  <a:pt x="384805" y="493783"/>
                </a:moveTo>
                <a:lnTo>
                  <a:pt x="385305" y="493783"/>
                </a:lnTo>
                <a:lnTo>
                  <a:pt x="385305" y="494671"/>
                </a:lnTo>
                <a:lnTo>
                  <a:pt x="384805" y="494671"/>
                </a:lnTo>
                <a:close/>
                <a:moveTo>
                  <a:pt x="395300" y="493783"/>
                </a:moveTo>
                <a:lnTo>
                  <a:pt x="395800" y="493783"/>
                </a:lnTo>
                <a:lnTo>
                  <a:pt x="395800" y="494671"/>
                </a:lnTo>
                <a:lnTo>
                  <a:pt x="395300" y="494671"/>
                </a:lnTo>
                <a:close/>
                <a:moveTo>
                  <a:pt x="240874" y="494671"/>
                </a:moveTo>
                <a:lnTo>
                  <a:pt x="241374" y="494671"/>
                </a:lnTo>
                <a:lnTo>
                  <a:pt x="241374" y="495560"/>
                </a:lnTo>
                <a:lnTo>
                  <a:pt x="240874" y="495560"/>
                </a:lnTo>
                <a:close/>
                <a:moveTo>
                  <a:pt x="705651" y="494671"/>
                </a:moveTo>
                <a:lnTo>
                  <a:pt x="706151" y="494671"/>
                </a:lnTo>
                <a:lnTo>
                  <a:pt x="706151" y="495560"/>
                </a:lnTo>
                <a:lnTo>
                  <a:pt x="705651" y="495560"/>
                </a:lnTo>
                <a:close/>
                <a:moveTo>
                  <a:pt x="394800" y="494671"/>
                </a:moveTo>
                <a:lnTo>
                  <a:pt x="395300" y="494671"/>
                </a:lnTo>
                <a:lnTo>
                  <a:pt x="395300" y="495560"/>
                </a:lnTo>
                <a:lnTo>
                  <a:pt x="394800" y="495560"/>
                </a:lnTo>
                <a:close/>
                <a:moveTo>
                  <a:pt x="566218" y="494671"/>
                </a:moveTo>
                <a:lnTo>
                  <a:pt x="566718" y="494671"/>
                </a:lnTo>
                <a:lnTo>
                  <a:pt x="566718" y="495560"/>
                </a:lnTo>
                <a:lnTo>
                  <a:pt x="566218" y="495560"/>
                </a:lnTo>
                <a:close/>
                <a:moveTo>
                  <a:pt x="524238" y="494671"/>
                </a:moveTo>
                <a:lnTo>
                  <a:pt x="524738" y="494671"/>
                </a:lnTo>
                <a:lnTo>
                  <a:pt x="524738" y="495560"/>
                </a:lnTo>
                <a:lnTo>
                  <a:pt x="524238" y="495560"/>
                </a:lnTo>
                <a:close/>
                <a:moveTo>
                  <a:pt x="411792" y="494671"/>
                </a:moveTo>
                <a:lnTo>
                  <a:pt x="412292" y="494671"/>
                </a:lnTo>
                <a:lnTo>
                  <a:pt x="412292" y="495560"/>
                </a:lnTo>
                <a:lnTo>
                  <a:pt x="411792" y="495560"/>
                </a:lnTo>
                <a:close/>
                <a:moveTo>
                  <a:pt x="371812" y="494671"/>
                </a:moveTo>
                <a:lnTo>
                  <a:pt x="372311" y="494671"/>
                </a:lnTo>
                <a:lnTo>
                  <a:pt x="372311" y="495560"/>
                </a:lnTo>
                <a:lnTo>
                  <a:pt x="371812" y="495560"/>
                </a:lnTo>
                <a:close/>
                <a:moveTo>
                  <a:pt x="557722" y="494671"/>
                </a:moveTo>
                <a:lnTo>
                  <a:pt x="558222" y="494671"/>
                </a:lnTo>
                <a:lnTo>
                  <a:pt x="558222" y="495560"/>
                </a:lnTo>
                <a:lnTo>
                  <a:pt x="557722" y="495560"/>
                </a:lnTo>
                <a:close/>
                <a:moveTo>
                  <a:pt x="270360" y="494671"/>
                </a:moveTo>
                <a:lnTo>
                  <a:pt x="270860" y="494671"/>
                </a:lnTo>
                <a:lnTo>
                  <a:pt x="270860" y="495560"/>
                </a:lnTo>
                <a:lnTo>
                  <a:pt x="270360" y="495560"/>
                </a:lnTo>
                <a:close/>
                <a:moveTo>
                  <a:pt x="297347" y="494671"/>
                </a:moveTo>
                <a:lnTo>
                  <a:pt x="297847" y="494671"/>
                </a:lnTo>
                <a:lnTo>
                  <a:pt x="297847" y="495560"/>
                </a:lnTo>
                <a:lnTo>
                  <a:pt x="297347" y="495560"/>
                </a:lnTo>
                <a:close/>
                <a:moveTo>
                  <a:pt x="706651" y="495560"/>
                </a:moveTo>
                <a:lnTo>
                  <a:pt x="707151" y="495560"/>
                </a:lnTo>
                <a:lnTo>
                  <a:pt x="707151" y="496448"/>
                </a:lnTo>
                <a:lnTo>
                  <a:pt x="706651" y="496448"/>
                </a:lnTo>
                <a:close/>
                <a:moveTo>
                  <a:pt x="269860" y="495560"/>
                </a:moveTo>
                <a:lnTo>
                  <a:pt x="270360" y="495560"/>
                </a:lnTo>
                <a:lnTo>
                  <a:pt x="270360" y="496448"/>
                </a:lnTo>
                <a:lnTo>
                  <a:pt x="269860" y="496448"/>
                </a:lnTo>
                <a:close/>
                <a:moveTo>
                  <a:pt x="513743" y="495560"/>
                </a:moveTo>
                <a:lnTo>
                  <a:pt x="514243" y="495560"/>
                </a:lnTo>
                <a:lnTo>
                  <a:pt x="514243" y="496448"/>
                </a:lnTo>
                <a:lnTo>
                  <a:pt x="513743" y="496448"/>
                </a:lnTo>
                <a:close/>
                <a:moveTo>
                  <a:pt x="370312" y="495560"/>
                </a:moveTo>
                <a:lnTo>
                  <a:pt x="370812" y="495560"/>
                </a:lnTo>
                <a:lnTo>
                  <a:pt x="370812" y="496448"/>
                </a:lnTo>
                <a:lnTo>
                  <a:pt x="370312" y="496448"/>
                </a:lnTo>
                <a:close/>
                <a:moveTo>
                  <a:pt x="617194" y="495560"/>
                </a:moveTo>
                <a:lnTo>
                  <a:pt x="617694" y="495560"/>
                </a:lnTo>
                <a:lnTo>
                  <a:pt x="617694" y="496448"/>
                </a:lnTo>
                <a:lnTo>
                  <a:pt x="617194" y="496448"/>
                </a:lnTo>
                <a:close/>
                <a:moveTo>
                  <a:pt x="643181" y="495560"/>
                </a:moveTo>
                <a:lnTo>
                  <a:pt x="643681" y="495560"/>
                </a:lnTo>
                <a:lnTo>
                  <a:pt x="643681" y="496448"/>
                </a:lnTo>
                <a:lnTo>
                  <a:pt x="643181" y="496448"/>
                </a:lnTo>
                <a:close/>
                <a:moveTo>
                  <a:pt x="395300" y="495560"/>
                </a:moveTo>
                <a:lnTo>
                  <a:pt x="395800" y="495560"/>
                </a:lnTo>
                <a:lnTo>
                  <a:pt x="395800" y="496448"/>
                </a:lnTo>
                <a:lnTo>
                  <a:pt x="395300" y="496448"/>
                </a:lnTo>
                <a:close/>
                <a:moveTo>
                  <a:pt x="414291" y="496448"/>
                </a:moveTo>
                <a:lnTo>
                  <a:pt x="414791" y="496448"/>
                </a:lnTo>
                <a:lnTo>
                  <a:pt x="414791" y="497336"/>
                </a:lnTo>
                <a:lnTo>
                  <a:pt x="414291" y="497336"/>
                </a:lnTo>
                <a:close/>
                <a:moveTo>
                  <a:pt x="278856" y="496448"/>
                </a:moveTo>
                <a:lnTo>
                  <a:pt x="279356" y="496448"/>
                </a:lnTo>
                <a:lnTo>
                  <a:pt x="279356" y="497336"/>
                </a:lnTo>
                <a:lnTo>
                  <a:pt x="278856" y="497336"/>
                </a:lnTo>
                <a:close/>
                <a:moveTo>
                  <a:pt x="368813" y="496448"/>
                </a:moveTo>
                <a:lnTo>
                  <a:pt x="369313" y="496448"/>
                </a:lnTo>
                <a:lnTo>
                  <a:pt x="369313" y="497336"/>
                </a:lnTo>
                <a:lnTo>
                  <a:pt x="368813" y="497336"/>
                </a:lnTo>
                <a:close/>
                <a:moveTo>
                  <a:pt x="311341" y="496448"/>
                </a:moveTo>
                <a:lnTo>
                  <a:pt x="311840" y="496448"/>
                </a:lnTo>
                <a:lnTo>
                  <a:pt x="311840" y="497336"/>
                </a:lnTo>
                <a:lnTo>
                  <a:pt x="311341" y="497336"/>
                </a:lnTo>
                <a:close/>
                <a:moveTo>
                  <a:pt x="303344" y="496448"/>
                </a:moveTo>
                <a:lnTo>
                  <a:pt x="303844" y="496448"/>
                </a:lnTo>
                <a:lnTo>
                  <a:pt x="303844" y="497336"/>
                </a:lnTo>
                <a:lnTo>
                  <a:pt x="303344" y="497336"/>
                </a:lnTo>
                <a:close/>
                <a:moveTo>
                  <a:pt x="565718" y="496448"/>
                </a:moveTo>
                <a:lnTo>
                  <a:pt x="566218" y="496448"/>
                </a:lnTo>
                <a:lnTo>
                  <a:pt x="566218" y="497336"/>
                </a:lnTo>
                <a:lnTo>
                  <a:pt x="565718" y="497336"/>
                </a:lnTo>
                <a:close/>
                <a:moveTo>
                  <a:pt x="269361" y="496448"/>
                </a:moveTo>
                <a:lnTo>
                  <a:pt x="269860" y="496448"/>
                </a:lnTo>
                <a:lnTo>
                  <a:pt x="269860" y="497336"/>
                </a:lnTo>
                <a:lnTo>
                  <a:pt x="269361" y="497336"/>
                </a:lnTo>
                <a:close/>
                <a:moveTo>
                  <a:pt x="396800" y="496448"/>
                </a:moveTo>
                <a:lnTo>
                  <a:pt x="397299" y="496448"/>
                </a:lnTo>
                <a:lnTo>
                  <a:pt x="397299" y="497336"/>
                </a:lnTo>
                <a:lnTo>
                  <a:pt x="396800" y="497336"/>
                </a:lnTo>
                <a:close/>
                <a:moveTo>
                  <a:pt x="215387" y="497336"/>
                </a:moveTo>
                <a:lnTo>
                  <a:pt x="215886" y="497336"/>
                </a:lnTo>
                <a:lnTo>
                  <a:pt x="215886" y="498224"/>
                </a:lnTo>
                <a:lnTo>
                  <a:pt x="215387" y="498224"/>
                </a:lnTo>
                <a:close/>
                <a:moveTo>
                  <a:pt x="398299" y="497336"/>
                </a:moveTo>
                <a:lnTo>
                  <a:pt x="398799" y="497336"/>
                </a:lnTo>
                <a:lnTo>
                  <a:pt x="398799" y="498224"/>
                </a:lnTo>
                <a:lnTo>
                  <a:pt x="398299" y="498224"/>
                </a:lnTo>
                <a:close/>
                <a:moveTo>
                  <a:pt x="532235" y="497336"/>
                </a:moveTo>
                <a:lnTo>
                  <a:pt x="532734" y="497336"/>
                </a:lnTo>
                <a:lnTo>
                  <a:pt x="532734" y="498224"/>
                </a:lnTo>
                <a:lnTo>
                  <a:pt x="532235" y="498224"/>
                </a:lnTo>
                <a:close/>
                <a:moveTo>
                  <a:pt x="415291" y="497336"/>
                </a:moveTo>
                <a:lnTo>
                  <a:pt x="415790" y="497336"/>
                </a:lnTo>
                <a:lnTo>
                  <a:pt x="415790" y="498224"/>
                </a:lnTo>
                <a:lnTo>
                  <a:pt x="415291" y="498224"/>
                </a:lnTo>
                <a:close/>
                <a:moveTo>
                  <a:pt x="296848" y="497336"/>
                </a:moveTo>
                <a:lnTo>
                  <a:pt x="297347" y="497336"/>
                </a:lnTo>
                <a:lnTo>
                  <a:pt x="297347" y="498224"/>
                </a:lnTo>
                <a:lnTo>
                  <a:pt x="296848" y="498224"/>
                </a:lnTo>
                <a:close/>
                <a:moveTo>
                  <a:pt x="367314" y="497336"/>
                </a:moveTo>
                <a:lnTo>
                  <a:pt x="367813" y="497336"/>
                </a:lnTo>
                <a:lnTo>
                  <a:pt x="367813" y="498224"/>
                </a:lnTo>
                <a:lnTo>
                  <a:pt x="367314" y="498224"/>
                </a:lnTo>
                <a:close/>
                <a:moveTo>
                  <a:pt x="721644" y="497336"/>
                </a:moveTo>
                <a:lnTo>
                  <a:pt x="722143" y="497336"/>
                </a:lnTo>
                <a:lnTo>
                  <a:pt x="722143" y="498224"/>
                </a:lnTo>
                <a:lnTo>
                  <a:pt x="721644" y="498224"/>
                </a:lnTo>
                <a:close/>
                <a:moveTo>
                  <a:pt x="718145" y="497336"/>
                </a:moveTo>
                <a:lnTo>
                  <a:pt x="718645" y="497336"/>
                </a:lnTo>
                <a:lnTo>
                  <a:pt x="718645" y="498224"/>
                </a:lnTo>
                <a:lnTo>
                  <a:pt x="718145" y="498224"/>
                </a:lnTo>
                <a:close/>
                <a:moveTo>
                  <a:pt x="205891" y="497336"/>
                </a:moveTo>
                <a:lnTo>
                  <a:pt x="206391" y="497336"/>
                </a:lnTo>
                <a:lnTo>
                  <a:pt x="206391" y="498224"/>
                </a:lnTo>
                <a:lnTo>
                  <a:pt x="205891" y="498224"/>
                </a:lnTo>
                <a:close/>
                <a:moveTo>
                  <a:pt x="278356" y="497336"/>
                </a:moveTo>
                <a:lnTo>
                  <a:pt x="278856" y="497336"/>
                </a:lnTo>
                <a:lnTo>
                  <a:pt x="278856" y="498224"/>
                </a:lnTo>
                <a:lnTo>
                  <a:pt x="278356" y="498224"/>
                </a:lnTo>
                <a:close/>
                <a:moveTo>
                  <a:pt x="283354" y="498224"/>
                </a:moveTo>
                <a:lnTo>
                  <a:pt x="283854" y="498224"/>
                </a:lnTo>
                <a:lnTo>
                  <a:pt x="283854" y="499112"/>
                </a:lnTo>
                <a:lnTo>
                  <a:pt x="283354" y="499112"/>
                </a:lnTo>
                <a:close/>
                <a:moveTo>
                  <a:pt x="268861" y="498224"/>
                </a:moveTo>
                <a:lnTo>
                  <a:pt x="269361" y="498224"/>
                </a:lnTo>
                <a:lnTo>
                  <a:pt x="269361" y="499112"/>
                </a:lnTo>
                <a:lnTo>
                  <a:pt x="268861" y="499112"/>
                </a:lnTo>
                <a:close/>
                <a:moveTo>
                  <a:pt x="302845" y="498224"/>
                </a:moveTo>
                <a:lnTo>
                  <a:pt x="303344" y="498224"/>
                </a:lnTo>
                <a:lnTo>
                  <a:pt x="303344" y="499112"/>
                </a:lnTo>
                <a:lnTo>
                  <a:pt x="302845" y="499112"/>
                </a:lnTo>
                <a:close/>
                <a:moveTo>
                  <a:pt x="365315" y="498224"/>
                </a:moveTo>
                <a:lnTo>
                  <a:pt x="365814" y="498224"/>
                </a:lnTo>
                <a:lnTo>
                  <a:pt x="365814" y="499112"/>
                </a:lnTo>
                <a:lnTo>
                  <a:pt x="365315" y="499112"/>
                </a:lnTo>
                <a:close/>
                <a:moveTo>
                  <a:pt x="399798" y="498224"/>
                </a:moveTo>
                <a:lnTo>
                  <a:pt x="400298" y="498224"/>
                </a:lnTo>
                <a:lnTo>
                  <a:pt x="400298" y="499112"/>
                </a:lnTo>
                <a:lnTo>
                  <a:pt x="399798" y="499112"/>
                </a:lnTo>
                <a:close/>
                <a:moveTo>
                  <a:pt x="721144" y="499112"/>
                </a:moveTo>
                <a:lnTo>
                  <a:pt x="721644" y="499112"/>
                </a:lnTo>
                <a:lnTo>
                  <a:pt x="721644" y="500000"/>
                </a:lnTo>
                <a:lnTo>
                  <a:pt x="721144" y="500000"/>
                </a:lnTo>
                <a:close/>
                <a:moveTo>
                  <a:pt x="555223" y="499112"/>
                </a:moveTo>
                <a:lnTo>
                  <a:pt x="555723" y="499112"/>
                </a:lnTo>
                <a:lnTo>
                  <a:pt x="555723" y="500000"/>
                </a:lnTo>
                <a:lnTo>
                  <a:pt x="555223" y="500000"/>
                </a:lnTo>
                <a:close/>
                <a:moveTo>
                  <a:pt x="767622" y="499112"/>
                </a:moveTo>
                <a:lnTo>
                  <a:pt x="768121" y="499112"/>
                </a:lnTo>
                <a:lnTo>
                  <a:pt x="768121" y="500000"/>
                </a:lnTo>
                <a:lnTo>
                  <a:pt x="767622" y="500000"/>
                </a:lnTo>
                <a:close/>
                <a:moveTo>
                  <a:pt x="514743" y="499112"/>
                </a:moveTo>
                <a:lnTo>
                  <a:pt x="515243" y="499112"/>
                </a:lnTo>
                <a:lnTo>
                  <a:pt x="515243" y="500000"/>
                </a:lnTo>
                <a:lnTo>
                  <a:pt x="514743" y="500000"/>
                </a:lnTo>
                <a:close/>
                <a:moveTo>
                  <a:pt x="296348" y="499112"/>
                </a:moveTo>
                <a:lnTo>
                  <a:pt x="296848" y="499112"/>
                </a:lnTo>
                <a:lnTo>
                  <a:pt x="296848" y="500000"/>
                </a:lnTo>
                <a:lnTo>
                  <a:pt x="296348" y="500000"/>
                </a:lnTo>
                <a:close/>
                <a:moveTo>
                  <a:pt x="564719" y="499112"/>
                </a:moveTo>
                <a:lnTo>
                  <a:pt x="565219" y="499112"/>
                </a:lnTo>
                <a:lnTo>
                  <a:pt x="565219" y="500000"/>
                </a:lnTo>
                <a:lnTo>
                  <a:pt x="564719" y="500000"/>
                </a:lnTo>
                <a:close/>
                <a:moveTo>
                  <a:pt x="787112" y="499112"/>
                </a:moveTo>
                <a:lnTo>
                  <a:pt x="787612" y="499112"/>
                </a:lnTo>
                <a:lnTo>
                  <a:pt x="787612" y="500000"/>
                </a:lnTo>
                <a:lnTo>
                  <a:pt x="787112" y="500000"/>
                </a:lnTo>
                <a:close/>
                <a:moveTo>
                  <a:pt x="239875" y="500000"/>
                </a:moveTo>
                <a:lnTo>
                  <a:pt x="240375" y="500000"/>
                </a:lnTo>
                <a:lnTo>
                  <a:pt x="240375" y="500888"/>
                </a:lnTo>
                <a:lnTo>
                  <a:pt x="239875" y="500888"/>
                </a:lnTo>
                <a:close/>
                <a:moveTo>
                  <a:pt x="710649" y="500000"/>
                </a:moveTo>
                <a:lnTo>
                  <a:pt x="711149" y="500000"/>
                </a:lnTo>
                <a:lnTo>
                  <a:pt x="711149" y="500888"/>
                </a:lnTo>
                <a:lnTo>
                  <a:pt x="710649" y="500888"/>
                </a:lnTo>
                <a:close/>
                <a:moveTo>
                  <a:pt x="302345" y="500000"/>
                </a:moveTo>
                <a:lnTo>
                  <a:pt x="302845" y="500000"/>
                </a:lnTo>
                <a:lnTo>
                  <a:pt x="302845" y="500888"/>
                </a:lnTo>
                <a:lnTo>
                  <a:pt x="302345" y="500888"/>
                </a:lnTo>
                <a:close/>
                <a:moveTo>
                  <a:pt x="402297" y="500000"/>
                </a:moveTo>
                <a:lnTo>
                  <a:pt x="402797" y="500000"/>
                </a:lnTo>
                <a:lnTo>
                  <a:pt x="402797" y="500888"/>
                </a:lnTo>
                <a:lnTo>
                  <a:pt x="402297" y="500888"/>
                </a:lnTo>
                <a:close/>
                <a:moveTo>
                  <a:pt x="788611" y="500000"/>
                </a:moveTo>
                <a:lnTo>
                  <a:pt x="789111" y="500000"/>
                </a:lnTo>
                <a:lnTo>
                  <a:pt x="789111" y="500888"/>
                </a:lnTo>
                <a:lnTo>
                  <a:pt x="788611" y="500888"/>
                </a:lnTo>
                <a:close/>
                <a:moveTo>
                  <a:pt x="283854" y="500888"/>
                </a:moveTo>
                <a:lnTo>
                  <a:pt x="284354" y="500888"/>
                </a:lnTo>
                <a:lnTo>
                  <a:pt x="284354" y="501776"/>
                </a:lnTo>
                <a:lnTo>
                  <a:pt x="283854" y="501776"/>
                </a:lnTo>
                <a:close/>
                <a:moveTo>
                  <a:pt x="531235" y="500888"/>
                </a:moveTo>
                <a:lnTo>
                  <a:pt x="531735" y="500888"/>
                </a:lnTo>
                <a:lnTo>
                  <a:pt x="531735" y="501776"/>
                </a:lnTo>
                <a:lnTo>
                  <a:pt x="531235" y="501776"/>
                </a:lnTo>
                <a:close/>
                <a:moveTo>
                  <a:pt x="194896" y="500888"/>
                </a:moveTo>
                <a:lnTo>
                  <a:pt x="195396" y="500888"/>
                </a:lnTo>
                <a:lnTo>
                  <a:pt x="195396" y="501776"/>
                </a:lnTo>
                <a:lnTo>
                  <a:pt x="194896" y="501776"/>
                </a:lnTo>
                <a:close/>
                <a:moveTo>
                  <a:pt x="295848" y="500888"/>
                </a:moveTo>
                <a:lnTo>
                  <a:pt x="296348" y="500888"/>
                </a:lnTo>
                <a:lnTo>
                  <a:pt x="296348" y="501776"/>
                </a:lnTo>
                <a:lnTo>
                  <a:pt x="295848" y="501776"/>
                </a:lnTo>
                <a:close/>
                <a:moveTo>
                  <a:pt x="379308" y="500888"/>
                </a:moveTo>
                <a:lnTo>
                  <a:pt x="379808" y="500888"/>
                </a:lnTo>
                <a:lnTo>
                  <a:pt x="379808" y="501776"/>
                </a:lnTo>
                <a:lnTo>
                  <a:pt x="379308" y="501776"/>
                </a:lnTo>
                <a:close/>
                <a:moveTo>
                  <a:pt x="563719" y="501776"/>
                </a:moveTo>
                <a:lnTo>
                  <a:pt x="564219" y="501776"/>
                </a:lnTo>
                <a:lnTo>
                  <a:pt x="564219" y="502664"/>
                </a:lnTo>
                <a:lnTo>
                  <a:pt x="563719" y="502664"/>
                </a:lnTo>
                <a:close/>
                <a:moveTo>
                  <a:pt x="515243" y="501776"/>
                </a:moveTo>
                <a:lnTo>
                  <a:pt x="515742" y="501776"/>
                </a:lnTo>
                <a:lnTo>
                  <a:pt x="515742" y="502664"/>
                </a:lnTo>
                <a:lnTo>
                  <a:pt x="515243" y="502664"/>
                </a:lnTo>
                <a:close/>
                <a:moveTo>
                  <a:pt x="767122" y="501776"/>
                </a:moveTo>
                <a:lnTo>
                  <a:pt x="767622" y="501776"/>
                </a:lnTo>
                <a:lnTo>
                  <a:pt x="767622" y="502664"/>
                </a:lnTo>
                <a:lnTo>
                  <a:pt x="767122" y="502664"/>
                </a:lnTo>
                <a:close/>
                <a:moveTo>
                  <a:pt x="712148" y="501776"/>
                </a:moveTo>
                <a:lnTo>
                  <a:pt x="712648" y="501776"/>
                </a:lnTo>
                <a:lnTo>
                  <a:pt x="712648" y="502664"/>
                </a:lnTo>
                <a:lnTo>
                  <a:pt x="712148" y="502664"/>
                </a:lnTo>
                <a:close/>
                <a:moveTo>
                  <a:pt x="416290" y="501776"/>
                </a:moveTo>
                <a:lnTo>
                  <a:pt x="416790" y="501776"/>
                </a:lnTo>
                <a:lnTo>
                  <a:pt x="416790" y="502664"/>
                </a:lnTo>
                <a:lnTo>
                  <a:pt x="416290" y="502664"/>
                </a:lnTo>
                <a:close/>
                <a:moveTo>
                  <a:pt x="271860" y="501776"/>
                </a:moveTo>
                <a:lnTo>
                  <a:pt x="272359" y="501776"/>
                </a:lnTo>
                <a:lnTo>
                  <a:pt x="272359" y="502664"/>
                </a:lnTo>
                <a:lnTo>
                  <a:pt x="271860" y="502664"/>
                </a:lnTo>
                <a:close/>
                <a:moveTo>
                  <a:pt x="404796" y="501776"/>
                </a:moveTo>
                <a:lnTo>
                  <a:pt x="405295" y="501776"/>
                </a:lnTo>
                <a:lnTo>
                  <a:pt x="405295" y="502664"/>
                </a:lnTo>
                <a:lnTo>
                  <a:pt x="404796" y="502664"/>
                </a:lnTo>
                <a:close/>
                <a:moveTo>
                  <a:pt x="194397" y="501776"/>
                </a:moveTo>
                <a:lnTo>
                  <a:pt x="194896" y="501776"/>
                </a:lnTo>
                <a:lnTo>
                  <a:pt x="194896" y="502664"/>
                </a:lnTo>
                <a:lnTo>
                  <a:pt x="194397" y="502664"/>
                </a:lnTo>
                <a:close/>
                <a:moveTo>
                  <a:pt x="188899" y="502664"/>
                </a:moveTo>
                <a:lnTo>
                  <a:pt x="189399" y="502664"/>
                </a:lnTo>
                <a:lnTo>
                  <a:pt x="189399" y="503552"/>
                </a:lnTo>
                <a:lnTo>
                  <a:pt x="188899" y="503552"/>
                </a:lnTo>
                <a:close/>
                <a:moveTo>
                  <a:pt x="530235" y="502664"/>
                </a:moveTo>
                <a:lnTo>
                  <a:pt x="530735" y="502664"/>
                </a:lnTo>
                <a:lnTo>
                  <a:pt x="530735" y="503552"/>
                </a:lnTo>
                <a:lnTo>
                  <a:pt x="530235" y="503552"/>
                </a:lnTo>
                <a:close/>
                <a:moveTo>
                  <a:pt x="415790" y="502664"/>
                </a:moveTo>
                <a:lnTo>
                  <a:pt x="416290" y="502664"/>
                </a:lnTo>
                <a:lnTo>
                  <a:pt x="416290" y="503552"/>
                </a:lnTo>
                <a:lnTo>
                  <a:pt x="415790" y="503552"/>
                </a:lnTo>
                <a:close/>
                <a:moveTo>
                  <a:pt x="189399" y="503552"/>
                </a:moveTo>
                <a:lnTo>
                  <a:pt x="189899" y="503552"/>
                </a:lnTo>
                <a:lnTo>
                  <a:pt x="189899" y="504440"/>
                </a:lnTo>
                <a:lnTo>
                  <a:pt x="189399" y="504440"/>
                </a:lnTo>
                <a:close/>
                <a:moveTo>
                  <a:pt x="790611" y="503552"/>
                </a:moveTo>
                <a:lnTo>
                  <a:pt x="791110" y="503552"/>
                </a:lnTo>
                <a:lnTo>
                  <a:pt x="791110" y="504440"/>
                </a:lnTo>
                <a:lnTo>
                  <a:pt x="790611" y="504440"/>
                </a:lnTo>
                <a:close/>
                <a:moveTo>
                  <a:pt x="529736" y="503552"/>
                </a:moveTo>
                <a:lnTo>
                  <a:pt x="530235" y="503552"/>
                </a:lnTo>
                <a:lnTo>
                  <a:pt x="530235" y="504440"/>
                </a:lnTo>
                <a:lnTo>
                  <a:pt x="529736" y="504440"/>
                </a:lnTo>
                <a:close/>
                <a:moveTo>
                  <a:pt x="365315" y="503552"/>
                </a:moveTo>
                <a:lnTo>
                  <a:pt x="365814" y="503552"/>
                </a:lnTo>
                <a:lnTo>
                  <a:pt x="365814" y="504440"/>
                </a:lnTo>
                <a:lnTo>
                  <a:pt x="365315" y="504440"/>
                </a:lnTo>
                <a:close/>
                <a:moveTo>
                  <a:pt x="556723" y="503552"/>
                </a:moveTo>
                <a:lnTo>
                  <a:pt x="557223" y="503552"/>
                </a:lnTo>
                <a:lnTo>
                  <a:pt x="557223" y="504440"/>
                </a:lnTo>
                <a:lnTo>
                  <a:pt x="556723" y="504440"/>
                </a:lnTo>
                <a:close/>
                <a:moveTo>
                  <a:pt x="294349" y="503552"/>
                </a:moveTo>
                <a:lnTo>
                  <a:pt x="294848" y="503552"/>
                </a:lnTo>
                <a:lnTo>
                  <a:pt x="294848" y="504440"/>
                </a:lnTo>
                <a:lnTo>
                  <a:pt x="294349" y="504440"/>
                </a:lnTo>
                <a:close/>
                <a:moveTo>
                  <a:pt x="293849" y="504440"/>
                </a:moveTo>
                <a:lnTo>
                  <a:pt x="294349" y="504440"/>
                </a:lnTo>
                <a:lnTo>
                  <a:pt x="294349" y="505329"/>
                </a:lnTo>
                <a:lnTo>
                  <a:pt x="293849" y="505329"/>
                </a:lnTo>
                <a:close/>
                <a:moveTo>
                  <a:pt x="374310" y="504440"/>
                </a:moveTo>
                <a:lnTo>
                  <a:pt x="374810" y="504440"/>
                </a:lnTo>
                <a:lnTo>
                  <a:pt x="374810" y="505329"/>
                </a:lnTo>
                <a:lnTo>
                  <a:pt x="374310" y="505329"/>
                </a:lnTo>
                <a:close/>
                <a:moveTo>
                  <a:pt x="305843" y="504440"/>
                </a:moveTo>
                <a:lnTo>
                  <a:pt x="306343" y="504440"/>
                </a:lnTo>
                <a:lnTo>
                  <a:pt x="306343" y="505329"/>
                </a:lnTo>
                <a:lnTo>
                  <a:pt x="305843" y="505329"/>
                </a:lnTo>
                <a:close/>
                <a:moveTo>
                  <a:pt x="365814" y="504440"/>
                </a:moveTo>
                <a:lnTo>
                  <a:pt x="366314" y="504440"/>
                </a:lnTo>
                <a:lnTo>
                  <a:pt x="366314" y="505329"/>
                </a:lnTo>
                <a:lnTo>
                  <a:pt x="365814" y="505329"/>
                </a:lnTo>
                <a:close/>
                <a:moveTo>
                  <a:pt x="218885" y="504440"/>
                </a:moveTo>
                <a:lnTo>
                  <a:pt x="219385" y="504440"/>
                </a:lnTo>
                <a:lnTo>
                  <a:pt x="219385" y="505329"/>
                </a:lnTo>
                <a:lnTo>
                  <a:pt x="218885" y="505329"/>
                </a:lnTo>
                <a:close/>
                <a:moveTo>
                  <a:pt x="673167" y="504440"/>
                </a:moveTo>
                <a:lnTo>
                  <a:pt x="673667" y="504440"/>
                </a:lnTo>
                <a:lnTo>
                  <a:pt x="673667" y="505329"/>
                </a:lnTo>
                <a:lnTo>
                  <a:pt x="673167" y="505329"/>
                </a:lnTo>
                <a:close/>
                <a:moveTo>
                  <a:pt x="766622" y="504440"/>
                </a:moveTo>
                <a:lnTo>
                  <a:pt x="767122" y="504440"/>
                </a:lnTo>
                <a:lnTo>
                  <a:pt x="767122" y="505329"/>
                </a:lnTo>
                <a:lnTo>
                  <a:pt x="766622" y="505329"/>
                </a:lnTo>
                <a:close/>
                <a:moveTo>
                  <a:pt x="557223" y="504440"/>
                </a:moveTo>
                <a:lnTo>
                  <a:pt x="557722" y="504440"/>
                </a:lnTo>
                <a:lnTo>
                  <a:pt x="557722" y="505329"/>
                </a:lnTo>
                <a:lnTo>
                  <a:pt x="557223" y="505329"/>
                </a:lnTo>
                <a:close/>
                <a:moveTo>
                  <a:pt x="408294" y="504440"/>
                </a:moveTo>
                <a:lnTo>
                  <a:pt x="408794" y="504440"/>
                </a:lnTo>
                <a:lnTo>
                  <a:pt x="408794" y="505329"/>
                </a:lnTo>
                <a:lnTo>
                  <a:pt x="408294" y="505329"/>
                </a:lnTo>
                <a:close/>
                <a:moveTo>
                  <a:pt x="221384" y="505329"/>
                </a:moveTo>
                <a:lnTo>
                  <a:pt x="221883" y="505329"/>
                </a:lnTo>
                <a:lnTo>
                  <a:pt x="221883" y="506217"/>
                </a:lnTo>
                <a:lnTo>
                  <a:pt x="221384" y="506217"/>
                </a:lnTo>
                <a:close/>
                <a:moveTo>
                  <a:pt x="528236" y="505329"/>
                </a:moveTo>
                <a:lnTo>
                  <a:pt x="528736" y="505329"/>
                </a:lnTo>
                <a:lnTo>
                  <a:pt x="528736" y="506217"/>
                </a:lnTo>
                <a:lnTo>
                  <a:pt x="528236" y="506217"/>
                </a:lnTo>
                <a:close/>
                <a:moveTo>
                  <a:pt x="372811" y="505329"/>
                </a:moveTo>
                <a:lnTo>
                  <a:pt x="373311" y="505329"/>
                </a:lnTo>
                <a:lnTo>
                  <a:pt x="373311" y="506217"/>
                </a:lnTo>
                <a:lnTo>
                  <a:pt x="372811" y="506217"/>
                </a:lnTo>
                <a:close/>
                <a:moveTo>
                  <a:pt x="292849" y="505329"/>
                </a:moveTo>
                <a:lnTo>
                  <a:pt x="293349" y="505329"/>
                </a:lnTo>
                <a:lnTo>
                  <a:pt x="293349" y="506217"/>
                </a:lnTo>
                <a:lnTo>
                  <a:pt x="292849" y="506217"/>
                </a:lnTo>
                <a:close/>
                <a:moveTo>
                  <a:pt x="366314" y="505329"/>
                </a:moveTo>
                <a:lnTo>
                  <a:pt x="366814" y="505329"/>
                </a:lnTo>
                <a:lnTo>
                  <a:pt x="366814" y="506217"/>
                </a:lnTo>
                <a:lnTo>
                  <a:pt x="366314" y="506217"/>
                </a:lnTo>
                <a:close/>
                <a:moveTo>
                  <a:pt x="409294" y="505329"/>
                </a:moveTo>
                <a:lnTo>
                  <a:pt x="409793" y="505329"/>
                </a:lnTo>
                <a:lnTo>
                  <a:pt x="409793" y="506217"/>
                </a:lnTo>
                <a:lnTo>
                  <a:pt x="409294" y="506217"/>
                </a:lnTo>
                <a:close/>
                <a:moveTo>
                  <a:pt x="557722" y="505329"/>
                </a:moveTo>
                <a:lnTo>
                  <a:pt x="558222" y="505329"/>
                </a:lnTo>
                <a:lnTo>
                  <a:pt x="558222" y="506217"/>
                </a:lnTo>
                <a:lnTo>
                  <a:pt x="557722" y="506217"/>
                </a:lnTo>
                <a:close/>
                <a:moveTo>
                  <a:pt x="719145" y="505329"/>
                </a:moveTo>
                <a:lnTo>
                  <a:pt x="719645" y="505329"/>
                </a:lnTo>
                <a:lnTo>
                  <a:pt x="719645" y="506217"/>
                </a:lnTo>
                <a:lnTo>
                  <a:pt x="719145" y="506217"/>
                </a:lnTo>
                <a:close/>
                <a:moveTo>
                  <a:pt x="526737" y="506217"/>
                </a:moveTo>
                <a:lnTo>
                  <a:pt x="527237" y="506217"/>
                </a:lnTo>
                <a:lnTo>
                  <a:pt x="527237" y="507105"/>
                </a:lnTo>
                <a:lnTo>
                  <a:pt x="526737" y="507105"/>
                </a:lnTo>
                <a:close/>
                <a:moveTo>
                  <a:pt x="558222" y="506217"/>
                </a:moveTo>
                <a:lnTo>
                  <a:pt x="558722" y="506217"/>
                </a:lnTo>
                <a:lnTo>
                  <a:pt x="558722" y="507105"/>
                </a:lnTo>
                <a:lnTo>
                  <a:pt x="558222" y="507105"/>
                </a:lnTo>
                <a:close/>
                <a:moveTo>
                  <a:pt x="410293" y="506217"/>
                </a:moveTo>
                <a:lnTo>
                  <a:pt x="410793" y="506217"/>
                </a:lnTo>
                <a:lnTo>
                  <a:pt x="410793" y="507105"/>
                </a:lnTo>
                <a:lnTo>
                  <a:pt x="410293" y="507105"/>
                </a:lnTo>
                <a:close/>
                <a:moveTo>
                  <a:pt x="366814" y="506217"/>
                </a:moveTo>
                <a:lnTo>
                  <a:pt x="367314" y="506217"/>
                </a:lnTo>
                <a:lnTo>
                  <a:pt x="367314" y="507105"/>
                </a:lnTo>
                <a:lnTo>
                  <a:pt x="366814" y="507105"/>
                </a:lnTo>
                <a:close/>
                <a:moveTo>
                  <a:pt x="190399" y="506217"/>
                </a:moveTo>
                <a:lnTo>
                  <a:pt x="190898" y="506217"/>
                </a:lnTo>
                <a:lnTo>
                  <a:pt x="190898" y="507105"/>
                </a:lnTo>
                <a:lnTo>
                  <a:pt x="190399" y="507105"/>
                </a:lnTo>
                <a:close/>
                <a:moveTo>
                  <a:pt x="413292" y="506217"/>
                </a:moveTo>
                <a:lnTo>
                  <a:pt x="413791" y="506217"/>
                </a:lnTo>
                <a:lnTo>
                  <a:pt x="413791" y="507105"/>
                </a:lnTo>
                <a:lnTo>
                  <a:pt x="413292" y="507105"/>
                </a:lnTo>
                <a:close/>
                <a:moveTo>
                  <a:pt x="371312" y="506217"/>
                </a:moveTo>
                <a:lnTo>
                  <a:pt x="371812" y="506217"/>
                </a:lnTo>
                <a:lnTo>
                  <a:pt x="371812" y="507105"/>
                </a:lnTo>
                <a:lnTo>
                  <a:pt x="371312" y="507105"/>
                </a:lnTo>
                <a:close/>
                <a:moveTo>
                  <a:pt x="290850" y="506217"/>
                </a:moveTo>
                <a:lnTo>
                  <a:pt x="291350" y="506217"/>
                </a:lnTo>
                <a:lnTo>
                  <a:pt x="291350" y="507105"/>
                </a:lnTo>
                <a:lnTo>
                  <a:pt x="290850" y="507105"/>
                </a:lnTo>
                <a:close/>
                <a:moveTo>
                  <a:pt x="558722" y="507105"/>
                </a:moveTo>
                <a:lnTo>
                  <a:pt x="559222" y="507105"/>
                </a:lnTo>
                <a:lnTo>
                  <a:pt x="559222" y="507993"/>
                </a:lnTo>
                <a:lnTo>
                  <a:pt x="558722" y="507993"/>
                </a:lnTo>
                <a:close/>
                <a:moveTo>
                  <a:pt x="673167" y="507105"/>
                </a:moveTo>
                <a:lnTo>
                  <a:pt x="673667" y="507105"/>
                </a:lnTo>
                <a:lnTo>
                  <a:pt x="673667" y="507993"/>
                </a:lnTo>
                <a:lnTo>
                  <a:pt x="673167" y="507993"/>
                </a:lnTo>
                <a:close/>
                <a:moveTo>
                  <a:pt x="766122" y="507105"/>
                </a:moveTo>
                <a:lnTo>
                  <a:pt x="766622" y="507105"/>
                </a:lnTo>
                <a:lnTo>
                  <a:pt x="766622" y="507993"/>
                </a:lnTo>
                <a:lnTo>
                  <a:pt x="766122" y="507993"/>
                </a:lnTo>
                <a:close/>
                <a:moveTo>
                  <a:pt x="307842" y="507105"/>
                </a:moveTo>
                <a:lnTo>
                  <a:pt x="308342" y="507105"/>
                </a:lnTo>
                <a:lnTo>
                  <a:pt x="308342" y="507993"/>
                </a:lnTo>
                <a:lnTo>
                  <a:pt x="307842" y="507993"/>
                </a:lnTo>
                <a:close/>
                <a:moveTo>
                  <a:pt x="369313" y="507105"/>
                </a:moveTo>
                <a:lnTo>
                  <a:pt x="369812" y="507105"/>
                </a:lnTo>
                <a:lnTo>
                  <a:pt x="369812" y="507993"/>
                </a:lnTo>
                <a:lnTo>
                  <a:pt x="369313" y="507993"/>
                </a:lnTo>
                <a:close/>
                <a:moveTo>
                  <a:pt x="682163" y="507105"/>
                </a:moveTo>
                <a:lnTo>
                  <a:pt x="682662" y="507105"/>
                </a:lnTo>
                <a:lnTo>
                  <a:pt x="682662" y="507993"/>
                </a:lnTo>
                <a:lnTo>
                  <a:pt x="682163" y="507993"/>
                </a:lnTo>
                <a:close/>
                <a:moveTo>
                  <a:pt x="559222" y="507993"/>
                </a:moveTo>
                <a:lnTo>
                  <a:pt x="559721" y="507993"/>
                </a:lnTo>
                <a:lnTo>
                  <a:pt x="559721" y="508881"/>
                </a:lnTo>
                <a:lnTo>
                  <a:pt x="559222" y="508881"/>
                </a:lnTo>
                <a:close/>
                <a:moveTo>
                  <a:pt x="726141" y="507993"/>
                </a:moveTo>
                <a:lnTo>
                  <a:pt x="726641" y="507993"/>
                </a:lnTo>
                <a:lnTo>
                  <a:pt x="726641" y="508881"/>
                </a:lnTo>
                <a:lnTo>
                  <a:pt x="726141" y="508881"/>
                </a:lnTo>
                <a:close/>
                <a:moveTo>
                  <a:pt x="718145" y="507993"/>
                </a:moveTo>
                <a:lnTo>
                  <a:pt x="718645" y="507993"/>
                </a:lnTo>
                <a:lnTo>
                  <a:pt x="718645" y="508881"/>
                </a:lnTo>
                <a:lnTo>
                  <a:pt x="718145" y="508881"/>
                </a:lnTo>
                <a:close/>
                <a:moveTo>
                  <a:pt x="559721" y="508881"/>
                </a:moveTo>
                <a:lnTo>
                  <a:pt x="560221" y="508881"/>
                </a:lnTo>
                <a:lnTo>
                  <a:pt x="560221" y="509769"/>
                </a:lnTo>
                <a:lnTo>
                  <a:pt x="559721" y="509769"/>
                </a:lnTo>
                <a:close/>
                <a:moveTo>
                  <a:pt x="790111" y="509769"/>
                </a:moveTo>
                <a:lnTo>
                  <a:pt x="790611" y="509769"/>
                </a:lnTo>
                <a:lnTo>
                  <a:pt x="790611" y="510657"/>
                </a:lnTo>
                <a:lnTo>
                  <a:pt x="790111" y="510657"/>
                </a:lnTo>
                <a:close/>
                <a:moveTo>
                  <a:pt x="725642" y="509769"/>
                </a:moveTo>
                <a:lnTo>
                  <a:pt x="726141" y="509769"/>
                </a:lnTo>
                <a:lnTo>
                  <a:pt x="726141" y="510657"/>
                </a:lnTo>
                <a:lnTo>
                  <a:pt x="725642" y="510657"/>
                </a:lnTo>
                <a:close/>
                <a:moveTo>
                  <a:pt x="682662" y="510657"/>
                </a:moveTo>
                <a:lnTo>
                  <a:pt x="683162" y="510657"/>
                </a:lnTo>
                <a:lnTo>
                  <a:pt x="683162" y="511545"/>
                </a:lnTo>
                <a:lnTo>
                  <a:pt x="682662" y="511545"/>
                </a:lnTo>
                <a:close/>
                <a:moveTo>
                  <a:pt x="717146" y="510657"/>
                </a:moveTo>
                <a:lnTo>
                  <a:pt x="717646" y="510657"/>
                </a:lnTo>
                <a:lnTo>
                  <a:pt x="717646" y="511545"/>
                </a:lnTo>
                <a:lnTo>
                  <a:pt x="717146" y="511545"/>
                </a:lnTo>
                <a:close/>
                <a:moveTo>
                  <a:pt x="716646" y="511545"/>
                </a:moveTo>
                <a:lnTo>
                  <a:pt x="717146" y="511545"/>
                </a:lnTo>
                <a:lnTo>
                  <a:pt x="717146" y="512433"/>
                </a:lnTo>
                <a:lnTo>
                  <a:pt x="716646" y="512433"/>
                </a:lnTo>
                <a:close/>
                <a:moveTo>
                  <a:pt x="725142" y="511545"/>
                </a:moveTo>
                <a:lnTo>
                  <a:pt x="725642" y="511545"/>
                </a:lnTo>
                <a:lnTo>
                  <a:pt x="725642" y="512433"/>
                </a:lnTo>
                <a:lnTo>
                  <a:pt x="725142" y="512433"/>
                </a:lnTo>
                <a:close/>
                <a:moveTo>
                  <a:pt x="673667" y="512433"/>
                </a:moveTo>
                <a:lnTo>
                  <a:pt x="674166" y="512433"/>
                </a:lnTo>
                <a:lnTo>
                  <a:pt x="674166" y="513321"/>
                </a:lnTo>
                <a:lnTo>
                  <a:pt x="673667" y="513321"/>
                </a:lnTo>
                <a:close/>
                <a:moveTo>
                  <a:pt x="782115" y="513321"/>
                </a:moveTo>
                <a:lnTo>
                  <a:pt x="782614" y="513321"/>
                </a:lnTo>
                <a:lnTo>
                  <a:pt x="782614" y="514210"/>
                </a:lnTo>
                <a:lnTo>
                  <a:pt x="782115" y="514210"/>
                </a:lnTo>
                <a:close/>
                <a:moveTo>
                  <a:pt x="683662" y="514210"/>
                </a:moveTo>
                <a:lnTo>
                  <a:pt x="684162" y="514210"/>
                </a:lnTo>
                <a:lnTo>
                  <a:pt x="684162" y="515098"/>
                </a:lnTo>
                <a:lnTo>
                  <a:pt x="683662" y="515098"/>
                </a:lnTo>
                <a:close/>
                <a:moveTo>
                  <a:pt x="772119" y="514210"/>
                </a:moveTo>
                <a:lnTo>
                  <a:pt x="772619" y="514210"/>
                </a:lnTo>
                <a:lnTo>
                  <a:pt x="772619" y="515098"/>
                </a:lnTo>
                <a:lnTo>
                  <a:pt x="772119" y="515098"/>
                </a:lnTo>
                <a:close/>
                <a:moveTo>
                  <a:pt x="715147" y="515098"/>
                </a:moveTo>
                <a:lnTo>
                  <a:pt x="715646" y="515098"/>
                </a:lnTo>
                <a:lnTo>
                  <a:pt x="715646" y="515986"/>
                </a:lnTo>
                <a:lnTo>
                  <a:pt x="715147" y="515986"/>
                </a:lnTo>
                <a:close/>
                <a:moveTo>
                  <a:pt x="789611" y="515098"/>
                </a:moveTo>
                <a:lnTo>
                  <a:pt x="790111" y="515098"/>
                </a:lnTo>
                <a:lnTo>
                  <a:pt x="790111" y="515986"/>
                </a:lnTo>
                <a:lnTo>
                  <a:pt x="789611" y="515986"/>
                </a:lnTo>
                <a:close/>
                <a:moveTo>
                  <a:pt x="705152" y="515986"/>
                </a:moveTo>
                <a:lnTo>
                  <a:pt x="705651" y="515986"/>
                </a:lnTo>
                <a:lnTo>
                  <a:pt x="705651" y="516874"/>
                </a:lnTo>
                <a:lnTo>
                  <a:pt x="705152" y="516874"/>
                </a:lnTo>
                <a:close/>
                <a:moveTo>
                  <a:pt x="674166" y="515986"/>
                </a:moveTo>
                <a:lnTo>
                  <a:pt x="674666" y="515986"/>
                </a:lnTo>
                <a:lnTo>
                  <a:pt x="674666" y="516874"/>
                </a:lnTo>
                <a:lnTo>
                  <a:pt x="674166" y="516874"/>
                </a:lnTo>
                <a:close/>
                <a:moveTo>
                  <a:pt x="706151" y="516874"/>
                </a:moveTo>
                <a:lnTo>
                  <a:pt x="706651" y="516874"/>
                </a:lnTo>
                <a:lnTo>
                  <a:pt x="706651" y="517762"/>
                </a:lnTo>
                <a:lnTo>
                  <a:pt x="706151" y="517762"/>
                </a:lnTo>
                <a:close/>
                <a:moveTo>
                  <a:pt x="723143" y="516874"/>
                </a:moveTo>
                <a:lnTo>
                  <a:pt x="723643" y="516874"/>
                </a:lnTo>
                <a:lnTo>
                  <a:pt x="723643" y="517762"/>
                </a:lnTo>
                <a:lnTo>
                  <a:pt x="723143" y="517762"/>
                </a:lnTo>
                <a:close/>
                <a:moveTo>
                  <a:pt x="771620" y="516874"/>
                </a:moveTo>
                <a:lnTo>
                  <a:pt x="772119" y="516874"/>
                </a:lnTo>
                <a:lnTo>
                  <a:pt x="772119" y="517762"/>
                </a:lnTo>
                <a:lnTo>
                  <a:pt x="771620" y="517762"/>
                </a:lnTo>
                <a:close/>
                <a:moveTo>
                  <a:pt x="686161" y="516874"/>
                </a:moveTo>
                <a:lnTo>
                  <a:pt x="686660" y="516874"/>
                </a:lnTo>
                <a:lnTo>
                  <a:pt x="686660" y="517762"/>
                </a:lnTo>
                <a:lnTo>
                  <a:pt x="686161" y="517762"/>
                </a:lnTo>
                <a:close/>
                <a:moveTo>
                  <a:pt x="763623" y="517762"/>
                </a:moveTo>
                <a:lnTo>
                  <a:pt x="764123" y="517762"/>
                </a:lnTo>
                <a:lnTo>
                  <a:pt x="764123" y="518650"/>
                </a:lnTo>
                <a:lnTo>
                  <a:pt x="763623" y="518650"/>
                </a:lnTo>
                <a:close/>
                <a:moveTo>
                  <a:pt x="707151" y="517762"/>
                </a:moveTo>
                <a:lnTo>
                  <a:pt x="707650" y="517762"/>
                </a:lnTo>
                <a:lnTo>
                  <a:pt x="707650" y="518650"/>
                </a:lnTo>
                <a:lnTo>
                  <a:pt x="707151" y="518650"/>
                </a:lnTo>
                <a:close/>
                <a:moveTo>
                  <a:pt x="703652" y="517762"/>
                </a:moveTo>
                <a:lnTo>
                  <a:pt x="704152" y="517762"/>
                </a:lnTo>
                <a:lnTo>
                  <a:pt x="704152" y="518650"/>
                </a:lnTo>
                <a:lnTo>
                  <a:pt x="703652" y="518650"/>
                </a:lnTo>
                <a:close/>
                <a:moveTo>
                  <a:pt x="718645" y="518650"/>
                </a:moveTo>
                <a:lnTo>
                  <a:pt x="719145" y="518650"/>
                </a:lnTo>
                <a:lnTo>
                  <a:pt x="719145" y="519538"/>
                </a:lnTo>
                <a:lnTo>
                  <a:pt x="718645" y="519538"/>
                </a:lnTo>
                <a:close/>
                <a:moveTo>
                  <a:pt x="703152" y="518650"/>
                </a:moveTo>
                <a:lnTo>
                  <a:pt x="703652" y="518650"/>
                </a:lnTo>
                <a:lnTo>
                  <a:pt x="703652" y="519538"/>
                </a:lnTo>
                <a:lnTo>
                  <a:pt x="703152" y="519538"/>
                </a:lnTo>
                <a:close/>
                <a:moveTo>
                  <a:pt x="771120" y="518650"/>
                </a:moveTo>
                <a:lnTo>
                  <a:pt x="771620" y="518650"/>
                </a:lnTo>
                <a:lnTo>
                  <a:pt x="771620" y="519538"/>
                </a:lnTo>
                <a:lnTo>
                  <a:pt x="771120" y="519538"/>
                </a:lnTo>
                <a:close/>
                <a:moveTo>
                  <a:pt x="708150" y="518650"/>
                </a:moveTo>
                <a:lnTo>
                  <a:pt x="708650" y="518650"/>
                </a:lnTo>
                <a:lnTo>
                  <a:pt x="708650" y="519538"/>
                </a:lnTo>
                <a:lnTo>
                  <a:pt x="708150" y="519538"/>
                </a:lnTo>
                <a:close/>
                <a:moveTo>
                  <a:pt x="801605" y="518650"/>
                </a:moveTo>
                <a:lnTo>
                  <a:pt x="802105" y="518650"/>
                </a:lnTo>
                <a:lnTo>
                  <a:pt x="802105" y="519538"/>
                </a:lnTo>
                <a:lnTo>
                  <a:pt x="801605" y="519538"/>
                </a:lnTo>
                <a:close/>
                <a:moveTo>
                  <a:pt x="675166" y="519538"/>
                </a:moveTo>
                <a:lnTo>
                  <a:pt x="675666" y="519538"/>
                </a:lnTo>
                <a:lnTo>
                  <a:pt x="675666" y="520426"/>
                </a:lnTo>
                <a:lnTo>
                  <a:pt x="675166" y="520426"/>
                </a:lnTo>
                <a:close/>
                <a:moveTo>
                  <a:pt x="763124" y="519538"/>
                </a:moveTo>
                <a:lnTo>
                  <a:pt x="763623" y="519538"/>
                </a:lnTo>
                <a:lnTo>
                  <a:pt x="763623" y="520426"/>
                </a:lnTo>
                <a:lnTo>
                  <a:pt x="763124" y="520426"/>
                </a:lnTo>
                <a:close/>
                <a:moveTo>
                  <a:pt x="722143" y="519538"/>
                </a:moveTo>
                <a:lnTo>
                  <a:pt x="722643" y="519538"/>
                </a:lnTo>
                <a:lnTo>
                  <a:pt x="722643" y="520426"/>
                </a:lnTo>
                <a:lnTo>
                  <a:pt x="722143" y="520426"/>
                </a:lnTo>
                <a:close/>
                <a:moveTo>
                  <a:pt x="789111" y="519538"/>
                </a:moveTo>
                <a:lnTo>
                  <a:pt x="789611" y="519538"/>
                </a:lnTo>
                <a:lnTo>
                  <a:pt x="789611" y="520426"/>
                </a:lnTo>
                <a:lnTo>
                  <a:pt x="789111" y="520426"/>
                </a:lnTo>
                <a:close/>
                <a:moveTo>
                  <a:pt x="720644" y="521314"/>
                </a:moveTo>
                <a:lnTo>
                  <a:pt x="721144" y="521314"/>
                </a:lnTo>
                <a:lnTo>
                  <a:pt x="721144" y="522202"/>
                </a:lnTo>
                <a:lnTo>
                  <a:pt x="720644" y="522202"/>
                </a:lnTo>
                <a:close/>
                <a:moveTo>
                  <a:pt x="710649" y="521314"/>
                </a:moveTo>
                <a:lnTo>
                  <a:pt x="711149" y="521314"/>
                </a:lnTo>
                <a:lnTo>
                  <a:pt x="711149" y="522202"/>
                </a:lnTo>
                <a:lnTo>
                  <a:pt x="710649" y="522202"/>
                </a:lnTo>
                <a:close/>
                <a:moveTo>
                  <a:pt x="781115" y="521314"/>
                </a:moveTo>
                <a:lnTo>
                  <a:pt x="781615" y="521314"/>
                </a:lnTo>
                <a:lnTo>
                  <a:pt x="781615" y="522202"/>
                </a:lnTo>
                <a:lnTo>
                  <a:pt x="781115" y="522202"/>
                </a:lnTo>
                <a:close/>
                <a:moveTo>
                  <a:pt x="701653" y="522202"/>
                </a:moveTo>
                <a:lnTo>
                  <a:pt x="702153" y="522202"/>
                </a:lnTo>
                <a:lnTo>
                  <a:pt x="702153" y="523091"/>
                </a:lnTo>
                <a:lnTo>
                  <a:pt x="701653" y="523091"/>
                </a:lnTo>
                <a:close/>
                <a:moveTo>
                  <a:pt x="676165" y="522202"/>
                </a:moveTo>
                <a:lnTo>
                  <a:pt x="676665" y="522202"/>
                </a:lnTo>
                <a:lnTo>
                  <a:pt x="676665" y="523091"/>
                </a:lnTo>
                <a:lnTo>
                  <a:pt x="676165" y="523091"/>
                </a:lnTo>
                <a:close/>
                <a:moveTo>
                  <a:pt x="712148" y="523091"/>
                </a:moveTo>
                <a:lnTo>
                  <a:pt x="712648" y="523091"/>
                </a:lnTo>
                <a:lnTo>
                  <a:pt x="712648" y="523979"/>
                </a:lnTo>
                <a:lnTo>
                  <a:pt x="712148" y="523979"/>
                </a:lnTo>
                <a:close/>
                <a:moveTo>
                  <a:pt x="676665" y="523091"/>
                </a:moveTo>
                <a:lnTo>
                  <a:pt x="677165" y="523091"/>
                </a:lnTo>
                <a:lnTo>
                  <a:pt x="677165" y="523979"/>
                </a:lnTo>
                <a:lnTo>
                  <a:pt x="676665" y="523979"/>
                </a:lnTo>
                <a:close/>
                <a:moveTo>
                  <a:pt x="770120" y="523091"/>
                </a:moveTo>
                <a:lnTo>
                  <a:pt x="770620" y="523091"/>
                </a:lnTo>
                <a:lnTo>
                  <a:pt x="770620" y="523979"/>
                </a:lnTo>
                <a:lnTo>
                  <a:pt x="770120" y="523979"/>
                </a:lnTo>
                <a:close/>
                <a:moveTo>
                  <a:pt x="701153" y="523091"/>
                </a:moveTo>
                <a:lnTo>
                  <a:pt x="701653" y="523091"/>
                </a:lnTo>
                <a:lnTo>
                  <a:pt x="701653" y="523979"/>
                </a:lnTo>
                <a:lnTo>
                  <a:pt x="701153" y="523979"/>
                </a:lnTo>
                <a:close/>
                <a:moveTo>
                  <a:pt x="753628" y="523091"/>
                </a:moveTo>
                <a:lnTo>
                  <a:pt x="754128" y="523091"/>
                </a:lnTo>
                <a:lnTo>
                  <a:pt x="754128" y="523979"/>
                </a:lnTo>
                <a:lnTo>
                  <a:pt x="753628" y="523979"/>
                </a:lnTo>
                <a:close/>
                <a:moveTo>
                  <a:pt x="788611" y="523091"/>
                </a:moveTo>
                <a:lnTo>
                  <a:pt x="789111" y="523091"/>
                </a:lnTo>
                <a:lnTo>
                  <a:pt x="789111" y="523979"/>
                </a:lnTo>
                <a:lnTo>
                  <a:pt x="788611" y="523979"/>
                </a:lnTo>
                <a:close/>
                <a:moveTo>
                  <a:pt x="738136" y="523979"/>
                </a:moveTo>
                <a:lnTo>
                  <a:pt x="738635" y="523979"/>
                </a:lnTo>
                <a:lnTo>
                  <a:pt x="738635" y="524867"/>
                </a:lnTo>
                <a:lnTo>
                  <a:pt x="738136" y="524867"/>
                </a:lnTo>
                <a:close/>
                <a:moveTo>
                  <a:pt x="734637" y="523979"/>
                </a:moveTo>
                <a:lnTo>
                  <a:pt x="735137" y="523979"/>
                </a:lnTo>
                <a:lnTo>
                  <a:pt x="735137" y="524867"/>
                </a:lnTo>
                <a:lnTo>
                  <a:pt x="734637" y="524867"/>
                </a:lnTo>
                <a:close/>
                <a:moveTo>
                  <a:pt x="729640" y="523979"/>
                </a:moveTo>
                <a:lnTo>
                  <a:pt x="730140" y="523979"/>
                </a:lnTo>
                <a:lnTo>
                  <a:pt x="730140" y="524867"/>
                </a:lnTo>
                <a:lnTo>
                  <a:pt x="729640" y="524867"/>
                </a:lnTo>
                <a:close/>
                <a:moveTo>
                  <a:pt x="761624" y="523979"/>
                </a:moveTo>
                <a:lnTo>
                  <a:pt x="762124" y="523979"/>
                </a:lnTo>
                <a:lnTo>
                  <a:pt x="762124" y="524867"/>
                </a:lnTo>
                <a:lnTo>
                  <a:pt x="761624" y="524867"/>
                </a:lnTo>
                <a:close/>
                <a:moveTo>
                  <a:pt x="780615" y="524867"/>
                </a:moveTo>
                <a:lnTo>
                  <a:pt x="781115" y="524867"/>
                </a:lnTo>
                <a:lnTo>
                  <a:pt x="781115" y="525755"/>
                </a:lnTo>
                <a:lnTo>
                  <a:pt x="780615" y="525755"/>
                </a:lnTo>
                <a:close/>
                <a:moveTo>
                  <a:pt x="678164" y="524867"/>
                </a:moveTo>
                <a:lnTo>
                  <a:pt x="678664" y="524867"/>
                </a:lnTo>
                <a:lnTo>
                  <a:pt x="678664" y="525755"/>
                </a:lnTo>
                <a:lnTo>
                  <a:pt x="678164" y="525755"/>
                </a:lnTo>
                <a:close/>
                <a:moveTo>
                  <a:pt x="713647" y="524867"/>
                </a:moveTo>
                <a:lnTo>
                  <a:pt x="714147" y="524867"/>
                </a:lnTo>
                <a:lnTo>
                  <a:pt x="714147" y="525755"/>
                </a:lnTo>
                <a:lnTo>
                  <a:pt x="713647" y="525755"/>
                </a:lnTo>
                <a:close/>
                <a:moveTo>
                  <a:pt x="679164" y="525755"/>
                </a:moveTo>
                <a:lnTo>
                  <a:pt x="679664" y="525755"/>
                </a:lnTo>
                <a:lnTo>
                  <a:pt x="679664" y="526643"/>
                </a:lnTo>
                <a:lnTo>
                  <a:pt x="679164" y="526643"/>
                </a:lnTo>
                <a:close/>
                <a:moveTo>
                  <a:pt x="714147" y="525755"/>
                </a:moveTo>
                <a:lnTo>
                  <a:pt x="714647" y="525755"/>
                </a:lnTo>
                <a:lnTo>
                  <a:pt x="714647" y="526643"/>
                </a:lnTo>
                <a:lnTo>
                  <a:pt x="714147" y="526643"/>
                </a:lnTo>
                <a:close/>
                <a:moveTo>
                  <a:pt x="739135" y="525755"/>
                </a:moveTo>
                <a:lnTo>
                  <a:pt x="739635" y="525755"/>
                </a:lnTo>
                <a:lnTo>
                  <a:pt x="739635" y="526643"/>
                </a:lnTo>
                <a:lnTo>
                  <a:pt x="739135" y="526643"/>
                </a:lnTo>
                <a:close/>
                <a:moveTo>
                  <a:pt x="733138" y="525755"/>
                </a:moveTo>
                <a:lnTo>
                  <a:pt x="733638" y="525755"/>
                </a:lnTo>
                <a:lnTo>
                  <a:pt x="733638" y="526643"/>
                </a:lnTo>
                <a:lnTo>
                  <a:pt x="733138" y="526643"/>
                </a:lnTo>
                <a:close/>
                <a:moveTo>
                  <a:pt x="739635" y="526643"/>
                </a:moveTo>
                <a:lnTo>
                  <a:pt x="740135" y="526643"/>
                </a:lnTo>
                <a:lnTo>
                  <a:pt x="740135" y="527531"/>
                </a:lnTo>
                <a:lnTo>
                  <a:pt x="739635" y="527531"/>
                </a:lnTo>
                <a:close/>
                <a:moveTo>
                  <a:pt x="788112" y="526643"/>
                </a:moveTo>
                <a:lnTo>
                  <a:pt x="788611" y="526643"/>
                </a:lnTo>
                <a:lnTo>
                  <a:pt x="788611" y="527531"/>
                </a:lnTo>
                <a:lnTo>
                  <a:pt x="788112" y="527531"/>
                </a:lnTo>
                <a:close/>
                <a:moveTo>
                  <a:pt x="760625" y="526643"/>
                </a:moveTo>
                <a:lnTo>
                  <a:pt x="761125" y="526643"/>
                </a:lnTo>
                <a:lnTo>
                  <a:pt x="761125" y="527531"/>
                </a:lnTo>
                <a:lnTo>
                  <a:pt x="760625" y="527531"/>
                </a:lnTo>
                <a:close/>
                <a:moveTo>
                  <a:pt x="753628" y="526643"/>
                </a:moveTo>
                <a:lnTo>
                  <a:pt x="754128" y="526643"/>
                </a:lnTo>
                <a:lnTo>
                  <a:pt x="754128" y="527531"/>
                </a:lnTo>
                <a:lnTo>
                  <a:pt x="753628" y="527531"/>
                </a:lnTo>
                <a:close/>
                <a:moveTo>
                  <a:pt x="680663" y="526643"/>
                </a:moveTo>
                <a:lnTo>
                  <a:pt x="681163" y="526643"/>
                </a:lnTo>
                <a:lnTo>
                  <a:pt x="681163" y="527531"/>
                </a:lnTo>
                <a:lnTo>
                  <a:pt x="680663" y="527531"/>
                </a:lnTo>
                <a:close/>
                <a:moveTo>
                  <a:pt x="683662" y="527531"/>
                </a:moveTo>
                <a:lnTo>
                  <a:pt x="684162" y="527531"/>
                </a:lnTo>
                <a:lnTo>
                  <a:pt x="684162" y="528419"/>
                </a:lnTo>
                <a:lnTo>
                  <a:pt x="683662" y="528419"/>
                </a:lnTo>
                <a:close/>
                <a:moveTo>
                  <a:pt x="714147" y="527531"/>
                </a:moveTo>
                <a:lnTo>
                  <a:pt x="714647" y="527531"/>
                </a:lnTo>
                <a:lnTo>
                  <a:pt x="714647" y="528419"/>
                </a:lnTo>
                <a:lnTo>
                  <a:pt x="714147" y="528419"/>
                </a:lnTo>
                <a:close/>
                <a:moveTo>
                  <a:pt x="704152" y="527531"/>
                </a:moveTo>
                <a:lnTo>
                  <a:pt x="704652" y="527531"/>
                </a:lnTo>
                <a:lnTo>
                  <a:pt x="704652" y="528419"/>
                </a:lnTo>
                <a:lnTo>
                  <a:pt x="704152" y="528419"/>
                </a:lnTo>
                <a:close/>
                <a:moveTo>
                  <a:pt x="780116" y="527531"/>
                </a:moveTo>
                <a:lnTo>
                  <a:pt x="780615" y="527531"/>
                </a:lnTo>
                <a:lnTo>
                  <a:pt x="780615" y="528419"/>
                </a:lnTo>
                <a:lnTo>
                  <a:pt x="780116" y="528419"/>
                </a:lnTo>
                <a:close/>
                <a:moveTo>
                  <a:pt x="705651" y="529307"/>
                </a:moveTo>
                <a:lnTo>
                  <a:pt x="706151" y="529307"/>
                </a:lnTo>
                <a:lnTo>
                  <a:pt x="706151" y="530195"/>
                </a:lnTo>
                <a:lnTo>
                  <a:pt x="705651" y="530195"/>
                </a:lnTo>
                <a:close/>
                <a:moveTo>
                  <a:pt x="773619" y="529307"/>
                </a:moveTo>
                <a:lnTo>
                  <a:pt x="774118" y="529307"/>
                </a:lnTo>
                <a:lnTo>
                  <a:pt x="774118" y="530195"/>
                </a:lnTo>
                <a:lnTo>
                  <a:pt x="773619" y="530195"/>
                </a:lnTo>
                <a:close/>
                <a:moveTo>
                  <a:pt x="735137" y="529307"/>
                </a:moveTo>
                <a:lnTo>
                  <a:pt x="735637" y="529307"/>
                </a:lnTo>
                <a:lnTo>
                  <a:pt x="735637" y="530195"/>
                </a:lnTo>
                <a:lnTo>
                  <a:pt x="735137" y="530195"/>
                </a:lnTo>
                <a:close/>
                <a:moveTo>
                  <a:pt x="801105" y="529307"/>
                </a:moveTo>
                <a:lnTo>
                  <a:pt x="801605" y="529307"/>
                </a:lnTo>
                <a:lnTo>
                  <a:pt x="801605" y="530195"/>
                </a:lnTo>
                <a:lnTo>
                  <a:pt x="801105" y="530195"/>
                </a:lnTo>
                <a:close/>
                <a:moveTo>
                  <a:pt x="735637" y="530195"/>
                </a:moveTo>
                <a:lnTo>
                  <a:pt x="736137" y="530195"/>
                </a:lnTo>
                <a:lnTo>
                  <a:pt x="736137" y="531083"/>
                </a:lnTo>
                <a:lnTo>
                  <a:pt x="735637" y="531083"/>
                </a:lnTo>
                <a:close/>
                <a:moveTo>
                  <a:pt x="729140" y="531083"/>
                </a:moveTo>
                <a:lnTo>
                  <a:pt x="729640" y="531083"/>
                </a:lnTo>
                <a:lnTo>
                  <a:pt x="729640" y="531972"/>
                </a:lnTo>
                <a:lnTo>
                  <a:pt x="729140" y="531972"/>
                </a:lnTo>
                <a:close/>
                <a:moveTo>
                  <a:pt x="707151" y="531083"/>
                </a:moveTo>
                <a:lnTo>
                  <a:pt x="707650" y="531083"/>
                </a:lnTo>
                <a:lnTo>
                  <a:pt x="707650" y="531972"/>
                </a:lnTo>
                <a:lnTo>
                  <a:pt x="707151" y="531972"/>
                </a:lnTo>
                <a:close/>
                <a:moveTo>
                  <a:pt x="769621" y="531083"/>
                </a:moveTo>
                <a:lnTo>
                  <a:pt x="770120" y="531083"/>
                </a:lnTo>
                <a:lnTo>
                  <a:pt x="770120" y="531972"/>
                </a:lnTo>
                <a:lnTo>
                  <a:pt x="769621" y="531972"/>
                </a:lnTo>
                <a:close/>
                <a:moveTo>
                  <a:pt x="722643" y="531083"/>
                </a:moveTo>
                <a:lnTo>
                  <a:pt x="723143" y="531083"/>
                </a:lnTo>
                <a:lnTo>
                  <a:pt x="723143" y="531972"/>
                </a:lnTo>
                <a:lnTo>
                  <a:pt x="722643" y="531972"/>
                </a:lnTo>
                <a:close/>
                <a:moveTo>
                  <a:pt x="712148" y="531972"/>
                </a:moveTo>
                <a:lnTo>
                  <a:pt x="712648" y="531972"/>
                </a:lnTo>
                <a:lnTo>
                  <a:pt x="712648" y="532860"/>
                </a:lnTo>
                <a:lnTo>
                  <a:pt x="712148" y="532860"/>
                </a:lnTo>
                <a:close/>
                <a:moveTo>
                  <a:pt x="769121" y="531972"/>
                </a:moveTo>
                <a:lnTo>
                  <a:pt x="769621" y="531972"/>
                </a:lnTo>
                <a:lnTo>
                  <a:pt x="769621" y="532860"/>
                </a:lnTo>
                <a:lnTo>
                  <a:pt x="769121" y="532860"/>
                </a:lnTo>
                <a:close/>
                <a:moveTo>
                  <a:pt x="736636" y="531972"/>
                </a:moveTo>
                <a:lnTo>
                  <a:pt x="737136" y="531972"/>
                </a:lnTo>
                <a:lnTo>
                  <a:pt x="737136" y="532860"/>
                </a:lnTo>
                <a:lnTo>
                  <a:pt x="736636" y="532860"/>
                </a:lnTo>
                <a:close/>
                <a:moveTo>
                  <a:pt x="760125" y="531972"/>
                </a:moveTo>
                <a:lnTo>
                  <a:pt x="760625" y="531972"/>
                </a:lnTo>
                <a:lnTo>
                  <a:pt x="760625" y="532860"/>
                </a:lnTo>
                <a:lnTo>
                  <a:pt x="760125" y="532860"/>
                </a:lnTo>
                <a:close/>
                <a:moveTo>
                  <a:pt x="742134" y="531083"/>
                </a:moveTo>
                <a:lnTo>
                  <a:pt x="742634" y="531083"/>
                </a:lnTo>
                <a:lnTo>
                  <a:pt x="742634" y="532860"/>
                </a:lnTo>
                <a:lnTo>
                  <a:pt x="742134" y="532860"/>
                </a:lnTo>
                <a:close/>
                <a:moveTo>
                  <a:pt x="779116" y="532860"/>
                </a:moveTo>
                <a:lnTo>
                  <a:pt x="779616" y="532860"/>
                </a:lnTo>
                <a:lnTo>
                  <a:pt x="779616" y="533748"/>
                </a:lnTo>
                <a:lnTo>
                  <a:pt x="779116" y="533748"/>
                </a:lnTo>
                <a:close/>
                <a:moveTo>
                  <a:pt x="737136" y="532860"/>
                </a:moveTo>
                <a:lnTo>
                  <a:pt x="737636" y="532860"/>
                </a:lnTo>
                <a:lnTo>
                  <a:pt x="737636" y="533748"/>
                </a:lnTo>
                <a:lnTo>
                  <a:pt x="737136" y="533748"/>
                </a:lnTo>
                <a:close/>
                <a:moveTo>
                  <a:pt x="787112" y="532860"/>
                </a:moveTo>
                <a:lnTo>
                  <a:pt x="787612" y="532860"/>
                </a:lnTo>
                <a:lnTo>
                  <a:pt x="787612" y="533748"/>
                </a:lnTo>
                <a:lnTo>
                  <a:pt x="787112" y="533748"/>
                </a:lnTo>
                <a:close/>
                <a:moveTo>
                  <a:pt x="708650" y="532860"/>
                </a:moveTo>
                <a:lnTo>
                  <a:pt x="709150" y="532860"/>
                </a:lnTo>
                <a:lnTo>
                  <a:pt x="709150" y="533748"/>
                </a:lnTo>
                <a:lnTo>
                  <a:pt x="708650" y="533748"/>
                </a:lnTo>
                <a:close/>
                <a:moveTo>
                  <a:pt x="767122" y="532860"/>
                </a:moveTo>
                <a:lnTo>
                  <a:pt x="767622" y="532860"/>
                </a:lnTo>
                <a:lnTo>
                  <a:pt x="767622" y="533748"/>
                </a:lnTo>
                <a:lnTo>
                  <a:pt x="767122" y="533748"/>
                </a:lnTo>
                <a:close/>
                <a:moveTo>
                  <a:pt x="741134" y="533748"/>
                </a:moveTo>
                <a:lnTo>
                  <a:pt x="741634" y="533748"/>
                </a:lnTo>
                <a:lnTo>
                  <a:pt x="741634" y="534636"/>
                </a:lnTo>
                <a:lnTo>
                  <a:pt x="741134" y="534636"/>
                </a:lnTo>
                <a:close/>
                <a:moveTo>
                  <a:pt x="709150" y="533748"/>
                </a:moveTo>
                <a:lnTo>
                  <a:pt x="709649" y="533748"/>
                </a:lnTo>
                <a:lnTo>
                  <a:pt x="709649" y="534636"/>
                </a:lnTo>
                <a:lnTo>
                  <a:pt x="709150" y="534636"/>
                </a:lnTo>
                <a:close/>
                <a:moveTo>
                  <a:pt x="762124" y="534636"/>
                </a:moveTo>
                <a:lnTo>
                  <a:pt x="762624" y="534636"/>
                </a:lnTo>
                <a:lnTo>
                  <a:pt x="762624" y="535524"/>
                </a:lnTo>
                <a:lnTo>
                  <a:pt x="762124" y="535524"/>
                </a:lnTo>
                <a:close/>
                <a:moveTo>
                  <a:pt x="777617" y="534636"/>
                </a:moveTo>
                <a:lnTo>
                  <a:pt x="778117" y="534636"/>
                </a:lnTo>
                <a:lnTo>
                  <a:pt x="778117" y="535524"/>
                </a:lnTo>
                <a:lnTo>
                  <a:pt x="777617" y="535524"/>
                </a:lnTo>
                <a:close/>
                <a:moveTo>
                  <a:pt x="766122" y="535524"/>
                </a:moveTo>
                <a:lnTo>
                  <a:pt x="766622" y="535524"/>
                </a:lnTo>
                <a:lnTo>
                  <a:pt x="766622" y="536412"/>
                </a:lnTo>
                <a:lnTo>
                  <a:pt x="766122" y="536412"/>
                </a:lnTo>
                <a:close/>
                <a:moveTo>
                  <a:pt x="778117" y="535524"/>
                </a:moveTo>
                <a:lnTo>
                  <a:pt x="779116" y="535524"/>
                </a:lnTo>
                <a:lnTo>
                  <a:pt x="779116" y="536412"/>
                </a:lnTo>
                <a:lnTo>
                  <a:pt x="778117" y="536412"/>
                </a:lnTo>
                <a:close/>
                <a:moveTo>
                  <a:pt x="710649" y="535524"/>
                </a:moveTo>
                <a:lnTo>
                  <a:pt x="711149" y="535524"/>
                </a:lnTo>
                <a:lnTo>
                  <a:pt x="711149" y="536412"/>
                </a:lnTo>
                <a:lnTo>
                  <a:pt x="710649" y="536412"/>
                </a:lnTo>
                <a:close/>
                <a:moveTo>
                  <a:pt x="804604" y="535524"/>
                </a:moveTo>
                <a:lnTo>
                  <a:pt x="805104" y="535524"/>
                </a:lnTo>
                <a:lnTo>
                  <a:pt x="805104" y="536412"/>
                </a:lnTo>
                <a:lnTo>
                  <a:pt x="804604" y="536412"/>
                </a:lnTo>
                <a:close/>
                <a:moveTo>
                  <a:pt x="786612" y="535524"/>
                </a:moveTo>
                <a:lnTo>
                  <a:pt x="787112" y="535524"/>
                </a:lnTo>
                <a:lnTo>
                  <a:pt x="787112" y="536412"/>
                </a:lnTo>
                <a:lnTo>
                  <a:pt x="786612" y="536412"/>
                </a:lnTo>
                <a:close/>
                <a:moveTo>
                  <a:pt x="768121" y="536412"/>
                </a:moveTo>
                <a:lnTo>
                  <a:pt x="768621" y="536412"/>
                </a:lnTo>
                <a:lnTo>
                  <a:pt x="768621" y="537300"/>
                </a:lnTo>
                <a:lnTo>
                  <a:pt x="768121" y="537300"/>
                </a:lnTo>
                <a:close/>
                <a:moveTo>
                  <a:pt x="805104" y="536412"/>
                </a:moveTo>
                <a:lnTo>
                  <a:pt x="805603" y="536412"/>
                </a:lnTo>
                <a:lnTo>
                  <a:pt x="805603" y="537300"/>
                </a:lnTo>
                <a:lnTo>
                  <a:pt x="805104" y="537300"/>
                </a:lnTo>
                <a:close/>
                <a:moveTo>
                  <a:pt x="764123" y="537300"/>
                </a:moveTo>
                <a:lnTo>
                  <a:pt x="764623" y="537300"/>
                </a:lnTo>
                <a:lnTo>
                  <a:pt x="764623" y="538188"/>
                </a:lnTo>
                <a:lnTo>
                  <a:pt x="764123" y="538188"/>
                </a:lnTo>
                <a:close/>
                <a:moveTo>
                  <a:pt x="815599" y="537300"/>
                </a:moveTo>
                <a:lnTo>
                  <a:pt x="816098" y="537300"/>
                </a:lnTo>
                <a:lnTo>
                  <a:pt x="816098" y="538188"/>
                </a:lnTo>
                <a:lnTo>
                  <a:pt x="815599" y="538188"/>
                </a:lnTo>
                <a:close/>
                <a:moveTo>
                  <a:pt x="806103" y="538188"/>
                </a:moveTo>
                <a:lnTo>
                  <a:pt x="806603" y="538188"/>
                </a:lnTo>
                <a:lnTo>
                  <a:pt x="806603" y="539076"/>
                </a:lnTo>
                <a:lnTo>
                  <a:pt x="806103" y="539076"/>
                </a:lnTo>
                <a:close/>
                <a:moveTo>
                  <a:pt x="786113" y="538188"/>
                </a:moveTo>
                <a:lnTo>
                  <a:pt x="786612" y="538188"/>
                </a:lnTo>
                <a:lnTo>
                  <a:pt x="786612" y="539076"/>
                </a:lnTo>
                <a:lnTo>
                  <a:pt x="786113" y="539076"/>
                </a:lnTo>
                <a:close/>
                <a:moveTo>
                  <a:pt x="764623" y="538188"/>
                </a:moveTo>
                <a:lnTo>
                  <a:pt x="765623" y="538188"/>
                </a:lnTo>
                <a:lnTo>
                  <a:pt x="765623" y="539076"/>
                </a:lnTo>
                <a:lnTo>
                  <a:pt x="764623" y="539076"/>
                </a:lnTo>
                <a:close/>
                <a:moveTo>
                  <a:pt x="453772" y="538188"/>
                </a:moveTo>
                <a:lnTo>
                  <a:pt x="454272" y="538188"/>
                </a:lnTo>
                <a:lnTo>
                  <a:pt x="454272" y="539076"/>
                </a:lnTo>
                <a:lnTo>
                  <a:pt x="453772" y="539076"/>
                </a:lnTo>
                <a:close/>
                <a:moveTo>
                  <a:pt x="816098" y="538188"/>
                </a:moveTo>
                <a:lnTo>
                  <a:pt x="816598" y="538188"/>
                </a:lnTo>
                <a:lnTo>
                  <a:pt x="816598" y="539076"/>
                </a:lnTo>
                <a:lnTo>
                  <a:pt x="816098" y="539076"/>
                </a:lnTo>
                <a:close/>
                <a:moveTo>
                  <a:pt x="593205" y="538188"/>
                </a:moveTo>
                <a:lnTo>
                  <a:pt x="593705" y="538188"/>
                </a:lnTo>
                <a:lnTo>
                  <a:pt x="593705" y="539076"/>
                </a:lnTo>
                <a:lnTo>
                  <a:pt x="593205" y="539076"/>
                </a:lnTo>
                <a:close/>
                <a:moveTo>
                  <a:pt x="628688" y="538188"/>
                </a:moveTo>
                <a:lnTo>
                  <a:pt x="629188" y="538188"/>
                </a:lnTo>
                <a:lnTo>
                  <a:pt x="629188" y="539076"/>
                </a:lnTo>
                <a:lnTo>
                  <a:pt x="628688" y="539076"/>
                </a:lnTo>
                <a:close/>
                <a:moveTo>
                  <a:pt x="365814" y="539076"/>
                </a:moveTo>
                <a:lnTo>
                  <a:pt x="366314" y="539076"/>
                </a:lnTo>
                <a:lnTo>
                  <a:pt x="366314" y="539964"/>
                </a:lnTo>
                <a:lnTo>
                  <a:pt x="365814" y="539964"/>
                </a:lnTo>
                <a:close/>
                <a:moveTo>
                  <a:pt x="497751" y="539076"/>
                </a:moveTo>
                <a:lnTo>
                  <a:pt x="498251" y="539076"/>
                </a:lnTo>
                <a:lnTo>
                  <a:pt x="498251" y="539964"/>
                </a:lnTo>
                <a:lnTo>
                  <a:pt x="497751" y="539964"/>
                </a:lnTo>
                <a:close/>
                <a:moveTo>
                  <a:pt x="636185" y="539964"/>
                </a:moveTo>
                <a:lnTo>
                  <a:pt x="636684" y="539964"/>
                </a:lnTo>
                <a:lnTo>
                  <a:pt x="636684" y="540853"/>
                </a:lnTo>
                <a:lnTo>
                  <a:pt x="636185" y="540853"/>
                </a:lnTo>
                <a:close/>
                <a:moveTo>
                  <a:pt x="770620" y="539964"/>
                </a:moveTo>
                <a:lnTo>
                  <a:pt x="771120" y="539964"/>
                </a:lnTo>
                <a:lnTo>
                  <a:pt x="771120" y="540853"/>
                </a:lnTo>
                <a:lnTo>
                  <a:pt x="770620" y="540853"/>
                </a:lnTo>
                <a:close/>
                <a:moveTo>
                  <a:pt x="596704" y="539964"/>
                </a:moveTo>
                <a:lnTo>
                  <a:pt x="597203" y="539964"/>
                </a:lnTo>
                <a:lnTo>
                  <a:pt x="597203" y="540853"/>
                </a:lnTo>
                <a:lnTo>
                  <a:pt x="596704" y="540853"/>
                </a:lnTo>
                <a:close/>
                <a:moveTo>
                  <a:pt x="344325" y="539964"/>
                </a:moveTo>
                <a:lnTo>
                  <a:pt x="344824" y="539964"/>
                </a:lnTo>
                <a:lnTo>
                  <a:pt x="344824" y="540853"/>
                </a:lnTo>
                <a:lnTo>
                  <a:pt x="344325" y="540853"/>
                </a:lnTo>
                <a:close/>
                <a:moveTo>
                  <a:pt x="461269" y="539964"/>
                </a:moveTo>
                <a:lnTo>
                  <a:pt x="461768" y="539964"/>
                </a:lnTo>
                <a:lnTo>
                  <a:pt x="461768" y="540853"/>
                </a:lnTo>
                <a:lnTo>
                  <a:pt x="461269" y="540853"/>
                </a:lnTo>
                <a:close/>
                <a:moveTo>
                  <a:pt x="450274" y="539964"/>
                </a:moveTo>
                <a:lnTo>
                  <a:pt x="450774" y="539964"/>
                </a:lnTo>
                <a:lnTo>
                  <a:pt x="450774" y="540853"/>
                </a:lnTo>
                <a:lnTo>
                  <a:pt x="450274" y="540853"/>
                </a:lnTo>
                <a:close/>
                <a:moveTo>
                  <a:pt x="625190" y="539964"/>
                </a:moveTo>
                <a:lnTo>
                  <a:pt x="625690" y="539964"/>
                </a:lnTo>
                <a:lnTo>
                  <a:pt x="625690" y="540853"/>
                </a:lnTo>
                <a:lnTo>
                  <a:pt x="625190" y="540853"/>
                </a:lnTo>
                <a:close/>
                <a:moveTo>
                  <a:pt x="585209" y="539964"/>
                </a:moveTo>
                <a:lnTo>
                  <a:pt x="585709" y="539964"/>
                </a:lnTo>
                <a:lnTo>
                  <a:pt x="585709" y="540853"/>
                </a:lnTo>
                <a:lnTo>
                  <a:pt x="585209" y="540853"/>
                </a:lnTo>
                <a:close/>
                <a:moveTo>
                  <a:pt x="360317" y="539964"/>
                </a:moveTo>
                <a:lnTo>
                  <a:pt x="360817" y="539964"/>
                </a:lnTo>
                <a:lnTo>
                  <a:pt x="360817" y="540853"/>
                </a:lnTo>
                <a:lnTo>
                  <a:pt x="360317" y="540853"/>
                </a:lnTo>
                <a:close/>
                <a:moveTo>
                  <a:pt x="534733" y="540853"/>
                </a:moveTo>
                <a:lnTo>
                  <a:pt x="535233" y="540853"/>
                </a:lnTo>
                <a:lnTo>
                  <a:pt x="535233" y="541741"/>
                </a:lnTo>
                <a:lnTo>
                  <a:pt x="534733" y="541741"/>
                </a:lnTo>
                <a:close/>
                <a:moveTo>
                  <a:pt x="449274" y="540853"/>
                </a:moveTo>
                <a:lnTo>
                  <a:pt x="449774" y="540853"/>
                </a:lnTo>
                <a:lnTo>
                  <a:pt x="449774" y="541741"/>
                </a:lnTo>
                <a:lnTo>
                  <a:pt x="449274" y="541741"/>
                </a:lnTo>
                <a:close/>
                <a:moveTo>
                  <a:pt x="624190" y="540853"/>
                </a:moveTo>
                <a:lnTo>
                  <a:pt x="624690" y="540853"/>
                </a:lnTo>
                <a:lnTo>
                  <a:pt x="624690" y="541741"/>
                </a:lnTo>
                <a:lnTo>
                  <a:pt x="624190" y="541741"/>
                </a:lnTo>
                <a:close/>
                <a:moveTo>
                  <a:pt x="462268" y="540853"/>
                </a:moveTo>
                <a:lnTo>
                  <a:pt x="462768" y="540853"/>
                </a:lnTo>
                <a:lnTo>
                  <a:pt x="462768" y="541741"/>
                </a:lnTo>
                <a:lnTo>
                  <a:pt x="462268" y="541741"/>
                </a:lnTo>
                <a:close/>
                <a:moveTo>
                  <a:pt x="637184" y="540853"/>
                </a:moveTo>
                <a:lnTo>
                  <a:pt x="637684" y="540853"/>
                </a:lnTo>
                <a:lnTo>
                  <a:pt x="637684" y="541741"/>
                </a:lnTo>
                <a:lnTo>
                  <a:pt x="637184" y="541741"/>
                </a:lnTo>
                <a:close/>
                <a:moveTo>
                  <a:pt x="353820" y="540853"/>
                </a:moveTo>
                <a:lnTo>
                  <a:pt x="354320" y="540853"/>
                </a:lnTo>
                <a:lnTo>
                  <a:pt x="354320" y="541741"/>
                </a:lnTo>
                <a:lnTo>
                  <a:pt x="353820" y="541741"/>
                </a:lnTo>
                <a:close/>
                <a:moveTo>
                  <a:pt x="337828" y="540853"/>
                </a:moveTo>
                <a:lnTo>
                  <a:pt x="338328" y="540853"/>
                </a:lnTo>
                <a:lnTo>
                  <a:pt x="338328" y="541741"/>
                </a:lnTo>
                <a:lnTo>
                  <a:pt x="337828" y="541741"/>
                </a:lnTo>
                <a:close/>
                <a:moveTo>
                  <a:pt x="359817" y="542629"/>
                </a:moveTo>
                <a:lnTo>
                  <a:pt x="360317" y="542629"/>
                </a:lnTo>
                <a:lnTo>
                  <a:pt x="360317" y="543517"/>
                </a:lnTo>
                <a:lnTo>
                  <a:pt x="359817" y="543517"/>
                </a:lnTo>
                <a:close/>
                <a:moveTo>
                  <a:pt x="815599" y="542629"/>
                </a:moveTo>
                <a:lnTo>
                  <a:pt x="816098" y="542629"/>
                </a:lnTo>
                <a:lnTo>
                  <a:pt x="816098" y="543517"/>
                </a:lnTo>
                <a:lnTo>
                  <a:pt x="815599" y="543517"/>
                </a:lnTo>
                <a:close/>
                <a:moveTo>
                  <a:pt x="712148" y="542629"/>
                </a:moveTo>
                <a:lnTo>
                  <a:pt x="712648" y="542629"/>
                </a:lnTo>
                <a:lnTo>
                  <a:pt x="712648" y="543517"/>
                </a:lnTo>
                <a:lnTo>
                  <a:pt x="712148" y="543517"/>
                </a:lnTo>
                <a:close/>
                <a:moveTo>
                  <a:pt x="785113" y="542629"/>
                </a:moveTo>
                <a:lnTo>
                  <a:pt x="785613" y="542629"/>
                </a:lnTo>
                <a:lnTo>
                  <a:pt x="785613" y="543517"/>
                </a:lnTo>
                <a:lnTo>
                  <a:pt x="785113" y="543517"/>
                </a:lnTo>
                <a:close/>
                <a:moveTo>
                  <a:pt x="808602" y="543517"/>
                </a:moveTo>
                <a:lnTo>
                  <a:pt x="809102" y="543517"/>
                </a:lnTo>
                <a:lnTo>
                  <a:pt x="809102" y="544405"/>
                </a:lnTo>
                <a:lnTo>
                  <a:pt x="808602" y="544405"/>
                </a:lnTo>
                <a:close/>
                <a:moveTo>
                  <a:pt x="338328" y="543517"/>
                </a:moveTo>
                <a:lnTo>
                  <a:pt x="338827" y="543517"/>
                </a:lnTo>
                <a:lnTo>
                  <a:pt x="338827" y="544405"/>
                </a:lnTo>
                <a:lnTo>
                  <a:pt x="338328" y="544405"/>
                </a:lnTo>
                <a:close/>
                <a:moveTo>
                  <a:pt x="773119" y="543517"/>
                </a:moveTo>
                <a:lnTo>
                  <a:pt x="773619" y="543517"/>
                </a:lnTo>
                <a:lnTo>
                  <a:pt x="773619" y="544405"/>
                </a:lnTo>
                <a:lnTo>
                  <a:pt x="773119" y="544405"/>
                </a:lnTo>
                <a:close/>
                <a:moveTo>
                  <a:pt x="364815" y="543517"/>
                </a:moveTo>
                <a:lnTo>
                  <a:pt x="365315" y="543517"/>
                </a:lnTo>
                <a:lnTo>
                  <a:pt x="365315" y="544405"/>
                </a:lnTo>
                <a:lnTo>
                  <a:pt x="364815" y="544405"/>
                </a:lnTo>
                <a:close/>
                <a:moveTo>
                  <a:pt x="496752" y="543517"/>
                </a:moveTo>
                <a:lnTo>
                  <a:pt x="497251" y="543517"/>
                </a:lnTo>
                <a:lnTo>
                  <a:pt x="497251" y="544405"/>
                </a:lnTo>
                <a:lnTo>
                  <a:pt x="496752" y="544405"/>
                </a:lnTo>
                <a:close/>
                <a:moveTo>
                  <a:pt x="809102" y="544405"/>
                </a:moveTo>
                <a:lnTo>
                  <a:pt x="809601" y="544405"/>
                </a:lnTo>
                <a:lnTo>
                  <a:pt x="809601" y="545293"/>
                </a:lnTo>
                <a:lnTo>
                  <a:pt x="809102" y="545293"/>
                </a:lnTo>
                <a:close/>
                <a:moveTo>
                  <a:pt x="773619" y="544405"/>
                </a:moveTo>
                <a:lnTo>
                  <a:pt x="774118" y="544405"/>
                </a:lnTo>
                <a:lnTo>
                  <a:pt x="774118" y="545293"/>
                </a:lnTo>
                <a:lnTo>
                  <a:pt x="773619" y="545293"/>
                </a:lnTo>
                <a:close/>
                <a:moveTo>
                  <a:pt x="374310" y="544405"/>
                </a:moveTo>
                <a:lnTo>
                  <a:pt x="374810" y="544405"/>
                </a:lnTo>
                <a:lnTo>
                  <a:pt x="374810" y="545293"/>
                </a:lnTo>
                <a:lnTo>
                  <a:pt x="374310" y="545293"/>
                </a:lnTo>
                <a:close/>
                <a:moveTo>
                  <a:pt x="506247" y="544405"/>
                </a:moveTo>
                <a:lnTo>
                  <a:pt x="506747" y="544405"/>
                </a:lnTo>
                <a:lnTo>
                  <a:pt x="506747" y="545293"/>
                </a:lnTo>
                <a:lnTo>
                  <a:pt x="506247" y="545293"/>
                </a:lnTo>
                <a:close/>
                <a:moveTo>
                  <a:pt x="753129" y="545293"/>
                </a:moveTo>
                <a:lnTo>
                  <a:pt x="753628" y="545293"/>
                </a:lnTo>
                <a:lnTo>
                  <a:pt x="753628" y="546181"/>
                </a:lnTo>
                <a:lnTo>
                  <a:pt x="753129" y="546181"/>
                </a:lnTo>
                <a:close/>
                <a:moveTo>
                  <a:pt x="729140" y="545293"/>
                </a:moveTo>
                <a:lnTo>
                  <a:pt x="729640" y="545293"/>
                </a:lnTo>
                <a:lnTo>
                  <a:pt x="729640" y="546181"/>
                </a:lnTo>
                <a:lnTo>
                  <a:pt x="729140" y="546181"/>
                </a:lnTo>
                <a:close/>
                <a:moveTo>
                  <a:pt x="736636" y="545293"/>
                </a:moveTo>
                <a:lnTo>
                  <a:pt x="737136" y="545293"/>
                </a:lnTo>
                <a:lnTo>
                  <a:pt x="737136" y="546181"/>
                </a:lnTo>
                <a:lnTo>
                  <a:pt x="736636" y="546181"/>
                </a:lnTo>
                <a:close/>
                <a:moveTo>
                  <a:pt x="592206" y="545293"/>
                </a:moveTo>
                <a:lnTo>
                  <a:pt x="592706" y="545293"/>
                </a:lnTo>
                <a:lnTo>
                  <a:pt x="592706" y="546181"/>
                </a:lnTo>
                <a:lnTo>
                  <a:pt x="592206" y="546181"/>
                </a:lnTo>
                <a:close/>
                <a:moveTo>
                  <a:pt x="588707" y="545293"/>
                </a:moveTo>
                <a:lnTo>
                  <a:pt x="589207" y="545293"/>
                </a:lnTo>
                <a:lnTo>
                  <a:pt x="589207" y="546181"/>
                </a:lnTo>
                <a:lnTo>
                  <a:pt x="588707" y="546181"/>
                </a:lnTo>
                <a:close/>
                <a:moveTo>
                  <a:pt x="813599" y="545293"/>
                </a:moveTo>
                <a:lnTo>
                  <a:pt x="814099" y="545293"/>
                </a:lnTo>
                <a:lnTo>
                  <a:pt x="814099" y="546181"/>
                </a:lnTo>
                <a:lnTo>
                  <a:pt x="813599" y="546181"/>
                </a:lnTo>
                <a:close/>
                <a:moveTo>
                  <a:pt x="746132" y="545293"/>
                </a:moveTo>
                <a:lnTo>
                  <a:pt x="746632" y="545293"/>
                </a:lnTo>
                <a:lnTo>
                  <a:pt x="746632" y="546181"/>
                </a:lnTo>
                <a:lnTo>
                  <a:pt x="746132" y="546181"/>
                </a:lnTo>
                <a:close/>
                <a:moveTo>
                  <a:pt x="731139" y="545293"/>
                </a:moveTo>
                <a:lnTo>
                  <a:pt x="731639" y="545293"/>
                </a:lnTo>
                <a:lnTo>
                  <a:pt x="731639" y="546181"/>
                </a:lnTo>
                <a:lnTo>
                  <a:pt x="731139" y="546181"/>
                </a:lnTo>
                <a:close/>
                <a:moveTo>
                  <a:pt x="774118" y="545293"/>
                </a:moveTo>
                <a:lnTo>
                  <a:pt x="774618" y="545293"/>
                </a:lnTo>
                <a:lnTo>
                  <a:pt x="774618" y="546181"/>
                </a:lnTo>
                <a:lnTo>
                  <a:pt x="774118" y="546181"/>
                </a:lnTo>
                <a:close/>
                <a:moveTo>
                  <a:pt x="364315" y="546181"/>
                </a:moveTo>
                <a:lnTo>
                  <a:pt x="364815" y="546181"/>
                </a:lnTo>
                <a:lnTo>
                  <a:pt x="364815" y="547069"/>
                </a:lnTo>
                <a:lnTo>
                  <a:pt x="364315" y="547069"/>
                </a:lnTo>
                <a:close/>
                <a:moveTo>
                  <a:pt x="345324" y="546181"/>
                </a:moveTo>
                <a:lnTo>
                  <a:pt x="345824" y="546181"/>
                </a:lnTo>
                <a:lnTo>
                  <a:pt x="345824" y="547069"/>
                </a:lnTo>
                <a:lnTo>
                  <a:pt x="345324" y="547069"/>
                </a:lnTo>
                <a:close/>
                <a:moveTo>
                  <a:pt x="496252" y="546181"/>
                </a:moveTo>
                <a:lnTo>
                  <a:pt x="496752" y="546181"/>
                </a:lnTo>
                <a:lnTo>
                  <a:pt x="496752" y="547069"/>
                </a:lnTo>
                <a:lnTo>
                  <a:pt x="496252" y="547069"/>
                </a:lnTo>
                <a:close/>
                <a:moveTo>
                  <a:pt x="465267" y="546181"/>
                </a:moveTo>
                <a:lnTo>
                  <a:pt x="465766" y="546181"/>
                </a:lnTo>
                <a:lnTo>
                  <a:pt x="465766" y="547069"/>
                </a:lnTo>
                <a:lnTo>
                  <a:pt x="465267" y="547069"/>
                </a:lnTo>
                <a:close/>
                <a:moveTo>
                  <a:pt x="352821" y="546181"/>
                </a:moveTo>
                <a:lnTo>
                  <a:pt x="353320" y="546181"/>
                </a:lnTo>
                <a:lnTo>
                  <a:pt x="353320" y="547069"/>
                </a:lnTo>
                <a:lnTo>
                  <a:pt x="352821" y="547069"/>
                </a:lnTo>
                <a:close/>
                <a:moveTo>
                  <a:pt x="446276" y="546181"/>
                </a:moveTo>
                <a:lnTo>
                  <a:pt x="446776" y="546181"/>
                </a:lnTo>
                <a:lnTo>
                  <a:pt x="446776" y="547069"/>
                </a:lnTo>
                <a:lnTo>
                  <a:pt x="446276" y="547069"/>
                </a:lnTo>
                <a:close/>
                <a:moveTo>
                  <a:pt x="621192" y="546181"/>
                </a:moveTo>
                <a:lnTo>
                  <a:pt x="621692" y="546181"/>
                </a:lnTo>
                <a:lnTo>
                  <a:pt x="621692" y="547069"/>
                </a:lnTo>
                <a:lnTo>
                  <a:pt x="621192" y="547069"/>
                </a:lnTo>
                <a:close/>
                <a:moveTo>
                  <a:pt x="640183" y="546181"/>
                </a:moveTo>
                <a:lnTo>
                  <a:pt x="640682" y="546181"/>
                </a:lnTo>
                <a:lnTo>
                  <a:pt x="640682" y="547069"/>
                </a:lnTo>
                <a:lnTo>
                  <a:pt x="640183" y="547069"/>
                </a:lnTo>
                <a:close/>
                <a:moveTo>
                  <a:pt x="709649" y="546181"/>
                </a:moveTo>
                <a:lnTo>
                  <a:pt x="710149" y="546181"/>
                </a:lnTo>
                <a:lnTo>
                  <a:pt x="710149" y="547069"/>
                </a:lnTo>
                <a:lnTo>
                  <a:pt x="709649" y="547069"/>
                </a:lnTo>
                <a:close/>
                <a:moveTo>
                  <a:pt x="582211" y="546181"/>
                </a:moveTo>
                <a:lnTo>
                  <a:pt x="582710" y="546181"/>
                </a:lnTo>
                <a:lnTo>
                  <a:pt x="582710" y="547069"/>
                </a:lnTo>
                <a:lnTo>
                  <a:pt x="582211" y="547069"/>
                </a:lnTo>
                <a:close/>
                <a:moveTo>
                  <a:pt x="813100" y="546181"/>
                </a:moveTo>
                <a:lnTo>
                  <a:pt x="813599" y="546181"/>
                </a:lnTo>
                <a:lnTo>
                  <a:pt x="813599" y="547069"/>
                </a:lnTo>
                <a:lnTo>
                  <a:pt x="813100" y="547069"/>
                </a:lnTo>
                <a:close/>
                <a:moveTo>
                  <a:pt x="588208" y="546181"/>
                </a:moveTo>
                <a:lnTo>
                  <a:pt x="588707" y="546181"/>
                </a:lnTo>
                <a:lnTo>
                  <a:pt x="588707" y="547069"/>
                </a:lnTo>
                <a:lnTo>
                  <a:pt x="588208" y="547069"/>
                </a:lnTo>
                <a:close/>
                <a:moveTo>
                  <a:pt x="733138" y="545293"/>
                </a:moveTo>
                <a:lnTo>
                  <a:pt x="733638" y="545293"/>
                </a:lnTo>
                <a:lnTo>
                  <a:pt x="733638" y="547069"/>
                </a:lnTo>
                <a:lnTo>
                  <a:pt x="733138" y="547069"/>
                </a:lnTo>
                <a:close/>
                <a:moveTo>
                  <a:pt x="457770" y="547069"/>
                </a:moveTo>
                <a:lnTo>
                  <a:pt x="458270" y="547069"/>
                </a:lnTo>
                <a:lnTo>
                  <a:pt x="458270" y="547957"/>
                </a:lnTo>
                <a:lnTo>
                  <a:pt x="457770" y="547957"/>
                </a:lnTo>
                <a:close/>
                <a:moveTo>
                  <a:pt x="715646" y="547069"/>
                </a:moveTo>
                <a:lnTo>
                  <a:pt x="716146" y="547069"/>
                </a:lnTo>
                <a:lnTo>
                  <a:pt x="716146" y="547957"/>
                </a:lnTo>
                <a:lnTo>
                  <a:pt x="715646" y="547957"/>
                </a:lnTo>
                <a:close/>
                <a:moveTo>
                  <a:pt x="484258" y="539076"/>
                </a:moveTo>
                <a:lnTo>
                  <a:pt x="484757" y="539076"/>
                </a:lnTo>
                <a:lnTo>
                  <a:pt x="484757" y="547957"/>
                </a:lnTo>
                <a:lnTo>
                  <a:pt x="484258" y="547957"/>
                </a:lnTo>
                <a:close/>
                <a:moveTo>
                  <a:pt x="632686" y="547069"/>
                </a:moveTo>
                <a:lnTo>
                  <a:pt x="633186" y="547069"/>
                </a:lnTo>
                <a:lnTo>
                  <a:pt x="633186" y="547957"/>
                </a:lnTo>
                <a:lnTo>
                  <a:pt x="632686" y="547957"/>
                </a:lnTo>
                <a:close/>
                <a:moveTo>
                  <a:pt x="537232" y="547069"/>
                </a:moveTo>
                <a:lnTo>
                  <a:pt x="537732" y="547069"/>
                </a:lnTo>
                <a:lnTo>
                  <a:pt x="537732" y="547957"/>
                </a:lnTo>
                <a:lnTo>
                  <a:pt x="537232" y="547957"/>
                </a:lnTo>
                <a:close/>
                <a:moveTo>
                  <a:pt x="358818" y="547069"/>
                </a:moveTo>
                <a:lnTo>
                  <a:pt x="359318" y="547069"/>
                </a:lnTo>
                <a:lnTo>
                  <a:pt x="359318" y="547957"/>
                </a:lnTo>
                <a:lnTo>
                  <a:pt x="358818" y="547957"/>
                </a:lnTo>
                <a:close/>
                <a:moveTo>
                  <a:pt x="599702" y="547069"/>
                </a:moveTo>
                <a:lnTo>
                  <a:pt x="600202" y="547069"/>
                </a:lnTo>
                <a:lnTo>
                  <a:pt x="600202" y="547957"/>
                </a:lnTo>
                <a:lnTo>
                  <a:pt x="599702" y="547957"/>
                </a:lnTo>
                <a:close/>
                <a:moveTo>
                  <a:pt x="453772" y="547069"/>
                </a:moveTo>
                <a:lnTo>
                  <a:pt x="454272" y="547069"/>
                </a:lnTo>
                <a:lnTo>
                  <a:pt x="454272" y="547957"/>
                </a:lnTo>
                <a:lnTo>
                  <a:pt x="453772" y="547957"/>
                </a:lnTo>
                <a:close/>
                <a:moveTo>
                  <a:pt x="628688" y="547069"/>
                </a:moveTo>
                <a:lnTo>
                  <a:pt x="629188" y="547069"/>
                </a:lnTo>
                <a:lnTo>
                  <a:pt x="629188" y="547957"/>
                </a:lnTo>
                <a:lnTo>
                  <a:pt x="628688" y="547957"/>
                </a:lnTo>
                <a:close/>
                <a:moveTo>
                  <a:pt x="290351" y="547957"/>
                </a:moveTo>
                <a:lnTo>
                  <a:pt x="290850" y="547957"/>
                </a:lnTo>
                <a:lnTo>
                  <a:pt x="290850" y="548845"/>
                </a:lnTo>
                <a:lnTo>
                  <a:pt x="290351" y="548845"/>
                </a:lnTo>
                <a:close/>
                <a:moveTo>
                  <a:pt x="640682" y="547957"/>
                </a:moveTo>
                <a:lnTo>
                  <a:pt x="641182" y="547957"/>
                </a:lnTo>
                <a:lnTo>
                  <a:pt x="641182" y="548845"/>
                </a:lnTo>
                <a:lnTo>
                  <a:pt x="640682" y="548845"/>
                </a:lnTo>
                <a:close/>
                <a:moveTo>
                  <a:pt x="775118" y="547957"/>
                </a:moveTo>
                <a:lnTo>
                  <a:pt x="775618" y="547957"/>
                </a:lnTo>
                <a:lnTo>
                  <a:pt x="775618" y="548845"/>
                </a:lnTo>
                <a:lnTo>
                  <a:pt x="775118" y="548845"/>
                </a:lnTo>
                <a:close/>
                <a:moveTo>
                  <a:pt x="445776" y="547957"/>
                </a:moveTo>
                <a:lnTo>
                  <a:pt x="446276" y="547957"/>
                </a:lnTo>
                <a:lnTo>
                  <a:pt x="446276" y="548845"/>
                </a:lnTo>
                <a:lnTo>
                  <a:pt x="445776" y="548845"/>
                </a:lnTo>
                <a:close/>
                <a:moveTo>
                  <a:pt x="465766" y="547957"/>
                </a:moveTo>
                <a:lnTo>
                  <a:pt x="466266" y="547957"/>
                </a:lnTo>
                <a:lnTo>
                  <a:pt x="466266" y="548845"/>
                </a:lnTo>
                <a:lnTo>
                  <a:pt x="465766" y="548845"/>
                </a:lnTo>
                <a:close/>
                <a:moveTo>
                  <a:pt x="661672" y="547957"/>
                </a:moveTo>
                <a:lnTo>
                  <a:pt x="662172" y="547957"/>
                </a:lnTo>
                <a:lnTo>
                  <a:pt x="662172" y="548845"/>
                </a:lnTo>
                <a:lnTo>
                  <a:pt x="661672" y="548845"/>
                </a:lnTo>
                <a:close/>
                <a:moveTo>
                  <a:pt x="716146" y="547957"/>
                </a:moveTo>
                <a:lnTo>
                  <a:pt x="716646" y="547957"/>
                </a:lnTo>
                <a:lnTo>
                  <a:pt x="716646" y="548845"/>
                </a:lnTo>
                <a:lnTo>
                  <a:pt x="716146" y="548845"/>
                </a:lnTo>
                <a:close/>
                <a:moveTo>
                  <a:pt x="738635" y="548845"/>
                </a:moveTo>
                <a:lnTo>
                  <a:pt x="739135" y="548845"/>
                </a:lnTo>
                <a:lnTo>
                  <a:pt x="739135" y="549734"/>
                </a:lnTo>
                <a:lnTo>
                  <a:pt x="738635" y="549734"/>
                </a:lnTo>
                <a:close/>
                <a:moveTo>
                  <a:pt x="811101" y="548845"/>
                </a:moveTo>
                <a:lnTo>
                  <a:pt x="811600" y="548845"/>
                </a:lnTo>
                <a:lnTo>
                  <a:pt x="811600" y="549734"/>
                </a:lnTo>
                <a:lnTo>
                  <a:pt x="811101" y="549734"/>
                </a:lnTo>
                <a:close/>
                <a:moveTo>
                  <a:pt x="495752" y="548845"/>
                </a:moveTo>
                <a:lnTo>
                  <a:pt x="496252" y="548845"/>
                </a:lnTo>
                <a:lnTo>
                  <a:pt x="496252" y="549734"/>
                </a:lnTo>
                <a:lnTo>
                  <a:pt x="495752" y="549734"/>
                </a:lnTo>
                <a:close/>
                <a:moveTo>
                  <a:pt x="593705" y="548845"/>
                </a:moveTo>
                <a:lnTo>
                  <a:pt x="594205" y="548845"/>
                </a:lnTo>
                <a:lnTo>
                  <a:pt x="594205" y="549734"/>
                </a:lnTo>
                <a:lnTo>
                  <a:pt x="593705" y="549734"/>
                </a:lnTo>
                <a:close/>
                <a:moveTo>
                  <a:pt x="345824" y="548845"/>
                </a:moveTo>
                <a:lnTo>
                  <a:pt x="346324" y="548845"/>
                </a:lnTo>
                <a:lnTo>
                  <a:pt x="346324" y="549734"/>
                </a:lnTo>
                <a:lnTo>
                  <a:pt x="345824" y="549734"/>
                </a:lnTo>
                <a:close/>
                <a:moveTo>
                  <a:pt x="537732" y="548845"/>
                </a:moveTo>
                <a:lnTo>
                  <a:pt x="538232" y="548845"/>
                </a:lnTo>
                <a:lnTo>
                  <a:pt x="538232" y="549734"/>
                </a:lnTo>
                <a:lnTo>
                  <a:pt x="537732" y="549734"/>
                </a:lnTo>
                <a:close/>
                <a:moveTo>
                  <a:pt x="530735" y="548845"/>
                </a:moveTo>
                <a:lnTo>
                  <a:pt x="531235" y="548845"/>
                </a:lnTo>
                <a:lnTo>
                  <a:pt x="531235" y="549734"/>
                </a:lnTo>
                <a:lnTo>
                  <a:pt x="530735" y="549734"/>
                </a:lnTo>
                <a:close/>
                <a:moveTo>
                  <a:pt x="363815" y="548845"/>
                </a:moveTo>
                <a:lnTo>
                  <a:pt x="364315" y="548845"/>
                </a:lnTo>
                <a:lnTo>
                  <a:pt x="364315" y="549734"/>
                </a:lnTo>
                <a:lnTo>
                  <a:pt x="363815" y="549734"/>
                </a:lnTo>
                <a:close/>
                <a:moveTo>
                  <a:pt x="369812" y="549734"/>
                </a:moveTo>
                <a:lnTo>
                  <a:pt x="370312" y="549734"/>
                </a:lnTo>
                <a:lnTo>
                  <a:pt x="370312" y="550622"/>
                </a:lnTo>
                <a:lnTo>
                  <a:pt x="369812" y="550622"/>
                </a:lnTo>
                <a:close/>
                <a:moveTo>
                  <a:pt x="739135" y="549734"/>
                </a:moveTo>
                <a:lnTo>
                  <a:pt x="739635" y="549734"/>
                </a:lnTo>
                <a:lnTo>
                  <a:pt x="739635" y="550622"/>
                </a:lnTo>
                <a:lnTo>
                  <a:pt x="739135" y="550622"/>
                </a:lnTo>
                <a:close/>
                <a:moveTo>
                  <a:pt x="501749" y="549734"/>
                </a:moveTo>
                <a:lnTo>
                  <a:pt x="502249" y="549734"/>
                </a:lnTo>
                <a:lnTo>
                  <a:pt x="502249" y="550622"/>
                </a:lnTo>
                <a:lnTo>
                  <a:pt x="501749" y="550622"/>
                </a:lnTo>
                <a:close/>
                <a:moveTo>
                  <a:pt x="445276" y="549734"/>
                </a:moveTo>
                <a:lnTo>
                  <a:pt x="445776" y="549734"/>
                </a:lnTo>
                <a:lnTo>
                  <a:pt x="445776" y="550622"/>
                </a:lnTo>
                <a:lnTo>
                  <a:pt x="445276" y="550622"/>
                </a:lnTo>
                <a:close/>
                <a:moveTo>
                  <a:pt x="620192" y="549734"/>
                </a:moveTo>
                <a:lnTo>
                  <a:pt x="620692" y="549734"/>
                </a:lnTo>
                <a:lnTo>
                  <a:pt x="620692" y="550622"/>
                </a:lnTo>
                <a:lnTo>
                  <a:pt x="620192" y="550622"/>
                </a:lnTo>
                <a:close/>
                <a:moveTo>
                  <a:pt x="358318" y="549734"/>
                </a:moveTo>
                <a:lnTo>
                  <a:pt x="358818" y="549734"/>
                </a:lnTo>
                <a:lnTo>
                  <a:pt x="358818" y="550622"/>
                </a:lnTo>
                <a:lnTo>
                  <a:pt x="358318" y="550622"/>
                </a:lnTo>
                <a:close/>
                <a:moveTo>
                  <a:pt x="715646" y="550622"/>
                </a:moveTo>
                <a:lnTo>
                  <a:pt x="716146" y="550622"/>
                </a:lnTo>
                <a:lnTo>
                  <a:pt x="716146" y="551510"/>
                </a:lnTo>
                <a:lnTo>
                  <a:pt x="715646" y="551510"/>
                </a:lnTo>
                <a:close/>
                <a:moveTo>
                  <a:pt x="531235" y="550622"/>
                </a:moveTo>
                <a:lnTo>
                  <a:pt x="531735" y="550622"/>
                </a:lnTo>
                <a:lnTo>
                  <a:pt x="531735" y="551510"/>
                </a:lnTo>
                <a:lnTo>
                  <a:pt x="531235" y="551510"/>
                </a:lnTo>
                <a:close/>
                <a:moveTo>
                  <a:pt x="339827" y="550622"/>
                </a:moveTo>
                <a:lnTo>
                  <a:pt x="340327" y="550622"/>
                </a:lnTo>
                <a:lnTo>
                  <a:pt x="340327" y="551510"/>
                </a:lnTo>
                <a:lnTo>
                  <a:pt x="339827" y="551510"/>
                </a:lnTo>
                <a:close/>
                <a:moveTo>
                  <a:pt x="466266" y="550622"/>
                </a:moveTo>
                <a:lnTo>
                  <a:pt x="466766" y="550622"/>
                </a:lnTo>
                <a:lnTo>
                  <a:pt x="466766" y="551510"/>
                </a:lnTo>
                <a:lnTo>
                  <a:pt x="466266" y="551510"/>
                </a:lnTo>
                <a:close/>
                <a:moveTo>
                  <a:pt x="634685" y="550622"/>
                </a:moveTo>
                <a:lnTo>
                  <a:pt x="635185" y="550622"/>
                </a:lnTo>
                <a:lnTo>
                  <a:pt x="635185" y="551510"/>
                </a:lnTo>
                <a:lnTo>
                  <a:pt x="634685" y="551510"/>
                </a:lnTo>
                <a:close/>
                <a:moveTo>
                  <a:pt x="721144" y="550622"/>
                </a:moveTo>
                <a:lnTo>
                  <a:pt x="721644" y="550622"/>
                </a:lnTo>
                <a:lnTo>
                  <a:pt x="721644" y="551510"/>
                </a:lnTo>
                <a:lnTo>
                  <a:pt x="721144" y="551510"/>
                </a:lnTo>
                <a:close/>
                <a:moveTo>
                  <a:pt x="459769" y="550622"/>
                </a:moveTo>
                <a:lnTo>
                  <a:pt x="460269" y="550622"/>
                </a:lnTo>
                <a:lnTo>
                  <a:pt x="460269" y="551510"/>
                </a:lnTo>
                <a:lnTo>
                  <a:pt x="459769" y="551510"/>
                </a:lnTo>
                <a:close/>
                <a:moveTo>
                  <a:pt x="500750" y="550622"/>
                </a:moveTo>
                <a:lnTo>
                  <a:pt x="501249" y="550622"/>
                </a:lnTo>
                <a:lnTo>
                  <a:pt x="501249" y="551510"/>
                </a:lnTo>
                <a:lnTo>
                  <a:pt x="500750" y="551510"/>
                </a:lnTo>
                <a:close/>
                <a:moveTo>
                  <a:pt x="368813" y="550622"/>
                </a:moveTo>
                <a:lnTo>
                  <a:pt x="369313" y="550622"/>
                </a:lnTo>
                <a:lnTo>
                  <a:pt x="369313" y="551510"/>
                </a:lnTo>
                <a:lnTo>
                  <a:pt x="368813" y="551510"/>
                </a:lnTo>
                <a:close/>
                <a:moveTo>
                  <a:pt x="739635" y="550622"/>
                </a:moveTo>
                <a:lnTo>
                  <a:pt x="740135" y="550622"/>
                </a:lnTo>
                <a:lnTo>
                  <a:pt x="740135" y="551510"/>
                </a:lnTo>
                <a:lnTo>
                  <a:pt x="739635" y="551510"/>
                </a:lnTo>
                <a:close/>
                <a:moveTo>
                  <a:pt x="708650" y="550622"/>
                </a:moveTo>
                <a:lnTo>
                  <a:pt x="709150" y="550622"/>
                </a:lnTo>
                <a:lnTo>
                  <a:pt x="709150" y="551510"/>
                </a:lnTo>
                <a:lnTo>
                  <a:pt x="708650" y="551510"/>
                </a:lnTo>
                <a:close/>
                <a:moveTo>
                  <a:pt x="641182" y="550622"/>
                </a:moveTo>
                <a:lnTo>
                  <a:pt x="641682" y="550622"/>
                </a:lnTo>
                <a:lnTo>
                  <a:pt x="641682" y="551510"/>
                </a:lnTo>
                <a:lnTo>
                  <a:pt x="641182" y="551510"/>
                </a:lnTo>
                <a:close/>
                <a:moveTo>
                  <a:pt x="774118" y="550622"/>
                </a:moveTo>
                <a:lnTo>
                  <a:pt x="774618" y="550622"/>
                </a:lnTo>
                <a:lnTo>
                  <a:pt x="774618" y="551510"/>
                </a:lnTo>
                <a:lnTo>
                  <a:pt x="774118" y="551510"/>
                </a:lnTo>
                <a:close/>
                <a:moveTo>
                  <a:pt x="346324" y="551510"/>
                </a:moveTo>
                <a:lnTo>
                  <a:pt x="346824" y="551510"/>
                </a:lnTo>
                <a:lnTo>
                  <a:pt x="346824" y="552398"/>
                </a:lnTo>
                <a:lnTo>
                  <a:pt x="346324" y="552398"/>
                </a:lnTo>
                <a:close/>
                <a:moveTo>
                  <a:pt x="740135" y="551510"/>
                </a:moveTo>
                <a:lnTo>
                  <a:pt x="740634" y="551510"/>
                </a:lnTo>
                <a:lnTo>
                  <a:pt x="740634" y="552398"/>
                </a:lnTo>
                <a:lnTo>
                  <a:pt x="740135" y="552398"/>
                </a:lnTo>
                <a:close/>
                <a:moveTo>
                  <a:pt x="582211" y="551510"/>
                </a:moveTo>
                <a:lnTo>
                  <a:pt x="582710" y="551510"/>
                </a:lnTo>
                <a:lnTo>
                  <a:pt x="582710" y="552398"/>
                </a:lnTo>
                <a:lnTo>
                  <a:pt x="582211" y="552398"/>
                </a:lnTo>
                <a:close/>
                <a:moveTo>
                  <a:pt x="591706" y="551510"/>
                </a:moveTo>
                <a:lnTo>
                  <a:pt x="592206" y="551510"/>
                </a:lnTo>
                <a:lnTo>
                  <a:pt x="592206" y="552398"/>
                </a:lnTo>
                <a:lnTo>
                  <a:pt x="591706" y="552398"/>
                </a:lnTo>
                <a:close/>
                <a:moveTo>
                  <a:pt x="727641" y="551510"/>
                </a:moveTo>
                <a:lnTo>
                  <a:pt x="728140" y="551510"/>
                </a:lnTo>
                <a:lnTo>
                  <a:pt x="728140" y="552398"/>
                </a:lnTo>
                <a:lnTo>
                  <a:pt x="727641" y="552398"/>
                </a:lnTo>
                <a:close/>
                <a:moveTo>
                  <a:pt x="290351" y="552398"/>
                </a:moveTo>
                <a:lnTo>
                  <a:pt x="290850" y="552398"/>
                </a:lnTo>
                <a:lnTo>
                  <a:pt x="290850" y="553286"/>
                </a:lnTo>
                <a:lnTo>
                  <a:pt x="290351" y="553286"/>
                </a:lnTo>
                <a:close/>
                <a:moveTo>
                  <a:pt x="593705" y="552398"/>
                </a:moveTo>
                <a:lnTo>
                  <a:pt x="594205" y="552398"/>
                </a:lnTo>
                <a:lnTo>
                  <a:pt x="594205" y="553286"/>
                </a:lnTo>
                <a:lnTo>
                  <a:pt x="593705" y="553286"/>
                </a:lnTo>
                <a:close/>
                <a:moveTo>
                  <a:pt x="451273" y="552398"/>
                </a:moveTo>
                <a:lnTo>
                  <a:pt x="451773" y="552398"/>
                </a:lnTo>
                <a:lnTo>
                  <a:pt x="451773" y="553286"/>
                </a:lnTo>
                <a:lnTo>
                  <a:pt x="451273" y="553286"/>
                </a:lnTo>
                <a:close/>
                <a:moveTo>
                  <a:pt x="370312" y="552398"/>
                </a:moveTo>
                <a:lnTo>
                  <a:pt x="370812" y="552398"/>
                </a:lnTo>
                <a:lnTo>
                  <a:pt x="370812" y="553286"/>
                </a:lnTo>
                <a:lnTo>
                  <a:pt x="370312" y="553286"/>
                </a:lnTo>
                <a:close/>
                <a:moveTo>
                  <a:pt x="502249" y="552398"/>
                </a:moveTo>
                <a:lnTo>
                  <a:pt x="502749" y="552398"/>
                </a:lnTo>
                <a:lnTo>
                  <a:pt x="502749" y="553286"/>
                </a:lnTo>
                <a:lnTo>
                  <a:pt x="502249" y="553286"/>
                </a:lnTo>
                <a:close/>
                <a:moveTo>
                  <a:pt x="740634" y="552398"/>
                </a:moveTo>
                <a:lnTo>
                  <a:pt x="741134" y="552398"/>
                </a:lnTo>
                <a:lnTo>
                  <a:pt x="741134" y="553286"/>
                </a:lnTo>
                <a:lnTo>
                  <a:pt x="740634" y="553286"/>
                </a:lnTo>
                <a:close/>
                <a:moveTo>
                  <a:pt x="661672" y="552398"/>
                </a:moveTo>
                <a:lnTo>
                  <a:pt x="662172" y="552398"/>
                </a:lnTo>
                <a:lnTo>
                  <a:pt x="662172" y="553286"/>
                </a:lnTo>
                <a:lnTo>
                  <a:pt x="661672" y="553286"/>
                </a:lnTo>
                <a:close/>
                <a:moveTo>
                  <a:pt x="531235" y="553286"/>
                </a:moveTo>
                <a:lnTo>
                  <a:pt x="531735" y="553286"/>
                </a:lnTo>
                <a:lnTo>
                  <a:pt x="531735" y="554174"/>
                </a:lnTo>
                <a:lnTo>
                  <a:pt x="531235" y="554174"/>
                </a:lnTo>
                <a:close/>
                <a:moveTo>
                  <a:pt x="655176" y="553286"/>
                </a:moveTo>
                <a:lnTo>
                  <a:pt x="655675" y="553286"/>
                </a:lnTo>
                <a:lnTo>
                  <a:pt x="655675" y="554174"/>
                </a:lnTo>
                <a:lnTo>
                  <a:pt x="655176" y="554174"/>
                </a:lnTo>
                <a:close/>
                <a:moveTo>
                  <a:pt x="619693" y="553286"/>
                </a:moveTo>
                <a:lnTo>
                  <a:pt x="620192" y="553286"/>
                </a:lnTo>
                <a:lnTo>
                  <a:pt x="620192" y="554174"/>
                </a:lnTo>
                <a:lnTo>
                  <a:pt x="619693" y="554174"/>
                </a:lnTo>
                <a:close/>
                <a:moveTo>
                  <a:pt x="741134" y="553286"/>
                </a:moveTo>
                <a:lnTo>
                  <a:pt x="741634" y="553286"/>
                </a:lnTo>
                <a:lnTo>
                  <a:pt x="741634" y="554174"/>
                </a:lnTo>
                <a:lnTo>
                  <a:pt x="741134" y="554174"/>
                </a:lnTo>
                <a:close/>
                <a:moveTo>
                  <a:pt x="362816" y="553286"/>
                </a:moveTo>
                <a:lnTo>
                  <a:pt x="363316" y="553286"/>
                </a:lnTo>
                <a:lnTo>
                  <a:pt x="363316" y="554174"/>
                </a:lnTo>
                <a:lnTo>
                  <a:pt x="362816" y="554174"/>
                </a:lnTo>
                <a:close/>
                <a:moveTo>
                  <a:pt x="460269" y="553286"/>
                </a:moveTo>
                <a:lnTo>
                  <a:pt x="460769" y="553286"/>
                </a:lnTo>
                <a:lnTo>
                  <a:pt x="460769" y="554174"/>
                </a:lnTo>
                <a:lnTo>
                  <a:pt x="460269" y="554174"/>
                </a:lnTo>
                <a:close/>
                <a:moveTo>
                  <a:pt x="746132" y="552398"/>
                </a:moveTo>
                <a:lnTo>
                  <a:pt x="746632" y="552398"/>
                </a:lnTo>
                <a:lnTo>
                  <a:pt x="746632" y="554174"/>
                </a:lnTo>
                <a:lnTo>
                  <a:pt x="746132" y="554174"/>
                </a:lnTo>
                <a:close/>
                <a:moveTo>
                  <a:pt x="715147" y="553286"/>
                </a:moveTo>
                <a:lnTo>
                  <a:pt x="715646" y="553286"/>
                </a:lnTo>
                <a:lnTo>
                  <a:pt x="715646" y="554174"/>
                </a:lnTo>
                <a:lnTo>
                  <a:pt x="715147" y="554174"/>
                </a:lnTo>
                <a:close/>
                <a:moveTo>
                  <a:pt x="494753" y="553286"/>
                </a:moveTo>
                <a:lnTo>
                  <a:pt x="495252" y="553286"/>
                </a:lnTo>
                <a:lnTo>
                  <a:pt x="495252" y="554174"/>
                </a:lnTo>
                <a:lnTo>
                  <a:pt x="494753" y="554174"/>
                </a:lnTo>
                <a:close/>
                <a:moveTo>
                  <a:pt x="283854" y="553286"/>
                </a:moveTo>
                <a:lnTo>
                  <a:pt x="284354" y="553286"/>
                </a:lnTo>
                <a:lnTo>
                  <a:pt x="284354" y="554174"/>
                </a:lnTo>
                <a:lnTo>
                  <a:pt x="283854" y="554174"/>
                </a:lnTo>
                <a:close/>
                <a:moveTo>
                  <a:pt x="635185" y="553286"/>
                </a:moveTo>
                <a:lnTo>
                  <a:pt x="635685" y="553286"/>
                </a:lnTo>
                <a:lnTo>
                  <a:pt x="635685" y="554174"/>
                </a:lnTo>
                <a:lnTo>
                  <a:pt x="635185" y="554174"/>
                </a:lnTo>
                <a:close/>
                <a:moveTo>
                  <a:pt x="773119" y="553286"/>
                </a:moveTo>
                <a:lnTo>
                  <a:pt x="773619" y="553286"/>
                </a:lnTo>
                <a:lnTo>
                  <a:pt x="773619" y="554174"/>
                </a:lnTo>
                <a:lnTo>
                  <a:pt x="773119" y="554174"/>
                </a:lnTo>
                <a:close/>
                <a:moveTo>
                  <a:pt x="357318" y="554174"/>
                </a:moveTo>
                <a:lnTo>
                  <a:pt x="357818" y="554174"/>
                </a:lnTo>
                <a:lnTo>
                  <a:pt x="357818" y="555062"/>
                </a:lnTo>
                <a:lnTo>
                  <a:pt x="357318" y="555062"/>
                </a:lnTo>
                <a:close/>
                <a:moveTo>
                  <a:pt x="772619" y="554174"/>
                </a:moveTo>
                <a:lnTo>
                  <a:pt x="773119" y="554174"/>
                </a:lnTo>
                <a:lnTo>
                  <a:pt x="773119" y="555062"/>
                </a:lnTo>
                <a:lnTo>
                  <a:pt x="772619" y="555062"/>
                </a:lnTo>
                <a:close/>
                <a:moveTo>
                  <a:pt x="444777" y="553286"/>
                </a:moveTo>
                <a:lnTo>
                  <a:pt x="445276" y="553286"/>
                </a:lnTo>
                <a:lnTo>
                  <a:pt x="445276" y="555062"/>
                </a:lnTo>
                <a:lnTo>
                  <a:pt x="444777" y="555062"/>
                </a:lnTo>
                <a:close/>
                <a:moveTo>
                  <a:pt x="741634" y="554174"/>
                </a:moveTo>
                <a:lnTo>
                  <a:pt x="742134" y="554174"/>
                </a:lnTo>
                <a:lnTo>
                  <a:pt x="742134" y="555062"/>
                </a:lnTo>
                <a:lnTo>
                  <a:pt x="741634" y="555062"/>
                </a:lnTo>
                <a:close/>
                <a:moveTo>
                  <a:pt x="537732" y="554174"/>
                </a:moveTo>
                <a:lnTo>
                  <a:pt x="538232" y="554174"/>
                </a:lnTo>
                <a:lnTo>
                  <a:pt x="538232" y="555062"/>
                </a:lnTo>
                <a:lnTo>
                  <a:pt x="537732" y="555062"/>
                </a:lnTo>
                <a:close/>
                <a:moveTo>
                  <a:pt x="376309" y="554174"/>
                </a:moveTo>
                <a:lnTo>
                  <a:pt x="376809" y="554174"/>
                </a:lnTo>
                <a:lnTo>
                  <a:pt x="376809" y="555062"/>
                </a:lnTo>
                <a:lnTo>
                  <a:pt x="376309" y="555062"/>
                </a:lnTo>
                <a:close/>
                <a:moveTo>
                  <a:pt x="508246" y="554174"/>
                </a:moveTo>
                <a:lnTo>
                  <a:pt x="508746" y="554174"/>
                </a:lnTo>
                <a:lnTo>
                  <a:pt x="508746" y="555062"/>
                </a:lnTo>
                <a:lnTo>
                  <a:pt x="508246" y="555062"/>
                </a:lnTo>
                <a:close/>
                <a:moveTo>
                  <a:pt x="707650" y="555062"/>
                </a:moveTo>
                <a:lnTo>
                  <a:pt x="708150" y="555062"/>
                </a:lnTo>
                <a:lnTo>
                  <a:pt x="708150" y="555950"/>
                </a:lnTo>
                <a:lnTo>
                  <a:pt x="707650" y="555950"/>
                </a:lnTo>
                <a:close/>
                <a:moveTo>
                  <a:pt x="735637" y="555062"/>
                </a:moveTo>
                <a:lnTo>
                  <a:pt x="736137" y="555062"/>
                </a:lnTo>
                <a:lnTo>
                  <a:pt x="736137" y="555950"/>
                </a:lnTo>
                <a:lnTo>
                  <a:pt x="735637" y="555950"/>
                </a:lnTo>
                <a:close/>
                <a:moveTo>
                  <a:pt x="346824" y="555062"/>
                </a:moveTo>
                <a:lnTo>
                  <a:pt x="347323" y="555062"/>
                </a:lnTo>
                <a:lnTo>
                  <a:pt x="347323" y="555950"/>
                </a:lnTo>
                <a:lnTo>
                  <a:pt x="346824" y="555950"/>
                </a:lnTo>
                <a:close/>
                <a:moveTo>
                  <a:pt x="370812" y="555062"/>
                </a:moveTo>
                <a:lnTo>
                  <a:pt x="371312" y="555062"/>
                </a:lnTo>
                <a:lnTo>
                  <a:pt x="371312" y="555950"/>
                </a:lnTo>
                <a:lnTo>
                  <a:pt x="370812" y="555950"/>
                </a:lnTo>
                <a:close/>
                <a:moveTo>
                  <a:pt x="530735" y="555062"/>
                </a:moveTo>
                <a:lnTo>
                  <a:pt x="531235" y="555062"/>
                </a:lnTo>
                <a:lnTo>
                  <a:pt x="531235" y="555950"/>
                </a:lnTo>
                <a:lnTo>
                  <a:pt x="530735" y="555950"/>
                </a:lnTo>
                <a:close/>
                <a:moveTo>
                  <a:pt x="583210" y="555062"/>
                </a:moveTo>
                <a:lnTo>
                  <a:pt x="583710" y="555062"/>
                </a:lnTo>
                <a:lnTo>
                  <a:pt x="583710" y="555950"/>
                </a:lnTo>
                <a:lnTo>
                  <a:pt x="583210" y="555950"/>
                </a:lnTo>
                <a:close/>
                <a:moveTo>
                  <a:pt x="502749" y="555062"/>
                </a:moveTo>
                <a:lnTo>
                  <a:pt x="503248" y="555062"/>
                </a:lnTo>
                <a:lnTo>
                  <a:pt x="503248" y="555950"/>
                </a:lnTo>
                <a:lnTo>
                  <a:pt x="502749" y="555950"/>
                </a:lnTo>
                <a:close/>
                <a:moveTo>
                  <a:pt x="661173" y="555062"/>
                </a:moveTo>
                <a:lnTo>
                  <a:pt x="661672" y="555062"/>
                </a:lnTo>
                <a:lnTo>
                  <a:pt x="661672" y="555950"/>
                </a:lnTo>
                <a:lnTo>
                  <a:pt x="661173" y="555950"/>
                </a:lnTo>
                <a:close/>
                <a:moveTo>
                  <a:pt x="289851" y="555062"/>
                </a:moveTo>
                <a:lnTo>
                  <a:pt x="290351" y="555062"/>
                </a:lnTo>
                <a:lnTo>
                  <a:pt x="290351" y="555950"/>
                </a:lnTo>
                <a:lnTo>
                  <a:pt x="289851" y="555950"/>
                </a:lnTo>
                <a:close/>
                <a:moveTo>
                  <a:pt x="340826" y="555062"/>
                </a:moveTo>
                <a:lnTo>
                  <a:pt x="341326" y="555062"/>
                </a:lnTo>
                <a:lnTo>
                  <a:pt x="341326" y="555950"/>
                </a:lnTo>
                <a:lnTo>
                  <a:pt x="340826" y="555950"/>
                </a:lnTo>
                <a:close/>
                <a:moveTo>
                  <a:pt x="583710" y="555950"/>
                </a:moveTo>
                <a:lnTo>
                  <a:pt x="584210" y="555950"/>
                </a:lnTo>
                <a:lnTo>
                  <a:pt x="584210" y="556838"/>
                </a:lnTo>
                <a:lnTo>
                  <a:pt x="583710" y="556838"/>
                </a:lnTo>
                <a:close/>
                <a:moveTo>
                  <a:pt x="466766" y="555062"/>
                </a:moveTo>
                <a:lnTo>
                  <a:pt x="467266" y="555062"/>
                </a:lnTo>
                <a:lnTo>
                  <a:pt x="467266" y="556838"/>
                </a:lnTo>
                <a:lnTo>
                  <a:pt x="466766" y="556838"/>
                </a:lnTo>
                <a:close/>
                <a:moveTo>
                  <a:pt x="537232" y="555950"/>
                </a:moveTo>
                <a:lnTo>
                  <a:pt x="537732" y="555950"/>
                </a:lnTo>
                <a:lnTo>
                  <a:pt x="537732" y="556838"/>
                </a:lnTo>
                <a:lnTo>
                  <a:pt x="537232" y="556838"/>
                </a:lnTo>
                <a:close/>
                <a:moveTo>
                  <a:pt x="641682" y="555062"/>
                </a:moveTo>
                <a:lnTo>
                  <a:pt x="642182" y="555062"/>
                </a:lnTo>
                <a:lnTo>
                  <a:pt x="642182" y="556838"/>
                </a:lnTo>
                <a:lnTo>
                  <a:pt x="641682" y="556838"/>
                </a:lnTo>
                <a:close/>
                <a:moveTo>
                  <a:pt x="598203" y="555950"/>
                </a:moveTo>
                <a:lnTo>
                  <a:pt x="598703" y="555950"/>
                </a:lnTo>
                <a:lnTo>
                  <a:pt x="598703" y="556838"/>
                </a:lnTo>
                <a:lnTo>
                  <a:pt x="598203" y="556838"/>
                </a:lnTo>
                <a:close/>
                <a:moveTo>
                  <a:pt x="720644" y="556838"/>
                </a:moveTo>
                <a:lnTo>
                  <a:pt x="721144" y="556838"/>
                </a:lnTo>
                <a:lnTo>
                  <a:pt x="721144" y="557726"/>
                </a:lnTo>
                <a:lnTo>
                  <a:pt x="720644" y="557726"/>
                </a:lnTo>
                <a:close/>
                <a:moveTo>
                  <a:pt x="376809" y="556838"/>
                </a:moveTo>
                <a:lnTo>
                  <a:pt x="377309" y="556838"/>
                </a:lnTo>
                <a:lnTo>
                  <a:pt x="377309" y="557726"/>
                </a:lnTo>
                <a:lnTo>
                  <a:pt x="376809" y="557726"/>
                </a:lnTo>
                <a:close/>
                <a:moveTo>
                  <a:pt x="367813" y="556838"/>
                </a:moveTo>
                <a:lnTo>
                  <a:pt x="368313" y="556838"/>
                </a:lnTo>
                <a:lnTo>
                  <a:pt x="368313" y="557726"/>
                </a:lnTo>
                <a:lnTo>
                  <a:pt x="367813" y="557726"/>
                </a:lnTo>
                <a:close/>
                <a:moveTo>
                  <a:pt x="499750" y="556838"/>
                </a:moveTo>
                <a:lnTo>
                  <a:pt x="500250" y="556838"/>
                </a:lnTo>
                <a:lnTo>
                  <a:pt x="500250" y="557726"/>
                </a:lnTo>
                <a:lnTo>
                  <a:pt x="499750" y="557726"/>
                </a:lnTo>
                <a:close/>
                <a:moveTo>
                  <a:pt x="508746" y="556838"/>
                </a:moveTo>
                <a:lnTo>
                  <a:pt x="509246" y="556838"/>
                </a:lnTo>
                <a:lnTo>
                  <a:pt x="509246" y="557726"/>
                </a:lnTo>
                <a:lnTo>
                  <a:pt x="508746" y="557726"/>
                </a:lnTo>
                <a:close/>
                <a:moveTo>
                  <a:pt x="356819" y="556838"/>
                </a:moveTo>
                <a:lnTo>
                  <a:pt x="357318" y="556838"/>
                </a:lnTo>
                <a:lnTo>
                  <a:pt x="357318" y="557726"/>
                </a:lnTo>
                <a:lnTo>
                  <a:pt x="356819" y="557726"/>
                </a:lnTo>
                <a:close/>
                <a:moveTo>
                  <a:pt x="714147" y="557726"/>
                </a:moveTo>
                <a:lnTo>
                  <a:pt x="714647" y="557726"/>
                </a:lnTo>
                <a:lnTo>
                  <a:pt x="714647" y="558615"/>
                </a:lnTo>
                <a:lnTo>
                  <a:pt x="714147" y="558615"/>
                </a:lnTo>
                <a:close/>
                <a:moveTo>
                  <a:pt x="341326" y="557726"/>
                </a:moveTo>
                <a:lnTo>
                  <a:pt x="341826" y="557726"/>
                </a:lnTo>
                <a:lnTo>
                  <a:pt x="341826" y="558615"/>
                </a:lnTo>
                <a:lnTo>
                  <a:pt x="341326" y="558615"/>
                </a:lnTo>
                <a:close/>
                <a:moveTo>
                  <a:pt x="660173" y="557726"/>
                </a:moveTo>
                <a:lnTo>
                  <a:pt x="660673" y="557726"/>
                </a:lnTo>
                <a:lnTo>
                  <a:pt x="660673" y="558615"/>
                </a:lnTo>
                <a:lnTo>
                  <a:pt x="660173" y="558615"/>
                </a:lnTo>
                <a:close/>
                <a:moveTo>
                  <a:pt x="288851" y="557726"/>
                </a:moveTo>
                <a:lnTo>
                  <a:pt x="289351" y="557726"/>
                </a:lnTo>
                <a:lnTo>
                  <a:pt x="289351" y="558615"/>
                </a:lnTo>
                <a:lnTo>
                  <a:pt x="288851" y="558615"/>
                </a:lnTo>
                <a:close/>
                <a:moveTo>
                  <a:pt x="503248" y="557726"/>
                </a:moveTo>
                <a:lnTo>
                  <a:pt x="503748" y="557726"/>
                </a:lnTo>
                <a:lnTo>
                  <a:pt x="503748" y="558615"/>
                </a:lnTo>
                <a:lnTo>
                  <a:pt x="503248" y="558615"/>
                </a:lnTo>
                <a:close/>
                <a:moveTo>
                  <a:pt x="350822" y="557726"/>
                </a:moveTo>
                <a:lnTo>
                  <a:pt x="351321" y="557726"/>
                </a:lnTo>
                <a:lnTo>
                  <a:pt x="351321" y="558615"/>
                </a:lnTo>
                <a:lnTo>
                  <a:pt x="350822" y="558615"/>
                </a:lnTo>
                <a:close/>
                <a:moveTo>
                  <a:pt x="371312" y="557726"/>
                </a:moveTo>
                <a:lnTo>
                  <a:pt x="371812" y="557726"/>
                </a:lnTo>
                <a:lnTo>
                  <a:pt x="371812" y="558615"/>
                </a:lnTo>
                <a:lnTo>
                  <a:pt x="371312" y="558615"/>
                </a:lnTo>
                <a:close/>
                <a:moveTo>
                  <a:pt x="585209" y="557726"/>
                </a:moveTo>
                <a:lnTo>
                  <a:pt x="585709" y="557726"/>
                </a:lnTo>
                <a:lnTo>
                  <a:pt x="585709" y="558615"/>
                </a:lnTo>
                <a:lnTo>
                  <a:pt x="585209" y="558615"/>
                </a:lnTo>
                <a:close/>
                <a:moveTo>
                  <a:pt x="599702" y="558615"/>
                </a:moveTo>
                <a:lnTo>
                  <a:pt x="600202" y="558615"/>
                </a:lnTo>
                <a:lnTo>
                  <a:pt x="600202" y="559503"/>
                </a:lnTo>
                <a:lnTo>
                  <a:pt x="599702" y="559503"/>
                </a:lnTo>
                <a:close/>
                <a:moveTo>
                  <a:pt x="536732" y="558615"/>
                </a:moveTo>
                <a:lnTo>
                  <a:pt x="537232" y="558615"/>
                </a:lnTo>
                <a:lnTo>
                  <a:pt x="537232" y="559503"/>
                </a:lnTo>
                <a:lnTo>
                  <a:pt x="536732" y="559503"/>
                </a:lnTo>
                <a:close/>
                <a:moveTo>
                  <a:pt x="706651" y="559503"/>
                </a:moveTo>
                <a:lnTo>
                  <a:pt x="707151" y="559503"/>
                </a:lnTo>
                <a:lnTo>
                  <a:pt x="707151" y="560391"/>
                </a:lnTo>
                <a:lnTo>
                  <a:pt x="706651" y="560391"/>
                </a:lnTo>
                <a:close/>
                <a:moveTo>
                  <a:pt x="499250" y="559503"/>
                </a:moveTo>
                <a:lnTo>
                  <a:pt x="499750" y="559503"/>
                </a:lnTo>
                <a:lnTo>
                  <a:pt x="499750" y="560391"/>
                </a:lnTo>
                <a:lnTo>
                  <a:pt x="499250" y="560391"/>
                </a:lnTo>
                <a:close/>
                <a:moveTo>
                  <a:pt x="780116" y="559503"/>
                </a:moveTo>
                <a:lnTo>
                  <a:pt x="780615" y="559503"/>
                </a:lnTo>
                <a:lnTo>
                  <a:pt x="780615" y="560391"/>
                </a:lnTo>
                <a:lnTo>
                  <a:pt x="780116" y="560391"/>
                </a:lnTo>
                <a:close/>
                <a:moveTo>
                  <a:pt x="587708" y="559503"/>
                </a:moveTo>
                <a:lnTo>
                  <a:pt x="588208" y="559503"/>
                </a:lnTo>
                <a:lnTo>
                  <a:pt x="588208" y="560391"/>
                </a:lnTo>
                <a:lnTo>
                  <a:pt x="587708" y="560391"/>
                </a:lnTo>
                <a:close/>
                <a:moveTo>
                  <a:pt x="367314" y="559503"/>
                </a:moveTo>
                <a:lnTo>
                  <a:pt x="367813" y="559503"/>
                </a:lnTo>
                <a:lnTo>
                  <a:pt x="367813" y="560391"/>
                </a:lnTo>
                <a:lnTo>
                  <a:pt x="367314" y="560391"/>
                </a:lnTo>
                <a:close/>
                <a:moveTo>
                  <a:pt x="356319" y="559503"/>
                </a:moveTo>
                <a:lnTo>
                  <a:pt x="356819" y="559503"/>
                </a:lnTo>
                <a:lnTo>
                  <a:pt x="356819" y="560391"/>
                </a:lnTo>
                <a:lnTo>
                  <a:pt x="356319" y="560391"/>
                </a:lnTo>
                <a:close/>
                <a:moveTo>
                  <a:pt x="600202" y="560391"/>
                </a:moveTo>
                <a:lnTo>
                  <a:pt x="600702" y="560391"/>
                </a:lnTo>
                <a:lnTo>
                  <a:pt x="600702" y="561279"/>
                </a:lnTo>
                <a:lnTo>
                  <a:pt x="600202" y="561279"/>
                </a:lnTo>
                <a:close/>
                <a:moveTo>
                  <a:pt x="347823" y="560391"/>
                </a:moveTo>
                <a:lnTo>
                  <a:pt x="348323" y="560391"/>
                </a:lnTo>
                <a:lnTo>
                  <a:pt x="348323" y="561279"/>
                </a:lnTo>
                <a:lnTo>
                  <a:pt x="347823" y="561279"/>
                </a:lnTo>
                <a:close/>
                <a:moveTo>
                  <a:pt x="713647" y="560391"/>
                </a:moveTo>
                <a:lnTo>
                  <a:pt x="714147" y="560391"/>
                </a:lnTo>
                <a:lnTo>
                  <a:pt x="714147" y="561279"/>
                </a:lnTo>
                <a:lnTo>
                  <a:pt x="713647" y="561279"/>
                </a:lnTo>
                <a:close/>
                <a:moveTo>
                  <a:pt x="535733" y="561279"/>
                </a:moveTo>
                <a:lnTo>
                  <a:pt x="536233" y="561279"/>
                </a:lnTo>
                <a:lnTo>
                  <a:pt x="536233" y="562167"/>
                </a:lnTo>
                <a:lnTo>
                  <a:pt x="535733" y="562167"/>
                </a:lnTo>
                <a:close/>
                <a:moveTo>
                  <a:pt x="243373" y="553286"/>
                </a:moveTo>
                <a:lnTo>
                  <a:pt x="243873" y="553286"/>
                </a:lnTo>
                <a:lnTo>
                  <a:pt x="243873" y="562167"/>
                </a:lnTo>
                <a:lnTo>
                  <a:pt x="243373" y="562167"/>
                </a:lnTo>
                <a:close/>
                <a:moveTo>
                  <a:pt x="509745" y="561279"/>
                </a:moveTo>
                <a:lnTo>
                  <a:pt x="510245" y="561279"/>
                </a:lnTo>
                <a:lnTo>
                  <a:pt x="510245" y="562167"/>
                </a:lnTo>
                <a:lnTo>
                  <a:pt x="509745" y="562167"/>
                </a:lnTo>
                <a:close/>
                <a:moveTo>
                  <a:pt x="641682" y="560391"/>
                </a:moveTo>
                <a:lnTo>
                  <a:pt x="642182" y="560391"/>
                </a:lnTo>
                <a:lnTo>
                  <a:pt x="642182" y="562167"/>
                </a:lnTo>
                <a:lnTo>
                  <a:pt x="641682" y="562167"/>
                </a:lnTo>
                <a:close/>
                <a:moveTo>
                  <a:pt x="377809" y="561279"/>
                </a:moveTo>
                <a:lnTo>
                  <a:pt x="378308" y="561279"/>
                </a:lnTo>
                <a:lnTo>
                  <a:pt x="378308" y="562167"/>
                </a:lnTo>
                <a:lnTo>
                  <a:pt x="377809" y="562167"/>
                </a:lnTo>
                <a:close/>
                <a:moveTo>
                  <a:pt x="679664" y="553286"/>
                </a:moveTo>
                <a:lnTo>
                  <a:pt x="680164" y="553286"/>
                </a:lnTo>
                <a:lnTo>
                  <a:pt x="680164" y="562167"/>
                </a:lnTo>
                <a:lnTo>
                  <a:pt x="679664" y="562167"/>
                </a:lnTo>
                <a:close/>
                <a:moveTo>
                  <a:pt x="706151" y="561279"/>
                </a:moveTo>
                <a:lnTo>
                  <a:pt x="706651" y="561279"/>
                </a:lnTo>
                <a:lnTo>
                  <a:pt x="706651" y="562167"/>
                </a:lnTo>
                <a:lnTo>
                  <a:pt x="706151" y="562167"/>
                </a:lnTo>
                <a:close/>
                <a:moveTo>
                  <a:pt x="436780" y="553286"/>
                </a:moveTo>
                <a:lnTo>
                  <a:pt x="437280" y="553286"/>
                </a:lnTo>
                <a:lnTo>
                  <a:pt x="437280" y="562167"/>
                </a:lnTo>
                <a:lnTo>
                  <a:pt x="436780" y="562167"/>
                </a:lnTo>
                <a:close/>
                <a:moveTo>
                  <a:pt x="554724" y="553286"/>
                </a:moveTo>
                <a:lnTo>
                  <a:pt x="555223" y="553286"/>
                </a:lnTo>
                <a:lnTo>
                  <a:pt x="555223" y="562167"/>
                </a:lnTo>
                <a:lnTo>
                  <a:pt x="554724" y="562167"/>
                </a:lnTo>
                <a:close/>
                <a:moveTo>
                  <a:pt x="330331" y="553286"/>
                </a:moveTo>
                <a:lnTo>
                  <a:pt x="330831" y="553286"/>
                </a:lnTo>
                <a:lnTo>
                  <a:pt x="330831" y="562167"/>
                </a:lnTo>
                <a:lnTo>
                  <a:pt x="330331" y="562167"/>
                </a:lnTo>
                <a:close/>
                <a:moveTo>
                  <a:pt x="466766" y="560391"/>
                </a:moveTo>
                <a:lnTo>
                  <a:pt x="467266" y="560391"/>
                </a:lnTo>
                <a:lnTo>
                  <a:pt x="467266" y="562167"/>
                </a:lnTo>
                <a:lnTo>
                  <a:pt x="466766" y="562167"/>
                </a:lnTo>
                <a:close/>
                <a:moveTo>
                  <a:pt x="720144" y="562167"/>
                </a:moveTo>
                <a:lnTo>
                  <a:pt x="720644" y="562167"/>
                </a:lnTo>
                <a:lnTo>
                  <a:pt x="720644" y="563055"/>
                </a:lnTo>
                <a:lnTo>
                  <a:pt x="720144" y="563055"/>
                </a:lnTo>
                <a:close/>
                <a:moveTo>
                  <a:pt x="342326" y="562167"/>
                </a:moveTo>
                <a:lnTo>
                  <a:pt x="342825" y="562167"/>
                </a:lnTo>
                <a:lnTo>
                  <a:pt x="342825" y="563055"/>
                </a:lnTo>
                <a:lnTo>
                  <a:pt x="342326" y="563055"/>
                </a:lnTo>
                <a:close/>
                <a:moveTo>
                  <a:pt x="535233" y="562167"/>
                </a:moveTo>
                <a:lnTo>
                  <a:pt x="535733" y="562167"/>
                </a:lnTo>
                <a:lnTo>
                  <a:pt x="535733" y="563055"/>
                </a:lnTo>
                <a:lnTo>
                  <a:pt x="535233" y="563055"/>
                </a:lnTo>
                <a:close/>
                <a:moveTo>
                  <a:pt x="360817" y="563055"/>
                </a:moveTo>
                <a:lnTo>
                  <a:pt x="361317" y="563055"/>
                </a:lnTo>
                <a:lnTo>
                  <a:pt x="361317" y="563943"/>
                </a:lnTo>
                <a:lnTo>
                  <a:pt x="360817" y="563943"/>
                </a:lnTo>
                <a:close/>
                <a:moveTo>
                  <a:pt x="492753" y="563055"/>
                </a:moveTo>
                <a:lnTo>
                  <a:pt x="493253" y="563055"/>
                </a:lnTo>
                <a:lnTo>
                  <a:pt x="493253" y="563943"/>
                </a:lnTo>
                <a:lnTo>
                  <a:pt x="492753" y="563943"/>
                </a:lnTo>
                <a:close/>
                <a:moveTo>
                  <a:pt x="348323" y="563055"/>
                </a:moveTo>
                <a:lnTo>
                  <a:pt x="348823" y="563055"/>
                </a:lnTo>
                <a:lnTo>
                  <a:pt x="348823" y="563943"/>
                </a:lnTo>
                <a:lnTo>
                  <a:pt x="348323" y="563943"/>
                </a:lnTo>
                <a:close/>
                <a:moveTo>
                  <a:pt x="593705" y="563055"/>
                </a:moveTo>
                <a:lnTo>
                  <a:pt x="594205" y="563055"/>
                </a:lnTo>
                <a:lnTo>
                  <a:pt x="594205" y="563943"/>
                </a:lnTo>
                <a:lnTo>
                  <a:pt x="593705" y="563943"/>
                </a:lnTo>
                <a:close/>
                <a:moveTo>
                  <a:pt x="619693" y="563055"/>
                </a:moveTo>
                <a:lnTo>
                  <a:pt x="620192" y="563055"/>
                </a:lnTo>
                <a:lnTo>
                  <a:pt x="620192" y="563943"/>
                </a:lnTo>
                <a:lnTo>
                  <a:pt x="619693" y="563943"/>
                </a:lnTo>
                <a:close/>
                <a:moveTo>
                  <a:pt x="651177" y="563055"/>
                </a:moveTo>
                <a:lnTo>
                  <a:pt x="651677" y="563055"/>
                </a:lnTo>
                <a:lnTo>
                  <a:pt x="651677" y="563943"/>
                </a:lnTo>
                <a:lnTo>
                  <a:pt x="651177" y="563943"/>
                </a:lnTo>
                <a:close/>
                <a:moveTo>
                  <a:pt x="460269" y="562167"/>
                </a:moveTo>
                <a:lnTo>
                  <a:pt x="460769" y="562167"/>
                </a:lnTo>
                <a:lnTo>
                  <a:pt x="460769" y="563943"/>
                </a:lnTo>
                <a:lnTo>
                  <a:pt x="460269" y="563943"/>
                </a:lnTo>
                <a:close/>
                <a:moveTo>
                  <a:pt x="635185" y="562167"/>
                </a:moveTo>
                <a:lnTo>
                  <a:pt x="635685" y="562167"/>
                </a:lnTo>
                <a:lnTo>
                  <a:pt x="635685" y="563943"/>
                </a:lnTo>
                <a:lnTo>
                  <a:pt x="635185" y="563943"/>
                </a:lnTo>
                <a:close/>
                <a:moveTo>
                  <a:pt x="279856" y="563055"/>
                </a:moveTo>
                <a:lnTo>
                  <a:pt x="280355" y="563055"/>
                </a:lnTo>
                <a:lnTo>
                  <a:pt x="280355" y="563943"/>
                </a:lnTo>
                <a:lnTo>
                  <a:pt x="279856" y="563943"/>
                </a:lnTo>
                <a:close/>
                <a:moveTo>
                  <a:pt x="444777" y="563055"/>
                </a:moveTo>
                <a:lnTo>
                  <a:pt x="445276" y="563055"/>
                </a:lnTo>
                <a:lnTo>
                  <a:pt x="445276" y="563943"/>
                </a:lnTo>
                <a:lnTo>
                  <a:pt x="444777" y="563943"/>
                </a:lnTo>
                <a:close/>
                <a:moveTo>
                  <a:pt x="355319" y="563943"/>
                </a:moveTo>
                <a:lnTo>
                  <a:pt x="355819" y="563943"/>
                </a:lnTo>
                <a:lnTo>
                  <a:pt x="355819" y="564831"/>
                </a:lnTo>
                <a:lnTo>
                  <a:pt x="355319" y="564831"/>
                </a:lnTo>
                <a:close/>
                <a:moveTo>
                  <a:pt x="594205" y="563943"/>
                </a:moveTo>
                <a:lnTo>
                  <a:pt x="594705" y="563943"/>
                </a:lnTo>
                <a:lnTo>
                  <a:pt x="594705" y="564831"/>
                </a:lnTo>
                <a:lnTo>
                  <a:pt x="594205" y="564831"/>
                </a:lnTo>
                <a:close/>
                <a:moveTo>
                  <a:pt x="451273" y="563943"/>
                </a:moveTo>
                <a:lnTo>
                  <a:pt x="451773" y="563943"/>
                </a:lnTo>
                <a:lnTo>
                  <a:pt x="451773" y="564831"/>
                </a:lnTo>
                <a:lnTo>
                  <a:pt x="451273" y="564831"/>
                </a:lnTo>
                <a:close/>
                <a:moveTo>
                  <a:pt x="767122" y="563943"/>
                </a:moveTo>
                <a:lnTo>
                  <a:pt x="767622" y="563943"/>
                </a:lnTo>
                <a:lnTo>
                  <a:pt x="767622" y="564831"/>
                </a:lnTo>
                <a:lnTo>
                  <a:pt x="767122" y="564831"/>
                </a:lnTo>
                <a:close/>
                <a:moveTo>
                  <a:pt x="378308" y="563943"/>
                </a:moveTo>
                <a:lnTo>
                  <a:pt x="378808" y="563943"/>
                </a:lnTo>
                <a:lnTo>
                  <a:pt x="378808" y="564831"/>
                </a:lnTo>
                <a:lnTo>
                  <a:pt x="378308" y="564831"/>
                </a:lnTo>
                <a:close/>
                <a:moveTo>
                  <a:pt x="510245" y="563943"/>
                </a:moveTo>
                <a:lnTo>
                  <a:pt x="510745" y="563943"/>
                </a:lnTo>
                <a:lnTo>
                  <a:pt x="510745" y="564831"/>
                </a:lnTo>
                <a:lnTo>
                  <a:pt x="510245" y="564831"/>
                </a:lnTo>
                <a:close/>
                <a:moveTo>
                  <a:pt x="349822" y="563943"/>
                </a:moveTo>
                <a:lnTo>
                  <a:pt x="350322" y="563943"/>
                </a:lnTo>
                <a:lnTo>
                  <a:pt x="350322" y="564831"/>
                </a:lnTo>
                <a:lnTo>
                  <a:pt x="349822" y="564831"/>
                </a:lnTo>
                <a:close/>
                <a:moveTo>
                  <a:pt x="280855" y="564831"/>
                </a:moveTo>
                <a:lnTo>
                  <a:pt x="281355" y="564831"/>
                </a:lnTo>
                <a:lnTo>
                  <a:pt x="281355" y="565719"/>
                </a:lnTo>
                <a:lnTo>
                  <a:pt x="280855" y="565719"/>
                </a:lnTo>
                <a:close/>
                <a:moveTo>
                  <a:pt x="712648" y="564831"/>
                </a:moveTo>
                <a:lnTo>
                  <a:pt x="713148" y="564831"/>
                </a:lnTo>
                <a:lnTo>
                  <a:pt x="713148" y="565719"/>
                </a:lnTo>
                <a:lnTo>
                  <a:pt x="712648" y="565719"/>
                </a:lnTo>
                <a:close/>
                <a:moveTo>
                  <a:pt x="342825" y="564831"/>
                </a:moveTo>
                <a:lnTo>
                  <a:pt x="343325" y="564831"/>
                </a:lnTo>
                <a:lnTo>
                  <a:pt x="343325" y="565719"/>
                </a:lnTo>
                <a:lnTo>
                  <a:pt x="342825" y="565719"/>
                </a:lnTo>
                <a:close/>
                <a:moveTo>
                  <a:pt x="585209" y="564831"/>
                </a:moveTo>
                <a:lnTo>
                  <a:pt x="585709" y="564831"/>
                </a:lnTo>
                <a:lnTo>
                  <a:pt x="585709" y="565719"/>
                </a:lnTo>
                <a:lnTo>
                  <a:pt x="585209" y="565719"/>
                </a:lnTo>
                <a:close/>
                <a:moveTo>
                  <a:pt x="652177" y="564831"/>
                </a:moveTo>
                <a:lnTo>
                  <a:pt x="652677" y="564831"/>
                </a:lnTo>
                <a:lnTo>
                  <a:pt x="652677" y="565719"/>
                </a:lnTo>
                <a:lnTo>
                  <a:pt x="652177" y="565719"/>
                </a:lnTo>
                <a:close/>
                <a:moveTo>
                  <a:pt x="459769" y="565719"/>
                </a:moveTo>
                <a:lnTo>
                  <a:pt x="460269" y="565719"/>
                </a:lnTo>
                <a:lnTo>
                  <a:pt x="460269" y="566607"/>
                </a:lnTo>
                <a:lnTo>
                  <a:pt x="459769" y="566607"/>
                </a:lnTo>
                <a:close/>
                <a:moveTo>
                  <a:pt x="581211" y="565719"/>
                </a:moveTo>
                <a:lnTo>
                  <a:pt x="581711" y="565719"/>
                </a:lnTo>
                <a:lnTo>
                  <a:pt x="581711" y="566607"/>
                </a:lnTo>
                <a:lnTo>
                  <a:pt x="581211" y="566607"/>
                </a:lnTo>
                <a:close/>
                <a:moveTo>
                  <a:pt x="466266" y="565719"/>
                </a:moveTo>
                <a:lnTo>
                  <a:pt x="466766" y="565719"/>
                </a:lnTo>
                <a:lnTo>
                  <a:pt x="466766" y="566607"/>
                </a:lnTo>
                <a:lnTo>
                  <a:pt x="466266" y="566607"/>
                </a:lnTo>
                <a:close/>
                <a:moveTo>
                  <a:pt x="634685" y="565719"/>
                </a:moveTo>
                <a:lnTo>
                  <a:pt x="635185" y="565719"/>
                </a:lnTo>
                <a:lnTo>
                  <a:pt x="635185" y="566607"/>
                </a:lnTo>
                <a:lnTo>
                  <a:pt x="634685" y="566607"/>
                </a:lnTo>
                <a:close/>
                <a:moveTo>
                  <a:pt x="641182" y="565719"/>
                </a:moveTo>
                <a:lnTo>
                  <a:pt x="641682" y="565719"/>
                </a:lnTo>
                <a:lnTo>
                  <a:pt x="641682" y="566607"/>
                </a:lnTo>
                <a:lnTo>
                  <a:pt x="641182" y="566607"/>
                </a:lnTo>
                <a:close/>
                <a:moveTo>
                  <a:pt x="417789" y="566607"/>
                </a:moveTo>
                <a:lnTo>
                  <a:pt x="418289" y="566607"/>
                </a:lnTo>
                <a:lnTo>
                  <a:pt x="418289" y="567496"/>
                </a:lnTo>
                <a:lnTo>
                  <a:pt x="417789" y="567496"/>
                </a:lnTo>
                <a:close/>
                <a:moveTo>
                  <a:pt x="305343" y="566607"/>
                </a:moveTo>
                <a:lnTo>
                  <a:pt x="305843" y="566607"/>
                </a:lnTo>
                <a:lnTo>
                  <a:pt x="305843" y="567496"/>
                </a:lnTo>
                <a:lnTo>
                  <a:pt x="305343" y="567496"/>
                </a:lnTo>
                <a:close/>
                <a:moveTo>
                  <a:pt x="298347" y="566607"/>
                </a:moveTo>
                <a:lnTo>
                  <a:pt x="298847" y="566607"/>
                </a:lnTo>
                <a:lnTo>
                  <a:pt x="298847" y="567496"/>
                </a:lnTo>
                <a:lnTo>
                  <a:pt x="298347" y="567496"/>
                </a:lnTo>
                <a:close/>
                <a:moveTo>
                  <a:pt x="777117" y="566607"/>
                </a:moveTo>
                <a:lnTo>
                  <a:pt x="777617" y="566607"/>
                </a:lnTo>
                <a:lnTo>
                  <a:pt x="777617" y="567496"/>
                </a:lnTo>
                <a:lnTo>
                  <a:pt x="777117" y="567496"/>
                </a:lnTo>
                <a:close/>
                <a:moveTo>
                  <a:pt x="719645" y="566607"/>
                </a:moveTo>
                <a:lnTo>
                  <a:pt x="720144" y="566607"/>
                </a:lnTo>
                <a:lnTo>
                  <a:pt x="720144" y="567496"/>
                </a:lnTo>
                <a:lnTo>
                  <a:pt x="719645" y="567496"/>
                </a:lnTo>
                <a:close/>
                <a:moveTo>
                  <a:pt x="660173" y="566607"/>
                </a:moveTo>
                <a:lnTo>
                  <a:pt x="660673" y="566607"/>
                </a:lnTo>
                <a:lnTo>
                  <a:pt x="660673" y="567496"/>
                </a:lnTo>
                <a:lnTo>
                  <a:pt x="660173" y="567496"/>
                </a:lnTo>
                <a:close/>
                <a:moveTo>
                  <a:pt x="620192" y="566607"/>
                </a:moveTo>
                <a:lnTo>
                  <a:pt x="620692" y="566607"/>
                </a:lnTo>
                <a:lnTo>
                  <a:pt x="620692" y="567496"/>
                </a:lnTo>
                <a:lnTo>
                  <a:pt x="620192" y="567496"/>
                </a:lnTo>
                <a:close/>
                <a:moveTo>
                  <a:pt x="354820" y="566607"/>
                </a:moveTo>
                <a:lnTo>
                  <a:pt x="355319" y="566607"/>
                </a:lnTo>
                <a:lnTo>
                  <a:pt x="355319" y="567496"/>
                </a:lnTo>
                <a:lnTo>
                  <a:pt x="354820" y="567496"/>
                </a:lnTo>
                <a:close/>
                <a:moveTo>
                  <a:pt x="404296" y="566607"/>
                </a:moveTo>
                <a:lnTo>
                  <a:pt x="404796" y="566607"/>
                </a:lnTo>
                <a:lnTo>
                  <a:pt x="404796" y="567496"/>
                </a:lnTo>
                <a:lnTo>
                  <a:pt x="404296" y="567496"/>
                </a:lnTo>
                <a:close/>
                <a:moveTo>
                  <a:pt x="291850" y="566607"/>
                </a:moveTo>
                <a:lnTo>
                  <a:pt x="292350" y="566607"/>
                </a:lnTo>
                <a:lnTo>
                  <a:pt x="292350" y="567496"/>
                </a:lnTo>
                <a:lnTo>
                  <a:pt x="291850" y="567496"/>
                </a:lnTo>
                <a:close/>
                <a:moveTo>
                  <a:pt x="348823" y="566607"/>
                </a:moveTo>
                <a:lnTo>
                  <a:pt x="349822" y="566607"/>
                </a:lnTo>
                <a:lnTo>
                  <a:pt x="349822" y="567496"/>
                </a:lnTo>
                <a:lnTo>
                  <a:pt x="348823" y="567496"/>
                </a:lnTo>
                <a:close/>
                <a:moveTo>
                  <a:pt x="311840" y="566607"/>
                </a:moveTo>
                <a:lnTo>
                  <a:pt x="312340" y="566607"/>
                </a:lnTo>
                <a:lnTo>
                  <a:pt x="312340" y="567496"/>
                </a:lnTo>
                <a:lnTo>
                  <a:pt x="311840" y="567496"/>
                </a:lnTo>
                <a:close/>
                <a:moveTo>
                  <a:pt x="288851" y="566607"/>
                </a:moveTo>
                <a:lnTo>
                  <a:pt x="289351" y="566607"/>
                </a:lnTo>
                <a:lnTo>
                  <a:pt x="289351" y="567496"/>
                </a:lnTo>
                <a:lnTo>
                  <a:pt x="288851" y="567496"/>
                </a:lnTo>
                <a:close/>
                <a:moveTo>
                  <a:pt x="397799" y="566607"/>
                </a:moveTo>
                <a:lnTo>
                  <a:pt x="398299" y="566607"/>
                </a:lnTo>
                <a:lnTo>
                  <a:pt x="398299" y="567496"/>
                </a:lnTo>
                <a:lnTo>
                  <a:pt x="397799" y="567496"/>
                </a:lnTo>
                <a:close/>
                <a:moveTo>
                  <a:pt x="765123" y="566607"/>
                </a:moveTo>
                <a:lnTo>
                  <a:pt x="765623" y="566607"/>
                </a:lnTo>
                <a:lnTo>
                  <a:pt x="765623" y="567496"/>
                </a:lnTo>
                <a:lnTo>
                  <a:pt x="765123" y="567496"/>
                </a:lnTo>
                <a:close/>
                <a:moveTo>
                  <a:pt x="445276" y="566607"/>
                </a:moveTo>
                <a:lnTo>
                  <a:pt x="445776" y="566607"/>
                </a:lnTo>
                <a:lnTo>
                  <a:pt x="445776" y="567496"/>
                </a:lnTo>
                <a:lnTo>
                  <a:pt x="445276" y="567496"/>
                </a:lnTo>
                <a:close/>
                <a:moveTo>
                  <a:pt x="594205" y="567496"/>
                </a:moveTo>
                <a:lnTo>
                  <a:pt x="594705" y="567496"/>
                </a:lnTo>
                <a:lnTo>
                  <a:pt x="594705" y="568384"/>
                </a:lnTo>
                <a:lnTo>
                  <a:pt x="594205" y="568384"/>
                </a:lnTo>
                <a:close/>
                <a:moveTo>
                  <a:pt x="776617" y="567496"/>
                </a:moveTo>
                <a:lnTo>
                  <a:pt x="777117" y="567496"/>
                </a:lnTo>
                <a:lnTo>
                  <a:pt x="777117" y="568384"/>
                </a:lnTo>
                <a:lnTo>
                  <a:pt x="776617" y="568384"/>
                </a:lnTo>
                <a:close/>
                <a:moveTo>
                  <a:pt x="452273" y="567496"/>
                </a:moveTo>
                <a:lnTo>
                  <a:pt x="452773" y="567496"/>
                </a:lnTo>
                <a:lnTo>
                  <a:pt x="452773" y="568384"/>
                </a:lnTo>
                <a:lnTo>
                  <a:pt x="452273" y="568384"/>
                </a:lnTo>
                <a:close/>
                <a:moveTo>
                  <a:pt x="627189" y="567496"/>
                </a:moveTo>
                <a:lnTo>
                  <a:pt x="627689" y="567496"/>
                </a:lnTo>
                <a:lnTo>
                  <a:pt x="627689" y="568384"/>
                </a:lnTo>
                <a:lnTo>
                  <a:pt x="627189" y="568384"/>
                </a:lnTo>
                <a:close/>
                <a:moveTo>
                  <a:pt x="289351" y="568384"/>
                </a:moveTo>
                <a:lnTo>
                  <a:pt x="289851" y="568384"/>
                </a:lnTo>
                <a:lnTo>
                  <a:pt x="289851" y="569272"/>
                </a:lnTo>
                <a:lnTo>
                  <a:pt x="289351" y="569272"/>
                </a:lnTo>
                <a:close/>
                <a:moveTo>
                  <a:pt x="640682" y="568384"/>
                </a:moveTo>
                <a:lnTo>
                  <a:pt x="641182" y="568384"/>
                </a:lnTo>
                <a:lnTo>
                  <a:pt x="641182" y="569272"/>
                </a:lnTo>
                <a:lnTo>
                  <a:pt x="640682" y="569272"/>
                </a:lnTo>
                <a:close/>
                <a:moveTo>
                  <a:pt x="445776" y="568384"/>
                </a:moveTo>
                <a:lnTo>
                  <a:pt x="446276" y="568384"/>
                </a:lnTo>
                <a:lnTo>
                  <a:pt x="446276" y="569272"/>
                </a:lnTo>
                <a:lnTo>
                  <a:pt x="445776" y="569272"/>
                </a:lnTo>
                <a:close/>
                <a:moveTo>
                  <a:pt x="763623" y="568384"/>
                </a:moveTo>
                <a:lnTo>
                  <a:pt x="764123" y="568384"/>
                </a:lnTo>
                <a:lnTo>
                  <a:pt x="764123" y="569272"/>
                </a:lnTo>
                <a:lnTo>
                  <a:pt x="763623" y="569272"/>
                </a:lnTo>
                <a:close/>
                <a:moveTo>
                  <a:pt x="465766" y="568384"/>
                </a:moveTo>
                <a:lnTo>
                  <a:pt x="466266" y="568384"/>
                </a:lnTo>
                <a:lnTo>
                  <a:pt x="466266" y="569272"/>
                </a:lnTo>
                <a:lnTo>
                  <a:pt x="465766" y="569272"/>
                </a:lnTo>
                <a:close/>
                <a:moveTo>
                  <a:pt x="660673" y="568384"/>
                </a:moveTo>
                <a:lnTo>
                  <a:pt x="661173" y="568384"/>
                </a:lnTo>
                <a:lnTo>
                  <a:pt x="661173" y="569272"/>
                </a:lnTo>
                <a:lnTo>
                  <a:pt x="660673" y="569272"/>
                </a:lnTo>
                <a:close/>
                <a:moveTo>
                  <a:pt x="620692" y="568384"/>
                </a:moveTo>
                <a:lnTo>
                  <a:pt x="621192" y="568384"/>
                </a:lnTo>
                <a:lnTo>
                  <a:pt x="621192" y="569272"/>
                </a:lnTo>
                <a:lnTo>
                  <a:pt x="620692" y="569272"/>
                </a:lnTo>
                <a:close/>
                <a:moveTo>
                  <a:pt x="751629" y="568384"/>
                </a:moveTo>
                <a:lnTo>
                  <a:pt x="752129" y="568384"/>
                </a:lnTo>
                <a:lnTo>
                  <a:pt x="752129" y="569272"/>
                </a:lnTo>
                <a:lnTo>
                  <a:pt x="751629" y="569272"/>
                </a:lnTo>
                <a:close/>
                <a:moveTo>
                  <a:pt x="457770" y="569272"/>
                </a:moveTo>
                <a:lnTo>
                  <a:pt x="458270" y="569272"/>
                </a:lnTo>
                <a:lnTo>
                  <a:pt x="458270" y="570160"/>
                </a:lnTo>
                <a:lnTo>
                  <a:pt x="457770" y="570160"/>
                </a:lnTo>
                <a:close/>
                <a:moveTo>
                  <a:pt x="282354" y="569272"/>
                </a:moveTo>
                <a:lnTo>
                  <a:pt x="282854" y="569272"/>
                </a:lnTo>
                <a:lnTo>
                  <a:pt x="282854" y="570160"/>
                </a:lnTo>
                <a:lnTo>
                  <a:pt x="282354" y="570160"/>
                </a:lnTo>
                <a:close/>
                <a:moveTo>
                  <a:pt x="744633" y="569272"/>
                </a:moveTo>
                <a:lnTo>
                  <a:pt x="745132" y="569272"/>
                </a:lnTo>
                <a:lnTo>
                  <a:pt x="745132" y="570160"/>
                </a:lnTo>
                <a:lnTo>
                  <a:pt x="744633" y="570160"/>
                </a:lnTo>
                <a:close/>
                <a:moveTo>
                  <a:pt x="600202" y="569272"/>
                </a:moveTo>
                <a:lnTo>
                  <a:pt x="600702" y="569272"/>
                </a:lnTo>
                <a:lnTo>
                  <a:pt x="600702" y="570160"/>
                </a:lnTo>
                <a:lnTo>
                  <a:pt x="600202" y="570160"/>
                </a:lnTo>
                <a:close/>
                <a:moveTo>
                  <a:pt x="311341" y="569272"/>
                </a:moveTo>
                <a:lnTo>
                  <a:pt x="311840" y="569272"/>
                </a:lnTo>
                <a:lnTo>
                  <a:pt x="311840" y="570160"/>
                </a:lnTo>
                <a:lnTo>
                  <a:pt x="311341" y="570160"/>
                </a:lnTo>
                <a:close/>
                <a:moveTo>
                  <a:pt x="632686" y="569272"/>
                </a:moveTo>
                <a:lnTo>
                  <a:pt x="633186" y="569272"/>
                </a:lnTo>
                <a:lnTo>
                  <a:pt x="633186" y="570160"/>
                </a:lnTo>
                <a:lnTo>
                  <a:pt x="632686" y="570160"/>
                </a:lnTo>
                <a:close/>
                <a:moveTo>
                  <a:pt x="299846" y="569272"/>
                </a:moveTo>
                <a:lnTo>
                  <a:pt x="300346" y="569272"/>
                </a:lnTo>
                <a:lnTo>
                  <a:pt x="300346" y="570160"/>
                </a:lnTo>
                <a:lnTo>
                  <a:pt x="299846" y="570160"/>
                </a:lnTo>
                <a:close/>
                <a:moveTo>
                  <a:pt x="453772" y="569272"/>
                </a:moveTo>
                <a:lnTo>
                  <a:pt x="454272" y="569272"/>
                </a:lnTo>
                <a:lnTo>
                  <a:pt x="454272" y="570160"/>
                </a:lnTo>
                <a:lnTo>
                  <a:pt x="453772" y="570160"/>
                </a:lnTo>
                <a:close/>
                <a:moveTo>
                  <a:pt x="711648" y="569272"/>
                </a:moveTo>
                <a:lnTo>
                  <a:pt x="712148" y="569272"/>
                </a:lnTo>
                <a:lnTo>
                  <a:pt x="712148" y="570160"/>
                </a:lnTo>
                <a:lnTo>
                  <a:pt x="711648" y="570160"/>
                </a:lnTo>
                <a:close/>
                <a:moveTo>
                  <a:pt x="343825" y="569272"/>
                </a:moveTo>
                <a:lnTo>
                  <a:pt x="344325" y="569272"/>
                </a:lnTo>
                <a:lnTo>
                  <a:pt x="344325" y="570160"/>
                </a:lnTo>
                <a:lnTo>
                  <a:pt x="343825" y="570160"/>
                </a:lnTo>
                <a:close/>
                <a:moveTo>
                  <a:pt x="589207" y="569272"/>
                </a:moveTo>
                <a:lnTo>
                  <a:pt x="589707" y="569272"/>
                </a:lnTo>
                <a:lnTo>
                  <a:pt x="589707" y="570160"/>
                </a:lnTo>
                <a:lnTo>
                  <a:pt x="589207" y="570160"/>
                </a:lnTo>
                <a:close/>
                <a:moveTo>
                  <a:pt x="417290" y="569272"/>
                </a:moveTo>
                <a:lnTo>
                  <a:pt x="417789" y="569272"/>
                </a:lnTo>
                <a:lnTo>
                  <a:pt x="417789" y="570160"/>
                </a:lnTo>
                <a:lnTo>
                  <a:pt x="417290" y="570160"/>
                </a:lnTo>
                <a:close/>
                <a:moveTo>
                  <a:pt x="653676" y="569272"/>
                </a:moveTo>
                <a:lnTo>
                  <a:pt x="654176" y="569272"/>
                </a:lnTo>
                <a:lnTo>
                  <a:pt x="654176" y="570160"/>
                </a:lnTo>
                <a:lnTo>
                  <a:pt x="653676" y="570160"/>
                </a:lnTo>
                <a:close/>
                <a:moveTo>
                  <a:pt x="405795" y="569272"/>
                </a:moveTo>
                <a:lnTo>
                  <a:pt x="406295" y="569272"/>
                </a:lnTo>
                <a:lnTo>
                  <a:pt x="406295" y="570160"/>
                </a:lnTo>
                <a:lnTo>
                  <a:pt x="405795" y="570160"/>
                </a:lnTo>
                <a:close/>
                <a:moveTo>
                  <a:pt x="704152" y="569272"/>
                </a:moveTo>
                <a:lnTo>
                  <a:pt x="704652" y="569272"/>
                </a:lnTo>
                <a:lnTo>
                  <a:pt x="704652" y="570160"/>
                </a:lnTo>
                <a:lnTo>
                  <a:pt x="704152" y="570160"/>
                </a:lnTo>
                <a:close/>
                <a:moveTo>
                  <a:pt x="628688" y="569272"/>
                </a:moveTo>
                <a:lnTo>
                  <a:pt x="629188" y="569272"/>
                </a:lnTo>
                <a:lnTo>
                  <a:pt x="629188" y="570160"/>
                </a:lnTo>
                <a:lnTo>
                  <a:pt x="628688" y="570160"/>
                </a:lnTo>
                <a:close/>
                <a:moveTo>
                  <a:pt x="303844" y="569272"/>
                </a:moveTo>
                <a:lnTo>
                  <a:pt x="304344" y="569272"/>
                </a:lnTo>
                <a:lnTo>
                  <a:pt x="304344" y="570160"/>
                </a:lnTo>
                <a:lnTo>
                  <a:pt x="303844" y="570160"/>
                </a:lnTo>
                <a:close/>
                <a:moveTo>
                  <a:pt x="593205" y="569272"/>
                </a:moveTo>
                <a:lnTo>
                  <a:pt x="593705" y="569272"/>
                </a:lnTo>
                <a:lnTo>
                  <a:pt x="593705" y="570160"/>
                </a:lnTo>
                <a:lnTo>
                  <a:pt x="593205" y="570160"/>
                </a:lnTo>
                <a:close/>
                <a:moveTo>
                  <a:pt x="581711" y="569272"/>
                </a:moveTo>
                <a:lnTo>
                  <a:pt x="582211" y="569272"/>
                </a:lnTo>
                <a:lnTo>
                  <a:pt x="582211" y="570160"/>
                </a:lnTo>
                <a:lnTo>
                  <a:pt x="581711" y="570160"/>
                </a:lnTo>
                <a:close/>
                <a:moveTo>
                  <a:pt x="409793" y="569272"/>
                </a:moveTo>
                <a:lnTo>
                  <a:pt x="410293" y="569272"/>
                </a:lnTo>
                <a:lnTo>
                  <a:pt x="410293" y="570160"/>
                </a:lnTo>
                <a:lnTo>
                  <a:pt x="409793" y="570160"/>
                </a:lnTo>
                <a:close/>
                <a:moveTo>
                  <a:pt x="465267" y="570160"/>
                </a:moveTo>
                <a:lnTo>
                  <a:pt x="465766" y="570160"/>
                </a:lnTo>
                <a:lnTo>
                  <a:pt x="465766" y="571048"/>
                </a:lnTo>
                <a:lnTo>
                  <a:pt x="465267" y="571048"/>
                </a:lnTo>
                <a:close/>
                <a:moveTo>
                  <a:pt x="446276" y="570160"/>
                </a:moveTo>
                <a:lnTo>
                  <a:pt x="446776" y="570160"/>
                </a:lnTo>
                <a:lnTo>
                  <a:pt x="446776" y="571048"/>
                </a:lnTo>
                <a:lnTo>
                  <a:pt x="446276" y="571048"/>
                </a:lnTo>
                <a:close/>
                <a:moveTo>
                  <a:pt x="491254" y="570160"/>
                </a:moveTo>
                <a:lnTo>
                  <a:pt x="491754" y="570160"/>
                </a:lnTo>
                <a:lnTo>
                  <a:pt x="491754" y="571048"/>
                </a:lnTo>
                <a:lnTo>
                  <a:pt x="491254" y="571048"/>
                </a:lnTo>
                <a:close/>
                <a:moveTo>
                  <a:pt x="621192" y="570160"/>
                </a:moveTo>
                <a:lnTo>
                  <a:pt x="621692" y="570160"/>
                </a:lnTo>
                <a:lnTo>
                  <a:pt x="621692" y="571048"/>
                </a:lnTo>
                <a:lnTo>
                  <a:pt x="621192" y="571048"/>
                </a:lnTo>
                <a:close/>
                <a:moveTo>
                  <a:pt x="640183" y="570160"/>
                </a:moveTo>
                <a:lnTo>
                  <a:pt x="640682" y="570160"/>
                </a:lnTo>
                <a:lnTo>
                  <a:pt x="640682" y="571048"/>
                </a:lnTo>
                <a:lnTo>
                  <a:pt x="640183" y="571048"/>
                </a:lnTo>
                <a:close/>
                <a:moveTo>
                  <a:pt x="661173" y="570160"/>
                </a:moveTo>
                <a:lnTo>
                  <a:pt x="661672" y="570160"/>
                </a:lnTo>
                <a:lnTo>
                  <a:pt x="661672" y="571048"/>
                </a:lnTo>
                <a:lnTo>
                  <a:pt x="661173" y="571048"/>
                </a:lnTo>
                <a:close/>
                <a:moveTo>
                  <a:pt x="359318" y="570160"/>
                </a:moveTo>
                <a:lnTo>
                  <a:pt x="359817" y="570160"/>
                </a:lnTo>
                <a:lnTo>
                  <a:pt x="359817" y="571048"/>
                </a:lnTo>
                <a:lnTo>
                  <a:pt x="359318" y="571048"/>
                </a:lnTo>
                <a:close/>
                <a:moveTo>
                  <a:pt x="289851" y="570160"/>
                </a:moveTo>
                <a:lnTo>
                  <a:pt x="290351" y="570160"/>
                </a:lnTo>
                <a:lnTo>
                  <a:pt x="290351" y="571048"/>
                </a:lnTo>
                <a:lnTo>
                  <a:pt x="289851" y="571048"/>
                </a:lnTo>
                <a:close/>
                <a:moveTo>
                  <a:pt x="310841" y="571048"/>
                </a:moveTo>
                <a:lnTo>
                  <a:pt x="311341" y="571048"/>
                </a:lnTo>
                <a:lnTo>
                  <a:pt x="311341" y="571936"/>
                </a:lnTo>
                <a:lnTo>
                  <a:pt x="310841" y="571936"/>
                </a:lnTo>
                <a:close/>
                <a:moveTo>
                  <a:pt x="703652" y="571048"/>
                </a:moveTo>
                <a:lnTo>
                  <a:pt x="704152" y="571048"/>
                </a:lnTo>
                <a:lnTo>
                  <a:pt x="704152" y="571936"/>
                </a:lnTo>
                <a:lnTo>
                  <a:pt x="703652" y="571936"/>
                </a:lnTo>
                <a:close/>
                <a:moveTo>
                  <a:pt x="379808" y="571048"/>
                </a:moveTo>
                <a:lnTo>
                  <a:pt x="380307" y="571048"/>
                </a:lnTo>
                <a:lnTo>
                  <a:pt x="380307" y="571936"/>
                </a:lnTo>
                <a:lnTo>
                  <a:pt x="379808" y="571936"/>
                </a:lnTo>
                <a:close/>
                <a:moveTo>
                  <a:pt x="654176" y="571048"/>
                </a:moveTo>
                <a:lnTo>
                  <a:pt x="654676" y="571048"/>
                </a:lnTo>
                <a:lnTo>
                  <a:pt x="654676" y="571936"/>
                </a:lnTo>
                <a:lnTo>
                  <a:pt x="654176" y="571936"/>
                </a:lnTo>
                <a:close/>
                <a:moveTo>
                  <a:pt x="416790" y="571048"/>
                </a:moveTo>
                <a:lnTo>
                  <a:pt x="417290" y="571048"/>
                </a:lnTo>
                <a:lnTo>
                  <a:pt x="417290" y="571936"/>
                </a:lnTo>
                <a:lnTo>
                  <a:pt x="416790" y="571936"/>
                </a:lnTo>
                <a:close/>
                <a:moveTo>
                  <a:pt x="353820" y="571048"/>
                </a:moveTo>
                <a:lnTo>
                  <a:pt x="354320" y="571048"/>
                </a:lnTo>
                <a:lnTo>
                  <a:pt x="354320" y="571936"/>
                </a:lnTo>
                <a:lnTo>
                  <a:pt x="353820" y="571936"/>
                </a:lnTo>
                <a:close/>
                <a:moveTo>
                  <a:pt x="761125" y="571048"/>
                </a:moveTo>
                <a:lnTo>
                  <a:pt x="761624" y="571048"/>
                </a:lnTo>
                <a:lnTo>
                  <a:pt x="761624" y="571936"/>
                </a:lnTo>
                <a:lnTo>
                  <a:pt x="761125" y="571936"/>
                </a:lnTo>
                <a:close/>
                <a:moveTo>
                  <a:pt x="282854" y="571048"/>
                </a:moveTo>
                <a:lnTo>
                  <a:pt x="283354" y="571048"/>
                </a:lnTo>
                <a:lnTo>
                  <a:pt x="283354" y="571936"/>
                </a:lnTo>
                <a:lnTo>
                  <a:pt x="282854" y="571936"/>
                </a:lnTo>
                <a:close/>
                <a:moveTo>
                  <a:pt x="582211" y="571048"/>
                </a:moveTo>
                <a:lnTo>
                  <a:pt x="582710" y="571048"/>
                </a:lnTo>
                <a:lnTo>
                  <a:pt x="582710" y="571936"/>
                </a:lnTo>
                <a:lnTo>
                  <a:pt x="582211" y="571936"/>
                </a:lnTo>
                <a:close/>
                <a:moveTo>
                  <a:pt x="599702" y="571048"/>
                </a:moveTo>
                <a:lnTo>
                  <a:pt x="600202" y="571048"/>
                </a:lnTo>
                <a:lnTo>
                  <a:pt x="600202" y="571936"/>
                </a:lnTo>
                <a:lnTo>
                  <a:pt x="599702" y="571936"/>
                </a:lnTo>
                <a:close/>
                <a:moveTo>
                  <a:pt x="511744" y="571048"/>
                </a:moveTo>
                <a:lnTo>
                  <a:pt x="512244" y="571048"/>
                </a:lnTo>
                <a:lnTo>
                  <a:pt x="512244" y="571936"/>
                </a:lnTo>
                <a:lnTo>
                  <a:pt x="511744" y="571936"/>
                </a:lnTo>
                <a:close/>
                <a:moveTo>
                  <a:pt x="344325" y="571936"/>
                </a:moveTo>
                <a:lnTo>
                  <a:pt x="344824" y="571936"/>
                </a:lnTo>
                <a:lnTo>
                  <a:pt x="344824" y="572824"/>
                </a:lnTo>
                <a:lnTo>
                  <a:pt x="344325" y="572824"/>
                </a:lnTo>
                <a:close/>
                <a:moveTo>
                  <a:pt x="774118" y="571936"/>
                </a:moveTo>
                <a:lnTo>
                  <a:pt x="774618" y="571936"/>
                </a:lnTo>
                <a:lnTo>
                  <a:pt x="774618" y="572824"/>
                </a:lnTo>
                <a:lnTo>
                  <a:pt x="774118" y="572824"/>
                </a:lnTo>
                <a:close/>
                <a:moveTo>
                  <a:pt x="760125" y="571936"/>
                </a:moveTo>
                <a:lnTo>
                  <a:pt x="760625" y="571936"/>
                </a:lnTo>
                <a:lnTo>
                  <a:pt x="760625" y="572824"/>
                </a:lnTo>
                <a:lnTo>
                  <a:pt x="760125" y="572824"/>
                </a:lnTo>
                <a:close/>
                <a:moveTo>
                  <a:pt x="773619" y="572824"/>
                </a:moveTo>
                <a:lnTo>
                  <a:pt x="774118" y="572824"/>
                </a:lnTo>
                <a:lnTo>
                  <a:pt x="774118" y="573712"/>
                </a:lnTo>
                <a:lnTo>
                  <a:pt x="773619" y="573712"/>
                </a:lnTo>
                <a:close/>
                <a:moveTo>
                  <a:pt x="654676" y="572824"/>
                </a:moveTo>
                <a:lnTo>
                  <a:pt x="655176" y="572824"/>
                </a:lnTo>
                <a:lnTo>
                  <a:pt x="655176" y="573712"/>
                </a:lnTo>
                <a:lnTo>
                  <a:pt x="654676" y="573712"/>
                </a:lnTo>
                <a:close/>
                <a:moveTo>
                  <a:pt x="582710" y="572824"/>
                </a:moveTo>
                <a:lnTo>
                  <a:pt x="583210" y="572824"/>
                </a:lnTo>
                <a:lnTo>
                  <a:pt x="583210" y="573712"/>
                </a:lnTo>
                <a:lnTo>
                  <a:pt x="582710" y="573712"/>
                </a:lnTo>
                <a:close/>
                <a:moveTo>
                  <a:pt x="283354" y="572824"/>
                </a:moveTo>
                <a:lnTo>
                  <a:pt x="283854" y="572824"/>
                </a:lnTo>
                <a:lnTo>
                  <a:pt x="283854" y="573712"/>
                </a:lnTo>
                <a:lnTo>
                  <a:pt x="283354" y="573712"/>
                </a:lnTo>
                <a:close/>
                <a:moveTo>
                  <a:pt x="751129" y="572824"/>
                </a:moveTo>
                <a:lnTo>
                  <a:pt x="751629" y="572824"/>
                </a:lnTo>
                <a:lnTo>
                  <a:pt x="751629" y="573712"/>
                </a:lnTo>
                <a:lnTo>
                  <a:pt x="751129" y="573712"/>
                </a:lnTo>
                <a:close/>
                <a:moveTo>
                  <a:pt x="293849" y="573712"/>
                </a:moveTo>
                <a:lnTo>
                  <a:pt x="294349" y="573712"/>
                </a:lnTo>
                <a:lnTo>
                  <a:pt x="294349" y="574600"/>
                </a:lnTo>
                <a:lnTo>
                  <a:pt x="293849" y="574600"/>
                </a:lnTo>
                <a:close/>
                <a:moveTo>
                  <a:pt x="598703" y="573712"/>
                </a:moveTo>
                <a:lnTo>
                  <a:pt x="599202" y="573712"/>
                </a:lnTo>
                <a:lnTo>
                  <a:pt x="599202" y="574600"/>
                </a:lnTo>
                <a:lnTo>
                  <a:pt x="598703" y="574600"/>
                </a:lnTo>
                <a:close/>
                <a:moveTo>
                  <a:pt x="505747" y="573712"/>
                </a:moveTo>
                <a:lnTo>
                  <a:pt x="506247" y="573712"/>
                </a:lnTo>
                <a:lnTo>
                  <a:pt x="506247" y="574600"/>
                </a:lnTo>
                <a:lnTo>
                  <a:pt x="505747" y="574600"/>
                </a:lnTo>
                <a:close/>
                <a:moveTo>
                  <a:pt x="353320" y="573712"/>
                </a:moveTo>
                <a:lnTo>
                  <a:pt x="353820" y="573712"/>
                </a:lnTo>
                <a:lnTo>
                  <a:pt x="353820" y="574600"/>
                </a:lnTo>
                <a:lnTo>
                  <a:pt x="353320" y="574600"/>
                </a:lnTo>
                <a:close/>
                <a:moveTo>
                  <a:pt x="710649" y="573712"/>
                </a:moveTo>
                <a:lnTo>
                  <a:pt x="711149" y="573712"/>
                </a:lnTo>
                <a:lnTo>
                  <a:pt x="711149" y="574600"/>
                </a:lnTo>
                <a:lnTo>
                  <a:pt x="710649" y="574600"/>
                </a:lnTo>
                <a:close/>
                <a:moveTo>
                  <a:pt x="773119" y="573712"/>
                </a:moveTo>
                <a:lnTo>
                  <a:pt x="773619" y="573712"/>
                </a:lnTo>
                <a:lnTo>
                  <a:pt x="773619" y="574600"/>
                </a:lnTo>
                <a:lnTo>
                  <a:pt x="773119" y="574600"/>
                </a:lnTo>
                <a:close/>
                <a:moveTo>
                  <a:pt x="583210" y="573712"/>
                </a:moveTo>
                <a:lnTo>
                  <a:pt x="583710" y="573712"/>
                </a:lnTo>
                <a:lnTo>
                  <a:pt x="583710" y="574600"/>
                </a:lnTo>
                <a:lnTo>
                  <a:pt x="583210" y="574600"/>
                </a:lnTo>
                <a:close/>
                <a:moveTo>
                  <a:pt x="373811" y="573712"/>
                </a:moveTo>
                <a:lnTo>
                  <a:pt x="374310" y="573712"/>
                </a:lnTo>
                <a:lnTo>
                  <a:pt x="374310" y="574600"/>
                </a:lnTo>
                <a:lnTo>
                  <a:pt x="373811" y="574600"/>
                </a:lnTo>
                <a:close/>
                <a:moveTo>
                  <a:pt x="512244" y="573712"/>
                </a:moveTo>
                <a:lnTo>
                  <a:pt x="512744" y="573712"/>
                </a:lnTo>
                <a:lnTo>
                  <a:pt x="512744" y="574600"/>
                </a:lnTo>
                <a:lnTo>
                  <a:pt x="512244" y="574600"/>
                </a:lnTo>
                <a:close/>
                <a:moveTo>
                  <a:pt x="399798" y="573712"/>
                </a:moveTo>
                <a:lnTo>
                  <a:pt x="400298" y="573712"/>
                </a:lnTo>
                <a:lnTo>
                  <a:pt x="400298" y="574600"/>
                </a:lnTo>
                <a:lnTo>
                  <a:pt x="399798" y="574600"/>
                </a:lnTo>
                <a:close/>
                <a:moveTo>
                  <a:pt x="294349" y="574600"/>
                </a:moveTo>
                <a:lnTo>
                  <a:pt x="294848" y="574600"/>
                </a:lnTo>
                <a:lnTo>
                  <a:pt x="294848" y="575488"/>
                </a:lnTo>
                <a:lnTo>
                  <a:pt x="294349" y="575488"/>
                </a:lnTo>
                <a:close/>
                <a:moveTo>
                  <a:pt x="496752" y="574600"/>
                </a:moveTo>
                <a:lnTo>
                  <a:pt x="497251" y="574600"/>
                </a:lnTo>
                <a:lnTo>
                  <a:pt x="497251" y="575488"/>
                </a:lnTo>
                <a:lnTo>
                  <a:pt x="496752" y="575488"/>
                </a:lnTo>
                <a:close/>
                <a:moveTo>
                  <a:pt x="598203" y="574600"/>
                </a:moveTo>
                <a:lnTo>
                  <a:pt x="598703" y="574600"/>
                </a:lnTo>
                <a:lnTo>
                  <a:pt x="598703" y="575488"/>
                </a:lnTo>
                <a:lnTo>
                  <a:pt x="598203" y="575488"/>
                </a:lnTo>
                <a:close/>
                <a:moveTo>
                  <a:pt x="772619" y="574600"/>
                </a:moveTo>
                <a:lnTo>
                  <a:pt x="773119" y="574600"/>
                </a:lnTo>
                <a:lnTo>
                  <a:pt x="773119" y="575488"/>
                </a:lnTo>
                <a:lnTo>
                  <a:pt x="772619" y="575488"/>
                </a:lnTo>
                <a:close/>
                <a:moveTo>
                  <a:pt x="400298" y="574600"/>
                </a:moveTo>
                <a:lnTo>
                  <a:pt x="400798" y="574600"/>
                </a:lnTo>
                <a:lnTo>
                  <a:pt x="400798" y="575488"/>
                </a:lnTo>
                <a:lnTo>
                  <a:pt x="400298" y="575488"/>
                </a:lnTo>
                <a:close/>
                <a:moveTo>
                  <a:pt x="364815" y="574600"/>
                </a:moveTo>
                <a:lnTo>
                  <a:pt x="365315" y="574600"/>
                </a:lnTo>
                <a:lnTo>
                  <a:pt x="365315" y="575488"/>
                </a:lnTo>
                <a:lnTo>
                  <a:pt x="364815" y="575488"/>
                </a:lnTo>
                <a:close/>
                <a:moveTo>
                  <a:pt x="449274" y="575488"/>
                </a:moveTo>
                <a:lnTo>
                  <a:pt x="449774" y="575488"/>
                </a:lnTo>
                <a:lnTo>
                  <a:pt x="449774" y="576377"/>
                </a:lnTo>
                <a:lnTo>
                  <a:pt x="449274" y="576377"/>
                </a:lnTo>
                <a:close/>
                <a:moveTo>
                  <a:pt x="462268" y="575488"/>
                </a:moveTo>
                <a:lnTo>
                  <a:pt x="462768" y="575488"/>
                </a:lnTo>
                <a:lnTo>
                  <a:pt x="462768" y="576377"/>
                </a:lnTo>
                <a:lnTo>
                  <a:pt x="462268" y="576377"/>
                </a:lnTo>
                <a:close/>
                <a:moveTo>
                  <a:pt x="637184" y="575488"/>
                </a:moveTo>
                <a:lnTo>
                  <a:pt x="637684" y="575488"/>
                </a:lnTo>
                <a:lnTo>
                  <a:pt x="637684" y="576377"/>
                </a:lnTo>
                <a:lnTo>
                  <a:pt x="637184" y="576377"/>
                </a:lnTo>
                <a:close/>
                <a:moveTo>
                  <a:pt x="750630" y="575488"/>
                </a:moveTo>
                <a:lnTo>
                  <a:pt x="751129" y="575488"/>
                </a:lnTo>
                <a:lnTo>
                  <a:pt x="751129" y="576377"/>
                </a:lnTo>
                <a:lnTo>
                  <a:pt x="750630" y="576377"/>
                </a:lnTo>
                <a:close/>
                <a:moveTo>
                  <a:pt x="490255" y="575488"/>
                </a:moveTo>
                <a:lnTo>
                  <a:pt x="490754" y="575488"/>
                </a:lnTo>
                <a:lnTo>
                  <a:pt x="490754" y="576377"/>
                </a:lnTo>
                <a:lnTo>
                  <a:pt x="490255" y="576377"/>
                </a:lnTo>
                <a:close/>
                <a:moveTo>
                  <a:pt x="0" y="421847"/>
                </a:moveTo>
                <a:lnTo>
                  <a:pt x="93945" y="421847"/>
                </a:lnTo>
                <a:lnTo>
                  <a:pt x="93945" y="576377"/>
                </a:lnTo>
                <a:lnTo>
                  <a:pt x="0" y="576377"/>
                </a:lnTo>
                <a:close/>
                <a:moveTo>
                  <a:pt x="584210" y="575488"/>
                </a:moveTo>
                <a:lnTo>
                  <a:pt x="584709" y="575488"/>
                </a:lnTo>
                <a:lnTo>
                  <a:pt x="584709" y="576377"/>
                </a:lnTo>
                <a:lnTo>
                  <a:pt x="584210" y="576377"/>
                </a:lnTo>
                <a:close/>
                <a:moveTo>
                  <a:pt x="358318" y="575488"/>
                </a:moveTo>
                <a:lnTo>
                  <a:pt x="358818" y="575488"/>
                </a:lnTo>
                <a:lnTo>
                  <a:pt x="358818" y="576377"/>
                </a:lnTo>
                <a:lnTo>
                  <a:pt x="358318" y="576377"/>
                </a:lnTo>
                <a:close/>
                <a:moveTo>
                  <a:pt x="401797" y="576377"/>
                </a:moveTo>
                <a:lnTo>
                  <a:pt x="402297" y="576377"/>
                </a:lnTo>
                <a:lnTo>
                  <a:pt x="402297" y="577265"/>
                </a:lnTo>
                <a:lnTo>
                  <a:pt x="401797" y="577265"/>
                </a:lnTo>
                <a:close/>
                <a:moveTo>
                  <a:pt x="345324" y="576377"/>
                </a:moveTo>
                <a:lnTo>
                  <a:pt x="345824" y="576377"/>
                </a:lnTo>
                <a:lnTo>
                  <a:pt x="345824" y="577265"/>
                </a:lnTo>
                <a:lnTo>
                  <a:pt x="345324" y="577265"/>
                </a:lnTo>
                <a:close/>
                <a:moveTo>
                  <a:pt x="352821" y="576377"/>
                </a:moveTo>
                <a:lnTo>
                  <a:pt x="353320" y="576377"/>
                </a:lnTo>
                <a:lnTo>
                  <a:pt x="353320" y="577265"/>
                </a:lnTo>
                <a:lnTo>
                  <a:pt x="352821" y="577265"/>
                </a:lnTo>
                <a:close/>
                <a:moveTo>
                  <a:pt x="703152" y="576377"/>
                </a:moveTo>
                <a:lnTo>
                  <a:pt x="703652" y="576377"/>
                </a:lnTo>
                <a:lnTo>
                  <a:pt x="703652" y="577265"/>
                </a:lnTo>
                <a:lnTo>
                  <a:pt x="703152" y="577265"/>
                </a:lnTo>
                <a:close/>
                <a:moveTo>
                  <a:pt x="413791" y="576377"/>
                </a:moveTo>
                <a:lnTo>
                  <a:pt x="414291" y="576377"/>
                </a:lnTo>
                <a:lnTo>
                  <a:pt x="414291" y="577265"/>
                </a:lnTo>
                <a:lnTo>
                  <a:pt x="413791" y="577265"/>
                </a:lnTo>
                <a:close/>
                <a:moveTo>
                  <a:pt x="596704" y="576377"/>
                </a:moveTo>
                <a:lnTo>
                  <a:pt x="597203" y="576377"/>
                </a:lnTo>
                <a:lnTo>
                  <a:pt x="597203" y="577265"/>
                </a:lnTo>
                <a:lnTo>
                  <a:pt x="596704" y="577265"/>
                </a:lnTo>
                <a:close/>
                <a:moveTo>
                  <a:pt x="307842" y="576377"/>
                </a:moveTo>
                <a:lnTo>
                  <a:pt x="308342" y="576377"/>
                </a:lnTo>
                <a:lnTo>
                  <a:pt x="308342" y="577265"/>
                </a:lnTo>
                <a:lnTo>
                  <a:pt x="307842" y="577265"/>
                </a:lnTo>
                <a:close/>
                <a:moveTo>
                  <a:pt x="295848" y="576377"/>
                </a:moveTo>
                <a:lnTo>
                  <a:pt x="296348" y="576377"/>
                </a:lnTo>
                <a:lnTo>
                  <a:pt x="296348" y="577265"/>
                </a:lnTo>
                <a:lnTo>
                  <a:pt x="295848" y="577265"/>
                </a:lnTo>
                <a:close/>
                <a:moveTo>
                  <a:pt x="512744" y="576377"/>
                </a:moveTo>
                <a:lnTo>
                  <a:pt x="513244" y="576377"/>
                </a:lnTo>
                <a:lnTo>
                  <a:pt x="513244" y="577265"/>
                </a:lnTo>
                <a:lnTo>
                  <a:pt x="512744" y="577265"/>
                </a:lnTo>
                <a:close/>
                <a:moveTo>
                  <a:pt x="606699" y="547957"/>
                </a:moveTo>
                <a:lnTo>
                  <a:pt x="607199" y="547957"/>
                </a:lnTo>
                <a:lnTo>
                  <a:pt x="607199" y="578153"/>
                </a:lnTo>
                <a:lnTo>
                  <a:pt x="606699" y="578153"/>
                </a:lnTo>
                <a:close/>
                <a:moveTo>
                  <a:pt x="364315" y="577265"/>
                </a:moveTo>
                <a:lnTo>
                  <a:pt x="364815" y="577265"/>
                </a:lnTo>
                <a:lnTo>
                  <a:pt x="364815" y="578153"/>
                </a:lnTo>
                <a:lnTo>
                  <a:pt x="364315" y="578153"/>
                </a:lnTo>
                <a:close/>
                <a:moveTo>
                  <a:pt x="257366" y="547957"/>
                </a:moveTo>
                <a:lnTo>
                  <a:pt x="257866" y="547957"/>
                </a:lnTo>
                <a:lnTo>
                  <a:pt x="257866" y="578153"/>
                </a:lnTo>
                <a:lnTo>
                  <a:pt x="257366" y="578153"/>
                </a:lnTo>
                <a:close/>
                <a:moveTo>
                  <a:pt x="496252" y="577265"/>
                </a:moveTo>
                <a:lnTo>
                  <a:pt x="496752" y="577265"/>
                </a:lnTo>
                <a:lnTo>
                  <a:pt x="496752" y="578153"/>
                </a:lnTo>
                <a:lnTo>
                  <a:pt x="496252" y="578153"/>
                </a:lnTo>
                <a:close/>
                <a:moveTo>
                  <a:pt x="562220" y="547957"/>
                </a:moveTo>
                <a:lnTo>
                  <a:pt x="562720" y="547957"/>
                </a:lnTo>
                <a:lnTo>
                  <a:pt x="562720" y="578153"/>
                </a:lnTo>
                <a:lnTo>
                  <a:pt x="562220" y="578153"/>
                </a:lnTo>
                <a:close/>
                <a:moveTo>
                  <a:pt x="374310" y="577265"/>
                </a:moveTo>
                <a:lnTo>
                  <a:pt x="374810" y="577265"/>
                </a:lnTo>
                <a:lnTo>
                  <a:pt x="374810" y="578153"/>
                </a:lnTo>
                <a:lnTo>
                  <a:pt x="374310" y="578153"/>
                </a:lnTo>
                <a:close/>
                <a:moveTo>
                  <a:pt x="770620" y="577265"/>
                </a:moveTo>
                <a:lnTo>
                  <a:pt x="771120" y="577265"/>
                </a:lnTo>
                <a:lnTo>
                  <a:pt x="771120" y="578153"/>
                </a:lnTo>
                <a:lnTo>
                  <a:pt x="770620" y="578153"/>
                </a:lnTo>
                <a:close/>
                <a:moveTo>
                  <a:pt x="762124" y="577265"/>
                </a:moveTo>
                <a:lnTo>
                  <a:pt x="762624" y="577265"/>
                </a:lnTo>
                <a:lnTo>
                  <a:pt x="762624" y="578153"/>
                </a:lnTo>
                <a:lnTo>
                  <a:pt x="762124" y="578153"/>
                </a:lnTo>
                <a:close/>
                <a:moveTo>
                  <a:pt x="190399" y="547957"/>
                </a:moveTo>
                <a:lnTo>
                  <a:pt x="190898" y="547957"/>
                </a:lnTo>
                <a:lnTo>
                  <a:pt x="190898" y="578153"/>
                </a:lnTo>
                <a:lnTo>
                  <a:pt x="190399" y="578153"/>
                </a:lnTo>
                <a:close/>
                <a:moveTo>
                  <a:pt x="284853" y="577265"/>
                </a:moveTo>
                <a:lnTo>
                  <a:pt x="285353" y="577265"/>
                </a:lnTo>
                <a:lnTo>
                  <a:pt x="285353" y="578153"/>
                </a:lnTo>
                <a:lnTo>
                  <a:pt x="284853" y="578153"/>
                </a:lnTo>
                <a:close/>
                <a:moveTo>
                  <a:pt x="656175" y="577265"/>
                </a:moveTo>
                <a:lnTo>
                  <a:pt x="656675" y="577265"/>
                </a:lnTo>
                <a:lnTo>
                  <a:pt x="656675" y="578153"/>
                </a:lnTo>
                <a:lnTo>
                  <a:pt x="656175" y="578153"/>
                </a:lnTo>
                <a:close/>
                <a:moveTo>
                  <a:pt x="506247" y="577265"/>
                </a:moveTo>
                <a:lnTo>
                  <a:pt x="506747" y="577265"/>
                </a:lnTo>
                <a:lnTo>
                  <a:pt x="506747" y="578153"/>
                </a:lnTo>
                <a:lnTo>
                  <a:pt x="506247" y="578153"/>
                </a:lnTo>
                <a:close/>
                <a:moveTo>
                  <a:pt x="586209" y="577265"/>
                </a:moveTo>
                <a:lnTo>
                  <a:pt x="586708" y="577265"/>
                </a:lnTo>
                <a:lnTo>
                  <a:pt x="586708" y="578153"/>
                </a:lnTo>
                <a:lnTo>
                  <a:pt x="586209" y="578153"/>
                </a:lnTo>
                <a:close/>
                <a:moveTo>
                  <a:pt x="709649" y="578153"/>
                </a:moveTo>
                <a:lnTo>
                  <a:pt x="710149" y="578153"/>
                </a:lnTo>
                <a:lnTo>
                  <a:pt x="710149" y="579041"/>
                </a:lnTo>
                <a:lnTo>
                  <a:pt x="709649" y="579041"/>
                </a:lnTo>
                <a:close/>
                <a:moveTo>
                  <a:pt x="704652" y="578153"/>
                </a:moveTo>
                <a:lnTo>
                  <a:pt x="705152" y="578153"/>
                </a:lnTo>
                <a:lnTo>
                  <a:pt x="705152" y="579041"/>
                </a:lnTo>
                <a:lnTo>
                  <a:pt x="704652" y="579041"/>
                </a:lnTo>
                <a:close/>
                <a:moveTo>
                  <a:pt x="762624" y="578153"/>
                </a:moveTo>
                <a:lnTo>
                  <a:pt x="763124" y="578153"/>
                </a:lnTo>
                <a:lnTo>
                  <a:pt x="763124" y="579041"/>
                </a:lnTo>
                <a:lnTo>
                  <a:pt x="762624" y="579041"/>
                </a:lnTo>
                <a:close/>
                <a:moveTo>
                  <a:pt x="405795" y="578153"/>
                </a:moveTo>
                <a:lnTo>
                  <a:pt x="406295" y="578153"/>
                </a:lnTo>
                <a:lnTo>
                  <a:pt x="406295" y="579041"/>
                </a:lnTo>
                <a:lnTo>
                  <a:pt x="405795" y="579041"/>
                </a:lnTo>
                <a:close/>
                <a:moveTo>
                  <a:pt x="410293" y="578153"/>
                </a:moveTo>
                <a:lnTo>
                  <a:pt x="410793" y="578153"/>
                </a:lnTo>
                <a:lnTo>
                  <a:pt x="410793" y="579041"/>
                </a:lnTo>
                <a:lnTo>
                  <a:pt x="410293" y="579041"/>
                </a:lnTo>
                <a:close/>
                <a:moveTo>
                  <a:pt x="304344" y="578153"/>
                </a:moveTo>
                <a:lnTo>
                  <a:pt x="304844" y="578153"/>
                </a:lnTo>
                <a:lnTo>
                  <a:pt x="304844" y="579041"/>
                </a:lnTo>
                <a:lnTo>
                  <a:pt x="304344" y="579041"/>
                </a:lnTo>
                <a:close/>
                <a:moveTo>
                  <a:pt x="299846" y="578153"/>
                </a:moveTo>
                <a:lnTo>
                  <a:pt x="300346" y="578153"/>
                </a:lnTo>
                <a:lnTo>
                  <a:pt x="300346" y="579041"/>
                </a:lnTo>
                <a:lnTo>
                  <a:pt x="299846" y="579041"/>
                </a:lnTo>
                <a:close/>
                <a:moveTo>
                  <a:pt x="588707" y="578153"/>
                </a:moveTo>
                <a:lnTo>
                  <a:pt x="589207" y="578153"/>
                </a:lnTo>
                <a:lnTo>
                  <a:pt x="589207" y="579041"/>
                </a:lnTo>
                <a:lnTo>
                  <a:pt x="588707" y="579041"/>
                </a:lnTo>
                <a:close/>
                <a:moveTo>
                  <a:pt x="453772" y="578153"/>
                </a:moveTo>
                <a:lnTo>
                  <a:pt x="454272" y="578153"/>
                </a:lnTo>
                <a:lnTo>
                  <a:pt x="454272" y="579041"/>
                </a:lnTo>
                <a:lnTo>
                  <a:pt x="453772" y="579041"/>
                </a:lnTo>
                <a:close/>
                <a:moveTo>
                  <a:pt x="628688" y="578153"/>
                </a:moveTo>
                <a:lnTo>
                  <a:pt x="629188" y="578153"/>
                </a:lnTo>
                <a:lnTo>
                  <a:pt x="629188" y="579041"/>
                </a:lnTo>
                <a:lnTo>
                  <a:pt x="628688" y="579041"/>
                </a:lnTo>
                <a:close/>
                <a:moveTo>
                  <a:pt x="593205" y="578153"/>
                </a:moveTo>
                <a:lnTo>
                  <a:pt x="593705" y="578153"/>
                </a:lnTo>
                <a:lnTo>
                  <a:pt x="593705" y="579041"/>
                </a:lnTo>
                <a:lnTo>
                  <a:pt x="593205" y="579041"/>
                </a:lnTo>
                <a:close/>
                <a:moveTo>
                  <a:pt x="0" y="576377"/>
                </a:moveTo>
                <a:lnTo>
                  <a:pt x="93445" y="576377"/>
                </a:lnTo>
                <a:lnTo>
                  <a:pt x="93445" y="579929"/>
                </a:lnTo>
                <a:lnTo>
                  <a:pt x="0" y="579929"/>
                </a:lnTo>
                <a:close/>
                <a:moveTo>
                  <a:pt x="769121" y="579041"/>
                </a:moveTo>
                <a:lnTo>
                  <a:pt x="769621" y="579041"/>
                </a:lnTo>
                <a:lnTo>
                  <a:pt x="769621" y="579929"/>
                </a:lnTo>
                <a:lnTo>
                  <a:pt x="769121" y="579929"/>
                </a:lnTo>
                <a:close/>
                <a:moveTo>
                  <a:pt x="763124" y="579041"/>
                </a:moveTo>
                <a:lnTo>
                  <a:pt x="763623" y="579041"/>
                </a:lnTo>
                <a:lnTo>
                  <a:pt x="763623" y="579929"/>
                </a:lnTo>
                <a:lnTo>
                  <a:pt x="763124" y="579929"/>
                </a:lnTo>
                <a:close/>
                <a:moveTo>
                  <a:pt x="706151" y="579929"/>
                </a:moveTo>
                <a:lnTo>
                  <a:pt x="706651" y="579929"/>
                </a:lnTo>
                <a:lnTo>
                  <a:pt x="706651" y="580817"/>
                </a:lnTo>
                <a:lnTo>
                  <a:pt x="706151" y="580817"/>
                </a:lnTo>
                <a:close/>
                <a:moveTo>
                  <a:pt x="709150" y="579929"/>
                </a:moveTo>
                <a:lnTo>
                  <a:pt x="709649" y="579929"/>
                </a:lnTo>
                <a:lnTo>
                  <a:pt x="709649" y="580817"/>
                </a:lnTo>
                <a:lnTo>
                  <a:pt x="709150" y="580817"/>
                </a:lnTo>
                <a:close/>
                <a:moveTo>
                  <a:pt x="737136" y="580817"/>
                </a:moveTo>
                <a:lnTo>
                  <a:pt x="737636" y="580817"/>
                </a:lnTo>
                <a:lnTo>
                  <a:pt x="737636" y="581705"/>
                </a:lnTo>
                <a:lnTo>
                  <a:pt x="737136" y="581705"/>
                </a:lnTo>
                <a:close/>
                <a:moveTo>
                  <a:pt x="707151" y="580817"/>
                </a:moveTo>
                <a:lnTo>
                  <a:pt x="707650" y="580817"/>
                </a:lnTo>
                <a:lnTo>
                  <a:pt x="707650" y="581705"/>
                </a:lnTo>
                <a:lnTo>
                  <a:pt x="707151" y="581705"/>
                </a:lnTo>
                <a:close/>
                <a:moveTo>
                  <a:pt x="767622" y="580817"/>
                </a:moveTo>
                <a:lnTo>
                  <a:pt x="768121" y="580817"/>
                </a:lnTo>
                <a:lnTo>
                  <a:pt x="768121" y="581705"/>
                </a:lnTo>
                <a:lnTo>
                  <a:pt x="767622" y="581705"/>
                </a:lnTo>
                <a:close/>
                <a:moveTo>
                  <a:pt x="0" y="579929"/>
                </a:moveTo>
                <a:lnTo>
                  <a:pt x="92945" y="579929"/>
                </a:lnTo>
                <a:lnTo>
                  <a:pt x="92945" y="581705"/>
                </a:lnTo>
                <a:lnTo>
                  <a:pt x="0" y="581705"/>
                </a:lnTo>
                <a:close/>
                <a:moveTo>
                  <a:pt x="747631" y="581705"/>
                </a:moveTo>
                <a:lnTo>
                  <a:pt x="748131" y="581705"/>
                </a:lnTo>
                <a:lnTo>
                  <a:pt x="748131" y="582593"/>
                </a:lnTo>
                <a:lnTo>
                  <a:pt x="747631" y="582593"/>
                </a:lnTo>
                <a:close/>
                <a:moveTo>
                  <a:pt x="746132" y="582593"/>
                </a:moveTo>
                <a:lnTo>
                  <a:pt x="746632" y="582593"/>
                </a:lnTo>
                <a:lnTo>
                  <a:pt x="746632" y="583481"/>
                </a:lnTo>
                <a:lnTo>
                  <a:pt x="746132" y="583481"/>
                </a:lnTo>
                <a:close/>
                <a:moveTo>
                  <a:pt x="0" y="581705"/>
                </a:moveTo>
                <a:lnTo>
                  <a:pt x="92446" y="581705"/>
                </a:lnTo>
                <a:lnTo>
                  <a:pt x="92446" y="584369"/>
                </a:lnTo>
                <a:lnTo>
                  <a:pt x="0" y="584369"/>
                </a:lnTo>
                <a:close/>
                <a:moveTo>
                  <a:pt x="0" y="584369"/>
                </a:moveTo>
                <a:lnTo>
                  <a:pt x="91946" y="584369"/>
                </a:lnTo>
                <a:lnTo>
                  <a:pt x="91946" y="585258"/>
                </a:lnTo>
                <a:lnTo>
                  <a:pt x="0" y="585258"/>
                </a:lnTo>
                <a:close/>
                <a:moveTo>
                  <a:pt x="0" y="585258"/>
                </a:moveTo>
                <a:lnTo>
                  <a:pt x="91446" y="585258"/>
                </a:lnTo>
                <a:lnTo>
                  <a:pt x="91446" y="587034"/>
                </a:lnTo>
                <a:lnTo>
                  <a:pt x="0" y="587034"/>
                </a:lnTo>
                <a:close/>
                <a:moveTo>
                  <a:pt x="0" y="587034"/>
                </a:moveTo>
                <a:lnTo>
                  <a:pt x="90946" y="587034"/>
                </a:lnTo>
                <a:lnTo>
                  <a:pt x="90946" y="587922"/>
                </a:lnTo>
                <a:lnTo>
                  <a:pt x="0" y="587922"/>
                </a:lnTo>
                <a:close/>
                <a:moveTo>
                  <a:pt x="0" y="587922"/>
                </a:moveTo>
                <a:lnTo>
                  <a:pt x="90447" y="587922"/>
                </a:lnTo>
                <a:lnTo>
                  <a:pt x="90447" y="589698"/>
                </a:lnTo>
                <a:lnTo>
                  <a:pt x="0" y="589698"/>
                </a:lnTo>
                <a:close/>
                <a:moveTo>
                  <a:pt x="0" y="589698"/>
                </a:moveTo>
                <a:lnTo>
                  <a:pt x="89947" y="589698"/>
                </a:lnTo>
                <a:lnTo>
                  <a:pt x="89947" y="590586"/>
                </a:lnTo>
                <a:lnTo>
                  <a:pt x="0" y="590586"/>
                </a:lnTo>
                <a:close/>
                <a:moveTo>
                  <a:pt x="0" y="590586"/>
                </a:moveTo>
                <a:lnTo>
                  <a:pt x="89447" y="590586"/>
                </a:lnTo>
                <a:lnTo>
                  <a:pt x="89447" y="591474"/>
                </a:lnTo>
                <a:lnTo>
                  <a:pt x="0" y="591474"/>
                </a:lnTo>
                <a:close/>
                <a:moveTo>
                  <a:pt x="0" y="591474"/>
                </a:moveTo>
                <a:lnTo>
                  <a:pt x="88947" y="591474"/>
                </a:lnTo>
                <a:lnTo>
                  <a:pt x="88947" y="592362"/>
                </a:lnTo>
                <a:lnTo>
                  <a:pt x="0" y="592362"/>
                </a:lnTo>
                <a:close/>
                <a:moveTo>
                  <a:pt x="0" y="592362"/>
                </a:moveTo>
                <a:lnTo>
                  <a:pt x="88448" y="592362"/>
                </a:lnTo>
                <a:lnTo>
                  <a:pt x="88448" y="593250"/>
                </a:lnTo>
                <a:lnTo>
                  <a:pt x="0" y="593250"/>
                </a:lnTo>
                <a:close/>
                <a:moveTo>
                  <a:pt x="0" y="593250"/>
                </a:moveTo>
                <a:lnTo>
                  <a:pt x="87948" y="593250"/>
                </a:lnTo>
                <a:lnTo>
                  <a:pt x="87948" y="594139"/>
                </a:lnTo>
                <a:lnTo>
                  <a:pt x="0" y="594139"/>
                </a:lnTo>
                <a:close/>
                <a:moveTo>
                  <a:pt x="0" y="594139"/>
                </a:moveTo>
                <a:lnTo>
                  <a:pt x="87448" y="594139"/>
                </a:lnTo>
                <a:lnTo>
                  <a:pt x="87448" y="595027"/>
                </a:lnTo>
                <a:lnTo>
                  <a:pt x="0" y="595027"/>
                </a:lnTo>
                <a:close/>
                <a:moveTo>
                  <a:pt x="0" y="595027"/>
                </a:moveTo>
                <a:lnTo>
                  <a:pt x="86449" y="595027"/>
                </a:lnTo>
                <a:lnTo>
                  <a:pt x="86449" y="595915"/>
                </a:lnTo>
                <a:lnTo>
                  <a:pt x="0" y="595915"/>
                </a:lnTo>
                <a:close/>
                <a:moveTo>
                  <a:pt x="0" y="595915"/>
                </a:moveTo>
                <a:lnTo>
                  <a:pt x="85949" y="595915"/>
                </a:lnTo>
                <a:lnTo>
                  <a:pt x="85949" y="596803"/>
                </a:lnTo>
                <a:lnTo>
                  <a:pt x="0" y="596803"/>
                </a:lnTo>
                <a:close/>
                <a:moveTo>
                  <a:pt x="0" y="596803"/>
                </a:moveTo>
                <a:lnTo>
                  <a:pt x="84949" y="596803"/>
                </a:lnTo>
                <a:lnTo>
                  <a:pt x="84949" y="597691"/>
                </a:lnTo>
                <a:lnTo>
                  <a:pt x="0" y="597691"/>
                </a:lnTo>
                <a:close/>
                <a:moveTo>
                  <a:pt x="0" y="597691"/>
                </a:moveTo>
                <a:lnTo>
                  <a:pt x="83950" y="597691"/>
                </a:lnTo>
                <a:lnTo>
                  <a:pt x="83950" y="598579"/>
                </a:lnTo>
                <a:lnTo>
                  <a:pt x="0" y="598579"/>
                </a:lnTo>
                <a:close/>
                <a:moveTo>
                  <a:pt x="0" y="598579"/>
                </a:moveTo>
                <a:lnTo>
                  <a:pt x="82450" y="598579"/>
                </a:lnTo>
                <a:lnTo>
                  <a:pt x="82450" y="599467"/>
                </a:lnTo>
                <a:lnTo>
                  <a:pt x="0" y="599467"/>
                </a:lnTo>
                <a:close/>
                <a:moveTo>
                  <a:pt x="0" y="599467"/>
                </a:moveTo>
                <a:lnTo>
                  <a:pt x="80451" y="599467"/>
                </a:lnTo>
                <a:lnTo>
                  <a:pt x="80451" y="600355"/>
                </a:lnTo>
                <a:lnTo>
                  <a:pt x="0" y="600355"/>
                </a:lnTo>
                <a:close/>
                <a:moveTo>
                  <a:pt x="0" y="600355"/>
                </a:moveTo>
                <a:lnTo>
                  <a:pt x="490" y="600355"/>
                </a:lnTo>
                <a:lnTo>
                  <a:pt x="490" y="601243"/>
                </a:lnTo>
                <a:lnTo>
                  <a:pt x="0" y="601243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</p:sp>
      <p:sp>
        <p:nvSpPr>
          <p:cNvPr id="38" name="Kimate circled colour correction 38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690159" y="888"/>
                </a:moveTo>
                <a:lnTo>
                  <a:pt x="1000000" y="888"/>
                </a:lnTo>
                <a:lnTo>
                  <a:pt x="1000000" y="64831"/>
                </a:lnTo>
                <a:lnTo>
                  <a:pt x="690159" y="64831"/>
                </a:lnTo>
                <a:close/>
                <a:moveTo>
                  <a:pt x="690159" y="64831"/>
                </a:moveTo>
                <a:lnTo>
                  <a:pt x="765623" y="64831"/>
                </a:lnTo>
                <a:lnTo>
                  <a:pt x="765623" y="65719"/>
                </a:lnTo>
                <a:lnTo>
                  <a:pt x="690159" y="65719"/>
                </a:lnTo>
                <a:close/>
                <a:moveTo>
                  <a:pt x="690159" y="65719"/>
                </a:moveTo>
                <a:lnTo>
                  <a:pt x="765123" y="65719"/>
                </a:lnTo>
                <a:lnTo>
                  <a:pt x="765123" y="66607"/>
                </a:lnTo>
                <a:lnTo>
                  <a:pt x="690159" y="66607"/>
                </a:lnTo>
                <a:close/>
                <a:moveTo>
                  <a:pt x="766122" y="64831"/>
                </a:moveTo>
                <a:lnTo>
                  <a:pt x="1000000" y="64831"/>
                </a:lnTo>
                <a:lnTo>
                  <a:pt x="1000000" y="67496"/>
                </a:lnTo>
                <a:lnTo>
                  <a:pt x="766122" y="67496"/>
                </a:lnTo>
                <a:close/>
                <a:moveTo>
                  <a:pt x="690159" y="66607"/>
                </a:moveTo>
                <a:lnTo>
                  <a:pt x="731139" y="66607"/>
                </a:lnTo>
                <a:lnTo>
                  <a:pt x="731139" y="67496"/>
                </a:lnTo>
                <a:lnTo>
                  <a:pt x="690159" y="67496"/>
                </a:lnTo>
                <a:close/>
                <a:moveTo>
                  <a:pt x="733138" y="66607"/>
                </a:moveTo>
                <a:lnTo>
                  <a:pt x="764123" y="66607"/>
                </a:lnTo>
                <a:lnTo>
                  <a:pt x="764123" y="67496"/>
                </a:lnTo>
                <a:lnTo>
                  <a:pt x="733138" y="67496"/>
                </a:lnTo>
                <a:close/>
                <a:moveTo>
                  <a:pt x="690159" y="67496"/>
                </a:moveTo>
                <a:lnTo>
                  <a:pt x="729640" y="67496"/>
                </a:lnTo>
                <a:lnTo>
                  <a:pt x="729640" y="68384"/>
                </a:lnTo>
                <a:lnTo>
                  <a:pt x="690159" y="68384"/>
                </a:lnTo>
                <a:close/>
                <a:moveTo>
                  <a:pt x="733138" y="67496"/>
                </a:moveTo>
                <a:lnTo>
                  <a:pt x="762124" y="67496"/>
                </a:lnTo>
                <a:lnTo>
                  <a:pt x="762124" y="68384"/>
                </a:lnTo>
                <a:lnTo>
                  <a:pt x="733138" y="68384"/>
                </a:lnTo>
                <a:close/>
                <a:moveTo>
                  <a:pt x="766122" y="67496"/>
                </a:moveTo>
                <a:lnTo>
                  <a:pt x="766622" y="67496"/>
                </a:lnTo>
                <a:lnTo>
                  <a:pt x="766622" y="68384"/>
                </a:lnTo>
                <a:lnTo>
                  <a:pt x="766122" y="68384"/>
                </a:lnTo>
                <a:close/>
                <a:moveTo>
                  <a:pt x="767622" y="67496"/>
                </a:moveTo>
                <a:lnTo>
                  <a:pt x="1000000" y="67496"/>
                </a:lnTo>
                <a:lnTo>
                  <a:pt x="1000000" y="68384"/>
                </a:lnTo>
                <a:lnTo>
                  <a:pt x="767622" y="68384"/>
                </a:lnTo>
                <a:close/>
                <a:moveTo>
                  <a:pt x="690159" y="68384"/>
                </a:moveTo>
                <a:lnTo>
                  <a:pt x="728640" y="68384"/>
                </a:lnTo>
                <a:lnTo>
                  <a:pt x="728640" y="69272"/>
                </a:lnTo>
                <a:lnTo>
                  <a:pt x="690159" y="69272"/>
                </a:lnTo>
                <a:close/>
                <a:moveTo>
                  <a:pt x="733138" y="68384"/>
                </a:moveTo>
                <a:lnTo>
                  <a:pt x="760625" y="68384"/>
                </a:lnTo>
                <a:lnTo>
                  <a:pt x="760625" y="69272"/>
                </a:lnTo>
                <a:lnTo>
                  <a:pt x="733138" y="69272"/>
                </a:lnTo>
                <a:close/>
                <a:moveTo>
                  <a:pt x="733138" y="69272"/>
                </a:moveTo>
                <a:lnTo>
                  <a:pt x="759625" y="69272"/>
                </a:lnTo>
                <a:lnTo>
                  <a:pt x="759625" y="70160"/>
                </a:lnTo>
                <a:lnTo>
                  <a:pt x="733138" y="70160"/>
                </a:lnTo>
                <a:close/>
                <a:moveTo>
                  <a:pt x="690159" y="69272"/>
                </a:moveTo>
                <a:lnTo>
                  <a:pt x="728140" y="69272"/>
                </a:lnTo>
                <a:lnTo>
                  <a:pt x="728140" y="70160"/>
                </a:lnTo>
                <a:lnTo>
                  <a:pt x="690159" y="70160"/>
                </a:lnTo>
                <a:close/>
                <a:moveTo>
                  <a:pt x="690159" y="70160"/>
                </a:moveTo>
                <a:lnTo>
                  <a:pt x="727641" y="70160"/>
                </a:lnTo>
                <a:lnTo>
                  <a:pt x="727641" y="71048"/>
                </a:lnTo>
                <a:lnTo>
                  <a:pt x="690159" y="71048"/>
                </a:lnTo>
                <a:close/>
                <a:moveTo>
                  <a:pt x="732638" y="70160"/>
                </a:moveTo>
                <a:lnTo>
                  <a:pt x="758626" y="70160"/>
                </a:lnTo>
                <a:lnTo>
                  <a:pt x="758626" y="71048"/>
                </a:lnTo>
                <a:lnTo>
                  <a:pt x="732638" y="71048"/>
                </a:lnTo>
                <a:close/>
                <a:moveTo>
                  <a:pt x="767122" y="68384"/>
                </a:moveTo>
                <a:lnTo>
                  <a:pt x="1000000" y="68384"/>
                </a:lnTo>
                <a:lnTo>
                  <a:pt x="1000000" y="71048"/>
                </a:lnTo>
                <a:lnTo>
                  <a:pt x="767122" y="71048"/>
                </a:lnTo>
                <a:close/>
                <a:moveTo>
                  <a:pt x="732139" y="71048"/>
                </a:moveTo>
                <a:lnTo>
                  <a:pt x="758626" y="71048"/>
                </a:lnTo>
                <a:lnTo>
                  <a:pt x="758626" y="71936"/>
                </a:lnTo>
                <a:lnTo>
                  <a:pt x="732139" y="71936"/>
                </a:lnTo>
                <a:close/>
                <a:moveTo>
                  <a:pt x="764623" y="71048"/>
                </a:moveTo>
                <a:lnTo>
                  <a:pt x="765123" y="71048"/>
                </a:lnTo>
                <a:lnTo>
                  <a:pt x="765123" y="71936"/>
                </a:lnTo>
                <a:lnTo>
                  <a:pt x="764623" y="71936"/>
                </a:lnTo>
                <a:close/>
                <a:moveTo>
                  <a:pt x="766622" y="71048"/>
                </a:moveTo>
                <a:lnTo>
                  <a:pt x="1000000" y="71048"/>
                </a:lnTo>
                <a:lnTo>
                  <a:pt x="1000000" y="71936"/>
                </a:lnTo>
                <a:lnTo>
                  <a:pt x="766622" y="71936"/>
                </a:lnTo>
                <a:close/>
                <a:moveTo>
                  <a:pt x="690159" y="71048"/>
                </a:moveTo>
                <a:lnTo>
                  <a:pt x="727141" y="71048"/>
                </a:lnTo>
                <a:lnTo>
                  <a:pt x="727141" y="72824"/>
                </a:lnTo>
                <a:lnTo>
                  <a:pt x="690159" y="72824"/>
                </a:lnTo>
                <a:close/>
                <a:moveTo>
                  <a:pt x="764123" y="71936"/>
                </a:moveTo>
                <a:lnTo>
                  <a:pt x="765123" y="71936"/>
                </a:lnTo>
                <a:lnTo>
                  <a:pt x="765123" y="72824"/>
                </a:lnTo>
                <a:lnTo>
                  <a:pt x="764123" y="72824"/>
                </a:lnTo>
                <a:close/>
                <a:moveTo>
                  <a:pt x="732139" y="71936"/>
                </a:moveTo>
                <a:lnTo>
                  <a:pt x="757127" y="71936"/>
                </a:lnTo>
                <a:lnTo>
                  <a:pt x="757127" y="72824"/>
                </a:lnTo>
                <a:lnTo>
                  <a:pt x="732139" y="72824"/>
                </a:lnTo>
                <a:close/>
                <a:moveTo>
                  <a:pt x="767122" y="71936"/>
                </a:moveTo>
                <a:lnTo>
                  <a:pt x="1000000" y="71936"/>
                </a:lnTo>
                <a:lnTo>
                  <a:pt x="1000000" y="72824"/>
                </a:lnTo>
                <a:lnTo>
                  <a:pt x="767122" y="72824"/>
                </a:lnTo>
                <a:close/>
                <a:moveTo>
                  <a:pt x="731639" y="72824"/>
                </a:moveTo>
                <a:lnTo>
                  <a:pt x="756627" y="72824"/>
                </a:lnTo>
                <a:lnTo>
                  <a:pt x="756627" y="73712"/>
                </a:lnTo>
                <a:lnTo>
                  <a:pt x="731639" y="73712"/>
                </a:lnTo>
                <a:close/>
                <a:moveTo>
                  <a:pt x="767622" y="72824"/>
                </a:moveTo>
                <a:lnTo>
                  <a:pt x="1000000" y="72824"/>
                </a:lnTo>
                <a:lnTo>
                  <a:pt x="1000000" y="73712"/>
                </a:lnTo>
                <a:lnTo>
                  <a:pt x="767622" y="73712"/>
                </a:lnTo>
                <a:close/>
                <a:moveTo>
                  <a:pt x="763623" y="72824"/>
                </a:moveTo>
                <a:lnTo>
                  <a:pt x="764623" y="72824"/>
                </a:lnTo>
                <a:lnTo>
                  <a:pt x="764623" y="73712"/>
                </a:lnTo>
                <a:lnTo>
                  <a:pt x="763623" y="73712"/>
                </a:lnTo>
                <a:close/>
                <a:moveTo>
                  <a:pt x="731639" y="73712"/>
                </a:moveTo>
                <a:lnTo>
                  <a:pt x="756127" y="73712"/>
                </a:lnTo>
                <a:lnTo>
                  <a:pt x="756127" y="74600"/>
                </a:lnTo>
                <a:lnTo>
                  <a:pt x="731639" y="74600"/>
                </a:lnTo>
                <a:close/>
                <a:moveTo>
                  <a:pt x="763124" y="73712"/>
                </a:moveTo>
                <a:lnTo>
                  <a:pt x="764623" y="73712"/>
                </a:lnTo>
                <a:lnTo>
                  <a:pt x="764623" y="74600"/>
                </a:lnTo>
                <a:lnTo>
                  <a:pt x="763124" y="74600"/>
                </a:lnTo>
                <a:close/>
                <a:moveTo>
                  <a:pt x="690159" y="72824"/>
                </a:moveTo>
                <a:lnTo>
                  <a:pt x="726641" y="72824"/>
                </a:lnTo>
                <a:lnTo>
                  <a:pt x="726641" y="74600"/>
                </a:lnTo>
                <a:lnTo>
                  <a:pt x="690159" y="74600"/>
                </a:lnTo>
                <a:close/>
                <a:moveTo>
                  <a:pt x="727641" y="73712"/>
                </a:moveTo>
                <a:lnTo>
                  <a:pt x="728140" y="73712"/>
                </a:lnTo>
                <a:lnTo>
                  <a:pt x="728140" y="74600"/>
                </a:lnTo>
                <a:lnTo>
                  <a:pt x="727641" y="74600"/>
                </a:lnTo>
                <a:close/>
                <a:moveTo>
                  <a:pt x="768121" y="73712"/>
                </a:moveTo>
                <a:lnTo>
                  <a:pt x="1000000" y="73712"/>
                </a:lnTo>
                <a:lnTo>
                  <a:pt x="1000000" y="74600"/>
                </a:lnTo>
                <a:lnTo>
                  <a:pt x="768121" y="74600"/>
                </a:lnTo>
                <a:close/>
                <a:moveTo>
                  <a:pt x="690159" y="74600"/>
                </a:moveTo>
                <a:lnTo>
                  <a:pt x="726141" y="74600"/>
                </a:lnTo>
                <a:lnTo>
                  <a:pt x="726141" y="75488"/>
                </a:lnTo>
                <a:lnTo>
                  <a:pt x="690159" y="75488"/>
                </a:lnTo>
                <a:close/>
                <a:moveTo>
                  <a:pt x="769121" y="74600"/>
                </a:moveTo>
                <a:lnTo>
                  <a:pt x="1000000" y="74600"/>
                </a:lnTo>
                <a:lnTo>
                  <a:pt x="1000000" y="75488"/>
                </a:lnTo>
                <a:lnTo>
                  <a:pt x="769121" y="75488"/>
                </a:lnTo>
                <a:close/>
                <a:moveTo>
                  <a:pt x="762624" y="74600"/>
                </a:moveTo>
                <a:lnTo>
                  <a:pt x="764123" y="74600"/>
                </a:lnTo>
                <a:lnTo>
                  <a:pt x="764123" y="75488"/>
                </a:lnTo>
                <a:lnTo>
                  <a:pt x="762624" y="75488"/>
                </a:lnTo>
                <a:close/>
                <a:moveTo>
                  <a:pt x="731639" y="74600"/>
                </a:moveTo>
                <a:lnTo>
                  <a:pt x="755627" y="74600"/>
                </a:lnTo>
                <a:lnTo>
                  <a:pt x="755627" y="75488"/>
                </a:lnTo>
                <a:lnTo>
                  <a:pt x="731639" y="75488"/>
                </a:lnTo>
                <a:close/>
                <a:moveTo>
                  <a:pt x="731639" y="75488"/>
                </a:moveTo>
                <a:lnTo>
                  <a:pt x="755128" y="75488"/>
                </a:lnTo>
                <a:lnTo>
                  <a:pt x="755128" y="76377"/>
                </a:lnTo>
                <a:lnTo>
                  <a:pt x="731639" y="76377"/>
                </a:lnTo>
                <a:close/>
                <a:moveTo>
                  <a:pt x="769621" y="75488"/>
                </a:moveTo>
                <a:lnTo>
                  <a:pt x="1000000" y="75488"/>
                </a:lnTo>
                <a:lnTo>
                  <a:pt x="1000000" y="76377"/>
                </a:lnTo>
                <a:lnTo>
                  <a:pt x="769621" y="76377"/>
                </a:lnTo>
                <a:close/>
                <a:moveTo>
                  <a:pt x="762624" y="75488"/>
                </a:moveTo>
                <a:lnTo>
                  <a:pt x="763623" y="75488"/>
                </a:lnTo>
                <a:lnTo>
                  <a:pt x="763623" y="77265"/>
                </a:lnTo>
                <a:lnTo>
                  <a:pt x="762624" y="77265"/>
                </a:lnTo>
                <a:close/>
                <a:moveTo>
                  <a:pt x="690159" y="75488"/>
                </a:moveTo>
                <a:lnTo>
                  <a:pt x="726641" y="75488"/>
                </a:lnTo>
                <a:lnTo>
                  <a:pt x="726641" y="77265"/>
                </a:lnTo>
                <a:lnTo>
                  <a:pt x="690159" y="77265"/>
                </a:lnTo>
                <a:close/>
                <a:moveTo>
                  <a:pt x="730639" y="76377"/>
                </a:moveTo>
                <a:lnTo>
                  <a:pt x="755128" y="76377"/>
                </a:lnTo>
                <a:lnTo>
                  <a:pt x="755128" y="78153"/>
                </a:lnTo>
                <a:lnTo>
                  <a:pt x="730639" y="78153"/>
                </a:lnTo>
                <a:close/>
                <a:moveTo>
                  <a:pt x="758626" y="77265"/>
                </a:moveTo>
                <a:lnTo>
                  <a:pt x="759126" y="77265"/>
                </a:lnTo>
                <a:lnTo>
                  <a:pt x="759126" y="78153"/>
                </a:lnTo>
                <a:lnTo>
                  <a:pt x="758626" y="78153"/>
                </a:lnTo>
                <a:close/>
                <a:moveTo>
                  <a:pt x="796108" y="76377"/>
                </a:moveTo>
                <a:lnTo>
                  <a:pt x="1000000" y="76377"/>
                </a:lnTo>
                <a:lnTo>
                  <a:pt x="1000000" y="78153"/>
                </a:lnTo>
                <a:lnTo>
                  <a:pt x="796108" y="78153"/>
                </a:lnTo>
                <a:close/>
                <a:moveTo>
                  <a:pt x="762124" y="77265"/>
                </a:moveTo>
                <a:lnTo>
                  <a:pt x="763124" y="77265"/>
                </a:lnTo>
                <a:lnTo>
                  <a:pt x="763124" y="78153"/>
                </a:lnTo>
                <a:lnTo>
                  <a:pt x="762124" y="78153"/>
                </a:lnTo>
                <a:close/>
                <a:moveTo>
                  <a:pt x="690159" y="77265"/>
                </a:moveTo>
                <a:lnTo>
                  <a:pt x="727141" y="77265"/>
                </a:lnTo>
                <a:lnTo>
                  <a:pt x="727141" y="79041"/>
                </a:lnTo>
                <a:lnTo>
                  <a:pt x="690159" y="79041"/>
                </a:lnTo>
                <a:close/>
                <a:moveTo>
                  <a:pt x="796108" y="78153"/>
                </a:moveTo>
                <a:lnTo>
                  <a:pt x="846084" y="78153"/>
                </a:lnTo>
                <a:lnTo>
                  <a:pt x="846084" y="79041"/>
                </a:lnTo>
                <a:lnTo>
                  <a:pt x="796108" y="79041"/>
                </a:lnTo>
                <a:close/>
                <a:moveTo>
                  <a:pt x="762124" y="78153"/>
                </a:moveTo>
                <a:lnTo>
                  <a:pt x="762624" y="78153"/>
                </a:lnTo>
                <a:lnTo>
                  <a:pt x="762624" y="79041"/>
                </a:lnTo>
                <a:lnTo>
                  <a:pt x="762124" y="79041"/>
                </a:lnTo>
                <a:close/>
                <a:moveTo>
                  <a:pt x="851081" y="78153"/>
                </a:moveTo>
                <a:lnTo>
                  <a:pt x="1000000" y="78153"/>
                </a:lnTo>
                <a:lnTo>
                  <a:pt x="1000000" y="79041"/>
                </a:lnTo>
                <a:lnTo>
                  <a:pt x="851081" y="79041"/>
                </a:lnTo>
                <a:close/>
                <a:moveTo>
                  <a:pt x="796108" y="79041"/>
                </a:moveTo>
                <a:lnTo>
                  <a:pt x="843085" y="79041"/>
                </a:lnTo>
                <a:lnTo>
                  <a:pt x="843085" y="79929"/>
                </a:lnTo>
                <a:lnTo>
                  <a:pt x="796108" y="79929"/>
                </a:lnTo>
                <a:close/>
                <a:moveTo>
                  <a:pt x="771120" y="76377"/>
                </a:moveTo>
                <a:lnTo>
                  <a:pt x="794609" y="76377"/>
                </a:lnTo>
                <a:lnTo>
                  <a:pt x="794609" y="79929"/>
                </a:lnTo>
                <a:lnTo>
                  <a:pt x="771120" y="79929"/>
                </a:lnTo>
                <a:close/>
                <a:moveTo>
                  <a:pt x="766622" y="79041"/>
                </a:moveTo>
                <a:lnTo>
                  <a:pt x="767622" y="79041"/>
                </a:lnTo>
                <a:lnTo>
                  <a:pt x="767622" y="79929"/>
                </a:lnTo>
                <a:lnTo>
                  <a:pt x="766622" y="79929"/>
                </a:lnTo>
                <a:close/>
                <a:moveTo>
                  <a:pt x="730639" y="78153"/>
                </a:moveTo>
                <a:lnTo>
                  <a:pt x="758626" y="78153"/>
                </a:lnTo>
                <a:lnTo>
                  <a:pt x="758626" y="79929"/>
                </a:lnTo>
                <a:lnTo>
                  <a:pt x="730639" y="79929"/>
                </a:lnTo>
                <a:close/>
                <a:moveTo>
                  <a:pt x="853081" y="79041"/>
                </a:moveTo>
                <a:lnTo>
                  <a:pt x="1000000" y="79041"/>
                </a:lnTo>
                <a:lnTo>
                  <a:pt x="1000000" y="79929"/>
                </a:lnTo>
                <a:lnTo>
                  <a:pt x="853081" y="79929"/>
                </a:lnTo>
                <a:close/>
                <a:moveTo>
                  <a:pt x="854580" y="79929"/>
                </a:moveTo>
                <a:lnTo>
                  <a:pt x="935041" y="79929"/>
                </a:lnTo>
                <a:lnTo>
                  <a:pt x="935041" y="80817"/>
                </a:lnTo>
                <a:lnTo>
                  <a:pt x="854580" y="80817"/>
                </a:lnTo>
                <a:close/>
                <a:moveTo>
                  <a:pt x="771620" y="79929"/>
                </a:moveTo>
                <a:lnTo>
                  <a:pt x="794609" y="79929"/>
                </a:lnTo>
                <a:lnTo>
                  <a:pt x="794609" y="80817"/>
                </a:lnTo>
                <a:lnTo>
                  <a:pt x="771620" y="80817"/>
                </a:lnTo>
                <a:close/>
                <a:moveTo>
                  <a:pt x="937040" y="79929"/>
                </a:moveTo>
                <a:lnTo>
                  <a:pt x="1000000" y="79929"/>
                </a:lnTo>
                <a:lnTo>
                  <a:pt x="1000000" y="80817"/>
                </a:lnTo>
                <a:lnTo>
                  <a:pt x="937040" y="80817"/>
                </a:lnTo>
                <a:close/>
                <a:moveTo>
                  <a:pt x="796108" y="79929"/>
                </a:moveTo>
                <a:lnTo>
                  <a:pt x="841086" y="79929"/>
                </a:lnTo>
                <a:lnTo>
                  <a:pt x="841086" y="80817"/>
                </a:lnTo>
                <a:lnTo>
                  <a:pt x="796108" y="80817"/>
                </a:lnTo>
                <a:close/>
                <a:moveTo>
                  <a:pt x="766122" y="79929"/>
                </a:moveTo>
                <a:lnTo>
                  <a:pt x="768621" y="79929"/>
                </a:lnTo>
                <a:lnTo>
                  <a:pt x="768621" y="80817"/>
                </a:lnTo>
                <a:lnTo>
                  <a:pt x="766122" y="80817"/>
                </a:lnTo>
                <a:close/>
                <a:moveTo>
                  <a:pt x="734637" y="79929"/>
                </a:moveTo>
                <a:lnTo>
                  <a:pt x="758626" y="79929"/>
                </a:lnTo>
                <a:lnTo>
                  <a:pt x="758626" y="80817"/>
                </a:lnTo>
                <a:lnTo>
                  <a:pt x="734637" y="80817"/>
                </a:lnTo>
                <a:close/>
                <a:moveTo>
                  <a:pt x="730140" y="79929"/>
                </a:moveTo>
                <a:lnTo>
                  <a:pt x="733138" y="79929"/>
                </a:lnTo>
                <a:lnTo>
                  <a:pt x="733138" y="80817"/>
                </a:lnTo>
                <a:lnTo>
                  <a:pt x="730140" y="80817"/>
                </a:lnTo>
                <a:close/>
                <a:moveTo>
                  <a:pt x="761624" y="79929"/>
                </a:moveTo>
                <a:lnTo>
                  <a:pt x="762124" y="79929"/>
                </a:lnTo>
                <a:lnTo>
                  <a:pt x="762124" y="80817"/>
                </a:lnTo>
                <a:lnTo>
                  <a:pt x="761624" y="80817"/>
                </a:lnTo>
                <a:close/>
                <a:moveTo>
                  <a:pt x="845084" y="79929"/>
                </a:moveTo>
                <a:lnTo>
                  <a:pt x="851581" y="79929"/>
                </a:lnTo>
                <a:lnTo>
                  <a:pt x="851581" y="80817"/>
                </a:lnTo>
                <a:lnTo>
                  <a:pt x="845084" y="80817"/>
                </a:lnTo>
                <a:close/>
                <a:moveTo>
                  <a:pt x="843085" y="80817"/>
                </a:moveTo>
                <a:lnTo>
                  <a:pt x="853081" y="80817"/>
                </a:lnTo>
                <a:lnTo>
                  <a:pt x="853081" y="81705"/>
                </a:lnTo>
                <a:lnTo>
                  <a:pt x="843085" y="81705"/>
                </a:lnTo>
                <a:close/>
                <a:moveTo>
                  <a:pt x="856079" y="80817"/>
                </a:moveTo>
                <a:lnTo>
                  <a:pt x="933542" y="80817"/>
                </a:lnTo>
                <a:lnTo>
                  <a:pt x="933542" y="81705"/>
                </a:lnTo>
                <a:lnTo>
                  <a:pt x="856079" y="81705"/>
                </a:lnTo>
                <a:close/>
                <a:moveTo>
                  <a:pt x="766122" y="80817"/>
                </a:moveTo>
                <a:lnTo>
                  <a:pt x="769121" y="80817"/>
                </a:lnTo>
                <a:lnTo>
                  <a:pt x="769121" y="81705"/>
                </a:lnTo>
                <a:lnTo>
                  <a:pt x="766122" y="81705"/>
                </a:lnTo>
                <a:close/>
                <a:moveTo>
                  <a:pt x="735137" y="80817"/>
                </a:moveTo>
                <a:lnTo>
                  <a:pt x="758126" y="80817"/>
                </a:lnTo>
                <a:lnTo>
                  <a:pt x="758126" y="81705"/>
                </a:lnTo>
                <a:lnTo>
                  <a:pt x="735137" y="81705"/>
                </a:lnTo>
                <a:close/>
                <a:moveTo>
                  <a:pt x="796108" y="80817"/>
                </a:moveTo>
                <a:lnTo>
                  <a:pt x="839587" y="80817"/>
                </a:lnTo>
                <a:lnTo>
                  <a:pt x="839587" y="81705"/>
                </a:lnTo>
                <a:lnTo>
                  <a:pt x="796108" y="81705"/>
                </a:lnTo>
                <a:close/>
                <a:moveTo>
                  <a:pt x="772619" y="80817"/>
                </a:moveTo>
                <a:lnTo>
                  <a:pt x="794609" y="80817"/>
                </a:lnTo>
                <a:lnTo>
                  <a:pt x="794609" y="81705"/>
                </a:lnTo>
                <a:lnTo>
                  <a:pt x="772619" y="81705"/>
                </a:lnTo>
                <a:close/>
                <a:moveTo>
                  <a:pt x="939039" y="80817"/>
                </a:moveTo>
                <a:lnTo>
                  <a:pt x="1000000" y="80817"/>
                </a:lnTo>
                <a:lnTo>
                  <a:pt x="1000000" y="81705"/>
                </a:lnTo>
                <a:lnTo>
                  <a:pt x="939039" y="81705"/>
                </a:lnTo>
                <a:close/>
                <a:moveTo>
                  <a:pt x="730140" y="80817"/>
                </a:moveTo>
                <a:lnTo>
                  <a:pt x="732638" y="80817"/>
                </a:lnTo>
                <a:lnTo>
                  <a:pt x="732638" y="81705"/>
                </a:lnTo>
                <a:lnTo>
                  <a:pt x="730140" y="81705"/>
                </a:lnTo>
                <a:close/>
                <a:moveTo>
                  <a:pt x="857079" y="81705"/>
                </a:moveTo>
                <a:lnTo>
                  <a:pt x="932043" y="81705"/>
                </a:lnTo>
                <a:lnTo>
                  <a:pt x="932043" y="82593"/>
                </a:lnTo>
                <a:lnTo>
                  <a:pt x="857079" y="82593"/>
                </a:lnTo>
                <a:close/>
                <a:moveTo>
                  <a:pt x="773619" y="81705"/>
                </a:moveTo>
                <a:lnTo>
                  <a:pt x="794609" y="81705"/>
                </a:lnTo>
                <a:lnTo>
                  <a:pt x="794609" y="82593"/>
                </a:lnTo>
                <a:lnTo>
                  <a:pt x="773619" y="82593"/>
                </a:lnTo>
                <a:close/>
                <a:moveTo>
                  <a:pt x="730140" y="81705"/>
                </a:moveTo>
                <a:lnTo>
                  <a:pt x="732139" y="81705"/>
                </a:lnTo>
                <a:lnTo>
                  <a:pt x="732139" y="82593"/>
                </a:lnTo>
                <a:lnTo>
                  <a:pt x="730140" y="82593"/>
                </a:lnTo>
                <a:close/>
                <a:moveTo>
                  <a:pt x="743633" y="81705"/>
                </a:moveTo>
                <a:lnTo>
                  <a:pt x="758126" y="81705"/>
                </a:lnTo>
                <a:lnTo>
                  <a:pt x="758126" y="82593"/>
                </a:lnTo>
                <a:lnTo>
                  <a:pt x="743633" y="82593"/>
                </a:lnTo>
                <a:close/>
                <a:moveTo>
                  <a:pt x="796108" y="81705"/>
                </a:moveTo>
                <a:lnTo>
                  <a:pt x="838088" y="81705"/>
                </a:lnTo>
                <a:lnTo>
                  <a:pt x="838088" y="82593"/>
                </a:lnTo>
                <a:lnTo>
                  <a:pt x="796108" y="82593"/>
                </a:lnTo>
                <a:close/>
                <a:moveTo>
                  <a:pt x="940539" y="81705"/>
                </a:moveTo>
                <a:lnTo>
                  <a:pt x="1000000" y="81705"/>
                </a:lnTo>
                <a:lnTo>
                  <a:pt x="1000000" y="82593"/>
                </a:lnTo>
                <a:lnTo>
                  <a:pt x="940539" y="82593"/>
                </a:lnTo>
                <a:close/>
                <a:moveTo>
                  <a:pt x="765623" y="81705"/>
                </a:moveTo>
                <a:lnTo>
                  <a:pt x="770120" y="81705"/>
                </a:lnTo>
                <a:lnTo>
                  <a:pt x="770120" y="82593"/>
                </a:lnTo>
                <a:lnTo>
                  <a:pt x="765623" y="82593"/>
                </a:lnTo>
                <a:close/>
                <a:moveTo>
                  <a:pt x="841086" y="81705"/>
                </a:moveTo>
                <a:lnTo>
                  <a:pt x="854580" y="81705"/>
                </a:lnTo>
                <a:lnTo>
                  <a:pt x="854580" y="82593"/>
                </a:lnTo>
                <a:lnTo>
                  <a:pt x="841086" y="82593"/>
                </a:lnTo>
                <a:close/>
                <a:moveTo>
                  <a:pt x="735637" y="81705"/>
                </a:moveTo>
                <a:lnTo>
                  <a:pt x="743133" y="81705"/>
                </a:lnTo>
                <a:lnTo>
                  <a:pt x="743133" y="82593"/>
                </a:lnTo>
                <a:lnTo>
                  <a:pt x="735637" y="82593"/>
                </a:lnTo>
                <a:close/>
                <a:moveTo>
                  <a:pt x="755627" y="82593"/>
                </a:moveTo>
                <a:lnTo>
                  <a:pt x="758126" y="82593"/>
                </a:lnTo>
                <a:lnTo>
                  <a:pt x="758126" y="83481"/>
                </a:lnTo>
                <a:lnTo>
                  <a:pt x="755627" y="83481"/>
                </a:lnTo>
                <a:close/>
                <a:moveTo>
                  <a:pt x="796108" y="82593"/>
                </a:moveTo>
                <a:lnTo>
                  <a:pt x="836588" y="82593"/>
                </a:lnTo>
                <a:lnTo>
                  <a:pt x="836588" y="83481"/>
                </a:lnTo>
                <a:lnTo>
                  <a:pt x="796108" y="83481"/>
                </a:lnTo>
                <a:close/>
                <a:moveTo>
                  <a:pt x="765623" y="82593"/>
                </a:moveTo>
                <a:lnTo>
                  <a:pt x="770620" y="82593"/>
                </a:lnTo>
                <a:lnTo>
                  <a:pt x="770620" y="83481"/>
                </a:lnTo>
                <a:lnTo>
                  <a:pt x="765623" y="83481"/>
                </a:lnTo>
                <a:close/>
                <a:moveTo>
                  <a:pt x="858578" y="82593"/>
                </a:moveTo>
                <a:lnTo>
                  <a:pt x="931543" y="82593"/>
                </a:lnTo>
                <a:lnTo>
                  <a:pt x="931543" y="83481"/>
                </a:lnTo>
                <a:lnTo>
                  <a:pt x="858578" y="83481"/>
                </a:lnTo>
                <a:close/>
                <a:moveTo>
                  <a:pt x="839587" y="82593"/>
                </a:moveTo>
                <a:lnTo>
                  <a:pt x="856079" y="82593"/>
                </a:lnTo>
                <a:lnTo>
                  <a:pt x="856079" y="83481"/>
                </a:lnTo>
                <a:lnTo>
                  <a:pt x="839587" y="83481"/>
                </a:lnTo>
                <a:close/>
                <a:moveTo>
                  <a:pt x="941038" y="82593"/>
                </a:moveTo>
                <a:lnTo>
                  <a:pt x="1000000" y="82593"/>
                </a:lnTo>
                <a:lnTo>
                  <a:pt x="1000000" y="83481"/>
                </a:lnTo>
                <a:lnTo>
                  <a:pt x="941038" y="83481"/>
                </a:lnTo>
                <a:close/>
                <a:moveTo>
                  <a:pt x="774618" y="82593"/>
                </a:moveTo>
                <a:lnTo>
                  <a:pt x="794609" y="82593"/>
                </a:lnTo>
                <a:lnTo>
                  <a:pt x="794609" y="83481"/>
                </a:lnTo>
                <a:lnTo>
                  <a:pt x="774618" y="83481"/>
                </a:lnTo>
                <a:close/>
                <a:moveTo>
                  <a:pt x="744133" y="82593"/>
                </a:moveTo>
                <a:lnTo>
                  <a:pt x="753628" y="82593"/>
                </a:lnTo>
                <a:lnTo>
                  <a:pt x="753628" y="83481"/>
                </a:lnTo>
                <a:lnTo>
                  <a:pt x="744133" y="83481"/>
                </a:lnTo>
                <a:close/>
                <a:moveTo>
                  <a:pt x="736137" y="82593"/>
                </a:moveTo>
                <a:lnTo>
                  <a:pt x="742634" y="82593"/>
                </a:lnTo>
                <a:lnTo>
                  <a:pt x="742634" y="83481"/>
                </a:lnTo>
                <a:lnTo>
                  <a:pt x="736137" y="83481"/>
                </a:lnTo>
                <a:close/>
                <a:moveTo>
                  <a:pt x="765123" y="83481"/>
                </a:moveTo>
                <a:lnTo>
                  <a:pt x="771620" y="83481"/>
                </a:lnTo>
                <a:lnTo>
                  <a:pt x="771620" y="84369"/>
                </a:lnTo>
                <a:lnTo>
                  <a:pt x="765123" y="84369"/>
                </a:lnTo>
                <a:close/>
                <a:moveTo>
                  <a:pt x="744133" y="83481"/>
                </a:moveTo>
                <a:lnTo>
                  <a:pt x="753129" y="83481"/>
                </a:lnTo>
                <a:lnTo>
                  <a:pt x="753129" y="84369"/>
                </a:lnTo>
                <a:lnTo>
                  <a:pt x="744133" y="84369"/>
                </a:lnTo>
                <a:close/>
                <a:moveTo>
                  <a:pt x="775118" y="83481"/>
                </a:moveTo>
                <a:lnTo>
                  <a:pt x="794609" y="83481"/>
                </a:lnTo>
                <a:lnTo>
                  <a:pt x="794609" y="84369"/>
                </a:lnTo>
                <a:lnTo>
                  <a:pt x="775118" y="84369"/>
                </a:lnTo>
                <a:close/>
                <a:moveTo>
                  <a:pt x="736137" y="83481"/>
                </a:moveTo>
                <a:lnTo>
                  <a:pt x="738136" y="83481"/>
                </a:lnTo>
                <a:lnTo>
                  <a:pt x="738136" y="84369"/>
                </a:lnTo>
                <a:lnTo>
                  <a:pt x="736137" y="84369"/>
                </a:lnTo>
                <a:close/>
                <a:moveTo>
                  <a:pt x="739135" y="83481"/>
                </a:moveTo>
                <a:lnTo>
                  <a:pt x="742134" y="83481"/>
                </a:lnTo>
                <a:lnTo>
                  <a:pt x="742134" y="84369"/>
                </a:lnTo>
                <a:lnTo>
                  <a:pt x="739135" y="84369"/>
                </a:lnTo>
                <a:close/>
                <a:moveTo>
                  <a:pt x="838088" y="83481"/>
                </a:moveTo>
                <a:lnTo>
                  <a:pt x="857079" y="83481"/>
                </a:lnTo>
                <a:lnTo>
                  <a:pt x="857079" y="84369"/>
                </a:lnTo>
                <a:lnTo>
                  <a:pt x="838088" y="84369"/>
                </a:lnTo>
                <a:close/>
                <a:moveTo>
                  <a:pt x="859577" y="83481"/>
                </a:moveTo>
                <a:lnTo>
                  <a:pt x="931043" y="83481"/>
                </a:lnTo>
                <a:lnTo>
                  <a:pt x="931043" y="84369"/>
                </a:lnTo>
                <a:lnTo>
                  <a:pt x="859577" y="84369"/>
                </a:lnTo>
                <a:close/>
                <a:moveTo>
                  <a:pt x="942038" y="83481"/>
                </a:moveTo>
                <a:lnTo>
                  <a:pt x="1000000" y="83481"/>
                </a:lnTo>
                <a:lnTo>
                  <a:pt x="1000000" y="84369"/>
                </a:lnTo>
                <a:lnTo>
                  <a:pt x="942038" y="84369"/>
                </a:lnTo>
                <a:close/>
                <a:moveTo>
                  <a:pt x="796108" y="83481"/>
                </a:moveTo>
                <a:lnTo>
                  <a:pt x="835589" y="83481"/>
                </a:lnTo>
                <a:lnTo>
                  <a:pt x="835589" y="84369"/>
                </a:lnTo>
                <a:lnTo>
                  <a:pt x="796108" y="84369"/>
                </a:lnTo>
                <a:close/>
                <a:moveTo>
                  <a:pt x="744133" y="84369"/>
                </a:moveTo>
                <a:lnTo>
                  <a:pt x="750130" y="84369"/>
                </a:lnTo>
                <a:lnTo>
                  <a:pt x="750130" y="85258"/>
                </a:lnTo>
                <a:lnTo>
                  <a:pt x="744133" y="85258"/>
                </a:lnTo>
                <a:close/>
                <a:moveTo>
                  <a:pt x="737136" y="84369"/>
                </a:moveTo>
                <a:lnTo>
                  <a:pt x="737636" y="84369"/>
                </a:lnTo>
                <a:lnTo>
                  <a:pt x="737636" y="85258"/>
                </a:lnTo>
                <a:lnTo>
                  <a:pt x="737136" y="85258"/>
                </a:lnTo>
                <a:close/>
                <a:moveTo>
                  <a:pt x="751629" y="84369"/>
                </a:moveTo>
                <a:lnTo>
                  <a:pt x="753129" y="84369"/>
                </a:lnTo>
                <a:lnTo>
                  <a:pt x="753129" y="85258"/>
                </a:lnTo>
                <a:lnTo>
                  <a:pt x="751629" y="85258"/>
                </a:lnTo>
                <a:close/>
                <a:moveTo>
                  <a:pt x="739635" y="84369"/>
                </a:moveTo>
                <a:lnTo>
                  <a:pt x="742134" y="84369"/>
                </a:lnTo>
                <a:lnTo>
                  <a:pt x="742134" y="85258"/>
                </a:lnTo>
                <a:lnTo>
                  <a:pt x="739635" y="85258"/>
                </a:lnTo>
                <a:close/>
                <a:moveTo>
                  <a:pt x="860577" y="84369"/>
                </a:moveTo>
                <a:lnTo>
                  <a:pt x="930044" y="84369"/>
                </a:lnTo>
                <a:lnTo>
                  <a:pt x="930044" y="85258"/>
                </a:lnTo>
                <a:lnTo>
                  <a:pt x="860577" y="85258"/>
                </a:lnTo>
                <a:close/>
                <a:moveTo>
                  <a:pt x="765123" y="84369"/>
                </a:moveTo>
                <a:lnTo>
                  <a:pt x="772619" y="84369"/>
                </a:lnTo>
                <a:lnTo>
                  <a:pt x="772619" y="85258"/>
                </a:lnTo>
                <a:lnTo>
                  <a:pt x="765123" y="85258"/>
                </a:lnTo>
                <a:close/>
                <a:moveTo>
                  <a:pt x="836588" y="84369"/>
                </a:moveTo>
                <a:lnTo>
                  <a:pt x="858578" y="84369"/>
                </a:lnTo>
                <a:lnTo>
                  <a:pt x="858578" y="85258"/>
                </a:lnTo>
                <a:lnTo>
                  <a:pt x="836588" y="85258"/>
                </a:lnTo>
                <a:close/>
                <a:moveTo>
                  <a:pt x="730140" y="82593"/>
                </a:moveTo>
                <a:lnTo>
                  <a:pt x="731639" y="82593"/>
                </a:lnTo>
                <a:lnTo>
                  <a:pt x="731639" y="85258"/>
                </a:lnTo>
                <a:lnTo>
                  <a:pt x="730140" y="85258"/>
                </a:lnTo>
                <a:close/>
                <a:moveTo>
                  <a:pt x="942538" y="84369"/>
                </a:moveTo>
                <a:lnTo>
                  <a:pt x="1000000" y="84369"/>
                </a:lnTo>
                <a:lnTo>
                  <a:pt x="1000000" y="85258"/>
                </a:lnTo>
                <a:lnTo>
                  <a:pt x="942538" y="85258"/>
                </a:lnTo>
                <a:close/>
                <a:moveTo>
                  <a:pt x="796108" y="84369"/>
                </a:moveTo>
                <a:lnTo>
                  <a:pt x="834090" y="84369"/>
                </a:lnTo>
                <a:lnTo>
                  <a:pt x="834090" y="85258"/>
                </a:lnTo>
                <a:lnTo>
                  <a:pt x="796108" y="85258"/>
                </a:lnTo>
                <a:close/>
                <a:moveTo>
                  <a:pt x="835089" y="85258"/>
                </a:moveTo>
                <a:lnTo>
                  <a:pt x="859577" y="85258"/>
                </a:lnTo>
                <a:lnTo>
                  <a:pt x="859577" y="86146"/>
                </a:lnTo>
                <a:lnTo>
                  <a:pt x="835089" y="86146"/>
                </a:lnTo>
                <a:close/>
                <a:moveTo>
                  <a:pt x="765123" y="85258"/>
                </a:moveTo>
                <a:lnTo>
                  <a:pt x="773119" y="85258"/>
                </a:lnTo>
                <a:lnTo>
                  <a:pt x="773119" y="86146"/>
                </a:lnTo>
                <a:lnTo>
                  <a:pt x="765123" y="86146"/>
                </a:lnTo>
                <a:close/>
                <a:moveTo>
                  <a:pt x="762624" y="85258"/>
                </a:moveTo>
                <a:lnTo>
                  <a:pt x="763124" y="85258"/>
                </a:lnTo>
                <a:lnTo>
                  <a:pt x="763124" y="86146"/>
                </a:lnTo>
                <a:lnTo>
                  <a:pt x="762624" y="86146"/>
                </a:lnTo>
                <a:close/>
                <a:moveTo>
                  <a:pt x="943037" y="85258"/>
                </a:moveTo>
                <a:lnTo>
                  <a:pt x="1000000" y="85258"/>
                </a:lnTo>
                <a:lnTo>
                  <a:pt x="1000000" y="86146"/>
                </a:lnTo>
                <a:lnTo>
                  <a:pt x="943037" y="86146"/>
                </a:lnTo>
                <a:close/>
                <a:moveTo>
                  <a:pt x="796108" y="85258"/>
                </a:moveTo>
                <a:lnTo>
                  <a:pt x="833090" y="85258"/>
                </a:lnTo>
                <a:lnTo>
                  <a:pt x="833090" y="86146"/>
                </a:lnTo>
                <a:lnTo>
                  <a:pt x="796108" y="86146"/>
                </a:lnTo>
                <a:close/>
                <a:moveTo>
                  <a:pt x="752129" y="85258"/>
                </a:moveTo>
                <a:lnTo>
                  <a:pt x="753129" y="85258"/>
                </a:lnTo>
                <a:lnTo>
                  <a:pt x="753129" y="86146"/>
                </a:lnTo>
                <a:lnTo>
                  <a:pt x="752129" y="86146"/>
                </a:lnTo>
                <a:close/>
                <a:moveTo>
                  <a:pt x="744633" y="85258"/>
                </a:moveTo>
                <a:lnTo>
                  <a:pt x="749630" y="85258"/>
                </a:lnTo>
                <a:lnTo>
                  <a:pt x="749630" y="86146"/>
                </a:lnTo>
                <a:lnTo>
                  <a:pt x="744633" y="86146"/>
                </a:lnTo>
                <a:close/>
                <a:moveTo>
                  <a:pt x="756127" y="83481"/>
                </a:moveTo>
                <a:lnTo>
                  <a:pt x="757626" y="83481"/>
                </a:lnTo>
                <a:lnTo>
                  <a:pt x="757626" y="86146"/>
                </a:lnTo>
                <a:lnTo>
                  <a:pt x="756127" y="86146"/>
                </a:lnTo>
                <a:close/>
                <a:moveTo>
                  <a:pt x="861576" y="85258"/>
                </a:moveTo>
                <a:lnTo>
                  <a:pt x="930044" y="85258"/>
                </a:lnTo>
                <a:lnTo>
                  <a:pt x="930044" y="86146"/>
                </a:lnTo>
                <a:lnTo>
                  <a:pt x="861576" y="86146"/>
                </a:lnTo>
                <a:close/>
                <a:moveTo>
                  <a:pt x="834090" y="86146"/>
                </a:moveTo>
                <a:lnTo>
                  <a:pt x="860577" y="86146"/>
                </a:lnTo>
                <a:lnTo>
                  <a:pt x="860577" y="87034"/>
                </a:lnTo>
                <a:lnTo>
                  <a:pt x="834090" y="87034"/>
                </a:lnTo>
                <a:close/>
                <a:moveTo>
                  <a:pt x="862076" y="86146"/>
                </a:moveTo>
                <a:lnTo>
                  <a:pt x="895060" y="86146"/>
                </a:lnTo>
                <a:lnTo>
                  <a:pt x="895060" y="87034"/>
                </a:lnTo>
                <a:lnTo>
                  <a:pt x="862076" y="87034"/>
                </a:lnTo>
                <a:close/>
                <a:moveTo>
                  <a:pt x="796108" y="86146"/>
                </a:moveTo>
                <a:lnTo>
                  <a:pt x="832091" y="86146"/>
                </a:lnTo>
                <a:lnTo>
                  <a:pt x="832091" y="87034"/>
                </a:lnTo>
                <a:lnTo>
                  <a:pt x="796108" y="87034"/>
                </a:lnTo>
                <a:close/>
                <a:moveTo>
                  <a:pt x="762124" y="86146"/>
                </a:moveTo>
                <a:lnTo>
                  <a:pt x="763124" y="86146"/>
                </a:lnTo>
                <a:lnTo>
                  <a:pt x="763124" y="87034"/>
                </a:lnTo>
                <a:lnTo>
                  <a:pt x="762124" y="87034"/>
                </a:lnTo>
                <a:close/>
                <a:moveTo>
                  <a:pt x="746632" y="86146"/>
                </a:moveTo>
                <a:lnTo>
                  <a:pt x="749630" y="86146"/>
                </a:lnTo>
                <a:lnTo>
                  <a:pt x="749630" y="87034"/>
                </a:lnTo>
                <a:lnTo>
                  <a:pt x="746632" y="87034"/>
                </a:lnTo>
                <a:close/>
                <a:moveTo>
                  <a:pt x="943037" y="86146"/>
                </a:moveTo>
                <a:lnTo>
                  <a:pt x="947035" y="86146"/>
                </a:lnTo>
                <a:lnTo>
                  <a:pt x="947035" y="87034"/>
                </a:lnTo>
                <a:lnTo>
                  <a:pt x="943037" y="87034"/>
                </a:lnTo>
                <a:close/>
                <a:moveTo>
                  <a:pt x="923547" y="86146"/>
                </a:moveTo>
                <a:lnTo>
                  <a:pt x="929544" y="86146"/>
                </a:lnTo>
                <a:lnTo>
                  <a:pt x="929544" y="87034"/>
                </a:lnTo>
                <a:lnTo>
                  <a:pt x="923547" y="87034"/>
                </a:lnTo>
                <a:close/>
                <a:moveTo>
                  <a:pt x="963528" y="86146"/>
                </a:moveTo>
                <a:lnTo>
                  <a:pt x="1000000" y="86146"/>
                </a:lnTo>
                <a:lnTo>
                  <a:pt x="1000000" y="87034"/>
                </a:lnTo>
                <a:lnTo>
                  <a:pt x="963528" y="87034"/>
                </a:lnTo>
                <a:close/>
                <a:moveTo>
                  <a:pt x="745132" y="86146"/>
                </a:moveTo>
                <a:lnTo>
                  <a:pt x="746132" y="86146"/>
                </a:lnTo>
                <a:lnTo>
                  <a:pt x="746132" y="87034"/>
                </a:lnTo>
                <a:lnTo>
                  <a:pt x="745132" y="87034"/>
                </a:lnTo>
                <a:close/>
                <a:moveTo>
                  <a:pt x="917550" y="86146"/>
                </a:moveTo>
                <a:lnTo>
                  <a:pt x="921048" y="86146"/>
                </a:lnTo>
                <a:lnTo>
                  <a:pt x="921048" y="87034"/>
                </a:lnTo>
                <a:lnTo>
                  <a:pt x="917550" y="87034"/>
                </a:lnTo>
                <a:close/>
                <a:moveTo>
                  <a:pt x="764623" y="86146"/>
                </a:moveTo>
                <a:lnTo>
                  <a:pt x="773119" y="86146"/>
                </a:lnTo>
                <a:lnTo>
                  <a:pt x="773119" y="87922"/>
                </a:lnTo>
                <a:lnTo>
                  <a:pt x="764623" y="87922"/>
                </a:lnTo>
                <a:close/>
                <a:moveTo>
                  <a:pt x="863076" y="87034"/>
                </a:moveTo>
                <a:lnTo>
                  <a:pt x="895060" y="87034"/>
                </a:lnTo>
                <a:lnTo>
                  <a:pt x="895060" y="87922"/>
                </a:lnTo>
                <a:lnTo>
                  <a:pt x="863076" y="87922"/>
                </a:lnTo>
                <a:close/>
                <a:moveTo>
                  <a:pt x="776117" y="84369"/>
                </a:moveTo>
                <a:lnTo>
                  <a:pt x="794609" y="84369"/>
                </a:lnTo>
                <a:lnTo>
                  <a:pt x="794609" y="87922"/>
                </a:lnTo>
                <a:lnTo>
                  <a:pt x="776117" y="87922"/>
                </a:lnTo>
                <a:close/>
                <a:moveTo>
                  <a:pt x="752629" y="86146"/>
                </a:moveTo>
                <a:lnTo>
                  <a:pt x="753129" y="86146"/>
                </a:lnTo>
                <a:lnTo>
                  <a:pt x="753129" y="87922"/>
                </a:lnTo>
                <a:lnTo>
                  <a:pt x="752629" y="87922"/>
                </a:lnTo>
                <a:close/>
                <a:moveTo>
                  <a:pt x="917550" y="87034"/>
                </a:moveTo>
                <a:lnTo>
                  <a:pt x="920048" y="87034"/>
                </a:lnTo>
                <a:lnTo>
                  <a:pt x="920048" y="87922"/>
                </a:lnTo>
                <a:lnTo>
                  <a:pt x="917550" y="87922"/>
                </a:lnTo>
                <a:close/>
                <a:moveTo>
                  <a:pt x="762124" y="87034"/>
                </a:moveTo>
                <a:lnTo>
                  <a:pt x="762624" y="87034"/>
                </a:lnTo>
                <a:lnTo>
                  <a:pt x="762624" y="87922"/>
                </a:lnTo>
                <a:lnTo>
                  <a:pt x="762124" y="87922"/>
                </a:lnTo>
                <a:close/>
                <a:moveTo>
                  <a:pt x="747131" y="87034"/>
                </a:moveTo>
                <a:lnTo>
                  <a:pt x="747631" y="87034"/>
                </a:lnTo>
                <a:lnTo>
                  <a:pt x="747631" y="87922"/>
                </a:lnTo>
                <a:lnTo>
                  <a:pt x="747131" y="87922"/>
                </a:lnTo>
                <a:close/>
                <a:moveTo>
                  <a:pt x="833090" y="87034"/>
                </a:moveTo>
                <a:lnTo>
                  <a:pt x="861576" y="87034"/>
                </a:lnTo>
                <a:lnTo>
                  <a:pt x="861576" y="87922"/>
                </a:lnTo>
                <a:lnTo>
                  <a:pt x="833090" y="87922"/>
                </a:lnTo>
                <a:close/>
                <a:moveTo>
                  <a:pt x="796108" y="87034"/>
                </a:moveTo>
                <a:lnTo>
                  <a:pt x="831091" y="87034"/>
                </a:lnTo>
                <a:lnTo>
                  <a:pt x="831091" y="87922"/>
                </a:lnTo>
                <a:lnTo>
                  <a:pt x="796108" y="87922"/>
                </a:lnTo>
                <a:close/>
                <a:moveTo>
                  <a:pt x="964527" y="87034"/>
                </a:moveTo>
                <a:lnTo>
                  <a:pt x="1000000" y="87034"/>
                </a:lnTo>
                <a:lnTo>
                  <a:pt x="1000000" y="87922"/>
                </a:lnTo>
                <a:lnTo>
                  <a:pt x="964527" y="87922"/>
                </a:lnTo>
                <a:close/>
                <a:moveTo>
                  <a:pt x="924546" y="87034"/>
                </a:moveTo>
                <a:lnTo>
                  <a:pt x="929044" y="87034"/>
                </a:lnTo>
                <a:lnTo>
                  <a:pt x="929044" y="87922"/>
                </a:lnTo>
                <a:lnTo>
                  <a:pt x="924546" y="87922"/>
                </a:lnTo>
                <a:close/>
                <a:moveTo>
                  <a:pt x="756627" y="86146"/>
                </a:moveTo>
                <a:lnTo>
                  <a:pt x="757626" y="86146"/>
                </a:lnTo>
                <a:lnTo>
                  <a:pt x="757626" y="87922"/>
                </a:lnTo>
                <a:lnTo>
                  <a:pt x="756627" y="87922"/>
                </a:lnTo>
                <a:close/>
                <a:moveTo>
                  <a:pt x="730140" y="85258"/>
                </a:moveTo>
                <a:lnTo>
                  <a:pt x="731139" y="85258"/>
                </a:lnTo>
                <a:lnTo>
                  <a:pt x="731139" y="87922"/>
                </a:lnTo>
                <a:lnTo>
                  <a:pt x="730140" y="87922"/>
                </a:lnTo>
                <a:close/>
                <a:moveTo>
                  <a:pt x="796108" y="87922"/>
                </a:moveTo>
                <a:lnTo>
                  <a:pt x="830092" y="87922"/>
                </a:lnTo>
                <a:lnTo>
                  <a:pt x="830092" y="88810"/>
                </a:lnTo>
                <a:lnTo>
                  <a:pt x="796108" y="88810"/>
                </a:lnTo>
                <a:close/>
                <a:moveTo>
                  <a:pt x="740135" y="85258"/>
                </a:moveTo>
                <a:lnTo>
                  <a:pt x="742134" y="85258"/>
                </a:lnTo>
                <a:lnTo>
                  <a:pt x="742134" y="88810"/>
                </a:lnTo>
                <a:lnTo>
                  <a:pt x="740135" y="88810"/>
                </a:lnTo>
                <a:close/>
                <a:moveTo>
                  <a:pt x="749130" y="87034"/>
                </a:moveTo>
                <a:lnTo>
                  <a:pt x="749630" y="87034"/>
                </a:lnTo>
                <a:lnTo>
                  <a:pt x="749630" y="88810"/>
                </a:lnTo>
                <a:lnTo>
                  <a:pt x="749130" y="88810"/>
                </a:lnTo>
                <a:close/>
                <a:moveTo>
                  <a:pt x="965527" y="87922"/>
                </a:moveTo>
                <a:lnTo>
                  <a:pt x="1000000" y="87922"/>
                </a:lnTo>
                <a:lnTo>
                  <a:pt x="1000000" y="88810"/>
                </a:lnTo>
                <a:lnTo>
                  <a:pt x="965527" y="88810"/>
                </a:lnTo>
                <a:close/>
                <a:moveTo>
                  <a:pt x="864075" y="87922"/>
                </a:moveTo>
                <a:lnTo>
                  <a:pt x="895060" y="87922"/>
                </a:lnTo>
                <a:lnTo>
                  <a:pt x="895060" y="88810"/>
                </a:lnTo>
                <a:lnTo>
                  <a:pt x="864075" y="88810"/>
                </a:lnTo>
                <a:close/>
                <a:moveTo>
                  <a:pt x="756627" y="87922"/>
                </a:moveTo>
                <a:lnTo>
                  <a:pt x="757127" y="87922"/>
                </a:lnTo>
                <a:lnTo>
                  <a:pt x="757127" y="88810"/>
                </a:lnTo>
                <a:lnTo>
                  <a:pt x="756627" y="88810"/>
                </a:lnTo>
                <a:close/>
                <a:moveTo>
                  <a:pt x="925046" y="87922"/>
                </a:moveTo>
                <a:lnTo>
                  <a:pt x="929044" y="87922"/>
                </a:lnTo>
                <a:lnTo>
                  <a:pt x="929044" y="88810"/>
                </a:lnTo>
                <a:lnTo>
                  <a:pt x="925046" y="88810"/>
                </a:lnTo>
                <a:close/>
                <a:moveTo>
                  <a:pt x="764623" y="87922"/>
                </a:moveTo>
                <a:lnTo>
                  <a:pt x="772619" y="87922"/>
                </a:lnTo>
                <a:lnTo>
                  <a:pt x="772619" y="88810"/>
                </a:lnTo>
                <a:lnTo>
                  <a:pt x="764623" y="88810"/>
                </a:lnTo>
                <a:close/>
                <a:moveTo>
                  <a:pt x="832091" y="87922"/>
                </a:moveTo>
                <a:lnTo>
                  <a:pt x="862076" y="87922"/>
                </a:lnTo>
                <a:lnTo>
                  <a:pt x="862076" y="88810"/>
                </a:lnTo>
                <a:lnTo>
                  <a:pt x="832091" y="88810"/>
                </a:lnTo>
                <a:close/>
                <a:moveTo>
                  <a:pt x="775618" y="87922"/>
                </a:moveTo>
                <a:lnTo>
                  <a:pt x="794609" y="87922"/>
                </a:lnTo>
                <a:lnTo>
                  <a:pt x="794609" y="88810"/>
                </a:lnTo>
                <a:lnTo>
                  <a:pt x="775618" y="88810"/>
                </a:lnTo>
                <a:close/>
                <a:moveTo>
                  <a:pt x="943537" y="87034"/>
                </a:moveTo>
                <a:lnTo>
                  <a:pt x="947035" y="87034"/>
                </a:lnTo>
                <a:lnTo>
                  <a:pt x="947035" y="88810"/>
                </a:lnTo>
                <a:lnTo>
                  <a:pt x="943537" y="88810"/>
                </a:lnTo>
                <a:close/>
                <a:moveTo>
                  <a:pt x="917550" y="87922"/>
                </a:moveTo>
                <a:lnTo>
                  <a:pt x="919549" y="87922"/>
                </a:lnTo>
                <a:lnTo>
                  <a:pt x="919549" y="88810"/>
                </a:lnTo>
                <a:lnTo>
                  <a:pt x="917550" y="88810"/>
                </a:lnTo>
                <a:close/>
                <a:moveTo>
                  <a:pt x="740135" y="88810"/>
                </a:moveTo>
                <a:lnTo>
                  <a:pt x="740634" y="88810"/>
                </a:lnTo>
                <a:lnTo>
                  <a:pt x="740634" y="89698"/>
                </a:lnTo>
                <a:lnTo>
                  <a:pt x="740135" y="89698"/>
                </a:lnTo>
                <a:close/>
                <a:moveTo>
                  <a:pt x="864575" y="88810"/>
                </a:moveTo>
                <a:lnTo>
                  <a:pt x="895060" y="88810"/>
                </a:lnTo>
                <a:lnTo>
                  <a:pt x="895060" y="89698"/>
                </a:lnTo>
                <a:lnTo>
                  <a:pt x="864575" y="89698"/>
                </a:lnTo>
                <a:close/>
                <a:moveTo>
                  <a:pt x="764623" y="88810"/>
                </a:moveTo>
                <a:lnTo>
                  <a:pt x="767622" y="88810"/>
                </a:lnTo>
                <a:lnTo>
                  <a:pt x="767622" y="89698"/>
                </a:lnTo>
                <a:lnTo>
                  <a:pt x="764623" y="89698"/>
                </a:lnTo>
                <a:close/>
                <a:moveTo>
                  <a:pt x="761624" y="87922"/>
                </a:moveTo>
                <a:lnTo>
                  <a:pt x="762624" y="87922"/>
                </a:lnTo>
                <a:lnTo>
                  <a:pt x="762624" y="89698"/>
                </a:lnTo>
                <a:lnTo>
                  <a:pt x="761624" y="89698"/>
                </a:lnTo>
                <a:close/>
                <a:moveTo>
                  <a:pt x="925046" y="88810"/>
                </a:moveTo>
                <a:lnTo>
                  <a:pt x="928544" y="88810"/>
                </a:lnTo>
                <a:lnTo>
                  <a:pt x="928544" y="89698"/>
                </a:lnTo>
                <a:lnTo>
                  <a:pt x="925046" y="89698"/>
                </a:lnTo>
                <a:close/>
                <a:moveTo>
                  <a:pt x="768621" y="88810"/>
                </a:moveTo>
                <a:lnTo>
                  <a:pt x="772619" y="88810"/>
                </a:lnTo>
                <a:lnTo>
                  <a:pt x="772619" y="89698"/>
                </a:lnTo>
                <a:lnTo>
                  <a:pt x="768621" y="89698"/>
                </a:lnTo>
                <a:close/>
                <a:moveTo>
                  <a:pt x="966526" y="88810"/>
                </a:moveTo>
                <a:lnTo>
                  <a:pt x="1000000" y="88810"/>
                </a:lnTo>
                <a:lnTo>
                  <a:pt x="1000000" y="89698"/>
                </a:lnTo>
                <a:lnTo>
                  <a:pt x="966526" y="89698"/>
                </a:lnTo>
                <a:close/>
                <a:moveTo>
                  <a:pt x="818597" y="88810"/>
                </a:moveTo>
                <a:lnTo>
                  <a:pt x="829092" y="88810"/>
                </a:lnTo>
                <a:lnTo>
                  <a:pt x="829092" y="89698"/>
                </a:lnTo>
                <a:lnTo>
                  <a:pt x="818597" y="89698"/>
                </a:lnTo>
                <a:close/>
                <a:moveTo>
                  <a:pt x="831091" y="88810"/>
                </a:moveTo>
                <a:lnTo>
                  <a:pt x="837588" y="88810"/>
                </a:lnTo>
                <a:lnTo>
                  <a:pt x="837588" y="89698"/>
                </a:lnTo>
                <a:lnTo>
                  <a:pt x="831091" y="89698"/>
                </a:lnTo>
                <a:close/>
                <a:moveTo>
                  <a:pt x="741634" y="88810"/>
                </a:moveTo>
                <a:lnTo>
                  <a:pt x="742134" y="88810"/>
                </a:lnTo>
                <a:lnTo>
                  <a:pt x="742134" y="89698"/>
                </a:lnTo>
                <a:lnTo>
                  <a:pt x="741634" y="89698"/>
                </a:lnTo>
                <a:close/>
                <a:moveTo>
                  <a:pt x="840087" y="88810"/>
                </a:moveTo>
                <a:lnTo>
                  <a:pt x="863076" y="88810"/>
                </a:lnTo>
                <a:lnTo>
                  <a:pt x="863076" y="89698"/>
                </a:lnTo>
                <a:lnTo>
                  <a:pt x="840087" y="89698"/>
                </a:lnTo>
                <a:close/>
                <a:moveTo>
                  <a:pt x="764123" y="89698"/>
                </a:moveTo>
                <a:lnTo>
                  <a:pt x="767122" y="89698"/>
                </a:lnTo>
                <a:lnTo>
                  <a:pt x="767122" y="90586"/>
                </a:lnTo>
                <a:lnTo>
                  <a:pt x="764123" y="90586"/>
                </a:lnTo>
                <a:close/>
                <a:moveTo>
                  <a:pt x="769621" y="89698"/>
                </a:moveTo>
                <a:lnTo>
                  <a:pt x="772119" y="89698"/>
                </a:lnTo>
                <a:lnTo>
                  <a:pt x="772119" y="90586"/>
                </a:lnTo>
                <a:lnTo>
                  <a:pt x="769621" y="90586"/>
                </a:lnTo>
                <a:close/>
                <a:moveTo>
                  <a:pt x="840087" y="89698"/>
                </a:moveTo>
                <a:lnTo>
                  <a:pt x="863575" y="89698"/>
                </a:lnTo>
                <a:lnTo>
                  <a:pt x="863575" y="90586"/>
                </a:lnTo>
                <a:lnTo>
                  <a:pt x="840087" y="90586"/>
                </a:lnTo>
                <a:close/>
                <a:moveTo>
                  <a:pt x="967026" y="89698"/>
                </a:moveTo>
                <a:lnTo>
                  <a:pt x="1000000" y="89698"/>
                </a:lnTo>
                <a:lnTo>
                  <a:pt x="1000000" y="90586"/>
                </a:lnTo>
                <a:lnTo>
                  <a:pt x="967026" y="90586"/>
                </a:lnTo>
                <a:close/>
                <a:moveTo>
                  <a:pt x="944037" y="88810"/>
                </a:moveTo>
                <a:lnTo>
                  <a:pt x="947035" y="88810"/>
                </a:lnTo>
                <a:lnTo>
                  <a:pt x="947035" y="90586"/>
                </a:lnTo>
                <a:lnTo>
                  <a:pt x="944037" y="90586"/>
                </a:lnTo>
                <a:close/>
                <a:moveTo>
                  <a:pt x="865075" y="89698"/>
                </a:moveTo>
                <a:lnTo>
                  <a:pt x="895060" y="89698"/>
                </a:lnTo>
                <a:lnTo>
                  <a:pt x="895060" y="90586"/>
                </a:lnTo>
                <a:lnTo>
                  <a:pt x="865075" y="90586"/>
                </a:lnTo>
                <a:close/>
                <a:moveTo>
                  <a:pt x="925546" y="89698"/>
                </a:moveTo>
                <a:lnTo>
                  <a:pt x="928544" y="89698"/>
                </a:lnTo>
                <a:lnTo>
                  <a:pt x="928544" y="90586"/>
                </a:lnTo>
                <a:lnTo>
                  <a:pt x="925546" y="90586"/>
                </a:lnTo>
                <a:close/>
                <a:moveTo>
                  <a:pt x="830092" y="89698"/>
                </a:moveTo>
                <a:lnTo>
                  <a:pt x="836588" y="89698"/>
                </a:lnTo>
                <a:lnTo>
                  <a:pt x="836588" y="90586"/>
                </a:lnTo>
                <a:lnTo>
                  <a:pt x="830092" y="90586"/>
                </a:lnTo>
                <a:close/>
                <a:moveTo>
                  <a:pt x="775118" y="88810"/>
                </a:moveTo>
                <a:lnTo>
                  <a:pt x="794609" y="88810"/>
                </a:lnTo>
                <a:lnTo>
                  <a:pt x="794609" y="90586"/>
                </a:lnTo>
                <a:lnTo>
                  <a:pt x="775118" y="90586"/>
                </a:lnTo>
                <a:close/>
                <a:moveTo>
                  <a:pt x="838587" y="89698"/>
                </a:moveTo>
                <a:lnTo>
                  <a:pt x="839087" y="89698"/>
                </a:lnTo>
                <a:lnTo>
                  <a:pt x="839087" y="90586"/>
                </a:lnTo>
                <a:lnTo>
                  <a:pt x="838587" y="90586"/>
                </a:lnTo>
                <a:close/>
                <a:moveTo>
                  <a:pt x="819597" y="89698"/>
                </a:moveTo>
                <a:lnTo>
                  <a:pt x="828093" y="89698"/>
                </a:lnTo>
                <a:lnTo>
                  <a:pt x="828093" y="90586"/>
                </a:lnTo>
                <a:lnTo>
                  <a:pt x="819597" y="90586"/>
                </a:lnTo>
                <a:close/>
                <a:moveTo>
                  <a:pt x="770620" y="90586"/>
                </a:moveTo>
                <a:lnTo>
                  <a:pt x="771620" y="90586"/>
                </a:lnTo>
                <a:lnTo>
                  <a:pt x="771620" y="91474"/>
                </a:lnTo>
                <a:lnTo>
                  <a:pt x="770620" y="91474"/>
                </a:lnTo>
                <a:close/>
                <a:moveTo>
                  <a:pt x="820596" y="90586"/>
                </a:moveTo>
                <a:lnTo>
                  <a:pt x="827093" y="90586"/>
                </a:lnTo>
                <a:lnTo>
                  <a:pt x="827093" y="91474"/>
                </a:lnTo>
                <a:lnTo>
                  <a:pt x="820596" y="91474"/>
                </a:lnTo>
                <a:close/>
                <a:moveTo>
                  <a:pt x="967526" y="90586"/>
                </a:moveTo>
                <a:lnTo>
                  <a:pt x="1000000" y="90586"/>
                </a:lnTo>
                <a:lnTo>
                  <a:pt x="1000000" y="91474"/>
                </a:lnTo>
                <a:lnTo>
                  <a:pt x="967526" y="91474"/>
                </a:lnTo>
                <a:close/>
                <a:moveTo>
                  <a:pt x="745132" y="87034"/>
                </a:moveTo>
                <a:lnTo>
                  <a:pt x="745632" y="87034"/>
                </a:lnTo>
                <a:lnTo>
                  <a:pt x="745632" y="91474"/>
                </a:lnTo>
                <a:lnTo>
                  <a:pt x="745132" y="91474"/>
                </a:lnTo>
                <a:close/>
                <a:moveTo>
                  <a:pt x="829092" y="90586"/>
                </a:moveTo>
                <a:lnTo>
                  <a:pt x="835589" y="90586"/>
                </a:lnTo>
                <a:lnTo>
                  <a:pt x="835589" y="91474"/>
                </a:lnTo>
                <a:lnTo>
                  <a:pt x="829092" y="91474"/>
                </a:lnTo>
                <a:close/>
                <a:moveTo>
                  <a:pt x="764123" y="90586"/>
                </a:moveTo>
                <a:lnTo>
                  <a:pt x="766622" y="90586"/>
                </a:lnTo>
                <a:lnTo>
                  <a:pt x="766622" y="91474"/>
                </a:lnTo>
                <a:lnTo>
                  <a:pt x="764123" y="91474"/>
                </a:lnTo>
                <a:close/>
                <a:moveTo>
                  <a:pt x="837088" y="90586"/>
                </a:moveTo>
                <a:lnTo>
                  <a:pt x="839087" y="90586"/>
                </a:lnTo>
                <a:lnTo>
                  <a:pt x="839087" y="91474"/>
                </a:lnTo>
                <a:lnTo>
                  <a:pt x="837088" y="91474"/>
                </a:lnTo>
                <a:close/>
                <a:moveTo>
                  <a:pt x="866074" y="90586"/>
                </a:moveTo>
                <a:lnTo>
                  <a:pt x="895060" y="90586"/>
                </a:lnTo>
                <a:lnTo>
                  <a:pt x="895060" y="91474"/>
                </a:lnTo>
                <a:lnTo>
                  <a:pt x="866074" y="91474"/>
                </a:lnTo>
                <a:close/>
                <a:moveTo>
                  <a:pt x="761125" y="89698"/>
                </a:moveTo>
                <a:lnTo>
                  <a:pt x="762124" y="89698"/>
                </a:lnTo>
                <a:lnTo>
                  <a:pt x="762124" y="91474"/>
                </a:lnTo>
                <a:lnTo>
                  <a:pt x="761125" y="91474"/>
                </a:lnTo>
                <a:close/>
                <a:moveTo>
                  <a:pt x="817098" y="90586"/>
                </a:moveTo>
                <a:lnTo>
                  <a:pt x="818597" y="90586"/>
                </a:lnTo>
                <a:lnTo>
                  <a:pt x="818597" y="91474"/>
                </a:lnTo>
                <a:lnTo>
                  <a:pt x="817098" y="91474"/>
                </a:lnTo>
                <a:close/>
                <a:moveTo>
                  <a:pt x="840087" y="90586"/>
                </a:moveTo>
                <a:lnTo>
                  <a:pt x="864575" y="90586"/>
                </a:lnTo>
                <a:lnTo>
                  <a:pt x="864575" y="91474"/>
                </a:lnTo>
                <a:lnTo>
                  <a:pt x="840087" y="91474"/>
                </a:lnTo>
                <a:close/>
                <a:moveTo>
                  <a:pt x="764123" y="91474"/>
                </a:moveTo>
                <a:lnTo>
                  <a:pt x="767122" y="91474"/>
                </a:lnTo>
                <a:lnTo>
                  <a:pt x="767122" y="92362"/>
                </a:lnTo>
                <a:lnTo>
                  <a:pt x="764123" y="92362"/>
                </a:lnTo>
                <a:close/>
                <a:moveTo>
                  <a:pt x="840087" y="91474"/>
                </a:moveTo>
                <a:lnTo>
                  <a:pt x="865075" y="91474"/>
                </a:lnTo>
                <a:lnTo>
                  <a:pt x="865075" y="92362"/>
                </a:lnTo>
                <a:lnTo>
                  <a:pt x="840087" y="92362"/>
                </a:lnTo>
                <a:close/>
                <a:moveTo>
                  <a:pt x="749630" y="89698"/>
                </a:moveTo>
                <a:lnTo>
                  <a:pt x="750130" y="89698"/>
                </a:lnTo>
                <a:lnTo>
                  <a:pt x="750130" y="92362"/>
                </a:lnTo>
                <a:lnTo>
                  <a:pt x="749630" y="92362"/>
                </a:lnTo>
                <a:close/>
                <a:moveTo>
                  <a:pt x="690159" y="79041"/>
                </a:moveTo>
                <a:lnTo>
                  <a:pt x="726641" y="79041"/>
                </a:lnTo>
                <a:lnTo>
                  <a:pt x="726641" y="92362"/>
                </a:lnTo>
                <a:lnTo>
                  <a:pt x="690159" y="92362"/>
                </a:lnTo>
                <a:close/>
                <a:moveTo>
                  <a:pt x="774618" y="90586"/>
                </a:moveTo>
                <a:lnTo>
                  <a:pt x="794609" y="90586"/>
                </a:lnTo>
                <a:lnTo>
                  <a:pt x="794609" y="92362"/>
                </a:lnTo>
                <a:lnTo>
                  <a:pt x="774618" y="92362"/>
                </a:lnTo>
                <a:close/>
                <a:moveTo>
                  <a:pt x="828093" y="91474"/>
                </a:moveTo>
                <a:lnTo>
                  <a:pt x="835089" y="91474"/>
                </a:lnTo>
                <a:lnTo>
                  <a:pt x="835089" y="92362"/>
                </a:lnTo>
                <a:lnTo>
                  <a:pt x="828093" y="92362"/>
                </a:lnTo>
                <a:close/>
                <a:moveTo>
                  <a:pt x="817098" y="91474"/>
                </a:moveTo>
                <a:lnTo>
                  <a:pt x="819597" y="91474"/>
                </a:lnTo>
                <a:lnTo>
                  <a:pt x="819597" y="92362"/>
                </a:lnTo>
                <a:lnTo>
                  <a:pt x="817098" y="92362"/>
                </a:lnTo>
                <a:close/>
                <a:moveTo>
                  <a:pt x="738136" y="91474"/>
                </a:moveTo>
                <a:lnTo>
                  <a:pt x="738635" y="91474"/>
                </a:lnTo>
                <a:lnTo>
                  <a:pt x="738635" y="92362"/>
                </a:lnTo>
                <a:lnTo>
                  <a:pt x="738136" y="92362"/>
                </a:lnTo>
                <a:close/>
                <a:moveTo>
                  <a:pt x="836588" y="91474"/>
                </a:moveTo>
                <a:lnTo>
                  <a:pt x="839087" y="91474"/>
                </a:lnTo>
                <a:lnTo>
                  <a:pt x="839087" y="92362"/>
                </a:lnTo>
                <a:lnTo>
                  <a:pt x="836588" y="92362"/>
                </a:lnTo>
                <a:close/>
                <a:moveTo>
                  <a:pt x="968025" y="91474"/>
                </a:moveTo>
                <a:lnTo>
                  <a:pt x="1000000" y="91474"/>
                </a:lnTo>
                <a:lnTo>
                  <a:pt x="1000000" y="92362"/>
                </a:lnTo>
                <a:lnTo>
                  <a:pt x="968025" y="92362"/>
                </a:lnTo>
                <a:close/>
                <a:moveTo>
                  <a:pt x="821096" y="91474"/>
                </a:moveTo>
                <a:lnTo>
                  <a:pt x="826093" y="91474"/>
                </a:lnTo>
                <a:lnTo>
                  <a:pt x="826093" y="92362"/>
                </a:lnTo>
                <a:lnTo>
                  <a:pt x="821096" y="92362"/>
                </a:lnTo>
                <a:close/>
                <a:moveTo>
                  <a:pt x="935541" y="92362"/>
                </a:moveTo>
                <a:lnTo>
                  <a:pt x="937040" y="92362"/>
                </a:lnTo>
                <a:lnTo>
                  <a:pt x="937040" y="93250"/>
                </a:lnTo>
                <a:lnTo>
                  <a:pt x="935541" y="93250"/>
                </a:lnTo>
                <a:close/>
                <a:moveTo>
                  <a:pt x="821596" y="92362"/>
                </a:moveTo>
                <a:lnTo>
                  <a:pt x="825094" y="92362"/>
                </a:lnTo>
                <a:lnTo>
                  <a:pt x="825094" y="93250"/>
                </a:lnTo>
                <a:lnTo>
                  <a:pt x="821596" y="93250"/>
                </a:lnTo>
                <a:close/>
                <a:moveTo>
                  <a:pt x="835589" y="92362"/>
                </a:moveTo>
                <a:lnTo>
                  <a:pt x="839087" y="92362"/>
                </a:lnTo>
                <a:lnTo>
                  <a:pt x="839087" y="93250"/>
                </a:lnTo>
                <a:lnTo>
                  <a:pt x="835589" y="93250"/>
                </a:lnTo>
                <a:close/>
                <a:moveTo>
                  <a:pt x="764123" y="92362"/>
                </a:moveTo>
                <a:lnTo>
                  <a:pt x="767622" y="92362"/>
                </a:lnTo>
                <a:lnTo>
                  <a:pt x="767622" y="93250"/>
                </a:lnTo>
                <a:lnTo>
                  <a:pt x="764123" y="93250"/>
                </a:lnTo>
                <a:close/>
                <a:moveTo>
                  <a:pt x="741634" y="92362"/>
                </a:moveTo>
                <a:lnTo>
                  <a:pt x="742134" y="92362"/>
                </a:lnTo>
                <a:lnTo>
                  <a:pt x="742134" y="93250"/>
                </a:lnTo>
                <a:lnTo>
                  <a:pt x="741634" y="93250"/>
                </a:lnTo>
                <a:close/>
                <a:moveTo>
                  <a:pt x="866574" y="91474"/>
                </a:moveTo>
                <a:lnTo>
                  <a:pt x="895060" y="91474"/>
                </a:lnTo>
                <a:lnTo>
                  <a:pt x="895060" y="93250"/>
                </a:lnTo>
                <a:lnTo>
                  <a:pt x="866574" y="93250"/>
                </a:lnTo>
                <a:close/>
                <a:moveTo>
                  <a:pt x="840087" y="92362"/>
                </a:moveTo>
                <a:lnTo>
                  <a:pt x="865575" y="92362"/>
                </a:lnTo>
                <a:lnTo>
                  <a:pt x="865575" y="93250"/>
                </a:lnTo>
                <a:lnTo>
                  <a:pt x="840087" y="93250"/>
                </a:lnTo>
                <a:close/>
                <a:moveTo>
                  <a:pt x="730140" y="87922"/>
                </a:moveTo>
                <a:lnTo>
                  <a:pt x="730639" y="87922"/>
                </a:lnTo>
                <a:lnTo>
                  <a:pt x="730639" y="93250"/>
                </a:lnTo>
                <a:lnTo>
                  <a:pt x="730140" y="93250"/>
                </a:lnTo>
                <a:close/>
                <a:moveTo>
                  <a:pt x="774118" y="92362"/>
                </a:moveTo>
                <a:lnTo>
                  <a:pt x="794609" y="92362"/>
                </a:lnTo>
                <a:lnTo>
                  <a:pt x="794609" y="93250"/>
                </a:lnTo>
                <a:lnTo>
                  <a:pt x="774118" y="93250"/>
                </a:lnTo>
                <a:close/>
                <a:moveTo>
                  <a:pt x="827093" y="92362"/>
                </a:moveTo>
                <a:lnTo>
                  <a:pt x="834589" y="92362"/>
                </a:lnTo>
                <a:lnTo>
                  <a:pt x="834589" y="93250"/>
                </a:lnTo>
                <a:lnTo>
                  <a:pt x="827093" y="93250"/>
                </a:lnTo>
                <a:close/>
                <a:moveTo>
                  <a:pt x="968525" y="92362"/>
                </a:moveTo>
                <a:lnTo>
                  <a:pt x="1000000" y="92362"/>
                </a:lnTo>
                <a:lnTo>
                  <a:pt x="1000000" y="93250"/>
                </a:lnTo>
                <a:lnTo>
                  <a:pt x="968525" y="93250"/>
                </a:lnTo>
                <a:close/>
                <a:moveTo>
                  <a:pt x="760625" y="91474"/>
                </a:moveTo>
                <a:lnTo>
                  <a:pt x="762124" y="91474"/>
                </a:lnTo>
                <a:lnTo>
                  <a:pt x="762124" y="93250"/>
                </a:lnTo>
                <a:lnTo>
                  <a:pt x="760625" y="93250"/>
                </a:lnTo>
                <a:close/>
                <a:moveTo>
                  <a:pt x="732638" y="91474"/>
                </a:moveTo>
                <a:lnTo>
                  <a:pt x="733138" y="91474"/>
                </a:lnTo>
                <a:lnTo>
                  <a:pt x="733138" y="93250"/>
                </a:lnTo>
                <a:lnTo>
                  <a:pt x="732638" y="93250"/>
                </a:lnTo>
                <a:close/>
                <a:moveTo>
                  <a:pt x="817098" y="92362"/>
                </a:moveTo>
                <a:lnTo>
                  <a:pt x="820096" y="92362"/>
                </a:lnTo>
                <a:lnTo>
                  <a:pt x="820096" y="93250"/>
                </a:lnTo>
                <a:lnTo>
                  <a:pt x="817098" y="93250"/>
                </a:lnTo>
                <a:close/>
                <a:moveTo>
                  <a:pt x="840087" y="93250"/>
                </a:moveTo>
                <a:lnTo>
                  <a:pt x="866074" y="93250"/>
                </a:lnTo>
                <a:lnTo>
                  <a:pt x="866074" y="94139"/>
                </a:lnTo>
                <a:lnTo>
                  <a:pt x="840087" y="94139"/>
                </a:lnTo>
                <a:close/>
                <a:moveTo>
                  <a:pt x="690159" y="92362"/>
                </a:moveTo>
                <a:lnTo>
                  <a:pt x="726141" y="92362"/>
                </a:lnTo>
                <a:lnTo>
                  <a:pt x="726141" y="94139"/>
                </a:lnTo>
                <a:lnTo>
                  <a:pt x="690159" y="94139"/>
                </a:lnTo>
                <a:close/>
                <a:moveTo>
                  <a:pt x="764123" y="93250"/>
                </a:moveTo>
                <a:lnTo>
                  <a:pt x="768621" y="93250"/>
                </a:lnTo>
                <a:lnTo>
                  <a:pt x="768621" y="94139"/>
                </a:lnTo>
                <a:lnTo>
                  <a:pt x="764123" y="94139"/>
                </a:lnTo>
                <a:close/>
                <a:moveTo>
                  <a:pt x="835089" y="93250"/>
                </a:moveTo>
                <a:lnTo>
                  <a:pt x="839087" y="93250"/>
                </a:lnTo>
                <a:lnTo>
                  <a:pt x="839087" y="94139"/>
                </a:lnTo>
                <a:lnTo>
                  <a:pt x="835089" y="94139"/>
                </a:lnTo>
                <a:close/>
                <a:moveTo>
                  <a:pt x="760625" y="93250"/>
                </a:moveTo>
                <a:lnTo>
                  <a:pt x="761624" y="93250"/>
                </a:lnTo>
                <a:lnTo>
                  <a:pt x="761624" y="94139"/>
                </a:lnTo>
                <a:lnTo>
                  <a:pt x="760625" y="94139"/>
                </a:lnTo>
                <a:close/>
                <a:moveTo>
                  <a:pt x="828592" y="93250"/>
                </a:moveTo>
                <a:lnTo>
                  <a:pt x="833590" y="93250"/>
                </a:lnTo>
                <a:lnTo>
                  <a:pt x="833590" y="94139"/>
                </a:lnTo>
                <a:lnTo>
                  <a:pt x="828592" y="94139"/>
                </a:lnTo>
                <a:close/>
                <a:moveTo>
                  <a:pt x="773619" y="93250"/>
                </a:moveTo>
                <a:lnTo>
                  <a:pt x="794609" y="93250"/>
                </a:lnTo>
                <a:lnTo>
                  <a:pt x="794609" y="94139"/>
                </a:lnTo>
                <a:lnTo>
                  <a:pt x="773619" y="94139"/>
                </a:lnTo>
                <a:close/>
                <a:moveTo>
                  <a:pt x="817098" y="93250"/>
                </a:moveTo>
                <a:lnTo>
                  <a:pt x="821096" y="93250"/>
                </a:lnTo>
                <a:lnTo>
                  <a:pt x="821096" y="94139"/>
                </a:lnTo>
                <a:lnTo>
                  <a:pt x="817098" y="94139"/>
                </a:lnTo>
                <a:close/>
                <a:moveTo>
                  <a:pt x="867074" y="93250"/>
                </a:moveTo>
                <a:lnTo>
                  <a:pt x="895060" y="93250"/>
                </a:lnTo>
                <a:lnTo>
                  <a:pt x="895060" y="94139"/>
                </a:lnTo>
                <a:lnTo>
                  <a:pt x="867074" y="94139"/>
                </a:lnTo>
                <a:close/>
                <a:moveTo>
                  <a:pt x="773119" y="94139"/>
                </a:moveTo>
                <a:lnTo>
                  <a:pt x="794609" y="94139"/>
                </a:lnTo>
                <a:lnTo>
                  <a:pt x="794609" y="95027"/>
                </a:lnTo>
                <a:lnTo>
                  <a:pt x="773119" y="95027"/>
                </a:lnTo>
                <a:close/>
                <a:moveTo>
                  <a:pt x="840087" y="94139"/>
                </a:moveTo>
                <a:lnTo>
                  <a:pt x="866574" y="94139"/>
                </a:lnTo>
                <a:lnTo>
                  <a:pt x="866574" y="95027"/>
                </a:lnTo>
                <a:lnTo>
                  <a:pt x="840087" y="95027"/>
                </a:lnTo>
                <a:close/>
                <a:moveTo>
                  <a:pt x="834589" y="94139"/>
                </a:moveTo>
                <a:lnTo>
                  <a:pt x="839087" y="94139"/>
                </a:lnTo>
                <a:lnTo>
                  <a:pt x="839087" y="95027"/>
                </a:lnTo>
                <a:lnTo>
                  <a:pt x="834589" y="95027"/>
                </a:lnTo>
                <a:close/>
                <a:moveTo>
                  <a:pt x="763623" y="94139"/>
                </a:moveTo>
                <a:lnTo>
                  <a:pt x="769621" y="94139"/>
                </a:lnTo>
                <a:lnTo>
                  <a:pt x="769621" y="95027"/>
                </a:lnTo>
                <a:lnTo>
                  <a:pt x="763623" y="95027"/>
                </a:lnTo>
                <a:close/>
                <a:moveTo>
                  <a:pt x="935041" y="93250"/>
                </a:moveTo>
                <a:lnTo>
                  <a:pt x="937540" y="93250"/>
                </a:lnTo>
                <a:lnTo>
                  <a:pt x="937540" y="95027"/>
                </a:lnTo>
                <a:lnTo>
                  <a:pt x="935041" y="95027"/>
                </a:lnTo>
                <a:close/>
                <a:moveTo>
                  <a:pt x="969025" y="93250"/>
                </a:moveTo>
                <a:lnTo>
                  <a:pt x="1000000" y="93250"/>
                </a:lnTo>
                <a:lnTo>
                  <a:pt x="1000000" y="95027"/>
                </a:lnTo>
                <a:lnTo>
                  <a:pt x="969025" y="95027"/>
                </a:lnTo>
                <a:close/>
                <a:moveTo>
                  <a:pt x="867574" y="94139"/>
                </a:moveTo>
                <a:lnTo>
                  <a:pt x="895060" y="94139"/>
                </a:lnTo>
                <a:lnTo>
                  <a:pt x="895060" y="95027"/>
                </a:lnTo>
                <a:lnTo>
                  <a:pt x="867574" y="95027"/>
                </a:lnTo>
                <a:close/>
                <a:moveTo>
                  <a:pt x="868073" y="95027"/>
                </a:moveTo>
                <a:lnTo>
                  <a:pt x="895060" y="95027"/>
                </a:lnTo>
                <a:lnTo>
                  <a:pt x="895060" y="95915"/>
                </a:lnTo>
                <a:lnTo>
                  <a:pt x="868073" y="95915"/>
                </a:lnTo>
                <a:close/>
                <a:moveTo>
                  <a:pt x="772619" y="95027"/>
                </a:moveTo>
                <a:lnTo>
                  <a:pt x="794609" y="95027"/>
                </a:lnTo>
                <a:lnTo>
                  <a:pt x="794609" y="95915"/>
                </a:lnTo>
                <a:lnTo>
                  <a:pt x="772619" y="95915"/>
                </a:lnTo>
                <a:close/>
                <a:moveTo>
                  <a:pt x="817098" y="94139"/>
                </a:moveTo>
                <a:lnTo>
                  <a:pt x="820596" y="94139"/>
                </a:lnTo>
                <a:lnTo>
                  <a:pt x="820596" y="95915"/>
                </a:lnTo>
                <a:lnTo>
                  <a:pt x="817098" y="95915"/>
                </a:lnTo>
                <a:close/>
                <a:moveTo>
                  <a:pt x="834090" y="95027"/>
                </a:moveTo>
                <a:lnTo>
                  <a:pt x="839087" y="95027"/>
                </a:lnTo>
                <a:lnTo>
                  <a:pt x="839087" y="95915"/>
                </a:lnTo>
                <a:lnTo>
                  <a:pt x="834090" y="95915"/>
                </a:lnTo>
                <a:close/>
                <a:moveTo>
                  <a:pt x="796108" y="88810"/>
                </a:moveTo>
                <a:lnTo>
                  <a:pt x="816098" y="88810"/>
                </a:lnTo>
                <a:lnTo>
                  <a:pt x="816098" y="95915"/>
                </a:lnTo>
                <a:lnTo>
                  <a:pt x="796108" y="95915"/>
                </a:lnTo>
                <a:close/>
                <a:moveTo>
                  <a:pt x="829592" y="94139"/>
                </a:moveTo>
                <a:lnTo>
                  <a:pt x="833590" y="94139"/>
                </a:lnTo>
                <a:lnTo>
                  <a:pt x="833590" y="95915"/>
                </a:lnTo>
                <a:lnTo>
                  <a:pt x="829592" y="95915"/>
                </a:lnTo>
                <a:close/>
                <a:moveTo>
                  <a:pt x="821596" y="95027"/>
                </a:moveTo>
                <a:lnTo>
                  <a:pt x="828592" y="95027"/>
                </a:lnTo>
                <a:lnTo>
                  <a:pt x="828592" y="95915"/>
                </a:lnTo>
                <a:lnTo>
                  <a:pt x="821596" y="95915"/>
                </a:lnTo>
                <a:close/>
                <a:moveTo>
                  <a:pt x="840087" y="95027"/>
                </a:moveTo>
                <a:lnTo>
                  <a:pt x="867074" y="95027"/>
                </a:lnTo>
                <a:lnTo>
                  <a:pt x="867074" y="95915"/>
                </a:lnTo>
                <a:lnTo>
                  <a:pt x="840087" y="95915"/>
                </a:lnTo>
                <a:close/>
                <a:moveTo>
                  <a:pt x="763623" y="95027"/>
                </a:moveTo>
                <a:lnTo>
                  <a:pt x="771620" y="95027"/>
                </a:lnTo>
                <a:lnTo>
                  <a:pt x="771620" y="95915"/>
                </a:lnTo>
                <a:lnTo>
                  <a:pt x="763623" y="95915"/>
                </a:lnTo>
                <a:close/>
                <a:moveTo>
                  <a:pt x="868573" y="95915"/>
                </a:moveTo>
                <a:lnTo>
                  <a:pt x="895060" y="95915"/>
                </a:lnTo>
                <a:lnTo>
                  <a:pt x="895060" y="96803"/>
                </a:lnTo>
                <a:lnTo>
                  <a:pt x="868573" y="96803"/>
                </a:lnTo>
                <a:close/>
                <a:moveTo>
                  <a:pt x="817098" y="95915"/>
                </a:moveTo>
                <a:lnTo>
                  <a:pt x="836588" y="95915"/>
                </a:lnTo>
                <a:lnTo>
                  <a:pt x="836588" y="96803"/>
                </a:lnTo>
                <a:lnTo>
                  <a:pt x="817098" y="96803"/>
                </a:lnTo>
                <a:close/>
                <a:moveTo>
                  <a:pt x="969525" y="95027"/>
                </a:moveTo>
                <a:lnTo>
                  <a:pt x="1000000" y="95027"/>
                </a:lnTo>
                <a:lnTo>
                  <a:pt x="1000000" y="96803"/>
                </a:lnTo>
                <a:lnTo>
                  <a:pt x="969525" y="96803"/>
                </a:lnTo>
                <a:close/>
                <a:moveTo>
                  <a:pt x="935041" y="95027"/>
                </a:moveTo>
                <a:lnTo>
                  <a:pt x="938040" y="95027"/>
                </a:lnTo>
                <a:lnTo>
                  <a:pt x="938040" y="96803"/>
                </a:lnTo>
                <a:lnTo>
                  <a:pt x="935041" y="96803"/>
                </a:lnTo>
                <a:close/>
                <a:moveTo>
                  <a:pt x="869073" y="96803"/>
                </a:moveTo>
                <a:lnTo>
                  <a:pt x="895060" y="96803"/>
                </a:lnTo>
                <a:lnTo>
                  <a:pt x="895060" y="97691"/>
                </a:lnTo>
                <a:lnTo>
                  <a:pt x="869073" y="97691"/>
                </a:lnTo>
                <a:close/>
                <a:moveTo>
                  <a:pt x="840087" y="95915"/>
                </a:moveTo>
                <a:lnTo>
                  <a:pt x="867574" y="95915"/>
                </a:lnTo>
                <a:lnTo>
                  <a:pt x="867574" y="97691"/>
                </a:lnTo>
                <a:lnTo>
                  <a:pt x="840087" y="97691"/>
                </a:lnTo>
                <a:close/>
                <a:moveTo>
                  <a:pt x="760125" y="94139"/>
                </a:moveTo>
                <a:lnTo>
                  <a:pt x="761624" y="94139"/>
                </a:lnTo>
                <a:lnTo>
                  <a:pt x="761624" y="97691"/>
                </a:lnTo>
                <a:lnTo>
                  <a:pt x="760125" y="97691"/>
                </a:lnTo>
                <a:close/>
                <a:moveTo>
                  <a:pt x="917550" y="88810"/>
                </a:moveTo>
                <a:lnTo>
                  <a:pt x="919049" y="88810"/>
                </a:lnTo>
                <a:lnTo>
                  <a:pt x="919049" y="97691"/>
                </a:lnTo>
                <a:lnTo>
                  <a:pt x="917550" y="97691"/>
                </a:lnTo>
                <a:close/>
                <a:moveTo>
                  <a:pt x="732139" y="93250"/>
                </a:moveTo>
                <a:lnTo>
                  <a:pt x="733138" y="93250"/>
                </a:lnTo>
                <a:lnTo>
                  <a:pt x="733138" y="97691"/>
                </a:lnTo>
                <a:lnTo>
                  <a:pt x="732139" y="97691"/>
                </a:lnTo>
                <a:close/>
                <a:moveTo>
                  <a:pt x="935541" y="96803"/>
                </a:moveTo>
                <a:lnTo>
                  <a:pt x="938040" y="96803"/>
                </a:lnTo>
                <a:lnTo>
                  <a:pt x="938040" y="97691"/>
                </a:lnTo>
                <a:lnTo>
                  <a:pt x="935541" y="97691"/>
                </a:lnTo>
                <a:close/>
                <a:moveTo>
                  <a:pt x="837588" y="95915"/>
                </a:moveTo>
                <a:lnTo>
                  <a:pt x="839087" y="95915"/>
                </a:lnTo>
                <a:lnTo>
                  <a:pt x="839087" y="97691"/>
                </a:lnTo>
                <a:lnTo>
                  <a:pt x="837588" y="97691"/>
                </a:lnTo>
                <a:close/>
                <a:moveTo>
                  <a:pt x="936041" y="97691"/>
                </a:moveTo>
                <a:lnTo>
                  <a:pt x="938040" y="97691"/>
                </a:lnTo>
                <a:lnTo>
                  <a:pt x="938040" y="98579"/>
                </a:lnTo>
                <a:lnTo>
                  <a:pt x="936041" y="98579"/>
                </a:lnTo>
                <a:close/>
                <a:moveTo>
                  <a:pt x="836588" y="97691"/>
                </a:moveTo>
                <a:lnTo>
                  <a:pt x="839587" y="97691"/>
                </a:lnTo>
                <a:lnTo>
                  <a:pt x="839587" y="98579"/>
                </a:lnTo>
                <a:lnTo>
                  <a:pt x="836588" y="98579"/>
                </a:lnTo>
                <a:close/>
                <a:moveTo>
                  <a:pt x="925546" y="90586"/>
                </a:moveTo>
                <a:lnTo>
                  <a:pt x="928045" y="90586"/>
                </a:lnTo>
                <a:lnTo>
                  <a:pt x="928045" y="98579"/>
                </a:lnTo>
                <a:lnTo>
                  <a:pt x="925546" y="98579"/>
                </a:lnTo>
                <a:close/>
                <a:moveTo>
                  <a:pt x="869573" y="97691"/>
                </a:moveTo>
                <a:lnTo>
                  <a:pt x="895060" y="97691"/>
                </a:lnTo>
                <a:lnTo>
                  <a:pt x="895060" y="98579"/>
                </a:lnTo>
                <a:lnTo>
                  <a:pt x="869573" y="98579"/>
                </a:lnTo>
                <a:close/>
                <a:moveTo>
                  <a:pt x="840587" y="97691"/>
                </a:moveTo>
                <a:lnTo>
                  <a:pt x="868073" y="97691"/>
                </a:lnTo>
                <a:lnTo>
                  <a:pt x="868073" y="98579"/>
                </a:lnTo>
                <a:lnTo>
                  <a:pt x="840587" y="98579"/>
                </a:lnTo>
                <a:close/>
                <a:moveTo>
                  <a:pt x="917050" y="97691"/>
                </a:moveTo>
                <a:lnTo>
                  <a:pt x="919049" y="97691"/>
                </a:lnTo>
                <a:lnTo>
                  <a:pt x="919049" y="98579"/>
                </a:lnTo>
                <a:lnTo>
                  <a:pt x="917050" y="98579"/>
                </a:lnTo>
                <a:close/>
                <a:moveTo>
                  <a:pt x="763623" y="95915"/>
                </a:moveTo>
                <a:lnTo>
                  <a:pt x="794609" y="95915"/>
                </a:lnTo>
                <a:lnTo>
                  <a:pt x="794609" y="98579"/>
                </a:lnTo>
                <a:lnTo>
                  <a:pt x="763623" y="98579"/>
                </a:lnTo>
                <a:close/>
                <a:moveTo>
                  <a:pt x="796108" y="95915"/>
                </a:moveTo>
                <a:lnTo>
                  <a:pt x="816598" y="95915"/>
                </a:lnTo>
                <a:lnTo>
                  <a:pt x="816598" y="98579"/>
                </a:lnTo>
                <a:lnTo>
                  <a:pt x="796108" y="98579"/>
                </a:lnTo>
                <a:close/>
                <a:moveTo>
                  <a:pt x="817598" y="96803"/>
                </a:moveTo>
                <a:lnTo>
                  <a:pt x="835589" y="96803"/>
                </a:lnTo>
                <a:lnTo>
                  <a:pt x="835589" y="98579"/>
                </a:lnTo>
                <a:lnTo>
                  <a:pt x="817598" y="98579"/>
                </a:lnTo>
                <a:close/>
                <a:moveTo>
                  <a:pt x="954032" y="98579"/>
                </a:moveTo>
                <a:lnTo>
                  <a:pt x="962028" y="98579"/>
                </a:lnTo>
                <a:lnTo>
                  <a:pt x="962028" y="99467"/>
                </a:lnTo>
                <a:lnTo>
                  <a:pt x="954032" y="99467"/>
                </a:lnTo>
                <a:close/>
                <a:moveTo>
                  <a:pt x="690159" y="94139"/>
                </a:moveTo>
                <a:lnTo>
                  <a:pt x="726641" y="94139"/>
                </a:lnTo>
                <a:lnTo>
                  <a:pt x="726641" y="99467"/>
                </a:lnTo>
                <a:lnTo>
                  <a:pt x="690159" y="99467"/>
                </a:lnTo>
                <a:close/>
                <a:moveTo>
                  <a:pt x="937040" y="98579"/>
                </a:moveTo>
                <a:lnTo>
                  <a:pt x="938040" y="98579"/>
                </a:lnTo>
                <a:lnTo>
                  <a:pt x="938040" y="99467"/>
                </a:lnTo>
                <a:lnTo>
                  <a:pt x="937040" y="99467"/>
                </a:lnTo>
                <a:close/>
                <a:moveTo>
                  <a:pt x="870072" y="98579"/>
                </a:moveTo>
                <a:lnTo>
                  <a:pt x="895060" y="98579"/>
                </a:lnTo>
                <a:lnTo>
                  <a:pt x="895060" y="99467"/>
                </a:lnTo>
                <a:lnTo>
                  <a:pt x="870072" y="99467"/>
                </a:lnTo>
                <a:close/>
                <a:moveTo>
                  <a:pt x="744633" y="91474"/>
                </a:moveTo>
                <a:lnTo>
                  <a:pt x="745632" y="91474"/>
                </a:lnTo>
                <a:lnTo>
                  <a:pt x="745632" y="99467"/>
                </a:lnTo>
                <a:lnTo>
                  <a:pt x="744633" y="99467"/>
                </a:lnTo>
                <a:close/>
                <a:moveTo>
                  <a:pt x="840587" y="98579"/>
                </a:moveTo>
                <a:lnTo>
                  <a:pt x="868573" y="98579"/>
                </a:lnTo>
                <a:lnTo>
                  <a:pt x="868573" y="99467"/>
                </a:lnTo>
                <a:lnTo>
                  <a:pt x="840587" y="99467"/>
                </a:lnTo>
                <a:close/>
                <a:moveTo>
                  <a:pt x="970024" y="96803"/>
                </a:moveTo>
                <a:lnTo>
                  <a:pt x="1000000" y="96803"/>
                </a:lnTo>
                <a:lnTo>
                  <a:pt x="1000000" y="99467"/>
                </a:lnTo>
                <a:lnTo>
                  <a:pt x="970024" y="99467"/>
                </a:lnTo>
                <a:close/>
                <a:moveTo>
                  <a:pt x="902557" y="98579"/>
                </a:moveTo>
                <a:lnTo>
                  <a:pt x="928045" y="98579"/>
                </a:lnTo>
                <a:lnTo>
                  <a:pt x="928045" y="99467"/>
                </a:lnTo>
                <a:lnTo>
                  <a:pt x="902557" y="99467"/>
                </a:lnTo>
                <a:close/>
                <a:moveTo>
                  <a:pt x="748131" y="94139"/>
                </a:moveTo>
                <a:lnTo>
                  <a:pt x="748631" y="94139"/>
                </a:lnTo>
                <a:lnTo>
                  <a:pt x="748631" y="100355"/>
                </a:lnTo>
                <a:lnTo>
                  <a:pt x="748131" y="100355"/>
                </a:lnTo>
                <a:close/>
                <a:moveTo>
                  <a:pt x="840587" y="99467"/>
                </a:moveTo>
                <a:lnTo>
                  <a:pt x="869073" y="99467"/>
                </a:lnTo>
                <a:lnTo>
                  <a:pt x="869073" y="100355"/>
                </a:lnTo>
                <a:lnTo>
                  <a:pt x="840587" y="100355"/>
                </a:lnTo>
                <a:close/>
                <a:moveTo>
                  <a:pt x="796108" y="98579"/>
                </a:moveTo>
                <a:lnTo>
                  <a:pt x="817098" y="98579"/>
                </a:lnTo>
                <a:lnTo>
                  <a:pt x="817098" y="100355"/>
                </a:lnTo>
                <a:lnTo>
                  <a:pt x="796108" y="100355"/>
                </a:lnTo>
                <a:close/>
                <a:moveTo>
                  <a:pt x="937540" y="99467"/>
                </a:moveTo>
                <a:lnTo>
                  <a:pt x="938040" y="99467"/>
                </a:lnTo>
                <a:lnTo>
                  <a:pt x="938040" y="100355"/>
                </a:lnTo>
                <a:lnTo>
                  <a:pt x="937540" y="100355"/>
                </a:lnTo>
                <a:close/>
                <a:moveTo>
                  <a:pt x="737636" y="92362"/>
                </a:moveTo>
                <a:lnTo>
                  <a:pt x="738635" y="92362"/>
                </a:lnTo>
                <a:lnTo>
                  <a:pt x="738635" y="100355"/>
                </a:lnTo>
                <a:lnTo>
                  <a:pt x="737636" y="100355"/>
                </a:lnTo>
                <a:close/>
                <a:moveTo>
                  <a:pt x="870572" y="99467"/>
                </a:moveTo>
                <a:lnTo>
                  <a:pt x="895060" y="99467"/>
                </a:lnTo>
                <a:lnTo>
                  <a:pt x="895060" y="100355"/>
                </a:lnTo>
                <a:lnTo>
                  <a:pt x="870572" y="100355"/>
                </a:lnTo>
                <a:close/>
                <a:moveTo>
                  <a:pt x="745132" y="99467"/>
                </a:moveTo>
                <a:lnTo>
                  <a:pt x="745632" y="99467"/>
                </a:lnTo>
                <a:lnTo>
                  <a:pt x="745632" y="100355"/>
                </a:lnTo>
                <a:lnTo>
                  <a:pt x="745132" y="100355"/>
                </a:lnTo>
                <a:close/>
                <a:moveTo>
                  <a:pt x="818097" y="98579"/>
                </a:moveTo>
                <a:lnTo>
                  <a:pt x="839587" y="98579"/>
                </a:lnTo>
                <a:lnTo>
                  <a:pt x="839587" y="100355"/>
                </a:lnTo>
                <a:lnTo>
                  <a:pt x="818097" y="100355"/>
                </a:lnTo>
                <a:close/>
                <a:moveTo>
                  <a:pt x="818097" y="100355"/>
                </a:moveTo>
                <a:lnTo>
                  <a:pt x="840087" y="100355"/>
                </a:lnTo>
                <a:lnTo>
                  <a:pt x="840087" y="101243"/>
                </a:lnTo>
                <a:lnTo>
                  <a:pt x="818097" y="101243"/>
                </a:lnTo>
                <a:close/>
                <a:moveTo>
                  <a:pt x="871072" y="100355"/>
                </a:moveTo>
                <a:lnTo>
                  <a:pt x="895060" y="100355"/>
                </a:lnTo>
                <a:lnTo>
                  <a:pt x="895060" y="101243"/>
                </a:lnTo>
                <a:lnTo>
                  <a:pt x="871072" y="101243"/>
                </a:lnTo>
                <a:close/>
                <a:moveTo>
                  <a:pt x="954032" y="99467"/>
                </a:moveTo>
                <a:lnTo>
                  <a:pt x="963028" y="99467"/>
                </a:lnTo>
                <a:lnTo>
                  <a:pt x="963028" y="101243"/>
                </a:lnTo>
                <a:lnTo>
                  <a:pt x="954032" y="101243"/>
                </a:lnTo>
                <a:close/>
                <a:moveTo>
                  <a:pt x="841086" y="100355"/>
                </a:moveTo>
                <a:lnTo>
                  <a:pt x="869573" y="100355"/>
                </a:lnTo>
                <a:lnTo>
                  <a:pt x="869573" y="101243"/>
                </a:lnTo>
                <a:lnTo>
                  <a:pt x="841086" y="101243"/>
                </a:lnTo>
                <a:close/>
                <a:moveTo>
                  <a:pt x="750130" y="95915"/>
                </a:moveTo>
                <a:lnTo>
                  <a:pt x="750630" y="95915"/>
                </a:lnTo>
                <a:lnTo>
                  <a:pt x="750630" y="101243"/>
                </a:lnTo>
                <a:lnTo>
                  <a:pt x="750130" y="101243"/>
                </a:lnTo>
                <a:close/>
                <a:moveTo>
                  <a:pt x="817598" y="101243"/>
                </a:moveTo>
                <a:lnTo>
                  <a:pt x="840087" y="101243"/>
                </a:lnTo>
                <a:lnTo>
                  <a:pt x="840087" y="102131"/>
                </a:lnTo>
                <a:lnTo>
                  <a:pt x="817598" y="102131"/>
                </a:lnTo>
                <a:close/>
                <a:moveTo>
                  <a:pt x="841086" y="101243"/>
                </a:moveTo>
                <a:lnTo>
                  <a:pt x="870072" y="101243"/>
                </a:lnTo>
                <a:lnTo>
                  <a:pt x="870072" y="102131"/>
                </a:lnTo>
                <a:lnTo>
                  <a:pt x="841086" y="102131"/>
                </a:lnTo>
                <a:close/>
                <a:moveTo>
                  <a:pt x="871572" y="101243"/>
                </a:moveTo>
                <a:lnTo>
                  <a:pt x="895060" y="101243"/>
                </a:lnTo>
                <a:lnTo>
                  <a:pt x="895060" y="102131"/>
                </a:lnTo>
                <a:lnTo>
                  <a:pt x="871572" y="102131"/>
                </a:lnTo>
                <a:close/>
                <a:moveTo>
                  <a:pt x="902557" y="99467"/>
                </a:moveTo>
                <a:lnTo>
                  <a:pt x="928544" y="99467"/>
                </a:lnTo>
                <a:lnTo>
                  <a:pt x="928544" y="102131"/>
                </a:lnTo>
                <a:lnTo>
                  <a:pt x="902557" y="102131"/>
                </a:lnTo>
                <a:close/>
                <a:moveTo>
                  <a:pt x="796108" y="100355"/>
                </a:moveTo>
                <a:lnTo>
                  <a:pt x="816598" y="100355"/>
                </a:lnTo>
                <a:lnTo>
                  <a:pt x="816598" y="102131"/>
                </a:lnTo>
                <a:lnTo>
                  <a:pt x="796108" y="102131"/>
                </a:lnTo>
                <a:close/>
                <a:moveTo>
                  <a:pt x="841086" y="102131"/>
                </a:moveTo>
                <a:lnTo>
                  <a:pt x="870572" y="102131"/>
                </a:lnTo>
                <a:lnTo>
                  <a:pt x="870572" y="103020"/>
                </a:lnTo>
                <a:lnTo>
                  <a:pt x="841086" y="103020"/>
                </a:lnTo>
                <a:close/>
                <a:moveTo>
                  <a:pt x="741134" y="93250"/>
                </a:moveTo>
                <a:lnTo>
                  <a:pt x="742134" y="93250"/>
                </a:lnTo>
                <a:lnTo>
                  <a:pt x="742134" y="103020"/>
                </a:lnTo>
                <a:lnTo>
                  <a:pt x="741134" y="103020"/>
                </a:lnTo>
                <a:close/>
                <a:moveTo>
                  <a:pt x="902557" y="102131"/>
                </a:moveTo>
                <a:lnTo>
                  <a:pt x="919049" y="102131"/>
                </a:lnTo>
                <a:lnTo>
                  <a:pt x="919049" y="103020"/>
                </a:lnTo>
                <a:lnTo>
                  <a:pt x="902557" y="103020"/>
                </a:lnTo>
                <a:close/>
                <a:moveTo>
                  <a:pt x="817098" y="102131"/>
                </a:moveTo>
                <a:lnTo>
                  <a:pt x="840087" y="102131"/>
                </a:lnTo>
                <a:lnTo>
                  <a:pt x="840087" y="103020"/>
                </a:lnTo>
                <a:lnTo>
                  <a:pt x="817098" y="103020"/>
                </a:lnTo>
                <a:close/>
                <a:moveTo>
                  <a:pt x="760125" y="97691"/>
                </a:moveTo>
                <a:lnTo>
                  <a:pt x="761125" y="97691"/>
                </a:lnTo>
                <a:lnTo>
                  <a:pt x="761125" y="103020"/>
                </a:lnTo>
                <a:lnTo>
                  <a:pt x="760125" y="103020"/>
                </a:lnTo>
                <a:close/>
                <a:moveTo>
                  <a:pt x="754128" y="102131"/>
                </a:moveTo>
                <a:lnTo>
                  <a:pt x="755627" y="102131"/>
                </a:lnTo>
                <a:lnTo>
                  <a:pt x="755627" y="103020"/>
                </a:lnTo>
                <a:lnTo>
                  <a:pt x="754128" y="103020"/>
                </a:lnTo>
                <a:close/>
                <a:moveTo>
                  <a:pt x="872071" y="102131"/>
                </a:moveTo>
                <a:lnTo>
                  <a:pt x="895060" y="102131"/>
                </a:lnTo>
                <a:lnTo>
                  <a:pt x="895060" y="103020"/>
                </a:lnTo>
                <a:lnTo>
                  <a:pt x="872071" y="103020"/>
                </a:lnTo>
                <a:close/>
                <a:moveTo>
                  <a:pt x="925546" y="102131"/>
                </a:moveTo>
                <a:lnTo>
                  <a:pt x="929044" y="102131"/>
                </a:lnTo>
                <a:lnTo>
                  <a:pt x="929044" y="103020"/>
                </a:lnTo>
                <a:lnTo>
                  <a:pt x="925546" y="103020"/>
                </a:lnTo>
                <a:close/>
                <a:moveTo>
                  <a:pt x="841086" y="103020"/>
                </a:moveTo>
                <a:lnTo>
                  <a:pt x="871572" y="103020"/>
                </a:lnTo>
                <a:lnTo>
                  <a:pt x="871572" y="103908"/>
                </a:lnTo>
                <a:lnTo>
                  <a:pt x="841086" y="103908"/>
                </a:lnTo>
                <a:close/>
                <a:moveTo>
                  <a:pt x="753628" y="103020"/>
                </a:moveTo>
                <a:lnTo>
                  <a:pt x="755627" y="103020"/>
                </a:lnTo>
                <a:lnTo>
                  <a:pt x="755627" y="103908"/>
                </a:lnTo>
                <a:lnTo>
                  <a:pt x="753628" y="103908"/>
                </a:lnTo>
                <a:close/>
                <a:moveTo>
                  <a:pt x="741634" y="103020"/>
                </a:moveTo>
                <a:lnTo>
                  <a:pt x="742134" y="103020"/>
                </a:lnTo>
                <a:lnTo>
                  <a:pt x="742134" y="103908"/>
                </a:lnTo>
                <a:lnTo>
                  <a:pt x="741634" y="103908"/>
                </a:lnTo>
                <a:close/>
                <a:moveTo>
                  <a:pt x="832091" y="103020"/>
                </a:moveTo>
                <a:lnTo>
                  <a:pt x="840087" y="103020"/>
                </a:lnTo>
                <a:lnTo>
                  <a:pt x="840087" y="103908"/>
                </a:lnTo>
                <a:lnTo>
                  <a:pt x="832091" y="103908"/>
                </a:lnTo>
                <a:close/>
                <a:moveTo>
                  <a:pt x="763124" y="98579"/>
                </a:moveTo>
                <a:lnTo>
                  <a:pt x="794609" y="98579"/>
                </a:lnTo>
                <a:lnTo>
                  <a:pt x="794609" y="103908"/>
                </a:lnTo>
                <a:lnTo>
                  <a:pt x="763124" y="103908"/>
                </a:lnTo>
                <a:close/>
                <a:moveTo>
                  <a:pt x="821596" y="103020"/>
                </a:moveTo>
                <a:lnTo>
                  <a:pt x="831591" y="103020"/>
                </a:lnTo>
                <a:lnTo>
                  <a:pt x="831591" y="103908"/>
                </a:lnTo>
                <a:lnTo>
                  <a:pt x="821596" y="103908"/>
                </a:lnTo>
                <a:close/>
                <a:moveTo>
                  <a:pt x="872571" y="103020"/>
                </a:moveTo>
                <a:lnTo>
                  <a:pt x="895060" y="103020"/>
                </a:lnTo>
                <a:lnTo>
                  <a:pt x="895060" y="103908"/>
                </a:lnTo>
                <a:lnTo>
                  <a:pt x="872571" y="103908"/>
                </a:lnTo>
                <a:close/>
                <a:moveTo>
                  <a:pt x="821596" y="103908"/>
                </a:moveTo>
                <a:lnTo>
                  <a:pt x="830591" y="103908"/>
                </a:lnTo>
                <a:lnTo>
                  <a:pt x="830591" y="104796"/>
                </a:lnTo>
                <a:lnTo>
                  <a:pt x="821596" y="104796"/>
                </a:lnTo>
                <a:close/>
                <a:moveTo>
                  <a:pt x="925546" y="103020"/>
                </a:moveTo>
                <a:lnTo>
                  <a:pt x="929544" y="103020"/>
                </a:lnTo>
                <a:lnTo>
                  <a:pt x="929544" y="104796"/>
                </a:lnTo>
                <a:lnTo>
                  <a:pt x="925546" y="104796"/>
                </a:lnTo>
                <a:close/>
                <a:moveTo>
                  <a:pt x="749630" y="103908"/>
                </a:moveTo>
                <a:lnTo>
                  <a:pt x="750130" y="103908"/>
                </a:lnTo>
                <a:lnTo>
                  <a:pt x="750130" y="104796"/>
                </a:lnTo>
                <a:lnTo>
                  <a:pt x="749630" y="104796"/>
                </a:lnTo>
                <a:close/>
                <a:moveTo>
                  <a:pt x="731639" y="97691"/>
                </a:moveTo>
                <a:lnTo>
                  <a:pt x="733138" y="97691"/>
                </a:lnTo>
                <a:lnTo>
                  <a:pt x="733138" y="104796"/>
                </a:lnTo>
                <a:lnTo>
                  <a:pt x="731639" y="104796"/>
                </a:lnTo>
                <a:close/>
                <a:moveTo>
                  <a:pt x="796108" y="102131"/>
                </a:moveTo>
                <a:lnTo>
                  <a:pt x="816098" y="102131"/>
                </a:lnTo>
                <a:lnTo>
                  <a:pt x="816098" y="104796"/>
                </a:lnTo>
                <a:lnTo>
                  <a:pt x="796108" y="104796"/>
                </a:lnTo>
                <a:close/>
                <a:moveTo>
                  <a:pt x="841086" y="103908"/>
                </a:moveTo>
                <a:lnTo>
                  <a:pt x="872071" y="103908"/>
                </a:lnTo>
                <a:lnTo>
                  <a:pt x="872071" y="104796"/>
                </a:lnTo>
                <a:lnTo>
                  <a:pt x="841086" y="104796"/>
                </a:lnTo>
                <a:close/>
                <a:moveTo>
                  <a:pt x="753129" y="103908"/>
                </a:moveTo>
                <a:lnTo>
                  <a:pt x="755128" y="103908"/>
                </a:lnTo>
                <a:lnTo>
                  <a:pt x="755128" y="104796"/>
                </a:lnTo>
                <a:lnTo>
                  <a:pt x="753129" y="104796"/>
                </a:lnTo>
                <a:close/>
                <a:moveTo>
                  <a:pt x="817098" y="103020"/>
                </a:moveTo>
                <a:lnTo>
                  <a:pt x="820096" y="103020"/>
                </a:lnTo>
                <a:lnTo>
                  <a:pt x="820096" y="104796"/>
                </a:lnTo>
                <a:lnTo>
                  <a:pt x="817098" y="104796"/>
                </a:lnTo>
                <a:close/>
                <a:moveTo>
                  <a:pt x="873071" y="103908"/>
                </a:moveTo>
                <a:lnTo>
                  <a:pt x="895060" y="103908"/>
                </a:lnTo>
                <a:lnTo>
                  <a:pt x="895060" y="104796"/>
                </a:lnTo>
                <a:lnTo>
                  <a:pt x="873071" y="104796"/>
                </a:lnTo>
                <a:close/>
                <a:moveTo>
                  <a:pt x="874070" y="104796"/>
                </a:moveTo>
                <a:lnTo>
                  <a:pt x="895060" y="104796"/>
                </a:lnTo>
                <a:lnTo>
                  <a:pt x="895060" y="105684"/>
                </a:lnTo>
                <a:lnTo>
                  <a:pt x="874070" y="105684"/>
                </a:lnTo>
                <a:close/>
                <a:moveTo>
                  <a:pt x="752629" y="104796"/>
                </a:moveTo>
                <a:lnTo>
                  <a:pt x="755128" y="104796"/>
                </a:lnTo>
                <a:lnTo>
                  <a:pt x="755128" y="105684"/>
                </a:lnTo>
                <a:lnTo>
                  <a:pt x="752629" y="105684"/>
                </a:lnTo>
                <a:close/>
                <a:moveTo>
                  <a:pt x="925546" y="104796"/>
                </a:moveTo>
                <a:lnTo>
                  <a:pt x="930044" y="104796"/>
                </a:lnTo>
                <a:lnTo>
                  <a:pt x="930044" y="105684"/>
                </a:lnTo>
                <a:lnTo>
                  <a:pt x="925546" y="105684"/>
                </a:lnTo>
                <a:close/>
                <a:moveTo>
                  <a:pt x="758126" y="100355"/>
                </a:moveTo>
                <a:lnTo>
                  <a:pt x="758626" y="100355"/>
                </a:lnTo>
                <a:lnTo>
                  <a:pt x="758626" y="105684"/>
                </a:lnTo>
                <a:lnTo>
                  <a:pt x="758126" y="105684"/>
                </a:lnTo>
                <a:close/>
                <a:moveTo>
                  <a:pt x="832590" y="103908"/>
                </a:moveTo>
                <a:lnTo>
                  <a:pt x="840087" y="103908"/>
                </a:lnTo>
                <a:lnTo>
                  <a:pt x="840087" y="105684"/>
                </a:lnTo>
                <a:lnTo>
                  <a:pt x="832590" y="105684"/>
                </a:lnTo>
                <a:close/>
                <a:moveTo>
                  <a:pt x="739635" y="104796"/>
                </a:moveTo>
                <a:lnTo>
                  <a:pt x="740135" y="104796"/>
                </a:lnTo>
                <a:lnTo>
                  <a:pt x="740135" y="105684"/>
                </a:lnTo>
                <a:lnTo>
                  <a:pt x="739635" y="105684"/>
                </a:lnTo>
                <a:close/>
                <a:moveTo>
                  <a:pt x="841086" y="104796"/>
                </a:moveTo>
                <a:lnTo>
                  <a:pt x="872571" y="104796"/>
                </a:lnTo>
                <a:lnTo>
                  <a:pt x="872571" y="105684"/>
                </a:lnTo>
                <a:lnTo>
                  <a:pt x="841086" y="105684"/>
                </a:lnTo>
                <a:close/>
                <a:moveTo>
                  <a:pt x="875070" y="105684"/>
                </a:moveTo>
                <a:lnTo>
                  <a:pt x="895060" y="105684"/>
                </a:lnTo>
                <a:lnTo>
                  <a:pt x="895060" y="106572"/>
                </a:lnTo>
                <a:lnTo>
                  <a:pt x="875070" y="106572"/>
                </a:lnTo>
                <a:close/>
                <a:moveTo>
                  <a:pt x="954032" y="101243"/>
                </a:moveTo>
                <a:lnTo>
                  <a:pt x="963528" y="101243"/>
                </a:lnTo>
                <a:lnTo>
                  <a:pt x="963528" y="106572"/>
                </a:lnTo>
                <a:lnTo>
                  <a:pt x="954032" y="106572"/>
                </a:lnTo>
                <a:close/>
                <a:moveTo>
                  <a:pt x="752129" y="105684"/>
                </a:moveTo>
                <a:lnTo>
                  <a:pt x="755128" y="105684"/>
                </a:lnTo>
                <a:lnTo>
                  <a:pt x="755128" y="106572"/>
                </a:lnTo>
                <a:lnTo>
                  <a:pt x="752129" y="106572"/>
                </a:lnTo>
                <a:close/>
                <a:moveTo>
                  <a:pt x="832590" y="105684"/>
                </a:moveTo>
                <a:lnTo>
                  <a:pt x="873071" y="105684"/>
                </a:lnTo>
                <a:lnTo>
                  <a:pt x="873071" y="106572"/>
                </a:lnTo>
                <a:lnTo>
                  <a:pt x="832590" y="106572"/>
                </a:lnTo>
                <a:close/>
                <a:moveTo>
                  <a:pt x="822095" y="104796"/>
                </a:moveTo>
                <a:lnTo>
                  <a:pt x="830092" y="104796"/>
                </a:lnTo>
                <a:lnTo>
                  <a:pt x="830092" y="106572"/>
                </a:lnTo>
                <a:lnTo>
                  <a:pt x="822095" y="106572"/>
                </a:lnTo>
                <a:close/>
                <a:moveTo>
                  <a:pt x="925546" y="105684"/>
                </a:moveTo>
                <a:lnTo>
                  <a:pt x="930543" y="105684"/>
                </a:lnTo>
                <a:lnTo>
                  <a:pt x="930543" y="106572"/>
                </a:lnTo>
                <a:lnTo>
                  <a:pt x="925546" y="106572"/>
                </a:lnTo>
                <a:close/>
                <a:moveTo>
                  <a:pt x="757626" y="105684"/>
                </a:moveTo>
                <a:lnTo>
                  <a:pt x="758626" y="105684"/>
                </a:lnTo>
                <a:lnTo>
                  <a:pt x="758626" y="106572"/>
                </a:lnTo>
                <a:lnTo>
                  <a:pt x="757626" y="106572"/>
                </a:lnTo>
                <a:close/>
                <a:moveTo>
                  <a:pt x="832590" y="106572"/>
                </a:moveTo>
                <a:lnTo>
                  <a:pt x="874070" y="106572"/>
                </a:lnTo>
                <a:lnTo>
                  <a:pt x="874070" y="107460"/>
                </a:lnTo>
                <a:lnTo>
                  <a:pt x="832590" y="107460"/>
                </a:lnTo>
                <a:close/>
                <a:moveTo>
                  <a:pt x="743633" y="105684"/>
                </a:moveTo>
                <a:lnTo>
                  <a:pt x="744133" y="105684"/>
                </a:lnTo>
                <a:lnTo>
                  <a:pt x="744133" y="107460"/>
                </a:lnTo>
                <a:lnTo>
                  <a:pt x="743633" y="107460"/>
                </a:lnTo>
                <a:close/>
                <a:moveTo>
                  <a:pt x="740135" y="105684"/>
                </a:moveTo>
                <a:lnTo>
                  <a:pt x="740634" y="105684"/>
                </a:lnTo>
                <a:lnTo>
                  <a:pt x="740634" y="107460"/>
                </a:lnTo>
                <a:lnTo>
                  <a:pt x="740135" y="107460"/>
                </a:lnTo>
                <a:close/>
                <a:moveTo>
                  <a:pt x="749130" y="106572"/>
                </a:moveTo>
                <a:lnTo>
                  <a:pt x="749630" y="106572"/>
                </a:lnTo>
                <a:lnTo>
                  <a:pt x="749630" y="107460"/>
                </a:lnTo>
                <a:lnTo>
                  <a:pt x="749130" y="107460"/>
                </a:lnTo>
                <a:close/>
                <a:moveTo>
                  <a:pt x="737136" y="100355"/>
                </a:moveTo>
                <a:lnTo>
                  <a:pt x="738635" y="100355"/>
                </a:lnTo>
                <a:lnTo>
                  <a:pt x="738635" y="107460"/>
                </a:lnTo>
                <a:lnTo>
                  <a:pt x="737136" y="107460"/>
                </a:lnTo>
                <a:close/>
                <a:moveTo>
                  <a:pt x="796108" y="104796"/>
                </a:moveTo>
                <a:lnTo>
                  <a:pt x="815599" y="104796"/>
                </a:lnTo>
                <a:lnTo>
                  <a:pt x="815599" y="107460"/>
                </a:lnTo>
                <a:lnTo>
                  <a:pt x="796108" y="107460"/>
                </a:lnTo>
                <a:close/>
                <a:moveTo>
                  <a:pt x="925546" y="106572"/>
                </a:moveTo>
                <a:lnTo>
                  <a:pt x="931043" y="106572"/>
                </a:lnTo>
                <a:lnTo>
                  <a:pt x="931043" y="107460"/>
                </a:lnTo>
                <a:lnTo>
                  <a:pt x="925546" y="107460"/>
                </a:lnTo>
                <a:close/>
                <a:moveTo>
                  <a:pt x="751629" y="106572"/>
                </a:moveTo>
                <a:lnTo>
                  <a:pt x="755128" y="106572"/>
                </a:lnTo>
                <a:lnTo>
                  <a:pt x="755128" y="107460"/>
                </a:lnTo>
                <a:lnTo>
                  <a:pt x="751629" y="107460"/>
                </a:lnTo>
                <a:close/>
                <a:moveTo>
                  <a:pt x="876069" y="106572"/>
                </a:moveTo>
                <a:lnTo>
                  <a:pt x="895060" y="106572"/>
                </a:lnTo>
                <a:lnTo>
                  <a:pt x="895060" y="107460"/>
                </a:lnTo>
                <a:lnTo>
                  <a:pt x="876069" y="107460"/>
                </a:lnTo>
                <a:close/>
                <a:moveTo>
                  <a:pt x="732139" y="104796"/>
                </a:moveTo>
                <a:lnTo>
                  <a:pt x="733138" y="104796"/>
                </a:lnTo>
                <a:lnTo>
                  <a:pt x="733138" y="107460"/>
                </a:lnTo>
                <a:lnTo>
                  <a:pt x="732139" y="107460"/>
                </a:lnTo>
                <a:close/>
                <a:moveTo>
                  <a:pt x="747631" y="106572"/>
                </a:moveTo>
                <a:lnTo>
                  <a:pt x="748131" y="106572"/>
                </a:lnTo>
                <a:lnTo>
                  <a:pt x="748131" y="107460"/>
                </a:lnTo>
                <a:lnTo>
                  <a:pt x="747631" y="107460"/>
                </a:lnTo>
                <a:close/>
                <a:moveTo>
                  <a:pt x="944537" y="90586"/>
                </a:moveTo>
                <a:lnTo>
                  <a:pt x="947035" y="90586"/>
                </a:lnTo>
                <a:lnTo>
                  <a:pt x="947035" y="107460"/>
                </a:lnTo>
                <a:lnTo>
                  <a:pt x="944537" y="107460"/>
                </a:lnTo>
                <a:close/>
                <a:moveTo>
                  <a:pt x="751129" y="107460"/>
                </a:moveTo>
                <a:lnTo>
                  <a:pt x="755128" y="107460"/>
                </a:lnTo>
                <a:lnTo>
                  <a:pt x="755128" y="108348"/>
                </a:lnTo>
                <a:lnTo>
                  <a:pt x="751129" y="108348"/>
                </a:lnTo>
                <a:close/>
                <a:moveTo>
                  <a:pt x="743633" y="107460"/>
                </a:moveTo>
                <a:lnTo>
                  <a:pt x="746132" y="107460"/>
                </a:lnTo>
                <a:lnTo>
                  <a:pt x="746132" y="108348"/>
                </a:lnTo>
                <a:lnTo>
                  <a:pt x="743633" y="108348"/>
                </a:lnTo>
                <a:close/>
                <a:moveTo>
                  <a:pt x="796108" y="107460"/>
                </a:moveTo>
                <a:lnTo>
                  <a:pt x="814599" y="107460"/>
                </a:lnTo>
                <a:lnTo>
                  <a:pt x="814599" y="108348"/>
                </a:lnTo>
                <a:lnTo>
                  <a:pt x="796108" y="108348"/>
                </a:lnTo>
                <a:close/>
                <a:moveTo>
                  <a:pt x="740135" y="107460"/>
                </a:moveTo>
                <a:lnTo>
                  <a:pt x="741134" y="107460"/>
                </a:lnTo>
                <a:lnTo>
                  <a:pt x="741134" y="108348"/>
                </a:lnTo>
                <a:lnTo>
                  <a:pt x="740135" y="108348"/>
                </a:lnTo>
                <a:close/>
                <a:moveTo>
                  <a:pt x="816598" y="104796"/>
                </a:moveTo>
                <a:lnTo>
                  <a:pt x="819597" y="104796"/>
                </a:lnTo>
                <a:lnTo>
                  <a:pt x="819597" y="108348"/>
                </a:lnTo>
                <a:lnTo>
                  <a:pt x="816598" y="108348"/>
                </a:lnTo>
                <a:close/>
                <a:moveTo>
                  <a:pt x="877069" y="107460"/>
                </a:moveTo>
                <a:lnTo>
                  <a:pt x="895060" y="107460"/>
                </a:lnTo>
                <a:lnTo>
                  <a:pt x="895060" y="108348"/>
                </a:lnTo>
                <a:lnTo>
                  <a:pt x="877069" y="108348"/>
                </a:lnTo>
                <a:close/>
                <a:moveTo>
                  <a:pt x="821596" y="106572"/>
                </a:moveTo>
                <a:lnTo>
                  <a:pt x="830092" y="106572"/>
                </a:lnTo>
                <a:lnTo>
                  <a:pt x="830092" y="108348"/>
                </a:lnTo>
                <a:lnTo>
                  <a:pt x="821596" y="108348"/>
                </a:lnTo>
                <a:close/>
                <a:moveTo>
                  <a:pt x="954032" y="106572"/>
                </a:moveTo>
                <a:lnTo>
                  <a:pt x="963028" y="106572"/>
                </a:lnTo>
                <a:lnTo>
                  <a:pt x="963028" y="108348"/>
                </a:lnTo>
                <a:lnTo>
                  <a:pt x="954032" y="108348"/>
                </a:lnTo>
                <a:close/>
                <a:moveTo>
                  <a:pt x="832590" y="107460"/>
                </a:moveTo>
                <a:lnTo>
                  <a:pt x="875070" y="107460"/>
                </a:lnTo>
                <a:lnTo>
                  <a:pt x="875070" y="108348"/>
                </a:lnTo>
                <a:lnTo>
                  <a:pt x="832590" y="108348"/>
                </a:lnTo>
                <a:close/>
                <a:moveTo>
                  <a:pt x="747131" y="107460"/>
                </a:moveTo>
                <a:lnTo>
                  <a:pt x="749630" y="107460"/>
                </a:lnTo>
                <a:lnTo>
                  <a:pt x="749630" y="108348"/>
                </a:lnTo>
                <a:lnTo>
                  <a:pt x="747131" y="108348"/>
                </a:lnTo>
                <a:close/>
                <a:moveTo>
                  <a:pt x="945036" y="107460"/>
                </a:moveTo>
                <a:lnTo>
                  <a:pt x="947035" y="107460"/>
                </a:lnTo>
                <a:lnTo>
                  <a:pt x="947035" y="108348"/>
                </a:lnTo>
                <a:lnTo>
                  <a:pt x="945036" y="108348"/>
                </a:lnTo>
                <a:close/>
                <a:moveTo>
                  <a:pt x="732139" y="107460"/>
                </a:moveTo>
                <a:lnTo>
                  <a:pt x="733638" y="107460"/>
                </a:lnTo>
                <a:lnTo>
                  <a:pt x="733638" y="108348"/>
                </a:lnTo>
                <a:lnTo>
                  <a:pt x="732139" y="108348"/>
                </a:lnTo>
                <a:close/>
                <a:moveTo>
                  <a:pt x="925546" y="107460"/>
                </a:moveTo>
                <a:lnTo>
                  <a:pt x="932043" y="107460"/>
                </a:lnTo>
                <a:lnTo>
                  <a:pt x="932043" y="108348"/>
                </a:lnTo>
                <a:lnTo>
                  <a:pt x="925546" y="108348"/>
                </a:lnTo>
                <a:close/>
                <a:moveTo>
                  <a:pt x="954032" y="108348"/>
                </a:moveTo>
                <a:lnTo>
                  <a:pt x="962028" y="108348"/>
                </a:lnTo>
                <a:lnTo>
                  <a:pt x="962028" y="109236"/>
                </a:lnTo>
                <a:lnTo>
                  <a:pt x="954032" y="109236"/>
                </a:lnTo>
                <a:close/>
                <a:moveTo>
                  <a:pt x="832091" y="108348"/>
                </a:moveTo>
                <a:lnTo>
                  <a:pt x="848083" y="108348"/>
                </a:lnTo>
                <a:lnTo>
                  <a:pt x="848083" y="109236"/>
                </a:lnTo>
                <a:lnTo>
                  <a:pt x="832091" y="109236"/>
                </a:lnTo>
                <a:close/>
                <a:moveTo>
                  <a:pt x="740135" y="108348"/>
                </a:moveTo>
                <a:lnTo>
                  <a:pt x="742134" y="108348"/>
                </a:lnTo>
                <a:lnTo>
                  <a:pt x="742134" y="109236"/>
                </a:lnTo>
                <a:lnTo>
                  <a:pt x="740135" y="109236"/>
                </a:lnTo>
                <a:close/>
                <a:moveTo>
                  <a:pt x="946536" y="108348"/>
                </a:moveTo>
                <a:lnTo>
                  <a:pt x="947035" y="108348"/>
                </a:lnTo>
                <a:lnTo>
                  <a:pt x="947035" y="109236"/>
                </a:lnTo>
                <a:lnTo>
                  <a:pt x="946536" y="109236"/>
                </a:lnTo>
                <a:close/>
                <a:moveTo>
                  <a:pt x="970524" y="99467"/>
                </a:moveTo>
                <a:lnTo>
                  <a:pt x="1000000" y="99467"/>
                </a:lnTo>
                <a:lnTo>
                  <a:pt x="1000000" y="109236"/>
                </a:lnTo>
                <a:lnTo>
                  <a:pt x="970524" y="109236"/>
                </a:lnTo>
                <a:close/>
                <a:moveTo>
                  <a:pt x="757626" y="106572"/>
                </a:moveTo>
                <a:lnTo>
                  <a:pt x="759126" y="106572"/>
                </a:lnTo>
                <a:lnTo>
                  <a:pt x="759126" y="109236"/>
                </a:lnTo>
                <a:lnTo>
                  <a:pt x="757626" y="109236"/>
                </a:lnTo>
                <a:close/>
                <a:moveTo>
                  <a:pt x="902557" y="103020"/>
                </a:moveTo>
                <a:lnTo>
                  <a:pt x="918549" y="103020"/>
                </a:lnTo>
                <a:lnTo>
                  <a:pt x="918549" y="109236"/>
                </a:lnTo>
                <a:lnTo>
                  <a:pt x="902557" y="109236"/>
                </a:lnTo>
                <a:close/>
                <a:moveTo>
                  <a:pt x="925546" y="108348"/>
                </a:moveTo>
                <a:lnTo>
                  <a:pt x="932542" y="108348"/>
                </a:lnTo>
                <a:lnTo>
                  <a:pt x="932542" y="109236"/>
                </a:lnTo>
                <a:lnTo>
                  <a:pt x="925546" y="109236"/>
                </a:lnTo>
                <a:close/>
                <a:moveTo>
                  <a:pt x="849082" y="108348"/>
                </a:moveTo>
                <a:lnTo>
                  <a:pt x="876069" y="108348"/>
                </a:lnTo>
                <a:lnTo>
                  <a:pt x="876069" y="109236"/>
                </a:lnTo>
                <a:lnTo>
                  <a:pt x="849082" y="109236"/>
                </a:lnTo>
                <a:close/>
                <a:moveTo>
                  <a:pt x="796108" y="108348"/>
                </a:moveTo>
                <a:lnTo>
                  <a:pt x="813100" y="108348"/>
                </a:lnTo>
                <a:lnTo>
                  <a:pt x="813100" y="109236"/>
                </a:lnTo>
                <a:lnTo>
                  <a:pt x="796108" y="109236"/>
                </a:lnTo>
                <a:close/>
                <a:moveTo>
                  <a:pt x="746632" y="108348"/>
                </a:moveTo>
                <a:lnTo>
                  <a:pt x="755128" y="108348"/>
                </a:lnTo>
                <a:lnTo>
                  <a:pt x="755128" y="109236"/>
                </a:lnTo>
                <a:lnTo>
                  <a:pt x="746632" y="109236"/>
                </a:lnTo>
                <a:close/>
                <a:moveTo>
                  <a:pt x="730140" y="103020"/>
                </a:moveTo>
                <a:lnTo>
                  <a:pt x="730639" y="103020"/>
                </a:lnTo>
                <a:lnTo>
                  <a:pt x="730639" y="109236"/>
                </a:lnTo>
                <a:lnTo>
                  <a:pt x="730140" y="109236"/>
                </a:lnTo>
                <a:close/>
                <a:moveTo>
                  <a:pt x="821096" y="108348"/>
                </a:moveTo>
                <a:lnTo>
                  <a:pt x="830092" y="108348"/>
                </a:lnTo>
                <a:lnTo>
                  <a:pt x="830092" y="109236"/>
                </a:lnTo>
                <a:lnTo>
                  <a:pt x="821096" y="109236"/>
                </a:lnTo>
                <a:close/>
                <a:moveTo>
                  <a:pt x="743133" y="108348"/>
                </a:moveTo>
                <a:lnTo>
                  <a:pt x="746132" y="108348"/>
                </a:lnTo>
                <a:lnTo>
                  <a:pt x="746132" y="109236"/>
                </a:lnTo>
                <a:lnTo>
                  <a:pt x="743133" y="109236"/>
                </a:lnTo>
                <a:close/>
                <a:moveTo>
                  <a:pt x="816598" y="108348"/>
                </a:moveTo>
                <a:lnTo>
                  <a:pt x="820096" y="108348"/>
                </a:lnTo>
                <a:lnTo>
                  <a:pt x="820096" y="109236"/>
                </a:lnTo>
                <a:lnTo>
                  <a:pt x="816598" y="109236"/>
                </a:lnTo>
                <a:close/>
                <a:moveTo>
                  <a:pt x="732638" y="108348"/>
                </a:moveTo>
                <a:lnTo>
                  <a:pt x="733138" y="108348"/>
                </a:lnTo>
                <a:lnTo>
                  <a:pt x="733138" y="109236"/>
                </a:lnTo>
                <a:lnTo>
                  <a:pt x="732638" y="109236"/>
                </a:lnTo>
                <a:close/>
                <a:moveTo>
                  <a:pt x="878069" y="108348"/>
                </a:moveTo>
                <a:lnTo>
                  <a:pt x="895060" y="108348"/>
                </a:lnTo>
                <a:lnTo>
                  <a:pt x="895060" y="109236"/>
                </a:lnTo>
                <a:lnTo>
                  <a:pt x="878069" y="109236"/>
                </a:lnTo>
                <a:close/>
                <a:moveTo>
                  <a:pt x="925546" y="109236"/>
                </a:moveTo>
                <a:lnTo>
                  <a:pt x="933542" y="109236"/>
                </a:lnTo>
                <a:lnTo>
                  <a:pt x="933542" y="110124"/>
                </a:lnTo>
                <a:lnTo>
                  <a:pt x="925546" y="110124"/>
                </a:lnTo>
                <a:close/>
                <a:moveTo>
                  <a:pt x="796108" y="109236"/>
                </a:moveTo>
                <a:lnTo>
                  <a:pt x="811101" y="109236"/>
                </a:lnTo>
                <a:lnTo>
                  <a:pt x="811101" y="110124"/>
                </a:lnTo>
                <a:lnTo>
                  <a:pt x="796108" y="110124"/>
                </a:lnTo>
                <a:close/>
                <a:moveTo>
                  <a:pt x="831591" y="109236"/>
                </a:moveTo>
                <a:lnTo>
                  <a:pt x="848083" y="109236"/>
                </a:lnTo>
                <a:lnTo>
                  <a:pt x="848083" y="110124"/>
                </a:lnTo>
                <a:lnTo>
                  <a:pt x="831591" y="110124"/>
                </a:lnTo>
                <a:close/>
                <a:moveTo>
                  <a:pt x="740135" y="109236"/>
                </a:moveTo>
                <a:lnTo>
                  <a:pt x="755128" y="109236"/>
                </a:lnTo>
                <a:lnTo>
                  <a:pt x="755128" y="110124"/>
                </a:lnTo>
                <a:lnTo>
                  <a:pt x="740135" y="110124"/>
                </a:lnTo>
                <a:close/>
                <a:moveTo>
                  <a:pt x="816598" y="109236"/>
                </a:moveTo>
                <a:lnTo>
                  <a:pt x="830591" y="109236"/>
                </a:lnTo>
                <a:lnTo>
                  <a:pt x="830591" y="110124"/>
                </a:lnTo>
                <a:lnTo>
                  <a:pt x="816598" y="110124"/>
                </a:lnTo>
                <a:close/>
                <a:moveTo>
                  <a:pt x="850082" y="109236"/>
                </a:moveTo>
                <a:lnTo>
                  <a:pt x="877069" y="109236"/>
                </a:lnTo>
                <a:lnTo>
                  <a:pt x="877069" y="110124"/>
                </a:lnTo>
                <a:lnTo>
                  <a:pt x="850082" y="110124"/>
                </a:lnTo>
                <a:close/>
                <a:moveTo>
                  <a:pt x="737636" y="107460"/>
                </a:moveTo>
                <a:lnTo>
                  <a:pt x="738635" y="107460"/>
                </a:lnTo>
                <a:lnTo>
                  <a:pt x="738635" y="110124"/>
                </a:lnTo>
                <a:lnTo>
                  <a:pt x="737636" y="110124"/>
                </a:lnTo>
                <a:close/>
                <a:moveTo>
                  <a:pt x="814599" y="109236"/>
                </a:moveTo>
                <a:lnTo>
                  <a:pt x="815599" y="109236"/>
                </a:lnTo>
                <a:lnTo>
                  <a:pt x="815599" y="110124"/>
                </a:lnTo>
                <a:lnTo>
                  <a:pt x="814599" y="110124"/>
                </a:lnTo>
                <a:close/>
                <a:moveTo>
                  <a:pt x="757626" y="109236"/>
                </a:moveTo>
                <a:lnTo>
                  <a:pt x="759625" y="109236"/>
                </a:lnTo>
                <a:lnTo>
                  <a:pt x="759625" y="110124"/>
                </a:lnTo>
                <a:lnTo>
                  <a:pt x="757626" y="110124"/>
                </a:lnTo>
                <a:close/>
                <a:moveTo>
                  <a:pt x="735137" y="108348"/>
                </a:moveTo>
                <a:lnTo>
                  <a:pt x="735637" y="108348"/>
                </a:lnTo>
                <a:lnTo>
                  <a:pt x="735637" y="110124"/>
                </a:lnTo>
                <a:lnTo>
                  <a:pt x="735137" y="110124"/>
                </a:lnTo>
                <a:close/>
                <a:moveTo>
                  <a:pt x="878568" y="109236"/>
                </a:moveTo>
                <a:lnTo>
                  <a:pt x="895060" y="109236"/>
                </a:lnTo>
                <a:lnTo>
                  <a:pt x="895060" y="110124"/>
                </a:lnTo>
                <a:lnTo>
                  <a:pt x="878568" y="110124"/>
                </a:lnTo>
                <a:close/>
                <a:moveTo>
                  <a:pt x="954032" y="109236"/>
                </a:moveTo>
                <a:lnTo>
                  <a:pt x="960529" y="109236"/>
                </a:lnTo>
                <a:lnTo>
                  <a:pt x="960529" y="110124"/>
                </a:lnTo>
                <a:lnTo>
                  <a:pt x="954032" y="110124"/>
                </a:lnTo>
                <a:close/>
                <a:moveTo>
                  <a:pt x="737136" y="110124"/>
                </a:moveTo>
                <a:lnTo>
                  <a:pt x="739135" y="110124"/>
                </a:lnTo>
                <a:lnTo>
                  <a:pt x="739135" y="111012"/>
                </a:lnTo>
                <a:lnTo>
                  <a:pt x="737136" y="111012"/>
                </a:lnTo>
                <a:close/>
                <a:moveTo>
                  <a:pt x="879068" y="110124"/>
                </a:moveTo>
                <a:lnTo>
                  <a:pt x="895060" y="110124"/>
                </a:lnTo>
                <a:lnTo>
                  <a:pt x="895060" y="111012"/>
                </a:lnTo>
                <a:lnTo>
                  <a:pt x="879068" y="111012"/>
                </a:lnTo>
                <a:close/>
                <a:moveTo>
                  <a:pt x="739635" y="110124"/>
                </a:moveTo>
                <a:lnTo>
                  <a:pt x="755128" y="110124"/>
                </a:lnTo>
                <a:lnTo>
                  <a:pt x="755128" y="111012"/>
                </a:lnTo>
                <a:lnTo>
                  <a:pt x="739635" y="111012"/>
                </a:lnTo>
                <a:close/>
                <a:moveTo>
                  <a:pt x="815099" y="110124"/>
                </a:moveTo>
                <a:lnTo>
                  <a:pt x="815599" y="110124"/>
                </a:lnTo>
                <a:lnTo>
                  <a:pt x="815599" y="111012"/>
                </a:lnTo>
                <a:lnTo>
                  <a:pt x="815099" y="111012"/>
                </a:lnTo>
                <a:close/>
                <a:moveTo>
                  <a:pt x="925546" y="110124"/>
                </a:moveTo>
                <a:lnTo>
                  <a:pt x="934042" y="110124"/>
                </a:lnTo>
                <a:lnTo>
                  <a:pt x="934042" y="111012"/>
                </a:lnTo>
                <a:lnTo>
                  <a:pt x="925546" y="111012"/>
                </a:lnTo>
                <a:close/>
                <a:moveTo>
                  <a:pt x="816098" y="110124"/>
                </a:moveTo>
                <a:lnTo>
                  <a:pt x="849082" y="110124"/>
                </a:lnTo>
                <a:lnTo>
                  <a:pt x="849082" y="111012"/>
                </a:lnTo>
                <a:lnTo>
                  <a:pt x="816098" y="111012"/>
                </a:lnTo>
                <a:close/>
                <a:moveTo>
                  <a:pt x="970024" y="109236"/>
                </a:moveTo>
                <a:lnTo>
                  <a:pt x="1000000" y="109236"/>
                </a:lnTo>
                <a:lnTo>
                  <a:pt x="1000000" y="111012"/>
                </a:lnTo>
                <a:lnTo>
                  <a:pt x="970024" y="111012"/>
                </a:lnTo>
                <a:close/>
                <a:moveTo>
                  <a:pt x="851081" y="110124"/>
                </a:moveTo>
                <a:lnTo>
                  <a:pt x="877569" y="110124"/>
                </a:lnTo>
                <a:lnTo>
                  <a:pt x="877569" y="111012"/>
                </a:lnTo>
                <a:lnTo>
                  <a:pt x="851081" y="111012"/>
                </a:lnTo>
                <a:close/>
                <a:moveTo>
                  <a:pt x="735137" y="110124"/>
                </a:moveTo>
                <a:lnTo>
                  <a:pt x="736636" y="110124"/>
                </a:lnTo>
                <a:lnTo>
                  <a:pt x="736636" y="111012"/>
                </a:lnTo>
                <a:lnTo>
                  <a:pt x="735137" y="111012"/>
                </a:lnTo>
                <a:close/>
                <a:moveTo>
                  <a:pt x="879568" y="111012"/>
                </a:moveTo>
                <a:lnTo>
                  <a:pt x="895060" y="111012"/>
                </a:lnTo>
                <a:lnTo>
                  <a:pt x="895060" y="111901"/>
                </a:lnTo>
                <a:lnTo>
                  <a:pt x="879568" y="111901"/>
                </a:lnTo>
                <a:close/>
                <a:moveTo>
                  <a:pt x="796108" y="110124"/>
                </a:moveTo>
                <a:lnTo>
                  <a:pt x="809601" y="110124"/>
                </a:lnTo>
                <a:lnTo>
                  <a:pt x="809601" y="111901"/>
                </a:lnTo>
                <a:lnTo>
                  <a:pt x="796108" y="111901"/>
                </a:lnTo>
                <a:close/>
                <a:moveTo>
                  <a:pt x="925546" y="111012"/>
                </a:moveTo>
                <a:lnTo>
                  <a:pt x="935041" y="111012"/>
                </a:lnTo>
                <a:lnTo>
                  <a:pt x="935041" y="111901"/>
                </a:lnTo>
                <a:lnTo>
                  <a:pt x="925546" y="111901"/>
                </a:lnTo>
                <a:close/>
                <a:moveTo>
                  <a:pt x="852081" y="111012"/>
                </a:moveTo>
                <a:lnTo>
                  <a:pt x="878069" y="111012"/>
                </a:lnTo>
                <a:lnTo>
                  <a:pt x="878069" y="111901"/>
                </a:lnTo>
                <a:lnTo>
                  <a:pt x="852081" y="111901"/>
                </a:lnTo>
                <a:close/>
                <a:moveTo>
                  <a:pt x="762624" y="103908"/>
                </a:moveTo>
                <a:lnTo>
                  <a:pt x="794609" y="103908"/>
                </a:lnTo>
                <a:lnTo>
                  <a:pt x="794609" y="111901"/>
                </a:lnTo>
                <a:lnTo>
                  <a:pt x="762624" y="111901"/>
                </a:lnTo>
                <a:close/>
                <a:moveTo>
                  <a:pt x="818097" y="111012"/>
                </a:moveTo>
                <a:lnTo>
                  <a:pt x="850082" y="111012"/>
                </a:lnTo>
                <a:lnTo>
                  <a:pt x="850082" y="111901"/>
                </a:lnTo>
                <a:lnTo>
                  <a:pt x="818097" y="111901"/>
                </a:lnTo>
                <a:close/>
                <a:moveTo>
                  <a:pt x="764123" y="111901"/>
                </a:moveTo>
                <a:lnTo>
                  <a:pt x="794609" y="111901"/>
                </a:lnTo>
                <a:lnTo>
                  <a:pt x="794609" y="112789"/>
                </a:lnTo>
                <a:lnTo>
                  <a:pt x="764123" y="112789"/>
                </a:lnTo>
                <a:close/>
                <a:moveTo>
                  <a:pt x="758126" y="110124"/>
                </a:moveTo>
                <a:lnTo>
                  <a:pt x="760125" y="110124"/>
                </a:lnTo>
                <a:lnTo>
                  <a:pt x="760125" y="112789"/>
                </a:lnTo>
                <a:lnTo>
                  <a:pt x="758126" y="112789"/>
                </a:lnTo>
                <a:close/>
                <a:moveTo>
                  <a:pt x="735137" y="111012"/>
                </a:moveTo>
                <a:lnTo>
                  <a:pt x="755128" y="111012"/>
                </a:lnTo>
                <a:lnTo>
                  <a:pt x="755128" y="112789"/>
                </a:lnTo>
                <a:lnTo>
                  <a:pt x="735137" y="112789"/>
                </a:lnTo>
                <a:close/>
                <a:moveTo>
                  <a:pt x="818597" y="111901"/>
                </a:moveTo>
                <a:lnTo>
                  <a:pt x="851081" y="111901"/>
                </a:lnTo>
                <a:lnTo>
                  <a:pt x="851081" y="112789"/>
                </a:lnTo>
                <a:lnTo>
                  <a:pt x="818597" y="112789"/>
                </a:lnTo>
                <a:close/>
                <a:moveTo>
                  <a:pt x="868573" y="111901"/>
                </a:moveTo>
                <a:lnTo>
                  <a:pt x="876569" y="111901"/>
                </a:lnTo>
                <a:lnTo>
                  <a:pt x="876569" y="112789"/>
                </a:lnTo>
                <a:lnTo>
                  <a:pt x="868573" y="112789"/>
                </a:lnTo>
                <a:close/>
                <a:moveTo>
                  <a:pt x="969525" y="111012"/>
                </a:moveTo>
                <a:lnTo>
                  <a:pt x="1000000" y="111012"/>
                </a:lnTo>
                <a:lnTo>
                  <a:pt x="1000000" y="112789"/>
                </a:lnTo>
                <a:lnTo>
                  <a:pt x="969525" y="112789"/>
                </a:lnTo>
                <a:close/>
                <a:moveTo>
                  <a:pt x="853081" y="111901"/>
                </a:moveTo>
                <a:lnTo>
                  <a:pt x="860077" y="111901"/>
                </a:lnTo>
                <a:lnTo>
                  <a:pt x="860077" y="112789"/>
                </a:lnTo>
                <a:lnTo>
                  <a:pt x="853081" y="112789"/>
                </a:lnTo>
                <a:close/>
                <a:moveTo>
                  <a:pt x="925546" y="111901"/>
                </a:moveTo>
                <a:lnTo>
                  <a:pt x="935541" y="111901"/>
                </a:lnTo>
                <a:lnTo>
                  <a:pt x="935541" y="112789"/>
                </a:lnTo>
                <a:lnTo>
                  <a:pt x="925546" y="112789"/>
                </a:lnTo>
                <a:close/>
                <a:moveTo>
                  <a:pt x="730140" y="109236"/>
                </a:moveTo>
                <a:lnTo>
                  <a:pt x="731139" y="109236"/>
                </a:lnTo>
                <a:lnTo>
                  <a:pt x="731139" y="112789"/>
                </a:lnTo>
                <a:lnTo>
                  <a:pt x="730140" y="112789"/>
                </a:lnTo>
                <a:close/>
                <a:moveTo>
                  <a:pt x="818597" y="112789"/>
                </a:moveTo>
                <a:lnTo>
                  <a:pt x="824094" y="112789"/>
                </a:lnTo>
                <a:lnTo>
                  <a:pt x="824094" y="113677"/>
                </a:lnTo>
                <a:lnTo>
                  <a:pt x="818597" y="113677"/>
                </a:lnTo>
                <a:close/>
                <a:moveTo>
                  <a:pt x="854080" y="112789"/>
                </a:moveTo>
                <a:lnTo>
                  <a:pt x="855579" y="112789"/>
                </a:lnTo>
                <a:lnTo>
                  <a:pt x="855579" y="113677"/>
                </a:lnTo>
                <a:lnTo>
                  <a:pt x="854080" y="113677"/>
                </a:lnTo>
                <a:close/>
                <a:moveTo>
                  <a:pt x="872571" y="112789"/>
                </a:moveTo>
                <a:lnTo>
                  <a:pt x="876569" y="112789"/>
                </a:lnTo>
                <a:lnTo>
                  <a:pt x="876569" y="113677"/>
                </a:lnTo>
                <a:lnTo>
                  <a:pt x="872571" y="113677"/>
                </a:lnTo>
                <a:close/>
                <a:moveTo>
                  <a:pt x="840587" y="112789"/>
                </a:moveTo>
                <a:lnTo>
                  <a:pt x="852081" y="112789"/>
                </a:lnTo>
                <a:lnTo>
                  <a:pt x="852081" y="113677"/>
                </a:lnTo>
                <a:lnTo>
                  <a:pt x="840587" y="113677"/>
                </a:lnTo>
                <a:close/>
                <a:moveTo>
                  <a:pt x="759625" y="112789"/>
                </a:moveTo>
                <a:lnTo>
                  <a:pt x="760125" y="112789"/>
                </a:lnTo>
                <a:lnTo>
                  <a:pt x="760125" y="113677"/>
                </a:lnTo>
                <a:lnTo>
                  <a:pt x="759625" y="113677"/>
                </a:lnTo>
                <a:close/>
                <a:moveTo>
                  <a:pt x="816098" y="112789"/>
                </a:moveTo>
                <a:lnTo>
                  <a:pt x="818097" y="112789"/>
                </a:lnTo>
                <a:lnTo>
                  <a:pt x="818097" y="113677"/>
                </a:lnTo>
                <a:lnTo>
                  <a:pt x="816098" y="113677"/>
                </a:lnTo>
                <a:close/>
                <a:moveTo>
                  <a:pt x="826093" y="112789"/>
                </a:moveTo>
                <a:lnTo>
                  <a:pt x="840087" y="112789"/>
                </a:lnTo>
                <a:lnTo>
                  <a:pt x="840087" y="113677"/>
                </a:lnTo>
                <a:lnTo>
                  <a:pt x="826093" y="113677"/>
                </a:lnTo>
                <a:close/>
                <a:moveTo>
                  <a:pt x="925546" y="112789"/>
                </a:moveTo>
                <a:lnTo>
                  <a:pt x="936041" y="112789"/>
                </a:lnTo>
                <a:lnTo>
                  <a:pt x="936041" y="113677"/>
                </a:lnTo>
                <a:lnTo>
                  <a:pt x="925546" y="113677"/>
                </a:lnTo>
                <a:close/>
                <a:moveTo>
                  <a:pt x="877569" y="111901"/>
                </a:moveTo>
                <a:lnTo>
                  <a:pt x="878069" y="111901"/>
                </a:lnTo>
                <a:lnTo>
                  <a:pt x="878069" y="113677"/>
                </a:lnTo>
                <a:lnTo>
                  <a:pt x="877569" y="113677"/>
                </a:lnTo>
                <a:close/>
                <a:moveTo>
                  <a:pt x="840587" y="113677"/>
                </a:moveTo>
                <a:lnTo>
                  <a:pt x="853081" y="113677"/>
                </a:lnTo>
                <a:lnTo>
                  <a:pt x="853081" y="114565"/>
                </a:lnTo>
                <a:lnTo>
                  <a:pt x="840587" y="114565"/>
                </a:lnTo>
                <a:close/>
                <a:moveTo>
                  <a:pt x="877569" y="113677"/>
                </a:moveTo>
                <a:lnTo>
                  <a:pt x="878568" y="113677"/>
                </a:lnTo>
                <a:lnTo>
                  <a:pt x="878568" y="114565"/>
                </a:lnTo>
                <a:lnTo>
                  <a:pt x="877569" y="114565"/>
                </a:lnTo>
                <a:close/>
                <a:moveTo>
                  <a:pt x="730140" y="112789"/>
                </a:moveTo>
                <a:lnTo>
                  <a:pt x="731639" y="112789"/>
                </a:lnTo>
                <a:lnTo>
                  <a:pt x="731639" y="114565"/>
                </a:lnTo>
                <a:lnTo>
                  <a:pt x="730140" y="114565"/>
                </a:lnTo>
                <a:close/>
                <a:moveTo>
                  <a:pt x="816098" y="113677"/>
                </a:moveTo>
                <a:lnTo>
                  <a:pt x="816598" y="113677"/>
                </a:lnTo>
                <a:lnTo>
                  <a:pt x="816598" y="114565"/>
                </a:lnTo>
                <a:lnTo>
                  <a:pt x="816098" y="114565"/>
                </a:lnTo>
                <a:close/>
                <a:moveTo>
                  <a:pt x="925546" y="113677"/>
                </a:moveTo>
                <a:lnTo>
                  <a:pt x="937040" y="113677"/>
                </a:lnTo>
                <a:lnTo>
                  <a:pt x="937040" y="114565"/>
                </a:lnTo>
                <a:lnTo>
                  <a:pt x="925546" y="114565"/>
                </a:lnTo>
                <a:close/>
                <a:moveTo>
                  <a:pt x="858578" y="113677"/>
                </a:moveTo>
                <a:lnTo>
                  <a:pt x="869573" y="113677"/>
                </a:lnTo>
                <a:lnTo>
                  <a:pt x="869573" y="114565"/>
                </a:lnTo>
                <a:lnTo>
                  <a:pt x="858578" y="114565"/>
                </a:lnTo>
                <a:close/>
                <a:moveTo>
                  <a:pt x="969025" y="112789"/>
                </a:moveTo>
                <a:lnTo>
                  <a:pt x="1000000" y="112789"/>
                </a:lnTo>
                <a:lnTo>
                  <a:pt x="1000000" y="114565"/>
                </a:lnTo>
                <a:lnTo>
                  <a:pt x="969025" y="114565"/>
                </a:lnTo>
                <a:close/>
                <a:moveTo>
                  <a:pt x="796108" y="111901"/>
                </a:moveTo>
                <a:lnTo>
                  <a:pt x="815099" y="111901"/>
                </a:lnTo>
                <a:lnTo>
                  <a:pt x="815099" y="114565"/>
                </a:lnTo>
                <a:lnTo>
                  <a:pt x="796108" y="114565"/>
                </a:lnTo>
                <a:close/>
                <a:moveTo>
                  <a:pt x="874570" y="113677"/>
                </a:moveTo>
                <a:lnTo>
                  <a:pt x="877069" y="113677"/>
                </a:lnTo>
                <a:lnTo>
                  <a:pt x="877069" y="114565"/>
                </a:lnTo>
                <a:lnTo>
                  <a:pt x="874570" y="114565"/>
                </a:lnTo>
                <a:close/>
                <a:moveTo>
                  <a:pt x="880068" y="111901"/>
                </a:moveTo>
                <a:lnTo>
                  <a:pt x="895060" y="111901"/>
                </a:lnTo>
                <a:lnTo>
                  <a:pt x="895060" y="115453"/>
                </a:lnTo>
                <a:lnTo>
                  <a:pt x="880068" y="115453"/>
                </a:lnTo>
                <a:close/>
                <a:moveTo>
                  <a:pt x="796108" y="114565"/>
                </a:moveTo>
                <a:lnTo>
                  <a:pt x="814099" y="114565"/>
                </a:lnTo>
                <a:lnTo>
                  <a:pt x="814099" y="115453"/>
                </a:lnTo>
                <a:lnTo>
                  <a:pt x="796108" y="115453"/>
                </a:lnTo>
                <a:close/>
                <a:moveTo>
                  <a:pt x="730140" y="114565"/>
                </a:moveTo>
                <a:lnTo>
                  <a:pt x="732139" y="114565"/>
                </a:lnTo>
                <a:lnTo>
                  <a:pt x="732139" y="115453"/>
                </a:lnTo>
                <a:lnTo>
                  <a:pt x="730140" y="115453"/>
                </a:lnTo>
                <a:close/>
                <a:moveTo>
                  <a:pt x="818097" y="113677"/>
                </a:moveTo>
                <a:lnTo>
                  <a:pt x="823595" y="113677"/>
                </a:lnTo>
                <a:lnTo>
                  <a:pt x="823595" y="115453"/>
                </a:lnTo>
                <a:lnTo>
                  <a:pt x="818097" y="115453"/>
                </a:lnTo>
                <a:close/>
                <a:moveTo>
                  <a:pt x="735137" y="112789"/>
                </a:moveTo>
                <a:lnTo>
                  <a:pt x="754628" y="112789"/>
                </a:lnTo>
                <a:lnTo>
                  <a:pt x="754628" y="115453"/>
                </a:lnTo>
                <a:lnTo>
                  <a:pt x="735137" y="115453"/>
                </a:lnTo>
                <a:close/>
                <a:moveTo>
                  <a:pt x="827093" y="113677"/>
                </a:moveTo>
                <a:lnTo>
                  <a:pt x="839587" y="113677"/>
                </a:lnTo>
                <a:lnTo>
                  <a:pt x="839587" y="115453"/>
                </a:lnTo>
                <a:lnTo>
                  <a:pt x="827093" y="115453"/>
                </a:lnTo>
                <a:close/>
                <a:moveTo>
                  <a:pt x="840587" y="114565"/>
                </a:moveTo>
                <a:lnTo>
                  <a:pt x="854080" y="114565"/>
                </a:lnTo>
                <a:lnTo>
                  <a:pt x="854080" y="115453"/>
                </a:lnTo>
                <a:lnTo>
                  <a:pt x="840587" y="115453"/>
                </a:lnTo>
                <a:close/>
                <a:moveTo>
                  <a:pt x="925546" y="114565"/>
                </a:moveTo>
                <a:lnTo>
                  <a:pt x="937540" y="114565"/>
                </a:lnTo>
                <a:lnTo>
                  <a:pt x="937540" y="115453"/>
                </a:lnTo>
                <a:lnTo>
                  <a:pt x="925546" y="115453"/>
                </a:lnTo>
                <a:close/>
                <a:moveTo>
                  <a:pt x="968525" y="114565"/>
                </a:moveTo>
                <a:lnTo>
                  <a:pt x="1000000" y="114565"/>
                </a:lnTo>
                <a:lnTo>
                  <a:pt x="1000000" y="115453"/>
                </a:lnTo>
                <a:lnTo>
                  <a:pt x="968525" y="115453"/>
                </a:lnTo>
                <a:close/>
                <a:moveTo>
                  <a:pt x="855579" y="114565"/>
                </a:moveTo>
                <a:lnTo>
                  <a:pt x="872571" y="114565"/>
                </a:lnTo>
                <a:lnTo>
                  <a:pt x="872571" y="115453"/>
                </a:lnTo>
                <a:lnTo>
                  <a:pt x="855579" y="115453"/>
                </a:lnTo>
                <a:close/>
                <a:moveTo>
                  <a:pt x="760125" y="114565"/>
                </a:moveTo>
                <a:lnTo>
                  <a:pt x="760625" y="114565"/>
                </a:lnTo>
                <a:lnTo>
                  <a:pt x="760625" y="115453"/>
                </a:lnTo>
                <a:lnTo>
                  <a:pt x="760125" y="115453"/>
                </a:lnTo>
                <a:close/>
                <a:moveTo>
                  <a:pt x="730639" y="115453"/>
                </a:moveTo>
                <a:lnTo>
                  <a:pt x="732638" y="115453"/>
                </a:lnTo>
                <a:lnTo>
                  <a:pt x="732638" y="116341"/>
                </a:lnTo>
                <a:lnTo>
                  <a:pt x="730639" y="116341"/>
                </a:lnTo>
                <a:close/>
                <a:moveTo>
                  <a:pt x="879068" y="115453"/>
                </a:moveTo>
                <a:lnTo>
                  <a:pt x="895060" y="115453"/>
                </a:lnTo>
                <a:lnTo>
                  <a:pt x="895060" y="116341"/>
                </a:lnTo>
                <a:lnTo>
                  <a:pt x="879068" y="116341"/>
                </a:lnTo>
                <a:close/>
                <a:moveTo>
                  <a:pt x="735637" y="115453"/>
                </a:moveTo>
                <a:lnTo>
                  <a:pt x="755128" y="115453"/>
                </a:lnTo>
                <a:lnTo>
                  <a:pt x="755128" y="116341"/>
                </a:lnTo>
                <a:lnTo>
                  <a:pt x="735637" y="116341"/>
                </a:lnTo>
                <a:close/>
                <a:moveTo>
                  <a:pt x="764623" y="112789"/>
                </a:moveTo>
                <a:lnTo>
                  <a:pt x="794609" y="112789"/>
                </a:lnTo>
                <a:lnTo>
                  <a:pt x="794609" y="116341"/>
                </a:lnTo>
                <a:lnTo>
                  <a:pt x="764623" y="116341"/>
                </a:lnTo>
                <a:close/>
                <a:moveTo>
                  <a:pt x="968025" y="115453"/>
                </a:moveTo>
                <a:lnTo>
                  <a:pt x="1000000" y="115453"/>
                </a:lnTo>
                <a:lnTo>
                  <a:pt x="1000000" y="116341"/>
                </a:lnTo>
                <a:lnTo>
                  <a:pt x="968025" y="116341"/>
                </a:lnTo>
                <a:close/>
                <a:moveTo>
                  <a:pt x="796108" y="115453"/>
                </a:moveTo>
                <a:lnTo>
                  <a:pt x="812100" y="115453"/>
                </a:lnTo>
                <a:lnTo>
                  <a:pt x="812100" y="116341"/>
                </a:lnTo>
                <a:lnTo>
                  <a:pt x="796108" y="116341"/>
                </a:lnTo>
                <a:close/>
                <a:moveTo>
                  <a:pt x="816598" y="115453"/>
                </a:moveTo>
                <a:lnTo>
                  <a:pt x="823595" y="115453"/>
                </a:lnTo>
                <a:lnTo>
                  <a:pt x="823595" y="116341"/>
                </a:lnTo>
                <a:lnTo>
                  <a:pt x="816598" y="116341"/>
                </a:lnTo>
                <a:close/>
                <a:moveTo>
                  <a:pt x="760125" y="115453"/>
                </a:moveTo>
                <a:lnTo>
                  <a:pt x="761125" y="115453"/>
                </a:lnTo>
                <a:lnTo>
                  <a:pt x="761125" y="116341"/>
                </a:lnTo>
                <a:lnTo>
                  <a:pt x="760125" y="116341"/>
                </a:lnTo>
                <a:close/>
                <a:moveTo>
                  <a:pt x="827093" y="115453"/>
                </a:moveTo>
                <a:lnTo>
                  <a:pt x="839087" y="115453"/>
                </a:lnTo>
                <a:lnTo>
                  <a:pt x="839087" y="116341"/>
                </a:lnTo>
                <a:lnTo>
                  <a:pt x="827093" y="116341"/>
                </a:lnTo>
                <a:close/>
                <a:moveTo>
                  <a:pt x="856079" y="115453"/>
                </a:moveTo>
                <a:lnTo>
                  <a:pt x="874570" y="115453"/>
                </a:lnTo>
                <a:lnTo>
                  <a:pt x="874570" y="116341"/>
                </a:lnTo>
                <a:lnTo>
                  <a:pt x="856079" y="116341"/>
                </a:lnTo>
                <a:close/>
                <a:moveTo>
                  <a:pt x="842586" y="115453"/>
                </a:moveTo>
                <a:lnTo>
                  <a:pt x="854580" y="115453"/>
                </a:lnTo>
                <a:lnTo>
                  <a:pt x="854580" y="116341"/>
                </a:lnTo>
                <a:lnTo>
                  <a:pt x="842586" y="116341"/>
                </a:lnTo>
                <a:close/>
                <a:moveTo>
                  <a:pt x="760125" y="116341"/>
                </a:moveTo>
                <a:lnTo>
                  <a:pt x="762124" y="116341"/>
                </a:lnTo>
                <a:lnTo>
                  <a:pt x="762124" y="117229"/>
                </a:lnTo>
                <a:lnTo>
                  <a:pt x="760125" y="117229"/>
                </a:lnTo>
                <a:close/>
                <a:moveTo>
                  <a:pt x="826593" y="116341"/>
                </a:moveTo>
                <a:lnTo>
                  <a:pt x="838587" y="116341"/>
                </a:lnTo>
                <a:lnTo>
                  <a:pt x="838587" y="117229"/>
                </a:lnTo>
                <a:lnTo>
                  <a:pt x="826593" y="117229"/>
                </a:lnTo>
                <a:close/>
                <a:moveTo>
                  <a:pt x="844585" y="116341"/>
                </a:moveTo>
                <a:lnTo>
                  <a:pt x="855080" y="116341"/>
                </a:lnTo>
                <a:lnTo>
                  <a:pt x="855080" y="117229"/>
                </a:lnTo>
                <a:lnTo>
                  <a:pt x="844585" y="117229"/>
                </a:lnTo>
                <a:close/>
                <a:moveTo>
                  <a:pt x="737136" y="116341"/>
                </a:moveTo>
                <a:lnTo>
                  <a:pt x="755128" y="116341"/>
                </a:lnTo>
                <a:lnTo>
                  <a:pt x="755128" y="117229"/>
                </a:lnTo>
                <a:lnTo>
                  <a:pt x="737136" y="117229"/>
                </a:lnTo>
                <a:close/>
                <a:moveTo>
                  <a:pt x="816598" y="116341"/>
                </a:moveTo>
                <a:lnTo>
                  <a:pt x="824094" y="116341"/>
                </a:lnTo>
                <a:lnTo>
                  <a:pt x="824094" y="117229"/>
                </a:lnTo>
                <a:lnTo>
                  <a:pt x="816598" y="117229"/>
                </a:lnTo>
                <a:close/>
                <a:moveTo>
                  <a:pt x="814099" y="116341"/>
                </a:moveTo>
                <a:lnTo>
                  <a:pt x="815599" y="116341"/>
                </a:lnTo>
                <a:lnTo>
                  <a:pt x="815599" y="117229"/>
                </a:lnTo>
                <a:lnTo>
                  <a:pt x="814099" y="117229"/>
                </a:lnTo>
                <a:close/>
                <a:moveTo>
                  <a:pt x="925546" y="115453"/>
                </a:moveTo>
                <a:lnTo>
                  <a:pt x="938040" y="115453"/>
                </a:lnTo>
                <a:lnTo>
                  <a:pt x="938040" y="117229"/>
                </a:lnTo>
                <a:lnTo>
                  <a:pt x="925546" y="117229"/>
                </a:lnTo>
                <a:close/>
                <a:moveTo>
                  <a:pt x="762624" y="116341"/>
                </a:moveTo>
                <a:lnTo>
                  <a:pt x="794609" y="116341"/>
                </a:lnTo>
                <a:lnTo>
                  <a:pt x="794609" y="117229"/>
                </a:lnTo>
                <a:lnTo>
                  <a:pt x="762624" y="117229"/>
                </a:lnTo>
                <a:close/>
                <a:moveTo>
                  <a:pt x="967526" y="116341"/>
                </a:moveTo>
                <a:lnTo>
                  <a:pt x="1000000" y="116341"/>
                </a:lnTo>
                <a:lnTo>
                  <a:pt x="1000000" y="117229"/>
                </a:lnTo>
                <a:lnTo>
                  <a:pt x="967526" y="117229"/>
                </a:lnTo>
                <a:close/>
                <a:moveTo>
                  <a:pt x="730639" y="116341"/>
                </a:moveTo>
                <a:lnTo>
                  <a:pt x="733138" y="116341"/>
                </a:lnTo>
                <a:lnTo>
                  <a:pt x="733138" y="117229"/>
                </a:lnTo>
                <a:lnTo>
                  <a:pt x="730639" y="117229"/>
                </a:lnTo>
                <a:close/>
                <a:moveTo>
                  <a:pt x="856579" y="116341"/>
                </a:moveTo>
                <a:lnTo>
                  <a:pt x="895060" y="116341"/>
                </a:lnTo>
                <a:lnTo>
                  <a:pt x="895060" y="117229"/>
                </a:lnTo>
                <a:lnTo>
                  <a:pt x="856579" y="117229"/>
                </a:lnTo>
                <a:close/>
                <a:moveTo>
                  <a:pt x="855579" y="117229"/>
                </a:moveTo>
                <a:lnTo>
                  <a:pt x="856079" y="117229"/>
                </a:lnTo>
                <a:lnTo>
                  <a:pt x="856079" y="118117"/>
                </a:lnTo>
                <a:lnTo>
                  <a:pt x="855579" y="118117"/>
                </a:lnTo>
                <a:close/>
                <a:moveTo>
                  <a:pt x="817098" y="117229"/>
                </a:moveTo>
                <a:lnTo>
                  <a:pt x="824594" y="117229"/>
                </a:lnTo>
                <a:lnTo>
                  <a:pt x="824594" y="118117"/>
                </a:lnTo>
                <a:lnTo>
                  <a:pt x="817098" y="118117"/>
                </a:lnTo>
                <a:close/>
                <a:moveTo>
                  <a:pt x="812100" y="117229"/>
                </a:moveTo>
                <a:lnTo>
                  <a:pt x="815599" y="117229"/>
                </a:lnTo>
                <a:lnTo>
                  <a:pt x="815599" y="118117"/>
                </a:lnTo>
                <a:lnTo>
                  <a:pt x="812100" y="118117"/>
                </a:lnTo>
                <a:close/>
                <a:moveTo>
                  <a:pt x="690159" y="99467"/>
                </a:moveTo>
                <a:lnTo>
                  <a:pt x="726141" y="99467"/>
                </a:lnTo>
                <a:lnTo>
                  <a:pt x="726141" y="118117"/>
                </a:lnTo>
                <a:lnTo>
                  <a:pt x="690159" y="118117"/>
                </a:lnTo>
                <a:close/>
                <a:moveTo>
                  <a:pt x="967026" y="117229"/>
                </a:moveTo>
                <a:lnTo>
                  <a:pt x="1000000" y="117229"/>
                </a:lnTo>
                <a:lnTo>
                  <a:pt x="1000000" y="118117"/>
                </a:lnTo>
                <a:lnTo>
                  <a:pt x="967026" y="118117"/>
                </a:lnTo>
                <a:close/>
                <a:moveTo>
                  <a:pt x="737636" y="117229"/>
                </a:moveTo>
                <a:lnTo>
                  <a:pt x="756127" y="117229"/>
                </a:lnTo>
                <a:lnTo>
                  <a:pt x="756127" y="118117"/>
                </a:lnTo>
                <a:lnTo>
                  <a:pt x="737636" y="118117"/>
                </a:lnTo>
                <a:close/>
                <a:moveTo>
                  <a:pt x="758126" y="117229"/>
                </a:moveTo>
                <a:lnTo>
                  <a:pt x="794609" y="117229"/>
                </a:lnTo>
                <a:lnTo>
                  <a:pt x="794609" y="118117"/>
                </a:lnTo>
                <a:lnTo>
                  <a:pt x="758126" y="118117"/>
                </a:lnTo>
                <a:close/>
                <a:moveTo>
                  <a:pt x="839587" y="117229"/>
                </a:moveTo>
                <a:lnTo>
                  <a:pt x="842586" y="117229"/>
                </a:lnTo>
                <a:lnTo>
                  <a:pt x="842586" y="118117"/>
                </a:lnTo>
                <a:lnTo>
                  <a:pt x="839587" y="118117"/>
                </a:lnTo>
                <a:close/>
                <a:moveTo>
                  <a:pt x="826093" y="117229"/>
                </a:moveTo>
                <a:lnTo>
                  <a:pt x="838587" y="117229"/>
                </a:lnTo>
                <a:lnTo>
                  <a:pt x="838587" y="118117"/>
                </a:lnTo>
                <a:lnTo>
                  <a:pt x="826093" y="118117"/>
                </a:lnTo>
                <a:close/>
                <a:moveTo>
                  <a:pt x="854080" y="117229"/>
                </a:moveTo>
                <a:lnTo>
                  <a:pt x="854580" y="117229"/>
                </a:lnTo>
                <a:lnTo>
                  <a:pt x="854580" y="118117"/>
                </a:lnTo>
                <a:lnTo>
                  <a:pt x="854080" y="118117"/>
                </a:lnTo>
                <a:close/>
                <a:moveTo>
                  <a:pt x="731639" y="117229"/>
                </a:moveTo>
                <a:lnTo>
                  <a:pt x="732139" y="117229"/>
                </a:lnTo>
                <a:lnTo>
                  <a:pt x="732139" y="118117"/>
                </a:lnTo>
                <a:lnTo>
                  <a:pt x="731639" y="118117"/>
                </a:lnTo>
                <a:close/>
                <a:moveTo>
                  <a:pt x="796108" y="116341"/>
                </a:moveTo>
                <a:lnTo>
                  <a:pt x="810601" y="116341"/>
                </a:lnTo>
                <a:lnTo>
                  <a:pt x="810601" y="118117"/>
                </a:lnTo>
                <a:lnTo>
                  <a:pt x="796108" y="118117"/>
                </a:lnTo>
                <a:close/>
                <a:moveTo>
                  <a:pt x="847083" y="117229"/>
                </a:moveTo>
                <a:lnTo>
                  <a:pt x="853580" y="117229"/>
                </a:lnTo>
                <a:lnTo>
                  <a:pt x="853580" y="118117"/>
                </a:lnTo>
                <a:lnTo>
                  <a:pt x="847083" y="118117"/>
                </a:lnTo>
                <a:close/>
                <a:moveTo>
                  <a:pt x="732638" y="117229"/>
                </a:moveTo>
                <a:lnTo>
                  <a:pt x="733138" y="117229"/>
                </a:lnTo>
                <a:lnTo>
                  <a:pt x="733138" y="118117"/>
                </a:lnTo>
                <a:lnTo>
                  <a:pt x="732638" y="118117"/>
                </a:lnTo>
                <a:close/>
                <a:moveTo>
                  <a:pt x="796108" y="118117"/>
                </a:moveTo>
                <a:lnTo>
                  <a:pt x="816098" y="118117"/>
                </a:lnTo>
                <a:lnTo>
                  <a:pt x="816098" y="119005"/>
                </a:lnTo>
                <a:lnTo>
                  <a:pt x="796108" y="119005"/>
                </a:lnTo>
                <a:close/>
                <a:moveTo>
                  <a:pt x="839087" y="118117"/>
                </a:moveTo>
                <a:lnTo>
                  <a:pt x="845084" y="118117"/>
                </a:lnTo>
                <a:lnTo>
                  <a:pt x="845084" y="119005"/>
                </a:lnTo>
                <a:lnTo>
                  <a:pt x="839087" y="119005"/>
                </a:lnTo>
                <a:close/>
                <a:moveTo>
                  <a:pt x="917050" y="109236"/>
                </a:moveTo>
                <a:lnTo>
                  <a:pt x="918549" y="109236"/>
                </a:lnTo>
                <a:lnTo>
                  <a:pt x="918549" y="119005"/>
                </a:lnTo>
                <a:lnTo>
                  <a:pt x="917050" y="119005"/>
                </a:lnTo>
                <a:close/>
                <a:moveTo>
                  <a:pt x="966526" y="118117"/>
                </a:moveTo>
                <a:lnTo>
                  <a:pt x="1000000" y="118117"/>
                </a:lnTo>
                <a:lnTo>
                  <a:pt x="1000000" y="119005"/>
                </a:lnTo>
                <a:lnTo>
                  <a:pt x="966526" y="119005"/>
                </a:lnTo>
                <a:close/>
                <a:moveTo>
                  <a:pt x="925546" y="117229"/>
                </a:moveTo>
                <a:lnTo>
                  <a:pt x="937540" y="117229"/>
                </a:lnTo>
                <a:lnTo>
                  <a:pt x="937540" y="119005"/>
                </a:lnTo>
                <a:lnTo>
                  <a:pt x="925546" y="119005"/>
                </a:lnTo>
                <a:close/>
                <a:moveTo>
                  <a:pt x="826593" y="118117"/>
                </a:moveTo>
                <a:lnTo>
                  <a:pt x="837588" y="118117"/>
                </a:lnTo>
                <a:lnTo>
                  <a:pt x="837588" y="119005"/>
                </a:lnTo>
                <a:lnTo>
                  <a:pt x="826593" y="119005"/>
                </a:lnTo>
                <a:close/>
                <a:moveTo>
                  <a:pt x="849082" y="118117"/>
                </a:moveTo>
                <a:lnTo>
                  <a:pt x="853580" y="118117"/>
                </a:lnTo>
                <a:lnTo>
                  <a:pt x="853580" y="119005"/>
                </a:lnTo>
                <a:lnTo>
                  <a:pt x="849082" y="119005"/>
                </a:lnTo>
                <a:close/>
                <a:moveTo>
                  <a:pt x="818597" y="118117"/>
                </a:moveTo>
                <a:lnTo>
                  <a:pt x="824594" y="118117"/>
                </a:lnTo>
                <a:lnTo>
                  <a:pt x="824594" y="119005"/>
                </a:lnTo>
                <a:lnTo>
                  <a:pt x="818597" y="119005"/>
                </a:lnTo>
                <a:close/>
                <a:moveTo>
                  <a:pt x="796108" y="119005"/>
                </a:moveTo>
                <a:lnTo>
                  <a:pt x="817098" y="119005"/>
                </a:lnTo>
                <a:lnTo>
                  <a:pt x="817098" y="119893"/>
                </a:lnTo>
                <a:lnTo>
                  <a:pt x="796108" y="119893"/>
                </a:lnTo>
                <a:close/>
                <a:moveTo>
                  <a:pt x="690159" y="118117"/>
                </a:moveTo>
                <a:lnTo>
                  <a:pt x="726641" y="118117"/>
                </a:lnTo>
                <a:lnTo>
                  <a:pt x="726641" y="119893"/>
                </a:lnTo>
                <a:lnTo>
                  <a:pt x="690159" y="119893"/>
                </a:lnTo>
                <a:close/>
                <a:moveTo>
                  <a:pt x="838587" y="119005"/>
                </a:moveTo>
                <a:lnTo>
                  <a:pt x="847583" y="119005"/>
                </a:lnTo>
                <a:lnTo>
                  <a:pt x="847583" y="119893"/>
                </a:lnTo>
                <a:lnTo>
                  <a:pt x="838587" y="119893"/>
                </a:lnTo>
                <a:close/>
                <a:moveTo>
                  <a:pt x="851081" y="119005"/>
                </a:moveTo>
                <a:lnTo>
                  <a:pt x="853580" y="119005"/>
                </a:lnTo>
                <a:lnTo>
                  <a:pt x="853580" y="119893"/>
                </a:lnTo>
                <a:lnTo>
                  <a:pt x="851081" y="119893"/>
                </a:lnTo>
                <a:close/>
                <a:moveTo>
                  <a:pt x="854580" y="118117"/>
                </a:moveTo>
                <a:lnTo>
                  <a:pt x="855080" y="118117"/>
                </a:lnTo>
                <a:lnTo>
                  <a:pt x="855080" y="119893"/>
                </a:lnTo>
                <a:lnTo>
                  <a:pt x="854580" y="119893"/>
                </a:lnTo>
                <a:close/>
                <a:moveTo>
                  <a:pt x="857079" y="117229"/>
                </a:moveTo>
                <a:lnTo>
                  <a:pt x="895060" y="117229"/>
                </a:lnTo>
                <a:lnTo>
                  <a:pt x="895060" y="119893"/>
                </a:lnTo>
                <a:lnTo>
                  <a:pt x="857079" y="119893"/>
                </a:lnTo>
                <a:close/>
                <a:moveTo>
                  <a:pt x="733638" y="119893"/>
                </a:moveTo>
                <a:lnTo>
                  <a:pt x="734138" y="119893"/>
                </a:lnTo>
                <a:lnTo>
                  <a:pt x="734138" y="120782"/>
                </a:lnTo>
                <a:lnTo>
                  <a:pt x="733638" y="120782"/>
                </a:lnTo>
                <a:close/>
                <a:moveTo>
                  <a:pt x="796108" y="119893"/>
                </a:moveTo>
                <a:lnTo>
                  <a:pt x="818597" y="119893"/>
                </a:lnTo>
                <a:lnTo>
                  <a:pt x="818597" y="120782"/>
                </a:lnTo>
                <a:lnTo>
                  <a:pt x="796108" y="120782"/>
                </a:lnTo>
                <a:close/>
                <a:moveTo>
                  <a:pt x="690159" y="119893"/>
                </a:moveTo>
                <a:lnTo>
                  <a:pt x="727141" y="119893"/>
                </a:lnTo>
                <a:lnTo>
                  <a:pt x="727141" y="120782"/>
                </a:lnTo>
                <a:lnTo>
                  <a:pt x="690159" y="120782"/>
                </a:lnTo>
                <a:close/>
                <a:moveTo>
                  <a:pt x="837588" y="119893"/>
                </a:moveTo>
                <a:lnTo>
                  <a:pt x="849082" y="119893"/>
                </a:lnTo>
                <a:lnTo>
                  <a:pt x="849082" y="120782"/>
                </a:lnTo>
                <a:lnTo>
                  <a:pt x="837588" y="120782"/>
                </a:lnTo>
                <a:close/>
                <a:moveTo>
                  <a:pt x="737636" y="118117"/>
                </a:moveTo>
                <a:lnTo>
                  <a:pt x="794609" y="118117"/>
                </a:lnTo>
                <a:lnTo>
                  <a:pt x="794609" y="120782"/>
                </a:lnTo>
                <a:lnTo>
                  <a:pt x="737636" y="120782"/>
                </a:lnTo>
                <a:close/>
                <a:moveTo>
                  <a:pt x="856579" y="119893"/>
                </a:moveTo>
                <a:lnTo>
                  <a:pt x="895060" y="119893"/>
                </a:lnTo>
                <a:lnTo>
                  <a:pt x="895060" y="120782"/>
                </a:lnTo>
                <a:lnTo>
                  <a:pt x="856579" y="120782"/>
                </a:lnTo>
                <a:close/>
                <a:moveTo>
                  <a:pt x="917050" y="119005"/>
                </a:moveTo>
                <a:lnTo>
                  <a:pt x="919049" y="119005"/>
                </a:lnTo>
                <a:lnTo>
                  <a:pt x="919049" y="120782"/>
                </a:lnTo>
                <a:lnTo>
                  <a:pt x="917050" y="120782"/>
                </a:lnTo>
                <a:close/>
                <a:moveTo>
                  <a:pt x="944537" y="120782"/>
                </a:moveTo>
                <a:lnTo>
                  <a:pt x="946036" y="120782"/>
                </a:lnTo>
                <a:lnTo>
                  <a:pt x="946036" y="121670"/>
                </a:lnTo>
                <a:lnTo>
                  <a:pt x="944537" y="121670"/>
                </a:lnTo>
                <a:close/>
                <a:moveTo>
                  <a:pt x="856079" y="120782"/>
                </a:moveTo>
                <a:lnTo>
                  <a:pt x="895060" y="120782"/>
                </a:lnTo>
                <a:lnTo>
                  <a:pt x="895060" y="121670"/>
                </a:lnTo>
                <a:lnTo>
                  <a:pt x="856079" y="121670"/>
                </a:lnTo>
                <a:close/>
                <a:moveTo>
                  <a:pt x="916550" y="120782"/>
                </a:moveTo>
                <a:lnTo>
                  <a:pt x="919049" y="120782"/>
                </a:lnTo>
                <a:lnTo>
                  <a:pt x="919049" y="121670"/>
                </a:lnTo>
                <a:lnTo>
                  <a:pt x="916550" y="121670"/>
                </a:lnTo>
                <a:close/>
                <a:moveTo>
                  <a:pt x="796108" y="120782"/>
                </a:moveTo>
                <a:lnTo>
                  <a:pt x="851081" y="120782"/>
                </a:lnTo>
                <a:lnTo>
                  <a:pt x="851081" y="121670"/>
                </a:lnTo>
                <a:lnTo>
                  <a:pt x="796108" y="121670"/>
                </a:lnTo>
                <a:close/>
                <a:moveTo>
                  <a:pt x="690159" y="120782"/>
                </a:moveTo>
                <a:lnTo>
                  <a:pt x="727641" y="120782"/>
                </a:lnTo>
                <a:lnTo>
                  <a:pt x="727641" y="121670"/>
                </a:lnTo>
                <a:lnTo>
                  <a:pt x="690159" y="121670"/>
                </a:lnTo>
                <a:close/>
                <a:moveTo>
                  <a:pt x="926046" y="119005"/>
                </a:moveTo>
                <a:lnTo>
                  <a:pt x="937540" y="119005"/>
                </a:lnTo>
                <a:lnTo>
                  <a:pt x="937540" y="121670"/>
                </a:lnTo>
                <a:lnTo>
                  <a:pt x="926046" y="121670"/>
                </a:lnTo>
                <a:close/>
                <a:moveTo>
                  <a:pt x="965527" y="119005"/>
                </a:moveTo>
                <a:lnTo>
                  <a:pt x="1000000" y="119005"/>
                </a:lnTo>
                <a:lnTo>
                  <a:pt x="1000000" y="121670"/>
                </a:lnTo>
                <a:lnTo>
                  <a:pt x="965527" y="121670"/>
                </a:lnTo>
                <a:close/>
                <a:moveTo>
                  <a:pt x="734138" y="120782"/>
                </a:moveTo>
                <a:lnTo>
                  <a:pt x="794609" y="120782"/>
                </a:lnTo>
                <a:lnTo>
                  <a:pt x="794609" y="122558"/>
                </a:lnTo>
                <a:lnTo>
                  <a:pt x="734138" y="122558"/>
                </a:lnTo>
                <a:close/>
                <a:moveTo>
                  <a:pt x="690159" y="121670"/>
                </a:moveTo>
                <a:lnTo>
                  <a:pt x="728640" y="121670"/>
                </a:lnTo>
                <a:lnTo>
                  <a:pt x="728640" y="122558"/>
                </a:lnTo>
                <a:lnTo>
                  <a:pt x="690159" y="122558"/>
                </a:lnTo>
                <a:close/>
                <a:moveTo>
                  <a:pt x="690159" y="122558"/>
                </a:moveTo>
                <a:lnTo>
                  <a:pt x="729640" y="122558"/>
                </a:lnTo>
                <a:lnTo>
                  <a:pt x="729640" y="123446"/>
                </a:lnTo>
                <a:lnTo>
                  <a:pt x="690159" y="123446"/>
                </a:lnTo>
                <a:close/>
                <a:moveTo>
                  <a:pt x="902557" y="121670"/>
                </a:moveTo>
                <a:lnTo>
                  <a:pt x="919049" y="121670"/>
                </a:lnTo>
                <a:lnTo>
                  <a:pt x="919049" y="123446"/>
                </a:lnTo>
                <a:lnTo>
                  <a:pt x="902557" y="123446"/>
                </a:lnTo>
                <a:close/>
                <a:moveTo>
                  <a:pt x="944537" y="121670"/>
                </a:moveTo>
                <a:lnTo>
                  <a:pt x="947035" y="121670"/>
                </a:lnTo>
                <a:lnTo>
                  <a:pt x="947035" y="123446"/>
                </a:lnTo>
                <a:lnTo>
                  <a:pt x="944537" y="123446"/>
                </a:lnTo>
                <a:close/>
                <a:moveTo>
                  <a:pt x="954032" y="121670"/>
                </a:moveTo>
                <a:lnTo>
                  <a:pt x="958030" y="121670"/>
                </a:lnTo>
                <a:lnTo>
                  <a:pt x="958030" y="123446"/>
                </a:lnTo>
                <a:lnTo>
                  <a:pt x="954032" y="123446"/>
                </a:lnTo>
                <a:close/>
                <a:moveTo>
                  <a:pt x="733638" y="122558"/>
                </a:moveTo>
                <a:lnTo>
                  <a:pt x="794609" y="122558"/>
                </a:lnTo>
                <a:lnTo>
                  <a:pt x="794609" y="123446"/>
                </a:lnTo>
                <a:lnTo>
                  <a:pt x="733638" y="123446"/>
                </a:lnTo>
                <a:close/>
                <a:moveTo>
                  <a:pt x="926545" y="121670"/>
                </a:moveTo>
                <a:lnTo>
                  <a:pt x="937040" y="121670"/>
                </a:lnTo>
                <a:lnTo>
                  <a:pt x="937040" y="123446"/>
                </a:lnTo>
                <a:lnTo>
                  <a:pt x="926545" y="123446"/>
                </a:lnTo>
                <a:close/>
                <a:moveTo>
                  <a:pt x="966026" y="121670"/>
                </a:moveTo>
                <a:lnTo>
                  <a:pt x="1000000" y="121670"/>
                </a:lnTo>
                <a:lnTo>
                  <a:pt x="1000000" y="123446"/>
                </a:lnTo>
                <a:lnTo>
                  <a:pt x="966026" y="123446"/>
                </a:lnTo>
                <a:close/>
                <a:moveTo>
                  <a:pt x="954032" y="123446"/>
                </a:moveTo>
                <a:lnTo>
                  <a:pt x="958530" y="123446"/>
                </a:lnTo>
                <a:lnTo>
                  <a:pt x="958530" y="124334"/>
                </a:lnTo>
                <a:lnTo>
                  <a:pt x="954032" y="124334"/>
                </a:lnTo>
                <a:close/>
                <a:moveTo>
                  <a:pt x="927045" y="123446"/>
                </a:moveTo>
                <a:lnTo>
                  <a:pt x="936540" y="123446"/>
                </a:lnTo>
                <a:lnTo>
                  <a:pt x="936540" y="124334"/>
                </a:lnTo>
                <a:lnTo>
                  <a:pt x="927045" y="124334"/>
                </a:lnTo>
                <a:close/>
                <a:moveTo>
                  <a:pt x="966526" y="123446"/>
                </a:moveTo>
                <a:lnTo>
                  <a:pt x="1000000" y="123446"/>
                </a:lnTo>
                <a:lnTo>
                  <a:pt x="1000000" y="125222"/>
                </a:lnTo>
                <a:lnTo>
                  <a:pt x="966526" y="125222"/>
                </a:lnTo>
                <a:close/>
                <a:moveTo>
                  <a:pt x="927545" y="124334"/>
                </a:moveTo>
                <a:lnTo>
                  <a:pt x="936041" y="124334"/>
                </a:lnTo>
                <a:lnTo>
                  <a:pt x="936041" y="125222"/>
                </a:lnTo>
                <a:lnTo>
                  <a:pt x="927545" y="125222"/>
                </a:lnTo>
                <a:close/>
                <a:moveTo>
                  <a:pt x="902557" y="123446"/>
                </a:moveTo>
                <a:lnTo>
                  <a:pt x="919549" y="123446"/>
                </a:lnTo>
                <a:lnTo>
                  <a:pt x="919549" y="126110"/>
                </a:lnTo>
                <a:lnTo>
                  <a:pt x="902557" y="126110"/>
                </a:lnTo>
                <a:close/>
                <a:moveTo>
                  <a:pt x="967026" y="125222"/>
                </a:moveTo>
                <a:lnTo>
                  <a:pt x="1000000" y="125222"/>
                </a:lnTo>
                <a:lnTo>
                  <a:pt x="1000000" y="126110"/>
                </a:lnTo>
                <a:lnTo>
                  <a:pt x="967026" y="126110"/>
                </a:lnTo>
                <a:close/>
                <a:moveTo>
                  <a:pt x="928045" y="125222"/>
                </a:moveTo>
                <a:lnTo>
                  <a:pt x="935541" y="125222"/>
                </a:lnTo>
                <a:lnTo>
                  <a:pt x="935541" y="126110"/>
                </a:lnTo>
                <a:lnTo>
                  <a:pt x="928045" y="126110"/>
                </a:lnTo>
                <a:close/>
                <a:moveTo>
                  <a:pt x="954032" y="124334"/>
                </a:moveTo>
                <a:lnTo>
                  <a:pt x="959030" y="124334"/>
                </a:lnTo>
                <a:lnTo>
                  <a:pt x="959030" y="126110"/>
                </a:lnTo>
                <a:lnTo>
                  <a:pt x="954032" y="126110"/>
                </a:lnTo>
                <a:close/>
                <a:moveTo>
                  <a:pt x="944037" y="123446"/>
                </a:moveTo>
                <a:lnTo>
                  <a:pt x="947035" y="123446"/>
                </a:lnTo>
                <a:lnTo>
                  <a:pt x="947035" y="126110"/>
                </a:lnTo>
                <a:lnTo>
                  <a:pt x="944037" y="126110"/>
                </a:lnTo>
                <a:close/>
                <a:moveTo>
                  <a:pt x="928544" y="126110"/>
                </a:moveTo>
                <a:lnTo>
                  <a:pt x="934541" y="126110"/>
                </a:lnTo>
                <a:lnTo>
                  <a:pt x="934541" y="126998"/>
                </a:lnTo>
                <a:lnTo>
                  <a:pt x="928544" y="126998"/>
                </a:lnTo>
                <a:close/>
                <a:moveTo>
                  <a:pt x="902557" y="126110"/>
                </a:moveTo>
                <a:lnTo>
                  <a:pt x="920048" y="126110"/>
                </a:lnTo>
                <a:lnTo>
                  <a:pt x="920048" y="127886"/>
                </a:lnTo>
                <a:lnTo>
                  <a:pt x="902557" y="127886"/>
                </a:lnTo>
                <a:close/>
                <a:moveTo>
                  <a:pt x="943537" y="126110"/>
                </a:moveTo>
                <a:lnTo>
                  <a:pt x="947035" y="126110"/>
                </a:lnTo>
                <a:lnTo>
                  <a:pt x="947035" y="127886"/>
                </a:lnTo>
                <a:lnTo>
                  <a:pt x="943537" y="127886"/>
                </a:lnTo>
                <a:close/>
                <a:moveTo>
                  <a:pt x="954032" y="126110"/>
                </a:moveTo>
                <a:lnTo>
                  <a:pt x="959529" y="126110"/>
                </a:lnTo>
                <a:lnTo>
                  <a:pt x="959529" y="127886"/>
                </a:lnTo>
                <a:lnTo>
                  <a:pt x="954032" y="127886"/>
                </a:lnTo>
                <a:close/>
                <a:moveTo>
                  <a:pt x="930044" y="126998"/>
                </a:moveTo>
                <a:lnTo>
                  <a:pt x="933542" y="126998"/>
                </a:lnTo>
                <a:lnTo>
                  <a:pt x="933542" y="127886"/>
                </a:lnTo>
                <a:lnTo>
                  <a:pt x="930044" y="127886"/>
                </a:lnTo>
                <a:close/>
                <a:moveTo>
                  <a:pt x="967526" y="126110"/>
                </a:moveTo>
                <a:lnTo>
                  <a:pt x="1000000" y="126110"/>
                </a:lnTo>
                <a:lnTo>
                  <a:pt x="1000000" y="128774"/>
                </a:lnTo>
                <a:lnTo>
                  <a:pt x="967526" y="128774"/>
                </a:lnTo>
                <a:close/>
                <a:moveTo>
                  <a:pt x="943037" y="127886"/>
                </a:moveTo>
                <a:lnTo>
                  <a:pt x="947035" y="127886"/>
                </a:lnTo>
                <a:lnTo>
                  <a:pt x="947035" y="128774"/>
                </a:lnTo>
                <a:lnTo>
                  <a:pt x="943037" y="128774"/>
                </a:lnTo>
                <a:close/>
                <a:moveTo>
                  <a:pt x="968025" y="128774"/>
                </a:moveTo>
                <a:lnTo>
                  <a:pt x="1000000" y="128774"/>
                </a:lnTo>
                <a:lnTo>
                  <a:pt x="1000000" y="129663"/>
                </a:lnTo>
                <a:lnTo>
                  <a:pt x="968025" y="129663"/>
                </a:lnTo>
                <a:close/>
                <a:moveTo>
                  <a:pt x="954032" y="127886"/>
                </a:moveTo>
                <a:lnTo>
                  <a:pt x="960029" y="127886"/>
                </a:lnTo>
                <a:lnTo>
                  <a:pt x="960029" y="129663"/>
                </a:lnTo>
                <a:lnTo>
                  <a:pt x="954032" y="129663"/>
                </a:lnTo>
                <a:close/>
                <a:moveTo>
                  <a:pt x="902557" y="127886"/>
                </a:moveTo>
                <a:lnTo>
                  <a:pt x="920548" y="127886"/>
                </a:lnTo>
                <a:lnTo>
                  <a:pt x="920548" y="129663"/>
                </a:lnTo>
                <a:lnTo>
                  <a:pt x="902557" y="129663"/>
                </a:lnTo>
                <a:close/>
                <a:moveTo>
                  <a:pt x="942538" y="128774"/>
                </a:moveTo>
                <a:lnTo>
                  <a:pt x="947035" y="128774"/>
                </a:lnTo>
                <a:lnTo>
                  <a:pt x="947035" y="130551"/>
                </a:lnTo>
                <a:lnTo>
                  <a:pt x="942538" y="130551"/>
                </a:lnTo>
                <a:close/>
                <a:moveTo>
                  <a:pt x="902557" y="129663"/>
                </a:moveTo>
                <a:lnTo>
                  <a:pt x="921048" y="129663"/>
                </a:lnTo>
                <a:lnTo>
                  <a:pt x="921048" y="130551"/>
                </a:lnTo>
                <a:lnTo>
                  <a:pt x="902557" y="130551"/>
                </a:lnTo>
                <a:close/>
                <a:moveTo>
                  <a:pt x="942038" y="130551"/>
                </a:moveTo>
                <a:lnTo>
                  <a:pt x="947035" y="130551"/>
                </a:lnTo>
                <a:lnTo>
                  <a:pt x="947035" y="131439"/>
                </a:lnTo>
                <a:lnTo>
                  <a:pt x="942038" y="131439"/>
                </a:lnTo>
                <a:close/>
                <a:moveTo>
                  <a:pt x="968525" y="129663"/>
                </a:moveTo>
                <a:lnTo>
                  <a:pt x="1000000" y="129663"/>
                </a:lnTo>
                <a:lnTo>
                  <a:pt x="1000000" y="131439"/>
                </a:lnTo>
                <a:lnTo>
                  <a:pt x="968525" y="131439"/>
                </a:lnTo>
                <a:close/>
                <a:moveTo>
                  <a:pt x="954032" y="129663"/>
                </a:moveTo>
                <a:lnTo>
                  <a:pt x="960529" y="129663"/>
                </a:lnTo>
                <a:lnTo>
                  <a:pt x="960529" y="131439"/>
                </a:lnTo>
                <a:lnTo>
                  <a:pt x="954032" y="131439"/>
                </a:lnTo>
                <a:close/>
                <a:moveTo>
                  <a:pt x="902557" y="130551"/>
                </a:moveTo>
                <a:lnTo>
                  <a:pt x="921548" y="130551"/>
                </a:lnTo>
                <a:lnTo>
                  <a:pt x="921548" y="132327"/>
                </a:lnTo>
                <a:lnTo>
                  <a:pt x="902557" y="132327"/>
                </a:lnTo>
                <a:close/>
                <a:moveTo>
                  <a:pt x="690159" y="123446"/>
                </a:moveTo>
                <a:lnTo>
                  <a:pt x="794609" y="123446"/>
                </a:lnTo>
                <a:lnTo>
                  <a:pt x="794609" y="133215"/>
                </a:lnTo>
                <a:lnTo>
                  <a:pt x="690159" y="133215"/>
                </a:lnTo>
                <a:close/>
                <a:moveTo>
                  <a:pt x="969025" y="131439"/>
                </a:moveTo>
                <a:lnTo>
                  <a:pt x="1000000" y="131439"/>
                </a:lnTo>
                <a:lnTo>
                  <a:pt x="1000000" y="133215"/>
                </a:lnTo>
                <a:lnTo>
                  <a:pt x="969025" y="133215"/>
                </a:lnTo>
                <a:close/>
                <a:moveTo>
                  <a:pt x="954032" y="131439"/>
                </a:moveTo>
                <a:lnTo>
                  <a:pt x="961029" y="131439"/>
                </a:lnTo>
                <a:lnTo>
                  <a:pt x="961029" y="133215"/>
                </a:lnTo>
                <a:lnTo>
                  <a:pt x="954032" y="133215"/>
                </a:lnTo>
                <a:close/>
                <a:moveTo>
                  <a:pt x="796108" y="121670"/>
                </a:moveTo>
                <a:lnTo>
                  <a:pt x="895060" y="121670"/>
                </a:lnTo>
                <a:lnTo>
                  <a:pt x="895060" y="133215"/>
                </a:lnTo>
                <a:lnTo>
                  <a:pt x="796108" y="133215"/>
                </a:lnTo>
                <a:close/>
                <a:moveTo>
                  <a:pt x="941538" y="131439"/>
                </a:moveTo>
                <a:lnTo>
                  <a:pt x="947035" y="131439"/>
                </a:lnTo>
                <a:lnTo>
                  <a:pt x="947035" y="133215"/>
                </a:lnTo>
                <a:lnTo>
                  <a:pt x="941538" y="133215"/>
                </a:lnTo>
                <a:close/>
                <a:moveTo>
                  <a:pt x="902557" y="132327"/>
                </a:moveTo>
                <a:lnTo>
                  <a:pt x="922047" y="132327"/>
                </a:lnTo>
                <a:lnTo>
                  <a:pt x="922047" y="133215"/>
                </a:lnTo>
                <a:lnTo>
                  <a:pt x="902557" y="133215"/>
                </a:lnTo>
                <a:close/>
                <a:moveTo>
                  <a:pt x="902557" y="133215"/>
                </a:moveTo>
                <a:lnTo>
                  <a:pt x="922547" y="133215"/>
                </a:lnTo>
                <a:lnTo>
                  <a:pt x="922547" y="134103"/>
                </a:lnTo>
                <a:lnTo>
                  <a:pt x="902557" y="134103"/>
                </a:lnTo>
                <a:close/>
                <a:moveTo>
                  <a:pt x="941038" y="133215"/>
                </a:moveTo>
                <a:lnTo>
                  <a:pt x="947035" y="133215"/>
                </a:lnTo>
                <a:lnTo>
                  <a:pt x="947035" y="134103"/>
                </a:lnTo>
                <a:lnTo>
                  <a:pt x="941038" y="134103"/>
                </a:lnTo>
                <a:close/>
                <a:moveTo>
                  <a:pt x="690159" y="133215"/>
                </a:moveTo>
                <a:lnTo>
                  <a:pt x="736636" y="133215"/>
                </a:lnTo>
                <a:lnTo>
                  <a:pt x="736636" y="134103"/>
                </a:lnTo>
                <a:lnTo>
                  <a:pt x="690159" y="134103"/>
                </a:lnTo>
                <a:close/>
                <a:moveTo>
                  <a:pt x="737136" y="133215"/>
                </a:moveTo>
                <a:lnTo>
                  <a:pt x="794609" y="133215"/>
                </a:lnTo>
                <a:lnTo>
                  <a:pt x="794609" y="134103"/>
                </a:lnTo>
                <a:lnTo>
                  <a:pt x="737136" y="134103"/>
                </a:lnTo>
                <a:close/>
                <a:moveTo>
                  <a:pt x="823095" y="133215"/>
                </a:moveTo>
                <a:lnTo>
                  <a:pt x="867074" y="133215"/>
                </a:lnTo>
                <a:lnTo>
                  <a:pt x="867074" y="134103"/>
                </a:lnTo>
                <a:lnTo>
                  <a:pt x="823095" y="134103"/>
                </a:lnTo>
                <a:close/>
                <a:moveTo>
                  <a:pt x="867574" y="133215"/>
                </a:moveTo>
                <a:lnTo>
                  <a:pt x="895060" y="133215"/>
                </a:lnTo>
                <a:lnTo>
                  <a:pt x="895060" y="134103"/>
                </a:lnTo>
                <a:lnTo>
                  <a:pt x="867574" y="134103"/>
                </a:lnTo>
                <a:close/>
                <a:moveTo>
                  <a:pt x="954032" y="133215"/>
                </a:moveTo>
                <a:lnTo>
                  <a:pt x="961528" y="133215"/>
                </a:lnTo>
                <a:lnTo>
                  <a:pt x="961528" y="134991"/>
                </a:lnTo>
                <a:lnTo>
                  <a:pt x="954032" y="134991"/>
                </a:lnTo>
                <a:close/>
                <a:moveTo>
                  <a:pt x="969525" y="133215"/>
                </a:moveTo>
                <a:lnTo>
                  <a:pt x="1000000" y="133215"/>
                </a:lnTo>
                <a:lnTo>
                  <a:pt x="1000000" y="134991"/>
                </a:lnTo>
                <a:lnTo>
                  <a:pt x="969525" y="134991"/>
                </a:lnTo>
                <a:close/>
                <a:moveTo>
                  <a:pt x="762624" y="134103"/>
                </a:moveTo>
                <a:lnTo>
                  <a:pt x="794609" y="134103"/>
                </a:lnTo>
                <a:lnTo>
                  <a:pt x="794609" y="134991"/>
                </a:lnTo>
                <a:lnTo>
                  <a:pt x="762624" y="134991"/>
                </a:lnTo>
                <a:close/>
                <a:moveTo>
                  <a:pt x="940039" y="134103"/>
                </a:moveTo>
                <a:lnTo>
                  <a:pt x="947035" y="134103"/>
                </a:lnTo>
                <a:lnTo>
                  <a:pt x="947035" y="134991"/>
                </a:lnTo>
                <a:lnTo>
                  <a:pt x="940039" y="134991"/>
                </a:lnTo>
                <a:close/>
                <a:moveTo>
                  <a:pt x="751129" y="134103"/>
                </a:moveTo>
                <a:lnTo>
                  <a:pt x="761624" y="134103"/>
                </a:lnTo>
                <a:lnTo>
                  <a:pt x="761624" y="134991"/>
                </a:lnTo>
                <a:lnTo>
                  <a:pt x="751129" y="134991"/>
                </a:lnTo>
                <a:close/>
                <a:moveTo>
                  <a:pt x="902557" y="134103"/>
                </a:moveTo>
                <a:lnTo>
                  <a:pt x="923047" y="134103"/>
                </a:lnTo>
                <a:lnTo>
                  <a:pt x="923047" y="134991"/>
                </a:lnTo>
                <a:lnTo>
                  <a:pt x="902557" y="134991"/>
                </a:lnTo>
                <a:close/>
                <a:moveTo>
                  <a:pt x="690159" y="134103"/>
                </a:moveTo>
                <a:lnTo>
                  <a:pt x="736137" y="134103"/>
                </a:lnTo>
                <a:lnTo>
                  <a:pt x="736137" y="134991"/>
                </a:lnTo>
                <a:lnTo>
                  <a:pt x="690159" y="134991"/>
                </a:lnTo>
                <a:close/>
                <a:moveTo>
                  <a:pt x="823095" y="134103"/>
                </a:moveTo>
                <a:lnTo>
                  <a:pt x="866574" y="134103"/>
                </a:lnTo>
                <a:lnTo>
                  <a:pt x="866574" y="134991"/>
                </a:lnTo>
                <a:lnTo>
                  <a:pt x="823095" y="134991"/>
                </a:lnTo>
                <a:close/>
                <a:moveTo>
                  <a:pt x="738136" y="134103"/>
                </a:moveTo>
                <a:lnTo>
                  <a:pt x="750130" y="134103"/>
                </a:lnTo>
                <a:lnTo>
                  <a:pt x="750130" y="134991"/>
                </a:lnTo>
                <a:lnTo>
                  <a:pt x="738136" y="134991"/>
                </a:lnTo>
                <a:close/>
                <a:moveTo>
                  <a:pt x="753628" y="134991"/>
                </a:moveTo>
                <a:lnTo>
                  <a:pt x="761125" y="134991"/>
                </a:lnTo>
                <a:lnTo>
                  <a:pt x="761125" y="135879"/>
                </a:lnTo>
                <a:lnTo>
                  <a:pt x="753628" y="135879"/>
                </a:lnTo>
                <a:close/>
                <a:moveTo>
                  <a:pt x="868573" y="134103"/>
                </a:moveTo>
                <a:lnTo>
                  <a:pt x="895060" y="134103"/>
                </a:lnTo>
                <a:lnTo>
                  <a:pt x="895060" y="135879"/>
                </a:lnTo>
                <a:lnTo>
                  <a:pt x="868573" y="135879"/>
                </a:lnTo>
                <a:close/>
                <a:moveTo>
                  <a:pt x="954032" y="134991"/>
                </a:moveTo>
                <a:lnTo>
                  <a:pt x="962028" y="134991"/>
                </a:lnTo>
                <a:lnTo>
                  <a:pt x="962028" y="135879"/>
                </a:lnTo>
                <a:lnTo>
                  <a:pt x="954032" y="135879"/>
                </a:lnTo>
                <a:close/>
                <a:moveTo>
                  <a:pt x="823095" y="134991"/>
                </a:moveTo>
                <a:lnTo>
                  <a:pt x="858078" y="134991"/>
                </a:lnTo>
                <a:lnTo>
                  <a:pt x="858078" y="135879"/>
                </a:lnTo>
                <a:lnTo>
                  <a:pt x="823095" y="135879"/>
                </a:lnTo>
                <a:close/>
                <a:moveTo>
                  <a:pt x="727641" y="134991"/>
                </a:moveTo>
                <a:lnTo>
                  <a:pt x="735637" y="134991"/>
                </a:lnTo>
                <a:lnTo>
                  <a:pt x="735637" y="135879"/>
                </a:lnTo>
                <a:lnTo>
                  <a:pt x="727641" y="135879"/>
                </a:lnTo>
                <a:close/>
                <a:moveTo>
                  <a:pt x="738136" y="134991"/>
                </a:moveTo>
                <a:lnTo>
                  <a:pt x="745132" y="134991"/>
                </a:lnTo>
                <a:lnTo>
                  <a:pt x="745132" y="135879"/>
                </a:lnTo>
                <a:lnTo>
                  <a:pt x="738136" y="135879"/>
                </a:lnTo>
                <a:close/>
                <a:moveTo>
                  <a:pt x="902557" y="134991"/>
                </a:moveTo>
                <a:lnTo>
                  <a:pt x="924046" y="134991"/>
                </a:lnTo>
                <a:lnTo>
                  <a:pt x="924046" y="135879"/>
                </a:lnTo>
                <a:lnTo>
                  <a:pt x="902557" y="135879"/>
                </a:lnTo>
                <a:close/>
                <a:moveTo>
                  <a:pt x="939539" y="134991"/>
                </a:moveTo>
                <a:lnTo>
                  <a:pt x="947035" y="134991"/>
                </a:lnTo>
                <a:lnTo>
                  <a:pt x="947035" y="135879"/>
                </a:lnTo>
                <a:lnTo>
                  <a:pt x="939539" y="135879"/>
                </a:lnTo>
                <a:close/>
                <a:moveTo>
                  <a:pt x="763124" y="134991"/>
                </a:moveTo>
                <a:lnTo>
                  <a:pt x="776617" y="134991"/>
                </a:lnTo>
                <a:lnTo>
                  <a:pt x="776617" y="135879"/>
                </a:lnTo>
                <a:lnTo>
                  <a:pt x="763124" y="135879"/>
                </a:lnTo>
                <a:close/>
                <a:moveTo>
                  <a:pt x="690159" y="134991"/>
                </a:moveTo>
                <a:lnTo>
                  <a:pt x="726641" y="134991"/>
                </a:lnTo>
                <a:lnTo>
                  <a:pt x="726641" y="135879"/>
                </a:lnTo>
                <a:lnTo>
                  <a:pt x="690159" y="135879"/>
                </a:lnTo>
                <a:close/>
                <a:moveTo>
                  <a:pt x="745632" y="134991"/>
                </a:moveTo>
                <a:lnTo>
                  <a:pt x="747631" y="134991"/>
                </a:lnTo>
                <a:lnTo>
                  <a:pt x="747631" y="135879"/>
                </a:lnTo>
                <a:lnTo>
                  <a:pt x="745632" y="135879"/>
                </a:lnTo>
                <a:close/>
                <a:moveTo>
                  <a:pt x="860077" y="134991"/>
                </a:moveTo>
                <a:lnTo>
                  <a:pt x="865575" y="134991"/>
                </a:lnTo>
                <a:lnTo>
                  <a:pt x="865575" y="135879"/>
                </a:lnTo>
                <a:lnTo>
                  <a:pt x="860077" y="135879"/>
                </a:lnTo>
                <a:close/>
                <a:moveTo>
                  <a:pt x="868073" y="135879"/>
                </a:moveTo>
                <a:lnTo>
                  <a:pt x="895060" y="135879"/>
                </a:lnTo>
                <a:lnTo>
                  <a:pt x="895060" y="136767"/>
                </a:lnTo>
                <a:lnTo>
                  <a:pt x="868073" y="136767"/>
                </a:lnTo>
                <a:close/>
                <a:moveTo>
                  <a:pt x="727641" y="135879"/>
                </a:moveTo>
                <a:lnTo>
                  <a:pt x="735137" y="135879"/>
                </a:lnTo>
                <a:lnTo>
                  <a:pt x="735137" y="136767"/>
                </a:lnTo>
                <a:lnTo>
                  <a:pt x="727641" y="136767"/>
                </a:lnTo>
                <a:close/>
                <a:moveTo>
                  <a:pt x="746132" y="135879"/>
                </a:moveTo>
                <a:lnTo>
                  <a:pt x="746632" y="135879"/>
                </a:lnTo>
                <a:lnTo>
                  <a:pt x="746632" y="136767"/>
                </a:lnTo>
                <a:lnTo>
                  <a:pt x="746132" y="136767"/>
                </a:lnTo>
                <a:close/>
                <a:moveTo>
                  <a:pt x="823095" y="135879"/>
                </a:moveTo>
                <a:lnTo>
                  <a:pt x="857079" y="135879"/>
                </a:lnTo>
                <a:lnTo>
                  <a:pt x="857079" y="136767"/>
                </a:lnTo>
                <a:lnTo>
                  <a:pt x="823095" y="136767"/>
                </a:lnTo>
                <a:close/>
                <a:moveTo>
                  <a:pt x="766622" y="135879"/>
                </a:moveTo>
                <a:lnTo>
                  <a:pt x="771620" y="135879"/>
                </a:lnTo>
                <a:lnTo>
                  <a:pt x="771620" y="136767"/>
                </a:lnTo>
                <a:lnTo>
                  <a:pt x="766622" y="136767"/>
                </a:lnTo>
                <a:close/>
                <a:moveTo>
                  <a:pt x="754628" y="135879"/>
                </a:moveTo>
                <a:lnTo>
                  <a:pt x="757626" y="135879"/>
                </a:lnTo>
                <a:lnTo>
                  <a:pt x="757626" y="136767"/>
                </a:lnTo>
                <a:lnTo>
                  <a:pt x="754628" y="136767"/>
                </a:lnTo>
                <a:close/>
                <a:moveTo>
                  <a:pt x="902557" y="135879"/>
                </a:moveTo>
                <a:lnTo>
                  <a:pt x="924546" y="135879"/>
                </a:lnTo>
                <a:lnTo>
                  <a:pt x="924546" y="136767"/>
                </a:lnTo>
                <a:lnTo>
                  <a:pt x="902557" y="136767"/>
                </a:lnTo>
                <a:close/>
                <a:moveTo>
                  <a:pt x="772119" y="135879"/>
                </a:moveTo>
                <a:lnTo>
                  <a:pt x="776117" y="135879"/>
                </a:lnTo>
                <a:lnTo>
                  <a:pt x="776117" y="136767"/>
                </a:lnTo>
                <a:lnTo>
                  <a:pt x="772119" y="136767"/>
                </a:lnTo>
                <a:close/>
                <a:moveTo>
                  <a:pt x="939039" y="135879"/>
                </a:moveTo>
                <a:lnTo>
                  <a:pt x="947035" y="135879"/>
                </a:lnTo>
                <a:lnTo>
                  <a:pt x="947035" y="136767"/>
                </a:lnTo>
                <a:lnTo>
                  <a:pt x="939039" y="136767"/>
                </a:lnTo>
                <a:close/>
                <a:moveTo>
                  <a:pt x="970024" y="134991"/>
                </a:moveTo>
                <a:lnTo>
                  <a:pt x="1000000" y="134991"/>
                </a:lnTo>
                <a:lnTo>
                  <a:pt x="1000000" y="136767"/>
                </a:lnTo>
                <a:lnTo>
                  <a:pt x="970024" y="136767"/>
                </a:lnTo>
                <a:close/>
                <a:moveTo>
                  <a:pt x="739635" y="135879"/>
                </a:moveTo>
                <a:lnTo>
                  <a:pt x="744633" y="135879"/>
                </a:lnTo>
                <a:lnTo>
                  <a:pt x="744633" y="136767"/>
                </a:lnTo>
                <a:lnTo>
                  <a:pt x="739635" y="136767"/>
                </a:lnTo>
                <a:close/>
                <a:moveTo>
                  <a:pt x="758126" y="135879"/>
                </a:moveTo>
                <a:lnTo>
                  <a:pt x="759126" y="135879"/>
                </a:lnTo>
                <a:lnTo>
                  <a:pt x="759126" y="136767"/>
                </a:lnTo>
                <a:lnTo>
                  <a:pt x="758126" y="136767"/>
                </a:lnTo>
                <a:close/>
                <a:moveTo>
                  <a:pt x="754628" y="136767"/>
                </a:moveTo>
                <a:lnTo>
                  <a:pt x="757127" y="136767"/>
                </a:lnTo>
                <a:lnTo>
                  <a:pt x="757127" y="137655"/>
                </a:lnTo>
                <a:lnTo>
                  <a:pt x="754628" y="137655"/>
                </a:lnTo>
                <a:close/>
                <a:moveTo>
                  <a:pt x="767122" y="136767"/>
                </a:moveTo>
                <a:lnTo>
                  <a:pt x="771120" y="136767"/>
                </a:lnTo>
                <a:lnTo>
                  <a:pt x="771120" y="137655"/>
                </a:lnTo>
                <a:lnTo>
                  <a:pt x="767122" y="137655"/>
                </a:lnTo>
                <a:close/>
                <a:moveTo>
                  <a:pt x="724142" y="135879"/>
                </a:moveTo>
                <a:lnTo>
                  <a:pt x="725642" y="135879"/>
                </a:lnTo>
                <a:lnTo>
                  <a:pt x="725642" y="137655"/>
                </a:lnTo>
                <a:lnTo>
                  <a:pt x="724142" y="137655"/>
                </a:lnTo>
                <a:close/>
                <a:moveTo>
                  <a:pt x="823095" y="136767"/>
                </a:moveTo>
                <a:lnTo>
                  <a:pt x="856579" y="136767"/>
                </a:lnTo>
                <a:lnTo>
                  <a:pt x="856579" y="137655"/>
                </a:lnTo>
                <a:lnTo>
                  <a:pt x="823095" y="137655"/>
                </a:lnTo>
                <a:close/>
                <a:moveTo>
                  <a:pt x="902557" y="136767"/>
                </a:moveTo>
                <a:lnTo>
                  <a:pt x="925546" y="136767"/>
                </a:lnTo>
                <a:lnTo>
                  <a:pt x="925546" y="137655"/>
                </a:lnTo>
                <a:lnTo>
                  <a:pt x="902557" y="137655"/>
                </a:lnTo>
                <a:close/>
                <a:moveTo>
                  <a:pt x="740634" y="136767"/>
                </a:moveTo>
                <a:lnTo>
                  <a:pt x="744633" y="136767"/>
                </a:lnTo>
                <a:lnTo>
                  <a:pt x="744633" y="137655"/>
                </a:lnTo>
                <a:lnTo>
                  <a:pt x="740634" y="137655"/>
                </a:lnTo>
                <a:close/>
                <a:moveTo>
                  <a:pt x="954032" y="135879"/>
                </a:moveTo>
                <a:lnTo>
                  <a:pt x="962528" y="135879"/>
                </a:lnTo>
                <a:lnTo>
                  <a:pt x="962528" y="137655"/>
                </a:lnTo>
                <a:lnTo>
                  <a:pt x="954032" y="137655"/>
                </a:lnTo>
                <a:close/>
                <a:moveTo>
                  <a:pt x="938040" y="136767"/>
                </a:moveTo>
                <a:lnTo>
                  <a:pt x="947035" y="136767"/>
                </a:lnTo>
                <a:lnTo>
                  <a:pt x="947035" y="137655"/>
                </a:lnTo>
                <a:lnTo>
                  <a:pt x="938040" y="137655"/>
                </a:lnTo>
                <a:close/>
                <a:moveTo>
                  <a:pt x="727641" y="136767"/>
                </a:moveTo>
                <a:lnTo>
                  <a:pt x="734637" y="136767"/>
                </a:lnTo>
                <a:lnTo>
                  <a:pt x="734637" y="137655"/>
                </a:lnTo>
                <a:lnTo>
                  <a:pt x="727641" y="137655"/>
                </a:lnTo>
                <a:close/>
                <a:moveTo>
                  <a:pt x="774118" y="136767"/>
                </a:moveTo>
                <a:lnTo>
                  <a:pt x="776117" y="136767"/>
                </a:lnTo>
                <a:lnTo>
                  <a:pt x="776117" y="137655"/>
                </a:lnTo>
                <a:lnTo>
                  <a:pt x="774118" y="137655"/>
                </a:lnTo>
                <a:close/>
                <a:moveTo>
                  <a:pt x="867574" y="136767"/>
                </a:moveTo>
                <a:lnTo>
                  <a:pt x="895060" y="136767"/>
                </a:lnTo>
                <a:lnTo>
                  <a:pt x="895060" y="137655"/>
                </a:lnTo>
                <a:lnTo>
                  <a:pt x="867574" y="137655"/>
                </a:lnTo>
                <a:close/>
                <a:moveTo>
                  <a:pt x="970524" y="136767"/>
                </a:moveTo>
                <a:lnTo>
                  <a:pt x="1000000" y="136767"/>
                </a:lnTo>
                <a:lnTo>
                  <a:pt x="1000000" y="138544"/>
                </a:lnTo>
                <a:lnTo>
                  <a:pt x="970524" y="138544"/>
                </a:lnTo>
                <a:close/>
                <a:moveTo>
                  <a:pt x="778117" y="134991"/>
                </a:moveTo>
                <a:lnTo>
                  <a:pt x="794609" y="134991"/>
                </a:lnTo>
                <a:lnTo>
                  <a:pt x="794609" y="138544"/>
                </a:lnTo>
                <a:lnTo>
                  <a:pt x="778117" y="138544"/>
                </a:lnTo>
                <a:close/>
                <a:moveTo>
                  <a:pt x="690159" y="135879"/>
                </a:moveTo>
                <a:lnTo>
                  <a:pt x="722143" y="135879"/>
                </a:lnTo>
                <a:lnTo>
                  <a:pt x="722143" y="138544"/>
                </a:lnTo>
                <a:lnTo>
                  <a:pt x="690159" y="138544"/>
                </a:lnTo>
                <a:close/>
                <a:moveTo>
                  <a:pt x="727641" y="137655"/>
                </a:moveTo>
                <a:lnTo>
                  <a:pt x="734138" y="137655"/>
                </a:lnTo>
                <a:lnTo>
                  <a:pt x="734138" y="138544"/>
                </a:lnTo>
                <a:lnTo>
                  <a:pt x="727641" y="138544"/>
                </a:lnTo>
                <a:close/>
                <a:moveTo>
                  <a:pt x="741134" y="137655"/>
                </a:moveTo>
                <a:lnTo>
                  <a:pt x="745132" y="137655"/>
                </a:lnTo>
                <a:lnTo>
                  <a:pt x="745132" y="138544"/>
                </a:lnTo>
                <a:lnTo>
                  <a:pt x="741134" y="138544"/>
                </a:lnTo>
                <a:close/>
                <a:moveTo>
                  <a:pt x="867074" y="137655"/>
                </a:moveTo>
                <a:lnTo>
                  <a:pt x="895060" y="137655"/>
                </a:lnTo>
                <a:lnTo>
                  <a:pt x="895060" y="138544"/>
                </a:lnTo>
                <a:lnTo>
                  <a:pt x="867074" y="138544"/>
                </a:lnTo>
                <a:close/>
                <a:moveTo>
                  <a:pt x="746132" y="137655"/>
                </a:moveTo>
                <a:lnTo>
                  <a:pt x="747131" y="137655"/>
                </a:lnTo>
                <a:lnTo>
                  <a:pt x="747131" y="138544"/>
                </a:lnTo>
                <a:lnTo>
                  <a:pt x="746132" y="138544"/>
                </a:lnTo>
                <a:close/>
                <a:moveTo>
                  <a:pt x="937040" y="137655"/>
                </a:moveTo>
                <a:lnTo>
                  <a:pt x="947035" y="137655"/>
                </a:lnTo>
                <a:lnTo>
                  <a:pt x="947035" y="138544"/>
                </a:lnTo>
                <a:lnTo>
                  <a:pt x="937040" y="138544"/>
                </a:lnTo>
                <a:close/>
                <a:moveTo>
                  <a:pt x="902557" y="137655"/>
                </a:moveTo>
                <a:lnTo>
                  <a:pt x="926545" y="137655"/>
                </a:lnTo>
                <a:lnTo>
                  <a:pt x="926545" y="138544"/>
                </a:lnTo>
                <a:lnTo>
                  <a:pt x="902557" y="138544"/>
                </a:lnTo>
                <a:close/>
                <a:moveTo>
                  <a:pt x="861077" y="135879"/>
                </a:moveTo>
                <a:lnTo>
                  <a:pt x="865075" y="135879"/>
                </a:lnTo>
                <a:lnTo>
                  <a:pt x="865075" y="138544"/>
                </a:lnTo>
                <a:lnTo>
                  <a:pt x="861077" y="138544"/>
                </a:lnTo>
                <a:close/>
                <a:moveTo>
                  <a:pt x="754128" y="137655"/>
                </a:moveTo>
                <a:lnTo>
                  <a:pt x="757127" y="137655"/>
                </a:lnTo>
                <a:lnTo>
                  <a:pt x="757127" y="138544"/>
                </a:lnTo>
                <a:lnTo>
                  <a:pt x="754128" y="138544"/>
                </a:lnTo>
                <a:close/>
                <a:moveTo>
                  <a:pt x="936041" y="138544"/>
                </a:moveTo>
                <a:lnTo>
                  <a:pt x="947035" y="138544"/>
                </a:lnTo>
                <a:lnTo>
                  <a:pt x="947035" y="139432"/>
                </a:lnTo>
                <a:lnTo>
                  <a:pt x="936041" y="139432"/>
                </a:lnTo>
                <a:close/>
                <a:moveTo>
                  <a:pt x="727141" y="138544"/>
                </a:moveTo>
                <a:lnTo>
                  <a:pt x="734138" y="138544"/>
                </a:lnTo>
                <a:lnTo>
                  <a:pt x="734138" y="139432"/>
                </a:lnTo>
                <a:lnTo>
                  <a:pt x="727141" y="139432"/>
                </a:lnTo>
                <a:close/>
                <a:moveTo>
                  <a:pt x="753628" y="138544"/>
                </a:moveTo>
                <a:lnTo>
                  <a:pt x="757127" y="138544"/>
                </a:lnTo>
                <a:lnTo>
                  <a:pt x="757127" y="139432"/>
                </a:lnTo>
                <a:lnTo>
                  <a:pt x="753628" y="139432"/>
                </a:lnTo>
                <a:close/>
                <a:moveTo>
                  <a:pt x="902557" y="138544"/>
                </a:moveTo>
                <a:lnTo>
                  <a:pt x="927545" y="138544"/>
                </a:lnTo>
                <a:lnTo>
                  <a:pt x="927545" y="139432"/>
                </a:lnTo>
                <a:lnTo>
                  <a:pt x="902557" y="139432"/>
                </a:lnTo>
                <a:close/>
                <a:moveTo>
                  <a:pt x="774118" y="137655"/>
                </a:moveTo>
                <a:lnTo>
                  <a:pt x="775618" y="137655"/>
                </a:lnTo>
                <a:lnTo>
                  <a:pt x="775618" y="139432"/>
                </a:lnTo>
                <a:lnTo>
                  <a:pt x="774118" y="139432"/>
                </a:lnTo>
                <a:close/>
                <a:moveTo>
                  <a:pt x="861077" y="138544"/>
                </a:moveTo>
                <a:lnTo>
                  <a:pt x="866074" y="138544"/>
                </a:lnTo>
                <a:lnTo>
                  <a:pt x="866074" y="139432"/>
                </a:lnTo>
                <a:lnTo>
                  <a:pt x="861077" y="139432"/>
                </a:lnTo>
                <a:close/>
                <a:moveTo>
                  <a:pt x="866574" y="138544"/>
                </a:moveTo>
                <a:lnTo>
                  <a:pt x="895060" y="138544"/>
                </a:lnTo>
                <a:lnTo>
                  <a:pt x="895060" y="139432"/>
                </a:lnTo>
                <a:lnTo>
                  <a:pt x="866574" y="139432"/>
                </a:lnTo>
                <a:close/>
                <a:moveTo>
                  <a:pt x="690159" y="138544"/>
                </a:moveTo>
                <a:lnTo>
                  <a:pt x="721144" y="138544"/>
                </a:lnTo>
                <a:lnTo>
                  <a:pt x="721144" y="139432"/>
                </a:lnTo>
                <a:lnTo>
                  <a:pt x="690159" y="139432"/>
                </a:lnTo>
                <a:close/>
                <a:moveTo>
                  <a:pt x="778616" y="138544"/>
                </a:moveTo>
                <a:lnTo>
                  <a:pt x="794609" y="138544"/>
                </a:lnTo>
                <a:lnTo>
                  <a:pt x="794609" y="139432"/>
                </a:lnTo>
                <a:lnTo>
                  <a:pt x="778616" y="139432"/>
                </a:lnTo>
                <a:close/>
                <a:moveTo>
                  <a:pt x="759126" y="138544"/>
                </a:moveTo>
                <a:lnTo>
                  <a:pt x="759625" y="138544"/>
                </a:lnTo>
                <a:lnTo>
                  <a:pt x="759625" y="139432"/>
                </a:lnTo>
                <a:lnTo>
                  <a:pt x="759126" y="139432"/>
                </a:lnTo>
                <a:close/>
                <a:moveTo>
                  <a:pt x="954032" y="137655"/>
                </a:moveTo>
                <a:lnTo>
                  <a:pt x="963028" y="137655"/>
                </a:lnTo>
                <a:lnTo>
                  <a:pt x="963028" y="139432"/>
                </a:lnTo>
                <a:lnTo>
                  <a:pt x="954032" y="139432"/>
                </a:lnTo>
                <a:close/>
                <a:moveTo>
                  <a:pt x="823095" y="137655"/>
                </a:moveTo>
                <a:lnTo>
                  <a:pt x="856079" y="137655"/>
                </a:lnTo>
                <a:lnTo>
                  <a:pt x="856079" y="139432"/>
                </a:lnTo>
                <a:lnTo>
                  <a:pt x="823095" y="139432"/>
                </a:lnTo>
                <a:close/>
                <a:moveTo>
                  <a:pt x="736137" y="138544"/>
                </a:moveTo>
                <a:lnTo>
                  <a:pt x="736636" y="138544"/>
                </a:lnTo>
                <a:lnTo>
                  <a:pt x="736636" y="139432"/>
                </a:lnTo>
                <a:lnTo>
                  <a:pt x="736137" y="139432"/>
                </a:lnTo>
                <a:close/>
                <a:moveTo>
                  <a:pt x="724142" y="137655"/>
                </a:moveTo>
                <a:lnTo>
                  <a:pt x="725142" y="137655"/>
                </a:lnTo>
                <a:lnTo>
                  <a:pt x="725142" y="139432"/>
                </a:lnTo>
                <a:lnTo>
                  <a:pt x="724142" y="139432"/>
                </a:lnTo>
                <a:close/>
                <a:moveTo>
                  <a:pt x="737636" y="138544"/>
                </a:moveTo>
                <a:lnTo>
                  <a:pt x="738136" y="138544"/>
                </a:lnTo>
                <a:lnTo>
                  <a:pt x="738136" y="139432"/>
                </a:lnTo>
                <a:lnTo>
                  <a:pt x="737636" y="139432"/>
                </a:lnTo>
                <a:close/>
                <a:moveTo>
                  <a:pt x="971024" y="138544"/>
                </a:moveTo>
                <a:lnTo>
                  <a:pt x="1000000" y="138544"/>
                </a:lnTo>
                <a:lnTo>
                  <a:pt x="1000000" y="139432"/>
                </a:lnTo>
                <a:lnTo>
                  <a:pt x="971024" y="139432"/>
                </a:lnTo>
                <a:close/>
                <a:moveTo>
                  <a:pt x="741134" y="138544"/>
                </a:moveTo>
                <a:lnTo>
                  <a:pt x="747131" y="138544"/>
                </a:lnTo>
                <a:lnTo>
                  <a:pt x="747131" y="139432"/>
                </a:lnTo>
                <a:lnTo>
                  <a:pt x="741134" y="139432"/>
                </a:lnTo>
                <a:close/>
                <a:moveTo>
                  <a:pt x="738635" y="139432"/>
                </a:moveTo>
                <a:lnTo>
                  <a:pt x="739135" y="139432"/>
                </a:lnTo>
                <a:lnTo>
                  <a:pt x="739135" y="140320"/>
                </a:lnTo>
                <a:lnTo>
                  <a:pt x="738635" y="140320"/>
                </a:lnTo>
                <a:close/>
                <a:moveTo>
                  <a:pt x="833590" y="139432"/>
                </a:moveTo>
                <a:lnTo>
                  <a:pt x="840587" y="139432"/>
                </a:lnTo>
                <a:lnTo>
                  <a:pt x="840587" y="140320"/>
                </a:lnTo>
                <a:lnTo>
                  <a:pt x="833590" y="140320"/>
                </a:lnTo>
                <a:close/>
                <a:moveTo>
                  <a:pt x="735637" y="139432"/>
                </a:moveTo>
                <a:lnTo>
                  <a:pt x="736137" y="139432"/>
                </a:lnTo>
                <a:lnTo>
                  <a:pt x="736137" y="140320"/>
                </a:lnTo>
                <a:lnTo>
                  <a:pt x="735637" y="140320"/>
                </a:lnTo>
                <a:close/>
                <a:moveTo>
                  <a:pt x="852581" y="139432"/>
                </a:moveTo>
                <a:lnTo>
                  <a:pt x="856079" y="139432"/>
                </a:lnTo>
                <a:lnTo>
                  <a:pt x="856079" y="140320"/>
                </a:lnTo>
                <a:lnTo>
                  <a:pt x="852581" y="140320"/>
                </a:lnTo>
                <a:close/>
                <a:moveTo>
                  <a:pt x="829592" y="139432"/>
                </a:moveTo>
                <a:lnTo>
                  <a:pt x="831591" y="139432"/>
                </a:lnTo>
                <a:lnTo>
                  <a:pt x="831591" y="140320"/>
                </a:lnTo>
                <a:lnTo>
                  <a:pt x="829592" y="140320"/>
                </a:lnTo>
                <a:close/>
                <a:moveTo>
                  <a:pt x="741134" y="139432"/>
                </a:moveTo>
                <a:lnTo>
                  <a:pt x="744633" y="139432"/>
                </a:lnTo>
                <a:lnTo>
                  <a:pt x="744633" y="140320"/>
                </a:lnTo>
                <a:lnTo>
                  <a:pt x="741134" y="140320"/>
                </a:lnTo>
                <a:close/>
                <a:moveTo>
                  <a:pt x="774618" y="139432"/>
                </a:moveTo>
                <a:lnTo>
                  <a:pt x="775618" y="139432"/>
                </a:lnTo>
                <a:lnTo>
                  <a:pt x="775618" y="140320"/>
                </a:lnTo>
                <a:lnTo>
                  <a:pt x="774618" y="140320"/>
                </a:lnTo>
                <a:close/>
                <a:moveTo>
                  <a:pt x="759126" y="139432"/>
                </a:moveTo>
                <a:lnTo>
                  <a:pt x="760625" y="139432"/>
                </a:lnTo>
                <a:lnTo>
                  <a:pt x="760625" y="140320"/>
                </a:lnTo>
                <a:lnTo>
                  <a:pt x="759126" y="140320"/>
                </a:lnTo>
                <a:close/>
                <a:moveTo>
                  <a:pt x="934042" y="139432"/>
                </a:moveTo>
                <a:lnTo>
                  <a:pt x="1000000" y="139432"/>
                </a:lnTo>
                <a:lnTo>
                  <a:pt x="1000000" y="140320"/>
                </a:lnTo>
                <a:lnTo>
                  <a:pt x="934042" y="140320"/>
                </a:lnTo>
                <a:close/>
                <a:moveTo>
                  <a:pt x="867074" y="139432"/>
                </a:moveTo>
                <a:lnTo>
                  <a:pt x="929544" y="139432"/>
                </a:lnTo>
                <a:lnTo>
                  <a:pt x="929544" y="140320"/>
                </a:lnTo>
                <a:lnTo>
                  <a:pt x="867074" y="140320"/>
                </a:lnTo>
                <a:close/>
                <a:moveTo>
                  <a:pt x="850582" y="139432"/>
                </a:moveTo>
                <a:lnTo>
                  <a:pt x="851081" y="139432"/>
                </a:lnTo>
                <a:lnTo>
                  <a:pt x="851081" y="140320"/>
                </a:lnTo>
                <a:lnTo>
                  <a:pt x="850582" y="140320"/>
                </a:lnTo>
                <a:close/>
                <a:moveTo>
                  <a:pt x="745132" y="139432"/>
                </a:moveTo>
                <a:lnTo>
                  <a:pt x="747131" y="139432"/>
                </a:lnTo>
                <a:lnTo>
                  <a:pt x="747131" y="140320"/>
                </a:lnTo>
                <a:lnTo>
                  <a:pt x="745132" y="140320"/>
                </a:lnTo>
                <a:close/>
                <a:moveTo>
                  <a:pt x="858578" y="139432"/>
                </a:moveTo>
                <a:lnTo>
                  <a:pt x="864075" y="139432"/>
                </a:lnTo>
                <a:lnTo>
                  <a:pt x="864075" y="140320"/>
                </a:lnTo>
                <a:lnTo>
                  <a:pt x="858578" y="140320"/>
                </a:lnTo>
                <a:close/>
                <a:moveTo>
                  <a:pt x="780615" y="139432"/>
                </a:moveTo>
                <a:lnTo>
                  <a:pt x="794609" y="139432"/>
                </a:lnTo>
                <a:lnTo>
                  <a:pt x="794609" y="140320"/>
                </a:lnTo>
                <a:lnTo>
                  <a:pt x="780615" y="140320"/>
                </a:lnTo>
                <a:close/>
                <a:moveTo>
                  <a:pt x="767122" y="137655"/>
                </a:moveTo>
                <a:lnTo>
                  <a:pt x="770620" y="137655"/>
                </a:lnTo>
                <a:lnTo>
                  <a:pt x="770620" y="140320"/>
                </a:lnTo>
                <a:lnTo>
                  <a:pt x="767122" y="140320"/>
                </a:lnTo>
                <a:close/>
                <a:moveTo>
                  <a:pt x="844085" y="139432"/>
                </a:moveTo>
                <a:lnTo>
                  <a:pt x="847583" y="139432"/>
                </a:lnTo>
                <a:lnTo>
                  <a:pt x="847583" y="140320"/>
                </a:lnTo>
                <a:lnTo>
                  <a:pt x="844085" y="140320"/>
                </a:lnTo>
                <a:close/>
                <a:moveTo>
                  <a:pt x="765123" y="139432"/>
                </a:moveTo>
                <a:lnTo>
                  <a:pt x="765623" y="139432"/>
                </a:lnTo>
                <a:lnTo>
                  <a:pt x="765623" y="140320"/>
                </a:lnTo>
                <a:lnTo>
                  <a:pt x="765123" y="140320"/>
                </a:lnTo>
                <a:close/>
                <a:moveTo>
                  <a:pt x="728640" y="139432"/>
                </a:moveTo>
                <a:lnTo>
                  <a:pt x="734138" y="139432"/>
                </a:lnTo>
                <a:lnTo>
                  <a:pt x="734138" y="140320"/>
                </a:lnTo>
                <a:lnTo>
                  <a:pt x="728640" y="140320"/>
                </a:lnTo>
                <a:close/>
                <a:moveTo>
                  <a:pt x="750130" y="138544"/>
                </a:moveTo>
                <a:lnTo>
                  <a:pt x="750630" y="138544"/>
                </a:lnTo>
                <a:lnTo>
                  <a:pt x="750630" y="140320"/>
                </a:lnTo>
                <a:lnTo>
                  <a:pt x="750130" y="140320"/>
                </a:lnTo>
                <a:close/>
                <a:moveTo>
                  <a:pt x="761624" y="139432"/>
                </a:moveTo>
                <a:lnTo>
                  <a:pt x="763623" y="139432"/>
                </a:lnTo>
                <a:lnTo>
                  <a:pt x="763623" y="140320"/>
                </a:lnTo>
                <a:lnTo>
                  <a:pt x="761624" y="140320"/>
                </a:lnTo>
                <a:close/>
                <a:moveTo>
                  <a:pt x="754128" y="139432"/>
                </a:moveTo>
                <a:lnTo>
                  <a:pt x="757127" y="139432"/>
                </a:lnTo>
                <a:lnTo>
                  <a:pt x="757127" y="140320"/>
                </a:lnTo>
                <a:lnTo>
                  <a:pt x="754128" y="140320"/>
                </a:lnTo>
                <a:close/>
                <a:moveTo>
                  <a:pt x="729140" y="140320"/>
                </a:moveTo>
                <a:lnTo>
                  <a:pt x="736137" y="140320"/>
                </a:lnTo>
                <a:lnTo>
                  <a:pt x="736137" y="141208"/>
                </a:lnTo>
                <a:lnTo>
                  <a:pt x="729140" y="141208"/>
                </a:lnTo>
                <a:close/>
                <a:moveTo>
                  <a:pt x="762124" y="140320"/>
                </a:moveTo>
                <a:lnTo>
                  <a:pt x="763623" y="140320"/>
                </a:lnTo>
                <a:lnTo>
                  <a:pt x="763623" y="141208"/>
                </a:lnTo>
                <a:lnTo>
                  <a:pt x="762124" y="141208"/>
                </a:lnTo>
                <a:close/>
                <a:moveTo>
                  <a:pt x="758626" y="140320"/>
                </a:moveTo>
                <a:lnTo>
                  <a:pt x="760125" y="140320"/>
                </a:lnTo>
                <a:lnTo>
                  <a:pt x="760125" y="141208"/>
                </a:lnTo>
                <a:lnTo>
                  <a:pt x="758626" y="141208"/>
                </a:lnTo>
                <a:close/>
                <a:moveTo>
                  <a:pt x="844085" y="140320"/>
                </a:moveTo>
                <a:lnTo>
                  <a:pt x="846584" y="140320"/>
                </a:lnTo>
                <a:lnTo>
                  <a:pt x="846584" y="141208"/>
                </a:lnTo>
                <a:lnTo>
                  <a:pt x="844085" y="141208"/>
                </a:lnTo>
                <a:close/>
                <a:moveTo>
                  <a:pt x="765123" y="140320"/>
                </a:moveTo>
                <a:lnTo>
                  <a:pt x="766122" y="140320"/>
                </a:lnTo>
                <a:lnTo>
                  <a:pt x="766122" y="141208"/>
                </a:lnTo>
                <a:lnTo>
                  <a:pt x="765123" y="141208"/>
                </a:lnTo>
                <a:close/>
                <a:moveTo>
                  <a:pt x="690159" y="139432"/>
                </a:moveTo>
                <a:lnTo>
                  <a:pt x="720644" y="139432"/>
                </a:lnTo>
                <a:lnTo>
                  <a:pt x="720644" y="141208"/>
                </a:lnTo>
                <a:lnTo>
                  <a:pt x="690159" y="141208"/>
                </a:lnTo>
                <a:close/>
                <a:moveTo>
                  <a:pt x="868073" y="140320"/>
                </a:moveTo>
                <a:lnTo>
                  <a:pt x="1000000" y="140320"/>
                </a:lnTo>
                <a:lnTo>
                  <a:pt x="1000000" y="141208"/>
                </a:lnTo>
                <a:lnTo>
                  <a:pt x="868073" y="141208"/>
                </a:lnTo>
                <a:close/>
                <a:moveTo>
                  <a:pt x="754128" y="140320"/>
                </a:moveTo>
                <a:lnTo>
                  <a:pt x="757626" y="140320"/>
                </a:lnTo>
                <a:lnTo>
                  <a:pt x="757626" y="141208"/>
                </a:lnTo>
                <a:lnTo>
                  <a:pt x="754128" y="141208"/>
                </a:lnTo>
                <a:close/>
                <a:moveTo>
                  <a:pt x="767122" y="140320"/>
                </a:moveTo>
                <a:lnTo>
                  <a:pt x="770120" y="140320"/>
                </a:lnTo>
                <a:lnTo>
                  <a:pt x="770120" y="141208"/>
                </a:lnTo>
                <a:lnTo>
                  <a:pt x="767122" y="141208"/>
                </a:lnTo>
                <a:close/>
                <a:moveTo>
                  <a:pt x="752129" y="140320"/>
                </a:moveTo>
                <a:lnTo>
                  <a:pt x="752629" y="140320"/>
                </a:lnTo>
                <a:lnTo>
                  <a:pt x="752629" y="141208"/>
                </a:lnTo>
                <a:lnTo>
                  <a:pt x="752129" y="141208"/>
                </a:lnTo>
                <a:close/>
                <a:moveTo>
                  <a:pt x="860577" y="140320"/>
                </a:moveTo>
                <a:lnTo>
                  <a:pt x="863076" y="140320"/>
                </a:lnTo>
                <a:lnTo>
                  <a:pt x="863076" y="141208"/>
                </a:lnTo>
                <a:lnTo>
                  <a:pt x="860577" y="141208"/>
                </a:lnTo>
                <a:close/>
                <a:moveTo>
                  <a:pt x="853081" y="140320"/>
                </a:moveTo>
                <a:lnTo>
                  <a:pt x="855080" y="140320"/>
                </a:lnTo>
                <a:lnTo>
                  <a:pt x="855080" y="141208"/>
                </a:lnTo>
                <a:lnTo>
                  <a:pt x="853081" y="141208"/>
                </a:lnTo>
                <a:close/>
                <a:moveTo>
                  <a:pt x="745632" y="140320"/>
                </a:moveTo>
                <a:lnTo>
                  <a:pt x="747631" y="140320"/>
                </a:lnTo>
                <a:lnTo>
                  <a:pt x="747631" y="141208"/>
                </a:lnTo>
                <a:lnTo>
                  <a:pt x="745632" y="141208"/>
                </a:lnTo>
                <a:close/>
                <a:moveTo>
                  <a:pt x="753628" y="141208"/>
                </a:moveTo>
                <a:lnTo>
                  <a:pt x="758126" y="141208"/>
                </a:lnTo>
                <a:lnTo>
                  <a:pt x="758126" y="142096"/>
                </a:lnTo>
                <a:lnTo>
                  <a:pt x="753628" y="142096"/>
                </a:lnTo>
                <a:close/>
                <a:moveTo>
                  <a:pt x="844585" y="141208"/>
                </a:moveTo>
                <a:lnTo>
                  <a:pt x="846584" y="141208"/>
                </a:lnTo>
                <a:lnTo>
                  <a:pt x="846584" y="142096"/>
                </a:lnTo>
                <a:lnTo>
                  <a:pt x="844585" y="142096"/>
                </a:lnTo>
                <a:close/>
                <a:moveTo>
                  <a:pt x="729140" y="141208"/>
                </a:moveTo>
                <a:lnTo>
                  <a:pt x="736636" y="141208"/>
                </a:lnTo>
                <a:lnTo>
                  <a:pt x="736636" y="142096"/>
                </a:lnTo>
                <a:lnTo>
                  <a:pt x="729140" y="142096"/>
                </a:lnTo>
                <a:close/>
                <a:moveTo>
                  <a:pt x="861077" y="141208"/>
                </a:moveTo>
                <a:lnTo>
                  <a:pt x="863076" y="141208"/>
                </a:lnTo>
                <a:lnTo>
                  <a:pt x="863076" y="142096"/>
                </a:lnTo>
                <a:lnTo>
                  <a:pt x="861077" y="142096"/>
                </a:lnTo>
                <a:close/>
                <a:moveTo>
                  <a:pt x="690159" y="141208"/>
                </a:moveTo>
                <a:lnTo>
                  <a:pt x="721144" y="141208"/>
                </a:lnTo>
                <a:lnTo>
                  <a:pt x="721144" y="142096"/>
                </a:lnTo>
                <a:lnTo>
                  <a:pt x="690159" y="142096"/>
                </a:lnTo>
                <a:close/>
                <a:moveTo>
                  <a:pt x="834090" y="140320"/>
                </a:moveTo>
                <a:lnTo>
                  <a:pt x="839587" y="140320"/>
                </a:lnTo>
                <a:lnTo>
                  <a:pt x="839587" y="142096"/>
                </a:lnTo>
                <a:lnTo>
                  <a:pt x="834090" y="142096"/>
                </a:lnTo>
                <a:close/>
                <a:moveTo>
                  <a:pt x="746132" y="141208"/>
                </a:moveTo>
                <a:lnTo>
                  <a:pt x="747131" y="141208"/>
                </a:lnTo>
                <a:lnTo>
                  <a:pt x="747131" y="142096"/>
                </a:lnTo>
                <a:lnTo>
                  <a:pt x="746132" y="142096"/>
                </a:lnTo>
                <a:close/>
                <a:moveTo>
                  <a:pt x="752129" y="141208"/>
                </a:moveTo>
                <a:lnTo>
                  <a:pt x="753129" y="141208"/>
                </a:lnTo>
                <a:lnTo>
                  <a:pt x="753129" y="142096"/>
                </a:lnTo>
                <a:lnTo>
                  <a:pt x="752129" y="142096"/>
                </a:lnTo>
                <a:close/>
                <a:moveTo>
                  <a:pt x="765123" y="141208"/>
                </a:moveTo>
                <a:lnTo>
                  <a:pt x="770120" y="141208"/>
                </a:lnTo>
                <a:lnTo>
                  <a:pt x="770120" y="142096"/>
                </a:lnTo>
                <a:lnTo>
                  <a:pt x="765123" y="142096"/>
                </a:lnTo>
                <a:close/>
                <a:moveTo>
                  <a:pt x="690159" y="142096"/>
                </a:moveTo>
                <a:lnTo>
                  <a:pt x="724642" y="142096"/>
                </a:lnTo>
                <a:lnTo>
                  <a:pt x="724642" y="142984"/>
                </a:lnTo>
                <a:lnTo>
                  <a:pt x="690159" y="142984"/>
                </a:lnTo>
                <a:close/>
                <a:moveTo>
                  <a:pt x="861077" y="142096"/>
                </a:moveTo>
                <a:lnTo>
                  <a:pt x="862576" y="142096"/>
                </a:lnTo>
                <a:lnTo>
                  <a:pt x="862576" y="142984"/>
                </a:lnTo>
                <a:lnTo>
                  <a:pt x="861077" y="142984"/>
                </a:lnTo>
                <a:close/>
                <a:moveTo>
                  <a:pt x="834090" y="142096"/>
                </a:moveTo>
                <a:lnTo>
                  <a:pt x="839087" y="142096"/>
                </a:lnTo>
                <a:lnTo>
                  <a:pt x="839087" y="142984"/>
                </a:lnTo>
                <a:lnTo>
                  <a:pt x="834090" y="142984"/>
                </a:lnTo>
                <a:close/>
                <a:moveTo>
                  <a:pt x="868573" y="141208"/>
                </a:moveTo>
                <a:lnTo>
                  <a:pt x="1000000" y="141208"/>
                </a:lnTo>
                <a:lnTo>
                  <a:pt x="1000000" y="142984"/>
                </a:lnTo>
                <a:lnTo>
                  <a:pt x="868573" y="142984"/>
                </a:lnTo>
                <a:close/>
                <a:moveTo>
                  <a:pt x="766622" y="142096"/>
                </a:moveTo>
                <a:lnTo>
                  <a:pt x="770120" y="142096"/>
                </a:lnTo>
                <a:lnTo>
                  <a:pt x="770120" y="142984"/>
                </a:lnTo>
                <a:lnTo>
                  <a:pt x="766622" y="142984"/>
                </a:lnTo>
                <a:close/>
                <a:moveTo>
                  <a:pt x="728640" y="142096"/>
                </a:moveTo>
                <a:lnTo>
                  <a:pt x="735137" y="142096"/>
                </a:lnTo>
                <a:lnTo>
                  <a:pt x="735137" y="142984"/>
                </a:lnTo>
                <a:lnTo>
                  <a:pt x="728640" y="142984"/>
                </a:lnTo>
                <a:close/>
                <a:moveTo>
                  <a:pt x="753129" y="142096"/>
                </a:moveTo>
                <a:lnTo>
                  <a:pt x="758126" y="142096"/>
                </a:lnTo>
                <a:lnTo>
                  <a:pt x="758126" y="142984"/>
                </a:lnTo>
                <a:lnTo>
                  <a:pt x="753129" y="142984"/>
                </a:lnTo>
                <a:close/>
                <a:moveTo>
                  <a:pt x="745632" y="142096"/>
                </a:moveTo>
                <a:lnTo>
                  <a:pt x="747131" y="142096"/>
                </a:lnTo>
                <a:lnTo>
                  <a:pt x="747131" y="142984"/>
                </a:lnTo>
                <a:lnTo>
                  <a:pt x="745632" y="142984"/>
                </a:lnTo>
                <a:close/>
                <a:moveTo>
                  <a:pt x="844585" y="142096"/>
                </a:moveTo>
                <a:lnTo>
                  <a:pt x="846084" y="142096"/>
                </a:lnTo>
                <a:lnTo>
                  <a:pt x="846084" y="142984"/>
                </a:lnTo>
                <a:lnTo>
                  <a:pt x="844585" y="142984"/>
                </a:lnTo>
                <a:close/>
                <a:moveTo>
                  <a:pt x="740634" y="140320"/>
                </a:moveTo>
                <a:lnTo>
                  <a:pt x="744133" y="140320"/>
                </a:lnTo>
                <a:lnTo>
                  <a:pt x="744133" y="142984"/>
                </a:lnTo>
                <a:lnTo>
                  <a:pt x="740634" y="142984"/>
                </a:lnTo>
                <a:close/>
                <a:moveTo>
                  <a:pt x="753628" y="142984"/>
                </a:moveTo>
                <a:lnTo>
                  <a:pt x="758126" y="142984"/>
                </a:lnTo>
                <a:lnTo>
                  <a:pt x="758126" y="143872"/>
                </a:lnTo>
                <a:lnTo>
                  <a:pt x="753628" y="143872"/>
                </a:lnTo>
                <a:close/>
                <a:moveTo>
                  <a:pt x="771620" y="142984"/>
                </a:moveTo>
                <a:lnTo>
                  <a:pt x="772619" y="142984"/>
                </a:lnTo>
                <a:lnTo>
                  <a:pt x="772619" y="143872"/>
                </a:lnTo>
                <a:lnTo>
                  <a:pt x="771620" y="143872"/>
                </a:lnTo>
                <a:close/>
                <a:moveTo>
                  <a:pt x="860577" y="142984"/>
                </a:moveTo>
                <a:lnTo>
                  <a:pt x="862576" y="142984"/>
                </a:lnTo>
                <a:lnTo>
                  <a:pt x="862576" y="143872"/>
                </a:lnTo>
                <a:lnTo>
                  <a:pt x="860577" y="143872"/>
                </a:lnTo>
                <a:close/>
                <a:moveTo>
                  <a:pt x="737136" y="142096"/>
                </a:moveTo>
                <a:lnTo>
                  <a:pt x="738635" y="142096"/>
                </a:lnTo>
                <a:lnTo>
                  <a:pt x="738635" y="143872"/>
                </a:lnTo>
                <a:lnTo>
                  <a:pt x="737136" y="143872"/>
                </a:lnTo>
                <a:close/>
                <a:moveTo>
                  <a:pt x="774118" y="142984"/>
                </a:moveTo>
                <a:lnTo>
                  <a:pt x="775118" y="142984"/>
                </a:lnTo>
                <a:lnTo>
                  <a:pt x="775118" y="143872"/>
                </a:lnTo>
                <a:lnTo>
                  <a:pt x="774118" y="143872"/>
                </a:lnTo>
                <a:close/>
                <a:moveTo>
                  <a:pt x="842086" y="142984"/>
                </a:moveTo>
                <a:lnTo>
                  <a:pt x="843085" y="142984"/>
                </a:lnTo>
                <a:lnTo>
                  <a:pt x="843085" y="143872"/>
                </a:lnTo>
                <a:lnTo>
                  <a:pt x="842086" y="143872"/>
                </a:lnTo>
                <a:close/>
                <a:moveTo>
                  <a:pt x="767122" y="142984"/>
                </a:moveTo>
                <a:lnTo>
                  <a:pt x="770120" y="142984"/>
                </a:lnTo>
                <a:lnTo>
                  <a:pt x="770120" y="143872"/>
                </a:lnTo>
                <a:lnTo>
                  <a:pt x="767122" y="143872"/>
                </a:lnTo>
                <a:close/>
                <a:moveTo>
                  <a:pt x="865075" y="142984"/>
                </a:moveTo>
                <a:lnTo>
                  <a:pt x="866074" y="142984"/>
                </a:lnTo>
                <a:lnTo>
                  <a:pt x="866074" y="143872"/>
                </a:lnTo>
                <a:lnTo>
                  <a:pt x="865075" y="143872"/>
                </a:lnTo>
                <a:close/>
                <a:moveTo>
                  <a:pt x="853081" y="141208"/>
                </a:moveTo>
                <a:lnTo>
                  <a:pt x="854580" y="141208"/>
                </a:lnTo>
                <a:lnTo>
                  <a:pt x="854580" y="143872"/>
                </a:lnTo>
                <a:lnTo>
                  <a:pt x="853081" y="143872"/>
                </a:lnTo>
                <a:close/>
                <a:moveTo>
                  <a:pt x="844085" y="142984"/>
                </a:moveTo>
                <a:lnTo>
                  <a:pt x="845584" y="142984"/>
                </a:lnTo>
                <a:lnTo>
                  <a:pt x="845584" y="143872"/>
                </a:lnTo>
                <a:lnTo>
                  <a:pt x="844085" y="143872"/>
                </a:lnTo>
                <a:close/>
                <a:moveTo>
                  <a:pt x="849082" y="142984"/>
                </a:moveTo>
                <a:lnTo>
                  <a:pt x="850082" y="142984"/>
                </a:lnTo>
                <a:lnTo>
                  <a:pt x="850082" y="143872"/>
                </a:lnTo>
                <a:lnTo>
                  <a:pt x="849082" y="143872"/>
                </a:lnTo>
                <a:close/>
                <a:moveTo>
                  <a:pt x="776617" y="142096"/>
                </a:moveTo>
                <a:lnTo>
                  <a:pt x="779116" y="142096"/>
                </a:lnTo>
                <a:lnTo>
                  <a:pt x="779116" y="143872"/>
                </a:lnTo>
                <a:lnTo>
                  <a:pt x="776617" y="143872"/>
                </a:lnTo>
                <a:close/>
                <a:moveTo>
                  <a:pt x="690159" y="142984"/>
                </a:moveTo>
                <a:lnTo>
                  <a:pt x="734637" y="142984"/>
                </a:lnTo>
                <a:lnTo>
                  <a:pt x="734637" y="143872"/>
                </a:lnTo>
                <a:lnTo>
                  <a:pt x="690159" y="143872"/>
                </a:lnTo>
                <a:close/>
                <a:moveTo>
                  <a:pt x="860077" y="143872"/>
                </a:moveTo>
                <a:lnTo>
                  <a:pt x="862076" y="143872"/>
                </a:lnTo>
                <a:lnTo>
                  <a:pt x="862076" y="144760"/>
                </a:lnTo>
                <a:lnTo>
                  <a:pt x="860077" y="144760"/>
                </a:lnTo>
                <a:close/>
                <a:moveTo>
                  <a:pt x="725642" y="143872"/>
                </a:moveTo>
                <a:lnTo>
                  <a:pt x="734138" y="143872"/>
                </a:lnTo>
                <a:lnTo>
                  <a:pt x="734138" y="144760"/>
                </a:lnTo>
                <a:lnTo>
                  <a:pt x="725642" y="144760"/>
                </a:lnTo>
                <a:close/>
                <a:moveTo>
                  <a:pt x="777117" y="143872"/>
                </a:moveTo>
                <a:lnTo>
                  <a:pt x="779116" y="143872"/>
                </a:lnTo>
                <a:lnTo>
                  <a:pt x="779116" y="144760"/>
                </a:lnTo>
                <a:lnTo>
                  <a:pt x="777117" y="144760"/>
                </a:lnTo>
                <a:close/>
                <a:moveTo>
                  <a:pt x="753628" y="143872"/>
                </a:moveTo>
                <a:lnTo>
                  <a:pt x="758626" y="143872"/>
                </a:lnTo>
                <a:lnTo>
                  <a:pt x="758626" y="144760"/>
                </a:lnTo>
                <a:lnTo>
                  <a:pt x="753628" y="144760"/>
                </a:lnTo>
                <a:close/>
                <a:moveTo>
                  <a:pt x="690159" y="143872"/>
                </a:moveTo>
                <a:lnTo>
                  <a:pt x="722143" y="143872"/>
                </a:lnTo>
                <a:lnTo>
                  <a:pt x="722143" y="144760"/>
                </a:lnTo>
                <a:lnTo>
                  <a:pt x="690159" y="144760"/>
                </a:lnTo>
                <a:close/>
                <a:moveTo>
                  <a:pt x="771120" y="143872"/>
                </a:moveTo>
                <a:lnTo>
                  <a:pt x="772119" y="143872"/>
                </a:lnTo>
                <a:lnTo>
                  <a:pt x="772119" y="144760"/>
                </a:lnTo>
                <a:lnTo>
                  <a:pt x="771120" y="144760"/>
                </a:lnTo>
                <a:close/>
                <a:moveTo>
                  <a:pt x="740135" y="142984"/>
                </a:moveTo>
                <a:lnTo>
                  <a:pt x="747131" y="142984"/>
                </a:lnTo>
                <a:lnTo>
                  <a:pt x="747131" y="144760"/>
                </a:lnTo>
                <a:lnTo>
                  <a:pt x="740135" y="144760"/>
                </a:lnTo>
                <a:close/>
                <a:moveTo>
                  <a:pt x="766622" y="143872"/>
                </a:moveTo>
                <a:lnTo>
                  <a:pt x="770620" y="143872"/>
                </a:lnTo>
                <a:lnTo>
                  <a:pt x="770620" y="144760"/>
                </a:lnTo>
                <a:lnTo>
                  <a:pt x="766622" y="144760"/>
                </a:lnTo>
                <a:close/>
                <a:moveTo>
                  <a:pt x="853081" y="143872"/>
                </a:moveTo>
                <a:lnTo>
                  <a:pt x="855080" y="143872"/>
                </a:lnTo>
                <a:lnTo>
                  <a:pt x="855080" y="144760"/>
                </a:lnTo>
                <a:lnTo>
                  <a:pt x="853081" y="144760"/>
                </a:lnTo>
                <a:close/>
                <a:moveTo>
                  <a:pt x="727641" y="144760"/>
                </a:moveTo>
                <a:lnTo>
                  <a:pt x="733638" y="144760"/>
                </a:lnTo>
                <a:lnTo>
                  <a:pt x="733638" y="145648"/>
                </a:lnTo>
                <a:lnTo>
                  <a:pt x="727641" y="145648"/>
                </a:lnTo>
                <a:close/>
                <a:moveTo>
                  <a:pt x="761125" y="144760"/>
                </a:moveTo>
                <a:lnTo>
                  <a:pt x="762624" y="144760"/>
                </a:lnTo>
                <a:lnTo>
                  <a:pt x="762624" y="145648"/>
                </a:lnTo>
                <a:lnTo>
                  <a:pt x="761125" y="145648"/>
                </a:lnTo>
                <a:close/>
                <a:moveTo>
                  <a:pt x="778616" y="144760"/>
                </a:moveTo>
                <a:lnTo>
                  <a:pt x="779116" y="144760"/>
                </a:lnTo>
                <a:lnTo>
                  <a:pt x="779116" y="145648"/>
                </a:lnTo>
                <a:lnTo>
                  <a:pt x="778616" y="145648"/>
                </a:lnTo>
                <a:close/>
                <a:moveTo>
                  <a:pt x="869073" y="142984"/>
                </a:moveTo>
                <a:lnTo>
                  <a:pt x="1000000" y="142984"/>
                </a:lnTo>
                <a:lnTo>
                  <a:pt x="1000000" y="145648"/>
                </a:lnTo>
                <a:lnTo>
                  <a:pt x="869073" y="145648"/>
                </a:lnTo>
                <a:close/>
                <a:moveTo>
                  <a:pt x="775118" y="143872"/>
                </a:moveTo>
                <a:lnTo>
                  <a:pt x="775618" y="143872"/>
                </a:lnTo>
                <a:lnTo>
                  <a:pt x="775618" y="145648"/>
                </a:lnTo>
                <a:lnTo>
                  <a:pt x="775118" y="145648"/>
                </a:lnTo>
                <a:close/>
                <a:moveTo>
                  <a:pt x="753628" y="144760"/>
                </a:moveTo>
                <a:lnTo>
                  <a:pt x="759126" y="144760"/>
                </a:lnTo>
                <a:lnTo>
                  <a:pt x="759126" y="145648"/>
                </a:lnTo>
                <a:lnTo>
                  <a:pt x="753628" y="145648"/>
                </a:lnTo>
                <a:close/>
                <a:moveTo>
                  <a:pt x="766122" y="144760"/>
                </a:moveTo>
                <a:lnTo>
                  <a:pt x="770620" y="144760"/>
                </a:lnTo>
                <a:lnTo>
                  <a:pt x="770620" y="145648"/>
                </a:lnTo>
                <a:lnTo>
                  <a:pt x="766122" y="145648"/>
                </a:lnTo>
                <a:close/>
                <a:moveTo>
                  <a:pt x="781115" y="140320"/>
                </a:moveTo>
                <a:lnTo>
                  <a:pt x="794609" y="140320"/>
                </a:lnTo>
                <a:lnTo>
                  <a:pt x="794609" y="145648"/>
                </a:lnTo>
                <a:lnTo>
                  <a:pt x="781115" y="145648"/>
                </a:lnTo>
                <a:close/>
                <a:moveTo>
                  <a:pt x="764123" y="144760"/>
                </a:moveTo>
                <a:lnTo>
                  <a:pt x="765123" y="144760"/>
                </a:lnTo>
                <a:lnTo>
                  <a:pt x="765123" y="145648"/>
                </a:lnTo>
                <a:lnTo>
                  <a:pt x="764123" y="145648"/>
                </a:lnTo>
                <a:close/>
                <a:moveTo>
                  <a:pt x="736137" y="144760"/>
                </a:moveTo>
                <a:lnTo>
                  <a:pt x="736636" y="144760"/>
                </a:lnTo>
                <a:lnTo>
                  <a:pt x="736636" y="145648"/>
                </a:lnTo>
                <a:lnTo>
                  <a:pt x="736137" y="145648"/>
                </a:lnTo>
                <a:close/>
                <a:moveTo>
                  <a:pt x="848583" y="143872"/>
                </a:moveTo>
                <a:lnTo>
                  <a:pt x="850582" y="143872"/>
                </a:lnTo>
                <a:lnTo>
                  <a:pt x="850582" y="145648"/>
                </a:lnTo>
                <a:lnTo>
                  <a:pt x="848583" y="145648"/>
                </a:lnTo>
                <a:close/>
                <a:moveTo>
                  <a:pt x="740135" y="144760"/>
                </a:moveTo>
                <a:lnTo>
                  <a:pt x="747631" y="144760"/>
                </a:lnTo>
                <a:lnTo>
                  <a:pt x="747631" y="145648"/>
                </a:lnTo>
                <a:lnTo>
                  <a:pt x="740135" y="145648"/>
                </a:lnTo>
                <a:close/>
                <a:moveTo>
                  <a:pt x="690159" y="144760"/>
                </a:moveTo>
                <a:lnTo>
                  <a:pt x="721644" y="144760"/>
                </a:lnTo>
                <a:lnTo>
                  <a:pt x="721644" y="146536"/>
                </a:lnTo>
                <a:lnTo>
                  <a:pt x="690159" y="146536"/>
                </a:lnTo>
                <a:close/>
                <a:moveTo>
                  <a:pt x="774618" y="145648"/>
                </a:moveTo>
                <a:lnTo>
                  <a:pt x="775118" y="145648"/>
                </a:lnTo>
                <a:lnTo>
                  <a:pt x="775118" y="146536"/>
                </a:lnTo>
                <a:lnTo>
                  <a:pt x="774618" y="146536"/>
                </a:lnTo>
                <a:close/>
                <a:moveTo>
                  <a:pt x="960529" y="145648"/>
                </a:moveTo>
                <a:lnTo>
                  <a:pt x="962528" y="145648"/>
                </a:lnTo>
                <a:lnTo>
                  <a:pt x="962528" y="146536"/>
                </a:lnTo>
                <a:lnTo>
                  <a:pt x="960529" y="146536"/>
                </a:lnTo>
                <a:close/>
                <a:moveTo>
                  <a:pt x="965027" y="145648"/>
                </a:moveTo>
                <a:lnTo>
                  <a:pt x="967026" y="145648"/>
                </a:lnTo>
                <a:lnTo>
                  <a:pt x="967026" y="146536"/>
                </a:lnTo>
                <a:lnTo>
                  <a:pt x="965027" y="146536"/>
                </a:lnTo>
                <a:close/>
                <a:moveTo>
                  <a:pt x="760625" y="145648"/>
                </a:moveTo>
                <a:lnTo>
                  <a:pt x="762624" y="145648"/>
                </a:lnTo>
                <a:lnTo>
                  <a:pt x="762624" y="146536"/>
                </a:lnTo>
                <a:lnTo>
                  <a:pt x="760625" y="146536"/>
                </a:lnTo>
                <a:close/>
                <a:moveTo>
                  <a:pt x="903057" y="145648"/>
                </a:moveTo>
                <a:lnTo>
                  <a:pt x="905056" y="145648"/>
                </a:lnTo>
                <a:lnTo>
                  <a:pt x="905056" y="146536"/>
                </a:lnTo>
                <a:lnTo>
                  <a:pt x="903057" y="146536"/>
                </a:lnTo>
                <a:close/>
                <a:moveTo>
                  <a:pt x="930543" y="145648"/>
                </a:moveTo>
                <a:lnTo>
                  <a:pt x="932542" y="145648"/>
                </a:lnTo>
                <a:lnTo>
                  <a:pt x="932542" y="146536"/>
                </a:lnTo>
                <a:lnTo>
                  <a:pt x="930543" y="146536"/>
                </a:lnTo>
                <a:close/>
                <a:moveTo>
                  <a:pt x="927545" y="145648"/>
                </a:moveTo>
                <a:lnTo>
                  <a:pt x="929044" y="145648"/>
                </a:lnTo>
                <a:lnTo>
                  <a:pt x="929044" y="146536"/>
                </a:lnTo>
                <a:lnTo>
                  <a:pt x="927545" y="146536"/>
                </a:lnTo>
                <a:close/>
                <a:moveTo>
                  <a:pt x="944537" y="145648"/>
                </a:moveTo>
                <a:lnTo>
                  <a:pt x="945036" y="145648"/>
                </a:lnTo>
                <a:lnTo>
                  <a:pt x="945036" y="146536"/>
                </a:lnTo>
                <a:lnTo>
                  <a:pt x="944537" y="146536"/>
                </a:lnTo>
                <a:close/>
                <a:moveTo>
                  <a:pt x="957530" y="145648"/>
                </a:moveTo>
                <a:lnTo>
                  <a:pt x="959030" y="145648"/>
                </a:lnTo>
                <a:lnTo>
                  <a:pt x="959030" y="146536"/>
                </a:lnTo>
                <a:lnTo>
                  <a:pt x="957530" y="146536"/>
                </a:lnTo>
                <a:close/>
                <a:moveTo>
                  <a:pt x="939539" y="145648"/>
                </a:moveTo>
                <a:lnTo>
                  <a:pt x="941038" y="145648"/>
                </a:lnTo>
                <a:lnTo>
                  <a:pt x="941038" y="146536"/>
                </a:lnTo>
                <a:lnTo>
                  <a:pt x="939539" y="146536"/>
                </a:lnTo>
                <a:close/>
                <a:moveTo>
                  <a:pt x="868573" y="145648"/>
                </a:moveTo>
                <a:lnTo>
                  <a:pt x="897559" y="145648"/>
                </a:lnTo>
                <a:lnTo>
                  <a:pt x="897559" y="146536"/>
                </a:lnTo>
                <a:lnTo>
                  <a:pt x="868573" y="146536"/>
                </a:lnTo>
                <a:close/>
                <a:moveTo>
                  <a:pt x="906055" y="145648"/>
                </a:moveTo>
                <a:lnTo>
                  <a:pt x="906555" y="145648"/>
                </a:lnTo>
                <a:lnTo>
                  <a:pt x="906555" y="146536"/>
                </a:lnTo>
                <a:lnTo>
                  <a:pt x="906055" y="146536"/>
                </a:lnTo>
                <a:close/>
                <a:moveTo>
                  <a:pt x="933542" y="145648"/>
                </a:moveTo>
                <a:lnTo>
                  <a:pt x="937040" y="145648"/>
                </a:lnTo>
                <a:lnTo>
                  <a:pt x="937040" y="146536"/>
                </a:lnTo>
                <a:lnTo>
                  <a:pt x="933542" y="146536"/>
                </a:lnTo>
                <a:close/>
                <a:moveTo>
                  <a:pt x="740634" y="145648"/>
                </a:moveTo>
                <a:lnTo>
                  <a:pt x="747131" y="145648"/>
                </a:lnTo>
                <a:lnTo>
                  <a:pt x="747131" y="146536"/>
                </a:lnTo>
                <a:lnTo>
                  <a:pt x="740634" y="146536"/>
                </a:lnTo>
                <a:close/>
                <a:moveTo>
                  <a:pt x="898559" y="145648"/>
                </a:moveTo>
                <a:lnTo>
                  <a:pt x="901557" y="145648"/>
                </a:lnTo>
                <a:lnTo>
                  <a:pt x="901557" y="146536"/>
                </a:lnTo>
                <a:lnTo>
                  <a:pt x="898559" y="146536"/>
                </a:lnTo>
                <a:close/>
                <a:moveTo>
                  <a:pt x="953033" y="145648"/>
                </a:moveTo>
                <a:lnTo>
                  <a:pt x="954032" y="145648"/>
                </a:lnTo>
                <a:lnTo>
                  <a:pt x="954032" y="146536"/>
                </a:lnTo>
                <a:lnTo>
                  <a:pt x="953033" y="146536"/>
                </a:lnTo>
                <a:close/>
                <a:moveTo>
                  <a:pt x="948535" y="145648"/>
                </a:moveTo>
                <a:lnTo>
                  <a:pt x="951034" y="145648"/>
                </a:lnTo>
                <a:lnTo>
                  <a:pt x="951034" y="146536"/>
                </a:lnTo>
                <a:lnTo>
                  <a:pt x="948535" y="146536"/>
                </a:lnTo>
                <a:close/>
                <a:moveTo>
                  <a:pt x="830092" y="140320"/>
                </a:moveTo>
                <a:lnTo>
                  <a:pt x="831591" y="140320"/>
                </a:lnTo>
                <a:lnTo>
                  <a:pt x="831591" y="146536"/>
                </a:lnTo>
                <a:lnTo>
                  <a:pt x="830092" y="146536"/>
                </a:lnTo>
                <a:close/>
                <a:moveTo>
                  <a:pt x="735637" y="145648"/>
                </a:moveTo>
                <a:lnTo>
                  <a:pt x="736636" y="145648"/>
                </a:lnTo>
                <a:lnTo>
                  <a:pt x="736636" y="146536"/>
                </a:lnTo>
                <a:lnTo>
                  <a:pt x="735637" y="146536"/>
                </a:lnTo>
                <a:close/>
                <a:moveTo>
                  <a:pt x="848083" y="145648"/>
                </a:moveTo>
                <a:lnTo>
                  <a:pt x="850582" y="145648"/>
                </a:lnTo>
                <a:lnTo>
                  <a:pt x="850582" y="146536"/>
                </a:lnTo>
                <a:lnTo>
                  <a:pt x="848083" y="146536"/>
                </a:lnTo>
                <a:close/>
                <a:moveTo>
                  <a:pt x="922047" y="145648"/>
                </a:moveTo>
                <a:lnTo>
                  <a:pt x="923547" y="145648"/>
                </a:lnTo>
                <a:lnTo>
                  <a:pt x="923547" y="146536"/>
                </a:lnTo>
                <a:lnTo>
                  <a:pt x="922047" y="146536"/>
                </a:lnTo>
                <a:close/>
                <a:moveTo>
                  <a:pt x="916550" y="145648"/>
                </a:moveTo>
                <a:lnTo>
                  <a:pt x="918549" y="145648"/>
                </a:lnTo>
                <a:lnTo>
                  <a:pt x="918549" y="146536"/>
                </a:lnTo>
                <a:lnTo>
                  <a:pt x="916550" y="146536"/>
                </a:lnTo>
                <a:close/>
                <a:moveTo>
                  <a:pt x="970024" y="145648"/>
                </a:moveTo>
                <a:lnTo>
                  <a:pt x="1000000" y="145648"/>
                </a:lnTo>
                <a:lnTo>
                  <a:pt x="1000000" y="146536"/>
                </a:lnTo>
                <a:lnTo>
                  <a:pt x="970024" y="146536"/>
                </a:lnTo>
                <a:close/>
                <a:moveTo>
                  <a:pt x="925046" y="145648"/>
                </a:moveTo>
                <a:lnTo>
                  <a:pt x="926545" y="145648"/>
                </a:lnTo>
                <a:lnTo>
                  <a:pt x="926545" y="146536"/>
                </a:lnTo>
                <a:lnTo>
                  <a:pt x="925046" y="146536"/>
                </a:lnTo>
                <a:close/>
                <a:moveTo>
                  <a:pt x="728140" y="145648"/>
                </a:moveTo>
                <a:lnTo>
                  <a:pt x="733138" y="145648"/>
                </a:lnTo>
                <a:lnTo>
                  <a:pt x="733138" y="146536"/>
                </a:lnTo>
                <a:lnTo>
                  <a:pt x="728140" y="146536"/>
                </a:lnTo>
                <a:close/>
                <a:moveTo>
                  <a:pt x="928045" y="146536"/>
                </a:moveTo>
                <a:lnTo>
                  <a:pt x="928544" y="146536"/>
                </a:lnTo>
                <a:lnTo>
                  <a:pt x="928544" y="147425"/>
                </a:lnTo>
                <a:lnTo>
                  <a:pt x="928045" y="147425"/>
                </a:lnTo>
                <a:close/>
                <a:moveTo>
                  <a:pt x="917550" y="146536"/>
                </a:moveTo>
                <a:lnTo>
                  <a:pt x="918549" y="146536"/>
                </a:lnTo>
                <a:lnTo>
                  <a:pt x="918549" y="147425"/>
                </a:lnTo>
                <a:lnTo>
                  <a:pt x="917550" y="147425"/>
                </a:lnTo>
                <a:close/>
                <a:moveTo>
                  <a:pt x="753628" y="145648"/>
                </a:moveTo>
                <a:lnTo>
                  <a:pt x="758626" y="145648"/>
                </a:lnTo>
                <a:lnTo>
                  <a:pt x="758626" y="147425"/>
                </a:lnTo>
                <a:lnTo>
                  <a:pt x="753628" y="147425"/>
                </a:lnTo>
                <a:close/>
                <a:moveTo>
                  <a:pt x="728140" y="146536"/>
                </a:moveTo>
                <a:lnTo>
                  <a:pt x="732638" y="146536"/>
                </a:lnTo>
                <a:lnTo>
                  <a:pt x="732638" y="147425"/>
                </a:lnTo>
                <a:lnTo>
                  <a:pt x="728140" y="147425"/>
                </a:lnTo>
                <a:close/>
                <a:moveTo>
                  <a:pt x="766622" y="145648"/>
                </a:moveTo>
                <a:lnTo>
                  <a:pt x="770620" y="145648"/>
                </a:lnTo>
                <a:lnTo>
                  <a:pt x="770620" y="147425"/>
                </a:lnTo>
                <a:lnTo>
                  <a:pt x="766622" y="147425"/>
                </a:lnTo>
                <a:close/>
                <a:moveTo>
                  <a:pt x="848583" y="146536"/>
                </a:moveTo>
                <a:lnTo>
                  <a:pt x="850582" y="146536"/>
                </a:lnTo>
                <a:lnTo>
                  <a:pt x="850582" y="147425"/>
                </a:lnTo>
                <a:lnTo>
                  <a:pt x="848583" y="147425"/>
                </a:lnTo>
                <a:close/>
                <a:moveTo>
                  <a:pt x="930543" y="146536"/>
                </a:moveTo>
                <a:lnTo>
                  <a:pt x="932043" y="146536"/>
                </a:lnTo>
                <a:lnTo>
                  <a:pt x="932043" y="147425"/>
                </a:lnTo>
                <a:lnTo>
                  <a:pt x="930543" y="147425"/>
                </a:lnTo>
                <a:close/>
                <a:moveTo>
                  <a:pt x="834090" y="142984"/>
                </a:moveTo>
                <a:lnTo>
                  <a:pt x="838587" y="142984"/>
                </a:lnTo>
                <a:lnTo>
                  <a:pt x="838587" y="147425"/>
                </a:lnTo>
                <a:lnTo>
                  <a:pt x="834090" y="147425"/>
                </a:lnTo>
                <a:close/>
                <a:moveTo>
                  <a:pt x="903057" y="146536"/>
                </a:moveTo>
                <a:lnTo>
                  <a:pt x="904556" y="146536"/>
                </a:lnTo>
                <a:lnTo>
                  <a:pt x="904556" y="147425"/>
                </a:lnTo>
                <a:lnTo>
                  <a:pt x="903057" y="147425"/>
                </a:lnTo>
                <a:close/>
                <a:moveTo>
                  <a:pt x="823095" y="139432"/>
                </a:moveTo>
                <a:lnTo>
                  <a:pt x="827593" y="139432"/>
                </a:lnTo>
                <a:lnTo>
                  <a:pt x="827593" y="147425"/>
                </a:lnTo>
                <a:lnTo>
                  <a:pt x="823095" y="147425"/>
                </a:lnTo>
                <a:close/>
                <a:moveTo>
                  <a:pt x="735137" y="146536"/>
                </a:moveTo>
                <a:lnTo>
                  <a:pt x="737636" y="146536"/>
                </a:lnTo>
                <a:lnTo>
                  <a:pt x="737636" y="147425"/>
                </a:lnTo>
                <a:lnTo>
                  <a:pt x="735137" y="147425"/>
                </a:lnTo>
                <a:close/>
                <a:moveTo>
                  <a:pt x="961528" y="146536"/>
                </a:moveTo>
                <a:lnTo>
                  <a:pt x="962028" y="146536"/>
                </a:lnTo>
                <a:lnTo>
                  <a:pt x="962028" y="147425"/>
                </a:lnTo>
                <a:lnTo>
                  <a:pt x="961528" y="147425"/>
                </a:lnTo>
                <a:close/>
                <a:moveTo>
                  <a:pt x="966026" y="146536"/>
                </a:moveTo>
                <a:lnTo>
                  <a:pt x="966526" y="146536"/>
                </a:lnTo>
                <a:lnTo>
                  <a:pt x="966526" y="147425"/>
                </a:lnTo>
                <a:lnTo>
                  <a:pt x="966026" y="147425"/>
                </a:lnTo>
                <a:close/>
                <a:moveTo>
                  <a:pt x="774118" y="146536"/>
                </a:moveTo>
                <a:lnTo>
                  <a:pt x="775118" y="146536"/>
                </a:lnTo>
                <a:lnTo>
                  <a:pt x="775118" y="147425"/>
                </a:lnTo>
                <a:lnTo>
                  <a:pt x="774118" y="147425"/>
                </a:lnTo>
                <a:close/>
                <a:moveTo>
                  <a:pt x="690159" y="146536"/>
                </a:moveTo>
                <a:lnTo>
                  <a:pt x="722143" y="146536"/>
                </a:lnTo>
                <a:lnTo>
                  <a:pt x="722143" y="147425"/>
                </a:lnTo>
                <a:lnTo>
                  <a:pt x="690159" y="147425"/>
                </a:lnTo>
                <a:close/>
                <a:moveTo>
                  <a:pt x="867074" y="146536"/>
                </a:moveTo>
                <a:lnTo>
                  <a:pt x="897059" y="146536"/>
                </a:lnTo>
                <a:lnTo>
                  <a:pt x="897059" y="147425"/>
                </a:lnTo>
                <a:lnTo>
                  <a:pt x="867074" y="147425"/>
                </a:lnTo>
                <a:close/>
                <a:moveTo>
                  <a:pt x="858578" y="144760"/>
                </a:moveTo>
                <a:lnTo>
                  <a:pt x="862076" y="144760"/>
                </a:lnTo>
                <a:lnTo>
                  <a:pt x="862076" y="147425"/>
                </a:lnTo>
                <a:lnTo>
                  <a:pt x="858578" y="147425"/>
                </a:lnTo>
                <a:close/>
                <a:moveTo>
                  <a:pt x="760625" y="146536"/>
                </a:moveTo>
                <a:lnTo>
                  <a:pt x="761624" y="146536"/>
                </a:lnTo>
                <a:lnTo>
                  <a:pt x="761624" y="147425"/>
                </a:lnTo>
                <a:lnTo>
                  <a:pt x="760625" y="147425"/>
                </a:lnTo>
                <a:close/>
                <a:moveTo>
                  <a:pt x="740634" y="146536"/>
                </a:moveTo>
                <a:lnTo>
                  <a:pt x="745132" y="146536"/>
                </a:lnTo>
                <a:lnTo>
                  <a:pt x="745132" y="147425"/>
                </a:lnTo>
                <a:lnTo>
                  <a:pt x="740634" y="147425"/>
                </a:lnTo>
                <a:close/>
                <a:moveTo>
                  <a:pt x="948535" y="146536"/>
                </a:moveTo>
                <a:lnTo>
                  <a:pt x="950534" y="146536"/>
                </a:lnTo>
                <a:lnTo>
                  <a:pt x="950534" y="147425"/>
                </a:lnTo>
                <a:lnTo>
                  <a:pt x="948535" y="147425"/>
                </a:lnTo>
                <a:close/>
                <a:moveTo>
                  <a:pt x="957530" y="146536"/>
                </a:moveTo>
                <a:lnTo>
                  <a:pt x="958030" y="146536"/>
                </a:lnTo>
                <a:lnTo>
                  <a:pt x="958030" y="147425"/>
                </a:lnTo>
                <a:lnTo>
                  <a:pt x="957530" y="147425"/>
                </a:lnTo>
                <a:close/>
                <a:moveTo>
                  <a:pt x="841586" y="143872"/>
                </a:moveTo>
                <a:lnTo>
                  <a:pt x="845584" y="143872"/>
                </a:lnTo>
                <a:lnTo>
                  <a:pt x="845584" y="147425"/>
                </a:lnTo>
                <a:lnTo>
                  <a:pt x="841586" y="147425"/>
                </a:lnTo>
                <a:close/>
                <a:moveTo>
                  <a:pt x="903556" y="147425"/>
                </a:moveTo>
                <a:lnTo>
                  <a:pt x="904556" y="147425"/>
                </a:lnTo>
                <a:lnTo>
                  <a:pt x="904556" y="148313"/>
                </a:lnTo>
                <a:lnTo>
                  <a:pt x="903556" y="148313"/>
                </a:lnTo>
                <a:close/>
                <a:moveTo>
                  <a:pt x="772119" y="147425"/>
                </a:moveTo>
                <a:lnTo>
                  <a:pt x="772619" y="147425"/>
                </a:lnTo>
                <a:lnTo>
                  <a:pt x="772619" y="148313"/>
                </a:lnTo>
                <a:lnTo>
                  <a:pt x="772119" y="148313"/>
                </a:lnTo>
                <a:close/>
                <a:moveTo>
                  <a:pt x="865575" y="147425"/>
                </a:moveTo>
                <a:lnTo>
                  <a:pt x="867074" y="147425"/>
                </a:lnTo>
                <a:lnTo>
                  <a:pt x="867074" y="148313"/>
                </a:lnTo>
                <a:lnTo>
                  <a:pt x="865575" y="148313"/>
                </a:lnTo>
                <a:close/>
                <a:moveTo>
                  <a:pt x="899058" y="146536"/>
                </a:moveTo>
                <a:lnTo>
                  <a:pt x="901557" y="146536"/>
                </a:lnTo>
                <a:lnTo>
                  <a:pt x="901557" y="148313"/>
                </a:lnTo>
                <a:lnTo>
                  <a:pt x="899058" y="148313"/>
                </a:lnTo>
                <a:close/>
                <a:moveTo>
                  <a:pt x="766122" y="147425"/>
                </a:moveTo>
                <a:lnTo>
                  <a:pt x="771620" y="147425"/>
                </a:lnTo>
                <a:lnTo>
                  <a:pt x="771620" y="148313"/>
                </a:lnTo>
                <a:lnTo>
                  <a:pt x="766122" y="148313"/>
                </a:lnTo>
                <a:close/>
                <a:moveTo>
                  <a:pt x="948535" y="147425"/>
                </a:moveTo>
                <a:lnTo>
                  <a:pt x="950034" y="147425"/>
                </a:lnTo>
                <a:lnTo>
                  <a:pt x="950034" y="148313"/>
                </a:lnTo>
                <a:lnTo>
                  <a:pt x="948535" y="148313"/>
                </a:lnTo>
                <a:close/>
                <a:moveTo>
                  <a:pt x="830591" y="146536"/>
                </a:moveTo>
                <a:lnTo>
                  <a:pt x="831591" y="146536"/>
                </a:lnTo>
                <a:lnTo>
                  <a:pt x="831591" y="148313"/>
                </a:lnTo>
                <a:lnTo>
                  <a:pt x="830591" y="148313"/>
                </a:lnTo>
                <a:close/>
                <a:moveTo>
                  <a:pt x="922047" y="146536"/>
                </a:moveTo>
                <a:lnTo>
                  <a:pt x="922547" y="146536"/>
                </a:lnTo>
                <a:lnTo>
                  <a:pt x="922547" y="148313"/>
                </a:lnTo>
                <a:lnTo>
                  <a:pt x="922047" y="148313"/>
                </a:lnTo>
                <a:close/>
                <a:moveTo>
                  <a:pt x="734637" y="147425"/>
                </a:moveTo>
                <a:lnTo>
                  <a:pt x="735637" y="147425"/>
                </a:lnTo>
                <a:lnTo>
                  <a:pt x="735637" y="148313"/>
                </a:lnTo>
                <a:lnTo>
                  <a:pt x="734637" y="148313"/>
                </a:lnTo>
                <a:close/>
                <a:moveTo>
                  <a:pt x="753628" y="147425"/>
                </a:moveTo>
                <a:lnTo>
                  <a:pt x="758126" y="147425"/>
                </a:lnTo>
                <a:lnTo>
                  <a:pt x="758126" y="148313"/>
                </a:lnTo>
                <a:lnTo>
                  <a:pt x="753628" y="148313"/>
                </a:lnTo>
                <a:close/>
                <a:moveTo>
                  <a:pt x="940539" y="146536"/>
                </a:moveTo>
                <a:lnTo>
                  <a:pt x="941038" y="146536"/>
                </a:lnTo>
                <a:lnTo>
                  <a:pt x="941038" y="148313"/>
                </a:lnTo>
                <a:lnTo>
                  <a:pt x="940539" y="148313"/>
                </a:lnTo>
                <a:close/>
                <a:moveTo>
                  <a:pt x="970524" y="146536"/>
                </a:moveTo>
                <a:lnTo>
                  <a:pt x="1000000" y="146536"/>
                </a:lnTo>
                <a:lnTo>
                  <a:pt x="1000000" y="148313"/>
                </a:lnTo>
                <a:lnTo>
                  <a:pt x="970524" y="148313"/>
                </a:lnTo>
                <a:close/>
                <a:moveTo>
                  <a:pt x="778616" y="147425"/>
                </a:moveTo>
                <a:lnTo>
                  <a:pt x="779116" y="147425"/>
                </a:lnTo>
                <a:lnTo>
                  <a:pt x="779116" y="148313"/>
                </a:lnTo>
                <a:lnTo>
                  <a:pt x="778616" y="148313"/>
                </a:lnTo>
                <a:close/>
                <a:moveTo>
                  <a:pt x="690159" y="147425"/>
                </a:moveTo>
                <a:lnTo>
                  <a:pt x="726641" y="147425"/>
                </a:lnTo>
                <a:lnTo>
                  <a:pt x="726641" y="148313"/>
                </a:lnTo>
                <a:lnTo>
                  <a:pt x="690159" y="148313"/>
                </a:lnTo>
                <a:close/>
                <a:moveTo>
                  <a:pt x="868573" y="147425"/>
                </a:moveTo>
                <a:lnTo>
                  <a:pt x="897059" y="147425"/>
                </a:lnTo>
                <a:lnTo>
                  <a:pt x="897059" y="148313"/>
                </a:lnTo>
                <a:lnTo>
                  <a:pt x="868573" y="148313"/>
                </a:lnTo>
                <a:close/>
                <a:moveTo>
                  <a:pt x="760125" y="147425"/>
                </a:moveTo>
                <a:lnTo>
                  <a:pt x="760625" y="147425"/>
                </a:lnTo>
                <a:lnTo>
                  <a:pt x="760625" y="148313"/>
                </a:lnTo>
                <a:lnTo>
                  <a:pt x="760125" y="148313"/>
                </a:lnTo>
                <a:close/>
                <a:moveTo>
                  <a:pt x="844085" y="147425"/>
                </a:moveTo>
                <a:lnTo>
                  <a:pt x="845584" y="147425"/>
                </a:lnTo>
                <a:lnTo>
                  <a:pt x="845584" y="148313"/>
                </a:lnTo>
                <a:lnTo>
                  <a:pt x="844085" y="148313"/>
                </a:lnTo>
                <a:close/>
                <a:moveTo>
                  <a:pt x="727641" y="147425"/>
                </a:moveTo>
                <a:lnTo>
                  <a:pt x="732638" y="147425"/>
                </a:lnTo>
                <a:lnTo>
                  <a:pt x="732638" y="148313"/>
                </a:lnTo>
                <a:lnTo>
                  <a:pt x="727641" y="148313"/>
                </a:lnTo>
                <a:close/>
                <a:moveTo>
                  <a:pt x="853081" y="144760"/>
                </a:moveTo>
                <a:lnTo>
                  <a:pt x="856079" y="144760"/>
                </a:lnTo>
                <a:lnTo>
                  <a:pt x="856079" y="148313"/>
                </a:lnTo>
                <a:lnTo>
                  <a:pt x="853081" y="148313"/>
                </a:lnTo>
                <a:close/>
                <a:moveTo>
                  <a:pt x="796108" y="133215"/>
                </a:moveTo>
                <a:lnTo>
                  <a:pt x="820596" y="133215"/>
                </a:lnTo>
                <a:lnTo>
                  <a:pt x="820596" y="148313"/>
                </a:lnTo>
                <a:lnTo>
                  <a:pt x="796108" y="148313"/>
                </a:lnTo>
                <a:close/>
                <a:moveTo>
                  <a:pt x="842586" y="147425"/>
                </a:moveTo>
                <a:lnTo>
                  <a:pt x="843085" y="147425"/>
                </a:lnTo>
                <a:lnTo>
                  <a:pt x="843085" y="148313"/>
                </a:lnTo>
                <a:lnTo>
                  <a:pt x="842586" y="148313"/>
                </a:lnTo>
                <a:close/>
                <a:moveTo>
                  <a:pt x="780615" y="145648"/>
                </a:moveTo>
                <a:lnTo>
                  <a:pt x="794609" y="145648"/>
                </a:lnTo>
                <a:lnTo>
                  <a:pt x="794609" y="148313"/>
                </a:lnTo>
                <a:lnTo>
                  <a:pt x="780615" y="148313"/>
                </a:lnTo>
                <a:close/>
                <a:moveTo>
                  <a:pt x="849582" y="147425"/>
                </a:moveTo>
                <a:lnTo>
                  <a:pt x="850082" y="147425"/>
                </a:lnTo>
                <a:lnTo>
                  <a:pt x="850082" y="148313"/>
                </a:lnTo>
                <a:lnTo>
                  <a:pt x="849582" y="148313"/>
                </a:lnTo>
                <a:close/>
                <a:moveTo>
                  <a:pt x="930044" y="147425"/>
                </a:moveTo>
                <a:lnTo>
                  <a:pt x="932043" y="147425"/>
                </a:lnTo>
                <a:lnTo>
                  <a:pt x="932043" y="148313"/>
                </a:lnTo>
                <a:lnTo>
                  <a:pt x="930044" y="148313"/>
                </a:lnTo>
                <a:close/>
                <a:moveTo>
                  <a:pt x="826093" y="147425"/>
                </a:moveTo>
                <a:lnTo>
                  <a:pt x="827593" y="147425"/>
                </a:lnTo>
                <a:lnTo>
                  <a:pt x="827593" y="148313"/>
                </a:lnTo>
                <a:lnTo>
                  <a:pt x="826093" y="148313"/>
                </a:lnTo>
                <a:close/>
                <a:moveTo>
                  <a:pt x="934042" y="146536"/>
                </a:moveTo>
                <a:lnTo>
                  <a:pt x="937040" y="146536"/>
                </a:lnTo>
                <a:lnTo>
                  <a:pt x="937040" y="148313"/>
                </a:lnTo>
                <a:lnTo>
                  <a:pt x="934042" y="148313"/>
                </a:lnTo>
                <a:close/>
                <a:moveTo>
                  <a:pt x="746632" y="146536"/>
                </a:moveTo>
                <a:lnTo>
                  <a:pt x="747131" y="146536"/>
                </a:lnTo>
                <a:lnTo>
                  <a:pt x="747131" y="148313"/>
                </a:lnTo>
                <a:lnTo>
                  <a:pt x="746632" y="148313"/>
                </a:lnTo>
                <a:close/>
                <a:moveTo>
                  <a:pt x="765623" y="148313"/>
                </a:moveTo>
                <a:lnTo>
                  <a:pt x="772619" y="148313"/>
                </a:lnTo>
                <a:lnTo>
                  <a:pt x="772619" y="149201"/>
                </a:lnTo>
                <a:lnTo>
                  <a:pt x="765623" y="149201"/>
                </a:lnTo>
                <a:close/>
                <a:moveTo>
                  <a:pt x="924046" y="148313"/>
                </a:moveTo>
                <a:lnTo>
                  <a:pt x="925046" y="148313"/>
                </a:lnTo>
                <a:lnTo>
                  <a:pt x="925046" y="149201"/>
                </a:lnTo>
                <a:lnTo>
                  <a:pt x="924046" y="149201"/>
                </a:lnTo>
                <a:close/>
                <a:moveTo>
                  <a:pt x="956531" y="148313"/>
                </a:moveTo>
                <a:lnTo>
                  <a:pt x="957530" y="148313"/>
                </a:lnTo>
                <a:lnTo>
                  <a:pt x="957530" y="149201"/>
                </a:lnTo>
                <a:lnTo>
                  <a:pt x="956531" y="149201"/>
                </a:lnTo>
                <a:close/>
                <a:moveTo>
                  <a:pt x="740634" y="147425"/>
                </a:moveTo>
                <a:lnTo>
                  <a:pt x="744633" y="147425"/>
                </a:lnTo>
                <a:lnTo>
                  <a:pt x="744633" y="149201"/>
                </a:lnTo>
                <a:lnTo>
                  <a:pt x="740634" y="149201"/>
                </a:lnTo>
                <a:close/>
                <a:moveTo>
                  <a:pt x="926046" y="146536"/>
                </a:moveTo>
                <a:lnTo>
                  <a:pt x="926545" y="146536"/>
                </a:lnTo>
                <a:lnTo>
                  <a:pt x="926545" y="149201"/>
                </a:lnTo>
                <a:lnTo>
                  <a:pt x="926046" y="149201"/>
                </a:lnTo>
                <a:close/>
                <a:moveTo>
                  <a:pt x="690159" y="148313"/>
                </a:moveTo>
                <a:lnTo>
                  <a:pt x="735137" y="148313"/>
                </a:lnTo>
                <a:lnTo>
                  <a:pt x="735137" y="149201"/>
                </a:lnTo>
                <a:lnTo>
                  <a:pt x="690159" y="149201"/>
                </a:lnTo>
                <a:close/>
                <a:moveTo>
                  <a:pt x="834090" y="147425"/>
                </a:moveTo>
                <a:lnTo>
                  <a:pt x="839087" y="147425"/>
                </a:lnTo>
                <a:lnTo>
                  <a:pt x="839087" y="149201"/>
                </a:lnTo>
                <a:lnTo>
                  <a:pt x="834090" y="149201"/>
                </a:lnTo>
                <a:close/>
                <a:moveTo>
                  <a:pt x="959030" y="148313"/>
                </a:moveTo>
                <a:lnTo>
                  <a:pt x="960029" y="148313"/>
                </a:lnTo>
                <a:lnTo>
                  <a:pt x="960029" y="149201"/>
                </a:lnTo>
                <a:lnTo>
                  <a:pt x="959030" y="149201"/>
                </a:lnTo>
                <a:close/>
                <a:moveTo>
                  <a:pt x="920048" y="148313"/>
                </a:moveTo>
                <a:lnTo>
                  <a:pt x="922547" y="148313"/>
                </a:lnTo>
                <a:lnTo>
                  <a:pt x="922547" y="149201"/>
                </a:lnTo>
                <a:lnTo>
                  <a:pt x="920048" y="149201"/>
                </a:lnTo>
                <a:close/>
                <a:moveTo>
                  <a:pt x="853580" y="148313"/>
                </a:moveTo>
                <a:lnTo>
                  <a:pt x="856079" y="148313"/>
                </a:lnTo>
                <a:lnTo>
                  <a:pt x="856079" y="149201"/>
                </a:lnTo>
                <a:lnTo>
                  <a:pt x="853580" y="149201"/>
                </a:lnTo>
                <a:close/>
                <a:moveTo>
                  <a:pt x="942538" y="148313"/>
                </a:moveTo>
                <a:lnTo>
                  <a:pt x="946036" y="148313"/>
                </a:lnTo>
                <a:lnTo>
                  <a:pt x="946036" y="149201"/>
                </a:lnTo>
                <a:lnTo>
                  <a:pt x="942538" y="149201"/>
                </a:lnTo>
                <a:close/>
                <a:moveTo>
                  <a:pt x="858578" y="147425"/>
                </a:moveTo>
                <a:lnTo>
                  <a:pt x="862576" y="147425"/>
                </a:lnTo>
                <a:lnTo>
                  <a:pt x="862576" y="149201"/>
                </a:lnTo>
                <a:lnTo>
                  <a:pt x="858578" y="149201"/>
                </a:lnTo>
                <a:close/>
                <a:moveTo>
                  <a:pt x="952033" y="148313"/>
                </a:moveTo>
                <a:lnTo>
                  <a:pt x="952533" y="148313"/>
                </a:lnTo>
                <a:lnTo>
                  <a:pt x="952533" y="149201"/>
                </a:lnTo>
                <a:lnTo>
                  <a:pt x="952033" y="149201"/>
                </a:lnTo>
                <a:close/>
                <a:moveTo>
                  <a:pt x="826593" y="148313"/>
                </a:moveTo>
                <a:lnTo>
                  <a:pt x="827593" y="148313"/>
                </a:lnTo>
                <a:lnTo>
                  <a:pt x="827593" y="149201"/>
                </a:lnTo>
                <a:lnTo>
                  <a:pt x="826593" y="149201"/>
                </a:lnTo>
                <a:close/>
                <a:moveTo>
                  <a:pt x="953532" y="148313"/>
                </a:moveTo>
                <a:lnTo>
                  <a:pt x="955032" y="148313"/>
                </a:lnTo>
                <a:lnTo>
                  <a:pt x="955032" y="149201"/>
                </a:lnTo>
                <a:lnTo>
                  <a:pt x="953532" y="149201"/>
                </a:lnTo>
                <a:close/>
                <a:moveTo>
                  <a:pt x="737636" y="147425"/>
                </a:moveTo>
                <a:lnTo>
                  <a:pt x="738635" y="147425"/>
                </a:lnTo>
                <a:lnTo>
                  <a:pt x="738635" y="149201"/>
                </a:lnTo>
                <a:lnTo>
                  <a:pt x="737636" y="149201"/>
                </a:lnTo>
                <a:close/>
                <a:moveTo>
                  <a:pt x="908054" y="148313"/>
                </a:moveTo>
                <a:lnTo>
                  <a:pt x="911053" y="148313"/>
                </a:lnTo>
                <a:lnTo>
                  <a:pt x="911053" y="149201"/>
                </a:lnTo>
                <a:lnTo>
                  <a:pt x="908054" y="149201"/>
                </a:lnTo>
                <a:close/>
                <a:moveTo>
                  <a:pt x="754128" y="148313"/>
                </a:moveTo>
                <a:lnTo>
                  <a:pt x="758126" y="148313"/>
                </a:lnTo>
                <a:lnTo>
                  <a:pt x="758126" y="149201"/>
                </a:lnTo>
                <a:lnTo>
                  <a:pt x="754128" y="149201"/>
                </a:lnTo>
                <a:close/>
                <a:moveTo>
                  <a:pt x="968025" y="148313"/>
                </a:moveTo>
                <a:lnTo>
                  <a:pt x="1000000" y="148313"/>
                </a:lnTo>
                <a:lnTo>
                  <a:pt x="1000000" y="149201"/>
                </a:lnTo>
                <a:lnTo>
                  <a:pt x="968025" y="149201"/>
                </a:lnTo>
                <a:close/>
                <a:moveTo>
                  <a:pt x="844585" y="148313"/>
                </a:moveTo>
                <a:lnTo>
                  <a:pt x="846084" y="148313"/>
                </a:lnTo>
                <a:lnTo>
                  <a:pt x="846084" y="149201"/>
                </a:lnTo>
                <a:lnTo>
                  <a:pt x="844585" y="149201"/>
                </a:lnTo>
                <a:close/>
                <a:moveTo>
                  <a:pt x="774118" y="147425"/>
                </a:moveTo>
                <a:lnTo>
                  <a:pt x="774618" y="147425"/>
                </a:lnTo>
                <a:lnTo>
                  <a:pt x="774618" y="149201"/>
                </a:lnTo>
                <a:lnTo>
                  <a:pt x="774118" y="149201"/>
                </a:lnTo>
                <a:close/>
                <a:moveTo>
                  <a:pt x="858578" y="149201"/>
                </a:moveTo>
                <a:lnTo>
                  <a:pt x="863076" y="149201"/>
                </a:lnTo>
                <a:lnTo>
                  <a:pt x="863076" y="150089"/>
                </a:lnTo>
                <a:lnTo>
                  <a:pt x="858578" y="150089"/>
                </a:lnTo>
                <a:close/>
                <a:moveTo>
                  <a:pt x="868573" y="148313"/>
                </a:moveTo>
                <a:lnTo>
                  <a:pt x="896560" y="148313"/>
                </a:lnTo>
                <a:lnTo>
                  <a:pt x="896560" y="150089"/>
                </a:lnTo>
                <a:lnTo>
                  <a:pt x="868573" y="150089"/>
                </a:lnTo>
                <a:close/>
                <a:moveTo>
                  <a:pt x="826593" y="149201"/>
                </a:moveTo>
                <a:lnTo>
                  <a:pt x="828093" y="149201"/>
                </a:lnTo>
                <a:lnTo>
                  <a:pt x="828093" y="150089"/>
                </a:lnTo>
                <a:lnTo>
                  <a:pt x="826593" y="150089"/>
                </a:lnTo>
                <a:close/>
                <a:moveTo>
                  <a:pt x="947535" y="148313"/>
                </a:moveTo>
                <a:lnTo>
                  <a:pt x="950034" y="148313"/>
                </a:lnTo>
                <a:lnTo>
                  <a:pt x="950034" y="150089"/>
                </a:lnTo>
                <a:lnTo>
                  <a:pt x="947535" y="150089"/>
                </a:lnTo>
                <a:close/>
                <a:moveTo>
                  <a:pt x="746132" y="149201"/>
                </a:moveTo>
                <a:lnTo>
                  <a:pt x="747131" y="149201"/>
                </a:lnTo>
                <a:lnTo>
                  <a:pt x="747131" y="150089"/>
                </a:lnTo>
                <a:lnTo>
                  <a:pt x="746132" y="150089"/>
                </a:lnTo>
                <a:close/>
                <a:moveTo>
                  <a:pt x="903556" y="148313"/>
                </a:moveTo>
                <a:lnTo>
                  <a:pt x="904056" y="148313"/>
                </a:lnTo>
                <a:lnTo>
                  <a:pt x="904056" y="150089"/>
                </a:lnTo>
                <a:lnTo>
                  <a:pt x="903556" y="150089"/>
                </a:lnTo>
                <a:close/>
                <a:moveTo>
                  <a:pt x="899558" y="148313"/>
                </a:moveTo>
                <a:lnTo>
                  <a:pt x="902057" y="148313"/>
                </a:lnTo>
                <a:lnTo>
                  <a:pt x="902057" y="150089"/>
                </a:lnTo>
                <a:lnTo>
                  <a:pt x="899558" y="150089"/>
                </a:lnTo>
                <a:close/>
                <a:moveTo>
                  <a:pt x="922047" y="149201"/>
                </a:moveTo>
                <a:lnTo>
                  <a:pt x="922547" y="149201"/>
                </a:lnTo>
                <a:lnTo>
                  <a:pt x="922547" y="150089"/>
                </a:lnTo>
                <a:lnTo>
                  <a:pt x="922047" y="150089"/>
                </a:lnTo>
                <a:close/>
                <a:moveTo>
                  <a:pt x="915551" y="148313"/>
                </a:moveTo>
                <a:lnTo>
                  <a:pt x="916050" y="148313"/>
                </a:lnTo>
                <a:lnTo>
                  <a:pt x="916050" y="150089"/>
                </a:lnTo>
                <a:lnTo>
                  <a:pt x="915551" y="150089"/>
                </a:lnTo>
                <a:close/>
                <a:moveTo>
                  <a:pt x="929544" y="148313"/>
                </a:moveTo>
                <a:lnTo>
                  <a:pt x="931543" y="148313"/>
                </a:lnTo>
                <a:lnTo>
                  <a:pt x="931543" y="150089"/>
                </a:lnTo>
                <a:lnTo>
                  <a:pt x="929544" y="150089"/>
                </a:lnTo>
                <a:close/>
                <a:moveTo>
                  <a:pt x="844585" y="149201"/>
                </a:moveTo>
                <a:lnTo>
                  <a:pt x="846584" y="149201"/>
                </a:lnTo>
                <a:lnTo>
                  <a:pt x="846584" y="150089"/>
                </a:lnTo>
                <a:lnTo>
                  <a:pt x="844585" y="150089"/>
                </a:lnTo>
                <a:close/>
                <a:moveTo>
                  <a:pt x="925546" y="149201"/>
                </a:moveTo>
                <a:lnTo>
                  <a:pt x="926545" y="149201"/>
                </a:lnTo>
                <a:lnTo>
                  <a:pt x="926545" y="150089"/>
                </a:lnTo>
                <a:lnTo>
                  <a:pt x="925546" y="150089"/>
                </a:lnTo>
                <a:close/>
                <a:moveTo>
                  <a:pt x="938540" y="148313"/>
                </a:moveTo>
                <a:lnTo>
                  <a:pt x="939039" y="148313"/>
                </a:lnTo>
                <a:lnTo>
                  <a:pt x="939039" y="150089"/>
                </a:lnTo>
                <a:lnTo>
                  <a:pt x="938540" y="150089"/>
                </a:lnTo>
                <a:close/>
                <a:moveTo>
                  <a:pt x="774118" y="149201"/>
                </a:moveTo>
                <a:lnTo>
                  <a:pt x="775118" y="149201"/>
                </a:lnTo>
                <a:lnTo>
                  <a:pt x="775118" y="150089"/>
                </a:lnTo>
                <a:lnTo>
                  <a:pt x="774118" y="150089"/>
                </a:lnTo>
                <a:close/>
                <a:moveTo>
                  <a:pt x="778117" y="149201"/>
                </a:moveTo>
                <a:lnTo>
                  <a:pt x="778616" y="149201"/>
                </a:lnTo>
                <a:lnTo>
                  <a:pt x="778616" y="150089"/>
                </a:lnTo>
                <a:lnTo>
                  <a:pt x="778117" y="150089"/>
                </a:lnTo>
                <a:close/>
                <a:moveTo>
                  <a:pt x="964027" y="148313"/>
                </a:moveTo>
                <a:lnTo>
                  <a:pt x="964527" y="148313"/>
                </a:lnTo>
                <a:lnTo>
                  <a:pt x="964527" y="150089"/>
                </a:lnTo>
                <a:lnTo>
                  <a:pt x="964027" y="150089"/>
                </a:lnTo>
                <a:close/>
                <a:moveTo>
                  <a:pt x="759625" y="149201"/>
                </a:moveTo>
                <a:lnTo>
                  <a:pt x="760125" y="149201"/>
                </a:lnTo>
                <a:lnTo>
                  <a:pt x="760125" y="150089"/>
                </a:lnTo>
                <a:lnTo>
                  <a:pt x="759625" y="150089"/>
                </a:lnTo>
                <a:close/>
                <a:moveTo>
                  <a:pt x="764623" y="149201"/>
                </a:moveTo>
                <a:lnTo>
                  <a:pt x="772619" y="149201"/>
                </a:lnTo>
                <a:lnTo>
                  <a:pt x="772619" y="150089"/>
                </a:lnTo>
                <a:lnTo>
                  <a:pt x="764623" y="150089"/>
                </a:lnTo>
                <a:close/>
                <a:moveTo>
                  <a:pt x="729640" y="149201"/>
                </a:moveTo>
                <a:lnTo>
                  <a:pt x="735637" y="149201"/>
                </a:lnTo>
                <a:lnTo>
                  <a:pt x="735637" y="150089"/>
                </a:lnTo>
                <a:lnTo>
                  <a:pt x="729640" y="150089"/>
                </a:lnTo>
                <a:close/>
                <a:moveTo>
                  <a:pt x="780615" y="148313"/>
                </a:moveTo>
                <a:lnTo>
                  <a:pt x="820596" y="148313"/>
                </a:lnTo>
                <a:lnTo>
                  <a:pt x="820596" y="150089"/>
                </a:lnTo>
                <a:lnTo>
                  <a:pt x="780615" y="150089"/>
                </a:lnTo>
                <a:close/>
                <a:moveTo>
                  <a:pt x="834090" y="149201"/>
                </a:moveTo>
                <a:lnTo>
                  <a:pt x="839587" y="149201"/>
                </a:lnTo>
                <a:lnTo>
                  <a:pt x="839587" y="150089"/>
                </a:lnTo>
                <a:lnTo>
                  <a:pt x="834090" y="150089"/>
                </a:lnTo>
                <a:close/>
                <a:moveTo>
                  <a:pt x="953033" y="149201"/>
                </a:moveTo>
                <a:lnTo>
                  <a:pt x="955032" y="149201"/>
                </a:lnTo>
                <a:lnTo>
                  <a:pt x="955032" y="150089"/>
                </a:lnTo>
                <a:lnTo>
                  <a:pt x="953033" y="150089"/>
                </a:lnTo>
                <a:close/>
                <a:moveTo>
                  <a:pt x="737636" y="149201"/>
                </a:moveTo>
                <a:lnTo>
                  <a:pt x="738136" y="149201"/>
                </a:lnTo>
                <a:lnTo>
                  <a:pt x="738136" y="150089"/>
                </a:lnTo>
                <a:lnTo>
                  <a:pt x="737636" y="150089"/>
                </a:lnTo>
                <a:close/>
                <a:moveTo>
                  <a:pt x="899558" y="150089"/>
                </a:moveTo>
                <a:lnTo>
                  <a:pt x="902557" y="150089"/>
                </a:lnTo>
                <a:lnTo>
                  <a:pt x="902557" y="150977"/>
                </a:lnTo>
                <a:lnTo>
                  <a:pt x="899558" y="150977"/>
                </a:lnTo>
                <a:close/>
                <a:moveTo>
                  <a:pt x="932542" y="150089"/>
                </a:moveTo>
                <a:lnTo>
                  <a:pt x="933042" y="150089"/>
                </a:lnTo>
                <a:lnTo>
                  <a:pt x="933042" y="150977"/>
                </a:lnTo>
                <a:lnTo>
                  <a:pt x="932542" y="150977"/>
                </a:lnTo>
                <a:close/>
                <a:moveTo>
                  <a:pt x="759625" y="150089"/>
                </a:moveTo>
                <a:lnTo>
                  <a:pt x="761125" y="150089"/>
                </a:lnTo>
                <a:lnTo>
                  <a:pt x="761125" y="150977"/>
                </a:lnTo>
                <a:lnTo>
                  <a:pt x="759625" y="150977"/>
                </a:lnTo>
                <a:close/>
                <a:moveTo>
                  <a:pt x="766622" y="150089"/>
                </a:moveTo>
                <a:lnTo>
                  <a:pt x="772619" y="150089"/>
                </a:lnTo>
                <a:lnTo>
                  <a:pt x="772619" y="150977"/>
                </a:lnTo>
                <a:lnTo>
                  <a:pt x="766622" y="150977"/>
                </a:lnTo>
                <a:close/>
                <a:moveTo>
                  <a:pt x="922047" y="150089"/>
                </a:moveTo>
                <a:lnTo>
                  <a:pt x="923047" y="150089"/>
                </a:lnTo>
                <a:lnTo>
                  <a:pt x="923047" y="150977"/>
                </a:lnTo>
                <a:lnTo>
                  <a:pt x="922047" y="150977"/>
                </a:lnTo>
                <a:close/>
                <a:moveTo>
                  <a:pt x="730140" y="150089"/>
                </a:moveTo>
                <a:lnTo>
                  <a:pt x="736137" y="150089"/>
                </a:lnTo>
                <a:lnTo>
                  <a:pt x="736137" y="150977"/>
                </a:lnTo>
                <a:lnTo>
                  <a:pt x="730140" y="150977"/>
                </a:lnTo>
                <a:close/>
                <a:moveTo>
                  <a:pt x="905555" y="149201"/>
                </a:moveTo>
                <a:lnTo>
                  <a:pt x="906055" y="149201"/>
                </a:lnTo>
                <a:lnTo>
                  <a:pt x="906055" y="150977"/>
                </a:lnTo>
                <a:lnTo>
                  <a:pt x="905555" y="150977"/>
                </a:lnTo>
                <a:close/>
                <a:moveTo>
                  <a:pt x="826093" y="150089"/>
                </a:moveTo>
                <a:lnTo>
                  <a:pt x="828592" y="150089"/>
                </a:lnTo>
                <a:lnTo>
                  <a:pt x="828592" y="150977"/>
                </a:lnTo>
                <a:lnTo>
                  <a:pt x="826093" y="150977"/>
                </a:lnTo>
                <a:close/>
                <a:moveTo>
                  <a:pt x="868573" y="150089"/>
                </a:moveTo>
                <a:lnTo>
                  <a:pt x="896060" y="150089"/>
                </a:lnTo>
                <a:lnTo>
                  <a:pt x="896060" y="150977"/>
                </a:lnTo>
                <a:lnTo>
                  <a:pt x="868573" y="150977"/>
                </a:lnTo>
                <a:close/>
                <a:moveTo>
                  <a:pt x="737136" y="150089"/>
                </a:moveTo>
                <a:lnTo>
                  <a:pt x="738136" y="150089"/>
                </a:lnTo>
                <a:lnTo>
                  <a:pt x="738136" y="150977"/>
                </a:lnTo>
                <a:lnTo>
                  <a:pt x="737136" y="150977"/>
                </a:lnTo>
                <a:close/>
                <a:moveTo>
                  <a:pt x="761624" y="150089"/>
                </a:moveTo>
                <a:lnTo>
                  <a:pt x="762124" y="150089"/>
                </a:lnTo>
                <a:lnTo>
                  <a:pt x="762124" y="150977"/>
                </a:lnTo>
                <a:lnTo>
                  <a:pt x="761624" y="150977"/>
                </a:lnTo>
                <a:close/>
                <a:moveTo>
                  <a:pt x="934541" y="148313"/>
                </a:moveTo>
                <a:lnTo>
                  <a:pt x="937040" y="148313"/>
                </a:lnTo>
                <a:lnTo>
                  <a:pt x="937040" y="150977"/>
                </a:lnTo>
                <a:lnTo>
                  <a:pt x="934541" y="150977"/>
                </a:lnTo>
                <a:close/>
                <a:moveTo>
                  <a:pt x="780615" y="150089"/>
                </a:moveTo>
                <a:lnTo>
                  <a:pt x="821096" y="150089"/>
                </a:lnTo>
                <a:lnTo>
                  <a:pt x="821096" y="150977"/>
                </a:lnTo>
                <a:lnTo>
                  <a:pt x="780615" y="150977"/>
                </a:lnTo>
                <a:close/>
                <a:moveTo>
                  <a:pt x="944537" y="149201"/>
                </a:moveTo>
                <a:lnTo>
                  <a:pt x="946036" y="149201"/>
                </a:lnTo>
                <a:lnTo>
                  <a:pt x="946036" y="150977"/>
                </a:lnTo>
                <a:lnTo>
                  <a:pt x="944537" y="150977"/>
                </a:lnTo>
                <a:close/>
                <a:moveTo>
                  <a:pt x="953532" y="150089"/>
                </a:moveTo>
                <a:lnTo>
                  <a:pt x="955032" y="150089"/>
                </a:lnTo>
                <a:lnTo>
                  <a:pt x="955032" y="150977"/>
                </a:lnTo>
                <a:lnTo>
                  <a:pt x="953532" y="150977"/>
                </a:lnTo>
                <a:close/>
                <a:moveTo>
                  <a:pt x="774118" y="150089"/>
                </a:moveTo>
                <a:lnTo>
                  <a:pt x="778117" y="150089"/>
                </a:lnTo>
                <a:lnTo>
                  <a:pt x="778117" y="150977"/>
                </a:lnTo>
                <a:lnTo>
                  <a:pt x="774118" y="150977"/>
                </a:lnTo>
                <a:close/>
                <a:moveTo>
                  <a:pt x="858578" y="150089"/>
                </a:moveTo>
                <a:lnTo>
                  <a:pt x="863575" y="150089"/>
                </a:lnTo>
                <a:lnTo>
                  <a:pt x="863575" y="150977"/>
                </a:lnTo>
                <a:lnTo>
                  <a:pt x="858578" y="150977"/>
                </a:lnTo>
                <a:close/>
                <a:moveTo>
                  <a:pt x="746132" y="150089"/>
                </a:moveTo>
                <a:lnTo>
                  <a:pt x="751129" y="150089"/>
                </a:lnTo>
                <a:lnTo>
                  <a:pt x="751129" y="150977"/>
                </a:lnTo>
                <a:lnTo>
                  <a:pt x="746132" y="150977"/>
                </a:lnTo>
                <a:close/>
                <a:moveTo>
                  <a:pt x="844085" y="150089"/>
                </a:moveTo>
                <a:lnTo>
                  <a:pt x="847083" y="150089"/>
                </a:lnTo>
                <a:lnTo>
                  <a:pt x="847083" y="150977"/>
                </a:lnTo>
                <a:lnTo>
                  <a:pt x="844085" y="150977"/>
                </a:lnTo>
                <a:close/>
                <a:moveTo>
                  <a:pt x="897559" y="150089"/>
                </a:moveTo>
                <a:lnTo>
                  <a:pt x="898059" y="150089"/>
                </a:lnTo>
                <a:lnTo>
                  <a:pt x="898059" y="150977"/>
                </a:lnTo>
                <a:lnTo>
                  <a:pt x="897559" y="150977"/>
                </a:lnTo>
                <a:close/>
                <a:moveTo>
                  <a:pt x="740135" y="149201"/>
                </a:moveTo>
                <a:lnTo>
                  <a:pt x="744133" y="149201"/>
                </a:lnTo>
                <a:lnTo>
                  <a:pt x="744133" y="150977"/>
                </a:lnTo>
                <a:lnTo>
                  <a:pt x="740135" y="150977"/>
                </a:lnTo>
                <a:close/>
                <a:moveTo>
                  <a:pt x="853081" y="149201"/>
                </a:moveTo>
                <a:lnTo>
                  <a:pt x="856079" y="149201"/>
                </a:lnTo>
                <a:lnTo>
                  <a:pt x="856079" y="150977"/>
                </a:lnTo>
                <a:lnTo>
                  <a:pt x="853081" y="150977"/>
                </a:lnTo>
                <a:close/>
                <a:moveTo>
                  <a:pt x="918049" y="147425"/>
                </a:moveTo>
                <a:lnTo>
                  <a:pt x="918549" y="147425"/>
                </a:lnTo>
                <a:lnTo>
                  <a:pt x="918549" y="150977"/>
                </a:lnTo>
                <a:lnTo>
                  <a:pt x="918049" y="150977"/>
                </a:lnTo>
                <a:close/>
                <a:moveTo>
                  <a:pt x="833590" y="150089"/>
                </a:moveTo>
                <a:lnTo>
                  <a:pt x="840087" y="150089"/>
                </a:lnTo>
                <a:lnTo>
                  <a:pt x="840087" y="150977"/>
                </a:lnTo>
                <a:lnTo>
                  <a:pt x="833590" y="150977"/>
                </a:lnTo>
                <a:close/>
                <a:moveTo>
                  <a:pt x="947535" y="150089"/>
                </a:moveTo>
                <a:lnTo>
                  <a:pt x="950534" y="150089"/>
                </a:lnTo>
                <a:lnTo>
                  <a:pt x="950534" y="150977"/>
                </a:lnTo>
                <a:lnTo>
                  <a:pt x="947535" y="150977"/>
                </a:lnTo>
                <a:close/>
                <a:moveTo>
                  <a:pt x="970024" y="149201"/>
                </a:moveTo>
                <a:lnTo>
                  <a:pt x="1000000" y="149201"/>
                </a:lnTo>
                <a:lnTo>
                  <a:pt x="1000000" y="150977"/>
                </a:lnTo>
                <a:lnTo>
                  <a:pt x="970024" y="150977"/>
                </a:lnTo>
                <a:close/>
                <a:moveTo>
                  <a:pt x="910053" y="149201"/>
                </a:moveTo>
                <a:lnTo>
                  <a:pt x="911053" y="149201"/>
                </a:lnTo>
                <a:lnTo>
                  <a:pt x="911053" y="150977"/>
                </a:lnTo>
                <a:lnTo>
                  <a:pt x="910053" y="150977"/>
                </a:lnTo>
                <a:close/>
                <a:moveTo>
                  <a:pt x="929544" y="150089"/>
                </a:moveTo>
                <a:lnTo>
                  <a:pt x="931043" y="150089"/>
                </a:lnTo>
                <a:lnTo>
                  <a:pt x="931043" y="150977"/>
                </a:lnTo>
                <a:lnTo>
                  <a:pt x="929544" y="150977"/>
                </a:lnTo>
                <a:close/>
                <a:moveTo>
                  <a:pt x="774118" y="150977"/>
                </a:moveTo>
                <a:lnTo>
                  <a:pt x="777617" y="150977"/>
                </a:lnTo>
                <a:lnTo>
                  <a:pt x="777617" y="151865"/>
                </a:lnTo>
                <a:lnTo>
                  <a:pt x="774118" y="151865"/>
                </a:lnTo>
                <a:close/>
                <a:moveTo>
                  <a:pt x="923547" y="150977"/>
                </a:moveTo>
                <a:lnTo>
                  <a:pt x="924046" y="150977"/>
                </a:lnTo>
                <a:lnTo>
                  <a:pt x="924046" y="151865"/>
                </a:lnTo>
                <a:lnTo>
                  <a:pt x="923547" y="151865"/>
                </a:lnTo>
                <a:close/>
                <a:moveTo>
                  <a:pt x="746132" y="150977"/>
                </a:moveTo>
                <a:lnTo>
                  <a:pt x="750630" y="150977"/>
                </a:lnTo>
                <a:lnTo>
                  <a:pt x="750630" y="151865"/>
                </a:lnTo>
                <a:lnTo>
                  <a:pt x="746132" y="151865"/>
                </a:lnTo>
                <a:close/>
                <a:moveTo>
                  <a:pt x="858578" y="150977"/>
                </a:moveTo>
                <a:lnTo>
                  <a:pt x="864575" y="150977"/>
                </a:lnTo>
                <a:lnTo>
                  <a:pt x="864575" y="151865"/>
                </a:lnTo>
                <a:lnTo>
                  <a:pt x="858578" y="151865"/>
                </a:lnTo>
                <a:close/>
                <a:moveTo>
                  <a:pt x="851081" y="150977"/>
                </a:moveTo>
                <a:lnTo>
                  <a:pt x="852081" y="150977"/>
                </a:lnTo>
                <a:lnTo>
                  <a:pt x="852081" y="151865"/>
                </a:lnTo>
                <a:lnTo>
                  <a:pt x="851081" y="151865"/>
                </a:lnTo>
                <a:close/>
                <a:moveTo>
                  <a:pt x="754128" y="149201"/>
                </a:moveTo>
                <a:lnTo>
                  <a:pt x="757626" y="149201"/>
                </a:lnTo>
                <a:lnTo>
                  <a:pt x="757626" y="151865"/>
                </a:lnTo>
                <a:lnTo>
                  <a:pt x="754128" y="151865"/>
                </a:lnTo>
                <a:close/>
                <a:moveTo>
                  <a:pt x="729640" y="150977"/>
                </a:moveTo>
                <a:lnTo>
                  <a:pt x="738136" y="150977"/>
                </a:lnTo>
                <a:lnTo>
                  <a:pt x="738136" y="151865"/>
                </a:lnTo>
                <a:lnTo>
                  <a:pt x="729640" y="151865"/>
                </a:lnTo>
                <a:close/>
                <a:moveTo>
                  <a:pt x="920048" y="150977"/>
                </a:moveTo>
                <a:lnTo>
                  <a:pt x="922547" y="150977"/>
                </a:lnTo>
                <a:lnTo>
                  <a:pt x="922547" y="151865"/>
                </a:lnTo>
                <a:lnTo>
                  <a:pt x="920048" y="151865"/>
                </a:lnTo>
                <a:close/>
                <a:moveTo>
                  <a:pt x="780615" y="150977"/>
                </a:moveTo>
                <a:lnTo>
                  <a:pt x="821596" y="150977"/>
                </a:lnTo>
                <a:lnTo>
                  <a:pt x="821596" y="151865"/>
                </a:lnTo>
                <a:lnTo>
                  <a:pt x="780615" y="151865"/>
                </a:lnTo>
                <a:close/>
                <a:moveTo>
                  <a:pt x="826093" y="150977"/>
                </a:moveTo>
                <a:lnTo>
                  <a:pt x="829092" y="150977"/>
                </a:lnTo>
                <a:lnTo>
                  <a:pt x="829092" y="151865"/>
                </a:lnTo>
                <a:lnTo>
                  <a:pt x="826093" y="151865"/>
                </a:lnTo>
                <a:close/>
                <a:moveTo>
                  <a:pt x="942538" y="150977"/>
                </a:moveTo>
                <a:lnTo>
                  <a:pt x="946036" y="150977"/>
                </a:lnTo>
                <a:lnTo>
                  <a:pt x="946036" y="151865"/>
                </a:lnTo>
                <a:lnTo>
                  <a:pt x="942538" y="151865"/>
                </a:lnTo>
                <a:close/>
                <a:moveTo>
                  <a:pt x="759625" y="150977"/>
                </a:moveTo>
                <a:lnTo>
                  <a:pt x="762124" y="150977"/>
                </a:lnTo>
                <a:lnTo>
                  <a:pt x="762124" y="151865"/>
                </a:lnTo>
                <a:lnTo>
                  <a:pt x="759625" y="151865"/>
                </a:lnTo>
                <a:close/>
                <a:moveTo>
                  <a:pt x="956531" y="149201"/>
                </a:moveTo>
                <a:lnTo>
                  <a:pt x="957031" y="149201"/>
                </a:lnTo>
                <a:lnTo>
                  <a:pt x="957031" y="151865"/>
                </a:lnTo>
                <a:lnTo>
                  <a:pt x="956531" y="151865"/>
                </a:lnTo>
                <a:close/>
                <a:moveTo>
                  <a:pt x="844085" y="150977"/>
                </a:moveTo>
                <a:lnTo>
                  <a:pt x="847583" y="150977"/>
                </a:lnTo>
                <a:lnTo>
                  <a:pt x="847583" y="151865"/>
                </a:lnTo>
                <a:lnTo>
                  <a:pt x="844085" y="151865"/>
                </a:lnTo>
                <a:close/>
                <a:moveTo>
                  <a:pt x="853081" y="150977"/>
                </a:moveTo>
                <a:lnTo>
                  <a:pt x="856579" y="150977"/>
                </a:lnTo>
                <a:lnTo>
                  <a:pt x="856579" y="151865"/>
                </a:lnTo>
                <a:lnTo>
                  <a:pt x="853081" y="151865"/>
                </a:lnTo>
                <a:close/>
                <a:moveTo>
                  <a:pt x="940539" y="150089"/>
                </a:moveTo>
                <a:lnTo>
                  <a:pt x="941038" y="150089"/>
                </a:lnTo>
                <a:lnTo>
                  <a:pt x="941038" y="151865"/>
                </a:lnTo>
                <a:lnTo>
                  <a:pt x="940539" y="151865"/>
                </a:lnTo>
                <a:close/>
                <a:moveTo>
                  <a:pt x="767122" y="150977"/>
                </a:moveTo>
                <a:lnTo>
                  <a:pt x="772619" y="150977"/>
                </a:lnTo>
                <a:lnTo>
                  <a:pt x="772619" y="151865"/>
                </a:lnTo>
                <a:lnTo>
                  <a:pt x="767122" y="151865"/>
                </a:lnTo>
                <a:close/>
                <a:moveTo>
                  <a:pt x="930044" y="150977"/>
                </a:moveTo>
                <a:lnTo>
                  <a:pt x="931043" y="150977"/>
                </a:lnTo>
                <a:lnTo>
                  <a:pt x="931043" y="151865"/>
                </a:lnTo>
                <a:lnTo>
                  <a:pt x="930044" y="151865"/>
                </a:lnTo>
                <a:close/>
                <a:moveTo>
                  <a:pt x="951034" y="150977"/>
                </a:moveTo>
                <a:lnTo>
                  <a:pt x="952033" y="150977"/>
                </a:lnTo>
                <a:lnTo>
                  <a:pt x="952033" y="151865"/>
                </a:lnTo>
                <a:lnTo>
                  <a:pt x="951034" y="151865"/>
                </a:lnTo>
                <a:close/>
                <a:moveTo>
                  <a:pt x="908054" y="150977"/>
                </a:moveTo>
                <a:lnTo>
                  <a:pt x="911053" y="150977"/>
                </a:lnTo>
                <a:lnTo>
                  <a:pt x="911053" y="151865"/>
                </a:lnTo>
                <a:lnTo>
                  <a:pt x="908054" y="151865"/>
                </a:lnTo>
                <a:close/>
                <a:moveTo>
                  <a:pt x="959030" y="149201"/>
                </a:moveTo>
                <a:lnTo>
                  <a:pt x="960529" y="149201"/>
                </a:lnTo>
                <a:lnTo>
                  <a:pt x="960529" y="151865"/>
                </a:lnTo>
                <a:lnTo>
                  <a:pt x="959030" y="151865"/>
                </a:lnTo>
                <a:close/>
                <a:moveTo>
                  <a:pt x="868073" y="150977"/>
                </a:moveTo>
                <a:lnTo>
                  <a:pt x="896060" y="150977"/>
                </a:lnTo>
                <a:lnTo>
                  <a:pt x="896060" y="151865"/>
                </a:lnTo>
                <a:lnTo>
                  <a:pt x="868073" y="151865"/>
                </a:lnTo>
                <a:close/>
                <a:moveTo>
                  <a:pt x="968025" y="150977"/>
                </a:moveTo>
                <a:lnTo>
                  <a:pt x="1000000" y="150977"/>
                </a:lnTo>
                <a:lnTo>
                  <a:pt x="1000000" y="151865"/>
                </a:lnTo>
                <a:lnTo>
                  <a:pt x="968025" y="151865"/>
                </a:lnTo>
                <a:close/>
                <a:moveTo>
                  <a:pt x="690159" y="149201"/>
                </a:moveTo>
                <a:lnTo>
                  <a:pt x="720144" y="149201"/>
                </a:lnTo>
                <a:lnTo>
                  <a:pt x="720144" y="151865"/>
                </a:lnTo>
                <a:lnTo>
                  <a:pt x="690159" y="151865"/>
                </a:lnTo>
                <a:close/>
                <a:moveTo>
                  <a:pt x="833090" y="150977"/>
                </a:moveTo>
                <a:lnTo>
                  <a:pt x="840587" y="150977"/>
                </a:lnTo>
                <a:lnTo>
                  <a:pt x="840587" y="151865"/>
                </a:lnTo>
                <a:lnTo>
                  <a:pt x="833090" y="151865"/>
                </a:lnTo>
                <a:close/>
                <a:moveTo>
                  <a:pt x="745132" y="151865"/>
                </a:moveTo>
                <a:lnTo>
                  <a:pt x="750630" y="151865"/>
                </a:lnTo>
                <a:lnTo>
                  <a:pt x="750630" y="152753"/>
                </a:lnTo>
                <a:lnTo>
                  <a:pt x="745132" y="152753"/>
                </a:lnTo>
                <a:close/>
                <a:moveTo>
                  <a:pt x="956531" y="151865"/>
                </a:moveTo>
                <a:lnTo>
                  <a:pt x="957530" y="151865"/>
                </a:lnTo>
                <a:lnTo>
                  <a:pt x="957530" y="152753"/>
                </a:lnTo>
                <a:lnTo>
                  <a:pt x="956531" y="152753"/>
                </a:lnTo>
                <a:close/>
                <a:moveTo>
                  <a:pt x="944537" y="151865"/>
                </a:moveTo>
                <a:lnTo>
                  <a:pt x="946036" y="151865"/>
                </a:lnTo>
                <a:lnTo>
                  <a:pt x="946036" y="152753"/>
                </a:lnTo>
                <a:lnTo>
                  <a:pt x="944537" y="152753"/>
                </a:lnTo>
                <a:close/>
                <a:moveTo>
                  <a:pt x="966026" y="150089"/>
                </a:moveTo>
                <a:lnTo>
                  <a:pt x="966526" y="150089"/>
                </a:lnTo>
                <a:lnTo>
                  <a:pt x="966526" y="152753"/>
                </a:lnTo>
                <a:lnTo>
                  <a:pt x="966026" y="152753"/>
                </a:lnTo>
                <a:close/>
                <a:moveTo>
                  <a:pt x="917550" y="150977"/>
                </a:moveTo>
                <a:lnTo>
                  <a:pt x="918549" y="150977"/>
                </a:lnTo>
                <a:lnTo>
                  <a:pt x="918549" y="152753"/>
                </a:lnTo>
                <a:lnTo>
                  <a:pt x="917550" y="152753"/>
                </a:lnTo>
                <a:close/>
                <a:moveTo>
                  <a:pt x="773619" y="151865"/>
                </a:moveTo>
                <a:lnTo>
                  <a:pt x="778117" y="151865"/>
                </a:lnTo>
                <a:lnTo>
                  <a:pt x="778117" y="152753"/>
                </a:lnTo>
                <a:lnTo>
                  <a:pt x="773619" y="152753"/>
                </a:lnTo>
                <a:close/>
                <a:moveTo>
                  <a:pt x="954032" y="150977"/>
                </a:moveTo>
                <a:lnTo>
                  <a:pt x="955032" y="150977"/>
                </a:lnTo>
                <a:lnTo>
                  <a:pt x="955032" y="152753"/>
                </a:lnTo>
                <a:lnTo>
                  <a:pt x="954032" y="152753"/>
                </a:lnTo>
                <a:close/>
                <a:moveTo>
                  <a:pt x="690159" y="151865"/>
                </a:moveTo>
                <a:lnTo>
                  <a:pt x="720644" y="151865"/>
                </a:lnTo>
                <a:lnTo>
                  <a:pt x="720644" y="152753"/>
                </a:lnTo>
                <a:lnTo>
                  <a:pt x="690159" y="152753"/>
                </a:lnTo>
                <a:close/>
                <a:moveTo>
                  <a:pt x="780116" y="151865"/>
                </a:moveTo>
                <a:lnTo>
                  <a:pt x="895560" y="151865"/>
                </a:lnTo>
                <a:lnTo>
                  <a:pt x="895560" y="152753"/>
                </a:lnTo>
                <a:lnTo>
                  <a:pt x="780116" y="152753"/>
                </a:lnTo>
                <a:close/>
                <a:moveTo>
                  <a:pt x="935041" y="150977"/>
                </a:moveTo>
                <a:lnTo>
                  <a:pt x="937040" y="150977"/>
                </a:lnTo>
                <a:lnTo>
                  <a:pt x="937040" y="152753"/>
                </a:lnTo>
                <a:lnTo>
                  <a:pt x="935041" y="152753"/>
                </a:lnTo>
                <a:close/>
                <a:moveTo>
                  <a:pt x="729140" y="151865"/>
                </a:moveTo>
                <a:lnTo>
                  <a:pt x="738136" y="151865"/>
                </a:lnTo>
                <a:lnTo>
                  <a:pt x="738136" y="152753"/>
                </a:lnTo>
                <a:lnTo>
                  <a:pt x="729140" y="152753"/>
                </a:lnTo>
                <a:close/>
                <a:moveTo>
                  <a:pt x="739635" y="150977"/>
                </a:moveTo>
                <a:lnTo>
                  <a:pt x="744133" y="150977"/>
                </a:lnTo>
                <a:lnTo>
                  <a:pt x="744133" y="152753"/>
                </a:lnTo>
                <a:lnTo>
                  <a:pt x="739635" y="152753"/>
                </a:lnTo>
                <a:close/>
                <a:moveTo>
                  <a:pt x="766622" y="151865"/>
                </a:moveTo>
                <a:lnTo>
                  <a:pt x="773119" y="151865"/>
                </a:lnTo>
                <a:lnTo>
                  <a:pt x="773119" y="152753"/>
                </a:lnTo>
                <a:lnTo>
                  <a:pt x="766622" y="152753"/>
                </a:lnTo>
                <a:close/>
                <a:moveTo>
                  <a:pt x="753628" y="151865"/>
                </a:moveTo>
                <a:lnTo>
                  <a:pt x="757626" y="151865"/>
                </a:lnTo>
                <a:lnTo>
                  <a:pt x="757626" y="152753"/>
                </a:lnTo>
                <a:lnTo>
                  <a:pt x="753628" y="152753"/>
                </a:lnTo>
                <a:close/>
                <a:moveTo>
                  <a:pt x="759126" y="151865"/>
                </a:moveTo>
                <a:lnTo>
                  <a:pt x="762624" y="151865"/>
                </a:lnTo>
                <a:lnTo>
                  <a:pt x="762624" y="152753"/>
                </a:lnTo>
                <a:lnTo>
                  <a:pt x="759126" y="152753"/>
                </a:lnTo>
                <a:close/>
                <a:moveTo>
                  <a:pt x="900058" y="150977"/>
                </a:moveTo>
                <a:lnTo>
                  <a:pt x="902557" y="150977"/>
                </a:lnTo>
                <a:lnTo>
                  <a:pt x="902557" y="152753"/>
                </a:lnTo>
                <a:lnTo>
                  <a:pt x="900058" y="152753"/>
                </a:lnTo>
                <a:close/>
                <a:moveTo>
                  <a:pt x="928045" y="151865"/>
                </a:moveTo>
                <a:lnTo>
                  <a:pt x="928544" y="151865"/>
                </a:lnTo>
                <a:lnTo>
                  <a:pt x="928544" y="153641"/>
                </a:lnTo>
                <a:lnTo>
                  <a:pt x="928045" y="153641"/>
                </a:lnTo>
                <a:close/>
                <a:moveTo>
                  <a:pt x="915551" y="151865"/>
                </a:moveTo>
                <a:lnTo>
                  <a:pt x="916050" y="151865"/>
                </a:lnTo>
                <a:lnTo>
                  <a:pt x="916050" y="153641"/>
                </a:lnTo>
                <a:lnTo>
                  <a:pt x="915551" y="153641"/>
                </a:lnTo>
                <a:close/>
                <a:moveTo>
                  <a:pt x="932043" y="152753"/>
                </a:moveTo>
                <a:lnTo>
                  <a:pt x="933542" y="152753"/>
                </a:lnTo>
                <a:lnTo>
                  <a:pt x="933542" y="153641"/>
                </a:lnTo>
                <a:lnTo>
                  <a:pt x="932043" y="153641"/>
                </a:lnTo>
                <a:close/>
                <a:moveTo>
                  <a:pt x="945036" y="152753"/>
                </a:moveTo>
                <a:lnTo>
                  <a:pt x="946036" y="152753"/>
                </a:lnTo>
                <a:lnTo>
                  <a:pt x="946036" y="153641"/>
                </a:lnTo>
                <a:lnTo>
                  <a:pt x="945036" y="153641"/>
                </a:lnTo>
                <a:close/>
                <a:moveTo>
                  <a:pt x="953532" y="152753"/>
                </a:moveTo>
                <a:lnTo>
                  <a:pt x="955032" y="152753"/>
                </a:lnTo>
                <a:lnTo>
                  <a:pt x="955032" y="153641"/>
                </a:lnTo>
                <a:lnTo>
                  <a:pt x="953532" y="153641"/>
                </a:lnTo>
                <a:close/>
                <a:moveTo>
                  <a:pt x="961528" y="152753"/>
                </a:moveTo>
                <a:lnTo>
                  <a:pt x="962028" y="152753"/>
                </a:lnTo>
                <a:lnTo>
                  <a:pt x="962028" y="153641"/>
                </a:lnTo>
                <a:lnTo>
                  <a:pt x="961528" y="153641"/>
                </a:lnTo>
                <a:close/>
                <a:moveTo>
                  <a:pt x="926046" y="150089"/>
                </a:moveTo>
                <a:lnTo>
                  <a:pt x="926545" y="150089"/>
                </a:lnTo>
                <a:lnTo>
                  <a:pt x="926545" y="153641"/>
                </a:lnTo>
                <a:lnTo>
                  <a:pt x="926046" y="153641"/>
                </a:lnTo>
                <a:close/>
                <a:moveTo>
                  <a:pt x="752629" y="152753"/>
                </a:moveTo>
                <a:lnTo>
                  <a:pt x="895560" y="152753"/>
                </a:lnTo>
                <a:lnTo>
                  <a:pt x="895560" y="153641"/>
                </a:lnTo>
                <a:lnTo>
                  <a:pt x="752629" y="153641"/>
                </a:lnTo>
                <a:close/>
                <a:moveTo>
                  <a:pt x="964027" y="151865"/>
                </a:moveTo>
                <a:lnTo>
                  <a:pt x="964527" y="151865"/>
                </a:lnTo>
                <a:lnTo>
                  <a:pt x="964527" y="153641"/>
                </a:lnTo>
                <a:lnTo>
                  <a:pt x="964027" y="153641"/>
                </a:lnTo>
                <a:close/>
                <a:moveTo>
                  <a:pt x="690159" y="152753"/>
                </a:moveTo>
                <a:lnTo>
                  <a:pt x="751129" y="152753"/>
                </a:lnTo>
                <a:lnTo>
                  <a:pt x="751129" y="153641"/>
                </a:lnTo>
                <a:lnTo>
                  <a:pt x="690159" y="153641"/>
                </a:lnTo>
                <a:close/>
                <a:moveTo>
                  <a:pt x="947535" y="150977"/>
                </a:moveTo>
                <a:lnTo>
                  <a:pt x="950034" y="150977"/>
                </a:lnTo>
                <a:lnTo>
                  <a:pt x="950034" y="153641"/>
                </a:lnTo>
                <a:lnTo>
                  <a:pt x="947535" y="153641"/>
                </a:lnTo>
                <a:close/>
                <a:moveTo>
                  <a:pt x="905056" y="150977"/>
                </a:moveTo>
                <a:lnTo>
                  <a:pt x="906055" y="150977"/>
                </a:lnTo>
                <a:lnTo>
                  <a:pt x="906055" y="153641"/>
                </a:lnTo>
                <a:lnTo>
                  <a:pt x="905056" y="153641"/>
                </a:lnTo>
                <a:close/>
                <a:moveTo>
                  <a:pt x="956531" y="152753"/>
                </a:moveTo>
                <a:lnTo>
                  <a:pt x="958030" y="152753"/>
                </a:lnTo>
                <a:lnTo>
                  <a:pt x="958030" y="153641"/>
                </a:lnTo>
                <a:lnTo>
                  <a:pt x="956531" y="153641"/>
                </a:lnTo>
                <a:close/>
                <a:moveTo>
                  <a:pt x="897059" y="152753"/>
                </a:moveTo>
                <a:lnTo>
                  <a:pt x="898559" y="152753"/>
                </a:lnTo>
                <a:lnTo>
                  <a:pt x="898559" y="153641"/>
                </a:lnTo>
                <a:lnTo>
                  <a:pt x="897059" y="153641"/>
                </a:lnTo>
                <a:close/>
                <a:moveTo>
                  <a:pt x="910053" y="151865"/>
                </a:moveTo>
                <a:lnTo>
                  <a:pt x="911053" y="151865"/>
                </a:lnTo>
                <a:lnTo>
                  <a:pt x="911053" y="153641"/>
                </a:lnTo>
                <a:lnTo>
                  <a:pt x="910053" y="153641"/>
                </a:lnTo>
                <a:close/>
                <a:moveTo>
                  <a:pt x="912552" y="148313"/>
                </a:moveTo>
                <a:lnTo>
                  <a:pt x="914051" y="148313"/>
                </a:lnTo>
                <a:lnTo>
                  <a:pt x="914051" y="154529"/>
                </a:lnTo>
                <a:lnTo>
                  <a:pt x="912552" y="154529"/>
                </a:lnTo>
                <a:close/>
                <a:moveTo>
                  <a:pt x="935541" y="152753"/>
                </a:moveTo>
                <a:lnTo>
                  <a:pt x="937040" y="152753"/>
                </a:lnTo>
                <a:lnTo>
                  <a:pt x="937040" y="154529"/>
                </a:lnTo>
                <a:lnTo>
                  <a:pt x="935541" y="154529"/>
                </a:lnTo>
                <a:close/>
                <a:moveTo>
                  <a:pt x="944537" y="153641"/>
                </a:moveTo>
                <a:lnTo>
                  <a:pt x="946036" y="153641"/>
                </a:lnTo>
                <a:lnTo>
                  <a:pt x="946036" y="154529"/>
                </a:lnTo>
                <a:lnTo>
                  <a:pt x="944537" y="154529"/>
                </a:lnTo>
                <a:close/>
                <a:moveTo>
                  <a:pt x="897059" y="153641"/>
                </a:moveTo>
                <a:lnTo>
                  <a:pt x="899058" y="153641"/>
                </a:lnTo>
                <a:lnTo>
                  <a:pt x="899058" y="154529"/>
                </a:lnTo>
                <a:lnTo>
                  <a:pt x="897059" y="154529"/>
                </a:lnTo>
                <a:close/>
                <a:moveTo>
                  <a:pt x="960529" y="153641"/>
                </a:moveTo>
                <a:lnTo>
                  <a:pt x="962528" y="153641"/>
                </a:lnTo>
                <a:lnTo>
                  <a:pt x="962528" y="154529"/>
                </a:lnTo>
                <a:lnTo>
                  <a:pt x="960529" y="154529"/>
                </a:lnTo>
                <a:close/>
                <a:moveTo>
                  <a:pt x="947535" y="153641"/>
                </a:moveTo>
                <a:lnTo>
                  <a:pt x="951034" y="153641"/>
                </a:lnTo>
                <a:lnTo>
                  <a:pt x="951034" y="154529"/>
                </a:lnTo>
                <a:lnTo>
                  <a:pt x="947535" y="154529"/>
                </a:lnTo>
                <a:close/>
                <a:moveTo>
                  <a:pt x="922047" y="153641"/>
                </a:moveTo>
                <a:lnTo>
                  <a:pt x="923047" y="153641"/>
                </a:lnTo>
                <a:lnTo>
                  <a:pt x="923047" y="154529"/>
                </a:lnTo>
                <a:lnTo>
                  <a:pt x="922047" y="154529"/>
                </a:lnTo>
                <a:close/>
                <a:moveTo>
                  <a:pt x="910053" y="153641"/>
                </a:moveTo>
                <a:lnTo>
                  <a:pt x="911552" y="153641"/>
                </a:lnTo>
                <a:lnTo>
                  <a:pt x="911552" y="154529"/>
                </a:lnTo>
                <a:lnTo>
                  <a:pt x="910053" y="154529"/>
                </a:lnTo>
                <a:close/>
                <a:moveTo>
                  <a:pt x="970524" y="151865"/>
                </a:moveTo>
                <a:lnTo>
                  <a:pt x="1000000" y="151865"/>
                </a:lnTo>
                <a:lnTo>
                  <a:pt x="1000000" y="154529"/>
                </a:lnTo>
                <a:lnTo>
                  <a:pt x="970524" y="154529"/>
                </a:lnTo>
                <a:close/>
                <a:moveTo>
                  <a:pt x="915551" y="153641"/>
                </a:moveTo>
                <a:lnTo>
                  <a:pt x="916550" y="153641"/>
                </a:lnTo>
                <a:lnTo>
                  <a:pt x="916550" y="154529"/>
                </a:lnTo>
                <a:lnTo>
                  <a:pt x="915551" y="154529"/>
                </a:lnTo>
                <a:close/>
                <a:moveTo>
                  <a:pt x="927545" y="153641"/>
                </a:moveTo>
                <a:lnTo>
                  <a:pt x="929044" y="153641"/>
                </a:lnTo>
                <a:lnTo>
                  <a:pt x="929044" y="154529"/>
                </a:lnTo>
                <a:lnTo>
                  <a:pt x="927545" y="154529"/>
                </a:lnTo>
                <a:close/>
                <a:moveTo>
                  <a:pt x="932043" y="153641"/>
                </a:moveTo>
                <a:lnTo>
                  <a:pt x="934042" y="153641"/>
                </a:lnTo>
                <a:lnTo>
                  <a:pt x="934042" y="154529"/>
                </a:lnTo>
                <a:lnTo>
                  <a:pt x="932043" y="154529"/>
                </a:lnTo>
                <a:close/>
                <a:moveTo>
                  <a:pt x="900558" y="152753"/>
                </a:moveTo>
                <a:lnTo>
                  <a:pt x="903057" y="152753"/>
                </a:lnTo>
                <a:lnTo>
                  <a:pt x="903057" y="154529"/>
                </a:lnTo>
                <a:lnTo>
                  <a:pt x="900558" y="154529"/>
                </a:lnTo>
                <a:close/>
                <a:moveTo>
                  <a:pt x="904556" y="153641"/>
                </a:moveTo>
                <a:lnTo>
                  <a:pt x="906555" y="153641"/>
                </a:lnTo>
                <a:lnTo>
                  <a:pt x="906555" y="154529"/>
                </a:lnTo>
                <a:lnTo>
                  <a:pt x="904556" y="154529"/>
                </a:lnTo>
                <a:close/>
                <a:moveTo>
                  <a:pt x="918049" y="152753"/>
                </a:moveTo>
                <a:lnTo>
                  <a:pt x="918549" y="152753"/>
                </a:lnTo>
                <a:lnTo>
                  <a:pt x="918549" y="154529"/>
                </a:lnTo>
                <a:lnTo>
                  <a:pt x="918049" y="154529"/>
                </a:lnTo>
                <a:close/>
                <a:moveTo>
                  <a:pt x="938540" y="151865"/>
                </a:moveTo>
                <a:lnTo>
                  <a:pt x="941038" y="151865"/>
                </a:lnTo>
                <a:lnTo>
                  <a:pt x="941038" y="154529"/>
                </a:lnTo>
                <a:lnTo>
                  <a:pt x="938540" y="154529"/>
                </a:lnTo>
                <a:close/>
                <a:moveTo>
                  <a:pt x="963528" y="153641"/>
                </a:moveTo>
                <a:lnTo>
                  <a:pt x="965027" y="153641"/>
                </a:lnTo>
                <a:lnTo>
                  <a:pt x="965027" y="154529"/>
                </a:lnTo>
                <a:lnTo>
                  <a:pt x="963528" y="154529"/>
                </a:lnTo>
                <a:close/>
                <a:moveTo>
                  <a:pt x="925046" y="153641"/>
                </a:moveTo>
                <a:lnTo>
                  <a:pt x="926545" y="153641"/>
                </a:lnTo>
                <a:lnTo>
                  <a:pt x="926545" y="154529"/>
                </a:lnTo>
                <a:lnTo>
                  <a:pt x="925046" y="154529"/>
                </a:lnTo>
                <a:close/>
                <a:moveTo>
                  <a:pt x="956531" y="153641"/>
                </a:moveTo>
                <a:lnTo>
                  <a:pt x="958530" y="153641"/>
                </a:lnTo>
                <a:lnTo>
                  <a:pt x="958530" y="154529"/>
                </a:lnTo>
                <a:lnTo>
                  <a:pt x="956531" y="154529"/>
                </a:lnTo>
                <a:close/>
                <a:moveTo>
                  <a:pt x="953033" y="153641"/>
                </a:moveTo>
                <a:lnTo>
                  <a:pt x="955032" y="153641"/>
                </a:lnTo>
                <a:lnTo>
                  <a:pt x="955032" y="154529"/>
                </a:lnTo>
                <a:lnTo>
                  <a:pt x="953033" y="154529"/>
                </a:lnTo>
                <a:close/>
                <a:moveTo>
                  <a:pt x="690159" y="153641"/>
                </a:moveTo>
                <a:lnTo>
                  <a:pt x="895560" y="153641"/>
                </a:lnTo>
                <a:lnTo>
                  <a:pt x="895560" y="154529"/>
                </a:lnTo>
                <a:lnTo>
                  <a:pt x="690159" y="154529"/>
                </a:lnTo>
                <a:close/>
                <a:moveTo>
                  <a:pt x="690159" y="154529"/>
                </a:moveTo>
                <a:lnTo>
                  <a:pt x="1000000" y="154529"/>
                </a:lnTo>
                <a:lnTo>
                  <a:pt x="1000000" y="195382"/>
                </a:lnTo>
                <a:lnTo>
                  <a:pt x="690159" y="195382"/>
                </a:lnTo>
                <a:close/>
              </a:path>
            </a:pathLst>
          </a:custGeom>
          <a:solidFill>
            <a:srgbClr val="082B49"/>
          </a:solidFill>
          <a:ln>
            <a:noFill/>
          </a:ln>
        </p:spPr>
      </p:sp>
      <p:sp>
        <p:nvSpPr>
          <p:cNvPr id="39" name="Kimate circled colour correction 39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7122" y="66607"/>
                </a:moveTo>
                <a:lnTo>
                  <a:pt x="767622" y="66607"/>
                </a:lnTo>
                <a:lnTo>
                  <a:pt x="767622" y="67496"/>
                </a:lnTo>
                <a:lnTo>
                  <a:pt x="767122" y="67496"/>
                </a:lnTo>
                <a:close/>
                <a:moveTo>
                  <a:pt x="763623" y="66607"/>
                </a:moveTo>
                <a:lnTo>
                  <a:pt x="764123" y="66607"/>
                </a:lnTo>
                <a:lnTo>
                  <a:pt x="764123" y="67496"/>
                </a:lnTo>
                <a:lnTo>
                  <a:pt x="763623" y="67496"/>
                </a:lnTo>
                <a:close/>
                <a:moveTo>
                  <a:pt x="730140" y="66607"/>
                </a:moveTo>
                <a:lnTo>
                  <a:pt x="730639" y="66607"/>
                </a:lnTo>
                <a:lnTo>
                  <a:pt x="730639" y="67496"/>
                </a:lnTo>
                <a:lnTo>
                  <a:pt x="730140" y="67496"/>
                </a:lnTo>
                <a:close/>
                <a:moveTo>
                  <a:pt x="729140" y="67496"/>
                </a:moveTo>
                <a:lnTo>
                  <a:pt x="729640" y="67496"/>
                </a:lnTo>
                <a:lnTo>
                  <a:pt x="729640" y="68384"/>
                </a:lnTo>
                <a:lnTo>
                  <a:pt x="729140" y="68384"/>
                </a:lnTo>
                <a:close/>
                <a:moveTo>
                  <a:pt x="733138" y="67496"/>
                </a:moveTo>
                <a:lnTo>
                  <a:pt x="733638" y="67496"/>
                </a:lnTo>
                <a:lnTo>
                  <a:pt x="733638" y="69272"/>
                </a:lnTo>
                <a:lnTo>
                  <a:pt x="733138" y="69272"/>
                </a:lnTo>
                <a:close/>
                <a:moveTo>
                  <a:pt x="758126" y="71048"/>
                </a:moveTo>
                <a:lnTo>
                  <a:pt x="758626" y="71048"/>
                </a:lnTo>
                <a:lnTo>
                  <a:pt x="758626" y="71936"/>
                </a:lnTo>
                <a:lnTo>
                  <a:pt x="758126" y="71936"/>
                </a:lnTo>
                <a:close/>
                <a:moveTo>
                  <a:pt x="764623" y="71048"/>
                </a:moveTo>
                <a:lnTo>
                  <a:pt x="765123" y="71048"/>
                </a:lnTo>
                <a:lnTo>
                  <a:pt x="765123" y="71936"/>
                </a:lnTo>
                <a:lnTo>
                  <a:pt x="764623" y="71936"/>
                </a:lnTo>
                <a:close/>
                <a:moveTo>
                  <a:pt x="764123" y="71936"/>
                </a:moveTo>
                <a:lnTo>
                  <a:pt x="765123" y="71936"/>
                </a:lnTo>
                <a:lnTo>
                  <a:pt x="765123" y="72824"/>
                </a:lnTo>
                <a:lnTo>
                  <a:pt x="764123" y="72824"/>
                </a:lnTo>
                <a:close/>
                <a:moveTo>
                  <a:pt x="726641" y="71936"/>
                </a:moveTo>
                <a:lnTo>
                  <a:pt x="727141" y="71936"/>
                </a:lnTo>
                <a:lnTo>
                  <a:pt x="727141" y="72824"/>
                </a:lnTo>
                <a:lnTo>
                  <a:pt x="726641" y="72824"/>
                </a:lnTo>
                <a:close/>
                <a:moveTo>
                  <a:pt x="756127" y="72824"/>
                </a:moveTo>
                <a:lnTo>
                  <a:pt x="756627" y="72824"/>
                </a:lnTo>
                <a:lnTo>
                  <a:pt x="756627" y="73712"/>
                </a:lnTo>
                <a:lnTo>
                  <a:pt x="756127" y="73712"/>
                </a:lnTo>
                <a:close/>
                <a:moveTo>
                  <a:pt x="731639" y="72824"/>
                </a:moveTo>
                <a:lnTo>
                  <a:pt x="732139" y="72824"/>
                </a:lnTo>
                <a:lnTo>
                  <a:pt x="732139" y="73712"/>
                </a:lnTo>
                <a:lnTo>
                  <a:pt x="731639" y="73712"/>
                </a:lnTo>
                <a:close/>
                <a:moveTo>
                  <a:pt x="768121" y="73712"/>
                </a:moveTo>
                <a:lnTo>
                  <a:pt x="768621" y="73712"/>
                </a:lnTo>
                <a:lnTo>
                  <a:pt x="768621" y="74600"/>
                </a:lnTo>
                <a:lnTo>
                  <a:pt x="768121" y="74600"/>
                </a:lnTo>
                <a:close/>
                <a:moveTo>
                  <a:pt x="755627" y="73712"/>
                </a:moveTo>
                <a:lnTo>
                  <a:pt x="756127" y="73712"/>
                </a:lnTo>
                <a:lnTo>
                  <a:pt x="756127" y="74600"/>
                </a:lnTo>
                <a:lnTo>
                  <a:pt x="755627" y="74600"/>
                </a:lnTo>
                <a:close/>
                <a:moveTo>
                  <a:pt x="762624" y="74600"/>
                </a:moveTo>
                <a:lnTo>
                  <a:pt x="763124" y="74600"/>
                </a:lnTo>
                <a:lnTo>
                  <a:pt x="763124" y="75488"/>
                </a:lnTo>
                <a:lnTo>
                  <a:pt x="762624" y="75488"/>
                </a:lnTo>
                <a:close/>
                <a:moveTo>
                  <a:pt x="763124" y="76377"/>
                </a:moveTo>
                <a:lnTo>
                  <a:pt x="763623" y="76377"/>
                </a:lnTo>
                <a:lnTo>
                  <a:pt x="763623" y="77265"/>
                </a:lnTo>
                <a:lnTo>
                  <a:pt x="763124" y="77265"/>
                </a:lnTo>
                <a:close/>
                <a:moveTo>
                  <a:pt x="766622" y="79041"/>
                </a:moveTo>
                <a:lnTo>
                  <a:pt x="767122" y="79041"/>
                </a:lnTo>
                <a:lnTo>
                  <a:pt x="767122" y="79929"/>
                </a:lnTo>
                <a:lnTo>
                  <a:pt x="766622" y="79929"/>
                </a:lnTo>
                <a:close/>
                <a:moveTo>
                  <a:pt x="845084" y="79929"/>
                </a:moveTo>
                <a:lnTo>
                  <a:pt x="845584" y="79929"/>
                </a:lnTo>
                <a:lnTo>
                  <a:pt x="845584" y="80817"/>
                </a:lnTo>
                <a:lnTo>
                  <a:pt x="845084" y="80817"/>
                </a:lnTo>
                <a:close/>
                <a:moveTo>
                  <a:pt x="734637" y="79929"/>
                </a:moveTo>
                <a:lnTo>
                  <a:pt x="735137" y="79929"/>
                </a:lnTo>
                <a:lnTo>
                  <a:pt x="735137" y="80817"/>
                </a:lnTo>
                <a:lnTo>
                  <a:pt x="734637" y="80817"/>
                </a:lnTo>
                <a:close/>
                <a:moveTo>
                  <a:pt x="735137" y="80817"/>
                </a:moveTo>
                <a:lnTo>
                  <a:pt x="735637" y="80817"/>
                </a:lnTo>
                <a:lnTo>
                  <a:pt x="735637" y="81705"/>
                </a:lnTo>
                <a:lnTo>
                  <a:pt x="735137" y="81705"/>
                </a:lnTo>
                <a:close/>
                <a:moveTo>
                  <a:pt x="769621" y="81705"/>
                </a:moveTo>
                <a:lnTo>
                  <a:pt x="770120" y="81705"/>
                </a:lnTo>
                <a:lnTo>
                  <a:pt x="770120" y="82593"/>
                </a:lnTo>
                <a:lnTo>
                  <a:pt x="769621" y="82593"/>
                </a:lnTo>
                <a:close/>
                <a:moveTo>
                  <a:pt x="742634" y="81705"/>
                </a:moveTo>
                <a:lnTo>
                  <a:pt x="743133" y="81705"/>
                </a:lnTo>
                <a:lnTo>
                  <a:pt x="743133" y="82593"/>
                </a:lnTo>
                <a:lnTo>
                  <a:pt x="742634" y="82593"/>
                </a:lnTo>
                <a:close/>
                <a:moveTo>
                  <a:pt x="857079" y="81705"/>
                </a:moveTo>
                <a:lnTo>
                  <a:pt x="857578" y="81705"/>
                </a:lnTo>
                <a:lnTo>
                  <a:pt x="857578" y="82593"/>
                </a:lnTo>
                <a:lnTo>
                  <a:pt x="857079" y="82593"/>
                </a:lnTo>
                <a:close/>
                <a:moveTo>
                  <a:pt x="941038" y="82593"/>
                </a:moveTo>
                <a:lnTo>
                  <a:pt x="941538" y="82593"/>
                </a:lnTo>
                <a:lnTo>
                  <a:pt x="941538" y="83481"/>
                </a:lnTo>
                <a:lnTo>
                  <a:pt x="941038" y="83481"/>
                </a:lnTo>
                <a:close/>
                <a:moveTo>
                  <a:pt x="931043" y="82593"/>
                </a:moveTo>
                <a:lnTo>
                  <a:pt x="931543" y="82593"/>
                </a:lnTo>
                <a:lnTo>
                  <a:pt x="931543" y="83481"/>
                </a:lnTo>
                <a:lnTo>
                  <a:pt x="931043" y="83481"/>
                </a:lnTo>
                <a:close/>
                <a:moveTo>
                  <a:pt x="742134" y="82593"/>
                </a:moveTo>
                <a:lnTo>
                  <a:pt x="742634" y="82593"/>
                </a:lnTo>
                <a:lnTo>
                  <a:pt x="742634" y="83481"/>
                </a:lnTo>
                <a:lnTo>
                  <a:pt x="742134" y="83481"/>
                </a:lnTo>
                <a:close/>
                <a:moveTo>
                  <a:pt x="765123" y="83481"/>
                </a:moveTo>
                <a:lnTo>
                  <a:pt x="765623" y="83481"/>
                </a:lnTo>
                <a:lnTo>
                  <a:pt x="765623" y="84369"/>
                </a:lnTo>
                <a:lnTo>
                  <a:pt x="765123" y="84369"/>
                </a:lnTo>
                <a:close/>
                <a:moveTo>
                  <a:pt x="775118" y="83481"/>
                </a:moveTo>
                <a:lnTo>
                  <a:pt x="775618" y="83481"/>
                </a:lnTo>
                <a:lnTo>
                  <a:pt x="775618" y="84369"/>
                </a:lnTo>
                <a:lnTo>
                  <a:pt x="775118" y="84369"/>
                </a:lnTo>
                <a:close/>
                <a:moveTo>
                  <a:pt x="736137" y="83481"/>
                </a:moveTo>
                <a:lnTo>
                  <a:pt x="736636" y="83481"/>
                </a:lnTo>
                <a:lnTo>
                  <a:pt x="736636" y="84369"/>
                </a:lnTo>
                <a:lnTo>
                  <a:pt x="736137" y="84369"/>
                </a:lnTo>
                <a:close/>
                <a:moveTo>
                  <a:pt x="739135" y="83481"/>
                </a:moveTo>
                <a:lnTo>
                  <a:pt x="739635" y="83481"/>
                </a:lnTo>
                <a:lnTo>
                  <a:pt x="739635" y="84369"/>
                </a:lnTo>
                <a:lnTo>
                  <a:pt x="739135" y="84369"/>
                </a:lnTo>
                <a:close/>
                <a:moveTo>
                  <a:pt x="858078" y="84369"/>
                </a:moveTo>
                <a:lnTo>
                  <a:pt x="858578" y="84369"/>
                </a:lnTo>
                <a:lnTo>
                  <a:pt x="858578" y="85258"/>
                </a:lnTo>
                <a:lnTo>
                  <a:pt x="858078" y="85258"/>
                </a:lnTo>
                <a:close/>
                <a:moveTo>
                  <a:pt x="731139" y="84369"/>
                </a:moveTo>
                <a:lnTo>
                  <a:pt x="731639" y="84369"/>
                </a:lnTo>
                <a:lnTo>
                  <a:pt x="731639" y="85258"/>
                </a:lnTo>
                <a:lnTo>
                  <a:pt x="731139" y="85258"/>
                </a:lnTo>
                <a:close/>
                <a:moveTo>
                  <a:pt x="929544" y="85258"/>
                </a:moveTo>
                <a:lnTo>
                  <a:pt x="930044" y="85258"/>
                </a:lnTo>
                <a:lnTo>
                  <a:pt x="930044" y="86146"/>
                </a:lnTo>
                <a:lnTo>
                  <a:pt x="929544" y="86146"/>
                </a:lnTo>
                <a:close/>
                <a:moveTo>
                  <a:pt x="752129" y="85258"/>
                </a:moveTo>
                <a:lnTo>
                  <a:pt x="752629" y="85258"/>
                </a:lnTo>
                <a:lnTo>
                  <a:pt x="752629" y="86146"/>
                </a:lnTo>
                <a:lnTo>
                  <a:pt x="752129" y="86146"/>
                </a:lnTo>
                <a:close/>
                <a:moveTo>
                  <a:pt x="835089" y="85258"/>
                </a:moveTo>
                <a:lnTo>
                  <a:pt x="835589" y="85258"/>
                </a:lnTo>
                <a:lnTo>
                  <a:pt x="835589" y="86146"/>
                </a:lnTo>
                <a:lnTo>
                  <a:pt x="835089" y="86146"/>
                </a:lnTo>
                <a:close/>
                <a:moveTo>
                  <a:pt x="860077" y="86146"/>
                </a:moveTo>
                <a:lnTo>
                  <a:pt x="860577" y="86146"/>
                </a:lnTo>
                <a:lnTo>
                  <a:pt x="860577" y="87034"/>
                </a:lnTo>
                <a:lnTo>
                  <a:pt x="860077" y="87034"/>
                </a:lnTo>
                <a:close/>
                <a:moveTo>
                  <a:pt x="943037" y="86146"/>
                </a:moveTo>
                <a:lnTo>
                  <a:pt x="943537" y="86146"/>
                </a:lnTo>
                <a:lnTo>
                  <a:pt x="943537" y="87034"/>
                </a:lnTo>
                <a:lnTo>
                  <a:pt x="943037" y="87034"/>
                </a:lnTo>
                <a:close/>
                <a:moveTo>
                  <a:pt x="745632" y="86146"/>
                </a:moveTo>
                <a:lnTo>
                  <a:pt x="746132" y="86146"/>
                </a:lnTo>
                <a:lnTo>
                  <a:pt x="746132" y="87034"/>
                </a:lnTo>
                <a:lnTo>
                  <a:pt x="745632" y="87034"/>
                </a:lnTo>
                <a:close/>
                <a:moveTo>
                  <a:pt x="762624" y="86146"/>
                </a:moveTo>
                <a:lnTo>
                  <a:pt x="763124" y="86146"/>
                </a:lnTo>
                <a:lnTo>
                  <a:pt x="763124" y="87034"/>
                </a:lnTo>
                <a:lnTo>
                  <a:pt x="762624" y="87034"/>
                </a:lnTo>
                <a:close/>
                <a:moveTo>
                  <a:pt x="764623" y="86146"/>
                </a:moveTo>
                <a:lnTo>
                  <a:pt x="765123" y="86146"/>
                </a:lnTo>
                <a:lnTo>
                  <a:pt x="765123" y="87034"/>
                </a:lnTo>
                <a:lnTo>
                  <a:pt x="764623" y="87034"/>
                </a:lnTo>
                <a:close/>
                <a:moveTo>
                  <a:pt x="861077" y="87034"/>
                </a:moveTo>
                <a:lnTo>
                  <a:pt x="861576" y="87034"/>
                </a:lnTo>
                <a:lnTo>
                  <a:pt x="861576" y="87922"/>
                </a:lnTo>
                <a:lnTo>
                  <a:pt x="861077" y="87922"/>
                </a:lnTo>
                <a:close/>
                <a:moveTo>
                  <a:pt x="830591" y="87034"/>
                </a:moveTo>
                <a:lnTo>
                  <a:pt x="831091" y="87034"/>
                </a:lnTo>
                <a:lnTo>
                  <a:pt x="831091" y="87922"/>
                </a:lnTo>
                <a:lnTo>
                  <a:pt x="830591" y="87922"/>
                </a:lnTo>
                <a:close/>
                <a:moveTo>
                  <a:pt x="964527" y="87034"/>
                </a:moveTo>
                <a:lnTo>
                  <a:pt x="965027" y="87034"/>
                </a:lnTo>
                <a:lnTo>
                  <a:pt x="965027" y="87922"/>
                </a:lnTo>
                <a:lnTo>
                  <a:pt x="964527" y="87922"/>
                </a:lnTo>
                <a:close/>
                <a:moveTo>
                  <a:pt x="928544" y="87922"/>
                </a:moveTo>
                <a:lnTo>
                  <a:pt x="929044" y="87922"/>
                </a:lnTo>
                <a:lnTo>
                  <a:pt x="929044" y="88810"/>
                </a:lnTo>
                <a:lnTo>
                  <a:pt x="928544" y="88810"/>
                </a:lnTo>
                <a:close/>
                <a:moveTo>
                  <a:pt x="965527" y="87922"/>
                </a:moveTo>
                <a:lnTo>
                  <a:pt x="966026" y="87922"/>
                </a:lnTo>
                <a:lnTo>
                  <a:pt x="966026" y="88810"/>
                </a:lnTo>
                <a:lnTo>
                  <a:pt x="965527" y="88810"/>
                </a:lnTo>
                <a:close/>
                <a:moveTo>
                  <a:pt x="761624" y="87922"/>
                </a:moveTo>
                <a:lnTo>
                  <a:pt x="762124" y="87922"/>
                </a:lnTo>
                <a:lnTo>
                  <a:pt x="762124" y="88810"/>
                </a:lnTo>
                <a:lnTo>
                  <a:pt x="761624" y="88810"/>
                </a:lnTo>
                <a:close/>
                <a:moveTo>
                  <a:pt x="829592" y="87922"/>
                </a:moveTo>
                <a:lnTo>
                  <a:pt x="830092" y="87922"/>
                </a:lnTo>
                <a:lnTo>
                  <a:pt x="830092" y="88810"/>
                </a:lnTo>
                <a:lnTo>
                  <a:pt x="829592" y="88810"/>
                </a:lnTo>
                <a:close/>
                <a:moveTo>
                  <a:pt x="749130" y="87922"/>
                </a:moveTo>
                <a:lnTo>
                  <a:pt x="749630" y="87922"/>
                </a:lnTo>
                <a:lnTo>
                  <a:pt x="749630" y="88810"/>
                </a:lnTo>
                <a:lnTo>
                  <a:pt x="749130" y="88810"/>
                </a:lnTo>
                <a:close/>
                <a:moveTo>
                  <a:pt x="777117" y="88810"/>
                </a:moveTo>
                <a:lnTo>
                  <a:pt x="777617" y="88810"/>
                </a:lnTo>
                <a:lnTo>
                  <a:pt x="777617" y="89698"/>
                </a:lnTo>
                <a:lnTo>
                  <a:pt x="777117" y="89698"/>
                </a:lnTo>
                <a:close/>
                <a:moveTo>
                  <a:pt x="741634" y="88810"/>
                </a:moveTo>
                <a:lnTo>
                  <a:pt x="742134" y="88810"/>
                </a:lnTo>
                <a:lnTo>
                  <a:pt x="742134" y="89698"/>
                </a:lnTo>
                <a:lnTo>
                  <a:pt x="741634" y="89698"/>
                </a:lnTo>
                <a:close/>
                <a:moveTo>
                  <a:pt x="772119" y="88810"/>
                </a:moveTo>
                <a:lnTo>
                  <a:pt x="772619" y="88810"/>
                </a:lnTo>
                <a:lnTo>
                  <a:pt x="772619" y="89698"/>
                </a:lnTo>
                <a:lnTo>
                  <a:pt x="772119" y="89698"/>
                </a:lnTo>
                <a:close/>
                <a:moveTo>
                  <a:pt x="837088" y="88810"/>
                </a:moveTo>
                <a:lnTo>
                  <a:pt x="837588" y="88810"/>
                </a:lnTo>
                <a:lnTo>
                  <a:pt x="837588" y="89698"/>
                </a:lnTo>
                <a:lnTo>
                  <a:pt x="837088" y="89698"/>
                </a:lnTo>
                <a:close/>
                <a:moveTo>
                  <a:pt x="828592" y="88810"/>
                </a:moveTo>
                <a:lnTo>
                  <a:pt x="829092" y="88810"/>
                </a:lnTo>
                <a:lnTo>
                  <a:pt x="829092" y="89698"/>
                </a:lnTo>
                <a:lnTo>
                  <a:pt x="828592" y="89698"/>
                </a:lnTo>
                <a:close/>
                <a:moveTo>
                  <a:pt x="819597" y="89698"/>
                </a:moveTo>
                <a:lnTo>
                  <a:pt x="820096" y="89698"/>
                </a:lnTo>
                <a:lnTo>
                  <a:pt x="820096" y="90586"/>
                </a:lnTo>
                <a:lnTo>
                  <a:pt x="819597" y="90586"/>
                </a:lnTo>
                <a:close/>
                <a:moveTo>
                  <a:pt x="865075" y="89698"/>
                </a:moveTo>
                <a:lnTo>
                  <a:pt x="865575" y="89698"/>
                </a:lnTo>
                <a:lnTo>
                  <a:pt x="865575" y="90586"/>
                </a:lnTo>
                <a:lnTo>
                  <a:pt x="865075" y="90586"/>
                </a:lnTo>
                <a:close/>
                <a:moveTo>
                  <a:pt x="838587" y="89698"/>
                </a:moveTo>
                <a:lnTo>
                  <a:pt x="839087" y="89698"/>
                </a:lnTo>
                <a:lnTo>
                  <a:pt x="839087" y="90586"/>
                </a:lnTo>
                <a:lnTo>
                  <a:pt x="838587" y="90586"/>
                </a:lnTo>
                <a:close/>
                <a:moveTo>
                  <a:pt x="944037" y="89698"/>
                </a:moveTo>
                <a:lnTo>
                  <a:pt x="944537" y="89698"/>
                </a:lnTo>
                <a:lnTo>
                  <a:pt x="944537" y="90586"/>
                </a:lnTo>
                <a:lnTo>
                  <a:pt x="944037" y="90586"/>
                </a:lnTo>
                <a:close/>
                <a:moveTo>
                  <a:pt x="836089" y="89698"/>
                </a:moveTo>
                <a:lnTo>
                  <a:pt x="836588" y="89698"/>
                </a:lnTo>
                <a:lnTo>
                  <a:pt x="836588" y="90586"/>
                </a:lnTo>
                <a:lnTo>
                  <a:pt x="836089" y="90586"/>
                </a:lnTo>
                <a:close/>
                <a:moveTo>
                  <a:pt x="761125" y="89698"/>
                </a:moveTo>
                <a:lnTo>
                  <a:pt x="761624" y="89698"/>
                </a:lnTo>
                <a:lnTo>
                  <a:pt x="761624" y="90586"/>
                </a:lnTo>
                <a:lnTo>
                  <a:pt x="761125" y="90586"/>
                </a:lnTo>
                <a:close/>
                <a:moveTo>
                  <a:pt x="827593" y="89698"/>
                </a:moveTo>
                <a:lnTo>
                  <a:pt x="828093" y="89698"/>
                </a:lnTo>
                <a:lnTo>
                  <a:pt x="828093" y="90586"/>
                </a:lnTo>
                <a:lnTo>
                  <a:pt x="827593" y="90586"/>
                </a:lnTo>
                <a:close/>
                <a:moveTo>
                  <a:pt x="774618" y="90586"/>
                </a:moveTo>
                <a:lnTo>
                  <a:pt x="775118" y="90586"/>
                </a:lnTo>
                <a:lnTo>
                  <a:pt x="775118" y="91474"/>
                </a:lnTo>
                <a:lnTo>
                  <a:pt x="774618" y="91474"/>
                </a:lnTo>
                <a:close/>
                <a:moveTo>
                  <a:pt x="826593" y="90586"/>
                </a:moveTo>
                <a:lnTo>
                  <a:pt x="827093" y="90586"/>
                </a:lnTo>
                <a:lnTo>
                  <a:pt x="827093" y="91474"/>
                </a:lnTo>
                <a:lnTo>
                  <a:pt x="826593" y="91474"/>
                </a:lnTo>
                <a:close/>
                <a:moveTo>
                  <a:pt x="864075" y="90586"/>
                </a:moveTo>
                <a:lnTo>
                  <a:pt x="864575" y="90586"/>
                </a:lnTo>
                <a:lnTo>
                  <a:pt x="864575" y="91474"/>
                </a:lnTo>
                <a:lnTo>
                  <a:pt x="864075" y="91474"/>
                </a:lnTo>
                <a:close/>
                <a:moveTo>
                  <a:pt x="760625" y="91474"/>
                </a:moveTo>
                <a:lnTo>
                  <a:pt x="761125" y="91474"/>
                </a:lnTo>
                <a:lnTo>
                  <a:pt x="761125" y="92362"/>
                </a:lnTo>
                <a:lnTo>
                  <a:pt x="760625" y="92362"/>
                </a:lnTo>
                <a:close/>
                <a:moveTo>
                  <a:pt x="766622" y="91474"/>
                </a:moveTo>
                <a:lnTo>
                  <a:pt x="767122" y="91474"/>
                </a:lnTo>
                <a:lnTo>
                  <a:pt x="767122" y="92362"/>
                </a:lnTo>
                <a:lnTo>
                  <a:pt x="766622" y="92362"/>
                </a:lnTo>
                <a:close/>
                <a:moveTo>
                  <a:pt x="825594" y="91474"/>
                </a:moveTo>
                <a:lnTo>
                  <a:pt x="826093" y="91474"/>
                </a:lnTo>
                <a:lnTo>
                  <a:pt x="826093" y="92362"/>
                </a:lnTo>
                <a:lnTo>
                  <a:pt x="825594" y="92362"/>
                </a:lnTo>
                <a:close/>
                <a:moveTo>
                  <a:pt x="835589" y="92362"/>
                </a:moveTo>
                <a:lnTo>
                  <a:pt x="836089" y="92362"/>
                </a:lnTo>
                <a:lnTo>
                  <a:pt x="836089" y="93250"/>
                </a:lnTo>
                <a:lnTo>
                  <a:pt x="835589" y="93250"/>
                </a:lnTo>
                <a:close/>
                <a:moveTo>
                  <a:pt x="935541" y="92362"/>
                </a:moveTo>
                <a:lnTo>
                  <a:pt x="936041" y="92362"/>
                </a:lnTo>
                <a:lnTo>
                  <a:pt x="936041" y="93250"/>
                </a:lnTo>
                <a:lnTo>
                  <a:pt x="935541" y="93250"/>
                </a:lnTo>
                <a:close/>
                <a:moveTo>
                  <a:pt x="936540" y="92362"/>
                </a:moveTo>
                <a:lnTo>
                  <a:pt x="937040" y="92362"/>
                </a:lnTo>
                <a:lnTo>
                  <a:pt x="937040" y="93250"/>
                </a:lnTo>
                <a:lnTo>
                  <a:pt x="936540" y="93250"/>
                </a:lnTo>
                <a:close/>
                <a:moveTo>
                  <a:pt x="834090" y="92362"/>
                </a:moveTo>
                <a:lnTo>
                  <a:pt x="834589" y="92362"/>
                </a:lnTo>
                <a:lnTo>
                  <a:pt x="834589" y="93250"/>
                </a:lnTo>
                <a:lnTo>
                  <a:pt x="834090" y="93250"/>
                </a:lnTo>
                <a:close/>
                <a:moveTo>
                  <a:pt x="866574" y="92362"/>
                </a:moveTo>
                <a:lnTo>
                  <a:pt x="867074" y="92362"/>
                </a:lnTo>
                <a:lnTo>
                  <a:pt x="867074" y="93250"/>
                </a:lnTo>
                <a:lnTo>
                  <a:pt x="866574" y="93250"/>
                </a:lnTo>
                <a:close/>
                <a:moveTo>
                  <a:pt x="773619" y="93250"/>
                </a:moveTo>
                <a:lnTo>
                  <a:pt x="774118" y="93250"/>
                </a:lnTo>
                <a:lnTo>
                  <a:pt x="774118" y="94139"/>
                </a:lnTo>
                <a:lnTo>
                  <a:pt x="773619" y="94139"/>
                </a:lnTo>
                <a:close/>
                <a:moveTo>
                  <a:pt x="820596" y="93250"/>
                </a:moveTo>
                <a:lnTo>
                  <a:pt x="821096" y="93250"/>
                </a:lnTo>
                <a:lnTo>
                  <a:pt x="821096" y="94139"/>
                </a:lnTo>
                <a:lnTo>
                  <a:pt x="820596" y="94139"/>
                </a:lnTo>
                <a:close/>
                <a:moveTo>
                  <a:pt x="741134" y="93250"/>
                </a:moveTo>
                <a:lnTo>
                  <a:pt x="741634" y="93250"/>
                </a:lnTo>
                <a:lnTo>
                  <a:pt x="741634" y="94139"/>
                </a:lnTo>
                <a:lnTo>
                  <a:pt x="741134" y="94139"/>
                </a:lnTo>
                <a:close/>
                <a:moveTo>
                  <a:pt x="867074" y="93250"/>
                </a:moveTo>
                <a:lnTo>
                  <a:pt x="867574" y="93250"/>
                </a:lnTo>
                <a:lnTo>
                  <a:pt x="867574" y="94139"/>
                </a:lnTo>
                <a:lnTo>
                  <a:pt x="867074" y="94139"/>
                </a:lnTo>
                <a:close/>
                <a:moveTo>
                  <a:pt x="768121" y="93250"/>
                </a:moveTo>
                <a:lnTo>
                  <a:pt x="768621" y="93250"/>
                </a:lnTo>
                <a:lnTo>
                  <a:pt x="768621" y="94139"/>
                </a:lnTo>
                <a:lnTo>
                  <a:pt x="768121" y="94139"/>
                </a:lnTo>
                <a:close/>
                <a:moveTo>
                  <a:pt x="760125" y="94139"/>
                </a:moveTo>
                <a:lnTo>
                  <a:pt x="760625" y="94139"/>
                </a:lnTo>
                <a:lnTo>
                  <a:pt x="760625" y="95027"/>
                </a:lnTo>
                <a:lnTo>
                  <a:pt x="760125" y="95027"/>
                </a:lnTo>
                <a:close/>
                <a:moveTo>
                  <a:pt x="726141" y="94139"/>
                </a:moveTo>
                <a:lnTo>
                  <a:pt x="726641" y="94139"/>
                </a:lnTo>
                <a:lnTo>
                  <a:pt x="726641" y="95027"/>
                </a:lnTo>
                <a:lnTo>
                  <a:pt x="726141" y="95027"/>
                </a:lnTo>
                <a:close/>
                <a:moveTo>
                  <a:pt x="773119" y="94139"/>
                </a:moveTo>
                <a:lnTo>
                  <a:pt x="773619" y="94139"/>
                </a:lnTo>
                <a:lnTo>
                  <a:pt x="773619" y="95027"/>
                </a:lnTo>
                <a:lnTo>
                  <a:pt x="773119" y="95027"/>
                </a:lnTo>
                <a:close/>
                <a:moveTo>
                  <a:pt x="969025" y="94139"/>
                </a:moveTo>
                <a:lnTo>
                  <a:pt x="969525" y="94139"/>
                </a:lnTo>
                <a:lnTo>
                  <a:pt x="969525" y="95027"/>
                </a:lnTo>
                <a:lnTo>
                  <a:pt x="969025" y="95027"/>
                </a:lnTo>
                <a:close/>
                <a:moveTo>
                  <a:pt x="866574" y="95027"/>
                </a:moveTo>
                <a:lnTo>
                  <a:pt x="867074" y="95027"/>
                </a:lnTo>
                <a:lnTo>
                  <a:pt x="867074" y="95915"/>
                </a:lnTo>
                <a:lnTo>
                  <a:pt x="866574" y="95915"/>
                </a:lnTo>
                <a:close/>
                <a:moveTo>
                  <a:pt x="969525" y="95915"/>
                </a:moveTo>
                <a:lnTo>
                  <a:pt x="970024" y="95915"/>
                </a:lnTo>
                <a:lnTo>
                  <a:pt x="970024" y="96803"/>
                </a:lnTo>
                <a:lnTo>
                  <a:pt x="969525" y="96803"/>
                </a:lnTo>
                <a:close/>
                <a:moveTo>
                  <a:pt x="867074" y="95915"/>
                </a:moveTo>
                <a:lnTo>
                  <a:pt x="867574" y="95915"/>
                </a:lnTo>
                <a:lnTo>
                  <a:pt x="867574" y="96803"/>
                </a:lnTo>
                <a:lnTo>
                  <a:pt x="867074" y="96803"/>
                </a:lnTo>
                <a:close/>
                <a:moveTo>
                  <a:pt x="836089" y="95915"/>
                </a:moveTo>
                <a:lnTo>
                  <a:pt x="836588" y="95915"/>
                </a:lnTo>
                <a:lnTo>
                  <a:pt x="836588" y="96803"/>
                </a:lnTo>
                <a:lnTo>
                  <a:pt x="836089" y="96803"/>
                </a:lnTo>
                <a:close/>
                <a:moveTo>
                  <a:pt x="816098" y="95915"/>
                </a:moveTo>
                <a:lnTo>
                  <a:pt x="816598" y="95915"/>
                </a:lnTo>
                <a:lnTo>
                  <a:pt x="816598" y="96803"/>
                </a:lnTo>
                <a:lnTo>
                  <a:pt x="816098" y="96803"/>
                </a:lnTo>
                <a:close/>
                <a:moveTo>
                  <a:pt x="761125" y="96803"/>
                </a:moveTo>
                <a:lnTo>
                  <a:pt x="761624" y="96803"/>
                </a:lnTo>
                <a:lnTo>
                  <a:pt x="761624" y="97691"/>
                </a:lnTo>
                <a:lnTo>
                  <a:pt x="761125" y="97691"/>
                </a:lnTo>
                <a:close/>
                <a:moveTo>
                  <a:pt x="839087" y="97691"/>
                </a:moveTo>
                <a:lnTo>
                  <a:pt x="839587" y="97691"/>
                </a:lnTo>
                <a:lnTo>
                  <a:pt x="839587" y="98579"/>
                </a:lnTo>
                <a:lnTo>
                  <a:pt x="839087" y="98579"/>
                </a:lnTo>
                <a:close/>
                <a:moveTo>
                  <a:pt x="835589" y="98579"/>
                </a:moveTo>
                <a:lnTo>
                  <a:pt x="836089" y="98579"/>
                </a:lnTo>
                <a:lnTo>
                  <a:pt x="836089" y="99467"/>
                </a:lnTo>
                <a:lnTo>
                  <a:pt x="835589" y="99467"/>
                </a:lnTo>
                <a:close/>
                <a:moveTo>
                  <a:pt x="816598" y="98579"/>
                </a:moveTo>
                <a:lnTo>
                  <a:pt x="817098" y="98579"/>
                </a:lnTo>
                <a:lnTo>
                  <a:pt x="817098" y="99467"/>
                </a:lnTo>
                <a:lnTo>
                  <a:pt x="816598" y="99467"/>
                </a:lnTo>
                <a:close/>
                <a:moveTo>
                  <a:pt x="744633" y="98579"/>
                </a:moveTo>
                <a:lnTo>
                  <a:pt x="745132" y="98579"/>
                </a:lnTo>
                <a:lnTo>
                  <a:pt x="745132" y="99467"/>
                </a:lnTo>
                <a:lnTo>
                  <a:pt x="744633" y="99467"/>
                </a:lnTo>
                <a:close/>
                <a:moveTo>
                  <a:pt x="928045" y="99467"/>
                </a:moveTo>
                <a:lnTo>
                  <a:pt x="928544" y="99467"/>
                </a:lnTo>
                <a:lnTo>
                  <a:pt x="928544" y="100355"/>
                </a:lnTo>
                <a:lnTo>
                  <a:pt x="928045" y="100355"/>
                </a:lnTo>
                <a:close/>
                <a:moveTo>
                  <a:pt x="840587" y="99467"/>
                </a:moveTo>
                <a:lnTo>
                  <a:pt x="841086" y="99467"/>
                </a:lnTo>
                <a:lnTo>
                  <a:pt x="841086" y="100355"/>
                </a:lnTo>
                <a:lnTo>
                  <a:pt x="840587" y="100355"/>
                </a:lnTo>
                <a:close/>
                <a:moveTo>
                  <a:pt x="962528" y="99467"/>
                </a:moveTo>
                <a:lnTo>
                  <a:pt x="963028" y="99467"/>
                </a:lnTo>
                <a:lnTo>
                  <a:pt x="963028" y="100355"/>
                </a:lnTo>
                <a:lnTo>
                  <a:pt x="962528" y="100355"/>
                </a:lnTo>
                <a:close/>
                <a:moveTo>
                  <a:pt x="869073" y="101243"/>
                </a:moveTo>
                <a:lnTo>
                  <a:pt x="869573" y="101243"/>
                </a:lnTo>
                <a:lnTo>
                  <a:pt x="869573" y="102131"/>
                </a:lnTo>
                <a:lnTo>
                  <a:pt x="869073" y="102131"/>
                </a:lnTo>
                <a:close/>
                <a:moveTo>
                  <a:pt x="754128" y="102131"/>
                </a:moveTo>
                <a:lnTo>
                  <a:pt x="754628" y="102131"/>
                </a:lnTo>
                <a:lnTo>
                  <a:pt x="754628" y="103020"/>
                </a:lnTo>
                <a:lnTo>
                  <a:pt x="754128" y="103020"/>
                </a:lnTo>
                <a:close/>
                <a:moveTo>
                  <a:pt x="817098" y="102131"/>
                </a:moveTo>
                <a:lnTo>
                  <a:pt x="817598" y="102131"/>
                </a:lnTo>
                <a:lnTo>
                  <a:pt x="817598" y="103020"/>
                </a:lnTo>
                <a:lnTo>
                  <a:pt x="817098" y="103020"/>
                </a:lnTo>
                <a:close/>
                <a:moveTo>
                  <a:pt x="872571" y="103020"/>
                </a:moveTo>
                <a:lnTo>
                  <a:pt x="873071" y="103020"/>
                </a:lnTo>
                <a:lnTo>
                  <a:pt x="873071" y="103908"/>
                </a:lnTo>
                <a:lnTo>
                  <a:pt x="872571" y="103908"/>
                </a:lnTo>
                <a:close/>
                <a:moveTo>
                  <a:pt x="871072" y="103020"/>
                </a:moveTo>
                <a:lnTo>
                  <a:pt x="871572" y="103020"/>
                </a:lnTo>
                <a:lnTo>
                  <a:pt x="871572" y="103908"/>
                </a:lnTo>
                <a:lnTo>
                  <a:pt x="871072" y="103908"/>
                </a:lnTo>
                <a:close/>
                <a:moveTo>
                  <a:pt x="871572" y="103908"/>
                </a:moveTo>
                <a:lnTo>
                  <a:pt x="872071" y="103908"/>
                </a:lnTo>
                <a:lnTo>
                  <a:pt x="872071" y="104796"/>
                </a:lnTo>
                <a:lnTo>
                  <a:pt x="871572" y="104796"/>
                </a:lnTo>
                <a:close/>
                <a:moveTo>
                  <a:pt x="821596" y="103908"/>
                </a:moveTo>
                <a:lnTo>
                  <a:pt x="822095" y="103908"/>
                </a:lnTo>
                <a:lnTo>
                  <a:pt x="822095" y="104796"/>
                </a:lnTo>
                <a:lnTo>
                  <a:pt x="821596" y="104796"/>
                </a:lnTo>
                <a:close/>
                <a:moveTo>
                  <a:pt x="739635" y="104796"/>
                </a:moveTo>
                <a:lnTo>
                  <a:pt x="740135" y="104796"/>
                </a:lnTo>
                <a:lnTo>
                  <a:pt x="740135" y="105684"/>
                </a:lnTo>
                <a:lnTo>
                  <a:pt x="739635" y="105684"/>
                </a:lnTo>
                <a:close/>
                <a:moveTo>
                  <a:pt x="752129" y="105684"/>
                </a:moveTo>
                <a:lnTo>
                  <a:pt x="752629" y="105684"/>
                </a:lnTo>
                <a:lnTo>
                  <a:pt x="752629" y="106572"/>
                </a:lnTo>
                <a:lnTo>
                  <a:pt x="752129" y="106572"/>
                </a:lnTo>
                <a:close/>
                <a:moveTo>
                  <a:pt x="751629" y="106572"/>
                </a:moveTo>
                <a:lnTo>
                  <a:pt x="752129" y="106572"/>
                </a:lnTo>
                <a:lnTo>
                  <a:pt x="752129" y="107460"/>
                </a:lnTo>
                <a:lnTo>
                  <a:pt x="751629" y="107460"/>
                </a:lnTo>
                <a:close/>
                <a:moveTo>
                  <a:pt x="873571" y="106572"/>
                </a:moveTo>
                <a:lnTo>
                  <a:pt x="874070" y="106572"/>
                </a:lnTo>
                <a:lnTo>
                  <a:pt x="874070" y="107460"/>
                </a:lnTo>
                <a:lnTo>
                  <a:pt x="873571" y="107460"/>
                </a:lnTo>
                <a:close/>
                <a:moveTo>
                  <a:pt x="928544" y="106572"/>
                </a:moveTo>
                <a:lnTo>
                  <a:pt x="929044" y="106572"/>
                </a:lnTo>
                <a:lnTo>
                  <a:pt x="929044" y="107460"/>
                </a:lnTo>
                <a:lnTo>
                  <a:pt x="928544" y="107460"/>
                </a:lnTo>
                <a:close/>
                <a:moveTo>
                  <a:pt x="747631" y="106572"/>
                </a:moveTo>
                <a:lnTo>
                  <a:pt x="748131" y="106572"/>
                </a:lnTo>
                <a:lnTo>
                  <a:pt x="748131" y="107460"/>
                </a:lnTo>
                <a:lnTo>
                  <a:pt x="747631" y="107460"/>
                </a:lnTo>
                <a:close/>
                <a:moveTo>
                  <a:pt x="962528" y="107460"/>
                </a:moveTo>
                <a:lnTo>
                  <a:pt x="963028" y="107460"/>
                </a:lnTo>
                <a:lnTo>
                  <a:pt x="963028" y="108348"/>
                </a:lnTo>
                <a:lnTo>
                  <a:pt x="962528" y="108348"/>
                </a:lnTo>
                <a:close/>
                <a:moveTo>
                  <a:pt x="814099" y="107460"/>
                </a:moveTo>
                <a:lnTo>
                  <a:pt x="814599" y="107460"/>
                </a:lnTo>
                <a:lnTo>
                  <a:pt x="814599" y="108348"/>
                </a:lnTo>
                <a:lnTo>
                  <a:pt x="814099" y="108348"/>
                </a:lnTo>
                <a:close/>
                <a:moveTo>
                  <a:pt x="931543" y="107460"/>
                </a:moveTo>
                <a:lnTo>
                  <a:pt x="932043" y="107460"/>
                </a:lnTo>
                <a:lnTo>
                  <a:pt x="932043" y="108348"/>
                </a:lnTo>
                <a:lnTo>
                  <a:pt x="931543" y="108348"/>
                </a:lnTo>
                <a:close/>
                <a:moveTo>
                  <a:pt x="743133" y="108348"/>
                </a:moveTo>
                <a:lnTo>
                  <a:pt x="743633" y="108348"/>
                </a:lnTo>
                <a:lnTo>
                  <a:pt x="743633" y="109236"/>
                </a:lnTo>
                <a:lnTo>
                  <a:pt x="743133" y="109236"/>
                </a:lnTo>
                <a:close/>
                <a:moveTo>
                  <a:pt x="821096" y="108348"/>
                </a:moveTo>
                <a:lnTo>
                  <a:pt x="821596" y="108348"/>
                </a:lnTo>
                <a:lnTo>
                  <a:pt x="821596" y="109236"/>
                </a:lnTo>
                <a:lnTo>
                  <a:pt x="821096" y="109236"/>
                </a:lnTo>
                <a:close/>
                <a:moveTo>
                  <a:pt x="741634" y="108348"/>
                </a:moveTo>
                <a:lnTo>
                  <a:pt x="742134" y="108348"/>
                </a:lnTo>
                <a:lnTo>
                  <a:pt x="742134" y="109236"/>
                </a:lnTo>
                <a:lnTo>
                  <a:pt x="741634" y="109236"/>
                </a:lnTo>
                <a:close/>
                <a:moveTo>
                  <a:pt x="849082" y="108348"/>
                </a:moveTo>
                <a:lnTo>
                  <a:pt x="849582" y="108348"/>
                </a:lnTo>
                <a:lnTo>
                  <a:pt x="849582" y="109236"/>
                </a:lnTo>
                <a:lnTo>
                  <a:pt x="849082" y="109236"/>
                </a:lnTo>
                <a:close/>
                <a:moveTo>
                  <a:pt x="946536" y="108348"/>
                </a:moveTo>
                <a:lnTo>
                  <a:pt x="947035" y="108348"/>
                </a:lnTo>
                <a:lnTo>
                  <a:pt x="947035" y="109236"/>
                </a:lnTo>
                <a:lnTo>
                  <a:pt x="946536" y="109236"/>
                </a:lnTo>
                <a:close/>
                <a:moveTo>
                  <a:pt x="757626" y="109236"/>
                </a:moveTo>
                <a:lnTo>
                  <a:pt x="758126" y="109236"/>
                </a:lnTo>
                <a:lnTo>
                  <a:pt x="758126" y="110124"/>
                </a:lnTo>
                <a:lnTo>
                  <a:pt x="757626" y="110124"/>
                </a:lnTo>
                <a:close/>
                <a:moveTo>
                  <a:pt x="933042" y="109236"/>
                </a:moveTo>
                <a:lnTo>
                  <a:pt x="933542" y="109236"/>
                </a:lnTo>
                <a:lnTo>
                  <a:pt x="933542" y="110124"/>
                </a:lnTo>
                <a:lnTo>
                  <a:pt x="933042" y="110124"/>
                </a:lnTo>
                <a:close/>
                <a:moveTo>
                  <a:pt x="876569" y="109236"/>
                </a:moveTo>
                <a:lnTo>
                  <a:pt x="877069" y="109236"/>
                </a:lnTo>
                <a:lnTo>
                  <a:pt x="877069" y="110124"/>
                </a:lnTo>
                <a:lnTo>
                  <a:pt x="876569" y="110124"/>
                </a:lnTo>
                <a:close/>
                <a:moveTo>
                  <a:pt x="738635" y="110124"/>
                </a:moveTo>
                <a:lnTo>
                  <a:pt x="739135" y="110124"/>
                </a:lnTo>
                <a:lnTo>
                  <a:pt x="739135" y="111012"/>
                </a:lnTo>
                <a:lnTo>
                  <a:pt x="738635" y="111012"/>
                </a:lnTo>
                <a:close/>
                <a:moveTo>
                  <a:pt x="879068" y="110124"/>
                </a:moveTo>
                <a:lnTo>
                  <a:pt x="879568" y="110124"/>
                </a:lnTo>
                <a:lnTo>
                  <a:pt x="879568" y="111012"/>
                </a:lnTo>
                <a:lnTo>
                  <a:pt x="879068" y="111012"/>
                </a:lnTo>
                <a:close/>
                <a:moveTo>
                  <a:pt x="739635" y="110124"/>
                </a:moveTo>
                <a:lnTo>
                  <a:pt x="740135" y="110124"/>
                </a:lnTo>
                <a:lnTo>
                  <a:pt x="740135" y="111012"/>
                </a:lnTo>
                <a:lnTo>
                  <a:pt x="739635" y="111012"/>
                </a:lnTo>
                <a:close/>
                <a:moveTo>
                  <a:pt x="852081" y="111012"/>
                </a:moveTo>
                <a:lnTo>
                  <a:pt x="852581" y="111012"/>
                </a:lnTo>
                <a:lnTo>
                  <a:pt x="852581" y="111901"/>
                </a:lnTo>
                <a:lnTo>
                  <a:pt x="852081" y="111901"/>
                </a:lnTo>
                <a:close/>
                <a:moveTo>
                  <a:pt x="809102" y="111012"/>
                </a:moveTo>
                <a:lnTo>
                  <a:pt x="809601" y="111012"/>
                </a:lnTo>
                <a:lnTo>
                  <a:pt x="809601" y="111901"/>
                </a:lnTo>
                <a:lnTo>
                  <a:pt x="809102" y="111901"/>
                </a:lnTo>
                <a:close/>
                <a:moveTo>
                  <a:pt x="931043" y="111012"/>
                </a:moveTo>
                <a:lnTo>
                  <a:pt x="931543" y="111012"/>
                </a:lnTo>
                <a:lnTo>
                  <a:pt x="931543" y="111901"/>
                </a:lnTo>
                <a:lnTo>
                  <a:pt x="931043" y="111901"/>
                </a:lnTo>
                <a:close/>
                <a:moveTo>
                  <a:pt x="879568" y="111012"/>
                </a:moveTo>
                <a:lnTo>
                  <a:pt x="880068" y="111012"/>
                </a:lnTo>
                <a:lnTo>
                  <a:pt x="880068" y="111901"/>
                </a:lnTo>
                <a:lnTo>
                  <a:pt x="879568" y="111901"/>
                </a:lnTo>
                <a:close/>
                <a:moveTo>
                  <a:pt x="758126" y="111901"/>
                </a:moveTo>
                <a:lnTo>
                  <a:pt x="758626" y="111901"/>
                </a:lnTo>
                <a:lnTo>
                  <a:pt x="758626" y="112789"/>
                </a:lnTo>
                <a:lnTo>
                  <a:pt x="758126" y="112789"/>
                </a:lnTo>
                <a:close/>
                <a:moveTo>
                  <a:pt x="818597" y="111901"/>
                </a:moveTo>
                <a:lnTo>
                  <a:pt x="819097" y="111901"/>
                </a:lnTo>
                <a:lnTo>
                  <a:pt x="819097" y="112789"/>
                </a:lnTo>
                <a:lnTo>
                  <a:pt x="818597" y="112789"/>
                </a:lnTo>
                <a:close/>
                <a:moveTo>
                  <a:pt x="754628" y="111901"/>
                </a:moveTo>
                <a:lnTo>
                  <a:pt x="755128" y="111901"/>
                </a:lnTo>
                <a:lnTo>
                  <a:pt x="755128" y="112789"/>
                </a:lnTo>
                <a:lnTo>
                  <a:pt x="754628" y="112789"/>
                </a:lnTo>
                <a:close/>
                <a:moveTo>
                  <a:pt x="877569" y="111901"/>
                </a:moveTo>
                <a:lnTo>
                  <a:pt x="878069" y="111901"/>
                </a:lnTo>
                <a:lnTo>
                  <a:pt x="878069" y="112789"/>
                </a:lnTo>
                <a:lnTo>
                  <a:pt x="877569" y="112789"/>
                </a:lnTo>
                <a:close/>
                <a:moveTo>
                  <a:pt x="839587" y="112789"/>
                </a:moveTo>
                <a:lnTo>
                  <a:pt x="840087" y="112789"/>
                </a:lnTo>
                <a:lnTo>
                  <a:pt x="840087" y="113677"/>
                </a:lnTo>
                <a:lnTo>
                  <a:pt x="839587" y="113677"/>
                </a:lnTo>
                <a:close/>
                <a:moveTo>
                  <a:pt x="969025" y="112789"/>
                </a:moveTo>
                <a:lnTo>
                  <a:pt x="969525" y="112789"/>
                </a:lnTo>
                <a:lnTo>
                  <a:pt x="969525" y="113677"/>
                </a:lnTo>
                <a:lnTo>
                  <a:pt x="969025" y="113677"/>
                </a:lnTo>
                <a:close/>
                <a:moveTo>
                  <a:pt x="735137" y="114565"/>
                </a:moveTo>
                <a:lnTo>
                  <a:pt x="735637" y="114565"/>
                </a:lnTo>
                <a:lnTo>
                  <a:pt x="735637" y="115453"/>
                </a:lnTo>
                <a:lnTo>
                  <a:pt x="735137" y="115453"/>
                </a:lnTo>
                <a:close/>
                <a:moveTo>
                  <a:pt x="853580" y="114565"/>
                </a:moveTo>
                <a:lnTo>
                  <a:pt x="854080" y="114565"/>
                </a:lnTo>
                <a:lnTo>
                  <a:pt x="854080" y="115453"/>
                </a:lnTo>
                <a:lnTo>
                  <a:pt x="853580" y="115453"/>
                </a:lnTo>
                <a:close/>
                <a:moveTo>
                  <a:pt x="730140" y="114565"/>
                </a:moveTo>
                <a:lnTo>
                  <a:pt x="730639" y="114565"/>
                </a:lnTo>
                <a:lnTo>
                  <a:pt x="730639" y="115453"/>
                </a:lnTo>
                <a:lnTo>
                  <a:pt x="730140" y="115453"/>
                </a:lnTo>
                <a:close/>
                <a:moveTo>
                  <a:pt x="752629" y="115453"/>
                </a:moveTo>
                <a:lnTo>
                  <a:pt x="753129" y="115453"/>
                </a:lnTo>
                <a:lnTo>
                  <a:pt x="753129" y="116341"/>
                </a:lnTo>
                <a:lnTo>
                  <a:pt x="752629" y="116341"/>
                </a:lnTo>
                <a:close/>
                <a:moveTo>
                  <a:pt x="762624" y="116341"/>
                </a:moveTo>
                <a:lnTo>
                  <a:pt x="763124" y="116341"/>
                </a:lnTo>
                <a:lnTo>
                  <a:pt x="763124" y="117229"/>
                </a:lnTo>
                <a:lnTo>
                  <a:pt x="762624" y="117229"/>
                </a:lnTo>
                <a:close/>
                <a:moveTo>
                  <a:pt x="737136" y="116341"/>
                </a:moveTo>
                <a:lnTo>
                  <a:pt x="737636" y="116341"/>
                </a:lnTo>
                <a:lnTo>
                  <a:pt x="737636" y="117229"/>
                </a:lnTo>
                <a:lnTo>
                  <a:pt x="737136" y="117229"/>
                </a:lnTo>
                <a:close/>
                <a:moveTo>
                  <a:pt x="730639" y="116341"/>
                </a:moveTo>
                <a:lnTo>
                  <a:pt x="731139" y="116341"/>
                </a:lnTo>
                <a:lnTo>
                  <a:pt x="731139" y="117229"/>
                </a:lnTo>
                <a:lnTo>
                  <a:pt x="730639" y="117229"/>
                </a:lnTo>
                <a:close/>
                <a:moveTo>
                  <a:pt x="967526" y="116341"/>
                </a:moveTo>
                <a:lnTo>
                  <a:pt x="968025" y="116341"/>
                </a:lnTo>
                <a:lnTo>
                  <a:pt x="968025" y="117229"/>
                </a:lnTo>
                <a:lnTo>
                  <a:pt x="967526" y="117229"/>
                </a:lnTo>
                <a:close/>
                <a:moveTo>
                  <a:pt x="854080" y="117229"/>
                </a:moveTo>
                <a:lnTo>
                  <a:pt x="854580" y="117229"/>
                </a:lnTo>
                <a:lnTo>
                  <a:pt x="854580" y="118117"/>
                </a:lnTo>
                <a:lnTo>
                  <a:pt x="854080" y="118117"/>
                </a:lnTo>
                <a:close/>
                <a:moveTo>
                  <a:pt x="732638" y="117229"/>
                </a:moveTo>
                <a:lnTo>
                  <a:pt x="733138" y="117229"/>
                </a:lnTo>
                <a:lnTo>
                  <a:pt x="733138" y="118117"/>
                </a:lnTo>
                <a:lnTo>
                  <a:pt x="732638" y="118117"/>
                </a:lnTo>
                <a:close/>
                <a:moveTo>
                  <a:pt x="838088" y="117229"/>
                </a:moveTo>
                <a:lnTo>
                  <a:pt x="838587" y="117229"/>
                </a:lnTo>
                <a:lnTo>
                  <a:pt x="838587" y="118117"/>
                </a:lnTo>
                <a:lnTo>
                  <a:pt x="838088" y="118117"/>
                </a:lnTo>
                <a:close/>
                <a:moveTo>
                  <a:pt x="965527" y="119005"/>
                </a:moveTo>
                <a:lnTo>
                  <a:pt x="966026" y="119005"/>
                </a:lnTo>
                <a:lnTo>
                  <a:pt x="966026" y="119893"/>
                </a:lnTo>
                <a:lnTo>
                  <a:pt x="965527" y="119893"/>
                </a:lnTo>
                <a:close/>
                <a:moveTo>
                  <a:pt x="733638" y="119893"/>
                </a:moveTo>
                <a:lnTo>
                  <a:pt x="734138" y="119893"/>
                </a:lnTo>
                <a:lnTo>
                  <a:pt x="734138" y="120782"/>
                </a:lnTo>
                <a:lnTo>
                  <a:pt x="733638" y="120782"/>
                </a:lnTo>
                <a:close/>
                <a:moveTo>
                  <a:pt x="937040" y="120782"/>
                </a:moveTo>
                <a:lnTo>
                  <a:pt x="937540" y="120782"/>
                </a:lnTo>
                <a:lnTo>
                  <a:pt x="937540" y="121670"/>
                </a:lnTo>
                <a:lnTo>
                  <a:pt x="937040" y="121670"/>
                </a:lnTo>
                <a:close/>
                <a:moveTo>
                  <a:pt x="965527" y="120782"/>
                </a:moveTo>
                <a:lnTo>
                  <a:pt x="966026" y="120782"/>
                </a:lnTo>
                <a:lnTo>
                  <a:pt x="966026" y="121670"/>
                </a:lnTo>
                <a:lnTo>
                  <a:pt x="965527" y="121670"/>
                </a:lnTo>
                <a:close/>
                <a:moveTo>
                  <a:pt x="849582" y="120782"/>
                </a:moveTo>
                <a:lnTo>
                  <a:pt x="850082" y="120782"/>
                </a:lnTo>
                <a:lnTo>
                  <a:pt x="850082" y="121670"/>
                </a:lnTo>
                <a:lnTo>
                  <a:pt x="849582" y="121670"/>
                </a:lnTo>
                <a:close/>
                <a:moveTo>
                  <a:pt x="966026" y="122558"/>
                </a:moveTo>
                <a:lnTo>
                  <a:pt x="966526" y="122558"/>
                </a:lnTo>
                <a:lnTo>
                  <a:pt x="966526" y="123446"/>
                </a:lnTo>
                <a:lnTo>
                  <a:pt x="966026" y="123446"/>
                </a:lnTo>
                <a:close/>
                <a:moveTo>
                  <a:pt x="851081" y="123446"/>
                </a:moveTo>
                <a:lnTo>
                  <a:pt x="851581" y="123446"/>
                </a:lnTo>
                <a:lnTo>
                  <a:pt x="851581" y="124334"/>
                </a:lnTo>
                <a:lnTo>
                  <a:pt x="851081" y="124334"/>
                </a:lnTo>
                <a:close/>
                <a:moveTo>
                  <a:pt x="919049" y="123446"/>
                </a:moveTo>
                <a:lnTo>
                  <a:pt x="919549" y="123446"/>
                </a:lnTo>
                <a:lnTo>
                  <a:pt x="919549" y="124334"/>
                </a:lnTo>
                <a:lnTo>
                  <a:pt x="919049" y="124334"/>
                </a:lnTo>
                <a:close/>
                <a:moveTo>
                  <a:pt x="935041" y="125222"/>
                </a:moveTo>
                <a:lnTo>
                  <a:pt x="935541" y="125222"/>
                </a:lnTo>
                <a:lnTo>
                  <a:pt x="935541" y="126110"/>
                </a:lnTo>
                <a:lnTo>
                  <a:pt x="935041" y="126110"/>
                </a:lnTo>
                <a:close/>
                <a:moveTo>
                  <a:pt x="959030" y="126110"/>
                </a:moveTo>
                <a:lnTo>
                  <a:pt x="959529" y="126110"/>
                </a:lnTo>
                <a:lnTo>
                  <a:pt x="959529" y="126998"/>
                </a:lnTo>
                <a:lnTo>
                  <a:pt x="959030" y="126998"/>
                </a:lnTo>
                <a:close/>
                <a:moveTo>
                  <a:pt x="920048" y="127886"/>
                </a:moveTo>
                <a:lnTo>
                  <a:pt x="920548" y="127886"/>
                </a:lnTo>
                <a:lnTo>
                  <a:pt x="920548" y="128774"/>
                </a:lnTo>
                <a:lnTo>
                  <a:pt x="920048" y="128774"/>
                </a:lnTo>
                <a:close/>
                <a:moveTo>
                  <a:pt x="959529" y="127886"/>
                </a:moveTo>
                <a:lnTo>
                  <a:pt x="960029" y="127886"/>
                </a:lnTo>
                <a:lnTo>
                  <a:pt x="960029" y="128774"/>
                </a:lnTo>
                <a:lnTo>
                  <a:pt x="959529" y="128774"/>
                </a:lnTo>
                <a:close/>
                <a:moveTo>
                  <a:pt x="921048" y="130551"/>
                </a:moveTo>
                <a:lnTo>
                  <a:pt x="921548" y="130551"/>
                </a:lnTo>
                <a:lnTo>
                  <a:pt x="921548" y="131439"/>
                </a:lnTo>
                <a:lnTo>
                  <a:pt x="921048" y="131439"/>
                </a:lnTo>
                <a:close/>
                <a:moveTo>
                  <a:pt x="941538" y="131439"/>
                </a:moveTo>
                <a:lnTo>
                  <a:pt x="942038" y="131439"/>
                </a:lnTo>
                <a:lnTo>
                  <a:pt x="942038" y="132327"/>
                </a:lnTo>
                <a:lnTo>
                  <a:pt x="941538" y="132327"/>
                </a:lnTo>
                <a:close/>
                <a:moveTo>
                  <a:pt x="867574" y="133215"/>
                </a:moveTo>
                <a:lnTo>
                  <a:pt x="868073" y="133215"/>
                </a:lnTo>
                <a:lnTo>
                  <a:pt x="868073" y="134103"/>
                </a:lnTo>
                <a:lnTo>
                  <a:pt x="867574" y="134103"/>
                </a:lnTo>
                <a:close/>
                <a:moveTo>
                  <a:pt x="866574" y="133215"/>
                </a:moveTo>
                <a:lnTo>
                  <a:pt x="867074" y="133215"/>
                </a:lnTo>
                <a:lnTo>
                  <a:pt x="867074" y="134103"/>
                </a:lnTo>
                <a:lnTo>
                  <a:pt x="866574" y="134103"/>
                </a:lnTo>
                <a:close/>
                <a:moveTo>
                  <a:pt x="749630" y="134103"/>
                </a:moveTo>
                <a:lnTo>
                  <a:pt x="750130" y="134103"/>
                </a:lnTo>
                <a:lnTo>
                  <a:pt x="750130" y="134991"/>
                </a:lnTo>
                <a:lnTo>
                  <a:pt x="749630" y="134991"/>
                </a:lnTo>
                <a:close/>
                <a:moveTo>
                  <a:pt x="762624" y="134103"/>
                </a:moveTo>
                <a:lnTo>
                  <a:pt x="763124" y="134103"/>
                </a:lnTo>
                <a:lnTo>
                  <a:pt x="763124" y="134991"/>
                </a:lnTo>
                <a:lnTo>
                  <a:pt x="762624" y="134991"/>
                </a:lnTo>
                <a:close/>
                <a:moveTo>
                  <a:pt x="860077" y="134991"/>
                </a:moveTo>
                <a:lnTo>
                  <a:pt x="860577" y="134991"/>
                </a:lnTo>
                <a:lnTo>
                  <a:pt x="860577" y="135879"/>
                </a:lnTo>
                <a:lnTo>
                  <a:pt x="860077" y="135879"/>
                </a:lnTo>
                <a:close/>
                <a:moveTo>
                  <a:pt x="923547" y="134991"/>
                </a:moveTo>
                <a:lnTo>
                  <a:pt x="924046" y="134991"/>
                </a:lnTo>
                <a:lnTo>
                  <a:pt x="924046" y="135879"/>
                </a:lnTo>
                <a:lnTo>
                  <a:pt x="923547" y="135879"/>
                </a:lnTo>
                <a:close/>
                <a:moveTo>
                  <a:pt x="747131" y="134991"/>
                </a:moveTo>
                <a:lnTo>
                  <a:pt x="747631" y="134991"/>
                </a:lnTo>
                <a:lnTo>
                  <a:pt x="747631" y="135879"/>
                </a:lnTo>
                <a:lnTo>
                  <a:pt x="747131" y="135879"/>
                </a:lnTo>
                <a:close/>
                <a:moveTo>
                  <a:pt x="738136" y="134991"/>
                </a:moveTo>
                <a:lnTo>
                  <a:pt x="738635" y="134991"/>
                </a:lnTo>
                <a:lnTo>
                  <a:pt x="738635" y="135879"/>
                </a:lnTo>
                <a:lnTo>
                  <a:pt x="738136" y="135879"/>
                </a:lnTo>
                <a:close/>
                <a:moveTo>
                  <a:pt x="745632" y="134991"/>
                </a:moveTo>
                <a:lnTo>
                  <a:pt x="746132" y="134991"/>
                </a:lnTo>
                <a:lnTo>
                  <a:pt x="746132" y="135879"/>
                </a:lnTo>
                <a:lnTo>
                  <a:pt x="745632" y="135879"/>
                </a:lnTo>
                <a:close/>
                <a:moveTo>
                  <a:pt x="939539" y="134991"/>
                </a:moveTo>
                <a:lnTo>
                  <a:pt x="940039" y="134991"/>
                </a:lnTo>
                <a:lnTo>
                  <a:pt x="940039" y="135879"/>
                </a:lnTo>
                <a:lnTo>
                  <a:pt x="939539" y="135879"/>
                </a:lnTo>
                <a:close/>
                <a:moveTo>
                  <a:pt x="753628" y="134991"/>
                </a:moveTo>
                <a:lnTo>
                  <a:pt x="754128" y="134991"/>
                </a:lnTo>
                <a:lnTo>
                  <a:pt x="754128" y="135879"/>
                </a:lnTo>
                <a:lnTo>
                  <a:pt x="753628" y="135879"/>
                </a:lnTo>
                <a:close/>
                <a:moveTo>
                  <a:pt x="746132" y="135879"/>
                </a:moveTo>
                <a:lnTo>
                  <a:pt x="746632" y="135879"/>
                </a:lnTo>
                <a:lnTo>
                  <a:pt x="746632" y="136767"/>
                </a:lnTo>
                <a:lnTo>
                  <a:pt x="746132" y="136767"/>
                </a:lnTo>
                <a:close/>
                <a:moveTo>
                  <a:pt x="894561" y="135879"/>
                </a:moveTo>
                <a:lnTo>
                  <a:pt x="895060" y="135879"/>
                </a:lnTo>
                <a:lnTo>
                  <a:pt x="895060" y="136767"/>
                </a:lnTo>
                <a:lnTo>
                  <a:pt x="894561" y="136767"/>
                </a:lnTo>
                <a:close/>
                <a:moveTo>
                  <a:pt x="758126" y="135879"/>
                </a:moveTo>
                <a:lnTo>
                  <a:pt x="758626" y="135879"/>
                </a:lnTo>
                <a:lnTo>
                  <a:pt x="758626" y="136767"/>
                </a:lnTo>
                <a:lnTo>
                  <a:pt x="758126" y="136767"/>
                </a:lnTo>
                <a:close/>
                <a:moveTo>
                  <a:pt x="770620" y="136767"/>
                </a:moveTo>
                <a:lnTo>
                  <a:pt x="771120" y="136767"/>
                </a:lnTo>
                <a:lnTo>
                  <a:pt x="771120" y="137655"/>
                </a:lnTo>
                <a:lnTo>
                  <a:pt x="770620" y="137655"/>
                </a:lnTo>
                <a:close/>
                <a:moveTo>
                  <a:pt x="734138" y="136767"/>
                </a:moveTo>
                <a:lnTo>
                  <a:pt x="734637" y="136767"/>
                </a:lnTo>
                <a:lnTo>
                  <a:pt x="734637" y="137655"/>
                </a:lnTo>
                <a:lnTo>
                  <a:pt x="734138" y="137655"/>
                </a:lnTo>
                <a:close/>
                <a:moveTo>
                  <a:pt x="740634" y="136767"/>
                </a:moveTo>
                <a:lnTo>
                  <a:pt x="741134" y="136767"/>
                </a:lnTo>
                <a:lnTo>
                  <a:pt x="741134" y="137655"/>
                </a:lnTo>
                <a:lnTo>
                  <a:pt x="740634" y="137655"/>
                </a:lnTo>
                <a:close/>
                <a:moveTo>
                  <a:pt x="938040" y="136767"/>
                </a:moveTo>
                <a:lnTo>
                  <a:pt x="938540" y="136767"/>
                </a:lnTo>
                <a:lnTo>
                  <a:pt x="938540" y="137655"/>
                </a:lnTo>
                <a:lnTo>
                  <a:pt x="938040" y="137655"/>
                </a:lnTo>
                <a:close/>
                <a:moveTo>
                  <a:pt x="937040" y="137655"/>
                </a:moveTo>
                <a:lnTo>
                  <a:pt x="937540" y="137655"/>
                </a:lnTo>
                <a:lnTo>
                  <a:pt x="937540" y="138544"/>
                </a:lnTo>
                <a:lnTo>
                  <a:pt x="937040" y="138544"/>
                </a:lnTo>
                <a:close/>
                <a:moveTo>
                  <a:pt x="962528" y="137655"/>
                </a:moveTo>
                <a:lnTo>
                  <a:pt x="963028" y="137655"/>
                </a:lnTo>
                <a:lnTo>
                  <a:pt x="963028" y="138544"/>
                </a:lnTo>
                <a:lnTo>
                  <a:pt x="962528" y="138544"/>
                </a:lnTo>
                <a:close/>
                <a:moveTo>
                  <a:pt x="744633" y="137655"/>
                </a:moveTo>
                <a:lnTo>
                  <a:pt x="745132" y="137655"/>
                </a:lnTo>
                <a:lnTo>
                  <a:pt x="745132" y="138544"/>
                </a:lnTo>
                <a:lnTo>
                  <a:pt x="744633" y="138544"/>
                </a:lnTo>
                <a:close/>
                <a:moveTo>
                  <a:pt x="869573" y="138544"/>
                </a:moveTo>
                <a:lnTo>
                  <a:pt x="870072" y="138544"/>
                </a:lnTo>
                <a:lnTo>
                  <a:pt x="870072" y="139432"/>
                </a:lnTo>
                <a:lnTo>
                  <a:pt x="869573" y="139432"/>
                </a:lnTo>
                <a:close/>
                <a:moveTo>
                  <a:pt x="736137" y="138544"/>
                </a:moveTo>
                <a:lnTo>
                  <a:pt x="736636" y="138544"/>
                </a:lnTo>
                <a:lnTo>
                  <a:pt x="736636" y="139432"/>
                </a:lnTo>
                <a:lnTo>
                  <a:pt x="736137" y="139432"/>
                </a:lnTo>
                <a:close/>
                <a:moveTo>
                  <a:pt x="727141" y="138544"/>
                </a:moveTo>
                <a:lnTo>
                  <a:pt x="727641" y="138544"/>
                </a:lnTo>
                <a:lnTo>
                  <a:pt x="727641" y="139432"/>
                </a:lnTo>
                <a:lnTo>
                  <a:pt x="727141" y="139432"/>
                </a:lnTo>
                <a:close/>
                <a:moveTo>
                  <a:pt x="780615" y="139432"/>
                </a:moveTo>
                <a:lnTo>
                  <a:pt x="781115" y="139432"/>
                </a:lnTo>
                <a:lnTo>
                  <a:pt x="781115" y="140320"/>
                </a:lnTo>
                <a:lnTo>
                  <a:pt x="780615" y="140320"/>
                </a:lnTo>
                <a:close/>
                <a:moveTo>
                  <a:pt x="745132" y="139432"/>
                </a:moveTo>
                <a:lnTo>
                  <a:pt x="745632" y="139432"/>
                </a:lnTo>
                <a:lnTo>
                  <a:pt x="745632" y="140320"/>
                </a:lnTo>
                <a:lnTo>
                  <a:pt x="745132" y="140320"/>
                </a:lnTo>
                <a:close/>
                <a:moveTo>
                  <a:pt x="867074" y="139432"/>
                </a:moveTo>
                <a:lnTo>
                  <a:pt x="867574" y="139432"/>
                </a:lnTo>
                <a:lnTo>
                  <a:pt x="867574" y="140320"/>
                </a:lnTo>
                <a:lnTo>
                  <a:pt x="867074" y="140320"/>
                </a:lnTo>
                <a:close/>
                <a:moveTo>
                  <a:pt x="829592" y="139432"/>
                </a:moveTo>
                <a:lnTo>
                  <a:pt x="830092" y="139432"/>
                </a:lnTo>
                <a:lnTo>
                  <a:pt x="830092" y="140320"/>
                </a:lnTo>
                <a:lnTo>
                  <a:pt x="829592" y="140320"/>
                </a:lnTo>
                <a:close/>
                <a:moveTo>
                  <a:pt x="858578" y="139432"/>
                </a:moveTo>
                <a:lnTo>
                  <a:pt x="859078" y="139432"/>
                </a:lnTo>
                <a:lnTo>
                  <a:pt x="859078" y="140320"/>
                </a:lnTo>
                <a:lnTo>
                  <a:pt x="858578" y="140320"/>
                </a:lnTo>
                <a:close/>
                <a:moveTo>
                  <a:pt x="929044" y="139432"/>
                </a:moveTo>
                <a:lnTo>
                  <a:pt x="929544" y="139432"/>
                </a:lnTo>
                <a:lnTo>
                  <a:pt x="929544" y="140320"/>
                </a:lnTo>
                <a:lnTo>
                  <a:pt x="929044" y="140320"/>
                </a:lnTo>
                <a:close/>
                <a:moveTo>
                  <a:pt x="761624" y="139432"/>
                </a:moveTo>
                <a:lnTo>
                  <a:pt x="762124" y="139432"/>
                </a:lnTo>
                <a:lnTo>
                  <a:pt x="762124" y="140320"/>
                </a:lnTo>
                <a:lnTo>
                  <a:pt x="761624" y="140320"/>
                </a:lnTo>
                <a:close/>
                <a:moveTo>
                  <a:pt x="760125" y="139432"/>
                </a:moveTo>
                <a:lnTo>
                  <a:pt x="760625" y="139432"/>
                </a:lnTo>
                <a:lnTo>
                  <a:pt x="760625" y="140320"/>
                </a:lnTo>
                <a:lnTo>
                  <a:pt x="760125" y="140320"/>
                </a:lnTo>
                <a:close/>
                <a:moveTo>
                  <a:pt x="747131" y="140320"/>
                </a:moveTo>
                <a:lnTo>
                  <a:pt x="747631" y="140320"/>
                </a:lnTo>
                <a:lnTo>
                  <a:pt x="747631" y="141208"/>
                </a:lnTo>
                <a:lnTo>
                  <a:pt x="747131" y="141208"/>
                </a:lnTo>
                <a:close/>
                <a:moveTo>
                  <a:pt x="765623" y="140320"/>
                </a:moveTo>
                <a:lnTo>
                  <a:pt x="766122" y="140320"/>
                </a:lnTo>
                <a:lnTo>
                  <a:pt x="766122" y="141208"/>
                </a:lnTo>
                <a:lnTo>
                  <a:pt x="765623" y="141208"/>
                </a:lnTo>
                <a:close/>
                <a:moveTo>
                  <a:pt x="745632" y="140320"/>
                </a:moveTo>
                <a:lnTo>
                  <a:pt x="746132" y="140320"/>
                </a:lnTo>
                <a:lnTo>
                  <a:pt x="746132" y="141208"/>
                </a:lnTo>
                <a:lnTo>
                  <a:pt x="745632" y="141208"/>
                </a:lnTo>
                <a:close/>
                <a:moveTo>
                  <a:pt x="839087" y="141208"/>
                </a:moveTo>
                <a:lnTo>
                  <a:pt x="839587" y="141208"/>
                </a:lnTo>
                <a:lnTo>
                  <a:pt x="839587" y="142096"/>
                </a:lnTo>
                <a:lnTo>
                  <a:pt x="839087" y="142096"/>
                </a:lnTo>
                <a:close/>
                <a:moveTo>
                  <a:pt x="736137" y="141208"/>
                </a:moveTo>
                <a:lnTo>
                  <a:pt x="736636" y="141208"/>
                </a:lnTo>
                <a:lnTo>
                  <a:pt x="736636" y="142096"/>
                </a:lnTo>
                <a:lnTo>
                  <a:pt x="736137" y="142096"/>
                </a:lnTo>
                <a:close/>
                <a:moveTo>
                  <a:pt x="846084" y="141208"/>
                </a:moveTo>
                <a:lnTo>
                  <a:pt x="846584" y="141208"/>
                </a:lnTo>
                <a:lnTo>
                  <a:pt x="846584" y="142096"/>
                </a:lnTo>
                <a:lnTo>
                  <a:pt x="846084" y="142096"/>
                </a:lnTo>
                <a:close/>
                <a:moveTo>
                  <a:pt x="746632" y="141208"/>
                </a:moveTo>
                <a:lnTo>
                  <a:pt x="747131" y="141208"/>
                </a:lnTo>
                <a:lnTo>
                  <a:pt x="747131" y="142096"/>
                </a:lnTo>
                <a:lnTo>
                  <a:pt x="746632" y="142096"/>
                </a:lnTo>
                <a:close/>
                <a:moveTo>
                  <a:pt x="738136" y="142096"/>
                </a:moveTo>
                <a:lnTo>
                  <a:pt x="738635" y="142096"/>
                </a:lnTo>
                <a:lnTo>
                  <a:pt x="738635" y="142984"/>
                </a:lnTo>
                <a:lnTo>
                  <a:pt x="738136" y="142984"/>
                </a:lnTo>
                <a:close/>
                <a:moveTo>
                  <a:pt x="745632" y="142096"/>
                </a:moveTo>
                <a:lnTo>
                  <a:pt x="746132" y="142096"/>
                </a:lnTo>
                <a:lnTo>
                  <a:pt x="746132" y="142984"/>
                </a:lnTo>
                <a:lnTo>
                  <a:pt x="745632" y="142984"/>
                </a:lnTo>
                <a:close/>
                <a:moveTo>
                  <a:pt x="860577" y="142984"/>
                </a:moveTo>
                <a:lnTo>
                  <a:pt x="861077" y="142984"/>
                </a:lnTo>
                <a:lnTo>
                  <a:pt x="861077" y="143872"/>
                </a:lnTo>
                <a:lnTo>
                  <a:pt x="860577" y="143872"/>
                </a:lnTo>
                <a:close/>
                <a:moveTo>
                  <a:pt x="745132" y="142984"/>
                </a:moveTo>
                <a:lnTo>
                  <a:pt x="745632" y="142984"/>
                </a:lnTo>
                <a:lnTo>
                  <a:pt x="745632" y="143872"/>
                </a:lnTo>
                <a:lnTo>
                  <a:pt x="745132" y="143872"/>
                </a:lnTo>
                <a:close/>
                <a:moveTo>
                  <a:pt x="771620" y="142984"/>
                </a:moveTo>
                <a:lnTo>
                  <a:pt x="772119" y="142984"/>
                </a:lnTo>
                <a:lnTo>
                  <a:pt x="772119" y="143872"/>
                </a:lnTo>
                <a:lnTo>
                  <a:pt x="771620" y="143872"/>
                </a:lnTo>
                <a:close/>
                <a:moveTo>
                  <a:pt x="733638" y="143872"/>
                </a:moveTo>
                <a:lnTo>
                  <a:pt x="734138" y="143872"/>
                </a:lnTo>
                <a:lnTo>
                  <a:pt x="734138" y="144760"/>
                </a:lnTo>
                <a:lnTo>
                  <a:pt x="733638" y="144760"/>
                </a:lnTo>
                <a:close/>
                <a:moveTo>
                  <a:pt x="766622" y="143872"/>
                </a:moveTo>
                <a:lnTo>
                  <a:pt x="767122" y="143872"/>
                </a:lnTo>
                <a:lnTo>
                  <a:pt x="767122" y="144760"/>
                </a:lnTo>
                <a:lnTo>
                  <a:pt x="766622" y="144760"/>
                </a:lnTo>
                <a:close/>
                <a:moveTo>
                  <a:pt x="771120" y="143872"/>
                </a:moveTo>
                <a:lnTo>
                  <a:pt x="772119" y="143872"/>
                </a:lnTo>
                <a:lnTo>
                  <a:pt x="772119" y="144760"/>
                </a:lnTo>
                <a:lnTo>
                  <a:pt x="771120" y="144760"/>
                </a:lnTo>
                <a:close/>
                <a:moveTo>
                  <a:pt x="758626" y="144760"/>
                </a:moveTo>
                <a:lnTo>
                  <a:pt x="759126" y="144760"/>
                </a:lnTo>
                <a:lnTo>
                  <a:pt x="759126" y="145648"/>
                </a:lnTo>
                <a:lnTo>
                  <a:pt x="758626" y="145648"/>
                </a:lnTo>
                <a:close/>
                <a:moveTo>
                  <a:pt x="727641" y="144760"/>
                </a:moveTo>
                <a:lnTo>
                  <a:pt x="728140" y="144760"/>
                </a:lnTo>
                <a:lnTo>
                  <a:pt x="728140" y="145648"/>
                </a:lnTo>
                <a:lnTo>
                  <a:pt x="727641" y="145648"/>
                </a:lnTo>
                <a:close/>
                <a:moveTo>
                  <a:pt x="736137" y="144760"/>
                </a:moveTo>
                <a:lnTo>
                  <a:pt x="736636" y="144760"/>
                </a:lnTo>
                <a:lnTo>
                  <a:pt x="736636" y="145648"/>
                </a:lnTo>
                <a:lnTo>
                  <a:pt x="736137" y="145648"/>
                </a:lnTo>
                <a:close/>
                <a:moveTo>
                  <a:pt x="747131" y="144760"/>
                </a:moveTo>
                <a:lnTo>
                  <a:pt x="747631" y="144760"/>
                </a:lnTo>
                <a:lnTo>
                  <a:pt x="747631" y="145648"/>
                </a:lnTo>
                <a:lnTo>
                  <a:pt x="747131" y="145648"/>
                </a:lnTo>
                <a:close/>
                <a:moveTo>
                  <a:pt x="850082" y="144760"/>
                </a:moveTo>
                <a:lnTo>
                  <a:pt x="850582" y="144760"/>
                </a:lnTo>
                <a:lnTo>
                  <a:pt x="850582" y="145648"/>
                </a:lnTo>
                <a:lnTo>
                  <a:pt x="850082" y="145648"/>
                </a:lnTo>
                <a:close/>
                <a:moveTo>
                  <a:pt x="733138" y="144760"/>
                </a:moveTo>
                <a:lnTo>
                  <a:pt x="733638" y="144760"/>
                </a:lnTo>
                <a:lnTo>
                  <a:pt x="733638" y="145648"/>
                </a:lnTo>
                <a:lnTo>
                  <a:pt x="733138" y="145648"/>
                </a:lnTo>
                <a:close/>
                <a:moveTo>
                  <a:pt x="902557" y="144760"/>
                </a:moveTo>
                <a:lnTo>
                  <a:pt x="903057" y="144760"/>
                </a:lnTo>
                <a:lnTo>
                  <a:pt x="903057" y="145648"/>
                </a:lnTo>
                <a:lnTo>
                  <a:pt x="902557" y="145648"/>
                </a:lnTo>
                <a:close/>
                <a:moveTo>
                  <a:pt x="780615" y="145648"/>
                </a:moveTo>
                <a:lnTo>
                  <a:pt x="781115" y="145648"/>
                </a:lnTo>
                <a:lnTo>
                  <a:pt x="781115" y="146536"/>
                </a:lnTo>
                <a:lnTo>
                  <a:pt x="780615" y="146536"/>
                </a:lnTo>
                <a:close/>
                <a:moveTo>
                  <a:pt x="774618" y="145648"/>
                </a:moveTo>
                <a:lnTo>
                  <a:pt x="775118" y="145648"/>
                </a:lnTo>
                <a:lnTo>
                  <a:pt x="775118" y="146536"/>
                </a:lnTo>
                <a:lnTo>
                  <a:pt x="774618" y="146536"/>
                </a:lnTo>
                <a:close/>
                <a:moveTo>
                  <a:pt x="958530" y="145648"/>
                </a:moveTo>
                <a:lnTo>
                  <a:pt x="959030" y="145648"/>
                </a:lnTo>
                <a:lnTo>
                  <a:pt x="959030" y="146536"/>
                </a:lnTo>
                <a:lnTo>
                  <a:pt x="958530" y="146536"/>
                </a:lnTo>
                <a:close/>
                <a:moveTo>
                  <a:pt x="848083" y="145648"/>
                </a:moveTo>
                <a:lnTo>
                  <a:pt x="848583" y="145648"/>
                </a:lnTo>
                <a:lnTo>
                  <a:pt x="848583" y="146536"/>
                </a:lnTo>
                <a:lnTo>
                  <a:pt x="848083" y="146536"/>
                </a:lnTo>
                <a:close/>
                <a:moveTo>
                  <a:pt x="735637" y="145648"/>
                </a:moveTo>
                <a:lnTo>
                  <a:pt x="736137" y="145648"/>
                </a:lnTo>
                <a:lnTo>
                  <a:pt x="736137" y="146536"/>
                </a:lnTo>
                <a:lnTo>
                  <a:pt x="735637" y="146536"/>
                </a:lnTo>
                <a:close/>
                <a:moveTo>
                  <a:pt x="923047" y="145648"/>
                </a:moveTo>
                <a:lnTo>
                  <a:pt x="923547" y="145648"/>
                </a:lnTo>
                <a:lnTo>
                  <a:pt x="923547" y="146536"/>
                </a:lnTo>
                <a:lnTo>
                  <a:pt x="923047" y="146536"/>
                </a:lnTo>
                <a:close/>
                <a:moveTo>
                  <a:pt x="925046" y="145648"/>
                </a:moveTo>
                <a:lnTo>
                  <a:pt x="925546" y="145648"/>
                </a:lnTo>
                <a:lnTo>
                  <a:pt x="925546" y="146536"/>
                </a:lnTo>
                <a:lnTo>
                  <a:pt x="925046" y="146536"/>
                </a:lnTo>
                <a:close/>
                <a:moveTo>
                  <a:pt x="760625" y="145648"/>
                </a:moveTo>
                <a:lnTo>
                  <a:pt x="761125" y="145648"/>
                </a:lnTo>
                <a:lnTo>
                  <a:pt x="761125" y="146536"/>
                </a:lnTo>
                <a:lnTo>
                  <a:pt x="760625" y="146536"/>
                </a:lnTo>
                <a:close/>
                <a:moveTo>
                  <a:pt x="927545" y="145648"/>
                </a:moveTo>
                <a:lnTo>
                  <a:pt x="928045" y="145648"/>
                </a:lnTo>
                <a:lnTo>
                  <a:pt x="928045" y="146536"/>
                </a:lnTo>
                <a:lnTo>
                  <a:pt x="927545" y="146536"/>
                </a:lnTo>
                <a:close/>
                <a:moveTo>
                  <a:pt x="898559" y="145648"/>
                </a:moveTo>
                <a:lnTo>
                  <a:pt x="899058" y="145648"/>
                </a:lnTo>
                <a:lnTo>
                  <a:pt x="899058" y="146536"/>
                </a:lnTo>
                <a:lnTo>
                  <a:pt x="898559" y="146536"/>
                </a:lnTo>
                <a:close/>
                <a:moveTo>
                  <a:pt x="933542" y="145648"/>
                </a:moveTo>
                <a:lnTo>
                  <a:pt x="934042" y="145648"/>
                </a:lnTo>
                <a:lnTo>
                  <a:pt x="934042" y="146536"/>
                </a:lnTo>
                <a:lnTo>
                  <a:pt x="933542" y="146536"/>
                </a:lnTo>
                <a:close/>
                <a:moveTo>
                  <a:pt x="746132" y="145648"/>
                </a:moveTo>
                <a:lnTo>
                  <a:pt x="746632" y="145648"/>
                </a:lnTo>
                <a:lnTo>
                  <a:pt x="746632" y="146536"/>
                </a:lnTo>
                <a:lnTo>
                  <a:pt x="746132" y="146536"/>
                </a:lnTo>
                <a:close/>
                <a:moveTo>
                  <a:pt x="962028" y="145648"/>
                </a:moveTo>
                <a:lnTo>
                  <a:pt x="962528" y="145648"/>
                </a:lnTo>
                <a:lnTo>
                  <a:pt x="962528" y="146536"/>
                </a:lnTo>
                <a:lnTo>
                  <a:pt x="962028" y="146536"/>
                </a:lnTo>
                <a:close/>
                <a:moveTo>
                  <a:pt x="904556" y="145648"/>
                </a:moveTo>
                <a:lnTo>
                  <a:pt x="905056" y="145648"/>
                </a:lnTo>
                <a:lnTo>
                  <a:pt x="905056" y="146536"/>
                </a:lnTo>
                <a:lnTo>
                  <a:pt x="904556" y="146536"/>
                </a:lnTo>
                <a:close/>
                <a:moveTo>
                  <a:pt x="950034" y="146536"/>
                </a:moveTo>
                <a:lnTo>
                  <a:pt x="950534" y="146536"/>
                </a:lnTo>
                <a:lnTo>
                  <a:pt x="950534" y="147425"/>
                </a:lnTo>
                <a:lnTo>
                  <a:pt x="950034" y="147425"/>
                </a:lnTo>
                <a:close/>
                <a:moveTo>
                  <a:pt x="917550" y="146536"/>
                </a:moveTo>
                <a:lnTo>
                  <a:pt x="918049" y="146536"/>
                </a:lnTo>
                <a:lnTo>
                  <a:pt x="918049" y="147425"/>
                </a:lnTo>
                <a:lnTo>
                  <a:pt x="917550" y="147425"/>
                </a:lnTo>
                <a:close/>
                <a:moveTo>
                  <a:pt x="735137" y="147425"/>
                </a:moveTo>
                <a:lnTo>
                  <a:pt x="735637" y="147425"/>
                </a:lnTo>
                <a:lnTo>
                  <a:pt x="735637" y="148313"/>
                </a:lnTo>
                <a:lnTo>
                  <a:pt x="735137" y="148313"/>
                </a:lnTo>
                <a:close/>
                <a:moveTo>
                  <a:pt x="838587" y="147425"/>
                </a:moveTo>
                <a:lnTo>
                  <a:pt x="839087" y="147425"/>
                </a:lnTo>
                <a:lnTo>
                  <a:pt x="839087" y="148313"/>
                </a:lnTo>
                <a:lnTo>
                  <a:pt x="838587" y="148313"/>
                </a:lnTo>
                <a:close/>
                <a:moveTo>
                  <a:pt x="760125" y="147425"/>
                </a:moveTo>
                <a:lnTo>
                  <a:pt x="760625" y="147425"/>
                </a:lnTo>
                <a:lnTo>
                  <a:pt x="760625" y="148313"/>
                </a:lnTo>
                <a:lnTo>
                  <a:pt x="760125" y="148313"/>
                </a:lnTo>
                <a:close/>
                <a:moveTo>
                  <a:pt x="830591" y="147425"/>
                </a:moveTo>
                <a:lnTo>
                  <a:pt x="831091" y="147425"/>
                </a:lnTo>
                <a:lnTo>
                  <a:pt x="831091" y="148313"/>
                </a:lnTo>
                <a:lnTo>
                  <a:pt x="830591" y="148313"/>
                </a:lnTo>
                <a:close/>
                <a:moveTo>
                  <a:pt x="778616" y="147425"/>
                </a:moveTo>
                <a:lnTo>
                  <a:pt x="779116" y="147425"/>
                </a:lnTo>
                <a:lnTo>
                  <a:pt x="779116" y="148313"/>
                </a:lnTo>
                <a:lnTo>
                  <a:pt x="778616" y="148313"/>
                </a:lnTo>
                <a:close/>
                <a:moveTo>
                  <a:pt x="952033" y="148313"/>
                </a:moveTo>
                <a:lnTo>
                  <a:pt x="952533" y="148313"/>
                </a:lnTo>
                <a:lnTo>
                  <a:pt x="952533" y="149201"/>
                </a:lnTo>
                <a:lnTo>
                  <a:pt x="952033" y="149201"/>
                </a:lnTo>
                <a:close/>
                <a:moveTo>
                  <a:pt x="929544" y="148313"/>
                </a:moveTo>
                <a:lnTo>
                  <a:pt x="930044" y="148313"/>
                </a:lnTo>
                <a:lnTo>
                  <a:pt x="930044" y="149201"/>
                </a:lnTo>
                <a:lnTo>
                  <a:pt x="929544" y="149201"/>
                </a:lnTo>
                <a:close/>
                <a:moveTo>
                  <a:pt x="959030" y="148313"/>
                </a:moveTo>
                <a:lnTo>
                  <a:pt x="959529" y="148313"/>
                </a:lnTo>
                <a:lnTo>
                  <a:pt x="959529" y="149201"/>
                </a:lnTo>
                <a:lnTo>
                  <a:pt x="959030" y="149201"/>
                </a:lnTo>
                <a:close/>
                <a:moveTo>
                  <a:pt x="896060" y="149201"/>
                </a:moveTo>
                <a:lnTo>
                  <a:pt x="896560" y="149201"/>
                </a:lnTo>
                <a:lnTo>
                  <a:pt x="896560" y="150089"/>
                </a:lnTo>
                <a:lnTo>
                  <a:pt x="896060" y="150089"/>
                </a:lnTo>
                <a:close/>
                <a:moveTo>
                  <a:pt x="846084" y="149201"/>
                </a:moveTo>
                <a:lnTo>
                  <a:pt x="846584" y="149201"/>
                </a:lnTo>
                <a:lnTo>
                  <a:pt x="846584" y="150089"/>
                </a:lnTo>
                <a:lnTo>
                  <a:pt x="846084" y="150089"/>
                </a:lnTo>
                <a:close/>
                <a:moveTo>
                  <a:pt x="735137" y="149201"/>
                </a:moveTo>
                <a:lnTo>
                  <a:pt x="735637" y="149201"/>
                </a:lnTo>
                <a:lnTo>
                  <a:pt x="735637" y="150089"/>
                </a:lnTo>
                <a:lnTo>
                  <a:pt x="735137" y="150089"/>
                </a:lnTo>
                <a:close/>
                <a:moveTo>
                  <a:pt x="903556" y="149201"/>
                </a:moveTo>
                <a:lnTo>
                  <a:pt x="904056" y="149201"/>
                </a:lnTo>
                <a:lnTo>
                  <a:pt x="904056" y="150089"/>
                </a:lnTo>
                <a:lnTo>
                  <a:pt x="903556" y="150089"/>
                </a:lnTo>
                <a:close/>
                <a:moveTo>
                  <a:pt x="938540" y="149201"/>
                </a:moveTo>
                <a:lnTo>
                  <a:pt x="939039" y="149201"/>
                </a:lnTo>
                <a:lnTo>
                  <a:pt x="939039" y="150089"/>
                </a:lnTo>
                <a:lnTo>
                  <a:pt x="938540" y="150089"/>
                </a:lnTo>
                <a:close/>
                <a:moveTo>
                  <a:pt x="853081" y="149201"/>
                </a:moveTo>
                <a:lnTo>
                  <a:pt x="853580" y="149201"/>
                </a:lnTo>
                <a:lnTo>
                  <a:pt x="853580" y="150089"/>
                </a:lnTo>
                <a:lnTo>
                  <a:pt x="853081" y="150089"/>
                </a:lnTo>
                <a:close/>
                <a:moveTo>
                  <a:pt x="925546" y="149201"/>
                </a:moveTo>
                <a:lnTo>
                  <a:pt x="926046" y="149201"/>
                </a:lnTo>
                <a:lnTo>
                  <a:pt x="926046" y="150089"/>
                </a:lnTo>
                <a:lnTo>
                  <a:pt x="925546" y="150089"/>
                </a:lnTo>
                <a:close/>
                <a:moveTo>
                  <a:pt x="730639" y="149201"/>
                </a:moveTo>
                <a:lnTo>
                  <a:pt x="731139" y="149201"/>
                </a:lnTo>
                <a:lnTo>
                  <a:pt x="731139" y="150089"/>
                </a:lnTo>
                <a:lnTo>
                  <a:pt x="730639" y="150089"/>
                </a:lnTo>
                <a:close/>
                <a:moveTo>
                  <a:pt x="759625" y="149201"/>
                </a:moveTo>
                <a:lnTo>
                  <a:pt x="760125" y="149201"/>
                </a:lnTo>
                <a:lnTo>
                  <a:pt x="760125" y="150089"/>
                </a:lnTo>
                <a:lnTo>
                  <a:pt x="759625" y="150089"/>
                </a:lnTo>
                <a:close/>
                <a:moveTo>
                  <a:pt x="931043" y="149201"/>
                </a:moveTo>
                <a:lnTo>
                  <a:pt x="931543" y="149201"/>
                </a:lnTo>
                <a:lnTo>
                  <a:pt x="931543" y="150089"/>
                </a:lnTo>
                <a:lnTo>
                  <a:pt x="931043" y="150089"/>
                </a:lnTo>
                <a:close/>
                <a:moveTo>
                  <a:pt x="828093" y="150089"/>
                </a:moveTo>
                <a:lnTo>
                  <a:pt x="828592" y="150089"/>
                </a:lnTo>
                <a:lnTo>
                  <a:pt x="828592" y="150977"/>
                </a:lnTo>
                <a:lnTo>
                  <a:pt x="828093" y="150977"/>
                </a:lnTo>
                <a:close/>
                <a:moveTo>
                  <a:pt x="953532" y="150089"/>
                </a:moveTo>
                <a:lnTo>
                  <a:pt x="954032" y="150089"/>
                </a:lnTo>
                <a:lnTo>
                  <a:pt x="954032" y="150977"/>
                </a:lnTo>
                <a:lnTo>
                  <a:pt x="953532" y="150977"/>
                </a:lnTo>
                <a:close/>
                <a:moveTo>
                  <a:pt x="940539" y="150089"/>
                </a:moveTo>
                <a:lnTo>
                  <a:pt x="941038" y="150089"/>
                </a:lnTo>
                <a:lnTo>
                  <a:pt x="941038" y="150977"/>
                </a:lnTo>
                <a:lnTo>
                  <a:pt x="940539" y="150977"/>
                </a:lnTo>
                <a:close/>
                <a:moveTo>
                  <a:pt x="760625" y="150089"/>
                </a:moveTo>
                <a:lnTo>
                  <a:pt x="761125" y="150089"/>
                </a:lnTo>
                <a:lnTo>
                  <a:pt x="761125" y="150977"/>
                </a:lnTo>
                <a:lnTo>
                  <a:pt x="760625" y="150977"/>
                </a:lnTo>
                <a:close/>
                <a:moveTo>
                  <a:pt x="839587" y="150089"/>
                </a:moveTo>
                <a:lnTo>
                  <a:pt x="840087" y="150089"/>
                </a:lnTo>
                <a:lnTo>
                  <a:pt x="840087" y="150977"/>
                </a:lnTo>
                <a:lnTo>
                  <a:pt x="839587" y="150977"/>
                </a:lnTo>
                <a:close/>
                <a:moveTo>
                  <a:pt x="863076" y="150089"/>
                </a:moveTo>
                <a:lnTo>
                  <a:pt x="863575" y="150089"/>
                </a:lnTo>
                <a:lnTo>
                  <a:pt x="863575" y="150977"/>
                </a:lnTo>
                <a:lnTo>
                  <a:pt x="863076" y="150977"/>
                </a:lnTo>
                <a:close/>
                <a:moveTo>
                  <a:pt x="844085" y="150089"/>
                </a:moveTo>
                <a:lnTo>
                  <a:pt x="844585" y="150089"/>
                </a:lnTo>
                <a:lnTo>
                  <a:pt x="844585" y="150977"/>
                </a:lnTo>
                <a:lnTo>
                  <a:pt x="844085" y="150977"/>
                </a:lnTo>
                <a:close/>
                <a:moveTo>
                  <a:pt x="922547" y="150089"/>
                </a:moveTo>
                <a:lnTo>
                  <a:pt x="923047" y="150089"/>
                </a:lnTo>
                <a:lnTo>
                  <a:pt x="923047" y="150977"/>
                </a:lnTo>
                <a:lnTo>
                  <a:pt x="922547" y="150977"/>
                </a:lnTo>
                <a:close/>
                <a:moveTo>
                  <a:pt x="846584" y="150089"/>
                </a:moveTo>
                <a:lnTo>
                  <a:pt x="847083" y="150089"/>
                </a:lnTo>
                <a:lnTo>
                  <a:pt x="847083" y="150977"/>
                </a:lnTo>
                <a:lnTo>
                  <a:pt x="846584" y="150977"/>
                </a:lnTo>
                <a:close/>
                <a:moveTo>
                  <a:pt x="897559" y="150089"/>
                </a:moveTo>
                <a:lnTo>
                  <a:pt x="898059" y="150089"/>
                </a:lnTo>
                <a:lnTo>
                  <a:pt x="898059" y="150977"/>
                </a:lnTo>
                <a:lnTo>
                  <a:pt x="897559" y="150977"/>
                </a:lnTo>
                <a:close/>
                <a:moveTo>
                  <a:pt x="923547" y="150977"/>
                </a:moveTo>
                <a:lnTo>
                  <a:pt x="924046" y="150977"/>
                </a:lnTo>
                <a:lnTo>
                  <a:pt x="924046" y="151865"/>
                </a:lnTo>
                <a:lnTo>
                  <a:pt x="923547" y="151865"/>
                </a:lnTo>
                <a:close/>
                <a:moveTo>
                  <a:pt x="960029" y="150977"/>
                </a:moveTo>
                <a:lnTo>
                  <a:pt x="960529" y="150977"/>
                </a:lnTo>
                <a:lnTo>
                  <a:pt x="960529" y="151865"/>
                </a:lnTo>
                <a:lnTo>
                  <a:pt x="960029" y="151865"/>
                </a:lnTo>
                <a:close/>
                <a:moveTo>
                  <a:pt x="729640" y="150977"/>
                </a:moveTo>
                <a:lnTo>
                  <a:pt x="730140" y="150977"/>
                </a:lnTo>
                <a:lnTo>
                  <a:pt x="730140" y="151865"/>
                </a:lnTo>
                <a:lnTo>
                  <a:pt x="729640" y="151865"/>
                </a:lnTo>
                <a:close/>
                <a:moveTo>
                  <a:pt x="737636" y="148313"/>
                </a:moveTo>
                <a:lnTo>
                  <a:pt x="738136" y="148313"/>
                </a:lnTo>
                <a:lnTo>
                  <a:pt x="738136" y="151865"/>
                </a:lnTo>
                <a:lnTo>
                  <a:pt x="737636" y="151865"/>
                </a:lnTo>
                <a:close/>
                <a:moveTo>
                  <a:pt x="905056" y="150977"/>
                </a:moveTo>
                <a:lnTo>
                  <a:pt x="905555" y="150977"/>
                </a:lnTo>
                <a:lnTo>
                  <a:pt x="905555" y="151865"/>
                </a:lnTo>
                <a:lnTo>
                  <a:pt x="905056" y="151865"/>
                </a:lnTo>
                <a:close/>
                <a:moveTo>
                  <a:pt x="864075" y="150977"/>
                </a:moveTo>
                <a:lnTo>
                  <a:pt x="864575" y="150977"/>
                </a:lnTo>
                <a:lnTo>
                  <a:pt x="864575" y="151865"/>
                </a:lnTo>
                <a:lnTo>
                  <a:pt x="864075" y="151865"/>
                </a:lnTo>
                <a:close/>
                <a:moveTo>
                  <a:pt x="719645" y="150977"/>
                </a:moveTo>
                <a:lnTo>
                  <a:pt x="720144" y="150977"/>
                </a:lnTo>
                <a:lnTo>
                  <a:pt x="720144" y="151865"/>
                </a:lnTo>
                <a:lnTo>
                  <a:pt x="719645" y="151865"/>
                </a:lnTo>
                <a:close/>
                <a:moveTo>
                  <a:pt x="928045" y="151865"/>
                </a:moveTo>
                <a:lnTo>
                  <a:pt x="928544" y="151865"/>
                </a:lnTo>
                <a:lnTo>
                  <a:pt x="928544" y="152753"/>
                </a:lnTo>
                <a:lnTo>
                  <a:pt x="928045" y="152753"/>
                </a:lnTo>
                <a:close/>
                <a:moveTo>
                  <a:pt x="729140" y="151865"/>
                </a:moveTo>
                <a:lnTo>
                  <a:pt x="729640" y="151865"/>
                </a:lnTo>
                <a:lnTo>
                  <a:pt x="729640" y="152753"/>
                </a:lnTo>
                <a:lnTo>
                  <a:pt x="729140" y="152753"/>
                </a:lnTo>
                <a:close/>
                <a:moveTo>
                  <a:pt x="935041" y="151865"/>
                </a:moveTo>
                <a:lnTo>
                  <a:pt x="935541" y="151865"/>
                </a:lnTo>
                <a:lnTo>
                  <a:pt x="935541" y="152753"/>
                </a:lnTo>
                <a:lnTo>
                  <a:pt x="935041" y="152753"/>
                </a:lnTo>
                <a:close/>
                <a:moveTo>
                  <a:pt x="720144" y="151865"/>
                </a:moveTo>
                <a:lnTo>
                  <a:pt x="720644" y="151865"/>
                </a:lnTo>
                <a:lnTo>
                  <a:pt x="720644" y="152753"/>
                </a:lnTo>
                <a:lnTo>
                  <a:pt x="720144" y="152753"/>
                </a:lnTo>
                <a:close/>
                <a:moveTo>
                  <a:pt x="917550" y="151865"/>
                </a:moveTo>
                <a:lnTo>
                  <a:pt x="918049" y="151865"/>
                </a:lnTo>
                <a:lnTo>
                  <a:pt x="918049" y="152753"/>
                </a:lnTo>
                <a:lnTo>
                  <a:pt x="917550" y="152753"/>
                </a:lnTo>
                <a:close/>
                <a:moveTo>
                  <a:pt x="772619" y="151865"/>
                </a:moveTo>
                <a:lnTo>
                  <a:pt x="773119" y="151865"/>
                </a:lnTo>
                <a:lnTo>
                  <a:pt x="773119" y="152753"/>
                </a:lnTo>
                <a:lnTo>
                  <a:pt x="772619" y="152753"/>
                </a:lnTo>
                <a:close/>
                <a:moveTo>
                  <a:pt x="900058" y="151865"/>
                </a:moveTo>
                <a:lnTo>
                  <a:pt x="900558" y="151865"/>
                </a:lnTo>
                <a:lnTo>
                  <a:pt x="900558" y="152753"/>
                </a:lnTo>
                <a:lnTo>
                  <a:pt x="900058" y="152753"/>
                </a:lnTo>
                <a:close/>
                <a:moveTo>
                  <a:pt x="957530" y="152753"/>
                </a:moveTo>
                <a:lnTo>
                  <a:pt x="958030" y="152753"/>
                </a:lnTo>
                <a:lnTo>
                  <a:pt x="958030" y="153641"/>
                </a:lnTo>
                <a:lnTo>
                  <a:pt x="957530" y="153641"/>
                </a:lnTo>
                <a:close/>
                <a:moveTo>
                  <a:pt x="949534" y="151865"/>
                </a:moveTo>
                <a:lnTo>
                  <a:pt x="950034" y="151865"/>
                </a:lnTo>
                <a:lnTo>
                  <a:pt x="950034" y="153641"/>
                </a:lnTo>
                <a:lnTo>
                  <a:pt x="949534" y="153641"/>
                </a:lnTo>
                <a:close/>
                <a:moveTo>
                  <a:pt x="964527" y="153641"/>
                </a:moveTo>
                <a:lnTo>
                  <a:pt x="965027" y="153641"/>
                </a:lnTo>
                <a:lnTo>
                  <a:pt x="965027" y="154529"/>
                </a:lnTo>
                <a:lnTo>
                  <a:pt x="964527" y="154529"/>
                </a:lnTo>
                <a:close/>
              </a:path>
            </a:pathLst>
          </a:custGeom>
          <a:solidFill>
            <a:srgbClr val="173854"/>
          </a:solidFill>
          <a:ln>
            <a:noFill/>
          </a:ln>
        </p:spPr>
      </p:sp>
      <p:sp>
        <p:nvSpPr>
          <p:cNvPr id="40" name="Kimate circled colour correction 40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32638" y="67496"/>
                </a:moveTo>
                <a:lnTo>
                  <a:pt x="733138" y="67496"/>
                </a:lnTo>
                <a:lnTo>
                  <a:pt x="733138" y="68384"/>
                </a:lnTo>
                <a:lnTo>
                  <a:pt x="732638" y="68384"/>
                </a:lnTo>
                <a:close/>
                <a:moveTo>
                  <a:pt x="732638" y="69272"/>
                </a:moveTo>
                <a:lnTo>
                  <a:pt x="733138" y="69272"/>
                </a:lnTo>
                <a:lnTo>
                  <a:pt x="733138" y="70160"/>
                </a:lnTo>
                <a:lnTo>
                  <a:pt x="732638" y="70160"/>
                </a:lnTo>
                <a:close/>
                <a:moveTo>
                  <a:pt x="758626" y="70160"/>
                </a:moveTo>
                <a:lnTo>
                  <a:pt x="759126" y="70160"/>
                </a:lnTo>
                <a:lnTo>
                  <a:pt x="759126" y="71048"/>
                </a:lnTo>
                <a:lnTo>
                  <a:pt x="758626" y="71048"/>
                </a:lnTo>
                <a:close/>
                <a:moveTo>
                  <a:pt x="727641" y="73712"/>
                </a:moveTo>
                <a:lnTo>
                  <a:pt x="728140" y="73712"/>
                </a:lnTo>
                <a:lnTo>
                  <a:pt x="728140" y="74600"/>
                </a:lnTo>
                <a:lnTo>
                  <a:pt x="727641" y="74600"/>
                </a:lnTo>
                <a:close/>
                <a:moveTo>
                  <a:pt x="726141" y="73712"/>
                </a:moveTo>
                <a:lnTo>
                  <a:pt x="726641" y="73712"/>
                </a:lnTo>
                <a:lnTo>
                  <a:pt x="726641" y="74600"/>
                </a:lnTo>
                <a:lnTo>
                  <a:pt x="726141" y="74600"/>
                </a:lnTo>
                <a:close/>
                <a:moveTo>
                  <a:pt x="769621" y="75488"/>
                </a:moveTo>
                <a:lnTo>
                  <a:pt x="770120" y="75488"/>
                </a:lnTo>
                <a:lnTo>
                  <a:pt x="770120" y="76377"/>
                </a:lnTo>
                <a:lnTo>
                  <a:pt x="769621" y="76377"/>
                </a:lnTo>
                <a:close/>
                <a:moveTo>
                  <a:pt x="845584" y="78153"/>
                </a:moveTo>
                <a:lnTo>
                  <a:pt x="846084" y="78153"/>
                </a:lnTo>
                <a:lnTo>
                  <a:pt x="846084" y="79041"/>
                </a:lnTo>
                <a:lnTo>
                  <a:pt x="845584" y="79041"/>
                </a:lnTo>
                <a:close/>
                <a:moveTo>
                  <a:pt x="851081" y="79929"/>
                </a:moveTo>
                <a:lnTo>
                  <a:pt x="851581" y="79929"/>
                </a:lnTo>
                <a:lnTo>
                  <a:pt x="851581" y="80817"/>
                </a:lnTo>
                <a:lnTo>
                  <a:pt x="851081" y="80817"/>
                </a:lnTo>
                <a:close/>
                <a:moveTo>
                  <a:pt x="937040" y="79929"/>
                </a:moveTo>
                <a:lnTo>
                  <a:pt x="937540" y="79929"/>
                </a:lnTo>
                <a:lnTo>
                  <a:pt x="937540" y="80817"/>
                </a:lnTo>
                <a:lnTo>
                  <a:pt x="937040" y="80817"/>
                </a:lnTo>
                <a:close/>
                <a:moveTo>
                  <a:pt x="730140" y="79929"/>
                </a:moveTo>
                <a:lnTo>
                  <a:pt x="730639" y="79929"/>
                </a:lnTo>
                <a:lnTo>
                  <a:pt x="730639" y="80817"/>
                </a:lnTo>
                <a:lnTo>
                  <a:pt x="730140" y="80817"/>
                </a:lnTo>
                <a:close/>
                <a:moveTo>
                  <a:pt x="939039" y="80817"/>
                </a:moveTo>
                <a:lnTo>
                  <a:pt x="939539" y="80817"/>
                </a:lnTo>
                <a:lnTo>
                  <a:pt x="939539" y="81705"/>
                </a:lnTo>
                <a:lnTo>
                  <a:pt x="939039" y="81705"/>
                </a:lnTo>
                <a:close/>
                <a:moveTo>
                  <a:pt x="772119" y="80817"/>
                </a:moveTo>
                <a:lnTo>
                  <a:pt x="772619" y="80817"/>
                </a:lnTo>
                <a:lnTo>
                  <a:pt x="772619" y="81705"/>
                </a:lnTo>
                <a:lnTo>
                  <a:pt x="772119" y="81705"/>
                </a:lnTo>
                <a:close/>
                <a:moveTo>
                  <a:pt x="933042" y="80817"/>
                </a:moveTo>
                <a:lnTo>
                  <a:pt x="933542" y="80817"/>
                </a:lnTo>
                <a:lnTo>
                  <a:pt x="933542" y="81705"/>
                </a:lnTo>
                <a:lnTo>
                  <a:pt x="933042" y="81705"/>
                </a:lnTo>
                <a:close/>
                <a:moveTo>
                  <a:pt x="842586" y="80817"/>
                </a:moveTo>
                <a:lnTo>
                  <a:pt x="843085" y="80817"/>
                </a:lnTo>
                <a:lnTo>
                  <a:pt x="843085" y="81705"/>
                </a:lnTo>
                <a:lnTo>
                  <a:pt x="842586" y="81705"/>
                </a:lnTo>
                <a:close/>
                <a:moveTo>
                  <a:pt x="773119" y="81705"/>
                </a:moveTo>
                <a:lnTo>
                  <a:pt x="773619" y="81705"/>
                </a:lnTo>
                <a:lnTo>
                  <a:pt x="773619" y="82593"/>
                </a:lnTo>
                <a:lnTo>
                  <a:pt x="773119" y="82593"/>
                </a:lnTo>
                <a:close/>
                <a:moveTo>
                  <a:pt x="770620" y="82593"/>
                </a:moveTo>
                <a:lnTo>
                  <a:pt x="771120" y="82593"/>
                </a:lnTo>
                <a:lnTo>
                  <a:pt x="771120" y="83481"/>
                </a:lnTo>
                <a:lnTo>
                  <a:pt x="770620" y="83481"/>
                </a:lnTo>
                <a:close/>
                <a:moveTo>
                  <a:pt x="839087" y="82593"/>
                </a:moveTo>
                <a:lnTo>
                  <a:pt x="839587" y="82593"/>
                </a:lnTo>
                <a:lnTo>
                  <a:pt x="839587" y="83481"/>
                </a:lnTo>
                <a:lnTo>
                  <a:pt x="839087" y="83481"/>
                </a:lnTo>
                <a:close/>
                <a:moveTo>
                  <a:pt x="774118" y="82593"/>
                </a:moveTo>
                <a:lnTo>
                  <a:pt x="774618" y="82593"/>
                </a:lnTo>
                <a:lnTo>
                  <a:pt x="774618" y="83481"/>
                </a:lnTo>
                <a:lnTo>
                  <a:pt x="774118" y="83481"/>
                </a:lnTo>
                <a:close/>
                <a:moveTo>
                  <a:pt x="731639" y="82593"/>
                </a:moveTo>
                <a:lnTo>
                  <a:pt x="732139" y="82593"/>
                </a:lnTo>
                <a:lnTo>
                  <a:pt x="732139" y="83481"/>
                </a:lnTo>
                <a:lnTo>
                  <a:pt x="731639" y="83481"/>
                </a:lnTo>
                <a:close/>
                <a:moveTo>
                  <a:pt x="757626" y="83481"/>
                </a:moveTo>
                <a:lnTo>
                  <a:pt x="758126" y="83481"/>
                </a:lnTo>
                <a:lnTo>
                  <a:pt x="758126" y="84369"/>
                </a:lnTo>
                <a:lnTo>
                  <a:pt x="757626" y="84369"/>
                </a:lnTo>
                <a:close/>
                <a:moveTo>
                  <a:pt x="857079" y="83481"/>
                </a:moveTo>
                <a:lnTo>
                  <a:pt x="857578" y="83481"/>
                </a:lnTo>
                <a:lnTo>
                  <a:pt x="857578" y="84369"/>
                </a:lnTo>
                <a:lnTo>
                  <a:pt x="857079" y="84369"/>
                </a:lnTo>
                <a:close/>
                <a:moveTo>
                  <a:pt x="835089" y="83481"/>
                </a:moveTo>
                <a:lnTo>
                  <a:pt x="835589" y="83481"/>
                </a:lnTo>
                <a:lnTo>
                  <a:pt x="835589" y="84369"/>
                </a:lnTo>
                <a:lnTo>
                  <a:pt x="835089" y="84369"/>
                </a:lnTo>
                <a:close/>
                <a:moveTo>
                  <a:pt x="930543" y="83481"/>
                </a:moveTo>
                <a:lnTo>
                  <a:pt x="931043" y="83481"/>
                </a:lnTo>
                <a:lnTo>
                  <a:pt x="931043" y="84369"/>
                </a:lnTo>
                <a:lnTo>
                  <a:pt x="930543" y="84369"/>
                </a:lnTo>
                <a:close/>
                <a:moveTo>
                  <a:pt x="920548" y="86146"/>
                </a:moveTo>
                <a:lnTo>
                  <a:pt x="921048" y="86146"/>
                </a:lnTo>
                <a:lnTo>
                  <a:pt x="921048" y="87034"/>
                </a:lnTo>
                <a:lnTo>
                  <a:pt x="920548" y="87034"/>
                </a:lnTo>
                <a:close/>
                <a:moveTo>
                  <a:pt x="862076" y="86146"/>
                </a:moveTo>
                <a:lnTo>
                  <a:pt x="862576" y="86146"/>
                </a:lnTo>
                <a:lnTo>
                  <a:pt x="862576" y="87034"/>
                </a:lnTo>
                <a:lnTo>
                  <a:pt x="862076" y="87034"/>
                </a:lnTo>
                <a:close/>
                <a:moveTo>
                  <a:pt x="762124" y="86146"/>
                </a:moveTo>
                <a:lnTo>
                  <a:pt x="762624" y="86146"/>
                </a:lnTo>
                <a:lnTo>
                  <a:pt x="762624" y="87034"/>
                </a:lnTo>
                <a:lnTo>
                  <a:pt x="762124" y="87034"/>
                </a:lnTo>
                <a:close/>
                <a:moveTo>
                  <a:pt x="923547" y="86146"/>
                </a:moveTo>
                <a:lnTo>
                  <a:pt x="924046" y="86146"/>
                </a:lnTo>
                <a:lnTo>
                  <a:pt x="924046" y="87034"/>
                </a:lnTo>
                <a:lnTo>
                  <a:pt x="923547" y="87034"/>
                </a:lnTo>
                <a:close/>
                <a:moveTo>
                  <a:pt x="775618" y="87034"/>
                </a:moveTo>
                <a:lnTo>
                  <a:pt x="776117" y="87034"/>
                </a:lnTo>
                <a:lnTo>
                  <a:pt x="776117" y="87922"/>
                </a:lnTo>
                <a:lnTo>
                  <a:pt x="775618" y="87922"/>
                </a:lnTo>
                <a:close/>
                <a:moveTo>
                  <a:pt x="943537" y="87922"/>
                </a:moveTo>
                <a:lnTo>
                  <a:pt x="944037" y="87922"/>
                </a:lnTo>
                <a:lnTo>
                  <a:pt x="944037" y="88810"/>
                </a:lnTo>
                <a:lnTo>
                  <a:pt x="943537" y="88810"/>
                </a:lnTo>
                <a:close/>
                <a:moveTo>
                  <a:pt x="775118" y="88810"/>
                </a:moveTo>
                <a:lnTo>
                  <a:pt x="775618" y="88810"/>
                </a:lnTo>
                <a:lnTo>
                  <a:pt x="775618" y="89698"/>
                </a:lnTo>
                <a:lnTo>
                  <a:pt x="775118" y="89698"/>
                </a:lnTo>
                <a:close/>
                <a:moveTo>
                  <a:pt x="767122" y="88810"/>
                </a:moveTo>
                <a:lnTo>
                  <a:pt x="767622" y="88810"/>
                </a:lnTo>
                <a:lnTo>
                  <a:pt x="767622" y="89698"/>
                </a:lnTo>
                <a:lnTo>
                  <a:pt x="767122" y="89698"/>
                </a:lnTo>
                <a:close/>
                <a:moveTo>
                  <a:pt x="925046" y="88810"/>
                </a:moveTo>
                <a:lnTo>
                  <a:pt x="925546" y="88810"/>
                </a:lnTo>
                <a:lnTo>
                  <a:pt x="925546" y="89698"/>
                </a:lnTo>
                <a:lnTo>
                  <a:pt x="925046" y="89698"/>
                </a:lnTo>
                <a:close/>
                <a:moveTo>
                  <a:pt x="749630" y="89698"/>
                </a:moveTo>
                <a:lnTo>
                  <a:pt x="750130" y="89698"/>
                </a:lnTo>
                <a:lnTo>
                  <a:pt x="750130" y="90586"/>
                </a:lnTo>
                <a:lnTo>
                  <a:pt x="749630" y="90586"/>
                </a:lnTo>
                <a:close/>
                <a:moveTo>
                  <a:pt x="770620" y="90586"/>
                </a:moveTo>
                <a:lnTo>
                  <a:pt x="771120" y="90586"/>
                </a:lnTo>
                <a:lnTo>
                  <a:pt x="771120" y="91474"/>
                </a:lnTo>
                <a:lnTo>
                  <a:pt x="770620" y="91474"/>
                </a:lnTo>
                <a:close/>
                <a:moveTo>
                  <a:pt x="732638" y="90586"/>
                </a:moveTo>
                <a:lnTo>
                  <a:pt x="733138" y="90586"/>
                </a:lnTo>
                <a:lnTo>
                  <a:pt x="733138" y="91474"/>
                </a:lnTo>
                <a:lnTo>
                  <a:pt x="732638" y="91474"/>
                </a:lnTo>
                <a:close/>
                <a:moveTo>
                  <a:pt x="766622" y="90586"/>
                </a:moveTo>
                <a:lnTo>
                  <a:pt x="767122" y="90586"/>
                </a:lnTo>
                <a:lnTo>
                  <a:pt x="767122" y="91474"/>
                </a:lnTo>
                <a:lnTo>
                  <a:pt x="766622" y="91474"/>
                </a:lnTo>
                <a:close/>
                <a:moveTo>
                  <a:pt x="837088" y="90586"/>
                </a:moveTo>
                <a:lnTo>
                  <a:pt x="837588" y="90586"/>
                </a:lnTo>
                <a:lnTo>
                  <a:pt x="837588" y="91474"/>
                </a:lnTo>
                <a:lnTo>
                  <a:pt x="837088" y="91474"/>
                </a:lnTo>
                <a:close/>
                <a:moveTo>
                  <a:pt x="737636" y="91474"/>
                </a:moveTo>
                <a:lnTo>
                  <a:pt x="738136" y="91474"/>
                </a:lnTo>
                <a:lnTo>
                  <a:pt x="738136" y="92362"/>
                </a:lnTo>
                <a:lnTo>
                  <a:pt x="737636" y="92362"/>
                </a:lnTo>
                <a:close/>
                <a:moveTo>
                  <a:pt x="834589" y="91474"/>
                </a:moveTo>
                <a:lnTo>
                  <a:pt x="835089" y="91474"/>
                </a:lnTo>
                <a:lnTo>
                  <a:pt x="835089" y="92362"/>
                </a:lnTo>
                <a:lnTo>
                  <a:pt x="834589" y="92362"/>
                </a:lnTo>
                <a:close/>
                <a:moveTo>
                  <a:pt x="820096" y="92362"/>
                </a:moveTo>
                <a:lnTo>
                  <a:pt x="820596" y="92362"/>
                </a:lnTo>
                <a:lnTo>
                  <a:pt x="820596" y="93250"/>
                </a:lnTo>
                <a:lnTo>
                  <a:pt x="820096" y="93250"/>
                </a:lnTo>
                <a:close/>
                <a:moveTo>
                  <a:pt x="828093" y="93250"/>
                </a:moveTo>
                <a:lnTo>
                  <a:pt x="828592" y="93250"/>
                </a:lnTo>
                <a:lnTo>
                  <a:pt x="828592" y="94139"/>
                </a:lnTo>
                <a:lnTo>
                  <a:pt x="828093" y="94139"/>
                </a:lnTo>
                <a:close/>
                <a:moveTo>
                  <a:pt x="730140" y="93250"/>
                </a:moveTo>
                <a:lnTo>
                  <a:pt x="730639" y="93250"/>
                </a:lnTo>
                <a:lnTo>
                  <a:pt x="730639" y="94139"/>
                </a:lnTo>
                <a:lnTo>
                  <a:pt x="730140" y="94139"/>
                </a:lnTo>
                <a:close/>
                <a:moveTo>
                  <a:pt x="763623" y="93250"/>
                </a:moveTo>
                <a:lnTo>
                  <a:pt x="764123" y="93250"/>
                </a:lnTo>
                <a:lnTo>
                  <a:pt x="764123" y="94139"/>
                </a:lnTo>
                <a:lnTo>
                  <a:pt x="763623" y="94139"/>
                </a:lnTo>
                <a:close/>
                <a:moveTo>
                  <a:pt x="833590" y="93250"/>
                </a:moveTo>
                <a:lnTo>
                  <a:pt x="834090" y="93250"/>
                </a:lnTo>
                <a:lnTo>
                  <a:pt x="834090" y="94139"/>
                </a:lnTo>
                <a:lnTo>
                  <a:pt x="833590" y="94139"/>
                </a:lnTo>
                <a:close/>
                <a:moveTo>
                  <a:pt x="821096" y="95027"/>
                </a:moveTo>
                <a:lnTo>
                  <a:pt x="821596" y="95027"/>
                </a:lnTo>
                <a:lnTo>
                  <a:pt x="821596" y="95915"/>
                </a:lnTo>
                <a:lnTo>
                  <a:pt x="821096" y="95915"/>
                </a:lnTo>
                <a:close/>
                <a:moveTo>
                  <a:pt x="833590" y="95027"/>
                </a:moveTo>
                <a:lnTo>
                  <a:pt x="834090" y="95027"/>
                </a:lnTo>
                <a:lnTo>
                  <a:pt x="834090" y="95915"/>
                </a:lnTo>
                <a:lnTo>
                  <a:pt x="833590" y="95915"/>
                </a:lnTo>
                <a:close/>
                <a:moveTo>
                  <a:pt x="758626" y="95915"/>
                </a:moveTo>
                <a:lnTo>
                  <a:pt x="759126" y="95915"/>
                </a:lnTo>
                <a:lnTo>
                  <a:pt x="759126" y="97691"/>
                </a:lnTo>
                <a:lnTo>
                  <a:pt x="758626" y="97691"/>
                </a:lnTo>
                <a:close/>
                <a:moveTo>
                  <a:pt x="731639" y="96803"/>
                </a:moveTo>
                <a:lnTo>
                  <a:pt x="732139" y="96803"/>
                </a:lnTo>
                <a:lnTo>
                  <a:pt x="732139" y="97691"/>
                </a:lnTo>
                <a:lnTo>
                  <a:pt x="731639" y="97691"/>
                </a:lnTo>
                <a:close/>
                <a:moveTo>
                  <a:pt x="867574" y="96803"/>
                </a:moveTo>
                <a:lnTo>
                  <a:pt x="868073" y="96803"/>
                </a:lnTo>
                <a:lnTo>
                  <a:pt x="868073" y="97691"/>
                </a:lnTo>
                <a:lnTo>
                  <a:pt x="867574" y="97691"/>
                </a:lnTo>
                <a:close/>
                <a:moveTo>
                  <a:pt x="840087" y="97691"/>
                </a:moveTo>
                <a:lnTo>
                  <a:pt x="840587" y="97691"/>
                </a:lnTo>
                <a:lnTo>
                  <a:pt x="840587" y="98579"/>
                </a:lnTo>
                <a:lnTo>
                  <a:pt x="840087" y="98579"/>
                </a:lnTo>
                <a:close/>
                <a:moveTo>
                  <a:pt x="917050" y="97691"/>
                </a:moveTo>
                <a:lnTo>
                  <a:pt x="917550" y="97691"/>
                </a:lnTo>
                <a:lnTo>
                  <a:pt x="917550" y="98579"/>
                </a:lnTo>
                <a:lnTo>
                  <a:pt x="917050" y="98579"/>
                </a:lnTo>
                <a:close/>
                <a:moveTo>
                  <a:pt x="970024" y="98579"/>
                </a:moveTo>
                <a:lnTo>
                  <a:pt x="970524" y="98579"/>
                </a:lnTo>
                <a:lnTo>
                  <a:pt x="970524" y="99467"/>
                </a:lnTo>
                <a:lnTo>
                  <a:pt x="970024" y="99467"/>
                </a:lnTo>
                <a:close/>
                <a:moveTo>
                  <a:pt x="817598" y="98579"/>
                </a:moveTo>
                <a:lnTo>
                  <a:pt x="818097" y="98579"/>
                </a:lnTo>
                <a:lnTo>
                  <a:pt x="818097" y="99467"/>
                </a:lnTo>
                <a:lnTo>
                  <a:pt x="817598" y="99467"/>
                </a:lnTo>
                <a:close/>
                <a:moveTo>
                  <a:pt x="737136" y="99467"/>
                </a:moveTo>
                <a:lnTo>
                  <a:pt x="737636" y="99467"/>
                </a:lnTo>
                <a:lnTo>
                  <a:pt x="737636" y="100355"/>
                </a:lnTo>
                <a:lnTo>
                  <a:pt x="737136" y="100355"/>
                </a:lnTo>
                <a:close/>
                <a:moveTo>
                  <a:pt x="839587" y="99467"/>
                </a:moveTo>
                <a:lnTo>
                  <a:pt x="840087" y="99467"/>
                </a:lnTo>
                <a:lnTo>
                  <a:pt x="840087" y="100355"/>
                </a:lnTo>
                <a:lnTo>
                  <a:pt x="839587" y="100355"/>
                </a:lnTo>
                <a:close/>
                <a:moveTo>
                  <a:pt x="816598" y="100355"/>
                </a:moveTo>
                <a:lnTo>
                  <a:pt x="817098" y="100355"/>
                </a:lnTo>
                <a:lnTo>
                  <a:pt x="817098" y="101243"/>
                </a:lnTo>
                <a:lnTo>
                  <a:pt x="816598" y="101243"/>
                </a:lnTo>
                <a:close/>
                <a:moveTo>
                  <a:pt x="918549" y="102131"/>
                </a:moveTo>
                <a:lnTo>
                  <a:pt x="919049" y="102131"/>
                </a:lnTo>
                <a:lnTo>
                  <a:pt x="919049" y="103020"/>
                </a:lnTo>
                <a:lnTo>
                  <a:pt x="918549" y="103020"/>
                </a:lnTo>
                <a:close/>
                <a:moveTo>
                  <a:pt x="929044" y="103020"/>
                </a:moveTo>
                <a:lnTo>
                  <a:pt x="929544" y="103020"/>
                </a:lnTo>
                <a:lnTo>
                  <a:pt x="929544" y="103908"/>
                </a:lnTo>
                <a:lnTo>
                  <a:pt x="929044" y="103908"/>
                </a:lnTo>
                <a:close/>
                <a:moveTo>
                  <a:pt x="831091" y="103020"/>
                </a:moveTo>
                <a:lnTo>
                  <a:pt x="832091" y="103020"/>
                </a:lnTo>
                <a:lnTo>
                  <a:pt x="832091" y="103908"/>
                </a:lnTo>
                <a:lnTo>
                  <a:pt x="831091" y="103908"/>
                </a:lnTo>
                <a:close/>
                <a:moveTo>
                  <a:pt x="741634" y="103020"/>
                </a:moveTo>
                <a:lnTo>
                  <a:pt x="742134" y="103020"/>
                </a:lnTo>
                <a:lnTo>
                  <a:pt x="742134" y="103908"/>
                </a:lnTo>
                <a:lnTo>
                  <a:pt x="741634" y="103908"/>
                </a:lnTo>
                <a:close/>
                <a:moveTo>
                  <a:pt x="873071" y="103908"/>
                </a:moveTo>
                <a:lnTo>
                  <a:pt x="873571" y="103908"/>
                </a:lnTo>
                <a:lnTo>
                  <a:pt x="873571" y="104796"/>
                </a:lnTo>
                <a:lnTo>
                  <a:pt x="873071" y="104796"/>
                </a:lnTo>
                <a:close/>
                <a:moveTo>
                  <a:pt x="757626" y="104796"/>
                </a:moveTo>
                <a:lnTo>
                  <a:pt x="758126" y="104796"/>
                </a:lnTo>
                <a:lnTo>
                  <a:pt x="758126" y="105684"/>
                </a:lnTo>
                <a:lnTo>
                  <a:pt x="757626" y="105684"/>
                </a:lnTo>
                <a:close/>
                <a:moveTo>
                  <a:pt x="815599" y="104796"/>
                </a:moveTo>
                <a:lnTo>
                  <a:pt x="816098" y="104796"/>
                </a:lnTo>
                <a:lnTo>
                  <a:pt x="816098" y="105684"/>
                </a:lnTo>
                <a:lnTo>
                  <a:pt x="815599" y="105684"/>
                </a:lnTo>
                <a:close/>
                <a:moveTo>
                  <a:pt x="830092" y="104796"/>
                </a:moveTo>
                <a:lnTo>
                  <a:pt x="830591" y="104796"/>
                </a:lnTo>
                <a:lnTo>
                  <a:pt x="830591" y="105684"/>
                </a:lnTo>
                <a:lnTo>
                  <a:pt x="830092" y="105684"/>
                </a:lnTo>
                <a:close/>
                <a:moveTo>
                  <a:pt x="758626" y="105684"/>
                </a:moveTo>
                <a:lnTo>
                  <a:pt x="759126" y="105684"/>
                </a:lnTo>
                <a:lnTo>
                  <a:pt x="759126" y="106572"/>
                </a:lnTo>
                <a:lnTo>
                  <a:pt x="758626" y="106572"/>
                </a:lnTo>
                <a:close/>
                <a:moveTo>
                  <a:pt x="739635" y="105684"/>
                </a:moveTo>
                <a:lnTo>
                  <a:pt x="740135" y="105684"/>
                </a:lnTo>
                <a:lnTo>
                  <a:pt x="740135" y="106572"/>
                </a:lnTo>
                <a:lnTo>
                  <a:pt x="739635" y="106572"/>
                </a:lnTo>
                <a:close/>
                <a:moveTo>
                  <a:pt x="737136" y="106572"/>
                </a:moveTo>
                <a:lnTo>
                  <a:pt x="737636" y="106572"/>
                </a:lnTo>
                <a:lnTo>
                  <a:pt x="737636" y="107460"/>
                </a:lnTo>
                <a:lnTo>
                  <a:pt x="737136" y="107460"/>
                </a:lnTo>
                <a:close/>
                <a:moveTo>
                  <a:pt x="876069" y="106572"/>
                </a:moveTo>
                <a:lnTo>
                  <a:pt x="876569" y="106572"/>
                </a:lnTo>
                <a:lnTo>
                  <a:pt x="876569" y="107460"/>
                </a:lnTo>
                <a:lnTo>
                  <a:pt x="876069" y="107460"/>
                </a:lnTo>
                <a:close/>
                <a:moveTo>
                  <a:pt x="749630" y="107460"/>
                </a:moveTo>
                <a:lnTo>
                  <a:pt x="750130" y="107460"/>
                </a:lnTo>
                <a:lnTo>
                  <a:pt x="750130" y="108348"/>
                </a:lnTo>
                <a:lnTo>
                  <a:pt x="749630" y="108348"/>
                </a:lnTo>
                <a:close/>
                <a:moveTo>
                  <a:pt x="875070" y="107460"/>
                </a:moveTo>
                <a:lnTo>
                  <a:pt x="875570" y="107460"/>
                </a:lnTo>
                <a:lnTo>
                  <a:pt x="875570" y="108348"/>
                </a:lnTo>
                <a:lnTo>
                  <a:pt x="875070" y="108348"/>
                </a:lnTo>
                <a:close/>
                <a:moveTo>
                  <a:pt x="832091" y="107460"/>
                </a:moveTo>
                <a:lnTo>
                  <a:pt x="832590" y="107460"/>
                </a:lnTo>
                <a:lnTo>
                  <a:pt x="832590" y="108348"/>
                </a:lnTo>
                <a:lnTo>
                  <a:pt x="832091" y="108348"/>
                </a:lnTo>
                <a:close/>
                <a:moveTo>
                  <a:pt x="819597" y="108348"/>
                </a:moveTo>
                <a:lnTo>
                  <a:pt x="820096" y="108348"/>
                </a:lnTo>
                <a:lnTo>
                  <a:pt x="820096" y="109236"/>
                </a:lnTo>
                <a:lnTo>
                  <a:pt x="819597" y="109236"/>
                </a:lnTo>
                <a:close/>
                <a:moveTo>
                  <a:pt x="812600" y="108348"/>
                </a:moveTo>
                <a:lnTo>
                  <a:pt x="813100" y="108348"/>
                </a:lnTo>
                <a:lnTo>
                  <a:pt x="813100" y="109236"/>
                </a:lnTo>
                <a:lnTo>
                  <a:pt x="812600" y="109236"/>
                </a:lnTo>
                <a:close/>
                <a:moveTo>
                  <a:pt x="877569" y="108348"/>
                </a:moveTo>
                <a:lnTo>
                  <a:pt x="878069" y="108348"/>
                </a:lnTo>
                <a:lnTo>
                  <a:pt x="878069" y="109236"/>
                </a:lnTo>
                <a:lnTo>
                  <a:pt x="877569" y="109236"/>
                </a:lnTo>
                <a:close/>
                <a:moveTo>
                  <a:pt x="737136" y="109236"/>
                </a:moveTo>
                <a:lnTo>
                  <a:pt x="737636" y="109236"/>
                </a:lnTo>
                <a:lnTo>
                  <a:pt x="737636" y="110124"/>
                </a:lnTo>
                <a:lnTo>
                  <a:pt x="737136" y="110124"/>
                </a:lnTo>
                <a:close/>
                <a:moveTo>
                  <a:pt x="816098" y="109236"/>
                </a:moveTo>
                <a:lnTo>
                  <a:pt x="816598" y="109236"/>
                </a:lnTo>
                <a:lnTo>
                  <a:pt x="816598" y="110124"/>
                </a:lnTo>
                <a:lnTo>
                  <a:pt x="816098" y="110124"/>
                </a:lnTo>
                <a:close/>
                <a:moveTo>
                  <a:pt x="814099" y="109236"/>
                </a:moveTo>
                <a:lnTo>
                  <a:pt x="814599" y="109236"/>
                </a:lnTo>
                <a:lnTo>
                  <a:pt x="814599" y="110124"/>
                </a:lnTo>
                <a:lnTo>
                  <a:pt x="814099" y="110124"/>
                </a:lnTo>
                <a:close/>
                <a:moveTo>
                  <a:pt x="850082" y="109236"/>
                </a:moveTo>
                <a:lnTo>
                  <a:pt x="850582" y="109236"/>
                </a:lnTo>
                <a:lnTo>
                  <a:pt x="850582" y="110124"/>
                </a:lnTo>
                <a:lnTo>
                  <a:pt x="850082" y="110124"/>
                </a:lnTo>
                <a:close/>
                <a:moveTo>
                  <a:pt x="851081" y="110124"/>
                </a:moveTo>
                <a:lnTo>
                  <a:pt x="851581" y="110124"/>
                </a:lnTo>
                <a:lnTo>
                  <a:pt x="851581" y="111012"/>
                </a:lnTo>
                <a:lnTo>
                  <a:pt x="851081" y="111012"/>
                </a:lnTo>
                <a:close/>
                <a:moveTo>
                  <a:pt x="809601" y="110124"/>
                </a:moveTo>
                <a:lnTo>
                  <a:pt x="810101" y="110124"/>
                </a:lnTo>
                <a:lnTo>
                  <a:pt x="810101" y="111012"/>
                </a:lnTo>
                <a:lnTo>
                  <a:pt x="809601" y="111012"/>
                </a:lnTo>
                <a:close/>
                <a:moveTo>
                  <a:pt x="849082" y="110124"/>
                </a:moveTo>
                <a:lnTo>
                  <a:pt x="849582" y="110124"/>
                </a:lnTo>
                <a:lnTo>
                  <a:pt x="849582" y="111012"/>
                </a:lnTo>
                <a:lnTo>
                  <a:pt x="849082" y="111012"/>
                </a:lnTo>
                <a:close/>
                <a:moveTo>
                  <a:pt x="876569" y="111012"/>
                </a:moveTo>
                <a:lnTo>
                  <a:pt x="877069" y="111012"/>
                </a:lnTo>
                <a:lnTo>
                  <a:pt x="877069" y="111901"/>
                </a:lnTo>
                <a:lnTo>
                  <a:pt x="876569" y="111901"/>
                </a:lnTo>
                <a:close/>
                <a:moveTo>
                  <a:pt x="934541" y="111012"/>
                </a:moveTo>
                <a:lnTo>
                  <a:pt x="935041" y="111012"/>
                </a:lnTo>
                <a:lnTo>
                  <a:pt x="935041" y="111901"/>
                </a:lnTo>
                <a:lnTo>
                  <a:pt x="934541" y="111901"/>
                </a:lnTo>
                <a:close/>
                <a:moveTo>
                  <a:pt x="969525" y="111012"/>
                </a:moveTo>
                <a:lnTo>
                  <a:pt x="970024" y="111012"/>
                </a:lnTo>
                <a:lnTo>
                  <a:pt x="970024" y="111901"/>
                </a:lnTo>
                <a:lnTo>
                  <a:pt x="969525" y="111901"/>
                </a:lnTo>
                <a:close/>
                <a:moveTo>
                  <a:pt x="850082" y="111012"/>
                </a:moveTo>
                <a:lnTo>
                  <a:pt x="850582" y="111012"/>
                </a:lnTo>
                <a:lnTo>
                  <a:pt x="850582" y="111901"/>
                </a:lnTo>
                <a:lnTo>
                  <a:pt x="850082" y="111901"/>
                </a:lnTo>
                <a:close/>
                <a:moveTo>
                  <a:pt x="851081" y="111901"/>
                </a:moveTo>
                <a:lnTo>
                  <a:pt x="851581" y="111901"/>
                </a:lnTo>
                <a:lnTo>
                  <a:pt x="851581" y="112789"/>
                </a:lnTo>
                <a:lnTo>
                  <a:pt x="851081" y="112789"/>
                </a:lnTo>
                <a:close/>
                <a:moveTo>
                  <a:pt x="872071" y="112789"/>
                </a:moveTo>
                <a:lnTo>
                  <a:pt x="872571" y="112789"/>
                </a:lnTo>
                <a:lnTo>
                  <a:pt x="872571" y="113677"/>
                </a:lnTo>
                <a:lnTo>
                  <a:pt x="872071" y="113677"/>
                </a:lnTo>
                <a:close/>
                <a:moveTo>
                  <a:pt x="855080" y="112789"/>
                </a:moveTo>
                <a:lnTo>
                  <a:pt x="855579" y="112789"/>
                </a:lnTo>
                <a:lnTo>
                  <a:pt x="855579" y="113677"/>
                </a:lnTo>
                <a:lnTo>
                  <a:pt x="855080" y="113677"/>
                </a:lnTo>
                <a:close/>
                <a:moveTo>
                  <a:pt x="824094" y="112789"/>
                </a:moveTo>
                <a:lnTo>
                  <a:pt x="824594" y="112789"/>
                </a:lnTo>
                <a:lnTo>
                  <a:pt x="824594" y="113677"/>
                </a:lnTo>
                <a:lnTo>
                  <a:pt x="824094" y="113677"/>
                </a:lnTo>
                <a:close/>
                <a:moveTo>
                  <a:pt x="826093" y="112789"/>
                </a:moveTo>
                <a:lnTo>
                  <a:pt x="826593" y="112789"/>
                </a:lnTo>
                <a:lnTo>
                  <a:pt x="826593" y="113677"/>
                </a:lnTo>
                <a:lnTo>
                  <a:pt x="826093" y="113677"/>
                </a:lnTo>
                <a:close/>
                <a:moveTo>
                  <a:pt x="876569" y="113677"/>
                </a:moveTo>
                <a:lnTo>
                  <a:pt x="877069" y="113677"/>
                </a:lnTo>
                <a:lnTo>
                  <a:pt x="877069" y="114565"/>
                </a:lnTo>
                <a:lnTo>
                  <a:pt x="876569" y="114565"/>
                </a:lnTo>
                <a:close/>
                <a:moveTo>
                  <a:pt x="858578" y="113677"/>
                </a:moveTo>
                <a:lnTo>
                  <a:pt x="859078" y="113677"/>
                </a:lnTo>
                <a:lnTo>
                  <a:pt x="859078" y="114565"/>
                </a:lnTo>
                <a:lnTo>
                  <a:pt x="858578" y="114565"/>
                </a:lnTo>
                <a:close/>
                <a:moveTo>
                  <a:pt x="874070" y="113677"/>
                </a:moveTo>
                <a:lnTo>
                  <a:pt x="874570" y="113677"/>
                </a:lnTo>
                <a:lnTo>
                  <a:pt x="874570" y="114565"/>
                </a:lnTo>
                <a:lnTo>
                  <a:pt x="874070" y="114565"/>
                </a:lnTo>
                <a:close/>
                <a:moveTo>
                  <a:pt x="879568" y="114565"/>
                </a:moveTo>
                <a:lnTo>
                  <a:pt x="880068" y="114565"/>
                </a:lnTo>
                <a:lnTo>
                  <a:pt x="880068" y="115453"/>
                </a:lnTo>
                <a:lnTo>
                  <a:pt x="879568" y="115453"/>
                </a:lnTo>
                <a:close/>
                <a:moveTo>
                  <a:pt x="814099" y="114565"/>
                </a:moveTo>
                <a:lnTo>
                  <a:pt x="814599" y="114565"/>
                </a:lnTo>
                <a:lnTo>
                  <a:pt x="814599" y="115453"/>
                </a:lnTo>
                <a:lnTo>
                  <a:pt x="814099" y="115453"/>
                </a:lnTo>
                <a:close/>
                <a:moveTo>
                  <a:pt x="842086" y="115453"/>
                </a:moveTo>
                <a:lnTo>
                  <a:pt x="842586" y="115453"/>
                </a:lnTo>
                <a:lnTo>
                  <a:pt x="842586" y="116341"/>
                </a:lnTo>
                <a:lnTo>
                  <a:pt x="842086" y="116341"/>
                </a:lnTo>
                <a:close/>
                <a:moveTo>
                  <a:pt x="732638" y="115453"/>
                </a:moveTo>
                <a:lnTo>
                  <a:pt x="733138" y="115453"/>
                </a:lnTo>
                <a:lnTo>
                  <a:pt x="733138" y="116341"/>
                </a:lnTo>
                <a:lnTo>
                  <a:pt x="732638" y="116341"/>
                </a:lnTo>
                <a:close/>
                <a:moveTo>
                  <a:pt x="840087" y="116341"/>
                </a:moveTo>
                <a:lnTo>
                  <a:pt x="840587" y="116341"/>
                </a:lnTo>
                <a:lnTo>
                  <a:pt x="840587" y="117229"/>
                </a:lnTo>
                <a:lnTo>
                  <a:pt x="840087" y="117229"/>
                </a:lnTo>
                <a:close/>
                <a:moveTo>
                  <a:pt x="762124" y="116341"/>
                </a:moveTo>
                <a:lnTo>
                  <a:pt x="762624" y="116341"/>
                </a:lnTo>
                <a:lnTo>
                  <a:pt x="762624" y="117229"/>
                </a:lnTo>
                <a:lnTo>
                  <a:pt x="762124" y="117229"/>
                </a:lnTo>
                <a:close/>
                <a:moveTo>
                  <a:pt x="855579" y="117229"/>
                </a:moveTo>
                <a:lnTo>
                  <a:pt x="856079" y="117229"/>
                </a:lnTo>
                <a:lnTo>
                  <a:pt x="856079" y="118117"/>
                </a:lnTo>
                <a:lnTo>
                  <a:pt x="855579" y="118117"/>
                </a:lnTo>
                <a:close/>
                <a:moveTo>
                  <a:pt x="853081" y="117229"/>
                </a:moveTo>
                <a:lnTo>
                  <a:pt x="853580" y="117229"/>
                </a:lnTo>
                <a:lnTo>
                  <a:pt x="853580" y="118117"/>
                </a:lnTo>
                <a:lnTo>
                  <a:pt x="853081" y="118117"/>
                </a:lnTo>
                <a:close/>
                <a:moveTo>
                  <a:pt x="815599" y="117229"/>
                </a:moveTo>
                <a:lnTo>
                  <a:pt x="816098" y="117229"/>
                </a:lnTo>
                <a:lnTo>
                  <a:pt x="816098" y="118117"/>
                </a:lnTo>
                <a:lnTo>
                  <a:pt x="815599" y="118117"/>
                </a:lnTo>
                <a:close/>
                <a:moveTo>
                  <a:pt x="731139" y="117229"/>
                </a:moveTo>
                <a:lnTo>
                  <a:pt x="731639" y="117229"/>
                </a:lnTo>
                <a:lnTo>
                  <a:pt x="731639" y="118117"/>
                </a:lnTo>
                <a:lnTo>
                  <a:pt x="731139" y="118117"/>
                </a:lnTo>
                <a:close/>
                <a:moveTo>
                  <a:pt x="855080" y="119005"/>
                </a:moveTo>
                <a:lnTo>
                  <a:pt x="855579" y="119005"/>
                </a:lnTo>
                <a:lnTo>
                  <a:pt x="855579" y="119893"/>
                </a:lnTo>
                <a:lnTo>
                  <a:pt x="855080" y="119893"/>
                </a:lnTo>
                <a:close/>
                <a:moveTo>
                  <a:pt x="847083" y="119005"/>
                </a:moveTo>
                <a:lnTo>
                  <a:pt x="847583" y="119005"/>
                </a:lnTo>
                <a:lnTo>
                  <a:pt x="847583" y="119893"/>
                </a:lnTo>
                <a:lnTo>
                  <a:pt x="847083" y="119893"/>
                </a:lnTo>
                <a:close/>
                <a:moveTo>
                  <a:pt x="818597" y="119893"/>
                </a:moveTo>
                <a:lnTo>
                  <a:pt x="819097" y="119893"/>
                </a:lnTo>
                <a:lnTo>
                  <a:pt x="819097" y="120782"/>
                </a:lnTo>
                <a:lnTo>
                  <a:pt x="818597" y="120782"/>
                </a:lnTo>
                <a:close/>
                <a:moveTo>
                  <a:pt x="849082" y="119893"/>
                </a:moveTo>
                <a:lnTo>
                  <a:pt x="849582" y="119893"/>
                </a:lnTo>
                <a:lnTo>
                  <a:pt x="849582" y="120782"/>
                </a:lnTo>
                <a:lnTo>
                  <a:pt x="849082" y="120782"/>
                </a:lnTo>
                <a:close/>
                <a:moveTo>
                  <a:pt x="916550" y="120782"/>
                </a:moveTo>
                <a:lnTo>
                  <a:pt x="917050" y="120782"/>
                </a:lnTo>
                <a:lnTo>
                  <a:pt x="917050" y="121670"/>
                </a:lnTo>
                <a:lnTo>
                  <a:pt x="916550" y="121670"/>
                </a:lnTo>
                <a:close/>
                <a:moveTo>
                  <a:pt x="936540" y="122558"/>
                </a:moveTo>
                <a:lnTo>
                  <a:pt x="937040" y="122558"/>
                </a:lnTo>
                <a:lnTo>
                  <a:pt x="937040" y="123446"/>
                </a:lnTo>
                <a:lnTo>
                  <a:pt x="936540" y="123446"/>
                </a:lnTo>
                <a:close/>
                <a:moveTo>
                  <a:pt x="966526" y="124334"/>
                </a:moveTo>
                <a:lnTo>
                  <a:pt x="967026" y="124334"/>
                </a:lnTo>
                <a:lnTo>
                  <a:pt x="967026" y="125222"/>
                </a:lnTo>
                <a:lnTo>
                  <a:pt x="966526" y="125222"/>
                </a:lnTo>
                <a:close/>
                <a:moveTo>
                  <a:pt x="958530" y="124334"/>
                </a:moveTo>
                <a:lnTo>
                  <a:pt x="959030" y="124334"/>
                </a:lnTo>
                <a:lnTo>
                  <a:pt x="959030" y="125222"/>
                </a:lnTo>
                <a:lnTo>
                  <a:pt x="958530" y="125222"/>
                </a:lnTo>
                <a:close/>
                <a:moveTo>
                  <a:pt x="928544" y="126110"/>
                </a:moveTo>
                <a:lnTo>
                  <a:pt x="929044" y="126110"/>
                </a:lnTo>
                <a:lnTo>
                  <a:pt x="929044" y="126998"/>
                </a:lnTo>
                <a:lnTo>
                  <a:pt x="928544" y="126998"/>
                </a:lnTo>
                <a:close/>
                <a:moveTo>
                  <a:pt x="967026" y="126110"/>
                </a:moveTo>
                <a:lnTo>
                  <a:pt x="967526" y="126110"/>
                </a:lnTo>
                <a:lnTo>
                  <a:pt x="967526" y="126998"/>
                </a:lnTo>
                <a:lnTo>
                  <a:pt x="967026" y="126998"/>
                </a:lnTo>
                <a:close/>
                <a:moveTo>
                  <a:pt x="967526" y="127886"/>
                </a:moveTo>
                <a:lnTo>
                  <a:pt x="968025" y="127886"/>
                </a:lnTo>
                <a:lnTo>
                  <a:pt x="968025" y="128774"/>
                </a:lnTo>
                <a:lnTo>
                  <a:pt x="967526" y="128774"/>
                </a:lnTo>
                <a:close/>
                <a:moveTo>
                  <a:pt x="942538" y="128774"/>
                </a:moveTo>
                <a:lnTo>
                  <a:pt x="943037" y="128774"/>
                </a:lnTo>
                <a:lnTo>
                  <a:pt x="943037" y="129663"/>
                </a:lnTo>
                <a:lnTo>
                  <a:pt x="942538" y="129663"/>
                </a:lnTo>
                <a:close/>
                <a:moveTo>
                  <a:pt x="736636" y="133215"/>
                </a:moveTo>
                <a:lnTo>
                  <a:pt x="737136" y="133215"/>
                </a:lnTo>
                <a:lnTo>
                  <a:pt x="737136" y="134103"/>
                </a:lnTo>
                <a:lnTo>
                  <a:pt x="736636" y="134103"/>
                </a:lnTo>
                <a:close/>
                <a:moveTo>
                  <a:pt x="940039" y="134103"/>
                </a:moveTo>
                <a:lnTo>
                  <a:pt x="940539" y="134103"/>
                </a:lnTo>
                <a:lnTo>
                  <a:pt x="940539" y="134991"/>
                </a:lnTo>
                <a:lnTo>
                  <a:pt x="940039" y="134991"/>
                </a:lnTo>
                <a:close/>
                <a:moveTo>
                  <a:pt x="866074" y="134103"/>
                </a:moveTo>
                <a:lnTo>
                  <a:pt x="866574" y="134103"/>
                </a:lnTo>
                <a:lnTo>
                  <a:pt x="866574" y="134991"/>
                </a:lnTo>
                <a:lnTo>
                  <a:pt x="866074" y="134991"/>
                </a:lnTo>
                <a:close/>
                <a:moveTo>
                  <a:pt x="868073" y="134103"/>
                </a:moveTo>
                <a:lnTo>
                  <a:pt x="868573" y="134103"/>
                </a:lnTo>
                <a:lnTo>
                  <a:pt x="868573" y="134991"/>
                </a:lnTo>
                <a:lnTo>
                  <a:pt x="868073" y="134991"/>
                </a:lnTo>
                <a:close/>
                <a:moveTo>
                  <a:pt x="726141" y="134991"/>
                </a:moveTo>
                <a:lnTo>
                  <a:pt x="726641" y="134991"/>
                </a:lnTo>
                <a:lnTo>
                  <a:pt x="726641" y="135879"/>
                </a:lnTo>
                <a:lnTo>
                  <a:pt x="726141" y="135879"/>
                </a:lnTo>
                <a:close/>
                <a:moveTo>
                  <a:pt x="754128" y="135879"/>
                </a:moveTo>
                <a:lnTo>
                  <a:pt x="754628" y="135879"/>
                </a:lnTo>
                <a:lnTo>
                  <a:pt x="754628" y="136767"/>
                </a:lnTo>
                <a:lnTo>
                  <a:pt x="754128" y="136767"/>
                </a:lnTo>
                <a:close/>
                <a:moveTo>
                  <a:pt x="962028" y="135879"/>
                </a:moveTo>
                <a:lnTo>
                  <a:pt x="962528" y="135879"/>
                </a:lnTo>
                <a:lnTo>
                  <a:pt x="962528" y="136767"/>
                </a:lnTo>
                <a:lnTo>
                  <a:pt x="962028" y="136767"/>
                </a:lnTo>
                <a:close/>
                <a:moveTo>
                  <a:pt x="925046" y="136767"/>
                </a:moveTo>
                <a:lnTo>
                  <a:pt x="925546" y="136767"/>
                </a:lnTo>
                <a:lnTo>
                  <a:pt x="925546" y="137655"/>
                </a:lnTo>
                <a:lnTo>
                  <a:pt x="925046" y="137655"/>
                </a:lnTo>
                <a:close/>
                <a:moveTo>
                  <a:pt x="775618" y="137655"/>
                </a:moveTo>
                <a:lnTo>
                  <a:pt x="776117" y="137655"/>
                </a:lnTo>
                <a:lnTo>
                  <a:pt x="776117" y="138544"/>
                </a:lnTo>
                <a:lnTo>
                  <a:pt x="775618" y="138544"/>
                </a:lnTo>
                <a:close/>
                <a:moveTo>
                  <a:pt x="926046" y="137655"/>
                </a:moveTo>
                <a:lnTo>
                  <a:pt x="926545" y="137655"/>
                </a:lnTo>
                <a:lnTo>
                  <a:pt x="926545" y="138544"/>
                </a:lnTo>
                <a:lnTo>
                  <a:pt x="926046" y="138544"/>
                </a:lnTo>
                <a:close/>
                <a:moveTo>
                  <a:pt x="736636" y="138544"/>
                </a:moveTo>
                <a:lnTo>
                  <a:pt x="737636" y="138544"/>
                </a:lnTo>
                <a:lnTo>
                  <a:pt x="737636" y="139432"/>
                </a:lnTo>
                <a:lnTo>
                  <a:pt x="736636" y="139432"/>
                </a:lnTo>
                <a:close/>
                <a:moveTo>
                  <a:pt x="866074" y="138544"/>
                </a:moveTo>
                <a:lnTo>
                  <a:pt x="866574" y="138544"/>
                </a:lnTo>
                <a:lnTo>
                  <a:pt x="866574" y="139432"/>
                </a:lnTo>
                <a:lnTo>
                  <a:pt x="866074" y="139432"/>
                </a:lnTo>
                <a:close/>
                <a:moveTo>
                  <a:pt x="758626" y="139432"/>
                </a:moveTo>
                <a:lnTo>
                  <a:pt x="759126" y="139432"/>
                </a:lnTo>
                <a:lnTo>
                  <a:pt x="759126" y="140320"/>
                </a:lnTo>
                <a:lnTo>
                  <a:pt x="758626" y="140320"/>
                </a:lnTo>
                <a:close/>
                <a:moveTo>
                  <a:pt x="850582" y="139432"/>
                </a:moveTo>
                <a:lnTo>
                  <a:pt x="851081" y="139432"/>
                </a:lnTo>
                <a:lnTo>
                  <a:pt x="851081" y="140320"/>
                </a:lnTo>
                <a:lnTo>
                  <a:pt x="850582" y="140320"/>
                </a:lnTo>
                <a:close/>
                <a:moveTo>
                  <a:pt x="744633" y="139432"/>
                </a:moveTo>
                <a:lnTo>
                  <a:pt x="745132" y="139432"/>
                </a:lnTo>
                <a:lnTo>
                  <a:pt x="745132" y="140320"/>
                </a:lnTo>
                <a:lnTo>
                  <a:pt x="744633" y="140320"/>
                </a:lnTo>
                <a:close/>
                <a:moveTo>
                  <a:pt x="843585" y="139432"/>
                </a:moveTo>
                <a:lnTo>
                  <a:pt x="844085" y="139432"/>
                </a:lnTo>
                <a:lnTo>
                  <a:pt x="844085" y="140320"/>
                </a:lnTo>
                <a:lnTo>
                  <a:pt x="843585" y="140320"/>
                </a:lnTo>
                <a:close/>
                <a:moveTo>
                  <a:pt x="775118" y="139432"/>
                </a:moveTo>
                <a:lnTo>
                  <a:pt x="775618" y="139432"/>
                </a:lnTo>
                <a:lnTo>
                  <a:pt x="775618" y="140320"/>
                </a:lnTo>
                <a:lnTo>
                  <a:pt x="775118" y="140320"/>
                </a:lnTo>
                <a:close/>
                <a:moveTo>
                  <a:pt x="753628" y="139432"/>
                </a:moveTo>
                <a:lnTo>
                  <a:pt x="754128" y="139432"/>
                </a:lnTo>
                <a:lnTo>
                  <a:pt x="754128" y="140320"/>
                </a:lnTo>
                <a:lnTo>
                  <a:pt x="753628" y="140320"/>
                </a:lnTo>
                <a:close/>
                <a:moveTo>
                  <a:pt x="752129" y="138544"/>
                </a:moveTo>
                <a:lnTo>
                  <a:pt x="752629" y="138544"/>
                </a:lnTo>
                <a:lnTo>
                  <a:pt x="752629" y="140320"/>
                </a:lnTo>
                <a:lnTo>
                  <a:pt x="752129" y="140320"/>
                </a:lnTo>
                <a:close/>
                <a:moveTo>
                  <a:pt x="863076" y="140320"/>
                </a:moveTo>
                <a:lnTo>
                  <a:pt x="863575" y="140320"/>
                </a:lnTo>
                <a:lnTo>
                  <a:pt x="863575" y="141208"/>
                </a:lnTo>
                <a:lnTo>
                  <a:pt x="863076" y="141208"/>
                </a:lnTo>
                <a:close/>
                <a:moveTo>
                  <a:pt x="740634" y="140320"/>
                </a:moveTo>
                <a:lnTo>
                  <a:pt x="741134" y="140320"/>
                </a:lnTo>
                <a:lnTo>
                  <a:pt x="741134" y="141208"/>
                </a:lnTo>
                <a:lnTo>
                  <a:pt x="740634" y="141208"/>
                </a:lnTo>
                <a:close/>
                <a:moveTo>
                  <a:pt x="766622" y="140320"/>
                </a:moveTo>
                <a:lnTo>
                  <a:pt x="767122" y="140320"/>
                </a:lnTo>
                <a:lnTo>
                  <a:pt x="767122" y="141208"/>
                </a:lnTo>
                <a:lnTo>
                  <a:pt x="766622" y="141208"/>
                </a:lnTo>
                <a:close/>
                <a:moveTo>
                  <a:pt x="839587" y="140320"/>
                </a:moveTo>
                <a:lnTo>
                  <a:pt x="840087" y="140320"/>
                </a:lnTo>
                <a:lnTo>
                  <a:pt x="840087" y="141208"/>
                </a:lnTo>
                <a:lnTo>
                  <a:pt x="839587" y="141208"/>
                </a:lnTo>
                <a:close/>
                <a:moveTo>
                  <a:pt x="757626" y="142096"/>
                </a:moveTo>
                <a:lnTo>
                  <a:pt x="758126" y="142096"/>
                </a:lnTo>
                <a:lnTo>
                  <a:pt x="758126" y="142984"/>
                </a:lnTo>
                <a:lnTo>
                  <a:pt x="757626" y="142984"/>
                </a:lnTo>
                <a:close/>
                <a:moveTo>
                  <a:pt x="746632" y="142096"/>
                </a:moveTo>
                <a:lnTo>
                  <a:pt x="747131" y="142096"/>
                </a:lnTo>
                <a:lnTo>
                  <a:pt x="747131" y="142984"/>
                </a:lnTo>
                <a:lnTo>
                  <a:pt x="746632" y="142984"/>
                </a:lnTo>
                <a:close/>
                <a:moveTo>
                  <a:pt x="736636" y="142984"/>
                </a:moveTo>
                <a:lnTo>
                  <a:pt x="737136" y="142984"/>
                </a:lnTo>
                <a:lnTo>
                  <a:pt x="737136" y="143872"/>
                </a:lnTo>
                <a:lnTo>
                  <a:pt x="736636" y="143872"/>
                </a:lnTo>
                <a:close/>
                <a:moveTo>
                  <a:pt x="843085" y="142984"/>
                </a:moveTo>
                <a:lnTo>
                  <a:pt x="843585" y="142984"/>
                </a:lnTo>
                <a:lnTo>
                  <a:pt x="843585" y="143872"/>
                </a:lnTo>
                <a:lnTo>
                  <a:pt x="843085" y="143872"/>
                </a:lnTo>
                <a:close/>
                <a:moveTo>
                  <a:pt x="744633" y="142984"/>
                </a:moveTo>
                <a:lnTo>
                  <a:pt x="745132" y="142984"/>
                </a:lnTo>
                <a:lnTo>
                  <a:pt x="745132" y="143872"/>
                </a:lnTo>
                <a:lnTo>
                  <a:pt x="744633" y="143872"/>
                </a:lnTo>
                <a:close/>
                <a:moveTo>
                  <a:pt x="739635" y="143872"/>
                </a:moveTo>
                <a:lnTo>
                  <a:pt x="740135" y="143872"/>
                </a:lnTo>
                <a:lnTo>
                  <a:pt x="740135" y="144760"/>
                </a:lnTo>
                <a:lnTo>
                  <a:pt x="739635" y="144760"/>
                </a:lnTo>
                <a:close/>
                <a:moveTo>
                  <a:pt x="770120" y="143872"/>
                </a:moveTo>
                <a:lnTo>
                  <a:pt x="770620" y="143872"/>
                </a:lnTo>
                <a:lnTo>
                  <a:pt x="770620" y="144760"/>
                </a:lnTo>
                <a:lnTo>
                  <a:pt x="770120" y="144760"/>
                </a:lnTo>
                <a:close/>
                <a:moveTo>
                  <a:pt x="770620" y="144760"/>
                </a:moveTo>
                <a:lnTo>
                  <a:pt x="771120" y="144760"/>
                </a:lnTo>
                <a:lnTo>
                  <a:pt x="771120" y="145648"/>
                </a:lnTo>
                <a:lnTo>
                  <a:pt x="770620" y="145648"/>
                </a:lnTo>
                <a:close/>
                <a:moveTo>
                  <a:pt x="777117" y="144760"/>
                </a:moveTo>
                <a:lnTo>
                  <a:pt x="777617" y="144760"/>
                </a:lnTo>
                <a:lnTo>
                  <a:pt x="777617" y="145648"/>
                </a:lnTo>
                <a:lnTo>
                  <a:pt x="777117" y="145648"/>
                </a:lnTo>
                <a:close/>
                <a:moveTo>
                  <a:pt x="848083" y="144760"/>
                </a:moveTo>
                <a:lnTo>
                  <a:pt x="848583" y="144760"/>
                </a:lnTo>
                <a:lnTo>
                  <a:pt x="848583" y="145648"/>
                </a:lnTo>
                <a:lnTo>
                  <a:pt x="848083" y="145648"/>
                </a:lnTo>
                <a:close/>
                <a:moveTo>
                  <a:pt x="953532" y="145648"/>
                </a:moveTo>
                <a:lnTo>
                  <a:pt x="954032" y="145648"/>
                </a:lnTo>
                <a:lnTo>
                  <a:pt x="954032" y="146536"/>
                </a:lnTo>
                <a:lnTo>
                  <a:pt x="953532" y="146536"/>
                </a:lnTo>
                <a:close/>
                <a:moveTo>
                  <a:pt x="970024" y="145648"/>
                </a:moveTo>
                <a:lnTo>
                  <a:pt x="970524" y="145648"/>
                </a:lnTo>
                <a:lnTo>
                  <a:pt x="970524" y="146536"/>
                </a:lnTo>
                <a:lnTo>
                  <a:pt x="970024" y="146536"/>
                </a:lnTo>
                <a:close/>
                <a:moveTo>
                  <a:pt x="966526" y="145648"/>
                </a:moveTo>
                <a:lnTo>
                  <a:pt x="967026" y="145648"/>
                </a:lnTo>
                <a:lnTo>
                  <a:pt x="967026" y="146536"/>
                </a:lnTo>
                <a:lnTo>
                  <a:pt x="966526" y="146536"/>
                </a:lnTo>
                <a:close/>
                <a:moveTo>
                  <a:pt x="897059" y="145648"/>
                </a:moveTo>
                <a:lnTo>
                  <a:pt x="897559" y="145648"/>
                </a:lnTo>
                <a:lnTo>
                  <a:pt x="897559" y="146536"/>
                </a:lnTo>
                <a:lnTo>
                  <a:pt x="897059" y="146536"/>
                </a:lnTo>
                <a:close/>
                <a:moveTo>
                  <a:pt x="916550" y="145648"/>
                </a:moveTo>
                <a:lnTo>
                  <a:pt x="917050" y="145648"/>
                </a:lnTo>
                <a:lnTo>
                  <a:pt x="917050" y="146536"/>
                </a:lnTo>
                <a:lnTo>
                  <a:pt x="916550" y="146536"/>
                </a:lnTo>
                <a:close/>
                <a:moveTo>
                  <a:pt x="944537" y="145648"/>
                </a:moveTo>
                <a:lnTo>
                  <a:pt x="945036" y="145648"/>
                </a:lnTo>
                <a:lnTo>
                  <a:pt x="945036" y="146536"/>
                </a:lnTo>
                <a:lnTo>
                  <a:pt x="944537" y="146536"/>
                </a:lnTo>
                <a:close/>
                <a:moveTo>
                  <a:pt x="766122" y="145648"/>
                </a:moveTo>
                <a:lnTo>
                  <a:pt x="766622" y="145648"/>
                </a:lnTo>
                <a:lnTo>
                  <a:pt x="766622" y="146536"/>
                </a:lnTo>
                <a:lnTo>
                  <a:pt x="766122" y="146536"/>
                </a:lnTo>
                <a:close/>
                <a:moveTo>
                  <a:pt x="932043" y="145648"/>
                </a:moveTo>
                <a:lnTo>
                  <a:pt x="932542" y="145648"/>
                </a:lnTo>
                <a:lnTo>
                  <a:pt x="932542" y="146536"/>
                </a:lnTo>
                <a:lnTo>
                  <a:pt x="932043" y="146536"/>
                </a:lnTo>
                <a:close/>
                <a:moveTo>
                  <a:pt x="906055" y="145648"/>
                </a:moveTo>
                <a:lnTo>
                  <a:pt x="906555" y="145648"/>
                </a:lnTo>
                <a:lnTo>
                  <a:pt x="906555" y="146536"/>
                </a:lnTo>
                <a:lnTo>
                  <a:pt x="906055" y="146536"/>
                </a:lnTo>
                <a:close/>
                <a:moveTo>
                  <a:pt x="830092" y="146536"/>
                </a:moveTo>
                <a:lnTo>
                  <a:pt x="830591" y="146536"/>
                </a:lnTo>
                <a:lnTo>
                  <a:pt x="830591" y="147425"/>
                </a:lnTo>
                <a:lnTo>
                  <a:pt x="830092" y="147425"/>
                </a:lnTo>
                <a:close/>
                <a:moveTo>
                  <a:pt x="737136" y="146536"/>
                </a:moveTo>
                <a:lnTo>
                  <a:pt x="737636" y="146536"/>
                </a:lnTo>
                <a:lnTo>
                  <a:pt x="737636" y="147425"/>
                </a:lnTo>
                <a:lnTo>
                  <a:pt x="737136" y="147425"/>
                </a:lnTo>
                <a:close/>
                <a:moveTo>
                  <a:pt x="732638" y="146536"/>
                </a:moveTo>
                <a:lnTo>
                  <a:pt x="733138" y="146536"/>
                </a:lnTo>
                <a:lnTo>
                  <a:pt x="733138" y="147425"/>
                </a:lnTo>
                <a:lnTo>
                  <a:pt x="732638" y="147425"/>
                </a:lnTo>
                <a:close/>
                <a:moveTo>
                  <a:pt x="746632" y="147425"/>
                </a:moveTo>
                <a:lnTo>
                  <a:pt x="747131" y="147425"/>
                </a:lnTo>
                <a:lnTo>
                  <a:pt x="747131" y="148313"/>
                </a:lnTo>
                <a:lnTo>
                  <a:pt x="746632" y="148313"/>
                </a:lnTo>
                <a:close/>
                <a:moveTo>
                  <a:pt x="940539" y="147425"/>
                </a:moveTo>
                <a:lnTo>
                  <a:pt x="941038" y="147425"/>
                </a:lnTo>
                <a:lnTo>
                  <a:pt x="941038" y="148313"/>
                </a:lnTo>
                <a:lnTo>
                  <a:pt x="940539" y="148313"/>
                </a:lnTo>
                <a:close/>
                <a:moveTo>
                  <a:pt x="771120" y="147425"/>
                </a:moveTo>
                <a:lnTo>
                  <a:pt x="772119" y="147425"/>
                </a:lnTo>
                <a:lnTo>
                  <a:pt x="772119" y="148313"/>
                </a:lnTo>
                <a:lnTo>
                  <a:pt x="771120" y="148313"/>
                </a:lnTo>
                <a:close/>
                <a:moveTo>
                  <a:pt x="726641" y="147425"/>
                </a:moveTo>
                <a:lnTo>
                  <a:pt x="727641" y="147425"/>
                </a:lnTo>
                <a:lnTo>
                  <a:pt x="727641" y="148313"/>
                </a:lnTo>
                <a:lnTo>
                  <a:pt x="726641" y="148313"/>
                </a:lnTo>
                <a:close/>
                <a:moveTo>
                  <a:pt x="867074" y="147425"/>
                </a:moveTo>
                <a:lnTo>
                  <a:pt x="867574" y="147425"/>
                </a:lnTo>
                <a:lnTo>
                  <a:pt x="867574" y="148313"/>
                </a:lnTo>
                <a:lnTo>
                  <a:pt x="867074" y="148313"/>
                </a:lnTo>
                <a:close/>
                <a:moveTo>
                  <a:pt x="896560" y="147425"/>
                </a:moveTo>
                <a:lnTo>
                  <a:pt x="897059" y="147425"/>
                </a:lnTo>
                <a:lnTo>
                  <a:pt x="897059" y="148313"/>
                </a:lnTo>
                <a:lnTo>
                  <a:pt x="896560" y="148313"/>
                </a:lnTo>
                <a:close/>
                <a:moveTo>
                  <a:pt x="931543" y="147425"/>
                </a:moveTo>
                <a:lnTo>
                  <a:pt x="932043" y="147425"/>
                </a:lnTo>
                <a:lnTo>
                  <a:pt x="932043" y="148313"/>
                </a:lnTo>
                <a:lnTo>
                  <a:pt x="931543" y="148313"/>
                </a:lnTo>
                <a:close/>
                <a:moveTo>
                  <a:pt x="924046" y="148313"/>
                </a:moveTo>
                <a:lnTo>
                  <a:pt x="925046" y="148313"/>
                </a:lnTo>
                <a:lnTo>
                  <a:pt x="925046" y="149201"/>
                </a:lnTo>
                <a:lnTo>
                  <a:pt x="924046" y="149201"/>
                </a:lnTo>
                <a:close/>
                <a:moveTo>
                  <a:pt x="774618" y="148313"/>
                </a:moveTo>
                <a:lnTo>
                  <a:pt x="775118" y="148313"/>
                </a:lnTo>
                <a:lnTo>
                  <a:pt x="775118" y="149201"/>
                </a:lnTo>
                <a:lnTo>
                  <a:pt x="774618" y="149201"/>
                </a:lnTo>
                <a:close/>
                <a:moveTo>
                  <a:pt x="738136" y="148313"/>
                </a:moveTo>
                <a:lnTo>
                  <a:pt x="738635" y="148313"/>
                </a:lnTo>
                <a:lnTo>
                  <a:pt x="738635" y="149201"/>
                </a:lnTo>
                <a:lnTo>
                  <a:pt x="738136" y="149201"/>
                </a:lnTo>
                <a:close/>
                <a:moveTo>
                  <a:pt x="957031" y="148313"/>
                </a:moveTo>
                <a:lnTo>
                  <a:pt x="957530" y="148313"/>
                </a:lnTo>
                <a:lnTo>
                  <a:pt x="957530" y="149201"/>
                </a:lnTo>
                <a:lnTo>
                  <a:pt x="957031" y="149201"/>
                </a:lnTo>
                <a:close/>
                <a:moveTo>
                  <a:pt x="765123" y="148313"/>
                </a:moveTo>
                <a:lnTo>
                  <a:pt x="765623" y="148313"/>
                </a:lnTo>
                <a:lnTo>
                  <a:pt x="765623" y="149201"/>
                </a:lnTo>
                <a:lnTo>
                  <a:pt x="765123" y="149201"/>
                </a:lnTo>
                <a:close/>
                <a:moveTo>
                  <a:pt x="916050" y="148313"/>
                </a:moveTo>
                <a:lnTo>
                  <a:pt x="916550" y="148313"/>
                </a:lnTo>
                <a:lnTo>
                  <a:pt x="916550" y="149201"/>
                </a:lnTo>
                <a:lnTo>
                  <a:pt x="916050" y="149201"/>
                </a:lnTo>
                <a:close/>
                <a:moveTo>
                  <a:pt x="746132" y="149201"/>
                </a:moveTo>
                <a:lnTo>
                  <a:pt x="746632" y="149201"/>
                </a:lnTo>
                <a:lnTo>
                  <a:pt x="746632" y="150089"/>
                </a:lnTo>
                <a:lnTo>
                  <a:pt x="746132" y="150089"/>
                </a:lnTo>
                <a:close/>
                <a:moveTo>
                  <a:pt x="776117" y="149201"/>
                </a:moveTo>
                <a:lnTo>
                  <a:pt x="777117" y="149201"/>
                </a:lnTo>
                <a:lnTo>
                  <a:pt x="777117" y="150089"/>
                </a:lnTo>
                <a:lnTo>
                  <a:pt x="776117" y="150089"/>
                </a:lnTo>
                <a:close/>
                <a:moveTo>
                  <a:pt x="778117" y="149201"/>
                </a:moveTo>
                <a:lnTo>
                  <a:pt x="778616" y="149201"/>
                </a:lnTo>
                <a:lnTo>
                  <a:pt x="778616" y="150089"/>
                </a:lnTo>
                <a:lnTo>
                  <a:pt x="778117" y="150089"/>
                </a:lnTo>
                <a:close/>
                <a:moveTo>
                  <a:pt x="953033" y="149201"/>
                </a:moveTo>
                <a:lnTo>
                  <a:pt x="953532" y="149201"/>
                </a:lnTo>
                <a:lnTo>
                  <a:pt x="953532" y="150089"/>
                </a:lnTo>
                <a:lnTo>
                  <a:pt x="953033" y="150089"/>
                </a:lnTo>
                <a:close/>
                <a:moveTo>
                  <a:pt x="932542" y="150089"/>
                </a:moveTo>
                <a:lnTo>
                  <a:pt x="933042" y="150089"/>
                </a:lnTo>
                <a:lnTo>
                  <a:pt x="933042" y="150977"/>
                </a:lnTo>
                <a:lnTo>
                  <a:pt x="932542" y="150977"/>
                </a:lnTo>
                <a:close/>
                <a:moveTo>
                  <a:pt x="820596" y="150089"/>
                </a:moveTo>
                <a:lnTo>
                  <a:pt x="821096" y="150089"/>
                </a:lnTo>
                <a:lnTo>
                  <a:pt x="821096" y="150977"/>
                </a:lnTo>
                <a:lnTo>
                  <a:pt x="820596" y="150977"/>
                </a:lnTo>
                <a:close/>
                <a:moveTo>
                  <a:pt x="934541" y="150089"/>
                </a:moveTo>
                <a:lnTo>
                  <a:pt x="935041" y="150089"/>
                </a:lnTo>
                <a:lnTo>
                  <a:pt x="935041" y="150977"/>
                </a:lnTo>
                <a:lnTo>
                  <a:pt x="934541" y="150977"/>
                </a:lnTo>
                <a:close/>
                <a:moveTo>
                  <a:pt x="902057" y="150089"/>
                </a:moveTo>
                <a:lnTo>
                  <a:pt x="902557" y="150089"/>
                </a:lnTo>
                <a:lnTo>
                  <a:pt x="902557" y="150977"/>
                </a:lnTo>
                <a:lnTo>
                  <a:pt x="902057" y="150977"/>
                </a:lnTo>
                <a:close/>
                <a:moveTo>
                  <a:pt x="826093" y="150089"/>
                </a:moveTo>
                <a:lnTo>
                  <a:pt x="826593" y="150089"/>
                </a:lnTo>
                <a:lnTo>
                  <a:pt x="826593" y="150977"/>
                </a:lnTo>
                <a:lnTo>
                  <a:pt x="826093" y="150977"/>
                </a:lnTo>
                <a:close/>
                <a:moveTo>
                  <a:pt x="966026" y="150089"/>
                </a:moveTo>
                <a:lnTo>
                  <a:pt x="966526" y="150089"/>
                </a:lnTo>
                <a:lnTo>
                  <a:pt x="966526" y="150977"/>
                </a:lnTo>
                <a:lnTo>
                  <a:pt x="966026" y="150977"/>
                </a:lnTo>
                <a:close/>
                <a:moveTo>
                  <a:pt x="899558" y="150089"/>
                </a:moveTo>
                <a:lnTo>
                  <a:pt x="900058" y="150089"/>
                </a:lnTo>
                <a:lnTo>
                  <a:pt x="900058" y="150977"/>
                </a:lnTo>
                <a:lnTo>
                  <a:pt x="899558" y="150977"/>
                </a:lnTo>
                <a:close/>
                <a:moveTo>
                  <a:pt x="719645" y="150089"/>
                </a:moveTo>
                <a:lnTo>
                  <a:pt x="720144" y="150089"/>
                </a:lnTo>
                <a:lnTo>
                  <a:pt x="720144" y="150977"/>
                </a:lnTo>
                <a:lnTo>
                  <a:pt x="719645" y="150977"/>
                </a:lnTo>
                <a:close/>
                <a:moveTo>
                  <a:pt x="850582" y="150977"/>
                </a:moveTo>
                <a:lnTo>
                  <a:pt x="851081" y="150977"/>
                </a:lnTo>
                <a:lnTo>
                  <a:pt x="851081" y="151865"/>
                </a:lnTo>
                <a:lnTo>
                  <a:pt x="850582" y="151865"/>
                </a:lnTo>
                <a:close/>
                <a:moveTo>
                  <a:pt x="759126" y="150977"/>
                </a:moveTo>
                <a:lnTo>
                  <a:pt x="759625" y="150977"/>
                </a:lnTo>
                <a:lnTo>
                  <a:pt x="759625" y="151865"/>
                </a:lnTo>
                <a:lnTo>
                  <a:pt x="759126" y="151865"/>
                </a:lnTo>
                <a:close/>
                <a:moveTo>
                  <a:pt x="762124" y="150977"/>
                </a:moveTo>
                <a:lnTo>
                  <a:pt x="762624" y="150977"/>
                </a:lnTo>
                <a:lnTo>
                  <a:pt x="762624" y="151865"/>
                </a:lnTo>
                <a:lnTo>
                  <a:pt x="762124" y="151865"/>
                </a:lnTo>
                <a:close/>
                <a:moveTo>
                  <a:pt x="832590" y="150977"/>
                </a:moveTo>
                <a:lnTo>
                  <a:pt x="833090" y="150977"/>
                </a:lnTo>
                <a:lnTo>
                  <a:pt x="833090" y="151865"/>
                </a:lnTo>
                <a:lnTo>
                  <a:pt x="832590" y="151865"/>
                </a:lnTo>
                <a:close/>
                <a:moveTo>
                  <a:pt x="852081" y="150977"/>
                </a:moveTo>
                <a:lnTo>
                  <a:pt x="852581" y="150977"/>
                </a:lnTo>
                <a:lnTo>
                  <a:pt x="852581" y="151865"/>
                </a:lnTo>
                <a:lnTo>
                  <a:pt x="852081" y="151865"/>
                </a:lnTo>
                <a:close/>
                <a:moveTo>
                  <a:pt x="951034" y="150977"/>
                </a:moveTo>
                <a:lnTo>
                  <a:pt x="952033" y="150977"/>
                </a:lnTo>
                <a:lnTo>
                  <a:pt x="952033" y="151865"/>
                </a:lnTo>
                <a:lnTo>
                  <a:pt x="951034" y="151865"/>
                </a:lnTo>
                <a:close/>
                <a:moveTo>
                  <a:pt x="840587" y="150977"/>
                </a:moveTo>
                <a:lnTo>
                  <a:pt x="841086" y="150977"/>
                </a:lnTo>
                <a:lnTo>
                  <a:pt x="841086" y="151865"/>
                </a:lnTo>
                <a:lnTo>
                  <a:pt x="840587" y="151865"/>
                </a:lnTo>
                <a:close/>
                <a:moveTo>
                  <a:pt x="766622" y="150977"/>
                </a:moveTo>
                <a:lnTo>
                  <a:pt x="767122" y="150977"/>
                </a:lnTo>
                <a:lnTo>
                  <a:pt x="767122" y="151865"/>
                </a:lnTo>
                <a:lnTo>
                  <a:pt x="766622" y="151865"/>
                </a:lnTo>
                <a:close/>
                <a:moveTo>
                  <a:pt x="777617" y="150977"/>
                </a:moveTo>
                <a:lnTo>
                  <a:pt x="778117" y="150977"/>
                </a:lnTo>
                <a:lnTo>
                  <a:pt x="778117" y="151865"/>
                </a:lnTo>
                <a:lnTo>
                  <a:pt x="777617" y="151865"/>
                </a:lnTo>
                <a:close/>
                <a:moveTo>
                  <a:pt x="745632" y="150977"/>
                </a:moveTo>
                <a:lnTo>
                  <a:pt x="746132" y="150977"/>
                </a:lnTo>
                <a:lnTo>
                  <a:pt x="746132" y="151865"/>
                </a:lnTo>
                <a:lnTo>
                  <a:pt x="745632" y="151865"/>
                </a:lnTo>
                <a:close/>
                <a:moveTo>
                  <a:pt x="867574" y="150977"/>
                </a:moveTo>
                <a:lnTo>
                  <a:pt x="868073" y="150977"/>
                </a:lnTo>
                <a:lnTo>
                  <a:pt x="868073" y="151865"/>
                </a:lnTo>
                <a:lnTo>
                  <a:pt x="867574" y="151865"/>
                </a:lnTo>
                <a:close/>
                <a:moveTo>
                  <a:pt x="829092" y="150977"/>
                </a:moveTo>
                <a:lnTo>
                  <a:pt x="829592" y="150977"/>
                </a:lnTo>
                <a:lnTo>
                  <a:pt x="829592" y="151865"/>
                </a:lnTo>
                <a:lnTo>
                  <a:pt x="829092" y="151865"/>
                </a:lnTo>
                <a:close/>
                <a:moveTo>
                  <a:pt x="744133" y="151865"/>
                </a:moveTo>
                <a:lnTo>
                  <a:pt x="744633" y="151865"/>
                </a:lnTo>
                <a:lnTo>
                  <a:pt x="744633" y="152753"/>
                </a:lnTo>
                <a:lnTo>
                  <a:pt x="744133" y="152753"/>
                </a:lnTo>
                <a:close/>
                <a:moveTo>
                  <a:pt x="745132" y="151865"/>
                </a:moveTo>
                <a:lnTo>
                  <a:pt x="745632" y="151865"/>
                </a:lnTo>
                <a:lnTo>
                  <a:pt x="745632" y="152753"/>
                </a:lnTo>
                <a:lnTo>
                  <a:pt x="745132" y="152753"/>
                </a:lnTo>
                <a:close/>
                <a:moveTo>
                  <a:pt x="964027" y="151865"/>
                </a:moveTo>
                <a:lnTo>
                  <a:pt x="964527" y="151865"/>
                </a:lnTo>
                <a:lnTo>
                  <a:pt x="964527" y="152753"/>
                </a:lnTo>
                <a:lnTo>
                  <a:pt x="964027" y="152753"/>
                </a:lnTo>
                <a:close/>
                <a:moveTo>
                  <a:pt x="944537" y="151865"/>
                </a:moveTo>
                <a:lnTo>
                  <a:pt x="945036" y="151865"/>
                </a:lnTo>
                <a:lnTo>
                  <a:pt x="945036" y="152753"/>
                </a:lnTo>
                <a:lnTo>
                  <a:pt x="944537" y="152753"/>
                </a:lnTo>
                <a:close/>
                <a:moveTo>
                  <a:pt x="930044" y="151865"/>
                </a:moveTo>
                <a:lnTo>
                  <a:pt x="930543" y="151865"/>
                </a:lnTo>
                <a:lnTo>
                  <a:pt x="930543" y="152753"/>
                </a:lnTo>
                <a:lnTo>
                  <a:pt x="930044" y="152753"/>
                </a:lnTo>
                <a:close/>
                <a:moveTo>
                  <a:pt x="916050" y="152753"/>
                </a:moveTo>
                <a:lnTo>
                  <a:pt x="916550" y="152753"/>
                </a:lnTo>
                <a:lnTo>
                  <a:pt x="916550" y="153641"/>
                </a:lnTo>
                <a:lnTo>
                  <a:pt x="916050" y="153641"/>
                </a:lnTo>
                <a:close/>
                <a:moveTo>
                  <a:pt x="752629" y="152753"/>
                </a:moveTo>
                <a:lnTo>
                  <a:pt x="753129" y="152753"/>
                </a:lnTo>
                <a:lnTo>
                  <a:pt x="753129" y="153641"/>
                </a:lnTo>
                <a:lnTo>
                  <a:pt x="752629" y="153641"/>
                </a:lnTo>
                <a:close/>
                <a:moveTo>
                  <a:pt x="960529" y="153641"/>
                </a:moveTo>
                <a:lnTo>
                  <a:pt x="961029" y="153641"/>
                </a:lnTo>
                <a:lnTo>
                  <a:pt x="961029" y="154529"/>
                </a:lnTo>
                <a:lnTo>
                  <a:pt x="960529" y="154529"/>
                </a:lnTo>
                <a:close/>
                <a:moveTo>
                  <a:pt x="950534" y="153641"/>
                </a:moveTo>
                <a:lnTo>
                  <a:pt x="951034" y="153641"/>
                </a:lnTo>
                <a:lnTo>
                  <a:pt x="951034" y="154529"/>
                </a:lnTo>
                <a:lnTo>
                  <a:pt x="950534" y="154529"/>
                </a:lnTo>
                <a:close/>
                <a:moveTo>
                  <a:pt x="925046" y="153641"/>
                </a:moveTo>
                <a:lnTo>
                  <a:pt x="925546" y="153641"/>
                </a:lnTo>
                <a:lnTo>
                  <a:pt x="925546" y="154529"/>
                </a:lnTo>
                <a:lnTo>
                  <a:pt x="925046" y="154529"/>
                </a:lnTo>
                <a:close/>
                <a:moveTo>
                  <a:pt x="927545" y="153641"/>
                </a:moveTo>
                <a:lnTo>
                  <a:pt x="928045" y="153641"/>
                </a:lnTo>
                <a:lnTo>
                  <a:pt x="928045" y="154529"/>
                </a:lnTo>
                <a:lnTo>
                  <a:pt x="927545" y="154529"/>
                </a:lnTo>
                <a:close/>
                <a:moveTo>
                  <a:pt x="962028" y="153641"/>
                </a:moveTo>
                <a:lnTo>
                  <a:pt x="962528" y="153641"/>
                </a:lnTo>
                <a:lnTo>
                  <a:pt x="962528" y="154529"/>
                </a:lnTo>
                <a:lnTo>
                  <a:pt x="962028" y="154529"/>
                </a:lnTo>
                <a:close/>
                <a:moveTo>
                  <a:pt x="911053" y="153641"/>
                </a:moveTo>
                <a:lnTo>
                  <a:pt x="911552" y="153641"/>
                </a:lnTo>
                <a:lnTo>
                  <a:pt x="911552" y="154529"/>
                </a:lnTo>
                <a:lnTo>
                  <a:pt x="911053" y="154529"/>
                </a:lnTo>
                <a:close/>
                <a:moveTo>
                  <a:pt x="963528" y="153641"/>
                </a:moveTo>
                <a:lnTo>
                  <a:pt x="964027" y="153641"/>
                </a:lnTo>
                <a:lnTo>
                  <a:pt x="964027" y="154529"/>
                </a:lnTo>
                <a:lnTo>
                  <a:pt x="963528" y="154529"/>
                </a:lnTo>
                <a:close/>
                <a:moveTo>
                  <a:pt x="944537" y="153641"/>
                </a:moveTo>
                <a:lnTo>
                  <a:pt x="945036" y="153641"/>
                </a:lnTo>
                <a:lnTo>
                  <a:pt x="945036" y="154529"/>
                </a:lnTo>
                <a:lnTo>
                  <a:pt x="944537" y="154529"/>
                </a:lnTo>
                <a:close/>
                <a:moveTo>
                  <a:pt x="906055" y="153641"/>
                </a:moveTo>
                <a:lnTo>
                  <a:pt x="906555" y="153641"/>
                </a:lnTo>
                <a:lnTo>
                  <a:pt x="906555" y="154529"/>
                </a:lnTo>
                <a:lnTo>
                  <a:pt x="906055" y="154529"/>
                </a:lnTo>
                <a:close/>
              </a:path>
            </a:pathLst>
          </a:custGeom>
          <a:solidFill>
            <a:srgbClr val="264560"/>
          </a:solidFill>
          <a:ln>
            <a:noFill/>
          </a:ln>
        </p:spPr>
      </p:sp>
      <p:sp>
        <p:nvSpPr>
          <p:cNvPr id="41" name="Kimate circled colour correction 41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31639" y="66607"/>
                </a:moveTo>
                <a:lnTo>
                  <a:pt x="732139" y="66607"/>
                </a:lnTo>
                <a:lnTo>
                  <a:pt x="732139" y="67496"/>
                </a:lnTo>
                <a:lnTo>
                  <a:pt x="731639" y="67496"/>
                </a:lnTo>
                <a:close/>
                <a:moveTo>
                  <a:pt x="760625" y="68384"/>
                </a:moveTo>
                <a:lnTo>
                  <a:pt x="761125" y="68384"/>
                </a:lnTo>
                <a:lnTo>
                  <a:pt x="761125" y="69272"/>
                </a:lnTo>
                <a:lnTo>
                  <a:pt x="760625" y="69272"/>
                </a:lnTo>
                <a:close/>
                <a:moveTo>
                  <a:pt x="765123" y="70160"/>
                </a:moveTo>
                <a:lnTo>
                  <a:pt x="765623" y="70160"/>
                </a:lnTo>
                <a:lnTo>
                  <a:pt x="765623" y="71048"/>
                </a:lnTo>
                <a:lnTo>
                  <a:pt x="765123" y="71048"/>
                </a:lnTo>
                <a:close/>
                <a:moveTo>
                  <a:pt x="766622" y="70160"/>
                </a:moveTo>
                <a:lnTo>
                  <a:pt x="767122" y="70160"/>
                </a:lnTo>
                <a:lnTo>
                  <a:pt x="767122" y="71048"/>
                </a:lnTo>
                <a:lnTo>
                  <a:pt x="766622" y="71048"/>
                </a:lnTo>
                <a:close/>
                <a:moveTo>
                  <a:pt x="757127" y="71936"/>
                </a:moveTo>
                <a:lnTo>
                  <a:pt x="757626" y="71936"/>
                </a:lnTo>
                <a:lnTo>
                  <a:pt x="757626" y="72824"/>
                </a:lnTo>
                <a:lnTo>
                  <a:pt x="757127" y="72824"/>
                </a:lnTo>
                <a:close/>
                <a:moveTo>
                  <a:pt x="764123" y="74600"/>
                </a:moveTo>
                <a:lnTo>
                  <a:pt x="764623" y="74600"/>
                </a:lnTo>
                <a:lnTo>
                  <a:pt x="764623" y="75488"/>
                </a:lnTo>
                <a:lnTo>
                  <a:pt x="764123" y="75488"/>
                </a:lnTo>
                <a:close/>
                <a:moveTo>
                  <a:pt x="768621" y="74600"/>
                </a:moveTo>
                <a:lnTo>
                  <a:pt x="769121" y="74600"/>
                </a:lnTo>
                <a:lnTo>
                  <a:pt x="769121" y="75488"/>
                </a:lnTo>
                <a:lnTo>
                  <a:pt x="768621" y="75488"/>
                </a:lnTo>
                <a:close/>
                <a:moveTo>
                  <a:pt x="727141" y="75488"/>
                </a:moveTo>
                <a:lnTo>
                  <a:pt x="727641" y="75488"/>
                </a:lnTo>
                <a:lnTo>
                  <a:pt x="727641" y="76377"/>
                </a:lnTo>
                <a:lnTo>
                  <a:pt x="727141" y="76377"/>
                </a:lnTo>
                <a:close/>
                <a:moveTo>
                  <a:pt x="763623" y="75488"/>
                </a:moveTo>
                <a:lnTo>
                  <a:pt x="764123" y="75488"/>
                </a:lnTo>
                <a:lnTo>
                  <a:pt x="764123" y="76377"/>
                </a:lnTo>
                <a:lnTo>
                  <a:pt x="763623" y="76377"/>
                </a:lnTo>
                <a:close/>
                <a:moveTo>
                  <a:pt x="731139" y="75488"/>
                </a:moveTo>
                <a:lnTo>
                  <a:pt x="731639" y="75488"/>
                </a:lnTo>
                <a:lnTo>
                  <a:pt x="731639" y="76377"/>
                </a:lnTo>
                <a:lnTo>
                  <a:pt x="731139" y="76377"/>
                </a:lnTo>
                <a:close/>
                <a:moveTo>
                  <a:pt x="726641" y="76377"/>
                </a:moveTo>
                <a:lnTo>
                  <a:pt x="727141" y="76377"/>
                </a:lnTo>
                <a:lnTo>
                  <a:pt x="727141" y="77265"/>
                </a:lnTo>
                <a:lnTo>
                  <a:pt x="726641" y="77265"/>
                </a:lnTo>
                <a:close/>
                <a:moveTo>
                  <a:pt x="758626" y="78153"/>
                </a:moveTo>
                <a:lnTo>
                  <a:pt x="759126" y="78153"/>
                </a:lnTo>
                <a:lnTo>
                  <a:pt x="759126" y="79041"/>
                </a:lnTo>
                <a:lnTo>
                  <a:pt x="758626" y="79041"/>
                </a:lnTo>
                <a:close/>
                <a:moveTo>
                  <a:pt x="850582" y="78153"/>
                </a:moveTo>
                <a:lnTo>
                  <a:pt x="851081" y="78153"/>
                </a:lnTo>
                <a:lnTo>
                  <a:pt x="851081" y="79041"/>
                </a:lnTo>
                <a:lnTo>
                  <a:pt x="850582" y="79041"/>
                </a:lnTo>
                <a:close/>
                <a:moveTo>
                  <a:pt x="770620" y="79041"/>
                </a:moveTo>
                <a:lnTo>
                  <a:pt x="771120" y="79041"/>
                </a:lnTo>
                <a:lnTo>
                  <a:pt x="771120" y="79929"/>
                </a:lnTo>
                <a:lnTo>
                  <a:pt x="770620" y="79929"/>
                </a:lnTo>
                <a:close/>
                <a:moveTo>
                  <a:pt x="843085" y="79041"/>
                </a:moveTo>
                <a:lnTo>
                  <a:pt x="843585" y="79041"/>
                </a:lnTo>
                <a:lnTo>
                  <a:pt x="843585" y="79929"/>
                </a:lnTo>
                <a:lnTo>
                  <a:pt x="843085" y="79929"/>
                </a:lnTo>
                <a:close/>
                <a:moveTo>
                  <a:pt x="761624" y="79041"/>
                </a:moveTo>
                <a:lnTo>
                  <a:pt x="762624" y="79041"/>
                </a:lnTo>
                <a:lnTo>
                  <a:pt x="762624" y="79929"/>
                </a:lnTo>
                <a:lnTo>
                  <a:pt x="761624" y="79929"/>
                </a:lnTo>
                <a:close/>
                <a:moveTo>
                  <a:pt x="852581" y="79041"/>
                </a:moveTo>
                <a:lnTo>
                  <a:pt x="853081" y="79041"/>
                </a:lnTo>
                <a:lnTo>
                  <a:pt x="853081" y="79929"/>
                </a:lnTo>
                <a:lnTo>
                  <a:pt x="852581" y="79929"/>
                </a:lnTo>
                <a:close/>
                <a:moveTo>
                  <a:pt x="935041" y="79929"/>
                </a:moveTo>
                <a:lnTo>
                  <a:pt x="935541" y="79929"/>
                </a:lnTo>
                <a:lnTo>
                  <a:pt x="935541" y="80817"/>
                </a:lnTo>
                <a:lnTo>
                  <a:pt x="935041" y="80817"/>
                </a:lnTo>
                <a:close/>
                <a:moveTo>
                  <a:pt x="841086" y="79929"/>
                </a:moveTo>
                <a:lnTo>
                  <a:pt x="841586" y="79929"/>
                </a:lnTo>
                <a:lnTo>
                  <a:pt x="841586" y="80817"/>
                </a:lnTo>
                <a:lnTo>
                  <a:pt x="841086" y="80817"/>
                </a:lnTo>
                <a:close/>
                <a:moveTo>
                  <a:pt x="936041" y="79929"/>
                </a:moveTo>
                <a:lnTo>
                  <a:pt x="936540" y="79929"/>
                </a:lnTo>
                <a:lnTo>
                  <a:pt x="936540" y="80817"/>
                </a:lnTo>
                <a:lnTo>
                  <a:pt x="936041" y="80817"/>
                </a:lnTo>
                <a:close/>
                <a:moveTo>
                  <a:pt x="855579" y="80817"/>
                </a:moveTo>
                <a:lnTo>
                  <a:pt x="856079" y="80817"/>
                </a:lnTo>
                <a:lnTo>
                  <a:pt x="856079" y="81705"/>
                </a:lnTo>
                <a:lnTo>
                  <a:pt x="855579" y="81705"/>
                </a:lnTo>
                <a:close/>
                <a:moveTo>
                  <a:pt x="853081" y="80817"/>
                </a:moveTo>
                <a:lnTo>
                  <a:pt x="853580" y="80817"/>
                </a:lnTo>
                <a:lnTo>
                  <a:pt x="853580" y="81705"/>
                </a:lnTo>
                <a:lnTo>
                  <a:pt x="853081" y="81705"/>
                </a:lnTo>
                <a:close/>
                <a:moveTo>
                  <a:pt x="940039" y="81705"/>
                </a:moveTo>
                <a:lnTo>
                  <a:pt x="940539" y="81705"/>
                </a:lnTo>
                <a:lnTo>
                  <a:pt x="940539" y="82593"/>
                </a:lnTo>
                <a:lnTo>
                  <a:pt x="940039" y="82593"/>
                </a:lnTo>
                <a:close/>
                <a:moveTo>
                  <a:pt x="932043" y="81705"/>
                </a:moveTo>
                <a:lnTo>
                  <a:pt x="932542" y="81705"/>
                </a:lnTo>
                <a:lnTo>
                  <a:pt x="932542" y="82593"/>
                </a:lnTo>
                <a:lnTo>
                  <a:pt x="932043" y="82593"/>
                </a:lnTo>
                <a:close/>
                <a:moveTo>
                  <a:pt x="840587" y="81705"/>
                </a:moveTo>
                <a:lnTo>
                  <a:pt x="841086" y="81705"/>
                </a:lnTo>
                <a:lnTo>
                  <a:pt x="841086" y="82593"/>
                </a:lnTo>
                <a:lnTo>
                  <a:pt x="840587" y="82593"/>
                </a:lnTo>
                <a:close/>
                <a:moveTo>
                  <a:pt x="854580" y="81705"/>
                </a:moveTo>
                <a:lnTo>
                  <a:pt x="855080" y="81705"/>
                </a:lnTo>
                <a:lnTo>
                  <a:pt x="855080" y="82593"/>
                </a:lnTo>
                <a:lnTo>
                  <a:pt x="854580" y="82593"/>
                </a:lnTo>
                <a:close/>
                <a:moveTo>
                  <a:pt x="755128" y="82593"/>
                </a:moveTo>
                <a:lnTo>
                  <a:pt x="755627" y="82593"/>
                </a:lnTo>
                <a:lnTo>
                  <a:pt x="755627" y="83481"/>
                </a:lnTo>
                <a:lnTo>
                  <a:pt x="755128" y="83481"/>
                </a:lnTo>
                <a:close/>
                <a:moveTo>
                  <a:pt x="858078" y="82593"/>
                </a:moveTo>
                <a:lnTo>
                  <a:pt x="858578" y="82593"/>
                </a:lnTo>
                <a:lnTo>
                  <a:pt x="858578" y="83481"/>
                </a:lnTo>
                <a:lnTo>
                  <a:pt x="858078" y="83481"/>
                </a:lnTo>
                <a:close/>
                <a:moveTo>
                  <a:pt x="753129" y="83481"/>
                </a:moveTo>
                <a:lnTo>
                  <a:pt x="753628" y="83481"/>
                </a:lnTo>
                <a:lnTo>
                  <a:pt x="753628" y="84369"/>
                </a:lnTo>
                <a:lnTo>
                  <a:pt x="753129" y="84369"/>
                </a:lnTo>
                <a:close/>
                <a:moveTo>
                  <a:pt x="837588" y="83481"/>
                </a:moveTo>
                <a:lnTo>
                  <a:pt x="838088" y="83481"/>
                </a:lnTo>
                <a:lnTo>
                  <a:pt x="838088" y="84369"/>
                </a:lnTo>
                <a:lnTo>
                  <a:pt x="837588" y="84369"/>
                </a:lnTo>
                <a:close/>
                <a:moveTo>
                  <a:pt x="755627" y="83481"/>
                </a:moveTo>
                <a:lnTo>
                  <a:pt x="756127" y="83481"/>
                </a:lnTo>
                <a:lnTo>
                  <a:pt x="756127" y="84369"/>
                </a:lnTo>
                <a:lnTo>
                  <a:pt x="755627" y="84369"/>
                </a:lnTo>
                <a:close/>
                <a:moveTo>
                  <a:pt x="941538" y="83481"/>
                </a:moveTo>
                <a:lnTo>
                  <a:pt x="942038" y="83481"/>
                </a:lnTo>
                <a:lnTo>
                  <a:pt x="942038" y="84369"/>
                </a:lnTo>
                <a:lnTo>
                  <a:pt x="941538" y="84369"/>
                </a:lnTo>
                <a:close/>
                <a:moveTo>
                  <a:pt x="930044" y="84369"/>
                </a:moveTo>
                <a:lnTo>
                  <a:pt x="930543" y="84369"/>
                </a:lnTo>
                <a:lnTo>
                  <a:pt x="930543" y="85258"/>
                </a:lnTo>
                <a:lnTo>
                  <a:pt x="930044" y="85258"/>
                </a:lnTo>
                <a:close/>
                <a:moveTo>
                  <a:pt x="942038" y="84369"/>
                </a:moveTo>
                <a:lnTo>
                  <a:pt x="942538" y="84369"/>
                </a:lnTo>
                <a:lnTo>
                  <a:pt x="942538" y="85258"/>
                </a:lnTo>
                <a:lnTo>
                  <a:pt x="942038" y="85258"/>
                </a:lnTo>
                <a:close/>
                <a:moveTo>
                  <a:pt x="836089" y="84369"/>
                </a:moveTo>
                <a:lnTo>
                  <a:pt x="836588" y="84369"/>
                </a:lnTo>
                <a:lnTo>
                  <a:pt x="836588" y="85258"/>
                </a:lnTo>
                <a:lnTo>
                  <a:pt x="836089" y="85258"/>
                </a:lnTo>
                <a:close/>
                <a:moveTo>
                  <a:pt x="739635" y="85258"/>
                </a:moveTo>
                <a:lnTo>
                  <a:pt x="740135" y="85258"/>
                </a:lnTo>
                <a:lnTo>
                  <a:pt x="740135" y="86146"/>
                </a:lnTo>
                <a:lnTo>
                  <a:pt x="739635" y="86146"/>
                </a:lnTo>
                <a:close/>
                <a:moveTo>
                  <a:pt x="942538" y="85258"/>
                </a:moveTo>
                <a:lnTo>
                  <a:pt x="943037" y="85258"/>
                </a:lnTo>
                <a:lnTo>
                  <a:pt x="943037" y="86146"/>
                </a:lnTo>
                <a:lnTo>
                  <a:pt x="942538" y="86146"/>
                </a:lnTo>
                <a:close/>
                <a:moveTo>
                  <a:pt x="746132" y="86146"/>
                </a:moveTo>
                <a:lnTo>
                  <a:pt x="746632" y="86146"/>
                </a:lnTo>
                <a:lnTo>
                  <a:pt x="746632" y="87034"/>
                </a:lnTo>
                <a:lnTo>
                  <a:pt x="746132" y="87034"/>
                </a:lnTo>
                <a:close/>
                <a:moveTo>
                  <a:pt x="963028" y="86146"/>
                </a:moveTo>
                <a:lnTo>
                  <a:pt x="963528" y="86146"/>
                </a:lnTo>
                <a:lnTo>
                  <a:pt x="963528" y="87034"/>
                </a:lnTo>
                <a:lnTo>
                  <a:pt x="963028" y="87034"/>
                </a:lnTo>
                <a:close/>
                <a:moveTo>
                  <a:pt x="744633" y="86146"/>
                </a:moveTo>
                <a:lnTo>
                  <a:pt x="745132" y="86146"/>
                </a:lnTo>
                <a:lnTo>
                  <a:pt x="745132" y="87034"/>
                </a:lnTo>
                <a:lnTo>
                  <a:pt x="744633" y="87034"/>
                </a:lnTo>
                <a:close/>
                <a:moveTo>
                  <a:pt x="773119" y="86146"/>
                </a:moveTo>
                <a:lnTo>
                  <a:pt x="773619" y="86146"/>
                </a:lnTo>
                <a:lnTo>
                  <a:pt x="773619" y="87034"/>
                </a:lnTo>
                <a:lnTo>
                  <a:pt x="773119" y="87034"/>
                </a:lnTo>
                <a:close/>
                <a:moveTo>
                  <a:pt x="752629" y="87922"/>
                </a:moveTo>
                <a:lnTo>
                  <a:pt x="753129" y="87922"/>
                </a:lnTo>
                <a:lnTo>
                  <a:pt x="753129" y="88810"/>
                </a:lnTo>
                <a:lnTo>
                  <a:pt x="752629" y="88810"/>
                </a:lnTo>
                <a:close/>
                <a:moveTo>
                  <a:pt x="730639" y="87922"/>
                </a:moveTo>
                <a:lnTo>
                  <a:pt x="731139" y="87922"/>
                </a:lnTo>
                <a:lnTo>
                  <a:pt x="731139" y="88810"/>
                </a:lnTo>
                <a:lnTo>
                  <a:pt x="730639" y="88810"/>
                </a:lnTo>
                <a:close/>
                <a:moveTo>
                  <a:pt x="747131" y="87922"/>
                </a:moveTo>
                <a:lnTo>
                  <a:pt x="747631" y="87922"/>
                </a:lnTo>
                <a:lnTo>
                  <a:pt x="747631" y="88810"/>
                </a:lnTo>
                <a:lnTo>
                  <a:pt x="747131" y="88810"/>
                </a:lnTo>
                <a:close/>
                <a:moveTo>
                  <a:pt x="863575" y="87922"/>
                </a:moveTo>
                <a:lnTo>
                  <a:pt x="864075" y="87922"/>
                </a:lnTo>
                <a:lnTo>
                  <a:pt x="864075" y="88810"/>
                </a:lnTo>
                <a:lnTo>
                  <a:pt x="863575" y="88810"/>
                </a:lnTo>
                <a:close/>
                <a:moveTo>
                  <a:pt x="928045" y="90586"/>
                </a:moveTo>
                <a:lnTo>
                  <a:pt x="928544" y="90586"/>
                </a:lnTo>
                <a:lnTo>
                  <a:pt x="928544" y="91474"/>
                </a:lnTo>
                <a:lnTo>
                  <a:pt x="928045" y="91474"/>
                </a:lnTo>
                <a:close/>
                <a:moveTo>
                  <a:pt x="744633" y="90586"/>
                </a:moveTo>
                <a:lnTo>
                  <a:pt x="745132" y="90586"/>
                </a:lnTo>
                <a:lnTo>
                  <a:pt x="745132" y="91474"/>
                </a:lnTo>
                <a:lnTo>
                  <a:pt x="744633" y="91474"/>
                </a:lnTo>
                <a:close/>
                <a:moveTo>
                  <a:pt x="865575" y="90586"/>
                </a:moveTo>
                <a:lnTo>
                  <a:pt x="866074" y="90586"/>
                </a:lnTo>
                <a:lnTo>
                  <a:pt x="866074" y="91474"/>
                </a:lnTo>
                <a:lnTo>
                  <a:pt x="865575" y="91474"/>
                </a:lnTo>
                <a:close/>
                <a:moveTo>
                  <a:pt x="866074" y="91474"/>
                </a:moveTo>
                <a:lnTo>
                  <a:pt x="866574" y="91474"/>
                </a:lnTo>
                <a:lnTo>
                  <a:pt x="866574" y="92362"/>
                </a:lnTo>
                <a:lnTo>
                  <a:pt x="866074" y="92362"/>
                </a:lnTo>
                <a:close/>
                <a:moveTo>
                  <a:pt x="749630" y="92362"/>
                </a:moveTo>
                <a:lnTo>
                  <a:pt x="750130" y="92362"/>
                </a:lnTo>
                <a:lnTo>
                  <a:pt x="750130" y="93250"/>
                </a:lnTo>
                <a:lnTo>
                  <a:pt x="749630" y="93250"/>
                </a:lnTo>
                <a:close/>
                <a:moveTo>
                  <a:pt x="726141" y="93250"/>
                </a:moveTo>
                <a:lnTo>
                  <a:pt x="726641" y="93250"/>
                </a:lnTo>
                <a:lnTo>
                  <a:pt x="726641" y="94139"/>
                </a:lnTo>
                <a:lnTo>
                  <a:pt x="726141" y="94139"/>
                </a:lnTo>
                <a:close/>
                <a:moveTo>
                  <a:pt x="769621" y="94139"/>
                </a:moveTo>
                <a:lnTo>
                  <a:pt x="770120" y="94139"/>
                </a:lnTo>
                <a:lnTo>
                  <a:pt x="770120" y="95027"/>
                </a:lnTo>
                <a:lnTo>
                  <a:pt x="769621" y="95027"/>
                </a:lnTo>
                <a:close/>
                <a:moveTo>
                  <a:pt x="937540" y="94139"/>
                </a:moveTo>
                <a:lnTo>
                  <a:pt x="938040" y="94139"/>
                </a:lnTo>
                <a:lnTo>
                  <a:pt x="938040" y="95027"/>
                </a:lnTo>
                <a:lnTo>
                  <a:pt x="937540" y="95027"/>
                </a:lnTo>
                <a:close/>
                <a:moveTo>
                  <a:pt x="934541" y="95027"/>
                </a:moveTo>
                <a:lnTo>
                  <a:pt x="935041" y="95027"/>
                </a:lnTo>
                <a:lnTo>
                  <a:pt x="935041" y="95915"/>
                </a:lnTo>
                <a:lnTo>
                  <a:pt x="934541" y="95915"/>
                </a:lnTo>
                <a:close/>
                <a:moveTo>
                  <a:pt x="771620" y="95027"/>
                </a:moveTo>
                <a:lnTo>
                  <a:pt x="772119" y="95027"/>
                </a:lnTo>
                <a:lnTo>
                  <a:pt x="772119" y="95915"/>
                </a:lnTo>
                <a:lnTo>
                  <a:pt x="771620" y="95915"/>
                </a:lnTo>
                <a:close/>
                <a:moveTo>
                  <a:pt x="828592" y="95027"/>
                </a:moveTo>
                <a:lnTo>
                  <a:pt x="829092" y="95027"/>
                </a:lnTo>
                <a:lnTo>
                  <a:pt x="829092" y="95915"/>
                </a:lnTo>
                <a:lnTo>
                  <a:pt x="828592" y="95915"/>
                </a:lnTo>
                <a:close/>
                <a:moveTo>
                  <a:pt x="750130" y="95027"/>
                </a:moveTo>
                <a:lnTo>
                  <a:pt x="750630" y="95027"/>
                </a:lnTo>
                <a:lnTo>
                  <a:pt x="750630" y="95915"/>
                </a:lnTo>
                <a:lnTo>
                  <a:pt x="750130" y="95915"/>
                </a:lnTo>
                <a:close/>
                <a:moveTo>
                  <a:pt x="835589" y="96803"/>
                </a:moveTo>
                <a:lnTo>
                  <a:pt x="836089" y="96803"/>
                </a:lnTo>
                <a:lnTo>
                  <a:pt x="836089" y="97691"/>
                </a:lnTo>
                <a:lnTo>
                  <a:pt x="835589" y="97691"/>
                </a:lnTo>
                <a:close/>
                <a:moveTo>
                  <a:pt x="837088" y="96803"/>
                </a:moveTo>
                <a:lnTo>
                  <a:pt x="837588" y="96803"/>
                </a:lnTo>
                <a:lnTo>
                  <a:pt x="837588" y="97691"/>
                </a:lnTo>
                <a:lnTo>
                  <a:pt x="837088" y="97691"/>
                </a:lnTo>
                <a:close/>
                <a:moveTo>
                  <a:pt x="935041" y="96803"/>
                </a:moveTo>
                <a:lnTo>
                  <a:pt x="935541" y="96803"/>
                </a:lnTo>
                <a:lnTo>
                  <a:pt x="935541" y="97691"/>
                </a:lnTo>
                <a:lnTo>
                  <a:pt x="935041" y="97691"/>
                </a:lnTo>
                <a:close/>
                <a:moveTo>
                  <a:pt x="960029" y="97691"/>
                </a:moveTo>
                <a:lnTo>
                  <a:pt x="960529" y="97691"/>
                </a:lnTo>
                <a:lnTo>
                  <a:pt x="960529" y="98579"/>
                </a:lnTo>
                <a:lnTo>
                  <a:pt x="960029" y="98579"/>
                </a:lnTo>
                <a:close/>
                <a:moveTo>
                  <a:pt x="925046" y="97691"/>
                </a:moveTo>
                <a:lnTo>
                  <a:pt x="925546" y="97691"/>
                </a:lnTo>
                <a:lnTo>
                  <a:pt x="925546" y="98579"/>
                </a:lnTo>
                <a:lnTo>
                  <a:pt x="925046" y="98579"/>
                </a:lnTo>
                <a:close/>
                <a:moveTo>
                  <a:pt x="903556" y="97691"/>
                </a:moveTo>
                <a:lnTo>
                  <a:pt x="917050" y="97691"/>
                </a:lnTo>
                <a:lnTo>
                  <a:pt x="917050" y="98579"/>
                </a:lnTo>
                <a:lnTo>
                  <a:pt x="903556" y="98579"/>
                </a:lnTo>
                <a:close/>
                <a:moveTo>
                  <a:pt x="902557" y="97691"/>
                </a:moveTo>
                <a:lnTo>
                  <a:pt x="903057" y="97691"/>
                </a:lnTo>
                <a:lnTo>
                  <a:pt x="903057" y="98579"/>
                </a:lnTo>
                <a:lnTo>
                  <a:pt x="902557" y="98579"/>
                </a:lnTo>
                <a:close/>
                <a:moveTo>
                  <a:pt x="919049" y="97691"/>
                </a:moveTo>
                <a:lnTo>
                  <a:pt x="923547" y="97691"/>
                </a:lnTo>
                <a:lnTo>
                  <a:pt x="923547" y="98579"/>
                </a:lnTo>
                <a:lnTo>
                  <a:pt x="919049" y="98579"/>
                </a:lnTo>
                <a:close/>
                <a:moveTo>
                  <a:pt x="868073" y="97691"/>
                </a:moveTo>
                <a:lnTo>
                  <a:pt x="868573" y="97691"/>
                </a:lnTo>
                <a:lnTo>
                  <a:pt x="868573" y="98579"/>
                </a:lnTo>
                <a:lnTo>
                  <a:pt x="868073" y="98579"/>
                </a:lnTo>
                <a:close/>
                <a:moveTo>
                  <a:pt x="954032" y="97691"/>
                </a:moveTo>
                <a:lnTo>
                  <a:pt x="954532" y="97691"/>
                </a:lnTo>
                <a:lnTo>
                  <a:pt x="954532" y="98579"/>
                </a:lnTo>
                <a:lnTo>
                  <a:pt x="954032" y="98579"/>
                </a:lnTo>
                <a:close/>
                <a:moveTo>
                  <a:pt x="763124" y="97691"/>
                </a:moveTo>
                <a:lnTo>
                  <a:pt x="763623" y="97691"/>
                </a:lnTo>
                <a:lnTo>
                  <a:pt x="763623" y="98579"/>
                </a:lnTo>
                <a:lnTo>
                  <a:pt x="763124" y="98579"/>
                </a:lnTo>
                <a:close/>
                <a:moveTo>
                  <a:pt x="955032" y="97691"/>
                </a:moveTo>
                <a:lnTo>
                  <a:pt x="959529" y="97691"/>
                </a:lnTo>
                <a:lnTo>
                  <a:pt x="959529" y="98579"/>
                </a:lnTo>
                <a:lnTo>
                  <a:pt x="955032" y="98579"/>
                </a:lnTo>
                <a:close/>
                <a:moveTo>
                  <a:pt x="868573" y="98579"/>
                </a:moveTo>
                <a:lnTo>
                  <a:pt x="869073" y="98579"/>
                </a:lnTo>
                <a:lnTo>
                  <a:pt x="869073" y="99467"/>
                </a:lnTo>
                <a:lnTo>
                  <a:pt x="868573" y="99467"/>
                </a:lnTo>
                <a:close/>
                <a:moveTo>
                  <a:pt x="936540" y="98579"/>
                </a:moveTo>
                <a:lnTo>
                  <a:pt x="937040" y="98579"/>
                </a:lnTo>
                <a:lnTo>
                  <a:pt x="937040" y="99467"/>
                </a:lnTo>
                <a:lnTo>
                  <a:pt x="936540" y="99467"/>
                </a:lnTo>
                <a:close/>
                <a:moveTo>
                  <a:pt x="758126" y="99467"/>
                </a:moveTo>
                <a:lnTo>
                  <a:pt x="758626" y="99467"/>
                </a:lnTo>
                <a:lnTo>
                  <a:pt x="758626" y="100355"/>
                </a:lnTo>
                <a:lnTo>
                  <a:pt x="758126" y="100355"/>
                </a:lnTo>
                <a:close/>
                <a:moveTo>
                  <a:pt x="869073" y="99467"/>
                </a:moveTo>
                <a:lnTo>
                  <a:pt x="869573" y="99467"/>
                </a:lnTo>
                <a:lnTo>
                  <a:pt x="869573" y="100355"/>
                </a:lnTo>
                <a:lnTo>
                  <a:pt x="869073" y="100355"/>
                </a:lnTo>
                <a:close/>
                <a:moveTo>
                  <a:pt x="869573" y="100355"/>
                </a:moveTo>
                <a:lnTo>
                  <a:pt x="870072" y="100355"/>
                </a:lnTo>
                <a:lnTo>
                  <a:pt x="870072" y="101243"/>
                </a:lnTo>
                <a:lnTo>
                  <a:pt x="869573" y="101243"/>
                </a:lnTo>
                <a:close/>
                <a:moveTo>
                  <a:pt x="745132" y="100355"/>
                </a:moveTo>
                <a:lnTo>
                  <a:pt x="745632" y="100355"/>
                </a:lnTo>
                <a:lnTo>
                  <a:pt x="745632" y="101243"/>
                </a:lnTo>
                <a:lnTo>
                  <a:pt x="745132" y="101243"/>
                </a:lnTo>
                <a:close/>
                <a:moveTo>
                  <a:pt x="870072" y="101243"/>
                </a:moveTo>
                <a:lnTo>
                  <a:pt x="870572" y="101243"/>
                </a:lnTo>
                <a:lnTo>
                  <a:pt x="870572" y="102131"/>
                </a:lnTo>
                <a:lnTo>
                  <a:pt x="870072" y="102131"/>
                </a:lnTo>
                <a:close/>
                <a:moveTo>
                  <a:pt x="870572" y="102131"/>
                </a:moveTo>
                <a:lnTo>
                  <a:pt x="871072" y="102131"/>
                </a:lnTo>
                <a:lnTo>
                  <a:pt x="871072" y="103020"/>
                </a:lnTo>
                <a:lnTo>
                  <a:pt x="870572" y="103020"/>
                </a:lnTo>
                <a:close/>
                <a:moveTo>
                  <a:pt x="762624" y="103020"/>
                </a:moveTo>
                <a:lnTo>
                  <a:pt x="763124" y="103020"/>
                </a:lnTo>
                <a:lnTo>
                  <a:pt x="763124" y="103908"/>
                </a:lnTo>
                <a:lnTo>
                  <a:pt x="762624" y="103908"/>
                </a:lnTo>
                <a:close/>
                <a:moveTo>
                  <a:pt x="820096" y="103020"/>
                </a:moveTo>
                <a:lnTo>
                  <a:pt x="820596" y="103020"/>
                </a:lnTo>
                <a:lnTo>
                  <a:pt x="820596" y="103908"/>
                </a:lnTo>
                <a:lnTo>
                  <a:pt x="820096" y="103908"/>
                </a:lnTo>
                <a:close/>
                <a:moveTo>
                  <a:pt x="816598" y="103908"/>
                </a:moveTo>
                <a:lnTo>
                  <a:pt x="817098" y="103908"/>
                </a:lnTo>
                <a:lnTo>
                  <a:pt x="817098" y="104796"/>
                </a:lnTo>
                <a:lnTo>
                  <a:pt x="816598" y="104796"/>
                </a:lnTo>
                <a:close/>
                <a:moveTo>
                  <a:pt x="832091" y="103908"/>
                </a:moveTo>
                <a:lnTo>
                  <a:pt x="832590" y="103908"/>
                </a:lnTo>
                <a:lnTo>
                  <a:pt x="832590" y="104796"/>
                </a:lnTo>
                <a:lnTo>
                  <a:pt x="832091" y="104796"/>
                </a:lnTo>
                <a:close/>
                <a:moveTo>
                  <a:pt x="963528" y="103908"/>
                </a:moveTo>
                <a:lnTo>
                  <a:pt x="964027" y="103908"/>
                </a:lnTo>
                <a:lnTo>
                  <a:pt x="964027" y="104796"/>
                </a:lnTo>
                <a:lnTo>
                  <a:pt x="963528" y="104796"/>
                </a:lnTo>
                <a:close/>
                <a:moveTo>
                  <a:pt x="749630" y="104796"/>
                </a:moveTo>
                <a:lnTo>
                  <a:pt x="750130" y="104796"/>
                </a:lnTo>
                <a:lnTo>
                  <a:pt x="750130" y="105684"/>
                </a:lnTo>
                <a:lnTo>
                  <a:pt x="749630" y="105684"/>
                </a:lnTo>
                <a:close/>
                <a:moveTo>
                  <a:pt x="740135" y="104796"/>
                </a:moveTo>
                <a:lnTo>
                  <a:pt x="740634" y="104796"/>
                </a:lnTo>
                <a:lnTo>
                  <a:pt x="740634" y="105684"/>
                </a:lnTo>
                <a:lnTo>
                  <a:pt x="740135" y="105684"/>
                </a:lnTo>
                <a:close/>
                <a:moveTo>
                  <a:pt x="918549" y="103908"/>
                </a:moveTo>
                <a:lnTo>
                  <a:pt x="919049" y="103908"/>
                </a:lnTo>
                <a:lnTo>
                  <a:pt x="919049" y="105684"/>
                </a:lnTo>
                <a:lnTo>
                  <a:pt x="918549" y="105684"/>
                </a:lnTo>
                <a:close/>
                <a:moveTo>
                  <a:pt x="821596" y="105684"/>
                </a:moveTo>
                <a:lnTo>
                  <a:pt x="822095" y="105684"/>
                </a:lnTo>
                <a:lnTo>
                  <a:pt x="822095" y="106572"/>
                </a:lnTo>
                <a:lnTo>
                  <a:pt x="821596" y="106572"/>
                </a:lnTo>
                <a:close/>
                <a:moveTo>
                  <a:pt x="744133" y="106572"/>
                </a:moveTo>
                <a:lnTo>
                  <a:pt x="744633" y="106572"/>
                </a:lnTo>
                <a:lnTo>
                  <a:pt x="744633" y="107460"/>
                </a:lnTo>
                <a:lnTo>
                  <a:pt x="744133" y="107460"/>
                </a:lnTo>
                <a:close/>
                <a:moveTo>
                  <a:pt x="963028" y="106572"/>
                </a:moveTo>
                <a:lnTo>
                  <a:pt x="963528" y="106572"/>
                </a:lnTo>
                <a:lnTo>
                  <a:pt x="963528" y="107460"/>
                </a:lnTo>
                <a:lnTo>
                  <a:pt x="963028" y="107460"/>
                </a:lnTo>
                <a:close/>
                <a:moveTo>
                  <a:pt x="953532" y="106572"/>
                </a:moveTo>
                <a:lnTo>
                  <a:pt x="954032" y="106572"/>
                </a:lnTo>
                <a:lnTo>
                  <a:pt x="954032" y="108348"/>
                </a:lnTo>
                <a:lnTo>
                  <a:pt x="953532" y="108348"/>
                </a:lnTo>
                <a:close/>
                <a:moveTo>
                  <a:pt x="918549" y="107460"/>
                </a:moveTo>
                <a:lnTo>
                  <a:pt x="919049" y="107460"/>
                </a:lnTo>
                <a:lnTo>
                  <a:pt x="919049" y="108348"/>
                </a:lnTo>
                <a:lnTo>
                  <a:pt x="918549" y="108348"/>
                </a:lnTo>
                <a:close/>
                <a:moveTo>
                  <a:pt x="970024" y="108348"/>
                </a:moveTo>
                <a:lnTo>
                  <a:pt x="970524" y="108348"/>
                </a:lnTo>
                <a:lnTo>
                  <a:pt x="970524" y="109236"/>
                </a:lnTo>
                <a:lnTo>
                  <a:pt x="970024" y="109236"/>
                </a:lnTo>
                <a:close/>
                <a:moveTo>
                  <a:pt x="746132" y="108348"/>
                </a:moveTo>
                <a:lnTo>
                  <a:pt x="746632" y="108348"/>
                </a:lnTo>
                <a:lnTo>
                  <a:pt x="746632" y="109236"/>
                </a:lnTo>
                <a:lnTo>
                  <a:pt x="746132" y="109236"/>
                </a:lnTo>
                <a:close/>
                <a:moveTo>
                  <a:pt x="876069" y="108348"/>
                </a:moveTo>
                <a:lnTo>
                  <a:pt x="876569" y="108348"/>
                </a:lnTo>
                <a:lnTo>
                  <a:pt x="876569" y="109236"/>
                </a:lnTo>
                <a:lnTo>
                  <a:pt x="876069" y="109236"/>
                </a:lnTo>
                <a:close/>
                <a:moveTo>
                  <a:pt x="962028" y="108348"/>
                </a:moveTo>
                <a:lnTo>
                  <a:pt x="962528" y="108348"/>
                </a:lnTo>
                <a:lnTo>
                  <a:pt x="962528" y="109236"/>
                </a:lnTo>
                <a:lnTo>
                  <a:pt x="962028" y="109236"/>
                </a:lnTo>
                <a:close/>
                <a:moveTo>
                  <a:pt x="811101" y="109236"/>
                </a:moveTo>
                <a:lnTo>
                  <a:pt x="811600" y="109236"/>
                </a:lnTo>
                <a:lnTo>
                  <a:pt x="811600" y="110124"/>
                </a:lnTo>
                <a:lnTo>
                  <a:pt x="811101" y="110124"/>
                </a:lnTo>
                <a:close/>
                <a:moveTo>
                  <a:pt x="960529" y="109236"/>
                </a:moveTo>
                <a:lnTo>
                  <a:pt x="961029" y="109236"/>
                </a:lnTo>
                <a:lnTo>
                  <a:pt x="961029" y="110124"/>
                </a:lnTo>
                <a:lnTo>
                  <a:pt x="960529" y="110124"/>
                </a:lnTo>
                <a:close/>
                <a:moveTo>
                  <a:pt x="848083" y="109236"/>
                </a:moveTo>
                <a:lnTo>
                  <a:pt x="848583" y="109236"/>
                </a:lnTo>
                <a:lnTo>
                  <a:pt x="848583" y="110124"/>
                </a:lnTo>
                <a:lnTo>
                  <a:pt x="848083" y="110124"/>
                </a:lnTo>
                <a:close/>
                <a:moveTo>
                  <a:pt x="735637" y="109236"/>
                </a:moveTo>
                <a:lnTo>
                  <a:pt x="736137" y="109236"/>
                </a:lnTo>
                <a:lnTo>
                  <a:pt x="736137" y="110124"/>
                </a:lnTo>
                <a:lnTo>
                  <a:pt x="735637" y="110124"/>
                </a:lnTo>
                <a:close/>
                <a:moveTo>
                  <a:pt x="830591" y="109236"/>
                </a:moveTo>
                <a:lnTo>
                  <a:pt x="831591" y="109236"/>
                </a:lnTo>
                <a:lnTo>
                  <a:pt x="831591" y="110124"/>
                </a:lnTo>
                <a:lnTo>
                  <a:pt x="830591" y="110124"/>
                </a:lnTo>
                <a:close/>
                <a:moveTo>
                  <a:pt x="916550" y="109236"/>
                </a:moveTo>
                <a:lnTo>
                  <a:pt x="917050" y="109236"/>
                </a:lnTo>
                <a:lnTo>
                  <a:pt x="917050" y="110124"/>
                </a:lnTo>
                <a:lnTo>
                  <a:pt x="916550" y="110124"/>
                </a:lnTo>
                <a:close/>
                <a:moveTo>
                  <a:pt x="759625" y="109236"/>
                </a:moveTo>
                <a:lnTo>
                  <a:pt x="760125" y="109236"/>
                </a:lnTo>
                <a:lnTo>
                  <a:pt x="760125" y="110124"/>
                </a:lnTo>
                <a:lnTo>
                  <a:pt x="759625" y="110124"/>
                </a:lnTo>
                <a:close/>
                <a:moveTo>
                  <a:pt x="877569" y="110124"/>
                </a:moveTo>
                <a:lnTo>
                  <a:pt x="878069" y="110124"/>
                </a:lnTo>
                <a:lnTo>
                  <a:pt x="878069" y="111012"/>
                </a:lnTo>
                <a:lnTo>
                  <a:pt x="877569" y="111012"/>
                </a:lnTo>
                <a:close/>
                <a:moveTo>
                  <a:pt x="918549" y="109236"/>
                </a:moveTo>
                <a:lnTo>
                  <a:pt x="919049" y="109236"/>
                </a:lnTo>
                <a:lnTo>
                  <a:pt x="919049" y="111012"/>
                </a:lnTo>
                <a:lnTo>
                  <a:pt x="918549" y="111012"/>
                </a:lnTo>
                <a:close/>
                <a:moveTo>
                  <a:pt x="817598" y="111012"/>
                </a:moveTo>
                <a:lnTo>
                  <a:pt x="818097" y="111012"/>
                </a:lnTo>
                <a:lnTo>
                  <a:pt x="818097" y="111901"/>
                </a:lnTo>
                <a:lnTo>
                  <a:pt x="817598" y="111901"/>
                </a:lnTo>
                <a:close/>
                <a:moveTo>
                  <a:pt x="878069" y="111012"/>
                </a:moveTo>
                <a:lnTo>
                  <a:pt x="878568" y="111012"/>
                </a:lnTo>
                <a:lnTo>
                  <a:pt x="878568" y="111901"/>
                </a:lnTo>
                <a:lnTo>
                  <a:pt x="878069" y="111901"/>
                </a:lnTo>
                <a:close/>
                <a:moveTo>
                  <a:pt x="860077" y="111901"/>
                </a:moveTo>
                <a:lnTo>
                  <a:pt x="860577" y="111901"/>
                </a:lnTo>
                <a:lnTo>
                  <a:pt x="860577" y="112789"/>
                </a:lnTo>
                <a:lnTo>
                  <a:pt x="860077" y="112789"/>
                </a:lnTo>
                <a:close/>
                <a:moveTo>
                  <a:pt x="731139" y="111901"/>
                </a:moveTo>
                <a:lnTo>
                  <a:pt x="731639" y="111901"/>
                </a:lnTo>
                <a:lnTo>
                  <a:pt x="731639" y="112789"/>
                </a:lnTo>
                <a:lnTo>
                  <a:pt x="731139" y="112789"/>
                </a:lnTo>
                <a:close/>
                <a:moveTo>
                  <a:pt x="916550" y="111012"/>
                </a:moveTo>
                <a:lnTo>
                  <a:pt x="917050" y="111012"/>
                </a:lnTo>
                <a:lnTo>
                  <a:pt x="917050" y="112789"/>
                </a:lnTo>
                <a:lnTo>
                  <a:pt x="916550" y="112789"/>
                </a:lnTo>
                <a:close/>
                <a:moveTo>
                  <a:pt x="918549" y="111901"/>
                </a:moveTo>
                <a:lnTo>
                  <a:pt x="919049" y="111901"/>
                </a:lnTo>
                <a:lnTo>
                  <a:pt x="919049" y="112789"/>
                </a:lnTo>
                <a:lnTo>
                  <a:pt x="918549" y="112789"/>
                </a:lnTo>
                <a:close/>
                <a:moveTo>
                  <a:pt x="936041" y="112789"/>
                </a:moveTo>
                <a:lnTo>
                  <a:pt x="936540" y="112789"/>
                </a:lnTo>
                <a:lnTo>
                  <a:pt x="936540" y="113677"/>
                </a:lnTo>
                <a:lnTo>
                  <a:pt x="936041" y="113677"/>
                </a:lnTo>
                <a:close/>
                <a:moveTo>
                  <a:pt x="823595" y="113677"/>
                </a:moveTo>
                <a:lnTo>
                  <a:pt x="824094" y="113677"/>
                </a:lnTo>
                <a:lnTo>
                  <a:pt x="824094" y="114565"/>
                </a:lnTo>
                <a:lnTo>
                  <a:pt x="823595" y="114565"/>
                </a:lnTo>
                <a:close/>
                <a:moveTo>
                  <a:pt x="869573" y="113677"/>
                </a:moveTo>
                <a:lnTo>
                  <a:pt x="870072" y="113677"/>
                </a:lnTo>
                <a:lnTo>
                  <a:pt x="870072" y="114565"/>
                </a:lnTo>
                <a:lnTo>
                  <a:pt x="869573" y="114565"/>
                </a:lnTo>
                <a:close/>
                <a:moveTo>
                  <a:pt x="816598" y="113677"/>
                </a:moveTo>
                <a:lnTo>
                  <a:pt x="817098" y="113677"/>
                </a:lnTo>
                <a:lnTo>
                  <a:pt x="817098" y="114565"/>
                </a:lnTo>
                <a:lnTo>
                  <a:pt x="816598" y="114565"/>
                </a:lnTo>
                <a:close/>
                <a:moveTo>
                  <a:pt x="918549" y="113677"/>
                </a:moveTo>
                <a:lnTo>
                  <a:pt x="919049" y="113677"/>
                </a:lnTo>
                <a:lnTo>
                  <a:pt x="919049" y="114565"/>
                </a:lnTo>
                <a:lnTo>
                  <a:pt x="918549" y="114565"/>
                </a:lnTo>
                <a:close/>
                <a:moveTo>
                  <a:pt x="937540" y="114565"/>
                </a:moveTo>
                <a:lnTo>
                  <a:pt x="938040" y="114565"/>
                </a:lnTo>
                <a:lnTo>
                  <a:pt x="938040" y="115453"/>
                </a:lnTo>
                <a:lnTo>
                  <a:pt x="937540" y="115453"/>
                </a:lnTo>
                <a:close/>
                <a:moveTo>
                  <a:pt x="754628" y="114565"/>
                </a:moveTo>
                <a:lnTo>
                  <a:pt x="755128" y="114565"/>
                </a:lnTo>
                <a:lnTo>
                  <a:pt x="755128" y="115453"/>
                </a:lnTo>
                <a:lnTo>
                  <a:pt x="754628" y="115453"/>
                </a:lnTo>
                <a:close/>
                <a:moveTo>
                  <a:pt x="872571" y="114565"/>
                </a:moveTo>
                <a:lnTo>
                  <a:pt x="873071" y="114565"/>
                </a:lnTo>
                <a:lnTo>
                  <a:pt x="873071" y="115453"/>
                </a:lnTo>
                <a:lnTo>
                  <a:pt x="872571" y="115453"/>
                </a:lnTo>
                <a:close/>
                <a:moveTo>
                  <a:pt x="916550" y="114565"/>
                </a:moveTo>
                <a:lnTo>
                  <a:pt x="917050" y="114565"/>
                </a:lnTo>
                <a:lnTo>
                  <a:pt x="917050" y="115453"/>
                </a:lnTo>
                <a:lnTo>
                  <a:pt x="916550" y="115453"/>
                </a:lnTo>
                <a:close/>
                <a:moveTo>
                  <a:pt x="878568" y="115453"/>
                </a:moveTo>
                <a:lnTo>
                  <a:pt x="879068" y="115453"/>
                </a:lnTo>
                <a:lnTo>
                  <a:pt x="879068" y="116341"/>
                </a:lnTo>
                <a:lnTo>
                  <a:pt x="878568" y="116341"/>
                </a:lnTo>
                <a:close/>
                <a:moveTo>
                  <a:pt x="812100" y="115453"/>
                </a:moveTo>
                <a:lnTo>
                  <a:pt x="812600" y="115453"/>
                </a:lnTo>
                <a:lnTo>
                  <a:pt x="812600" y="116341"/>
                </a:lnTo>
                <a:lnTo>
                  <a:pt x="812100" y="116341"/>
                </a:lnTo>
                <a:close/>
                <a:moveTo>
                  <a:pt x="813599" y="116341"/>
                </a:moveTo>
                <a:lnTo>
                  <a:pt x="814099" y="116341"/>
                </a:lnTo>
                <a:lnTo>
                  <a:pt x="814099" y="117229"/>
                </a:lnTo>
                <a:lnTo>
                  <a:pt x="813599" y="117229"/>
                </a:lnTo>
                <a:close/>
                <a:moveTo>
                  <a:pt x="755128" y="116341"/>
                </a:moveTo>
                <a:lnTo>
                  <a:pt x="755627" y="116341"/>
                </a:lnTo>
                <a:lnTo>
                  <a:pt x="755627" y="117229"/>
                </a:lnTo>
                <a:lnTo>
                  <a:pt x="755128" y="117229"/>
                </a:lnTo>
                <a:close/>
                <a:moveTo>
                  <a:pt x="855080" y="116341"/>
                </a:moveTo>
                <a:lnTo>
                  <a:pt x="855579" y="116341"/>
                </a:lnTo>
                <a:lnTo>
                  <a:pt x="855579" y="117229"/>
                </a:lnTo>
                <a:lnTo>
                  <a:pt x="855080" y="117229"/>
                </a:lnTo>
                <a:close/>
                <a:moveTo>
                  <a:pt x="810601" y="116341"/>
                </a:moveTo>
                <a:lnTo>
                  <a:pt x="811101" y="116341"/>
                </a:lnTo>
                <a:lnTo>
                  <a:pt x="811101" y="117229"/>
                </a:lnTo>
                <a:lnTo>
                  <a:pt x="810601" y="117229"/>
                </a:lnTo>
                <a:close/>
                <a:moveTo>
                  <a:pt x="838587" y="116341"/>
                </a:moveTo>
                <a:lnTo>
                  <a:pt x="839087" y="116341"/>
                </a:lnTo>
                <a:lnTo>
                  <a:pt x="839087" y="117229"/>
                </a:lnTo>
                <a:lnTo>
                  <a:pt x="838587" y="117229"/>
                </a:lnTo>
                <a:close/>
                <a:moveTo>
                  <a:pt x="842586" y="117229"/>
                </a:moveTo>
                <a:lnTo>
                  <a:pt x="843085" y="117229"/>
                </a:lnTo>
                <a:lnTo>
                  <a:pt x="843085" y="118117"/>
                </a:lnTo>
                <a:lnTo>
                  <a:pt x="842586" y="118117"/>
                </a:lnTo>
                <a:close/>
                <a:moveTo>
                  <a:pt x="811600" y="117229"/>
                </a:moveTo>
                <a:lnTo>
                  <a:pt x="812100" y="117229"/>
                </a:lnTo>
                <a:lnTo>
                  <a:pt x="812100" y="118117"/>
                </a:lnTo>
                <a:lnTo>
                  <a:pt x="811600" y="118117"/>
                </a:lnTo>
                <a:close/>
                <a:moveTo>
                  <a:pt x="846584" y="117229"/>
                </a:moveTo>
                <a:lnTo>
                  <a:pt x="847083" y="117229"/>
                </a:lnTo>
                <a:lnTo>
                  <a:pt x="847083" y="118117"/>
                </a:lnTo>
                <a:lnTo>
                  <a:pt x="846584" y="118117"/>
                </a:lnTo>
                <a:close/>
                <a:moveTo>
                  <a:pt x="937540" y="117229"/>
                </a:moveTo>
                <a:lnTo>
                  <a:pt x="938040" y="117229"/>
                </a:lnTo>
                <a:lnTo>
                  <a:pt x="938040" y="118117"/>
                </a:lnTo>
                <a:lnTo>
                  <a:pt x="937540" y="118117"/>
                </a:lnTo>
                <a:close/>
                <a:moveTo>
                  <a:pt x="726141" y="117229"/>
                </a:moveTo>
                <a:lnTo>
                  <a:pt x="726641" y="117229"/>
                </a:lnTo>
                <a:lnTo>
                  <a:pt x="726641" y="118117"/>
                </a:lnTo>
                <a:lnTo>
                  <a:pt x="726141" y="118117"/>
                </a:lnTo>
                <a:close/>
                <a:moveTo>
                  <a:pt x="818097" y="118117"/>
                </a:moveTo>
                <a:lnTo>
                  <a:pt x="818597" y="118117"/>
                </a:lnTo>
                <a:lnTo>
                  <a:pt x="818597" y="119005"/>
                </a:lnTo>
                <a:lnTo>
                  <a:pt x="818097" y="119005"/>
                </a:lnTo>
                <a:close/>
                <a:moveTo>
                  <a:pt x="916550" y="117229"/>
                </a:moveTo>
                <a:lnTo>
                  <a:pt x="917050" y="117229"/>
                </a:lnTo>
                <a:lnTo>
                  <a:pt x="917050" y="119005"/>
                </a:lnTo>
                <a:lnTo>
                  <a:pt x="916550" y="119005"/>
                </a:lnTo>
                <a:close/>
                <a:moveTo>
                  <a:pt x="816098" y="118117"/>
                </a:moveTo>
                <a:lnTo>
                  <a:pt x="816598" y="118117"/>
                </a:lnTo>
                <a:lnTo>
                  <a:pt x="816598" y="119005"/>
                </a:lnTo>
                <a:lnTo>
                  <a:pt x="816098" y="119005"/>
                </a:lnTo>
                <a:close/>
                <a:moveTo>
                  <a:pt x="826093" y="118117"/>
                </a:moveTo>
                <a:lnTo>
                  <a:pt x="826593" y="118117"/>
                </a:lnTo>
                <a:lnTo>
                  <a:pt x="826593" y="119005"/>
                </a:lnTo>
                <a:lnTo>
                  <a:pt x="826093" y="119005"/>
                </a:lnTo>
                <a:close/>
                <a:moveTo>
                  <a:pt x="918549" y="116341"/>
                </a:moveTo>
                <a:lnTo>
                  <a:pt x="919049" y="116341"/>
                </a:lnTo>
                <a:lnTo>
                  <a:pt x="919049" y="119005"/>
                </a:lnTo>
                <a:lnTo>
                  <a:pt x="918549" y="119005"/>
                </a:lnTo>
                <a:close/>
                <a:moveTo>
                  <a:pt x="856579" y="119005"/>
                </a:moveTo>
                <a:lnTo>
                  <a:pt x="857079" y="119005"/>
                </a:lnTo>
                <a:lnTo>
                  <a:pt x="857079" y="119893"/>
                </a:lnTo>
                <a:lnTo>
                  <a:pt x="856579" y="119893"/>
                </a:lnTo>
                <a:close/>
                <a:moveTo>
                  <a:pt x="925546" y="119005"/>
                </a:moveTo>
                <a:lnTo>
                  <a:pt x="926046" y="119005"/>
                </a:lnTo>
                <a:lnTo>
                  <a:pt x="926046" y="119893"/>
                </a:lnTo>
                <a:lnTo>
                  <a:pt x="925546" y="119893"/>
                </a:lnTo>
                <a:close/>
                <a:moveTo>
                  <a:pt x="850582" y="119005"/>
                </a:moveTo>
                <a:lnTo>
                  <a:pt x="851081" y="119005"/>
                </a:lnTo>
                <a:lnTo>
                  <a:pt x="851081" y="119893"/>
                </a:lnTo>
                <a:lnTo>
                  <a:pt x="850582" y="119893"/>
                </a:lnTo>
                <a:close/>
                <a:moveTo>
                  <a:pt x="853081" y="119893"/>
                </a:moveTo>
                <a:lnTo>
                  <a:pt x="853580" y="119893"/>
                </a:lnTo>
                <a:lnTo>
                  <a:pt x="853580" y="120782"/>
                </a:lnTo>
                <a:lnTo>
                  <a:pt x="853081" y="120782"/>
                </a:lnTo>
                <a:close/>
                <a:moveTo>
                  <a:pt x="851081" y="120782"/>
                </a:moveTo>
                <a:lnTo>
                  <a:pt x="851581" y="120782"/>
                </a:lnTo>
                <a:lnTo>
                  <a:pt x="851581" y="121670"/>
                </a:lnTo>
                <a:lnTo>
                  <a:pt x="851081" y="121670"/>
                </a:lnTo>
                <a:close/>
                <a:moveTo>
                  <a:pt x="727641" y="120782"/>
                </a:moveTo>
                <a:lnTo>
                  <a:pt x="728140" y="120782"/>
                </a:lnTo>
                <a:lnTo>
                  <a:pt x="728140" y="121670"/>
                </a:lnTo>
                <a:lnTo>
                  <a:pt x="727641" y="121670"/>
                </a:lnTo>
                <a:close/>
                <a:moveTo>
                  <a:pt x="946036" y="120782"/>
                </a:moveTo>
                <a:lnTo>
                  <a:pt x="946536" y="120782"/>
                </a:lnTo>
                <a:lnTo>
                  <a:pt x="946536" y="121670"/>
                </a:lnTo>
                <a:lnTo>
                  <a:pt x="946036" y="121670"/>
                </a:lnTo>
                <a:close/>
                <a:moveTo>
                  <a:pt x="926046" y="121670"/>
                </a:moveTo>
                <a:lnTo>
                  <a:pt x="926545" y="121670"/>
                </a:lnTo>
                <a:lnTo>
                  <a:pt x="926545" y="122558"/>
                </a:lnTo>
                <a:lnTo>
                  <a:pt x="926046" y="122558"/>
                </a:lnTo>
                <a:close/>
                <a:moveTo>
                  <a:pt x="953532" y="121670"/>
                </a:moveTo>
                <a:lnTo>
                  <a:pt x="954032" y="121670"/>
                </a:lnTo>
                <a:lnTo>
                  <a:pt x="954032" y="123446"/>
                </a:lnTo>
                <a:lnTo>
                  <a:pt x="953532" y="123446"/>
                </a:lnTo>
                <a:close/>
                <a:moveTo>
                  <a:pt x="944037" y="122558"/>
                </a:moveTo>
                <a:lnTo>
                  <a:pt x="944537" y="122558"/>
                </a:lnTo>
                <a:lnTo>
                  <a:pt x="944537" y="123446"/>
                </a:lnTo>
                <a:lnTo>
                  <a:pt x="944037" y="123446"/>
                </a:lnTo>
                <a:close/>
                <a:moveTo>
                  <a:pt x="958030" y="122558"/>
                </a:moveTo>
                <a:lnTo>
                  <a:pt x="958530" y="122558"/>
                </a:lnTo>
                <a:lnTo>
                  <a:pt x="958530" y="123446"/>
                </a:lnTo>
                <a:lnTo>
                  <a:pt x="958030" y="123446"/>
                </a:lnTo>
                <a:close/>
                <a:moveTo>
                  <a:pt x="953532" y="124334"/>
                </a:moveTo>
                <a:lnTo>
                  <a:pt x="954032" y="124334"/>
                </a:lnTo>
                <a:lnTo>
                  <a:pt x="954032" y="125222"/>
                </a:lnTo>
                <a:lnTo>
                  <a:pt x="953532" y="125222"/>
                </a:lnTo>
                <a:close/>
                <a:moveTo>
                  <a:pt x="943537" y="125222"/>
                </a:moveTo>
                <a:lnTo>
                  <a:pt x="944037" y="125222"/>
                </a:lnTo>
                <a:lnTo>
                  <a:pt x="944037" y="126110"/>
                </a:lnTo>
                <a:lnTo>
                  <a:pt x="943537" y="126110"/>
                </a:lnTo>
                <a:close/>
                <a:moveTo>
                  <a:pt x="953532" y="126110"/>
                </a:moveTo>
                <a:lnTo>
                  <a:pt x="954032" y="126110"/>
                </a:lnTo>
                <a:lnTo>
                  <a:pt x="954032" y="127886"/>
                </a:lnTo>
                <a:lnTo>
                  <a:pt x="953532" y="127886"/>
                </a:lnTo>
                <a:close/>
                <a:moveTo>
                  <a:pt x="968025" y="129663"/>
                </a:moveTo>
                <a:lnTo>
                  <a:pt x="968525" y="129663"/>
                </a:lnTo>
                <a:lnTo>
                  <a:pt x="968525" y="130551"/>
                </a:lnTo>
                <a:lnTo>
                  <a:pt x="968025" y="130551"/>
                </a:lnTo>
                <a:close/>
                <a:moveTo>
                  <a:pt x="968525" y="131439"/>
                </a:moveTo>
                <a:lnTo>
                  <a:pt x="969025" y="131439"/>
                </a:lnTo>
                <a:lnTo>
                  <a:pt x="969025" y="132327"/>
                </a:lnTo>
                <a:lnTo>
                  <a:pt x="968525" y="132327"/>
                </a:lnTo>
                <a:close/>
                <a:moveTo>
                  <a:pt x="921548" y="131439"/>
                </a:moveTo>
                <a:lnTo>
                  <a:pt x="922047" y="131439"/>
                </a:lnTo>
                <a:lnTo>
                  <a:pt x="922047" y="132327"/>
                </a:lnTo>
                <a:lnTo>
                  <a:pt x="921548" y="132327"/>
                </a:lnTo>
                <a:close/>
                <a:moveTo>
                  <a:pt x="961029" y="132327"/>
                </a:moveTo>
                <a:lnTo>
                  <a:pt x="961528" y="132327"/>
                </a:lnTo>
                <a:lnTo>
                  <a:pt x="961528" y="133215"/>
                </a:lnTo>
                <a:lnTo>
                  <a:pt x="961029" y="133215"/>
                </a:lnTo>
                <a:close/>
                <a:moveTo>
                  <a:pt x="941038" y="132327"/>
                </a:moveTo>
                <a:lnTo>
                  <a:pt x="941538" y="132327"/>
                </a:lnTo>
                <a:lnTo>
                  <a:pt x="941538" y="133215"/>
                </a:lnTo>
                <a:lnTo>
                  <a:pt x="941038" y="133215"/>
                </a:lnTo>
                <a:close/>
                <a:moveTo>
                  <a:pt x="922047" y="132327"/>
                </a:moveTo>
                <a:lnTo>
                  <a:pt x="922547" y="132327"/>
                </a:lnTo>
                <a:lnTo>
                  <a:pt x="922547" y="133215"/>
                </a:lnTo>
                <a:lnTo>
                  <a:pt x="922047" y="133215"/>
                </a:lnTo>
                <a:close/>
                <a:moveTo>
                  <a:pt x="940539" y="133215"/>
                </a:moveTo>
                <a:lnTo>
                  <a:pt x="941038" y="133215"/>
                </a:lnTo>
                <a:lnTo>
                  <a:pt x="941038" y="134103"/>
                </a:lnTo>
                <a:lnTo>
                  <a:pt x="940539" y="134103"/>
                </a:lnTo>
                <a:close/>
                <a:moveTo>
                  <a:pt x="969025" y="133215"/>
                </a:moveTo>
                <a:lnTo>
                  <a:pt x="969525" y="133215"/>
                </a:lnTo>
                <a:lnTo>
                  <a:pt x="969525" y="134103"/>
                </a:lnTo>
                <a:lnTo>
                  <a:pt x="969025" y="134103"/>
                </a:lnTo>
                <a:close/>
                <a:moveTo>
                  <a:pt x="961528" y="134103"/>
                </a:moveTo>
                <a:lnTo>
                  <a:pt x="962028" y="134103"/>
                </a:lnTo>
                <a:lnTo>
                  <a:pt x="962028" y="134991"/>
                </a:lnTo>
                <a:lnTo>
                  <a:pt x="961528" y="134991"/>
                </a:lnTo>
                <a:close/>
                <a:moveTo>
                  <a:pt x="923047" y="134103"/>
                </a:moveTo>
                <a:lnTo>
                  <a:pt x="923547" y="134103"/>
                </a:lnTo>
                <a:lnTo>
                  <a:pt x="923547" y="134991"/>
                </a:lnTo>
                <a:lnTo>
                  <a:pt x="923047" y="134991"/>
                </a:lnTo>
                <a:close/>
                <a:moveTo>
                  <a:pt x="761125" y="134991"/>
                </a:moveTo>
                <a:lnTo>
                  <a:pt x="761624" y="134991"/>
                </a:lnTo>
                <a:lnTo>
                  <a:pt x="761624" y="135879"/>
                </a:lnTo>
                <a:lnTo>
                  <a:pt x="761125" y="135879"/>
                </a:lnTo>
                <a:close/>
                <a:moveTo>
                  <a:pt x="776617" y="134991"/>
                </a:moveTo>
                <a:lnTo>
                  <a:pt x="777117" y="134991"/>
                </a:lnTo>
                <a:lnTo>
                  <a:pt x="777117" y="135879"/>
                </a:lnTo>
                <a:lnTo>
                  <a:pt x="776617" y="135879"/>
                </a:lnTo>
                <a:close/>
                <a:moveTo>
                  <a:pt x="777617" y="134991"/>
                </a:moveTo>
                <a:lnTo>
                  <a:pt x="778117" y="134991"/>
                </a:lnTo>
                <a:lnTo>
                  <a:pt x="778117" y="135879"/>
                </a:lnTo>
                <a:lnTo>
                  <a:pt x="777617" y="135879"/>
                </a:lnTo>
                <a:close/>
                <a:moveTo>
                  <a:pt x="969525" y="134991"/>
                </a:moveTo>
                <a:lnTo>
                  <a:pt x="970024" y="134991"/>
                </a:lnTo>
                <a:lnTo>
                  <a:pt x="970024" y="135879"/>
                </a:lnTo>
                <a:lnTo>
                  <a:pt x="969525" y="135879"/>
                </a:lnTo>
                <a:close/>
                <a:moveTo>
                  <a:pt x="868073" y="134991"/>
                </a:moveTo>
                <a:lnTo>
                  <a:pt x="868573" y="134991"/>
                </a:lnTo>
                <a:lnTo>
                  <a:pt x="868573" y="135879"/>
                </a:lnTo>
                <a:lnTo>
                  <a:pt x="868073" y="135879"/>
                </a:lnTo>
                <a:close/>
                <a:moveTo>
                  <a:pt x="858078" y="134991"/>
                </a:moveTo>
                <a:lnTo>
                  <a:pt x="858578" y="134991"/>
                </a:lnTo>
                <a:lnTo>
                  <a:pt x="858578" y="135879"/>
                </a:lnTo>
                <a:lnTo>
                  <a:pt x="858078" y="135879"/>
                </a:lnTo>
                <a:close/>
                <a:moveTo>
                  <a:pt x="776117" y="135879"/>
                </a:moveTo>
                <a:lnTo>
                  <a:pt x="776617" y="135879"/>
                </a:lnTo>
                <a:lnTo>
                  <a:pt x="776617" y="136767"/>
                </a:lnTo>
                <a:lnTo>
                  <a:pt x="776117" y="136767"/>
                </a:lnTo>
                <a:close/>
                <a:moveTo>
                  <a:pt x="725642" y="135879"/>
                </a:moveTo>
                <a:lnTo>
                  <a:pt x="726141" y="135879"/>
                </a:lnTo>
                <a:lnTo>
                  <a:pt x="726141" y="136767"/>
                </a:lnTo>
                <a:lnTo>
                  <a:pt x="725642" y="136767"/>
                </a:lnTo>
                <a:close/>
                <a:moveTo>
                  <a:pt x="771620" y="135879"/>
                </a:moveTo>
                <a:lnTo>
                  <a:pt x="772119" y="135879"/>
                </a:lnTo>
                <a:lnTo>
                  <a:pt x="772119" y="136767"/>
                </a:lnTo>
                <a:lnTo>
                  <a:pt x="771620" y="136767"/>
                </a:lnTo>
                <a:close/>
                <a:moveTo>
                  <a:pt x="759126" y="135879"/>
                </a:moveTo>
                <a:lnTo>
                  <a:pt x="759625" y="135879"/>
                </a:lnTo>
                <a:lnTo>
                  <a:pt x="759625" y="136767"/>
                </a:lnTo>
                <a:lnTo>
                  <a:pt x="759126" y="136767"/>
                </a:lnTo>
                <a:close/>
                <a:moveTo>
                  <a:pt x="754128" y="136767"/>
                </a:moveTo>
                <a:lnTo>
                  <a:pt x="754628" y="136767"/>
                </a:lnTo>
                <a:lnTo>
                  <a:pt x="754628" y="137655"/>
                </a:lnTo>
                <a:lnTo>
                  <a:pt x="754128" y="137655"/>
                </a:lnTo>
                <a:close/>
                <a:moveTo>
                  <a:pt x="758626" y="136767"/>
                </a:moveTo>
                <a:lnTo>
                  <a:pt x="759126" y="136767"/>
                </a:lnTo>
                <a:lnTo>
                  <a:pt x="759126" y="137655"/>
                </a:lnTo>
                <a:lnTo>
                  <a:pt x="758626" y="137655"/>
                </a:lnTo>
                <a:close/>
                <a:moveTo>
                  <a:pt x="773619" y="136767"/>
                </a:moveTo>
                <a:lnTo>
                  <a:pt x="774118" y="136767"/>
                </a:lnTo>
                <a:lnTo>
                  <a:pt x="774118" y="137655"/>
                </a:lnTo>
                <a:lnTo>
                  <a:pt x="773619" y="137655"/>
                </a:lnTo>
                <a:close/>
                <a:moveTo>
                  <a:pt x="736636" y="137655"/>
                </a:moveTo>
                <a:lnTo>
                  <a:pt x="737136" y="137655"/>
                </a:lnTo>
                <a:lnTo>
                  <a:pt x="737136" y="138544"/>
                </a:lnTo>
                <a:lnTo>
                  <a:pt x="736636" y="138544"/>
                </a:lnTo>
                <a:close/>
                <a:moveTo>
                  <a:pt x="856079" y="137655"/>
                </a:moveTo>
                <a:lnTo>
                  <a:pt x="856579" y="137655"/>
                </a:lnTo>
                <a:lnTo>
                  <a:pt x="856579" y="138544"/>
                </a:lnTo>
                <a:lnTo>
                  <a:pt x="856079" y="138544"/>
                </a:lnTo>
                <a:close/>
                <a:moveTo>
                  <a:pt x="753628" y="137655"/>
                </a:moveTo>
                <a:lnTo>
                  <a:pt x="754128" y="137655"/>
                </a:lnTo>
                <a:lnTo>
                  <a:pt x="754128" y="138544"/>
                </a:lnTo>
                <a:lnTo>
                  <a:pt x="753628" y="138544"/>
                </a:lnTo>
                <a:close/>
                <a:moveTo>
                  <a:pt x="721144" y="138544"/>
                </a:moveTo>
                <a:lnTo>
                  <a:pt x="721644" y="138544"/>
                </a:lnTo>
                <a:lnTo>
                  <a:pt x="721644" y="139432"/>
                </a:lnTo>
                <a:lnTo>
                  <a:pt x="721144" y="139432"/>
                </a:lnTo>
                <a:close/>
                <a:moveTo>
                  <a:pt x="935541" y="138544"/>
                </a:moveTo>
                <a:lnTo>
                  <a:pt x="936041" y="138544"/>
                </a:lnTo>
                <a:lnTo>
                  <a:pt x="936041" y="139432"/>
                </a:lnTo>
                <a:lnTo>
                  <a:pt x="935541" y="139432"/>
                </a:lnTo>
                <a:close/>
                <a:moveTo>
                  <a:pt x="953532" y="135879"/>
                </a:moveTo>
                <a:lnTo>
                  <a:pt x="954032" y="135879"/>
                </a:lnTo>
                <a:lnTo>
                  <a:pt x="954032" y="139432"/>
                </a:lnTo>
                <a:lnTo>
                  <a:pt x="953532" y="139432"/>
                </a:lnTo>
                <a:close/>
                <a:moveTo>
                  <a:pt x="728140" y="139432"/>
                </a:moveTo>
                <a:lnTo>
                  <a:pt x="728640" y="139432"/>
                </a:lnTo>
                <a:lnTo>
                  <a:pt x="728640" y="140320"/>
                </a:lnTo>
                <a:lnTo>
                  <a:pt x="728140" y="140320"/>
                </a:lnTo>
                <a:close/>
                <a:moveTo>
                  <a:pt x="827593" y="139432"/>
                </a:moveTo>
                <a:lnTo>
                  <a:pt x="828093" y="139432"/>
                </a:lnTo>
                <a:lnTo>
                  <a:pt x="828093" y="140320"/>
                </a:lnTo>
                <a:lnTo>
                  <a:pt x="827593" y="140320"/>
                </a:lnTo>
                <a:close/>
                <a:moveTo>
                  <a:pt x="929544" y="139432"/>
                </a:moveTo>
                <a:lnTo>
                  <a:pt x="930044" y="139432"/>
                </a:lnTo>
                <a:lnTo>
                  <a:pt x="930044" y="140320"/>
                </a:lnTo>
                <a:lnTo>
                  <a:pt x="929544" y="140320"/>
                </a:lnTo>
                <a:close/>
                <a:moveTo>
                  <a:pt x="831591" y="139432"/>
                </a:moveTo>
                <a:lnTo>
                  <a:pt x="832091" y="139432"/>
                </a:lnTo>
                <a:lnTo>
                  <a:pt x="832091" y="140320"/>
                </a:lnTo>
                <a:lnTo>
                  <a:pt x="831591" y="140320"/>
                </a:lnTo>
                <a:close/>
                <a:moveTo>
                  <a:pt x="744133" y="140320"/>
                </a:moveTo>
                <a:lnTo>
                  <a:pt x="744633" y="140320"/>
                </a:lnTo>
                <a:lnTo>
                  <a:pt x="744633" y="141208"/>
                </a:lnTo>
                <a:lnTo>
                  <a:pt x="744133" y="141208"/>
                </a:lnTo>
                <a:close/>
                <a:moveTo>
                  <a:pt x="770120" y="140320"/>
                </a:moveTo>
                <a:lnTo>
                  <a:pt x="770620" y="140320"/>
                </a:lnTo>
                <a:lnTo>
                  <a:pt x="770620" y="141208"/>
                </a:lnTo>
                <a:lnTo>
                  <a:pt x="770120" y="141208"/>
                </a:lnTo>
                <a:close/>
                <a:moveTo>
                  <a:pt x="852581" y="140320"/>
                </a:moveTo>
                <a:lnTo>
                  <a:pt x="853081" y="140320"/>
                </a:lnTo>
                <a:lnTo>
                  <a:pt x="853081" y="141208"/>
                </a:lnTo>
                <a:lnTo>
                  <a:pt x="852581" y="141208"/>
                </a:lnTo>
                <a:close/>
                <a:moveTo>
                  <a:pt x="846584" y="140320"/>
                </a:moveTo>
                <a:lnTo>
                  <a:pt x="847083" y="140320"/>
                </a:lnTo>
                <a:lnTo>
                  <a:pt x="847083" y="141208"/>
                </a:lnTo>
                <a:lnTo>
                  <a:pt x="846584" y="141208"/>
                </a:lnTo>
                <a:close/>
                <a:moveTo>
                  <a:pt x="758126" y="140320"/>
                </a:moveTo>
                <a:lnTo>
                  <a:pt x="758626" y="140320"/>
                </a:lnTo>
                <a:lnTo>
                  <a:pt x="758626" y="141208"/>
                </a:lnTo>
                <a:lnTo>
                  <a:pt x="758126" y="141208"/>
                </a:lnTo>
                <a:close/>
                <a:moveTo>
                  <a:pt x="753628" y="140320"/>
                </a:moveTo>
                <a:lnTo>
                  <a:pt x="754128" y="140320"/>
                </a:lnTo>
                <a:lnTo>
                  <a:pt x="754128" y="141208"/>
                </a:lnTo>
                <a:lnTo>
                  <a:pt x="753628" y="141208"/>
                </a:lnTo>
                <a:close/>
                <a:moveTo>
                  <a:pt x="744133" y="142096"/>
                </a:moveTo>
                <a:lnTo>
                  <a:pt x="744633" y="142096"/>
                </a:lnTo>
                <a:lnTo>
                  <a:pt x="744633" y="142984"/>
                </a:lnTo>
                <a:lnTo>
                  <a:pt x="744133" y="142984"/>
                </a:lnTo>
                <a:close/>
                <a:moveTo>
                  <a:pt x="774618" y="142096"/>
                </a:moveTo>
                <a:lnTo>
                  <a:pt x="775118" y="142096"/>
                </a:lnTo>
                <a:lnTo>
                  <a:pt x="775118" y="142984"/>
                </a:lnTo>
                <a:lnTo>
                  <a:pt x="774618" y="142984"/>
                </a:lnTo>
                <a:close/>
                <a:moveTo>
                  <a:pt x="736636" y="142096"/>
                </a:moveTo>
                <a:lnTo>
                  <a:pt x="737136" y="142096"/>
                </a:lnTo>
                <a:lnTo>
                  <a:pt x="737136" y="142984"/>
                </a:lnTo>
                <a:lnTo>
                  <a:pt x="736636" y="142984"/>
                </a:lnTo>
                <a:close/>
                <a:moveTo>
                  <a:pt x="752629" y="142096"/>
                </a:moveTo>
                <a:lnTo>
                  <a:pt x="753129" y="142096"/>
                </a:lnTo>
                <a:lnTo>
                  <a:pt x="753129" y="142984"/>
                </a:lnTo>
                <a:lnTo>
                  <a:pt x="752629" y="142984"/>
                </a:lnTo>
                <a:close/>
                <a:moveTo>
                  <a:pt x="724642" y="142096"/>
                </a:moveTo>
                <a:lnTo>
                  <a:pt x="725142" y="142096"/>
                </a:lnTo>
                <a:lnTo>
                  <a:pt x="725142" y="142984"/>
                </a:lnTo>
                <a:lnTo>
                  <a:pt x="724642" y="142984"/>
                </a:lnTo>
                <a:close/>
                <a:moveTo>
                  <a:pt x="776117" y="142984"/>
                </a:moveTo>
                <a:lnTo>
                  <a:pt x="776617" y="142984"/>
                </a:lnTo>
                <a:lnTo>
                  <a:pt x="776617" y="143872"/>
                </a:lnTo>
                <a:lnTo>
                  <a:pt x="776117" y="143872"/>
                </a:lnTo>
                <a:close/>
                <a:moveTo>
                  <a:pt x="838587" y="142984"/>
                </a:moveTo>
                <a:lnTo>
                  <a:pt x="839087" y="142984"/>
                </a:lnTo>
                <a:lnTo>
                  <a:pt x="839087" y="143872"/>
                </a:lnTo>
                <a:lnTo>
                  <a:pt x="838587" y="143872"/>
                </a:lnTo>
                <a:close/>
                <a:moveTo>
                  <a:pt x="766622" y="142984"/>
                </a:moveTo>
                <a:lnTo>
                  <a:pt x="767122" y="142984"/>
                </a:lnTo>
                <a:lnTo>
                  <a:pt x="767122" y="143872"/>
                </a:lnTo>
                <a:lnTo>
                  <a:pt x="766622" y="143872"/>
                </a:lnTo>
                <a:close/>
                <a:moveTo>
                  <a:pt x="850082" y="142984"/>
                </a:moveTo>
                <a:lnTo>
                  <a:pt x="850582" y="142984"/>
                </a:lnTo>
                <a:lnTo>
                  <a:pt x="850582" y="143872"/>
                </a:lnTo>
                <a:lnTo>
                  <a:pt x="850082" y="143872"/>
                </a:lnTo>
                <a:close/>
                <a:moveTo>
                  <a:pt x="758626" y="143872"/>
                </a:moveTo>
                <a:lnTo>
                  <a:pt x="759126" y="143872"/>
                </a:lnTo>
                <a:lnTo>
                  <a:pt x="759126" y="144760"/>
                </a:lnTo>
                <a:lnTo>
                  <a:pt x="758626" y="144760"/>
                </a:lnTo>
                <a:close/>
                <a:moveTo>
                  <a:pt x="855080" y="143872"/>
                </a:moveTo>
                <a:lnTo>
                  <a:pt x="855579" y="143872"/>
                </a:lnTo>
                <a:lnTo>
                  <a:pt x="855579" y="144760"/>
                </a:lnTo>
                <a:lnTo>
                  <a:pt x="855080" y="144760"/>
                </a:lnTo>
                <a:close/>
                <a:moveTo>
                  <a:pt x="775618" y="143872"/>
                </a:moveTo>
                <a:lnTo>
                  <a:pt x="776117" y="143872"/>
                </a:lnTo>
                <a:lnTo>
                  <a:pt x="776117" y="144760"/>
                </a:lnTo>
                <a:lnTo>
                  <a:pt x="775618" y="144760"/>
                </a:lnTo>
                <a:close/>
                <a:moveTo>
                  <a:pt x="762624" y="144760"/>
                </a:moveTo>
                <a:lnTo>
                  <a:pt x="763124" y="144760"/>
                </a:lnTo>
                <a:lnTo>
                  <a:pt x="763124" y="145648"/>
                </a:lnTo>
                <a:lnTo>
                  <a:pt x="762624" y="145648"/>
                </a:lnTo>
                <a:close/>
                <a:moveTo>
                  <a:pt x="923547" y="145648"/>
                </a:moveTo>
                <a:lnTo>
                  <a:pt x="924046" y="145648"/>
                </a:lnTo>
                <a:lnTo>
                  <a:pt x="924046" y="146536"/>
                </a:lnTo>
                <a:lnTo>
                  <a:pt x="923547" y="146536"/>
                </a:lnTo>
                <a:close/>
                <a:moveTo>
                  <a:pt x="907055" y="145648"/>
                </a:moveTo>
                <a:lnTo>
                  <a:pt x="908054" y="145648"/>
                </a:lnTo>
                <a:lnTo>
                  <a:pt x="908054" y="146536"/>
                </a:lnTo>
                <a:lnTo>
                  <a:pt x="907055" y="146536"/>
                </a:lnTo>
                <a:close/>
                <a:moveTo>
                  <a:pt x="924546" y="145648"/>
                </a:moveTo>
                <a:lnTo>
                  <a:pt x="925046" y="145648"/>
                </a:lnTo>
                <a:lnTo>
                  <a:pt x="925046" y="146536"/>
                </a:lnTo>
                <a:lnTo>
                  <a:pt x="924546" y="146536"/>
                </a:lnTo>
                <a:close/>
                <a:moveTo>
                  <a:pt x="955032" y="145648"/>
                </a:moveTo>
                <a:lnTo>
                  <a:pt x="957530" y="145648"/>
                </a:lnTo>
                <a:lnTo>
                  <a:pt x="957530" y="146536"/>
                </a:lnTo>
                <a:lnTo>
                  <a:pt x="955032" y="146536"/>
                </a:lnTo>
                <a:close/>
                <a:moveTo>
                  <a:pt x="941038" y="145648"/>
                </a:moveTo>
                <a:lnTo>
                  <a:pt x="942538" y="145648"/>
                </a:lnTo>
                <a:lnTo>
                  <a:pt x="942538" y="146536"/>
                </a:lnTo>
                <a:lnTo>
                  <a:pt x="941038" y="146536"/>
                </a:lnTo>
                <a:close/>
                <a:moveTo>
                  <a:pt x="937040" y="145648"/>
                </a:moveTo>
                <a:lnTo>
                  <a:pt x="937540" y="145648"/>
                </a:lnTo>
                <a:lnTo>
                  <a:pt x="937540" y="146536"/>
                </a:lnTo>
                <a:lnTo>
                  <a:pt x="937040" y="146536"/>
                </a:lnTo>
                <a:close/>
                <a:moveTo>
                  <a:pt x="929044" y="145648"/>
                </a:moveTo>
                <a:lnTo>
                  <a:pt x="930044" y="145648"/>
                </a:lnTo>
                <a:lnTo>
                  <a:pt x="930044" y="146536"/>
                </a:lnTo>
                <a:lnTo>
                  <a:pt x="929044" y="146536"/>
                </a:lnTo>
                <a:close/>
                <a:moveTo>
                  <a:pt x="969525" y="145648"/>
                </a:moveTo>
                <a:lnTo>
                  <a:pt x="970024" y="145648"/>
                </a:lnTo>
                <a:lnTo>
                  <a:pt x="970024" y="146536"/>
                </a:lnTo>
                <a:lnTo>
                  <a:pt x="969525" y="146536"/>
                </a:lnTo>
                <a:close/>
                <a:moveTo>
                  <a:pt x="901557" y="145648"/>
                </a:moveTo>
                <a:lnTo>
                  <a:pt x="902057" y="145648"/>
                </a:lnTo>
                <a:lnTo>
                  <a:pt x="902057" y="146536"/>
                </a:lnTo>
                <a:lnTo>
                  <a:pt x="901557" y="146536"/>
                </a:lnTo>
                <a:close/>
                <a:moveTo>
                  <a:pt x="721644" y="145648"/>
                </a:moveTo>
                <a:lnTo>
                  <a:pt x="722143" y="145648"/>
                </a:lnTo>
                <a:lnTo>
                  <a:pt x="722143" y="146536"/>
                </a:lnTo>
                <a:lnTo>
                  <a:pt x="721644" y="146536"/>
                </a:lnTo>
                <a:close/>
                <a:moveTo>
                  <a:pt x="909553" y="145648"/>
                </a:moveTo>
                <a:lnTo>
                  <a:pt x="912052" y="145648"/>
                </a:lnTo>
                <a:lnTo>
                  <a:pt x="912052" y="146536"/>
                </a:lnTo>
                <a:lnTo>
                  <a:pt x="909553" y="146536"/>
                </a:lnTo>
                <a:close/>
                <a:moveTo>
                  <a:pt x="921548" y="145648"/>
                </a:moveTo>
                <a:lnTo>
                  <a:pt x="922047" y="145648"/>
                </a:lnTo>
                <a:lnTo>
                  <a:pt x="922047" y="146536"/>
                </a:lnTo>
                <a:lnTo>
                  <a:pt x="921548" y="146536"/>
                </a:lnTo>
                <a:close/>
                <a:moveTo>
                  <a:pt x="951034" y="145648"/>
                </a:moveTo>
                <a:lnTo>
                  <a:pt x="952033" y="145648"/>
                </a:lnTo>
                <a:lnTo>
                  <a:pt x="952033" y="146536"/>
                </a:lnTo>
                <a:lnTo>
                  <a:pt x="951034" y="146536"/>
                </a:lnTo>
                <a:close/>
                <a:moveTo>
                  <a:pt x="947535" y="145648"/>
                </a:moveTo>
                <a:lnTo>
                  <a:pt x="948535" y="145648"/>
                </a:lnTo>
                <a:lnTo>
                  <a:pt x="948535" y="146536"/>
                </a:lnTo>
                <a:lnTo>
                  <a:pt x="947535" y="146536"/>
                </a:lnTo>
                <a:close/>
                <a:moveTo>
                  <a:pt x="952533" y="145648"/>
                </a:moveTo>
                <a:lnTo>
                  <a:pt x="953033" y="145648"/>
                </a:lnTo>
                <a:lnTo>
                  <a:pt x="953033" y="146536"/>
                </a:lnTo>
                <a:lnTo>
                  <a:pt x="952533" y="146536"/>
                </a:lnTo>
                <a:close/>
                <a:moveTo>
                  <a:pt x="963528" y="145648"/>
                </a:moveTo>
                <a:lnTo>
                  <a:pt x="964527" y="145648"/>
                </a:lnTo>
                <a:lnTo>
                  <a:pt x="964527" y="146536"/>
                </a:lnTo>
                <a:lnTo>
                  <a:pt x="963528" y="146536"/>
                </a:lnTo>
                <a:close/>
                <a:moveTo>
                  <a:pt x="912552" y="145648"/>
                </a:moveTo>
                <a:lnTo>
                  <a:pt x="913052" y="145648"/>
                </a:lnTo>
                <a:lnTo>
                  <a:pt x="913052" y="146536"/>
                </a:lnTo>
                <a:lnTo>
                  <a:pt x="912552" y="146536"/>
                </a:lnTo>
                <a:close/>
                <a:moveTo>
                  <a:pt x="905056" y="145648"/>
                </a:moveTo>
                <a:lnTo>
                  <a:pt x="906055" y="145648"/>
                </a:lnTo>
                <a:lnTo>
                  <a:pt x="906055" y="146536"/>
                </a:lnTo>
                <a:lnTo>
                  <a:pt x="905056" y="146536"/>
                </a:lnTo>
                <a:close/>
                <a:moveTo>
                  <a:pt x="920048" y="145648"/>
                </a:moveTo>
                <a:lnTo>
                  <a:pt x="921048" y="145648"/>
                </a:lnTo>
                <a:lnTo>
                  <a:pt x="921048" y="146536"/>
                </a:lnTo>
                <a:lnTo>
                  <a:pt x="920048" y="146536"/>
                </a:lnTo>
                <a:close/>
                <a:moveTo>
                  <a:pt x="933042" y="145648"/>
                </a:moveTo>
                <a:lnTo>
                  <a:pt x="933542" y="145648"/>
                </a:lnTo>
                <a:lnTo>
                  <a:pt x="933542" y="146536"/>
                </a:lnTo>
                <a:lnTo>
                  <a:pt x="933042" y="146536"/>
                </a:lnTo>
                <a:close/>
                <a:moveTo>
                  <a:pt x="913551" y="145648"/>
                </a:moveTo>
                <a:lnTo>
                  <a:pt x="915551" y="145648"/>
                </a:lnTo>
                <a:lnTo>
                  <a:pt x="915551" y="146536"/>
                </a:lnTo>
                <a:lnTo>
                  <a:pt x="913551" y="146536"/>
                </a:lnTo>
                <a:close/>
                <a:moveTo>
                  <a:pt x="938040" y="145648"/>
                </a:moveTo>
                <a:lnTo>
                  <a:pt x="938540" y="145648"/>
                </a:lnTo>
                <a:lnTo>
                  <a:pt x="938540" y="146536"/>
                </a:lnTo>
                <a:lnTo>
                  <a:pt x="938040" y="146536"/>
                </a:lnTo>
                <a:close/>
                <a:moveTo>
                  <a:pt x="946036" y="145648"/>
                </a:moveTo>
                <a:lnTo>
                  <a:pt x="946536" y="145648"/>
                </a:lnTo>
                <a:lnTo>
                  <a:pt x="946536" y="146536"/>
                </a:lnTo>
                <a:lnTo>
                  <a:pt x="946036" y="146536"/>
                </a:lnTo>
                <a:close/>
                <a:moveTo>
                  <a:pt x="902557" y="145648"/>
                </a:moveTo>
                <a:lnTo>
                  <a:pt x="903057" y="145648"/>
                </a:lnTo>
                <a:lnTo>
                  <a:pt x="903057" y="146536"/>
                </a:lnTo>
                <a:lnTo>
                  <a:pt x="902557" y="146536"/>
                </a:lnTo>
                <a:close/>
                <a:moveTo>
                  <a:pt x="916050" y="145648"/>
                </a:moveTo>
                <a:lnTo>
                  <a:pt x="916550" y="145648"/>
                </a:lnTo>
                <a:lnTo>
                  <a:pt x="916550" y="146536"/>
                </a:lnTo>
                <a:lnTo>
                  <a:pt x="916050" y="146536"/>
                </a:lnTo>
                <a:close/>
                <a:moveTo>
                  <a:pt x="943537" y="145648"/>
                </a:moveTo>
                <a:lnTo>
                  <a:pt x="944037" y="145648"/>
                </a:lnTo>
                <a:lnTo>
                  <a:pt x="944037" y="146536"/>
                </a:lnTo>
                <a:lnTo>
                  <a:pt x="943537" y="146536"/>
                </a:lnTo>
                <a:close/>
                <a:moveTo>
                  <a:pt x="967026" y="145648"/>
                </a:moveTo>
                <a:lnTo>
                  <a:pt x="967526" y="145648"/>
                </a:lnTo>
                <a:lnTo>
                  <a:pt x="967526" y="146536"/>
                </a:lnTo>
                <a:lnTo>
                  <a:pt x="967026" y="146536"/>
                </a:lnTo>
                <a:close/>
                <a:moveTo>
                  <a:pt x="959529" y="145648"/>
                </a:moveTo>
                <a:lnTo>
                  <a:pt x="960529" y="145648"/>
                </a:lnTo>
                <a:lnTo>
                  <a:pt x="960529" y="146536"/>
                </a:lnTo>
                <a:lnTo>
                  <a:pt x="959529" y="146536"/>
                </a:lnTo>
                <a:close/>
                <a:moveTo>
                  <a:pt x="968025" y="145648"/>
                </a:moveTo>
                <a:lnTo>
                  <a:pt x="968525" y="145648"/>
                </a:lnTo>
                <a:lnTo>
                  <a:pt x="968525" y="146536"/>
                </a:lnTo>
                <a:lnTo>
                  <a:pt x="968025" y="146536"/>
                </a:lnTo>
                <a:close/>
                <a:moveTo>
                  <a:pt x="753129" y="146536"/>
                </a:moveTo>
                <a:lnTo>
                  <a:pt x="753628" y="146536"/>
                </a:lnTo>
                <a:lnTo>
                  <a:pt x="753628" y="147425"/>
                </a:lnTo>
                <a:lnTo>
                  <a:pt x="753129" y="147425"/>
                </a:lnTo>
                <a:close/>
                <a:moveTo>
                  <a:pt x="862076" y="146536"/>
                </a:moveTo>
                <a:lnTo>
                  <a:pt x="862576" y="146536"/>
                </a:lnTo>
                <a:lnTo>
                  <a:pt x="862576" y="147425"/>
                </a:lnTo>
                <a:lnTo>
                  <a:pt x="862076" y="147425"/>
                </a:lnTo>
                <a:close/>
                <a:moveTo>
                  <a:pt x="866574" y="146536"/>
                </a:moveTo>
                <a:lnTo>
                  <a:pt x="867074" y="146536"/>
                </a:lnTo>
                <a:lnTo>
                  <a:pt x="867074" y="147425"/>
                </a:lnTo>
                <a:lnTo>
                  <a:pt x="866574" y="147425"/>
                </a:lnTo>
                <a:close/>
                <a:moveTo>
                  <a:pt x="922547" y="146536"/>
                </a:moveTo>
                <a:lnTo>
                  <a:pt x="923047" y="146536"/>
                </a:lnTo>
                <a:lnTo>
                  <a:pt x="923047" y="147425"/>
                </a:lnTo>
                <a:lnTo>
                  <a:pt x="922547" y="147425"/>
                </a:lnTo>
                <a:close/>
                <a:moveTo>
                  <a:pt x="961029" y="146536"/>
                </a:moveTo>
                <a:lnTo>
                  <a:pt x="961528" y="146536"/>
                </a:lnTo>
                <a:lnTo>
                  <a:pt x="961528" y="147425"/>
                </a:lnTo>
                <a:lnTo>
                  <a:pt x="961029" y="147425"/>
                </a:lnTo>
                <a:close/>
                <a:moveTo>
                  <a:pt x="962028" y="146536"/>
                </a:moveTo>
                <a:lnTo>
                  <a:pt x="962528" y="146536"/>
                </a:lnTo>
                <a:lnTo>
                  <a:pt x="962528" y="147425"/>
                </a:lnTo>
                <a:lnTo>
                  <a:pt x="962028" y="147425"/>
                </a:lnTo>
                <a:close/>
                <a:moveTo>
                  <a:pt x="727641" y="146536"/>
                </a:moveTo>
                <a:lnTo>
                  <a:pt x="728140" y="146536"/>
                </a:lnTo>
                <a:lnTo>
                  <a:pt x="728140" y="147425"/>
                </a:lnTo>
                <a:lnTo>
                  <a:pt x="727641" y="147425"/>
                </a:lnTo>
                <a:close/>
                <a:moveTo>
                  <a:pt x="778616" y="145648"/>
                </a:moveTo>
                <a:lnTo>
                  <a:pt x="779116" y="145648"/>
                </a:lnTo>
                <a:lnTo>
                  <a:pt x="779116" y="147425"/>
                </a:lnTo>
                <a:lnTo>
                  <a:pt x="778616" y="147425"/>
                </a:lnTo>
                <a:close/>
                <a:moveTo>
                  <a:pt x="774618" y="147425"/>
                </a:moveTo>
                <a:lnTo>
                  <a:pt x="775118" y="147425"/>
                </a:lnTo>
                <a:lnTo>
                  <a:pt x="775118" y="148313"/>
                </a:lnTo>
                <a:lnTo>
                  <a:pt x="774618" y="148313"/>
                </a:lnTo>
                <a:close/>
                <a:moveTo>
                  <a:pt x="843085" y="147425"/>
                </a:moveTo>
                <a:lnTo>
                  <a:pt x="843585" y="147425"/>
                </a:lnTo>
                <a:lnTo>
                  <a:pt x="843585" y="148313"/>
                </a:lnTo>
                <a:lnTo>
                  <a:pt x="843085" y="148313"/>
                </a:lnTo>
                <a:close/>
                <a:moveTo>
                  <a:pt x="849082" y="147425"/>
                </a:moveTo>
                <a:lnTo>
                  <a:pt x="849582" y="147425"/>
                </a:lnTo>
                <a:lnTo>
                  <a:pt x="849582" y="148313"/>
                </a:lnTo>
                <a:lnTo>
                  <a:pt x="849082" y="148313"/>
                </a:lnTo>
                <a:close/>
                <a:moveTo>
                  <a:pt x="927545" y="146536"/>
                </a:moveTo>
                <a:lnTo>
                  <a:pt x="928045" y="146536"/>
                </a:lnTo>
                <a:lnTo>
                  <a:pt x="928045" y="148313"/>
                </a:lnTo>
                <a:lnTo>
                  <a:pt x="927545" y="148313"/>
                </a:lnTo>
                <a:close/>
                <a:moveTo>
                  <a:pt x="868073" y="147425"/>
                </a:moveTo>
                <a:lnTo>
                  <a:pt x="868573" y="147425"/>
                </a:lnTo>
                <a:lnTo>
                  <a:pt x="868573" y="148313"/>
                </a:lnTo>
                <a:lnTo>
                  <a:pt x="868073" y="148313"/>
                </a:lnTo>
                <a:close/>
                <a:moveTo>
                  <a:pt x="966026" y="147425"/>
                </a:moveTo>
                <a:lnTo>
                  <a:pt x="966526" y="147425"/>
                </a:lnTo>
                <a:lnTo>
                  <a:pt x="966526" y="148313"/>
                </a:lnTo>
                <a:lnTo>
                  <a:pt x="966026" y="148313"/>
                </a:lnTo>
                <a:close/>
                <a:moveTo>
                  <a:pt x="732638" y="147425"/>
                </a:moveTo>
                <a:lnTo>
                  <a:pt x="733138" y="147425"/>
                </a:lnTo>
                <a:lnTo>
                  <a:pt x="733138" y="148313"/>
                </a:lnTo>
                <a:lnTo>
                  <a:pt x="732638" y="148313"/>
                </a:lnTo>
                <a:close/>
                <a:moveTo>
                  <a:pt x="845584" y="147425"/>
                </a:moveTo>
                <a:lnTo>
                  <a:pt x="846084" y="147425"/>
                </a:lnTo>
                <a:lnTo>
                  <a:pt x="846084" y="148313"/>
                </a:lnTo>
                <a:lnTo>
                  <a:pt x="845584" y="148313"/>
                </a:lnTo>
                <a:close/>
                <a:moveTo>
                  <a:pt x="842086" y="147425"/>
                </a:moveTo>
                <a:lnTo>
                  <a:pt x="842586" y="147425"/>
                </a:lnTo>
                <a:lnTo>
                  <a:pt x="842586" y="148313"/>
                </a:lnTo>
                <a:lnTo>
                  <a:pt x="842086" y="148313"/>
                </a:lnTo>
                <a:close/>
                <a:moveTo>
                  <a:pt x="906055" y="147425"/>
                </a:moveTo>
                <a:lnTo>
                  <a:pt x="906555" y="147425"/>
                </a:lnTo>
                <a:lnTo>
                  <a:pt x="906555" y="148313"/>
                </a:lnTo>
                <a:lnTo>
                  <a:pt x="906055" y="148313"/>
                </a:lnTo>
                <a:close/>
                <a:moveTo>
                  <a:pt x="746632" y="148313"/>
                </a:moveTo>
                <a:lnTo>
                  <a:pt x="747131" y="148313"/>
                </a:lnTo>
                <a:lnTo>
                  <a:pt x="747131" y="149201"/>
                </a:lnTo>
                <a:lnTo>
                  <a:pt x="746632" y="149201"/>
                </a:lnTo>
                <a:close/>
                <a:moveTo>
                  <a:pt x="925546" y="148313"/>
                </a:moveTo>
                <a:lnTo>
                  <a:pt x="926046" y="148313"/>
                </a:lnTo>
                <a:lnTo>
                  <a:pt x="926046" y="149201"/>
                </a:lnTo>
                <a:lnTo>
                  <a:pt x="925546" y="149201"/>
                </a:lnTo>
                <a:close/>
                <a:moveTo>
                  <a:pt x="904056" y="148313"/>
                </a:moveTo>
                <a:lnTo>
                  <a:pt x="904556" y="148313"/>
                </a:lnTo>
                <a:lnTo>
                  <a:pt x="904556" y="149201"/>
                </a:lnTo>
                <a:lnTo>
                  <a:pt x="904056" y="149201"/>
                </a:lnTo>
                <a:close/>
                <a:moveTo>
                  <a:pt x="963528" y="148313"/>
                </a:moveTo>
                <a:lnTo>
                  <a:pt x="964027" y="148313"/>
                </a:lnTo>
                <a:lnTo>
                  <a:pt x="964027" y="149201"/>
                </a:lnTo>
                <a:lnTo>
                  <a:pt x="963528" y="149201"/>
                </a:lnTo>
                <a:close/>
                <a:moveTo>
                  <a:pt x="720144" y="149201"/>
                </a:moveTo>
                <a:lnTo>
                  <a:pt x="720644" y="149201"/>
                </a:lnTo>
                <a:lnTo>
                  <a:pt x="720644" y="150089"/>
                </a:lnTo>
                <a:lnTo>
                  <a:pt x="720144" y="150089"/>
                </a:lnTo>
                <a:close/>
                <a:moveTo>
                  <a:pt x="906055" y="149201"/>
                </a:moveTo>
                <a:lnTo>
                  <a:pt x="906555" y="149201"/>
                </a:lnTo>
                <a:lnTo>
                  <a:pt x="906555" y="150089"/>
                </a:lnTo>
                <a:lnTo>
                  <a:pt x="906055" y="150089"/>
                </a:lnTo>
                <a:close/>
                <a:moveTo>
                  <a:pt x="911053" y="149201"/>
                </a:moveTo>
                <a:lnTo>
                  <a:pt x="911552" y="149201"/>
                </a:lnTo>
                <a:lnTo>
                  <a:pt x="911552" y="150089"/>
                </a:lnTo>
                <a:lnTo>
                  <a:pt x="911053" y="150089"/>
                </a:lnTo>
                <a:close/>
                <a:moveTo>
                  <a:pt x="929044" y="149201"/>
                </a:moveTo>
                <a:lnTo>
                  <a:pt x="929544" y="149201"/>
                </a:lnTo>
                <a:lnTo>
                  <a:pt x="929544" y="150089"/>
                </a:lnTo>
                <a:lnTo>
                  <a:pt x="929044" y="150089"/>
                </a:lnTo>
                <a:close/>
                <a:moveTo>
                  <a:pt x="958530" y="150089"/>
                </a:moveTo>
                <a:lnTo>
                  <a:pt x="959030" y="150089"/>
                </a:lnTo>
                <a:lnTo>
                  <a:pt x="959030" y="150977"/>
                </a:lnTo>
                <a:lnTo>
                  <a:pt x="958530" y="150977"/>
                </a:lnTo>
                <a:close/>
                <a:moveTo>
                  <a:pt x="736137" y="150089"/>
                </a:moveTo>
                <a:lnTo>
                  <a:pt x="736636" y="150089"/>
                </a:lnTo>
                <a:lnTo>
                  <a:pt x="736636" y="150977"/>
                </a:lnTo>
                <a:lnTo>
                  <a:pt x="736137" y="150977"/>
                </a:lnTo>
                <a:close/>
                <a:moveTo>
                  <a:pt x="909553" y="150089"/>
                </a:moveTo>
                <a:lnTo>
                  <a:pt x="910053" y="150089"/>
                </a:lnTo>
                <a:lnTo>
                  <a:pt x="910053" y="150977"/>
                </a:lnTo>
                <a:lnTo>
                  <a:pt x="909553" y="150977"/>
                </a:lnTo>
                <a:close/>
                <a:moveTo>
                  <a:pt x="868073" y="150089"/>
                </a:moveTo>
                <a:lnTo>
                  <a:pt x="868573" y="150089"/>
                </a:lnTo>
                <a:lnTo>
                  <a:pt x="868573" y="150977"/>
                </a:lnTo>
                <a:lnTo>
                  <a:pt x="868073" y="150977"/>
                </a:lnTo>
                <a:close/>
                <a:moveTo>
                  <a:pt x="761125" y="150089"/>
                </a:moveTo>
                <a:lnTo>
                  <a:pt x="761624" y="150089"/>
                </a:lnTo>
                <a:lnTo>
                  <a:pt x="761624" y="150977"/>
                </a:lnTo>
                <a:lnTo>
                  <a:pt x="761125" y="150977"/>
                </a:lnTo>
                <a:close/>
                <a:moveTo>
                  <a:pt x="825594" y="150977"/>
                </a:moveTo>
                <a:lnTo>
                  <a:pt x="826093" y="150977"/>
                </a:lnTo>
                <a:lnTo>
                  <a:pt x="826093" y="151865"/>
                </a:lnTo>
                <a:lnTo>
                  <a:pt x="825594" y="151865"/>
                </a:lnTo>
                <a:close/>
                <a:moveTo>
                  <a:pt x="847583" y="150977"/>
                </a:moveTo>
                <a:lnTo>
                  <a:pt x="848083" y="150977"/>
                </a:lnTo>
                <a:lnTo>
                  <a:pt x="848083" y="151865"/>
                </a:lnTo>
                <a:lnTo>
                  <a:pt x="847583" y="151865"/>
                </a:lnTo>
                <a:close/>
                <a:moveTo>
                  <a:pt x="852581" y="150977"/>
                </a:moveTo>
                <a:lnTo>
                  <a:pt x="853081" y="150977"/>
                </a:lnTo>
                <a:lnTo>
                  <a:pt x="853081" y="151865"/>
                </a:lnTo>
                <a:lnTo>
                  <a:pt x="852581" y="151865"/>
                </a:lnTo>
                <a:close/>
                <a:moveTo>
                  <a:pt x="957031" y="150977"/>
                </a:moveTo>
                <a:lnTo>
                  <a:pt x="957530" y="150977"/>
                </a:lnTo>
                <a:lnTo>
                  <a:pt x="957530" y="151865"/>
                </a:lnTo>
                <a:lnTo>
                  <a:pt x="957031" y="151865"/>
                </a:lnTo>
                <a:close/>
                <a:moveTo>
                  <a:pt x="753628" y="150977"/>
                </a:moveTo>
                <a:lnTo>
                  <a:pt x="754128" y="150977"/>
                </a:lnTo>
                <a:lnTo>
                  <a:pt x="754128" y="151865"/>
                </a:lnTo>
                <a:lnTo>
                  <a:pt x="753628" y="151865"/>
                </a:lnTo>
                <a:close/>
                <a:moveTo>
                  <a:pt x="924046" y="150977"/>
                </a:moveTo>
                <a:lnTo>
                  <a:pt x="924546" y="150977"/>
                </a:lnTo>
                <a:lnTo>
                  <a:pt x="924546" y="151865"/>
                </a:lnTo>
                <a:lnTo>
                  <a:pt x="924046" y="151865"/>
                </a:lnTo>
                <a:close/>
                <a:moveTo>
                  <a:pt x="962028" y="150089"/>
                </a:moveTo>
                <a:lnTo>
                  <a:pt x="962528" y="150089"/>
                </a:lnTo>
                <a:lnTo>
                  <a:pt x="962528" y="151865"/>
                </a:lnTo>
                <a:lnTo>
                  <a:pt x="962028" y="151865"/>
                </a:lnTo>
                <a:close/>
                <a:moveTo>
                  <a:pt x="907554" y="150977"/>
                </a:moveTo>
                <a:lnTo>
                  <a:pt x="908054" y="150977"/>
                </a:lnTo>
                <a:lnTo>
                  <a:pt x="908054" y="151865"/>
                </a:lnTo>
                <a:lnTo>
                  <a:pt x="907554" y="151865"/>
                </a:lnTo>
                <a:close/>
                <a:moveTo>
                  <a:pt x="940039" y="150977"/>
                </a:moveTo>
                <a:lnTo>
                  <a:pt x="940539" y="150977"/>
                </a:lnTo>
                <a:lnTo>
                  <a:pt x="940539" y="151865"/>
                </a:lnTo>
                <a:lnTo>
                  <a:pt x="940039" y="151865"/>
                </a:lnTo>
                <a:close/>
                <a:moveTo>
                  <a:pt x="758626" y="151865"/>
                </a:moveTo>
                <a:lnTo>
                  <a:pt x="759126" y="151865"/>
                </a:lnTo>
                <a:lnTo>
                  <a:pt x="759126" y="152753"/>
                </a:lnTo>
                <a:lnTo>
                  <a:pt x="758626" y="152753"/>
                </a:lnTo>
                <a:close/>
                <a:moveTo>
                  <a:pt x="778117" y="151865"/>
                </a:moveTo>
                <a:lnTo>
                  <a:pt x="778616" y="151865"/>
                </a:lnTo>
                <a:lnTo>
                  <a:pt x="778616" y="152753"/>
                </a:lnTo>
                <a:lnTo>
                  <a:pt x="778117" y="152753"/>
                </a:lnTo>
                <a:close/>
                <a:moveTo>
                  <a:pt x="762624" y="151865"/>
                </a:moveTo>
                <a:lnTo>
                  <a:pt x="763124" y="151865"/>
                </a:lnTo>
                <a:lnTo>
                  <a:pt x="763124" y="152753"/>
                </a:lnTo>
                <a:lnTo>
                  <a:pt x="762624" y="152753"/>
                </a:lnTo>
                <a:close/>
                <a:moveTo>
                  <a:pt x="930543" y="151865"/>
                </a:moveTo>
                <a:lnTo>
                  <a:pt x="931043" y="151865"/>
                </a:lnTo>
                <a:lnTo>
                  <a:pt x="931043" y="152753"/>
                </a:lnTo>
                <a:lnTo>
                  <a:pt x="930543" y="152753"/>
                </a:lnTo>
                <a:close/>
                <a:moveTo>
                  <a:pt x="962028" y="152753"/>
                </a:moveTo>
                <a:lnTo>
                  <a:pt x="962528" y="152753"/>
                </a:lnTo>
                <a:lnTo>
                  <a:pt x="962528" y="153641"/>
                </a:lnTo>
                <a:lnTo>
                  <a:pt x="962028" y="153641"/>
                </a:lnTo>
                <a:close/>
                <a:moveTo>
                  <a:pt x="911053" y="150977"/>
                </a:moveTo>
                <a:lnTo>
                  <a:pt x="911552" y="150977"/>
                </a:lnTo>
                <a:lnTo>
                  <a:pt x="911552" y="153641"/>
                </a:lnTo>
                <a:lnTo>
                  <a:pt x="911053" y="153641"/>
                </a:lnTo>
                <a:close/>
                <a:moveTo>
                  <a:pt x="922047" y="152753"/>
                </a:moveTo>
                <a:lnTo>
                  <a:pt x="922547" y="152753"/>
                </a:lnTo>
                <a:lnTo>
                  <a:pt x="922547" y="153641"/>
                </a:lnTo>
                <a:lnTo>
                  <a:pt x="922047" y="153641"/>
                </a:lnTo>
                <a:close/>
                <a:moveTo>
                  <a:pt x="906055" y="151865"/>
                </a:moveTo>
                <a:lnTo>
                  <a:pt x="906555" y="151865"/>
                </a:lnTo>
                <a:lnTo>
                  <a:pt x="906555" y="153641"/>
                </a:lnTo>
                <a:lnTo>
                  <a:pt x="906055" y="153641"/>
                </a:lnTo>
                <a:close/>
                <a:moveTo>
                  <a:pt x="963528" y="152753"/>
                </a:moveTo>
                <a:lnTo>
                  <a:pt x="964027" y="152753"/>
                </a:lnTo>
                <a:lnTo>
                  <a:pt x="964027" y="153641"/>
                </a:lnTo>
                <a:lnTo>
                  <a:pt x="963528" y="153641"/>
                </a:lnTo>
                <a:close/>
                <a:moveTo>
                  <a:pt x="938040" y="153641"/>
                </a:moveTo>
                <a:lnTo>
                  <a:pt x="938540" y="153641"/>
                </a:lnTo>
                <a:lnTo>
                  <a:pt x="938540" y="154529"/>
                </a:lnTo>
                <a:lnTo>
                  <a:pt x="938040" y="154529"/>
                </a:lnTo>
                <a:close/>
                <a:moveTo>
                  <a:pt x="970024" y="153641"/>
                </a:moveTo>
                <a:lnTo>
                  <a:pt x="970524" y="153641"/>
                </a:lnTo>
                <a:lnTo>
                  <a:pt x="970524" y="154529"/>
                </a:lnTo>
                <a:lnTo>
                  <a:pt x="970024" y="154529"/>
                </a:lnTo>
                <a:close/>
                <a:moveTo>
                  <a:pt x="966526" y="153641"/>
                </a:moveTo>
                <a:lnTo>
                  <a:pt x="967026" y="153641"/>
                </a:lnTo>
                <a:lnTo>
                  <a:pt x="967026" y="154529"/>
                </a:lnTo>
                <a:lnTo>
                  <a:pt x="966526" y="154529"/>
                </a:lnTo>
                <a:close/>
                <a:moveTo>
                  <a:pt x="958530" y="153641"/>
                </a:moveTo>
                <a:lnTo>
                  <a:pt x="959030" y="153641"/>
                </a:lnTo>
                <a:lnTo>
                  <a:pt x="959030" y="154529"/>
                </a:lnTo>
                <a:lnTo>
                  <a:pt x="958530" y="154529"/>
                </a:lnTo>
                <a:close/>
                <a:moveTo>
                  <a:pt x="923047" y="153641"/>
                </a:moveTo>
                <a:lnTo>
                  <a:pt x="923547" y="153641"/>
                </a:lnTo>
                <a:lnTo>
                  <a:pt x="923547" y="154529"/>
                </a:lnTo>
                <a:lnTo>
                  <a:pt x="923047" y="154529"/>
                </a:lnTo>
                <a:close/>
                <a:moveTo>
                  <a:pt x="952533" y="153641"/>
                </a:moveTo>
                <a:lnTo>
                  <a:pt x="953033" y="153641"/>
                </a:lnTo>
                <a:lnTo>
                  <a:pt x="953033" y="154529"/>
                </a:lnTo>
                <a:lnTo>
                  <a:pt x="952533" y="154529"/>
                </a:lnTo>
                <a:close/>
              </a:path>
            </a:pathLst>
          </a:custGeom>
          <a:solidFill>
            <a:srgbClr val="35526B"/>
          </a:solidFill>
          <a:ln>
            <a:noFill/>
          </a:ln>
        </p:spPr>
      </p:sp>
      <p:sp>
        <p:nvSpPr>
          <p:cNvPr id="42" name="Kimate circled colour correction 42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5623" y="68384"/>
                </a:moveTo>
                <a:lnTo>
                  <a:pt x="766122" y="68384"/>
                </a:lnTo>
                <a:lnTo>
                  <a:pt x="766122" y="69272"/>
                </a:lnTo>
                <a:lnTo>
                  <a:pt x="765623" y="69272"/>
                </a:lnTo>
                <a:close/>
                <a:moveTo>
                  <a:pt x="759625" y="69272"/>
                </a:moveTo>
                <a:lnTo>
                  <a:pt x="760125" y="69272"/>
                </a:lnTo>
                <a:lnTo>
                  <a:pt x="760125" y="70160"/>
                </a:lnTo>
                <a:lnTo>
                  <a:pt x="759625" y="70160"/>
                </a:lnTo>
                <a:close/>
                <a:moveTo>
                  <a:pt x="728640" y="71048"/>
                </a:moveTo>
                <a:lnTo>
                  <a:pt x="729140" y="71048"/>
                </a:lnTo>
                <a:lnTo>
                  <a:pt x="729140" y="71936"/>
                </a:lnTo>
                <a:lnTo>
                  <a:pt x="728640" y="71936"/>
                </a:lnTo>
                <a:close/>
                <a:moveTo>
                  <a:pt x="770620" y="76377"/>
                </a:moveTo>
                <a:lnTo>
                  <a:pt x="771120" y="76377"/>
                </a:lnTo>
                <a:lnTo>
                  <a:pt x="771120" y="77265"/>
                </a:lnTo>
                <a:lnTo>
                  <a:pt x="770620" y="77265"/>
                </a:lnTo>
                <a:close/>
                <a:moveTo>
                  <a:pt x="757626" y="77265"/>
                </a:moveTo>
                <a:lnTo>
                  <a:pt x="758626" y="77265"/>
                </a:lnTo>
                <a:lnTo>
                  <a:pt x="758626" y="78153"/>
                </a:lnTo>
                <a:lnTo>
                  <a:pt x="757626" y="78153"/>
                </a:lnTo>
                <a:close/>
                <a:moveTo>
                  <a:pt x="846084" y="78153"/>
                </a:moveTo>
                <a:lnTo>
                  <a:pt x="846584" y="78153"/>
                </a:lnTo>
                <a:lnTo>
                  <a:pt x="846584" y="79041"/>
                </a:lnTo>
                <a:lnTo>
                  <a:pt x="846084" y="79041"/>
                </a:lnTo>
                <a:close/>
                <a:moveTo>
                  <a:pt x="848583" y="79041"/>
                </a:moveTo>
                <a:lnTo>
                  <a:pt x="849582" y="79041"/>
                </a:lnTo>
                <a:lnTo>
                  <a:pt x="849582" y="79929"/>
                </a:lnTo>
                <a:lnTo>
                  <a:pt x="848583" y="79929"/>
                </a:lnTo>
                <a:close/>
                <a:moveTo>
                  <a:pt x="726641" y="79041"/>
                </a:moveTo>
                <a:lnTo>
                  <a:pt x="727141" y="79041"/>
                </a:lnTo>
                <a:lnTo>
                  <a:pt x="727141" y="79929"/>
                </a:lnTo>
                <a:lnTo>
                  <a:pt x="726641" y="79929"/>
                </a:lnTo>
                <a:close/>
                <a:moveTo>
                  <a:pt x="771120" y="79929"/>
                </a:moveTo>
                <a:lnTo>
                  <a:pt x="771620" y="79929"/>
                </a:lnTo>
                <a:lnTo>
                  <a:pt x="771620" y="80817"/>
                </a:lnTo>
                <a:lnTo>
                  <a:pt x="771120" y="80817"/>
                </a:lnTo>
                <a:close/>
                <a:moveTo>
                  <a:pt x="844585" y="79929"/>
                </a:moveTo>
                <a:lnTo>
                  <a:pt x="845084" y="79929"/>
                </a:lnTo>
                <a:lnTo>
                  <a:pt x="845084" y="80817"/>
                </a:lnTo>
                <a:lnTo>
                  <a:pt x="844585" y="80817"/>
                </a:lnTo>
                <a:close/>
                <a:moveTo>
                  <a:pt x="733138" y="79929"/>
                </a:moveTo>
                <a:lnTo>
                  <a:pt x="733638" y="79929"/>
                </a:lnTo>
                <a:lnTo>
                  <a:pt x="733638" y="80817"/>
                </a:lnTo>
                <a:lnTo>
                  <a:pt x="733138" y="80817"/>
                </a:lnTo>
                <a:close/>
                <a:moveTo>
                  <a:pt x="935541" y="79929"/>
                </a:moveTo>
                <a:lnTo>
                  <a:pt x="936041" y="79929"/>
                </a:lnTo>
                <a:lnTo>
                  <a:pt x="936041" y="80817"/>
                </a:lnTo>
                <a:lnTo>
                  <a:pt x="935541" y="80817"/>
                </a:lnTo>
                <a:close/>
                <a:moveTo>
                  <a:pt x="936540" y="79929"/>
                </a:moveTo>
                <a:lnTo>
                  <a:pt x="937040" y="79929"/>
                </a:lnTo>
                <a:lnTo>
                  <a:pt x="937040" y="80817"/>
                </a:lnTo>
                <a:lnTo>
                  <a:pt x="936540" y="80817"/>
                </a:lnTo>
                <a:close/>
                <a:moveTo>
                  <a:pt x="765623" y="80817"/>
                </a:moveTo>
                <a:lnTo>
                  <a:pt x="766122" y="80817"/>
                </a:lnTo>
                <a:lnTo>
                  <a:pt x="766122" y="81705"/>
                </a:lnTo>
                <a:lnTo>
                  <a:pt x="765623" y="81705"/>
                </a:lnTo>
                <a:close/>
                <a:moveTo>
                  <a:pt x="743133" y="81705"/>
                </a:moveTo>
                <a:lnTo>
                  <a:pt x="743633" y="81705"/>
                </a:lnTo>
                <a:lnTo>
                  <a:pt x="743633" y="82593"/>
                </a:lnTo>
                <a:lnTo>
                  <a:pt x="743133" y="82593"/>
                </a:lnTo>
                <a:close/>
                <a:moveTo>
                  <a:pt x="761125" y="81705"/>
                </a:moveTo>
                <a:lnTo>
                  <a:pt x="761624" y="81705"/>
                </a:lnTo>
                <a:lnTo>
                  <a:pt x="761624" y="82593"/>
                </a:lnTo>
                <a:lnTo>
                  <a:pt x="761125" y="82593"/>
                </a:lnTo>
                <a:close/>
                <a:moveTo>
                  <a:pt x="735637" y="82593"/>
                </a:moveTo>
                <a:lnTo>
                  <a:pt x="736137" y="82593"/>
                </a:lnTo>
                <a:lnTo>
                  <a:pt x="736137" y="83481"/>
                </a:lnTo>
                <a:lnTo>
                  <a:pt x="735637" y="83481"/>
                </a:lnTo>
                <a:close/>
                <a:moveTo>
                  <a:pt x="771620" y="83481"/>
                </a:moveTo>
                <a:lnTo>
                  <a:pt x="772119" y="83481"/>
                </a:lnTo>
                <a:lnTo>
                  <a:pt x="772119" y="84369"/>
                </a:lnTo>
                <a:lnTo>
                  <a:pt x="771620" y="84369"/>
                </a:lnTo>
                <a:close/>
                <a:moveTo>
                  <a:pt x="738136" y="83481"/>
                </a:moveTo>
                <a:lnTo>
                  <a:pt x="738635" y="83481"/>
                </a:lnTo>
                <a:lnTo>
                  <a:pt x="738635" y="84369"/>
                </a:lnTo>
                <a:lnTo>
                  <a:pt x="738136" y="84369"/>
                </a:lnTo>
                <a:close/>
                <a:moveTo>
                  <a:pt x="859078" y="83481"/>
                </a:moveTo>
                <a:lnTo>
                  <a:pt x="859577" y="83481"/>
                </a:lnTo>
                <a:lnTo>
                  <a:pt x="859577" y="84369"/>
                </a:lnTo>
                <a:lnTo>
                  <a:pt x="859078" y="84369"/>
                </a:lnTo>
                <a:close/>
                <a:moveTo>
                  <a:pt x="753129" y="84369"/>
                </a:moveTo>
                <a:lnTo>
                  <a:pt x="753628" y="84369"/>
                </a:lnTo>
                <a:lnTo>
                  <a:pt x="753628" y="85258"/>
                </a:lnTo>
                <a:lnTo>
                  <a:pt x="753129" y="85258"/>
                </a:lnTo>
                <a:close/>
                <a:moveTo>
                  <a:pt x="860077" y="84369"/>
                </a:moveTo>
                <a:lnTo>
                  <a:pt x="860577" y="84369"/>
                </a:lnTo>
                <a:lnTo>
                  <a:pt x="860577" y="85258"/>
                </a:lnTo>
                <a:lnTo>
                  <a:pt x="860077" y="85258"/>
                </a:lnTo>
                <a:close/>
                <a:moveTo>
                  <a:pt x="775618" y="84369"/>
                </a:moveTo>
                <a:lnTo>
                  <a:pt x="776117" y="84369"/>
                </a:lnTo>
                <a:lnTo>
                  <a:pt x="776117" y="85258"/>
                </a:lnTo>
                <a:lnTo>
                  <a:pt x="775618" y="85258"/>
                </a:lnTo>
                <a:close/>
                <a:moveTo>
                  <a:pt x="736636" y="84369"/>
                </a:moveTo>
                <a:lnTo>
                  <a:pt x="737136" y="84369"/>
                </a:lnTo>
                <a:lnTo>
                  <a:pt x="737136" y="85258"/>
                </a:lnTo>
                <a:lnTo>
                  <a:pt x="736636" y="85258"/>
                </a:lnTo>
                <a:close/>
                <a:moveTo>
                  <a:pt x="772619" y="84369"/>
                </a:moveTo>
                <a:lnTo>
                  <a:pt x="773119" y="84369"/>
                </a:lnTo>
                <a:lnTo>
                  <a:pt x="773119" y="85258"/>
                </a:lnTo>
                <a:lnTo>
                  <a:pt x="772619" y="85258"/>
                </a:lnTo>
                <a:close/>
                <a:moveTo>
                  <a:pt x="834090" y="84369"/>
                </a:moveTo>
                <a:lnTo>
                  <a:pt x="834589" y="84369"/>
                </a:lnTo>
                <a:lnTo>
                  <a:pt x="834589" y="85258"/>
                </a:lnTo>
                <a:lnTo>
                  <a:pt x="834090" y="85258"/>
                </a:lnTo>
                <a:close/>
                <a:moveTo>
                  <a:pt x="737136" y="85258"/>
                </a:moveTo>
                <a:lnTo>
                  <a:pt x="737636" y="85258"/>
                </a:lnTo>
                <a:lnTo>
                  <a:pt x="737636" y="86146"/>
                </a:lnTo>
                <a:lnTo>
                  <a:pt x="737136" y="86146"/>
                </a:lnTo>
                <a:close/>
                <a:moveTo>
                  <a:pt x="861077" y="85258"/>
                </a:moveTo>
                <a:lnTo>
                  <a:pt x="861576" y="85258"/>
                </a:lnTo>
                <a:lnTo>
                  <a:pt x="861576" y="86146"/>
                </a:lnTo>
                <a:lnTo>
                  <a:pt x="861077" y="86146"/>
                </a:lnTo>
                <a:close/>
                <a:moveTo>
                  <a:pt x="745632" y="87034"/>
                </a:moveTo>
                <a:lnTo>
                  <a:pt x="746132" y="87034"/>
                </a:lnTo>
                <a:lnTo>
                  <a:pt x="746132" y="87922"/>
                </a:lnTo>
                <a:lnTo>
                  <a:pt x="745632" y="87922"/>
                </a:lnTo>
                <a:close/>
                <a:moveTo>
                  <a:pt x="862076" y="87922"/>
                </a:moveTo>
                <a:lnTo>
                  <a:pt x="862576" y="87922"/>
                </a:lnTo>
                <a:lnTo>
                  <a:pt x="862576" y="88810"/>
                </a:lnTo>
                <a:lnTo>
                  <a:pt x="862076" y="88810"/>
                </a:lnTo>
                <a:close/>
                <a:moveTo>
                  <a:pt x="772619" y="87922"/>
                </a:moveTo>
                <a:lnTo>
                  <a:pt x="773119" y="87922"/>
                </a:lnTo>
                <a:lnTo>
                  <a:pt x="773119" y="88810"/>
                </a:lnTo>
                <a:lnTo>
                  <a:pt x="772619" y="88810"/>
                </a:lnTo>
                <a:close/>
                <a:moveTo>
                  <a:pt x="757127" y="87922"/>
                </a:moveTo>
                <a:lnTo>
                  <a:pt x="757626" y="87922"/>
                </a:lnTo>
                <a:lnTo>
                  <a:pt x="757626" y="88810"/>
                </a:lnTo>
                <a:lnTo>
                  <a:pt x="757127" y="88810"/>
                </a:lnTo>
                <a:close/>
                <a:moveTo>
                  <a:pt x="831591" y="87922"/>
                </a:moveTo>
                <a:lnTo>
                  <a:pt x="832091" y="87922"/>
                </a:lnTo>
                <a:lnTo>
                  <a:pt x="832091" y="88810"/>
                </a:lnTo>
                <a:lnTo>
                  <a:pt x="831591" y="88810"/>
                </a:lnTo>
                <a:close/>
                <a:moveTo>
                  <a:pt x="919049" y="88810"/>
                </a:moveTo>
                <a:lnTo>
                  <a:pt x="919549" y="88810"/>
                </a:lnTo>
                <a:lnTo>
                  <a:pt x="919549" y="89698"/>
                </a:lnTo>
                <a:lnTo>
                  <a:pt x="919049" y="89698"/>
                </a:lnTo>
                <a:close/>
                <a:moveTo>
                  <a:pt x="764123" y="88810"/>
                </a:moveTo>
                <a:lnTo>
                  <a:pt x="764623" y="88810"/>
                </a:lnTo>
                <a:lnTo>
                  <a:pt x="764623" y="89698"/>
                </a:lnTo>
                <a:lnTo>
                  <a:pt x="764123" y="89698"/>
                </a:lnTo>
                <a:close/>
                <a:moveTo>
                  <a:pt x="839587" y="88810"/>
                </a:moveTo>
                <a:lnTo>
                  <a:pt x="840087" y="88810"/>
                </a:lnTo>
                <a:lnTo>
                  <a:pt x="840087" y="89698"/>
                </a:lnTo>
                <a:lnTo>
                  <a:pt x="839587" y="89698"/>
                </a:lnTo>
                <a:close/>
                <a:moveTo>
                  <a:pt x="768121" y="88810"/>
                </a:moveTo>
                <a:lnTo>
                  <a:pt x="768621" y="88810"/>
                </a:lnTo>
                <a:lnTo>
                  <a:pt x="768621" y="89698"/>
                </a:lnTo>
                <a:lnTo>
                  <a:pt x="768121" y="89698"/>
                </a:lnTo>
                <a:close/>
                <a:moveTo>
                  <a:pt x="966026" y="88810"/>
                </a:moveTo>
                <a:lnTo>
                  <a:pt x="966526" y="88810"/>
                </a:lnTo>
                <a:lnTo>
                  <a:pt x="966526" y="89698"/>
                </a:lnTo>
                <a:lnTo>
                  <a:pt x="966026" y="89698"/>
                </a:lnTo>
                <a:close/>
                <a:moveTo>
                  <a:pt x="830591" y="88810"/>
                </a:moveTo>
                <a:lnTo>
                  <a:pt x="831091" y="88810"/>
                </a:lnTo>
                <a:lnTo>
                  <a:pt x="831091" y="89698"/>
                </a:lnTo>
                <a:lnTo>
                  <a:pt x="830591" y="89698"/>
                </a:lnTo>
                <a:close/>
                <a:moveTo>
                  <a:pt x="744633" y="87034"/>
                </a:moveTo>
                <a:lnTo>
                  <a:pt x="745132" y="87034"/>
                </a:lnTo>
                <a:lnTo>
                  <a:pt x="745132" y="90586"/>
                </a:lnTo>
                <a:lnTo>
                  <a:pt x="744633" y="90586"/>
                </a:lnTo>
                <a:close/>
                <a:moveTo>
                  <a:pt x="863575" y="89698"/>
                </a:moveTo>
                <a:lnTo>
                  <a:pt x="864075" y="89698"/>
                </a:lnTo>
                <a:lnTo>
                  <a:pt x="864075" y="90586"/>
                </a:lnTo>
                <a:lnTo>
                  <a:pt x="863575" y="90586"/>
                </a:lnTo>
                <a:close/>
                <a:moveTo>
                  <a:pt x="733138" y="89698"/>
                </a:moveTo>
                <a:lnTo>
                  <a:pt x="733638" y="89698"/>
                </a:lnTo>
                <a:lnTo>
                  <a:pt x="733638" y="90586"/>
                </a:lnTo>
                <a:lnTo>
                  <a:pt x="733138" y="90586"/>
                </a:lnTo>
                <a:close/>
                <a:moveTo>
                  <a:pt x="817098" y="89698"/>
                </a:moveTo>
                <a:lnTo>
                  <a:pt x="817598" y="89698"/>
                </a:lnTo>
                <a:lnTo>
                  <a:pt x="817598" y="90586"/>
                </a:lnTo>
                <a:lnTo>
                  <a:pt x="817098" y="90586"/>
                </a:lnTo>
                <a:close/>
                <a:moveTo>
                  <a:pt x="829592" y="89698"/>
                </a:moveTo>
                <a:lnTo>
                  <a:pt x="830092" y="89698"/>
                </a:lnTo>
                <a:lnTo>
                  <a:pt x="830092" y="90586"/>
                </a:lnTo>
                <a:lnTo>
                  <a:pt x="829592" y="90586"/>
                </a:lnTo>
                <a:close/>
                <a:moveTo>
                  <a:pt x="762124" y="89698"/>
                </a:moveTo>
                <a:lnTo>
                  <a:pt x="762624" y="89698"/>
                </a:lnTo>
                <a:lnTo>
                  <a:pt x="762624" y="90586"/>
                </a:lnTo>
                <a:lnTo>
                  <a:pt x="762124" y="90586"/>
                </a:lnTo>
                <a:close/>
                <a:moveTo>
                  <a:pt x="818597" y="90586"/>
                </a:moveTo>
                <a:lnTo>
                  <a:pt x="819097" y="90586"/>
                </a:lnTo>
                <a:lnTo>
                  <a:pt x="819097" y="91474"/>
                </a:lnTo>
                <a:lnTo>
                  <a:pt x="818597" y="91474"/>
                </a:lnTo>
                <a:close/>
                <a:moveTo>
                  <a:pt x="828592" y="90586"/>
                </a:moveTo>
                <a:lnTo>
                  <a:pt x="829092" y="90586"/>
                </a:lnTo>
                <a:lnTo>
                  <a:pt x="829092" y="91474"/>
                </a:lnTo>
                <a:lnTo>
                  <a:pt x="828592" y="91474"/>
                </a:lnTo>
                <a:close/>
                <a:moveTo>
                  <a:pt x="738136" y="90586"/>
                </a:moveTo>
                <a:lnTo>
                  <a:pt x="738635" y="90586"/>
                </a:lnTo>
                <a:lnTo>
                  <a:pt x="738635" y="91474"/>
                </a:lnTo>
                <a:lnTo>
                  <a:pt x="738136" y="91474"/>
                </a:lnTo>
                <a:close/>
                <a:moveTo>
                  <a:pt x="816598" y="91474"/>
                </a:moveTo>
                <a:lnTo>
                  <a:pt x="817098" y="91474"/>
                </a:lnTo>
                <a:lnTo>
                  <a:pt x="817098" y="92362"/>
                </a:lnTo>
                <a:lnTo>
                  <a:pt x="816598" y="92362"/>
                </a:lnTo>
                <a:close/>
                <a:moveTo>
                  <a:pt x="735137" y="90586"/>
                </a:moveTo>
                <a:lnTo>
                  <a:pt x="735637" y="90586"/>
                </a:lnTo>
                <a:lnTo>
                  <a:pt x="735637" y="92362"/>
                </a:lnTo>
                <a:lnTo>
                  <a:pt x="735137" y="92362"/>
                </a:lnTo>
                <a:close/>
                <a:moveTo>
                  <a:pt x="827593" y="91474"/>
                </a:moveTo>
                <a:lnTo>
                  <a:pt x="828093" y="91474"/>
                </a:lnTo>
                <a:lnTo>
                  <a:pt x="828093" y="92362"/>
                </a:lnTo>
                <a:lnTo>
                  <a:pt x="827593" y="92362"/>
                </a:lnTo>
                <a:close/>
                <a:moveTo>
                  <a:pt x="826593" y="92362"/>
                </a:moveTo>
                <a:lnTo>
                  <a:pt x="827093" y="92362"/>
                </a:lnTo>
                <a:lnTo>
                  <a:pt x="827093" y="93250"/>
                </a:lnTo>
                <a:lnTo>
                  <a:pt x="826593" y="93250"/>
                </a:lnTo>
                <a:close/>
                <a:moveTo>
                  <a:pt x="726141" y="92362"/>
                </a:moveTo>
                <a:lnTo>
                  <a:pt x="726641" y="92362"/>
                </a:lnTo>
                <a:lnTo>
                  <a:pt x="726641" y="93250"/>
                </a:lnTo>
                <a:lnTo>
                  <a:pt x="726141" y="93250"/>
                </a:lnTo>
                <a:close/>
                <a:moveTo>
                  <a:pt x="749630" y="93250"/>
                </a:moveTo>
                <a:lnTo>
                  <a:pt x="750130" y="93250"/>
                </a:lnTo>
                <a:lnTo>
                  <a:pt x="750130" y="94139"/>
                </a:lnTo>
                <a:lnTo>
                  <a:pt x="749630" y="94139"/>
                </a:lnTo>
                <a:close/>
                <a:moveTo>
                  <a:pt x="748131" y="93250"/>
                </a:moveTo>
                <a:lnTo>
                  <a:pt x="748631" y="93250"/>
                </a:lnTo>
                <a:lnTo>
                  <a:pt x="748631" y="94139"/>
                </a:lnTo>
                <a:lnTo>
                  <a:pt x="748131" y="94139"/>
                </a:lnTo>
                <a:close/>
                <a:moveTo>
                  <a:pt x="761624" y="93250"/>
                </a:moveTo>
                <a:lnTo>
                  <a:pt x="762124" y="93250"/>
                </a:lnTo>
                <a:lnTo>
                  <a:pt x="762124" y="94139"/>
                </a:lnTo>
                <a:lnTo>
                  <a:pt x="761624" y="94139"/>
                </a:lnTo>
                <a:close/>
                <a:moveTo>
                  <a:pt x="968525" y="93250"/>
                </a:moveTo>
                <a:lnTo>
                  <a:pt x="969025" y="93250"/>
                </a:lnTo>
                <a:lnTo>
                  <a:pt x="969025" y="94139"/>
                </a:lnTo>
                <a:lnTo>
                  <a:pt x="968525" y="94139"/>
                </a:lnTo>
                <a:close/>
                <a:moveTo>
                  <a:pt x="750130" y="94139"/>
                </a:moveTo>
                <a:lnTo>
                  <a:pt x="750630" y="94139"/>
                </a:lnTo>
                <a:lnTo>
                  <a:pt x="750630" y="95027"/>
                </a:lnTo>
                <a:lnTo>
                  <a:pt x="750130" y="95027"/>
                </a:lnTo>
                <a:close/>
                <a:moveTo>
                  <a:pt x="823595" y="94139"/>
                </a:moveTo>
                <a:lnTo>
                  <a:pt x="826593" y="94139"/>
                </a:lnTo>
                <a:lnTo>
                  <a:pt x="826593" y="95027"/>
                </a:lnTo>
                <a:lnTo>
                  <a:pt x="823595" y="95027"/>
                </a:lnTo>
                <a:close/>
                <a:moveTo>
                  <a:pt x="816098" y="95027"/>
                </a:moveTo>
                <a:lnTo>
                  <a:pt x="816598" y="95027"/>
                </a:lnTo>
                <a:lnTo>
                  <a:pt x="816598" y="95915"/>
                </a:lnTo>
                <a:lnTo>
                  <a:pt x="816098" y="95915"/>
                </a:lnTo>
                <a:close/>
                <a:moveTo>
                  <a:pt x="772119" y="95027"/>
                </a:moveTo>
                <a:lnTo>
                  <a:pt x="772619" y="95027"/>
                </a:lnTo>
                <a:lnTo>
                  <a:pt x="772619" y="95915"/>
                </a:lnTo>
                <a:lnTo>
                  <a:pt x="772119" y="95915"/>
                </a:lnTo>
                <a:close/>
                <a:moveTo>
                  <a:pt x="829092" y="95027"/>
                </a:moveTo>
                <a:lnTo>
                  <a:pt x="829592" y="95027"/>
                </a:lnTo>
                <a:lnTo>
                  <a:pt x="829592" y="95915"/>
                </a:lnTo>
                <a:lnTo>
                  <a:pt x="829092" y="95915"/>
                </a:lnTo>
                <a:close/>
                <a:moveTo>
                  <a:pt x="731639" y="95915"/>
                </a:moveTo>
                <a:lnTo>
                  <a:pt x="732139" y="95915"/>
                </a:lnTo>
                <a:lnTo>
                  <a:pt x="732139" y="96803"/>
                </a:lnTo>
                <a:lnTo>
                  <a:pt x="731639" y="96803"/>
                </a:lnTo>
                <a:close/>
                <a:moveTo>
                  <a:pt x="745632" y="93250"/>
                </a:moveTo>
                <a:lnTo>
                  <a:pt x="746132" y="93250"/>
                </a:lnTo>
                <a:lnTo>
                  <a:pt x="746132" y="97691"/>
                </a:lnTo>
                <a:lnTo>
                  <a:pt x="745632" y="97691"/>
                </a:lnTo>
                <a:close/>
                <a:moveTo>
                  <a:pt x="839087" y="92362"/>
                </a:moveTo>
                <a:lnTo>
                  <a:pt x="839587" y="92362"/>
                </a:lnTo>
                <a:lnTo>
                  <a:pt x="839587" y="97691"/>
                </a:lnTo>
                <a:lnTo>
                  <a:pt x="839087" y="97691"/>
                </a:lnTo>
                <a:close/>
                <a:moveTo>
                  <a:pt x="817098" y="96803"/>
                </a:moveTo>
                <a:lnTo>
                  <a:pt x="817598" y="96803"/>
                </a:lnTo>
                <a:lnTo>
                  <a:pt x="817598" y="97691"/>
                </a:lnTo>
                <a:lnTo>
                  <a:pt x="817098" y="97691"/>
                </a:lnTo>
                <a:close/>
                <a:moveTo>
                  <a:pt x="960529" y="97691"/>
                </a:moveTo>
                <a:lnTo>
                  <a:pt x="961029" y="97691"/>
                </a:lnTo>
                <a:lnTo>
                  <a:pt x="961029" y="98579"/>
                </a:lnTo>
                <a:lnTo>
                  <a:pt x="960529" y="98579"/>
                </a:lnTo>
                <a:close/>
                <a:moveTo>
                  <a:pt x="959529" y="97691"/>
                </a:moveTo>
                <a:lnTo>
                  <a:pt x="960029" y="97691"/>
                </a:lnTo>
                <a:lnTo>
                  <a:pt x="960029" y="98579"/>
                </a:lnTo>
                <a:lnTo>
                  <a:pt x="959529" y="98579"/>
                </a:lnTo>
                <a:close/>
                <a:moveTo>
                  <a:pt x="923547" y="97691"/>
                </a:moveTo>
                <a:lnTo>
                  <a:pt x="925046" y="97691"/>
                </a:lnTo>
                <a:lnTo>
                  <a:pt x="925046" y="98579"/>
                </a:lnTo>
                <a:lnTo>
                  <a:pt x="923547" y="98579"/>
                </a:lnTo>
                <a:close/>
                <a:moveTo>
                  <a:pt x="903057" y="97691"/>
                </a:moveTo>
                <a:lnTo>
                  <a:pt x="903556" y="97691"/>
                </a:lnTo>
                <a:lnTo>
                  <a:pt x="903556" y="98579"/>
                </a:lnTo>
                <a:lnTo>
                  <a:pt x="903057" y="98579"/>
                </a:lnTo>
                <a:close/>
                <a:moveTo>
                  <a:pt x="954532" y="97691"/>
                </a:moveTo>
                <a:lnTo>
                  <a:pt x="955032" y="97691"/>
                </a:lnTo>
                <a:lnTo>
                  <a:pt x="955032" y="98579"/>
                </a:lnTo>
                <a:lnTo>
                  <a:pt x="954532" y="98579"/>
                </a:lnTo>
                <a:close/>
                <a:moveTo>
                  <a:pt x="761125" y="97691"/>
                </a:moveTo>
                <a:lnTo>
                  <a:pt x="761624" y="97691"/>
                </a:lnTo>
                <a:lnTo>
                  <a:pt x="761624" y="98579"/>
                </a:lnTo>
                <a:lnTo>
                  <a:pt x="761125" y="98579"/>
                </a:lnTo>
                <a:close/>
                <a:moveTo>
                  <a:pt x="748631" y="95915"/>
                </a:moveTo>
                <a:lnTo>
                  <a:pt x="749130" y="95915"/>
                </a:lnTo>
                <a:lnTo>
                  <a:pt x="749130" y="99467"/>
                </a:lnTo>
                <a:lnTo>
                  <a:pt x="748631" y="99467"/>
                </a:lnTo>
                <a:close/>
                <a:moveTo>
                  <a:pt x="928045" y="98579"/>
                </a:moveTo>
                <a:lnTo>
                  <a:pt x="928544" y="98579"/>
                </a:lnTo>
                <a:lnTo>
                  <a:pt x="928544" y="99467"/>
                </a:lnTo>
                <a:lnTo>
                  <a:pt x="928045" y="99467"/>
                </a:lnTo>
                <a:close/>
                <a:moveTo>
                  <a:pt x="737136" y="97691"/>
                </a:moveTo>
                <a:lnTo>
                  <a:pt x="737636" y="97691"/>
                </a:lnTo>
                <a:lnTo>
                  <a:pt x="737636" y="99467"/>
                </a:lnTo>
                <a:lnTo>
                  <a:pt x="737136" y="99467"/>
                </a:lnTo>
                <a:close/>
                <a:moveTo>
                  <a:pt x="962028" y="98579"/>
                </a:moveTo>
                <a:lnTo>
                  <a:pt x="962528" y="98579"/>
                </a:lnTo>
                <a:lnTo>
                  <a:pt x="962528" y="99467"/>
                </a:lnTo>
                <a:lnTo>
                  <a:pt x="962028" y="99467"/>
                </a:lnTo>
                <a:close/>
                <a:moveTo>
                  <a:pt x="744633" y="99467"/>
                </a:moveTo>
                <a:lnTo>
                  <a:pt x="745132" y="99467"/>
                </a:lnTo>
                <a:lnTo>
                  <a:pt x="745132" y="100355"/>
                </a:lnTo>
                <a:lnTo>
                  <a:pt x="744633" y="100355"/>
                </a:lnTo>
                <a:close/>
                <a:moveTo>
                  <a:pt x="963028" y="100355"/>
                </a:moveTo>
                <a:lnTo>
                  <a:pt x="963528" y="100355"/>
                </a:lnTo>
                <a:lnTo>
                  <a:pt x="963528" y="101243"/>
                </a:lnTo>
                <a:lnTo>
                  <a:pt x="963028" y="101243"/>
                </a:lnTo>
                <a:close/>
                <a:moveTo>
                  <a:pt x="748131" y="100355"/>
                </a:moveTo>
                <a:lnTo>
                  <a:pt x="748631" y="100355"/>
                </a:lnTo>
                <a:lnTo>
                  <a:pt x="748631" y="101243"/>
                </a:lnTo>
                <a:lnTo>
                  <a:pt x="748131" y="101243"/>
                </a:lnTo>
                <a:close/>
                <a:moveTo>
                  <a:pt x="759625" y="97691"/>
                </a:moveTo>
                <a:lnTo>
                  <a:pt x="760125" y="97691"/>
                </a:lnTo>
                <a:lnTo>
                  <a:pt x="760125" y="101243"/>
                </a:lnTo>
                <a:lnTo>
                  <a:pt x="759625" y="101243"/>
                </a:lnTo>
                <a:close/>
                <a:moveTo>
                  <a:pt x="928544" y="101243"/>
                </a:moveTo>
                <a:lnTo>
                  <a:pt x="929044" y="101243"/>
                </a:lnTo>
                <a:lnTo>
                  <a:pt x="929044" y="102131"/>
                </a:lnTo>
                <a:lnTo>
                  <a:pt x="928544" y="102131"/>
                </a:lnTo>
                <a:close/>
                <a:moveTo>
                  <a:pt x="726141" y="99467"/>
                </a:moveTo>
                <a:lnTo>
                  <a:pt x="726641" y="99467"/>
                </a:lnTo>
                <a:lnTo>
                  <a:pt x="726641" y="102131"/>
                </a:lnTo>
                <a:lnTo>
                  <a:pt x="726141" y="102131"/>
                </a:lnTo>
                <a:close/>
                <a:moveTo>
                  <a:pt x="750130" y="101243"/>
                </a:moveTo>
                <a:lnTo>
                  <a:pt x="750630" y="101243"/>
                </a:lnTo>
                <a:lnTo>
                  <a:pt x="750630" y="102131"/>
                </a:lnTo>
                <a:lnTo>
                  <a:pt x="750130" y="102131"/>
                </a:lnTo>
                <a:close/>
                <a:moveTo>
                  <a:pt x="816098" y="102131"/>
                </a:moveTo>
                <a:lnTo>
                  <a:pt x="816598" y="102131"/>
                </a:lnTo>
                <a:lnTo>
                  <a:pt x="816598" y="103020"/>
                </a:lnTo>
                <a:lnTo>
                  <a:pt x="816098" y="103020"/>
                </a:lnTo>
                <a:close/>
                <a:moveTo>
                  <a:pt x="730140" y="94139"/>
                </a:moveTo>
                <a:lnTo>
                  <a:pt x="730639" y="94139"/>
                </a:lnTo>
                <a:lnTo>
                  <a:pt x="730639" y="103020"/>
                </a:lnTo>
                <a:lnTo>
                  <a:pt x="730140" y="103020"/>
                </a:lnTo>
                <a:close/>
                <a:moveTo>
                  <a:pt x="741134" y="103020"/>
                </a:moveTo>
                <a:lnTo>
                  <a:pt x="741634" y="103020"/>
                </a:lnTo>
                <a:lnTo>
                  <a:pt x="741634" y="103908"/>
                </a:lnTo>
                <a:lnTo>
                  <a:pt x="741134" y="103908"/>
                </a:lnTo>
                <a:close/>
                <a:moveTo>
                  <a:pt x="749630" y="102131"/>
                </a:moveTo>
                <a:lnTo>
                  <a:pt x="750130" y="102131"/>
                </a:lnTo>
                <a:lnTo>
                  <a:pt x="750130" y="103908"/>
                </a:lnTo>
                <a:lnTo>
                  <a:pt x="749630" y="103908"/>
                </a:lnTo>
                <a:close/>
                <a:moveTo>
                  <a:pt x="918549" y="103020"/>
                </a:moveTo>
                <a:lnTo>
                  <a:pt x="919049" y="103020"/>
                </a:lnTo>
                <a:lnTo>
                  <a:pt x="919049" y="103908"/>
                </a:lnTo>
                <a:lnTo>
                  <a:pt x="918549" y="103908"/>
                </a:lnTo>
                <a:close/>
                <a:moveTo>
                  <a:pt x="963528" y="103020"/>
                </a:moveTo>
                <a:lnTo>
                  <a:pt x="964027" y="103020"/>
                </a:lnTo>
                <a:lnTo>
                  <a:pt x="964027" y="103908"/>
                </a:lnTo>
                <a:lnTo>
                  <a:pt x="963528" y="103908"/>
                </a:lnTo>
                <a:close/>
                <a:moveTo>
                  <a:pt x="757626" y="103908"/>
                </a:moveTo>
                <a:lnTo>
                  <a:pt x="758126" y="103908"/>
                </a:lnTo>
                <a:lnTo>
                  <a:pt x="758126" y="104796"/>
                </a:lnTo>
                <a:lnTo>
                  <a:pt x="757626" y="104796"/>
                </a:lnTo>
                <a:close/>
                <a:moveTo>
                  <a:pt x="739635" y="102131"/>
                </a:moveTo>
                <a:lnTo>
                  <a:pt x="740135" y="102131"/>
                </a:lnTo>
                <a:lnTo>
                  <a:pt x="740135" y="104796"/>
                </a:lnTo>
                <a:lnTo>
                  <a:pt x="739635" y="104796"/>
                </a:lnTo>
                <a:close/>
                <a:moveTo>
                  <a:pt x="755128" y="103908"/>
                </a:moveTo>
                <a:lnTo>
                  <a:pt x="755627" y="103908"/>
                </a:lnTo>
                <a:lnTo>
                  <a:pt x="755627" y="104796"/>
                </a:lnTo>
                <a:lnTo>
                  <a:pt x="755128" y="104796"/>
                </a:lnTo>
                <a:close/>
                <a:moveTo>
                  <a:pt x="929544" y="103908"/>
                </a:moveTo>
                <a:lnTo>
                  <a:pt x="930044" y="103908"/>
                </a:lnTo>
                <a:lnTo>
                  <a:pt x="930044" y="104796"/>
                </a:lnTo>
                <a:lnTo>
                  <a:pt x="929544" y="104796"/>
                </a:lnTo>
                <a:close/>
                <a:moveTo>
                  <a:pt x="743633" y="104796"/>
                </a:moveTo>
                <a:lnTo>
                  <a:pt x="744133" y="104796"/>
                </a:lnTo>
                <a:lnTo>
                  <a:pt x="744133" y="105684"/>
                </a:lnTo>
                <a:lnTo>
                  <a:pt x="743633" y="105684"/>
                </a:lnTo>
                <a:close/>
                <a:moveTo>
                  <a:pt x="734637" y="96803"/>
                </a:moveTo>
                <a:lnTo>
                  <a:pt x="735137" y="96803"/>
                </a:lnTo>
                <a:lnTo>
                  <a:pt x="735137" y="105684"/>
                </a:lnTo>
                <a:lnTo>
                  <a:pt x="734637" y="105684"/>
                </a:lnTo>
                <a:close/>
                <a:moveTo>
                  <a:pt x="731639" y="104796"/>
                </a:moveTo>
                <a:lnTo>
                  <a:pt x="732139" y="104796"/>
                </a:lnTo>
                <a:lnTo>
                  <a:pt x="732139" y="105684"/>
                </a:lnTo>
                <a:lnTo>
                  <a:pt x="731639" y="105684"/>
                </a:lnTo>
                <a:close/>
                <a:moveTo>
                  <a:pt x="821596" y="104796"/>
                </a:moveTo>
                <a:lnTo>
                  <a:pt x="822095" y="104796"/>
                </a:lnTo>
                <a:lnTo>
                  <a:pt x="822095" y="105684"/>
                </a:lnTo>
                <a:lnTo>
                  <a:pt x="821596" y="105684"/>
                </a:lnTo>
                <a:close/>
                <a:moveTo>
                  <a:pt x="758626" y="97691"/>
                </a:moveTo>
                <a:lnTo>
                  <a:pt x="759126" y="97691"/>
                </a:lnTo>
                <a:lnTo>
                  <a:pt x="759126" y="105684"/>
                </a:lnTo>
                <a:lnTo>
                  <a:pt x="758626" y="105684"/>
                </a:lnTo>
                <a:close/>
                <a:moveTo>
                  <a:pt x="840587" y="104796"/>
                </a:moveTo>
                <a:lnTo>
                  <a:pt x="841086" y="104796"/>
                </a:lnTo>
                <a:lnTo>
                  <a:pt x="841086" y="105684"/>
                </a:lnTo>
                <a:lnTo>
                  <a:pt x="840587" y="105684"/>
                </a:lnTo>
                <a:close/>
                <a:moveTo>
                  <a:pt x="953532" y="98579"/>
                </a:moveTo>
                <a:lnTo>
                  <a:pt x="954032" y="98579"/>
                </a:lnTo>
                <a:lnTo>
                  <a:pt x="954032" y="106572"/>
                </a:lnTo>
                <a:lnTo>
                  <a:pt x="953532" y="106572"/>
                </a:lnTo>
                <a:close/>
                <a:moveTo>
                  <a:pt x="815599" y="105684"/>
                </a:moveTo>
                <a:lnTo>
                  <a:pt x="816098" y="105684"/>
                </a:lnTo>
                <a:lnTo>
                  <a:pt x="816098" y="106572"/>
                </a:lnTo>
                <a:lnTo>
                  <a:pt x="815599" y="106572"/>
                </a:lnTo>
                <a:close/>
                <a:moveTo>
                  <a:pt x="747131" y="104796"/>
                </a:moveTo>
                <a:lnTo>
                  <a:pt x="747631" y="104796"/>
                </a:lnTo>
                <a:lnTo>
                  <a:pt x="747631" y="107460"/>
                </a:lnTo>
                <a:lnTo>
                  <a:pt x="747131" y="107460"/>
                </a:lnTo>
                <a:close/>
                <a:moveTo>
                  <a:pt x="918549" y="105684"/>
                </a:moveTo>
                <a:lnTo>
                  <a:pt x="919049" y="105684"/>
                </a:lnTo>
                <a:lnTo>
                  <a:pt x="919049" y="107460"/>
                </a:lnTo>
                <a:lnTo>
                  <a:pt x="918549" y="107460"/>
                </a:lnTo>
                <a:close/>
                <a:moveTo>
                  <a:pt x="733138" y="106572"/>
                </a:moveTo>
                <a:lnTo>
                  <a:pt x="733638" y="106572"/>
                </a:lnTo>
                <a:lnTo>
                  <a:pt x="733638" y="107460"/>
                </a:lnTo>
                <a:lnTo>
                  <a:pt x="733138" y="107460"/>
                </a:lnTo>
                <a:close/>
                <a:moveTo>
                  <a:pt x="931043" y="106572"/>
                </a:moveTo>
                <a:lnTo>
                  <a:pt x="931543" y="106572"/>
                </a:lnTo>
                <a:lnTo>
                  <a:pt x="931543" y="107460"/>
                </a:lnTo>
                <a:lnTo>
                  <a:pt x="931043" y="107460"/>
                </a:lnTo>
                <a:close/>
                <a:moveTo>
                  <a:pt x="750630" y="107460"/>
                </a:moveTo>
                <a:lnTo>
                  <a:pt x="751129" y="107460"/>
                </a:lnTo>
                <a:lnTo>
                  <a:pt x="751129" y="108348"/>
                </a:lnTo>
                <a:lnTo>
                  <a:pt x="750630" y="108348"/>
                </a:lnTo>
                <a:close/>
                <a:moveTo>
                  <a:pt x="932542" y="108348"/>
                </a:moveTo>
                <a:lnTo>
                  <a:pt x="933042" y="108348"/>
                </a:lnTo>
                <a:lnTo>
                  <a:pt x="933042" y="109236"/>
                </a:lnTo>
                <a:lnTo>
                  <a:pt x="932542" y="109236"/>
                </a:lnTo>
                <a:close/>
                <a:moveTo>
                  <a:pt x="737136" y="107460"/>
                </a:moveTo>
                <a:lnTo>
                  <a:pt x="737636" y="107460"/>
                </a:lnTo>
                <a:lnTo>
                  <a:pt x="737636" y="109236"/>
                </a:lnTo>
                <a:lnTo>
                  <a:pt x="737136" y="109236"/>
                </a:lnTo>
                <a:close/>
                <a:moveTo>
                  <a:pt x="848083" y="108348"/>
                </a:moveTo>
                <a:lnTo>
                  <a:pt x="848583" y="108348"/>
                </a:lnTo>
                <a:lnTo>
                  <a:pt x="848583" y="109236"/>
                </a:lnTo>
                <a:lnTo>
                  <a:pt x="848083" y="109236"/>
                </a:lnTo>
                <a:close/>
                <a:moveTo>
                  <a:pt x="946036" y="108348"/>
                </a:moveTo>
                <a:lnTo>
                  <a:pt x="946536" y="108348"/>
                </a:lnTo>
                <a:lnTo>
                  <a:pt x="946536" y="109236"/>
                </a:lnTo>
                <a:lnTo>
                  <a:pt x="946036" y="109236"/>
                </a:lnTo>
                <a:close/>
                <a:moveTo>
                  <a:pt x="759126" y="108348"/>
                </a:moveTo>
                <a:lnTo>
                  <a:pt x="759625" y="108348"/>
                </a:lnTo>
                <a:lnTo>
                  <a:pt x="759625" y="109236"/>
                </a:lnTo>
                <a:lnTo>
                  <a:pt x="759126" y="109236"/>
                </a:lnTo>
                <a:close/>
                <a:moveTo>
                  <a:pt x="918549" y="108348"/>
                </a:moveTo>
                <a:lnTo>
                  <a:pt x="919049" y="108348"/>
                </a:lnTo>
                <a:lnTo>
                  <a:pt x="919049" y="109236"/>
                </a:lnTo>
                <a:lnTo>
                  <a:pt x="918549" y="109236"/>
                </a:lnTo>
                <a:close/>
                <a:moveTo>
                  <a:pt x="733138" y="108348"/>
                </a:moveTo>
                <a:lnTo>
                  <a:pt x="733638" y="108348"/>
                </a:lnTo>
                <a:lnTo>
                  <a:pt x="733638" y="109236"/>
                </a:lnTo>
                <a:lnTo>
                  <a:pt x="733138" y="109236"/>
                </a:lnTo>
                <a:close/>
                <a:moveTo>
                  <a:pt x="730639" y="108348"/>
                </a:moveTo>
                <a:lnTo>
                  <a:pt x="731139" y="108348"/>
                </a:lnTo>
                <a:lnTo>
                  <a:pt x="731139" y="109236"/>
                </a:lnTo>
                <a:lnTo>
                  <a:pt x="730639" y="109236"/>
                </a:lnTo>
                <a:close/>
                <a:moveTo>
                  <a:pt x="953532" y="108348"/>
                </a:moveTo>
                <a:lnTo>
                  <a:pt x="954032" y="108348"/>
                </a:lnTo>
                <a:lnTo>
                  <a:pt x="954032" y="110124"/>
                </a:lnTo>
                <a:lnTo>
                  <a:pt x="953532" y="110124"/>
                </a:lnTo>
                <a:close/>
                <a:moveTo>
                  <a:pt x="739635" y="106572"/>
                </a:moveTo>
                <a:lnTo>
                  <a:pt x="740135" y="106572"/>
                </a:lnTo>
                <a:lnTo>
                  <a:pt x="740135" y="110124"/>
                </a:lnTo>
                <a:lnTo>
                  <a:pt x="739635" y="110124"/>
                </a:lnTo>
                <a:close/>
                <a:moveTo>
                  <a:pt x="961029" y="109236"/>
                </a:moveTo>
                <a:lnTo>
                  <a:pt x="961528" y="109236"/>
                </a:lnTo>
                <a:lnTo>
                  <a:pt x="961528" y="110124"/>
                </a:lnTo>
                <a:lnTo>
                  <a:pt x="961029" y="110124"/>
                </a:lnTo>
                <a:close/>
                <a:moveTo>
                  <a:pt x="736636" y="110124"/>
                </a:moveTo>
                <a:lnTo>
                  <a:pt x="737136" y="110124"/>
                </a:lnTo>
                <a:lnTo>
                  <a:pt x="737136" y="111012"/>
                </a:lnTo>
                <a:lnTo>
                  <a:pt x="736636" y="111012"/>
                </a:lnTo>
                <a:close/>
                <a:moveTo>
                  <a:pt x="813599" y="110124"/>
                </a:moveTo>
                <a:lnTo>
                  <a:pt x="815099" y="110124"/>
                </a:lnTo>
                <a:lnTo>
                  <a:pt x="815099" y="111012"/>
                </a:lnTo>
                <a:lnTo>
                  <a:pt x="813599" y="111012"/>
                </a:lnTo>
                <a:close/>
                <a:moveTo>
                  <a:pt x="762124" y="109236"/>
                </a:moveTo>
                <a:lnTo>
                  <a:pt x="762624" y="109236"/>
                </a:lnTo>
                <a:lnTo>
                  <a:pt x="762624" y="111012"/>
                </a:lnTo>
                <a:lnTo>
                  <a:pt x="762124" y="111012"/>
                </a:lnTo>
                <a:close/>
                <a:moveTo>
                  <a:pt x="916550" y="110124"/>
                </a:moveTo>
                <a:lnTo>
                  <a:pt x="917050" y="110124"/>
                </a:lnTo>
                <a:lnTo>
                  <a:pt x="917050" y="111012"/>
                </a:lnTo>
                <a:lnTo>
                  <a:pt x="916550" y="111012"/>
                </a:lnTo>
                <a:close/>
                <a:moveTo>
                  <a:pt x="809601" y="111012"/>
                </a:moveTo>
                <a:lnTo>
                  <a:pt x="810101" y="111012"/>
                </a:lnTo>
                <a:lnTo>
                  <a:pt x="810101" y="111901"/>
                </a:lnTo>
                <a:lnTo>
                  <a:pt x="809601" y="111901"/>
                </a:lnTo>
                <a:close/>
                <a:moveTo>
                  <a:pt x="918549" y="111012"/>
                </a:moveTo>
                <a:lnTo>
                  <a:pt x="919049" y="111012"/>
                </a:lnTo>
                <a:lnTo>
                  <a:pt x="919049" y="111901"/>
                </a:lnTo>
                <a:lnTo>
                  <a:pt x="918549" y="111901"/>
                </a:lnTo>
                <a:close/>
                <a:moveTo>
                  <a:pt x="866574" y="111901"/>
                </a:moveTo>
                <a:lnTo>
                  <a:pt x="868573" y="111901"/>
                </a:lnTo>
                <a:lnTo>
                  <a:pt x="868573" y="112789"/>
                </a:lnTo>
                <a:lnTo>
                  <a:pt x="866574" y="112789"/>
                </a:lnTo>
                <a:close/>
                <a:moveTo>
                  <a:pt x="816098" y="111901"/>
                </a:moveTo>
                <a:lnTo>
                  <a:pt x="816598" y="111901"/>
                </a:lnTo>
                <a:lnTo>
                  <a:pt x="816598" y="112789"/>
                </a:lnTo>
                <a:lnTo>
                  <a:pt x="816098" y="112789"/>
                </a:lnTo>
                <a:close/>
                <a:moveTo>
                  <a:pt x="860577" y="111901"/>
                </a:moveTo>
                <a:lnTo>
                  <a:pt x="862576" y="111901"/>
                </a:lnTo>
                <a:lnTo>
                  <a:pt x="862576" y="112789"/>
                </a:lnTo>
                <a:lnTo>
                  <a:pt x="860577" y="112789"/>
                </a:lnTo>
                <a:close/>
                <a:moveTo>
                  <a:pt x="855579" y="112789"/>
                </a:moveTo>
                <a:lnTo>
                  <a:pt x="856079" y="112789"/>
                </a:lnTo>
                <a:lnTo>
                  <a:pt x="856079" y="113677"/>
                </a:lnTo>
                <a:lnTo>
                  <a:pt x="855579" y="113677"/>
                </a:lnTo>
                <a:close/>
                <a:moveTo>
                  <a:pt x="878069" y="112789"/>
                </a:moveTo>
                <a:lnTo>
                  <a:pt x="878568" y="112789"/>
                </a:lnTo>
                <a:lnTo>
                  <a:pt x="878568" y="113677"/>
                </a:lnTo>
                <a:lnTo>
                  <a:pt x="878069" y="113677"/>
                </a:lnTo>
                <a:close/>
                <a:moveTo>
                  <a:pt x="871572" y="112789"/>
                </a:moveTo>
                <a:lnTo>
                  <a:pt x="872071" y="112789"/>
                </a:lnTo>
                <a:lnTo>
                  <a:pt x="872071" y="113677"/>
                </a:lnTo>
                <a:lnTo>
                  <a:pt x="871572" y="113677"/>
                </a:lnTo>
                <a:close/>
                <a:moveTo>
                  <a:pt x="853580" y="112789"/>
                </a:moveTo>
                <a:lnTo>
                  <a:pt x="854080" y="112789"/>
                </a:lnTo>
                <a:lnTo>
                  <a:pt x="854080" y="113677"/>
                </a:lnTo>
                <a:lnTo>
                  <a:pt x="853580" y="113677"/>
                </a:lnTo>
                <a:close/>
                <a:moveTo>
                  <a:pt x="852081" y="112789"/>
                </a:moveTo>
                <a:lnTo>
                  <a:pt x="852581" y="112789"/>
                </a:lnTo>
                <a:lnTo>
                  <a:pt x="852581" y="113677"/>
                </a:lnTo>
                <a:lnTo>
                  <a:pt x="852081" y="113677"/>
                </a:lnTo>
                <a:close/>
                <a:moveTo>
                  <a:pt x="824594" y="112789"/>
                </a:moveTo>
                <a:lnTo>
                  <a:pt x="826093" y="112789"/>
                </a:lnTo>
                <a:lnTo>
                  <a:pt x="826093" y="113677"/>
                </a:lnTo>
                <a:lnTo>
                  <a:pt x="824594" y="113677"/>
                </a:lnTo>
                <a:close/>
                <a:moveTo>
                  <a:pt x="918549" y="112789"/>
                </a:moveTo>
                <a:lnTo>
                  <a:pt x="919049" y="112789"/>
                </a:lnTo>
                <a:lnTo>
                  <a:pt x="919049" y="113677"/>
                </a:lnTo>
                <a:lnTo>
                  <a:pt x="918549" y="113677"/>
                </a:lnTo>
                <a:close/>
                <a:moveTo>
                  <a:pt x="815099" y="111901"/>
                </a:moveTo>
                <a:lnTo>
                  <a:pt x="815599" y="111901"/>
                </a:lnTo>
                <a:lnTo>
                  <a:pt x="815599" y="114565"/>
                </a:lnTo>
                <a:lnTo>
                  <a:pt x="815099" y="114565"/>
                </a:lnTo>
                <a:close/>
                <a:moveTo>
                  <a:pt x="870072" y="113677"/>
                </a:moveTo>
                <a:lnTo>
                  <a:pt x="870572" y="113677"/>
                </a:lnTo>
                <a:lnTo>
                  <a:pt x="870572" y="114565"/>
                </a:lnTo>
                <a:lnTo>
                  <a:pt x="870072" y="114565"/>
                </a:lnTo>
                <a:close/>
                <a:moveTo>
                  <a:pt x="826593" y="113677"/>
                </a:moveTo>
                <a:lnTo>
                  <a:pt x="827093" y="113677"/>
                </a:lnTo>
                <a:lnTo>
                  <a:pt x="827093" y="114565"/>
                </a:lnTo>
                <a:lnTo>
                  <a:pt x="826593" y="114565"/>
                </a:lnTo>
                <a:close/>
                <a:moveTo>
                  <a:pt x="731639" y="113677"/>
                </a:moveTo>
                <a:lnTo>
                  <a:pt x="732139" y="113677"/>
                </a:lnTo>
                <a:lnTo>
                  <a:pt x="732139" y="114565"/>
                </a:lnTo>
                <a:lnTo>
                  <a:pt x="731639" y="114565"/>
                </a:lnTo>
                <a:close/>
                <a:moveTo>
                  <a:pt x="754628" y="112789"/>
                </a:moveTo>
                <a:lnTo>
                  <a:pt x="755128" y="112789"/>
                </a:lnTo>
                <a:lnTo>
                  <a:pt x="755128" y="114565"/>
                </a:lnTo>
                <a:lnTo>
                  <a:pt x="754628" y="114565"/>
                </a:lnTo>
                <a:close/>
                <a:moveTo>
                  <a:pt x="916550" y="112789"/>
                </a:moveTo>
                <a:lnTo>
                  <a:pt x="917050" y="112789"/>
                </a:lnTo>
                <a:lnTo>
                  <a:pt x="917050" y="114565"/>
                </a:lnTo>
                <a:lnTo>
                  <a:pt x="916550" y="114565"/>
                </a:lnTo>
                <a:close/>
                <a:moveTo>
                  <a:pt x="857578" y="113677"/>
                </a:moveTo>
                <a:lnTo>
                  <a:pt x="858578" y="113677"/>
                </a:lnTo>
                <a:lnTo>
                  <a:pt x="858578" y="114565"/>
                </a:lnTo>
                <a:lnTo>
                  <a:pt x="857578" y="114565"/>
                </a:lnTo>
                <a:close/>
                <a:moveTo>
                  <a:pt x="968525" y="113677"/>
                </a:moveTo>
                <a:lnTo>
                  <a:pt x="969025" y="113677"/>
                </a:lnTo>
                <a:lnTo>
                  <a:pt x="969025" y="114565"/>
                </a:lnTo>
                <a:lnTo>
                  <a:pt x="968525" y="114565"/>
                </a:lnTo>
                <a:close/>
                <a:moveTo>
                  <a:pt x="732139" y="114565"/>
                </a:moveTo>
                <a:lnTo>
                  <a:pt x="732638" y="114565"/>
                </a:lnTo>
                <a:lnTo>
                  <a:pt x="732638" y="115453"/>
                </a:lnTo>
                <a:lnTo>
                  <a:pt x="732139" y="115453"/>
                </a:lnTo>
                <a:close/>
                <a:moveTo>
                  <a:pt x="840087" y="114565"/>
                </a:moveTo>
                <a:lnTo>
                  <a:pt x="840587" y="114565"/>
                </a:lnTo>
                <a:lnTo>
                  <a:pt x="840587" y="115453"/>
                </a:lnTo>
                <a:lnTo>
                  <a:pt x="840087" y="115453"/>
                </a:lnTo>
                <a:close/>
                <a:moveTo>
                  <a:pt x="876069" y="114565"/>
                </a:moveTo>
                <a:lnTo>
                  <a:pt x="877069" y="114565"/>
                </a:lnTo>
                <a:lnTo>
                  <a:pt x="877069" y="115453"/>
                </a:lnTo>
                <a:lnTo>
                  <a:pt x="876069" y="115453"/>
                </a:lnTo>
                <a:close/>
                <a:moveTo>
                  <a:pt x="918549" y="114565"/>
                </a:moveTo>
                <a:lnTo>
                  <a:pt x="919049" y="114565"/>
                </a:lnTo>
                <a:lnTo>
                  <a:pt x="919049" y="116341"/>
                </a:lnTo>
                <a:lnTo>
                  <a:pt x="918549" y="116341"/>
                </a:lnTo>
                <a:close/>
                <a:moveTo>
                  <a:pt x="844085" y="116341"/>
                </a:moveTo>
                <a:lnTo>
                  <a:pt x="844585" y="116341"/>
                </a:lnTo>
                <a:lnTo>
                  <a:pt x="844585" y="117229"/>
                </a:lnTo>
                <a:lnTo>
                  <a:pt x="844085" y="117229"/>
                </a:lnTo>
                <a:close/>
                <a:moveTo>
                  <a:pt x="839587" y="116341"/>
                </a:moveTo>
                <a:lnTo>
                  <a:pt x="840087" y="116341"/>
                </a:lnTo>
                <a:lnTo>
                  <a:pt x="840087" y="117229"/>
                </a:lnTo>
                <a:lnTo>
                  <a:pt x="839587" y="117229"/>
                </a:lnTo>
                <a:close/>
                <a:moveTo>
                  <a:pt x="826093" y="116341"/>
                </a:moveTo>
                <a:lnTo>
                  <a:pt x="826593" y="116341"/>
                </a:lnTo>
                <a:lnTo>
                  <a:pt x="826593" y="117229"/>
                </a:lnTo>
                <a:lnTo>
                  <a:pt x="826093" y="117229"/>
                </a:lnTo>
                <a:close/>
                <a:moveTo>
                  <a:pt x="916550" y="115453"/>
                </a:moveTo>
                <a:lnTo>
                  <a:pt x="917050" y="115453"/>
                </a:lnTo>
                <a:lnTo>
                  <a:pt x="917050" y="117229"/>
                </a:lnTo>
                <a:lnTo>
                  <a:pt x="916550" y="117229"/>
                </a:lnTo>
                <a:close/>
                <a:moveTo>
                  <a:pt x="732139" y="117229"/>
                </a:moveTo>
                <a:lnTo>
                  <a:pt x="732638" y="117229"/>
                </a:lnTo>
                <a:lnTo>
                  <a:pt x="732638" y="118117"/>
                </a:lnTo>
                <a:lnTo>
                  <a:pt x="732139" y="118117"/>
                </a:lnTo>
                <a:close/>
                <a:moveTo>
                  <a:pt x="824594" y="117229"/>
                </a:moveTo>
                <a:lnTo>
                  <a:pt x="825094" y="117229"/>
                </a:lnTo>
                <a:lnTo>
                  <a:pt x="825094" y="118117"/>
                </a:lnTo>
                <a:lnTo>
                  <a:pt x="824594" y="118117"/>
                </a:lnTo>
                <a:close/>
                <a:moveTo>
                  <a:pt x="756127" y="117229"/>
                </a:moveTo>
                <a:lnTo>
                  <a:pt x="758126" y="117229"/>
                </a:lnTo>
                <a:lnTo>
                  <a:pt x="758126" y="118117"/>
                </a:lnTo>
                <a:lnTo>
                  <a:pt x="756127" y="118117"/>
                </a:lnTo>
                <a:close/>
                <a:moveTo>
                  <a:pt x="848583" y="118117"/>
                </a:moveTo>
                <a:lnTo>
                  <a:pt x="849082" y="118117"/>
                </a:lnTo>
                <a:lnTo>
                  <a:pt x="849082" y="119005"/>
                </a:lnTo>
                <a:lnTo>
                  <a:pt x="848583" y="119005"/>
                </a:lnTo>
                <a:close/>
                <a:moveTo>
                  <a:pt x="845084" y="118117"/>
                </a:moveTo>
                <a:lnTo>
                  <a:pt x="845584" y="118117"/>
                </a:lnTo>
                <a:lnTo>
                  <a:pt x="845584" y="119005"/>
                </a:lnTo>
                <a:lnTo>
                  <a:pt x="845084" y="119005"/>
                </a:lnTo>
                <a:close/>
                <a:moveTo>
                  <a:pt x="837588" y="118117"/>
                </a:moveTo>
                <a:lnTo>
                  <a:pt x="838088" y="118117"/>
                </a:lnTo>
                <a:lnTo>
                  <a:pt x="838088" y="119005"/>
                </a:lnTo>
                <a:lnTo>
                  <a:pt x="837588" y="119005"/>
                </a:lnTo>
                <a:close/>
                <a:moveTo>
                  <a:pt x="937540" y="118117"/>
                </a:moveTo>
                <a:lnTo>
                  <a:pt x="938040" y="118117"/>
                </a:lnTo>
                <a:lnTo>
                  <a:pt x="938040" y="119005"/>
                </a:lnTo>
                <a:lnTo>
                  <a:pt x="937540" y="119005"/>
                </a:lnTo>
                <a:close/>
                <a:moveTo>
                  <a:pt x="966026" y="118117"/>
                </a:moveTo>
                <a:lnTo>
                  <a:pt x="966526" y="118117"/>
                </a:lnTo>
                <a:lnTo>
                  <a:pt x="966526" y="119005"/>
                </a:lnTo>
                <a:lnTo>
                  <a:pt x="966026" y="119005"/>
                </a:lnTo>
                <a:close/>
                <a:moveTo>
                  <a:pt x="726641" y="119005"/>
                </a:moveTo>
                <a:lnTo>
                  <a:pt x="727141" y="119005"/>
                </a:lnTo>
                <a:lnTo>
                  <a:pt x="727141" y="119893"/>
                </a:lnTo>
                <a:lnTo>
                  <a:pt x="726641" y="119893"/>
                </a:lnTo>
                <a:close/>
                <a:moveTo>
                  <a:pt x="819097" y="119893"/>
                </a:moveTo>
                <a:lnTo>
                  <a:pt x="837588" y="119893"/>
                </a:lnTo>
                <a:lnTo>
                  <a:pt x="837588" y="120782"/>
                </a:lnTo>
                <a:lnTo>
                  <a:pt x="819097" y="120782"/>
                </a:lnTo>
                <a:close/>
                <a:moveTo>
                  <a:pt x="852581" y="119893"/>
                </a:moveTo>
                <a:lnTo>
                  <a:pt x="853081" y="119893"/>
                </a:lnTo>
                <a:lnTo>
                  <a:pt x="853081" y="120782"/>
                </a:lnTo>
                <a:lnTo>
                  <a:pt x="852581" y="120782"/>
                </a:lnTo>
                <a:close/>
                <a:moveTo>
                  <a:pt x="916550" y="119005"/>
                </a:moveTo>
                <a:lnTo>
                  <a:pt x="917050" y="119005"/>
                </a:lnTo>
                <a:lnTo>
                  <a:pt x="917050" y="120782"/>
                </a:lnTo>
                <a:lnTo>
                  <a:pt x="916550" y="120782"/>
                </a:lnTo>
                <a:close/>
                <a:moveTo>
                  <a:pt x="855579" y="120782"/>
                </a:moveTo>
                <a:lnTo>
                  <a:pt x="856079" y="120782"/>
                </a:lnTo>
                <a:lnTo>
                  <a:pt x="856079" y="121670"/>
                </a:lnTo>
                <a:lnTo>
                  <a:pt x="855579" y="121670"/>
                </a:lnTo>
                <a:close/>
                <a:moveTo>
                  <a:pt x="733638" y="120782"/>
                </a:moveTo>
                <a:lnTo>
                  <a:pt x="734138" y="120782"/>
                </a:lnTo>
                <a:lnTo>
                  <a:pt x="734138" y="122558"/>
                </a:lnTo>
                <a:lnTo>
                  <a:pt x="733638" y="122558"/>
                </a:lnTo>
                <a:close/>
                <a:moveTo>
                  <a:pt x="953532" y="123446"/>
                </a:moveTo>
                <a:lnTo>
                  <a:pt x="954032" y="123446"/>
                </a:lnTo>
                <a:lnTo>
                  <a:pt x="954032" y="124334"/>
                </a:lnTo>
                <a:lnTo>
                  <a:pt x="953532" y="124334"/>
                </a:lnTo>
                <a:close/>
                <a:moveTo>
                  <a:pt x="953532" y="125222"/>
                </a:moveTo>
                <a:lnTo>
                  <a:pt x="954032" y="125222"/>
                </a:lnTo>
                <a:lnTo>
                  <a:pt x="954032" y="126110"/>
                </a:lnTo>
                <a:lnTo>
                  <a:pt x="953532" y="126110"/>
                </a:lnTo>
                <a:close/>
                <a:moveTo>
                  <a:pt x="934541" y="126110"/>
                </a:moveTo>
                <a:lnTo>
                  <a:pt x="935041" y="126110"/>
                </a:lnTo>
                <a:lnTo>
                  <a:pt x="935041" y="126998"/>
                </a:lnTo>
                <a:lnTo>
                  <a:pt x="934541" y="126998"/>
                </a:lnTo>
                <a:close/>
                <a:moveTo>
                  <a:pt x="933542" y="126998"/>
                </a:moveTo>
                <a:lnTo>
                  <a:pt x="934042" y="126998"/>
                </a:lnTo>
                <a:lnTo>
                  <a:pt x="934042" y="127886"/>
                </a:lnTo>
                <a:lnTo>
                  <a:pt x="933542" y="127886"/>
                </a:lnTo>
                <a:close/>
                <a:moveTo>
                  <a:pt x="943037" y="126998"/>
                </a:moveTo>
                <a:lnTo>
                  <a:pt x="943537" y="126998"/>
                </a:lnTo>
                <a:lnTo>
                  <a:pt x="943537" y="127886"/>
                </a:lnTo>
                <a:lnTo>
                  <a:pt x="943037" y="127886"/>
                </a:lnTo>
                <a:close/>
                <a:moveTo>
                  <a:pt x="929544" y="126998"/>
                </a:moveTo>
                <a:lnTo>
                  <a:pt x="930044" y="126998"/>
                </a:lnTo>
                <a:lnTo>
                  <a:pt x="930044" y="127886"/>
                </a:lnTo>
                <a:lnTo>
                  <a:pt x="929544" y="127886"/>
                </a:lnTo>
                <a:close/>
                <a:moveTo>
                  <a:pt x="920548" y="128774"/>
                </a:moveTo>
                <a:lnTo>
                  <a:pt x="921048" y="128774"/>
                </a:lnTo>
                <a:lnTo>
                  <a:pt x="921048" y="129663"/>
                </a:lnTo>
                <a:lnTo>
                  <a:pt x="920548" y="129663"/>
                </a:lnTo>
                <a:close/>
                <a:moveTo>
                  <a:pt x="922547" y="133215"/>
                </a:moveTo>
                <a:lnTo>
                  <a:pt x="923047" y="133215"/>
                </a:lnTo>
                <a:lnTo>
                  <a:pt x="923047" y="134103"/>
                </a:lnTo>
                <a:lnTo>
                  <a:pt x="922547" y="134103"/>
                </a:lnTo>
                <a:close/>
                <a:moveTo>
                  <a:pt x="867074" y="133215"/>
                </a:moveTo>
                <a:lnTo>
                  <a:pt x="867574" y="133215"/>
                </a:lnTo>
                <a:lnTo>
                  <a:pt x="867574" y="134103"/>
                </a:lnTo>
                <a:lnTo>
                  <a:pt x="867074" y="134103"/>
                </a:lnTo>
                <a:close/>
                <a:moveTo>
                  <a:pt x="953532" y="127886"/>
                </a:moveTo>
                <a:lnTo>
                  <a:pt x="954032" y="127886"/>
                </a:lnTo>
                <a:lnTo>
                  <a:pt x="954032" y="135879"/>
                </a:lnTo>
                <a:lnTo>
                  <a:pt x="953532" y="135879"/>
                </a:lnTo>
                <a:close/>
                <a:moveTo>
                  <a:pt x="747631" y="134991"/>
                </a:moveTo>
                <a:lnTo>
                  <a:pt x="749630" y="134991"/>
                </a:lnTo>
                <a:lnTo>
                  <a:pt x="749630" y="135879"/>
                </a:lnTo>
                <a:lnTo>
                  <a:pt x="747631" y="135879"/>
                </a:lnTo>
                <a:close/>
                <a:moveTo>
                  <a:pt x="751129" y="134991"/>
                </a:moveTo>
                <a:lnTo>
                  <a:pt x="753628" y="134991"/>
                </a:lnTo>
                <a:lnTo>
                  <a:pt x="753628" y="135879"/>
                </a:lnTo>
                <a:lnTo>
                  <a:pt x="751129" y="135879"/>
                </a:lnTo>
                <a:close/>
                <a:moveTo>
                  <a:pt x="858578" y="134991"/>
                </a:moveTo>
                <a:lnTo>
                  <a:pt x="860077" y="134991"/>
                </a:lnTo>
                <a:lnTo>
                  <a:pt x="860077" y="135879"/>
                </a:lnTo>
                <a:lnTo>
                  <a:pt x="858578" y="135879"/>
                </a:lnTo>
                <a:close/>
                <a:moveTo>
                  <a:pt x="727141" y="134991"/>
                </a:moveTo>
                <a:lnTo>
                  <a:pt x="727641" y="134991"/>
                </a:lnTo>
                <a:lnTo>
                  <a:pt x="727641" y="135879"/>
                </a:lnTo>
                <a:lnTo>
                  <a:pt x="727141" y="135879"/>
                </a:lnTo>
                <a:close/>
                <a:moveTo>
                  <a:pt x="865575" y="134991"/>
                </a:moveTo>
                <a:lnTo>
                  <a:pt x="866074" y="134991"/>
                </a:lnTo>
                <a:lnTo>
                  <a:pt x="866074" y="135879"/>
                </a:lnTo>
                <a:lnTo>
                  <a:pt x="865575" y="135879"/>
                </a:lnTo>
                <a:close/>
                <a:moveTo>
                  <a:pt x="757626" y="135879"/>
                </a:moveTo>
                <a:lnTo>
                  <a:pt x="758126" y="135879"/>
                </a:lnTo>
                <a:lnTo>
                  <a:pt x="758126" y="136767"/>
                </a:lnTo>
                <a:lnTo>
                  <a:pt x="757626" y="136767"/>
                </a:lnTo>
                <a:close/>
                <a:moveTo>
                  <a:pt x="860577" y="135879"/>
                </a:moveTo>
                <a:lnTo>
                  <a:pt x="861077" y="135879"/>
                </a:lnTo>
                <a:lnTo>
                  <a:pt x="861077" y="136767"/>
                </a:lnTo>
                <a:lnTo>
                  <a:pt x="860577" y="136767"/>
                </a:lnTo>
                <a:close/>
                <a:moveTo>
                  <a:pt x="739135" y="135879"/>
                </a:moveTo>
                <a:lnTo>
                  <a:pt x="739635" y="135879"/>
                </a:lnTo>
                <a:lnTo>
                  <a:pt x="739635" y="136767"/>
                </a:lnTo>
                <a:lnTo>
                  <a:pt x="739135" y="136767"/>
                </a:lnTo>
                <a:close/>
                <a:moveTo>
                  <a:pt x="938540" y="135879"/>
                </a:moveTo>
                <a:lnTo>
                  <a:pt x="939039" y="135879"/>
                </a:lnTo>
                <a:lnTo>
                  <a:pt x="939039" y="136767"/>
                </a:lnTo>
                <a:lnTo>
                  <a:pt x="938540" y="136767"/>
                </a:lnTo>
                <a:close/>
                <a:moveTo>
                  <a:pt x="753129" y="137655"/>
                </a:moveTo>
                <a:lnTo>
                  <a:pt x="753628" y="137655"/>
                </a:lnTo>
                <a:lnTo>
                  <a:pt x="753628" y="138544"/>
                </a:lnTo>
                <a:lnTo>
                  <a:pt x="753129" y="138544"/>
                </a:lnTo>
                <a:close/>
                <a:moveTo>
                  <a:pt x="747131" y="137655"/>
                </a:moveTo>
                <a:lnTo>
                  <a:pt x="747631" y="137655"/>
                </a:lnTo>
                <a:lnTo>
                  <a:pt x="747631" y="138544"/>
                </a:lnTo>
                <a:lnTo>
                  <a:pt x="747131" y="138544"/>
                </a:lnTo>
                <a:close/>
                <a:moveTo>
                  <a:pt x="777617" y="137655"/>
                </a:moveTo>
                <a:lnTo>
                  <a:pt x="778117" y="137655"/>
                </a:lnTo>
                <a:lnTo>
                  <a:pt x="778117" y="138544"/>
                </a:lnTo>
                <a:lnTo>
                  <a:pt x="777617" y="138544"/>
                </a:lnTo>
                <a:close/>
                <a:moveTo>
                  <a:pt x="750130" y="137655"/>
                </a:moveTo>
                <a:lnTo>
                  <a:pt x="750630" y="137655"/>
                </a:lnTo>
                <a:lnTo>
                  <a:pt x="750630" y="138544"/>
                </a:lnTo>
                <a:lnTo>
                  <a:pt x="750130" y="138544"/>
                </a:lnTo>
                <a:close/>
                <a:moveTo>
                  <a:pt x="752129" y="137655"/>
                </a:moveTo>
                <a:lnTo>
                  <a:pt x="752629" y="137655"/>
                </a:lnTo>
                <a:lnTo>
                  <a:pt x="752629" y="138544"/>
                </a:lnTo>
                <a:lnTo>
                  <a:pt x="752129" y="138544"/>
                </a:lnTo>
                <a:close/>
                <a:moveTo>
                  <a:pt x="758626" y="137655"/>
                </a:moveTo>
                <a:lnTo>
                  <a:pt x="759126" y="137655"/>
                </a:lnTo>
                <a:lnTo>
                  <a:pt x="759126" y="139432"/>
                </a:lnTo>
                <a:lnTo>
                  <a:pt x="758626" y="139432"/>
                </a:lnTo>
                <a:close/>
                <a:moveTo>
                  <a:pt x="759625" y="138544"/>
                </a:moveTo>
                <a:lnTo>
                  <a:pt x="765123" y="138544"/>
                </a:lnTo>
                <a:lnTo>
                  <a:pt x="765123" y="139432"/>
                </a:lnTo>
                <a:lnTo>
                  <a:pt x="759625" y="139432"/>
                </a:lnTo>
                <a:close/>
                <a:moveTo>
                  <a:pt x="927545" y="138544"/>
                </a:moveTo>
                <a:lnTo>
                  <a:pt x="928045" y="138544"/>
                </a:lnTo>
                <a:lnTo>
                  <a:pt x="928045" y="139432"/>
                </a:lnTo>
                <a:lnTo>
                  <a:pt x="927545" y="139432"/>
                </a:lnTo>
                <a:close/>
                <a:moveTo>
                  <a:pt x="970524" y="138544"/>
                </a:moveTo>
                <a:lnTo>
                  <a:pt x="971024" y="138544"/>
                </a:lnTo>
                <a:lnTo>
                  <a:pt x="971024" y="139432"/>
                </a:lnTo>
                <a:lnTo>
                  <a:pt x="970524" y="139432"/>
                </a:lnTo>
                <a:close/>
                <a:moveTo>
                  <a:pt x="723643" y="138544"/>
                </a:moveTo>
                <a:lnTo>
                  <a:pt x="724142" y="138544"/>
                </a:lnTo>
                <a:lnTo>
                  <a:pt x="724142" y="139432"/>
                </a:lnTo>
                <a:lnTo>
                  <a:pt x="723643" y="139432"/>
                </a:lnTo>
                <a:close/>
                <a:moveTo>
                  <a:pt x="777617" y="138544"/>
                </a:moveTo>
                <a:lnTo>
                  <a:pt x="778616" y="138544"/>
                </a:lnTo>
                <a:lnTo>
                  <a:pt x="778616" y="139432"/>
                </a:lnTo>
                <a:lnTo>
                  <a:pt x="777617" y="139432"/>
                </a:lnTo>
                <a:close/>
                <a:moveTo>
                  <a:pt x="847583" y="139432"/>
                </a:moveTo>
                <a:lnTo>
                  <a:pt x="848083" y="139432"/>
                </a:lnTo>
                <a:lnTo>
                  <a:pt x="848083" y="140320"/>
                </a:lnTo>
                <a:lnTo>
                  <a:pt x="847583" y="140320"/>
                </a:lnTo>
                <a:close/>
                <a:moveTo>
                  <a:pt x="840587" y="139432"/>
                </a:moveTo>
                <a:lnTo>
                  <a:pt x="841086" y="139432"/>
                </a:lnTo>
                <a:lnTo>
                  <a:pt x="841086" y="140320"/>
                </a:lnTo>
                <a:lnTo>
                  <a:pt x="840587" y="140320"/>
                </a:lnTo>
                <a:close/>
                <a:moveTo>
                  <a:pt x="738136" y="139432"/>
                </a:moveTo>
                <a:lnTo>
                  <a:pt x="738635" y="139432"/>
                </a:lnTo>
                <a:lnTo>
                  <a:pt x="738635" y="140320"/>
                </a:lnTo>
                <a:lnTo>
                  <a:pt x="738136" y="140320"/>
                </a:lnTo>
                <a:close/>
                <a:moveTo>
                  <a:pt x="933042" y="139432"/>
                </a:moveTo>
                <a:lnTo>
                  <a:pt x="934042" y="139432"/>
                </a:lnTo>
                <a:lnTo>
                  <a:pt x="934042" y="140320"/>
                </a:lnTo>
                <a:lnTo>
                  <a:pt x="933042" y="140320"/>
                </a:lnTo>
                <a:close/>
                <a:moveTo>
                  <a:pt x="864075" y="139432"/>
                </a:moveTo>
                <a:lnTo>
                  <a:pt x="864575" y="139432"/>
                </a:lnTo>
                <a:lnTo>
                  <a:pt x="864575" y="140320"/>
                </a:lnTo>
                <a:lnTo>
                  <a:pt x="864075" y="140320"/>
                </a:lnTo>
                <a:close/>
                <a:moveTo>
                  <a:pt x="774118" y="139432"/>
                </a:moveTo>
                <a:lnTo>
                  <a:pt x="774618" y="139432"/>
                </a:lnTo>
                <a:lnTo>
                  <a:pt x="774618" y="140320"/>
                </a:lnTo>
                <a:lnTo>
                  <a:pt x="774118" y="140320"/>
                </a:lnTo>
                <a:close/>
                <a:moveTo>
                  <a:pt x="930044" y="139432"/>
                </a:moveTo>
                <a:lnTo>
                  <a:pt x="930543" y="139432"/>
                </a:lnTo>
                <a:lnTo>
                  <a:pt x="930543" y="140320"/>
                </a:lnTo>
                <a:lnTo>
                  <a:pt x="930044" y="140320"/>
                </a:lnTo>
                <a:close/>
                <a:moveTo>
                  <a:pt x="749630" y="140320"/>
                </a:moveTo>
                <a:lnTo>
                  <a:pt x="750130" y="140320"/>
                </a:lnTo>
                <a:lnTo>
                  <a:pt x="750130" y="141208"/>
                </a:lnTo>
                <a:lnTo>
                  <a:pt x="749630" y="141208"/>
                </a:lnTo>
                <a:close/>
                <a:moveTo>
                  <a:pt x="738635" y="140320"/>
                </a:moveTo>
                <a:lnTo>
                  <a:pt x="739135" y="140320"/>
                </a:lnTo>
                <a:lnTo>
                  <a:pt x="739135" y="141208"/>
                </a:lnTo>
                <a:lnTo>
                  <a:pt x="738635" y="141208"/>
                </a:lnTo>
                <a:close/>
                <a:moveTo>
                  <a:pt x="728640" y="140320"/>
                </a:moveTo>
                <a:lnTo>
                  <a:pt x="729140" y="140320"/>
                </a:lnTo>
                <a:lnTo>
                  <a:pt x="729140" y="141208"/>
                </a:lnTo>
                <a:lnTo>
                  <a:pt x="728640" y="141208"/>
                </a:lnTo>
                <a:close/>
                <a:moveTo>
                  <a:pt x="867574" y="140320"/>
                </a:moveTo>
                <a:lnTo>
                  <a:pt x="868073" y="140320"/>
                </a:lnTo>
                <a:lnTo>
                  <a:pt x="868073" y="141208"/>
                </a:lnTo>
                <a:lnTo>
                  <a:pt x="867574" y="141208"/>
                </a:lnTo>
                <a:close/>
                <a:moveTo>
                  <a:pt x="753129" y="141208"/>
                </a:moveTo>
                <a:lnTo>
                  <a:pt x="753628" y="141208"/>
                </a:lnTo>
                <a:lnTo>
                  <a:pt x="753628" y="142096"/>
                </a:lnTo>
                <a:lnTo>
                  <a:pt x="753129" y="142096"/>
                </a:lnTo>
                <a:close/>
                <a:moveTo>
                  <a:pt x="762624" y="141208"/>
                </a:moveTo>
                <a:lnTo>
                  <a:pt x="763623" y="141208"/>
                </a:lnTo>
                <a:lnTo>
                  <a:pt x="763623" y="142096"/>
                </a:lnTo>
                <a:lnTo>
                  <a:pt x="762624" y="142096"/>
                </a:lnTo>
                <a:close/>
                <a:moveTo>
                  <a:pt x="725142" y="142096"/>
                </a:moveTo>
                <a:lnTo>
                  <a:pt x="726141" y="142096"/>
                </a:lnTo>
                <a:lnTo>
                  <a:pt x="726141" y="142984"/>
                </a:lnTo>
                <a:lnTo>
                  <a:pt x="725142" y="142984"/>
                </a:lnTo>
                <a:close/>
                <a:moveTo>
                  <a:pt x="860577" y="141208"/>
                </a:moveTo>
                <a:lnTo>
                  <a:pt x="861077" y="141208"/>
                </a:lnTo>
                <a:lnTo>
                  <a:pt x="861077" y="142984"/>
                </a:lnTo>
                <a:lnTo>
                  <a:pt x="860577" y="142984"/>
                </a:lnTo>
                <a:close/>
                <a:moveTo>
                  <a:pt x="749130" y="142096"/>
                </a:moveTo>
                <a:lnTo>
                  <a:pt x="749630" y="142096"/>
                </a:lnTo>
                <a:lnTo>
                  <a:pt x="749630" y="142984"/>
                </a:lnTo>
                <a:lnTo>
                  <a:pt x="749130" y="142984"/>
                </a:lnTo>
                <a:close/>
                <a:moveTo>
                  <a:pt x="752129" y="142096"/>
                </a:moveTo>
                <a:lnTo>
                  <a:pt x="752629" y="142096"/>
                </a:lnTo>
                <a:lnTo>
                  <a:pt x="752629" y="142984"/>
                </a:lnTo>
                <a:lnTo>
                  <a:pt x="752129" y="142984"/>
                </a:lnTo>
                <a:close/>
                <a:moveTo>
                  <a:pt x="868573" y="142984"/>
                </a:moveTo>
                <a:lnTo>
                  <a:pt x="869073" y="142984"/>
                </a:lnTo>
                <a:lnTo>
                  <a:pt x="869073" y="143872"/>
                </a:lnTo>
                <a:lnTo>
                  <a:pt x="868573" y="143872"/>
                </a:lnTo>
                <a:close/>
                <a:moveTo>
                  <a:pt x="866074" y="142984"/>
                </a:moveTo>
                <a:lnTo>
                  <a:pt x="866574" y="142984"/>
                </a:lnTo>
                <a:lnTo>
                  <a:pt x="866574" y="143872"/>
                </a:lnTo>
                <a:lnTo>
                  <a:pt x="866074" y="143872"/>
                </a:lnTo>
                <a:close/>
                <a:moveTo>
                  <a:pt x="855579" y="143872"/>
                </a:moveTo>
                <a:lnTo>
                  <a:pt x="856079" y="143872"/>
                </a:lnTo>
                <a:lnTo>
                  <a:pt x="856079" y="144760"/>
                </a:lnTo>
                <a:lnTo>
                  <a:pt x="855579" y="144760"/>
                </a:lnTo>
                <a:close/>
                <a:moveTo>
                  <a:pt x="774618" y="143872"/>
                </a:moveTo>
                <a:lnTo>
                  <a:pt x="775118" y="143872"/>
                </a:lnTo>
                <a:lnTo>
                  <a:pt x="775118" y="144760"/>
                </a:lnTo>
                <a:lnTo>
                  <a:pt x="774618" y="144760"/>
                </a:lnTo>
                <a:close/>
                <a:moveTo>
                  <a:pt x="724142" y="143872"/>
                </a:moveTo>
                <a:lnTo>
                  <a:pt x="725642" y="143872"/>
                </a:lnTo>
                <a:lnTo>
                  <a:pt x="725642" y="144760"/>
                </a:lnTo>
                <a:lnTo>
                  <a:pt x="724142" y="144760"/>
                </a:lnTo>
                <a:close/>
                <a:moveTo>
                  <a:pt x="858578" y="143872"/>
                </a:moveTo>
                <a:lnTo>
                  <a:pt x="860077" y="143872"/>
                </a:lnTo>
                <a:lnTo>
                  <a:pt x="860077" y="144760"/>
                </a:lnTo>
                <a:lnTo>
                  <a:pt x="858578" y="144760"/>
                </a:lnTo>
                <a:close/>
                <a:moveTo>
                  <a:pt x="780615" y="143872"/>
                </a:moveTo>
                <a:lnTo>
                  <a:pt x="781115" y="143872"/>
                </a:lnTo>
                <a:lnTo>
                  <a:pt x="781115" y="145648"/>
                </a:lnTo>
                <a:lnTo>
                  <a:pt x="780615" y="145648"/>
                </a:lnTo>
                <a:close/>
                <a:moveTo>
                  <a:pt x="739635" y="144760"/>
                </a:moveTo>
                <a:lnTo>
                  <a:pt x="740135" y="144760"/>
                </a:lnTo>
                <a:lnTo>
                  <a:pt x="740135" y="145648"/>
                </a:lnTo>
                <a:lnTo>
                  <a:pt x="739635" y="145648"/>
                </a:lnTo>
                <a:close/>
                <a:moveTo>
                  <a:pt x="852581" y="141208"/>
                </a:moveTo>
                <a:lnTo>
                  <a:pt x="853081" y="141208"/>
                </a:lnTo>
                <a:lnTo>
                  <a:pt x="853081" y="145648"/>
                </a:lnTo>
                <a:lnTo>
                  <a:pt x="852581" y="145648"/>
                </a:lnTo>
                <a:close/>
                <a:moveTo>
                  <a:pt x="765123" y="144760"/>
                </a:moveTo>
                <a:lnTo>
                  <a:pt x="766122" y="144760"/>
                </a:lnTo>
                <a:lnTo>
                  <a:pt x="766122" y="145648"/>
                </a:lnTo>
                <a:lnTo>
                  <a:pt x="765123" y="145648"/>
                </a:lnTo>
                <a:close/>
                <a:moveTo>
                  <a:pt x="932542" y="145648"/>
                </a:moveTo>
                <a:lnTo>
                  <a:pt x="933042" y="145648"/>
                </a:lnTo>
                <a:lnTo>
                  <a:pt x="933042" y="146536"/>
                </a:lnTo>
                <a:lnTo>
                  <a:pt x="932542" y="146536"/>
                </a:lnTo>
                <a:close/>
                <a:moveTo>
                  <a:pt x="915551" y="145648"/>
                </a:moveTo>
                <a:lnTo>
                  <a:pt x="916050" y="145648"/>
                </a:lnTo>
                <a:lnTo>
                  <a:pt x="916050" y="146536"/>
                </a:lnTo>
                <a:lnTo>
                  <a:pt x="915551" y="146536"/>
                </a:lnTo>
                <a:close/>
                <a:moveTo>
                  <a:pt x="912052" y="145648"/>
                </a:moveTo>
                <a:lnTo>
                  <a:pt x="912552" y="145648"/>
                </a:lnTo>
                <a:lnTo>
                  <a:pt x="912552" y="146536"/>
                </a:lnTo>
                <a:lnTo>
                  <a:pt x="912052" y="146536"/>
                </a:lnTo>
                <a:close/>
                <a:moveTo>
                  <a:pt x="945036" y="145648"/>
                </a:moveTo>
                <a:lnTo>
                  <a:pt x="946036" y="145648"/>
                </a:lnTo>
                <a:lnTo>
                  <a:pt x="946036" y="146536"/>
                </a:lnTo>
                <a:lnTo>
                  <a:pt x="945036" y="146536"/>
                </a:lnTo>
                <a:close/>
                <a:moveTo>
                  <a:pt x="937540" y="145648"/>
                </a:moveTo>
                <a:lnTo>
                  <a:pt x="938040" y="145648"/>
                </a:lnTo>
                <a:lnTo>
                  <a:pt x="938040" y="146536"/>
                </a:lnTo>
                <a:lnTo>
                  <a:pt x="937540" y="146536"/>
                </a:lnTo>
                <a:close/>
                <a:moveTo>
                  <a:pt x="906555" y="145648"/>
                </a:moveTo>
                <a:lnTo>
                  <a:pt x="907055" y="145648"/>
                </a:lnTo>
                <a:lnTo>
                  <a:pt x="907055" y="146536"/>
                </a:lnTo>
                <a:lnTo>
                  <a:pt x="906555" y="146536"/>
                </a:lnTo>
                <a:close/>
                <a:moveTo>
                  <a:pt x="926545" y="145648"/>
                </a:moveTo>
                <a:lnTo>
                  <a:pt x="927545" y="145648"/>
                </a:lnTo>
                <a:lnTo>
                  <a:pt x="927545" y="146536"/>
                </a:lnTo>
                <a:lnTo>
                  <a:pt x="926545" y="146536"/>
                </a:lnTo>
                <a:close/>
                <a:moveTo>
                  <a:pt x="954032" y="145648"/>
                </a:moveTo>
                <a:lnTo>
                  <a:pt x="955032" y="145648"/>
                </a:lnTo>
                <a:lnTo>
                  <a:pt x="955032" y="146536"/>
                </a:lnTo>
                <a:lnTo>
                  <a:pt x="954032" y="146536"/>
                </a:lnTo>
                <a:close/>
                <a:moveTo>
                  <a:pt x="902057" y="145648"/>
                </a:moveTo>
                <a:lnTo>
                  <a:pt x="902557" y="145648"/>
                </a:lnTo>
                <a:lnTo>
                  <a:pt x="902557" y="146536"/>
                </a:lnTo>
                <a:lnTo>
                  <a:pt x="902057" y="146536"/>
                </a:lnTo>
                <a:close/>
                <a:moveTo>
                  <a:pt x="962528" y="145648"/>
                </a:moveTo>
                <a:lnTo>
                  <a:pt x="963528" y="145648"/>
                </a:lnTo>
                <a:lnTo>
                  <a:pt x="963528" y="146536"/>
                </a:lnTo>
                <a:lnTo>
                  <a:pt x="962528" y="146536"/>
                </a:lnTo>
                <a:close/>
                <a:moveTo>
                  <a:pt x="967526" y="145648"/>
                </a:moveTo>
                <a:lnTo>
                  <a:pt x="968025" y="145648"/>
                </a:lnTo>
                <a:lnTo>
                  <a:pt x="968025" y="146536"/>
                </a:lnTo>
                <a:lnTo>
                  <a:pt x="967526" y="146536"/>
                </a:lnTo>
                <a:close/>
                <a:moveTo>
                  <a:pt x="908054" y="145648"/>
                </a:moveTo>
                <a:lnTo>
                  <a:pt x="909553" y="145648"/>
                </a:lnTo>
                <a:lnTo>
                  <a:pt x="909553" y="146536"/>
                </a:lnTo>
                <a:lnTo>
                  <a:pt x="908054" y="146536"/>
                </a:lnTo>
                <a:close/>
                <a:moveTo>
                  <a:pt x="841086" y="144760"/>
                </a:moveTo>
                <a:lnTo>
                  <a:pt x="841586" y="144760"/>
                </a:lnTo>
                <a:lnTo>
                  <a:pt x="841586" y="146536"/>
                </a:lnTo>
                <a:lnTo>
                  <a:pt x="841086" y="146536"/>
                </a:lnTo>
                <a:close/>
                <a:moveTo>
                  <a:pt x="862076" y="143872"/>
                </a:moveTo>
                <a:lnTo>
                  <a:pt x="862576" y="143872"/>
                </a:lnTo>
                <a:lnTo>
                  <a:pt x="862576" y="146536"/>
                </a:lnTo>
                <a:lnTo>
                  <a:pt x="862076" y="146536"/>
                </a:lnTo>
                <a:close/>
                <a:moveTo>
                  <a:pt x="946536" y="145648"/>
                </a:moveTo>
                <a:lnTo>
                  <a:pt x="947535" y="145648"/>
                </a:lnTo>
                <a:lnTo>
                  <a:pt x="947535" y="146536"/>
                </a:lnTo>
                <a:lnTo>
                  <a:pt x="946536" y="146536"/>
                </a:lnTo>
                <a:close/>
                <a:moveTo>
                  <a:pt x="938540" y="145648"/>
                </a:moveTo>
                <a:lnTo>
                  <a:pt x="939539" y="145648"/>
                </a:lnTo>
                <a:lnTo>
                  <a:pt x="939539" y="146536"/>
                </a:lnTo>
                <a:lnTo>
                  <a:pt x="938540" y="146536"/>
                </a:lnTo>
                <a:close/>
                <a:moveTo>
                  <a:pt x="918549" y="145648"/>
                </a:moveTo>
                <a:lnTo>
                  <a:pt x="920048" y="145648"/>
                </a:lnTo>
                <a:lnTo>
                  <a:pt x="920048" y="146536"/>
                </a:lnTo>
                <a:lnTo>
                  <a:pt x="918549" y="146536"/>
                </a:lnTo>
                <a:close/>
                <a:moveTo>
                  <a:pt x="944037" y="145648"/>
                </a:moveTo>
                <a:lnTo>
                  <a:pt x="944537" y="145648"/>
                </a:lnTo>
                <a:lnTo>
                  <a:pt x="944537" y="146536"/>
                </a:lnTo>
                <a:lnTo>
                  <a:pt x="944037" y="146536"/>
                </a:lnTo>
                <a:close/>
                <a:moveTo>
                  <a:pt x="968525" y="145648"/>
                </a:moveTo>
                <a:lnTo>
                  <a:pt x="969525" y="145648"/>
                </a:lnTo>
                <a:lnTo>
                  <a:pt x="969525" y="146536"/>
                </a:lnTo>
                <a:lnTo>
                  <a:pt x="968525" y="146536"/>
                </a:lnTo>
                <a:close/>
                <a:moveTo>
                  <a:pt x="924046" y="145648"/>
                </a:moveTo>
                <a:lnTo>
                  <a:pt x="924546" y="145648"/>
                </a:lnTo>
                <a:lnTo>
                  <a:pt x="924546" y="146536"/>
                </a:lnTo>
                <a:lnTo>
                  <a:pt x="924046" y="146536"/>
                </a:lnTo>
                <a:close/>
                <a:moveTo>
                  <a:pt x="964527" y="145648"/>
                </a:moveTo>
                <a:lnTo>
                  <a:pt x="965027" y="145648"/>
                </a:lnTo>
                <a:lnTo>
                  <a:pt x="965027" y="146536"/>
                </a:lnTo>
                <a:lnTo>
                  <a:pt x="964527" y="146536"/>
                </a:lnTo>
                <a:close/>
                <a:moveTo>
                  <a:pt x="952033" y="145648"/>
                </a:moveTo>
                <a:lnTo>
                  <a:pt x="952533" y="145648"/>
                </a:lnTo>
                <a:lnTo>
                  <a:pt x="952533" y="146536"/>
                </a:lnTo>
                <a:lnTo>
                  <a:pt x="952033" y="146536"/>
                </a:lnTo>
                <a:close/>
                <a:moveTo>
                  <a:pt x="921048" y="145648"/>
                </a:moveTo>
                <a:lnTo>
                  <a:pt x="921548" y="145648"/>
                </a:lnTo>
                <a:lnTo>
                  <a:pt x="921548" y="146536"/>
                </a:lnTo>
                <a:lnTo>
                  <a:pt x="921048" y="146536"/>
                </a:lnTo>
                <a:close/>
                <a:moveTo>
                  <a:pt x="913052" y="145648"/>
                </a:moveTo>
                <a:lnTo>
                  <a:pt x="913551" y="145648"/>
                </a:lnTo>
                <a:lnTo>
                  <a:pt x="913551" y="146536"/>
                </a:lnTo>
                <a:lnTo>
                  <a:pt x="913052" y="146536"/>
                </a:lnTo>
                <a:close/>
                <a:moveTo>
                  <a:pt x="897559" y="145648"/>
                </a:moveTo>
                <a:lnTo>
                  <a:pt x="898559" y="145648"/>
                </a:lnTo>
                <a:lnTo>
                  <a:pt x="898559" y="146536"/>
                </a:lnTo>
                <a:lnTo>
                  <a:pt x="897559" y="146536"/>
                </a:lnTo>
                <a:close/>
                <a:moveTo>
                  <a:pt x="942538" y="145648"/>
                </a:moveTo>
                <a:lnTo>
                  <a:pt x="943537" y="145648"/>
                </a:lnTo>
                <a:lnTo>
                  <a:pt x="943537" y="146536"/>
                </a:lnTo>
                <a:lnTo>
                  <a:pt x="942538" y="146536"/>
                </a:lnTo>
                <a:close/>
                <a:moveTo>
                  <a:pt x="930044" y="145648"/>
                </a:moveTo>
                <a:lnTo>
                  <a:pt x="930543" y="145648"/>
                </a:lnTo>
                <a:lnTo>
                  <a:pt x="930543" y="146536"/>
                </a:lnTo>
                <a:lnTo>
                  <a:pt x="930044" y="146536"/>
                </a:lnTo>
                <a:close/>
                <a:moveTo>
                  <a:pt x="959030" y="145648"/>
                </a:moveTo>
                <a:lnTo>
                  <a:pt x="959529" y="145648"/>
                </a:lnTo>
                <a:lnTo>
                  <a:pt x="959529" y="146536"/>
                </a:lnTo>
                <a:lnTo>
                  <a:pt x="959030" y="146536"/>
                </a:lnTo>
                <a:close/>
                <a:moveTo>
                  <a:pt x="906055" y="146536"/>
                </a:moveTo>
                <a:lnTo>
                  <a:pt x="906555" y="146536"/>
                </a:lnTo>
                <a:lnTo>
                  <a:pt x="906555" y="147425"/>
                </a:lnTo>
                <a:lnTo>
                  <a:pt x="906055" y="147425"/>
                </a:lnTo>
                <a:close/>
                <a:moveTo>
                  <a:pt x="761624" y="146536"/>
                </a:moveTo>
                <a:lnTo>
                  <a:pt x="762124" y="146536"/>
                </a:lnTo>
                <a:lnTo>
                  <a:pt x="762124" y="147425"/>
                </a:lnTo>
                <a:lnTo>
                  <a:pt x="761624" y="147425"/>
                </a:lnTo>
                <a:close/>
                <a:moveTo>
                  <a:pt x="838587" y="146536"/>
                </a:moveTo>
                <a:lnTo>
                  <a:pt x="839087" y="146536"/>
                </a:lnTo>
                <a:lnTo>
                  <a:pt x="839087" y="147425"/>
                </a:lnTo>
                <a:lnTo>
                  <a:pt x="838587" y="147425"/>
                </a:lnTo>
                <a:close/>
                <a:moveTo>
                  <a:pt x="737136" y="147425"/>
                </a:moveTo>
                <a:lnTo>
                  <a:pt x="737636" y="147425"/>
                </a:lnTo>
                <a:lnTo>
                  <a:pt x="737636" y="148313"/>
                </a:lnTo>
                <a:lnTo>
                  <a:pt x="737136" y="148313"/>
                </a:lnTo>
                <a:close/>
                <a:moveTo>
                  <a:pt x="850082" y="147425"/>
                </a:moveTo>
                <a:lnTo>
                  <a:pt x="850582" y="147425"/>
                </a:lnTo>
                <a:lnTo>
                  <a:pt x="850582" y="148313"/>
                </a:lnTo>
                <a:lnTo>
                  <a:pt x="850082" y="148313"/>
                </a:lnTo>
                <a:close/>
                <a:moveTo>
                  <a:pt x="865075" y="147425"/>
                </a:moveTo>
                <a:lnTo>
                  <a:pt x="865575" y="147425"/>
                </a:lnTo>
                <a:lnTo>
                  <a:pt x="865575" y="148313"/>
                </a:lnTo>
                <a:lnTo>
                  <a:pt x="865075" y="148313"/>
                </a:lnTo>
                <a:close/>
                <a:moveTo>
                  <a:pt x="901557" y="147425"/>
                </a:moveTo>
                <a:lnTo>
                  <a:pt x="902057" y="147425"/>
                </a:lnTo>
                <a:lnTo>
                  <a:pt x="902057" y="148313"/>
                </a:lnTo>
                <a:lnTo>
                  <a:pt x="901557" y="148313"/>
                </a:lnTo>
                <a:close/>
                <a:moveTo>
                  <a:pt x="961528" y="147425"/>
                </a:moveTo>
                <a:lnTo>
                  <a:pt x="962528" y="147425"/>
                </a:lnTo>
                <a:lnTo>
                  <a:pt x="962528" y="148313"/>
                </a:lnTo>
                <a:lnTo>
                  <a:pt x="961528" y="148313"/>
                </a:lnTo>
                <a:close/>
                <a:moveTo>
                  <a:pt x="960029" y="148313"/>
                </a:moveTo>
                <a:lnTo>
                  <a:pt x="960529" y="148313"/>
                </a:lnTo>
                <a:lnTo>
                  <a:pt x="960529" y="149201"/>
                </a:lnTo>
                <a:lnTo>
                  <a:pt x="960029" y="149201"/>
                </a:lnTo>
                <a:close/>
                <a:moveTo>
                  <a:pt x="740135" y="148313"/>
                </a:moveTo>
                <a:lnTo>
                  <a:pt x="740634" y="148313"/>
                </a:lnTo>
                <a:lnTo>
                  <a:pt x="740634" y="149201"/>
                </a:lnTo>
                <a:lnTo>
                  <a:pt x="740135" y="149201"/>
                </a:lnTo>
                <a:close/>
                <a:moveTo>
                  <a:pt x="951533" y="148313"/>
                </a:moveTo>
                <a:lnTo>
                  <a:pt x="952033" y="148313"/>
                </a:lnTo>
                <a:lnTo>
                  <a:pt x="952033" y="149201"/>
                </a:lnTo>
                <a:lnTo>
                  <a:pt x="951533" y="149201"/>
                </a:lnTo>
                <a:close/>
                <a:moveTo>
                  <a:pt x="934042" y="148313"/>
                </a:moveTo>
                <a:lnTo>
                  <a:pt x="934541" y="148313"/>
                </a:lnTo>
                <a:lnTo>
                  <a:pt x="934541" y="149201"/>
                </a:lnTo>
                <a:lnTo>
                  <a:pt x="934042" y="149201"/>
                </a:lnTo>
                <a:close/>
                <a:moveTo>
                  <a:pt x="826093" y="148313"/>
                </a:moveTo>
                <a:lnTo>
                  <a:pt x="826593" y="148313"/>
                </a:lnTo>
                <a:lnTo>
                  <a:pt x="826593" y="149201"/>
                </a:lnTo>
                <a:lnTo>
                  <a:pt x="826093" y="149201"/>
                </a:lnTo>
                <a:close/>
                <a:moveTo>
                  <a:pt x="853081" y="148313"/>
                </a:moveTo>
                <a:lnTo>
                  <a:pt x="853580" y="148313"/>
                </a:lnTo>
                <a:lnTo>
                  <a:pt x="853580" y="149201"/>
                </a:lnTo>
                <a:lnTo>
                  <a:pt x="853081" y="149201"/>
                </a:lnTo>
                <a:close/>
                <a:moveTo>
                  <a:pt x="953033" y="148313"/>
                </a:moveTo>
                <a:lnTo>
                  <a:pt x="953532" y="148313"/>
                </a:lnTo>
                <a:lnTo>
                  <a:pt x="953532" y="149201"/>
                </a:lnTo>
                <a:lnTo>
                  <a:pt x="953033" y="149201"/>
                </a:lnTo>
                <a:close/>
                <a:moveTo>
                  <a:pt x="911053" y="148313"/>
                </a:moveTo>
                <a:lnTo>
                  <a:pt x="911552" y="148313"/>
                </a:lnTo>
                <a:lnTo>
                  <a:pt x="911552" y="149201"/>
                </a:lnTo>
                <a:lnTo>
                  <a:pt x="911053" y="149201"/>
                </a:lnTo>
                <a:close/>
                <a:moveTo>
                  <a:pt x="905555" y="148313"/>
                </a:moveTo>
                <a:lnTo>
                  <a:pt x="906555" y="148313"/>
                </a:lnTo>
                <a:lnTo>
                  <a:pt x="906555" y="149201"/>
                </a:lnTo>
                <a:lnTo>
                  <a:pt x="905555" y="149201"/>
                </a:lnTo>
                <a:close/>
                <a:moveTo>
                  <a:pt x="907554" y="148313"/>
                </a:moveTo>
                <a:lnTo>
                  <a:pt x="908054" y="148313"/>
                </a:lnTo>
                <a:lnTo>
                  <a:pt x="908054" y="149201"/>
                </a:lnTo>
                <a:lnTo>
                  <a:pt x="907554" y="149201"/>
                </a:lnTo>
                <a:close/>
                <a:moveTo>
                  <a:pt x="827593" y="148313"/>
                </a:moveTo>
                <a:lnTo>
                  <a:pt x="828093" y="148313"/>
                </a:lnTo>
                <a:lnTo>
                  <a:pt x="828093" y="149201"/>
                </a:lnTo>
                <a:lnTo>
                  <a:pt x="827593" y="149201"/>
                </a:lnTo>
                <a:close/>
                <a:moveTo>
                  <a:pt x="899058" y="148313"/>
                </a:moveTo>
                <a:lnTo>
                  <a:pt x="899558" y="148313"/>
                </a:lnTo>
                <a:lnTo>
                  <a:pt x="899558" y="149201"/>
                </a:lnTo>
                <a:lnTo>
                  <a:pt x="899058" y="149201"/>
                </a:lnTo>
                <a:close/>
                <a:moveTo>
                  <a:pt x="778616" y="148313"/>
                </a:moveTo>
                <a:lnTo>
                  <a:pt x="779116" y="148313"/>
                </a:lnTo>
                <a:lnTo>
                  <a:pt x="779116" y="149201"/>
                </a:lnTo>
                <a:lnTo>
                  <a:pt x="778616" y="149201"/>
                </a:lnTo>
                <a:close/>
                <a:moveTo>
                  <a:pt x="958530" y="149201"/>
                </a:moveTo>
                <a:lnTo>
                  <a:pt x="959030" y="149201"/>
                </a:lnTo>
                <a:lnTo>
                  <a:pt x="959030" y="150089"/>
                </a:lnTo>
                <a:lnTo>
                  <a:pt x="958530" y="150089"/>
                </a:lnTo>
                <a:close/>
                <a:moveTo>
                  <a:pt x="962028" y="148313"/>
                </a:moveTo>
                <a:lnTo>
                  <a:pt x="962528" y="148313"/>
                </a:lnTo>
                <a:lnTo>
                  <a:pt x="962528" y="150089"/>
                </a:lnTo>
                <a:lnTo>
                  <a:pt x="962028" y="150089"/>
                </a:lnTo>
                <a:close/>
                <a:moveTo>
                  <a:pt x="909553" y="149201"/>
                </a:moveTo>
                <a:lnTo>
                  <a:pt x="910053" y="149201"/>
                </a:lnTo>
                <a:lnTo>
                  <a:pt x="910053" y="150089"/>
                </a:lnTo>
                <a:lnTo>
                  <a:pt x="909553" y="150089"/>
                </a:lnTo>
                <a:close/>
                <a:moveTo>
                  <a:pt x="940539" y="148313"/>
                </a:moveTo>
                <a:lnTo>
                  <a:pt x="941038" y="148313"/>
                </a:lnTo>
                <a:lnTo>
                  <a:pt x="941038" y="150089"/>
                </a:lnTo>
                <a:lnTo>
                  <a:pt x="940539" y="150089"/>
                </a:lnTo>
                <a:close/>
                <a:moveTo>
                  <a:pt x="764123" y="149201"/>
                </a:moveTo>
                <a:lnTo>
                  <a:pt x="764623" y="149201"/>
                </a:lnTo>
                <a:lnTo>
                  <a:pt x="764623" y="150089"/>
                </a:lnTo>
                <a:lnTo>
                  <a:pt x="764123" y="150089"/>
                </a:lnTo>
                <a:close/>
                <a:moveTo>
                  <a:pt x="963528" y="149201"/>
                </a:moveTo>
                <a:lnTo>
                  <a:pt x="964027" y="149201"/>
                </a:lnTo>
                <a:lnTo>
                  <a:pt x="964027" y="150089"/>
                </a:lnTo>
                <a:lnTo>
                  <a:pt x="963528" y="150089"/>
                </a:lnTo>
                <a:close/>
                <a:moveTo>
                  <a:pt x="911053" y="150089"/>
                </a:moveTo>
                <a:lnTo>
                  <a:pt x="911552" y="150089"/>
                </a:lnTo>
                <a:lnTo>
                  <a:pt x="911552" y="150977"/>
                </a:lnTo>
                <a:lnTo>
                  <a:pt x="911053" y="150977"/>
                </a:lnTo>
                <a:close/>
                <a:moveTo>
                  <a:pt x="957031" y="149201"/>
                </a:moveTo>
                <a:lnTo>
                  <a:pt x="957530" y="149201"/>
                </a:lnTo>
                <a:lnTo>
                  <a:pt x="957530" y="150977"/>
                </a:lnTo>
                <a:lnTo>
                  <a:pt x="957031" y="150977"/>
                </a:lnTo>
                <a:close/>
                <a:moveTo>
                  <a:pt x="736636" y="150089"/>
                </a:moveTo>
                <a:lnTo>
                  <a:pt x="737136" y="150089"/>
                </a:lnTo>
                <a:lnTo>
                  <a:pt x="737136" y="150977"/>
                </a:lnTo>
                <a:lnTo>
                  <a:pt x="736636" y="150977"/>
                </a:lnTo>
                <a:close/>
                <a:moveTo>
                  <a:pt x="762124" y="150089"/>
                </a:moveTo>
                <a:lnTo>
                  <a:pt x="762624" y="150089"/>
                </a:lnTo>
                <a:lnTo>
                  <a:pt x="762624" y="150977"/>
                </a:lnTo>
                <a:lnTo>
                  <a:pt x="762124" y="150977"/>
                </a:lnTo>
                <a:close/>
                <a:moveTo>
                  <a:pt x="751129" y="150089"/>
                </a:moveTo>
                <a:lnTo>
                  <a:pt x="752129" y="150089"/>
                </a:lnTo>
                <a:lnTo>
                  <a:pt x="752129" y="150977"/>
                </a:lnTo>
                <a:lnTo>
                  <a:pt x="751129" y="150977"/>
                </a:lnTo>
                <a:close/>
                <a:moveTo>
                  <a:pt x="906055" y="150089"/>
                </a:moveTo>
                <a:lnTo>
                  <a:pt x="906555" y="150089"/>
                </a:lnTo>
                <a:lnTo>
                  <a:pt x="906555" y="151865"/>
                </a:lnTo>
                <a:lnTo>
                  <a:pt x="906055" y="151865"/>
                </a:lnTo>
                <a:close/>
                <a:moveTo>
                  <a:pt x="843585" y="150977"/>
                </a:moveTo>
                <a:lnTo>
                  <a:pt x="844085" y="150977"/>
                </a:lnTo>
                <a:lnTo>
                  <a:pt x="844085" y="151865"/>
                </a:lnTo>
                <a:lnTo>
                  <a:pt x="843585" y="151865"/>
                </a:lnTo>
                <a:close/>
                <a:moveTo>
                  <a:pt x="965527" y="150977"/>
                </a:moveTo>
                <a:lnTo>
                  <a:pt x="966026" y="150977"/>
                </a:lnTo>
                <a:lnTo>
                  <a:pt x="966026" y="151865"/>
                </a:lnTo>
                <a:lnTo>
                  <a:pt x="965527" y="151865"/>
                </a:lnTo>
                <a:close/>
                <a:moveTo>
                  <a:pt x="953532" y="150977"/>
                </a:moveTo>
                <a:lnTo>
                  <a:pt x="954032" y="150977"/>
                </a:lnTo>
                <a:lnTo>
                  <a:pt x="954032" y="152753"/>
                </a:lnTo>
                <a:lnTo>
                  <a:pt x="953532" y="152753"/>
                </a:lnTo>
                <a:close/>
                <a:moveTo>
                  <a:pt x="970024" y="151865"/>
                </a:moveTo>
                <a:lnTo>
                  <a:pt x="970524" y="151865"/>
                </a:lnTo>
                <a:lnTo>
                  <a:pt x="970524" y="152753"/>
                </a:lnTo>
                <a:lnTo>
                  <a:pt x="970024" y="152753"/>
                </a:lnTo>
                <a:close/>
                <a:moveTo>
                  <a:pt x="739135" y="151865"/>
                </a:moveTo>
                <a:lnTo>
                  <a:pt x="739635" y="151865"/>
                </a:lnTo>
                <a:lnTo>
                  <a:pt x="739635" y="152753"/>
                </a:lnTo>
                <a:lnTo>
                  <a:pt x="739135" y="152753"/>
                </a:lnTo>
                <a:close/>
                <a:moveTo>
                  <a:pt x="720644" y="151865"/>
                </a:moveTo>
                <a:lnTo>
                  <a:pt x="729140" y="151865"/>
                </a:lnTo>
                <a:lnTo>
                  <a:pt x="729140" y="152753"/>
                </a:lnTo>
                <a:lnTo>
                  <a:pt x="720644" y="152753"/>
                </a:lnTo>
                <a:close/>
                <a:moveTo>
                  <a:pt x="961528" y="151865"/>
                </a:moveTo>
                <a:lnTo>
                  <a:pt x="962528" y="151865"/>
                </a:lnTo>
                <a:lnTo>
                  <a:pt x="962528" y="152753"/>
                </a:lnTo>
                <a:lnTo>
                  <a:pt x="961528" y="152753"/>
                </a:lnTo>
                <a:close/>
                <a:moveTo>
                  <a:pt x="895560" y="151865"/>
                </a:moveTo>
                <a:lnTo>
                  <a:pt x="896060" y="151865"/>
                </a:lnTo>
                <a:lnTo>
                  <a:pt x="896060" y="152753"/>
                </a:lnTo>
                <a:lnTo>
                  <a:pt x="895560" y="152753"/>
                </a:lnTo>
                <a:close/>
                <a:moveTo>
                  <a:pt x="963528" y="151865"/>
                </a:moveTo>
                <a:lnTo>
                  <a:pt x="964027" y="151865"/>
                </a:lnTo>
                <a:lnTo>
                  <a:pt x="964027" y="152753"/>
                </a:lnTo>
                <a:lnTo>
                  <a:pt x="963528" y="152753"/>
                </a:lnTo>
                <a:close/>
                <a:moveTo>
                  <a:pt x="751129" y="152753"/>
                </a:moveTo>
                <a:lnTo>
                  <a:pt x="752629" y="152753"/>
                </a:lnTo>
                <a:lnTo>
                  <a:pt x="752629" y="153641"/>
                </a:lnTo>
                <a:lnTo>
                  <a:pt x="751129" y="153641"/>
                </a:lnTo>
                <a:close/>
                <a:moveTo>
                  <a:pt x="927545" y="151865"/>
                </a:moveTo>
                <a:lnTo>
                  <a:pt x="928045" y="151865"/>
                </a:lnTo>
                <a:lnTo>
                  <a:pt x="928045" y="153641"/>
                </a:lnTo>
                <a:lnTo>
                  <a:pt x="927545" y="153641"/>
                </a:lnTo>
                <a:close/>
                <a:moveTo>
                  <a:pt x="898559" y="152753"/>
                </a:moveTo>
                <a:lnTo>
                  <a:pt x="899058" y="152753"/>
                </a:lnTo>
                <a:lnTo>
                  <a:pt x="899058" y="153641"/>
                </a:lnTo>
                <a:lnTo>
                  <a:pt x="898559" y="153641"/>
                </a:lnTo>
                <a:close/>
                <a:moveTo>
                  <a:pt x="933542" y="152753"/>
                </a:moveTo>
                <a:lnTo>
                  <a:pt x="934042" y="152753"/>
                </a:lnTo>
                <a:lnTo>
                  <a:pt x="934042" y="153641"/>
                </a:lnTo>
                <a:lnTo>
                  <a:pt x="933542" y="153641"/>
                </a:lnTo>
                <a:close/>
                <a:moveTo>
                  <a:pt x="944537" y="152753"/>
                </a:moveTo>
                <a:lnTo>
                  <a:pt x="945036" y="152753"/>
                </a:lnTo>
                <a:lnTo>
                  <a:pt x="945036" y="153641"/>
                </a:lnTo>
                <a:lnTo>
                  <a:pt x="944537" y="153641"/>
                </a:lnTo>
                <a:close/>
                <a:moveTo>
                  <a:pt x="904556" y="152753"/>
                </a:moveTo>
                <a:lnTo>
                  <a:pt x="905056" y="152753"/>
                </a:lnTo>
                <a:lnTo>
                  <a:pt x="905056" y="153641"/>
                </a:lnTo>
                <a:lnTo>
                  <a:pt x="904556" y="153641"/>
                </a:lnTo>
                <a:close/>
                <a:moveTo>
                  <a:pt x="928544" y="152753"/>
                </a:moveTo>
                <a:lnTo>
                  <a:pt x="929044" y="152753"/>
                </a:lnTo>
                <a:lnTo>
                  <a:pt x="929044" y="153641"/>
                </a:lnTo>
                <a:lnTo>
                  <a:pt x="928544" y="153641"/>
                </a:lnTo>
                <a:close/>
                <a:moveTo>
                  <a:pt x="956031" y="153641"/>
                </a:moveTo>
                <a:lnTo>
                  <a:pt x="956531" y="153641"/>
                </a:lnTo>
                <a:lnTo>
                  <a:pt x="956531" y="154529"/>
                </a:lnTo>
                <a:lnTo>
                  <a:pt x="956031" y="154529"/>
                </a:lnTo>
                <a:close/>
                <a:moveTo>
                  <a:pt x="896560" y="153641"/>
                </a:moveTo>
                <a:lnTo>
                  <a:pt x="897059" y="153641"/>
                </a:lnTo>
                <a:lnTo>
                  <a:pt x="897059" y="154529"/>
                </a:lnTo>
                <a:lnTo>
                  <a:pt x="896560" y="154529"/>
                </a:lnTo>
                <a:close/>
                <a:moveTo>
                  <a:pt x="947035" y="153641"/>
                </a:moveTo>
                <a:lnTo>
                  <a:pt x="947535" y="153641"/>
                </a:lnTo>
                <a:lnTo>
                  <a:pt x="947535" y="154529"/>
                </a:lnTo>
                <a:lnTo>
                  <a:pt x="947035" y="154529"/>
                </a:lnTo>
                <a:close/>
                <a:moveTo>
                  <a:pt x="966026" y="152753"/>
                </a:moveTo>
                <a:lnTo>
                  <a:pt x="966526" y="152753"/>
                </a:lnTo>
                <a:lnTo>
                  <a:pt x="966526" y="154529"/>
                </a:lnTo>
                <a:lnTo>
                  <a:pt x="966026" y="154529"/>
                </a:lnTo>
                <a:close/>
                <a:moveTo>
                  <a:pt x="931543" y="153641"/>
                </a:moveTo>
                <a:lnTo>
                  <a:pt x="932043" y="153641"/>
                </a:lnTo>
                <a:lnTo>
                  <a:pt x="932043" y="154529"/>
                </a:lnTo>
                <a:lnTo>
                  <a:pt x="931543" y="154529"/>
                </a:lnTo>
                <a:close/>
              </a:path>
            </a:pathLst>
          </a:custGeom>
          <a:solidFill>
            <a:srgbClr val="445F76"/>
          </a:solidFill>
          <a:ln>
            <a:noFill/>
          </a:ln>
        </p:spPr>
      </p:sp>
      <p:sp>
        <p:nvSpPr>
          <p:cNvPr id="43" name="Kimate circled colour correction 43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4123" y="66607"/>
                </a:moveTo>
                <a:lnTo>
                  <a:pt x="764623" y="66607"/>
                </a:lnTo>
                <a:lnTo>
                  <a:pt x="764623" y="67496"/>
                </a:lnTo>
                <a:lnTo>
                  <a:pt x="764123" y="67496"/>
                </a:lnTo>
                <a:close/>
                <a:moveTo>
                  <a:pt x="767122" y="67496"/>
                </a:moveTo>
                <a:lnTo>
                  <a:pt x="767622" y="67496"/>
                </a:lnTo>
                <a:lnTo>
                  <a:pt x="767622" y="68384"/>
                </a:lnTo>
                <a:lnTo>
                  <a:pt x="767122" y="68384"/>
                </a:lnTo>
                <a:close/>
                <a:moveTo>
                  <a:pt x="762124" y="67496"/>
                </a:moveTo>
                <a:lnTo>
                  <a:pt x="762624" y="67496"/>
                </a:lnTo>
                <a:lnTo>
                  <a:pt x="762624" y="68384"/>
                </a:lnTo>
                <a:lnTo>
                  <a:pt x="762124" y="68384"/>
                </a:lnTo>
                <a:close/>
                <a:moveTo>
                  <a:pt x="728640" y="68384"/>
                </a:moveTo>
                <a:lnTo>
                  <a:pt x="729140" y="68384"/>
                </a:lnTo>
                <a:lnTo>
                  <a:pt x="729140" y="69272"/>
                </a:lnTo>
                <a:lnTo>
                  <a:pt x="728640" y="69272"/>
                </a:lnTo>
                <a:close/>
                <a:moveTo>
                  <a:pt x="729640" y="69272"/>
                </a:moveTo>
                <a:lnTo>
                  <a:pt x="730140" y="69272"/>
                </a:lnTo>
                <a:lnTo>
                  <a:pt x="730140" y="70160"/>
                </a:lnTo>
                <a:lnTo>
                  <a:pt x="729640" y="70160"/>
                </a:lnTo>
                <a:close/>
                <a:moveTo>
                  <a:pt x="729140" y="70160"/>
                </a:moveTo>
                <a:lnTo>
                  <a:pt x="729640" y="70160"/>
                </a:lnTo>
                <a:lnTo>
                  <a:pt x="729640" y="71048"/>
                </a:lnTo>
                <a:lnTo>
                  <a:pt x="729140" y="71048"/>
                </a:lnTo>
                <a:close/>
                <a:moveTo>
                  <a:pt x="727141" y="71048"/>
                </a:moveTo>
                <a:lnTo>
                  <a:pt x="727641" y="71048"/>
                </a:lnTo>
                <a:lnTo>
                  <a:pt x="727641" y="71936"/>
                </a:lnTo>
                <a:lnTo>
                  <a:pt x="727141" y="71936"/>
                </a:lnTo>
                <a:close/>
                <a:moveTo>
                  <a:pt x="731639" y="71936"/>
                </a:moveTo>
                <a:lnTo>
                  <a:pt x="732139" y="71936"/>
                </a:lnTo>
                <a:lnTo>
                  <a:pt x="732139" y="72824"/>
                </a:lnTo>
                <a:lnTo>
                  <a:pt x="731639" y="72824"/>
                </a:lnTo>
                <a:close/>
                <a:moveTo>
                  <a:pt x="766622" y="71936"/>
                </a:moveTo>
                <a:lnTo>
                  <a:pt x="767122" y="71936"/>
                </a:lnTo>
                <a:lnTo>
                  <a:pt x="767122" y="72824"/>
                </a:lnTo>
                <a:lnTo>
                  <a:pt x="766622" y="72824"/>
                </a:lnTo>
                <a:close/>
                <a:moveTo>
                  <a:pt x="767122" y="72824"/>
                </a:moveTo>
                <a:lnTo>
                  <a:pt x="767622" y="72824"/>
                </a:lnTo>
                <a:lnTo>
                  <a:pt x="767622" y="73712"/>
                </a:lnTo>
                <a:lnTo>
                  <a:pt x="767122" y="73712"/>
                </a:lnTo>
                <a:close/>
                <a:moveTo>
                  <a:pt x="727141" y="72824"/>
                </a:moveTo>
                <a:lnTo>
                  <a:pt x="727641" y="72824"/>
                </a:lnTo>
                <a:lnTo>
                  <a:pt x="727641" y="73712"/>
                </a:lnTo>
                <a:lnTo>
                  <a:pt x="727141" y="73712"/>
                </a:lnTo>
                <a:close/>
                <a:moveTo>
                  <a:pt x="728140" y="71936"/>
                </a:moveTo>
                <a:lnTo>
                  <a:pt x="728640" y="71936"/>
                </a:lnTo>
                <a:lnTo>
                  <a:pt x="728640" y="73712"/>
                </a:lnTo>
                <a:lnTo>
                  <a:pt x="728140" y="73712"/>
                </a:lnTo>
                <a:close/>
                <a:moveTo>
                  <a:pt x="763124" y="72824"/>
                </a:moveTo>
                <a:lnTo>
                  <a:pt x="763623" y="72824"/>
                </a:lnTo>
                <a:lnTo>
                  <a:pt x="763623" y="73712"/>
                </a:lnTo>
                <a:lnTo>
                  <a:pt x="763124" y="73712"/>
                </a:lnTo>
                <a:close/>
                <a:moveTo>
                  <a:pt x="730639" y="75488"/>
                </a:moveTo>
                <a:lnTo>
                  <a:pt x="731139" y="75488"/>
                </a:lnTo>
                <a:lnTo>
                  <a:pt x="731139" y="76377"/>
                </a:lnTo>
                <a:lnTo>
                  <a:pt x="730639" y="76377"/>
                </a:lnTo>
                <a:close/>
                <a:moveTo>
                  <a:pt x="727141" y="76377"/>
                </a:moveTo>
                <a:lnTo>
                  <a:pt x="727641" y="76377"/>
                </a:lnTo>
                <a:lnTo>
                  <a:pt x="727641" y="77265"/>
                </a:lnTo>
                <a:lnTo>
                  <a:pt x="727141" y="77265"/>
                </a:lnTo>
                <a:close/>
                <a:moveTo>
                  <a:pt x="762124" y="76377"/>
                </a:moveTo>
                <a:lnTo>
                  <a:pt x="762624" y="76377"/>
                </a:lnTo>
                <a:lnTo>
                  <a:pt x="762624" y="77265"/>
                </a:lnTo>
                <a:lnTo>
                  <a:pt x="762124" y="77265"/>
                </a:lnTo>
                <a:close/>
                <a:moveTo>
                  <a:pt x="755128" y="77265"/>
                </a:moveTo>
                <a:lnTo>
                  <a:pt x="755627" y="77265"/>
                </a:lnTo>
                <a:lnTo>
                  <a:pt x="755627" y="78153"/>
                </a:lnTo>
                <a:lnTo>
                  <a:pt x="755128" y="78153"/>
                </a:lnTo>
                <a:close/>
                <a:moveTo>
                  <a:pt x="767622" y="79041"/>
                </a:moveTo>
                <a:lnTo>
                  <a:pt x="768121" y="79041"/>
                </a:lnTo>
                <a:lnTo>
                  <a:pt x="768121" y="79929"/>
                </a:lnTo>
                <a:lnTo>
                  <a:pt x="767622" y="79929"/>
                </a:lnTo>
                <a:close/>
                <a:moveTo>
                  <a:pt x="730140" y="79041"/>
                </a:moveTo>
                <a:lnTo>
                  <a:pt x="730639" y="79041"/>
                </a:lnTo>
                <a:lnTo>
                  <a:pt x="730639" y="79929"/>
                </a:lnTo>
                <a:lnTo>
                  <a:pt x="730140" y="79929"/>
                </a:lnTo>
                <a:close/>
                <a:moveTo>
                  <a:pt x="854080" y="79929"/>
                </a:moveTo>
                <a:lnTo>
                  <a:pt x="854580" y="79929"/>
                </a:lnTo>
                <a:lnTo>
                  <a:pt x="854580" y="80817"/>
                </a:lnTo>
                <a:lnTo>
                  <a:pt x="854080" y="80817"/>
                </a:lnTo>
                <a:close/>
                <a:moveTo>
                  <a:pt x="758126" y="80817"/>
                </a:moveTo>
                <a:lnTo>
                  <a:pt x="758626" y="80817"/>
                </a:lnTo>
                <a:lnTo>
                  <a:pt x="758626" y="81705"/>
                </a:lnTo>
                <a:lnTo>
                  <a:pt x="758126" y="81705"/>
                </a:lnTo>
                <a:close/>
                <a:moveTo>
                  <a:pt x="839587" y="80817"/>
                </a:moveTo>
                <a:lnTo>
                  <a:pt x="840087" y="80817"/>
                </a:lnTo>
                <a:lnTo>
                  <a:pt x="840087" y="81705"/>
                </a:lnTo>
                <a:lnTo>
                  <a:pt x="839587" y="81705"/>
                </a:lnTo>
                <a:close/>
                <a:moveTo>
                  <a:pt x="838088" y="81705"/>
                </a:moveTo>
                <a:lnTo>
                  <a:pt x="838587" y="81705"/>
                </a:lnTo>
                <a:lnTo>
                  <a:pt x="838587" y="82593"/>
                </a:lnTo>
                <a:lnTo>
                  <a:pt x="838088" y="82593"/>
                </a:lnTo>
                <a:close/>
                <a:moveTo>
                  <a:pt x="836588" y="82593"/>
                </a:moveTo>
                <a:lnTo>
                  <a:pt x="837088" y="82593"/>
                </a:lnTo>
                <a:lnTo>
                  <a:pt x="837088" y="83481"/>
                </a:lnTo>
                <a:lnTo>
                  <a:pt x="836588" y="83481"/>
                </a:lnTo>
                <a:close/>
                <a:moveTo>
                  <a:pt x="856079" y="82593"/>
                </a:moveTo>
                <a:lnTo>
                  <a:pt x="856579" y="82593"/>
                </a:lnTo>
                <a:lnTo>
                  <a:pt x="856579" y="83481"/>
                </a:lnTo>
                <a:lnTo>
                  <a:pt x="856079" y="83481"/>
                </a:lnTo>
                <a:close/>
                <a:moveTo>
                  <a:pt x="753129" y="85258"/>
                </a:moveTo>
                <a:lnTo>
                  <a:pt x="753628" y="85258"/>
                </a:lnTo>
                <a:lnTo>
                  <a:pt x="753628" y="86146"/>
                </a:lnTo>
                <a:lnTo>
                  <a:pt x="753129" y="86146"/>
                </a:lnTo>
                <a:close/>
                <a:moveTo>
                  <a:pt x="859577" y="85258"/>
                </a:moveTo>
                <a:lnTo>
                  <a:pt x="860077" y="85258"/>
                </a:lnTo>
                <a:lnTo>
                  <a:pt x="860077" y="86146"/>
                </a:lnTo>
                <a:lnTo>
                  <a:pt x="859577" y="86146"/>
                </a:lnTo>
                <a:close/>
                <a:moveTo>
                  <a:pt x="764623" y="85258"/>
                </a:moveTo>
                <a:lnTo>
                  <a:pt x="765123" y="85258"/>
                </a:lnTo>
                <a:lnTo>
                  <a:pt x="765123" y="86146"/>
                </a:lnTo>
                <a:lnTo>
                  <a:pt x="764623" y="86146"/>
                </a:lnTo>
                <a:close/>
                <a:moveTo>
                  <a:pt x="773119" y="85258"/>
                </a:moveTo>
                <a:lnTo>
                  <a:pt x="773619" y="85258"/>
                </a:lnTo>
                <a:lnTo>
                  <a:pt x="773619" y="86146"/>
                </a:lnTo>
                <a:lnTo>
                  <a:pt x="773119" y="86146"/>
                </a:lnTo>
                <a:close/>
                <a:moveTo>
                  <a:pt x="917050" y="86146"/>
                </a:moveTo>
                <a:lnTo>
                  <a:pt x="917550" y="86146"/>
                </a:lnTo>
                <a:lnTo>
                  <a:pt x="917550" y="87034"/>
                </a:lnTo>
                <a:lnTo>
                  <a:pt x="917050" y="87034"/>
                </a:lnTo>
                <a:close/>
                <a:moveTo>
                  <a:pt x="895060" y="86146"/>
                </a:moveTo>
                <a:lnTo>
                  <a:pt x="895560" y="86146"/>
                </a:lnTo>
                <a:lnTo>
                  <a:pt x="895560" y="87034"/>
                </a:lnTo>
                <a:lnTo>
                  <a:pt x="895060" y="87034"/>
                </a:lnTo>
                <a:close/>
                <a:moveTo>
                  <a:pt x="962528" y="86146"/>
                </a:moveTo>
                <a:lnTo>
                  <a:pt x="963028" y="86146"/>
                </a:lnTo>
                <a:lnTo>
                  <a:pt x="963028" y="87034"/>
                </a:lnTo>
                <a:lnTo>
                  <a:pt x="962528" y="87034"/>
                </a:lnTo>
                <a:close/>
                <a:moveTo>
                  <a:pt x="756127" y="86146"/>
                </a:moveTo>
                <a:lnTo>
                  <a:pt x="756627" y="86146"/>
                </a:lnTo>
                <a:lnTo>
                  <a:pt x="756627" y="87034"/>
                </a:lnTo>
                <a:lnTo>
                  <a:pt x="756127" y="87034"/>
                </a:lnTo>
                <a:close/>
                <a:moveTo>
                  <a:pt x="762624" y="87034"/>
                </a:moveTo>
                <a:lnTo>
                  <a:pt x="763124" y="87034"/>
                </a:lnTo>
                <a:lnTo>
                  <a:pt x="763124" y="87922"/>
                </a:lnTo>
                <a:lnTo>
                  <a:pt x="762624" y="87922"/>
                </a:lnTo>
                <a:close/>
                <a:moveTo>
                  <a:pt x="745632" y="87922"/>
                </a:moveTo>
                <a:lnTo>
                  <a:pt x="746132" y="87922"/>
                </a:lnTo>
                <a:lnTo>
                  <a:pt x="746132" y="88810"/>
                </a:lnTo>
                <a:lnTo>
                  <a:pt x="745632" y="88810"/>
                </a:lnTo>
                <a:close/>
                <a:moveTo>
                  <a:pt x="818097" y="88810"/>
                </a:moveTo>
                <a:lnTo>
                  <a:pt x="818597" y="88810"/>
                </a:lnTo>
                <a:lnTo>
                  <a:pt x="818597" y="89698"/>
                </a:lnTo>
                <a:lnTo>
                  <a:pt x="818097" y="89698"/>
                </a:lnTo>
                <a:close/>
                <a:moveTo>
                  <a:pt x="756627" y="88810"/>
                </a:moveTo>
                <a:lnTo>
                  <a:pt x="757127" y="88810"/>
                </a:lnTo>
                <a:lnTo>
                  <a:pt x="757127" y="89698"/>
                </a:lnTo>
                <a:lnTo>
                  <a:pt x="756627" y="89698"/>
                </a:lnTo>
                <a:close/>
                <a:moveTo>
                  <a:pt x="769121" y="89698"/>
                </a:moveTo>
                <a:lnTo>
                  <a:pt x="769621" y="89698"/>
                </a:lnTo>
                <a:lnTo>
                  <a:pt x="769621" y="90586"/>
                </a:lnTo>
                <a:lnTo>
                  <a:pt x="769121" y="90586"/>
                </a:lnTo>
                <a:close/>
                <a:moveTo>
                  <a:pt x="838088" y="89698"/>
                </a:moveTo>
                <a:lnTo>
                  <a:pt x="838587" y="89698"/>
                </a:lnTo>
                <a:lnTo>
                  <a:pt x="838587" y="90586"/>
                </a:lnTo>
                <a:lnTo>
                  <a:pt x="838088" y="90586"/>
                </a:lnTo>
                <a:close/>
                <a:moveTo>
                  <a:pt x="835589" y="90586"/>
                </a:moveTo>
                <a:lnTo>
                  <a:pt x="836089" y="90586"/>
                </a:lnTo>
                <a:lnTo>
                  <a:pt x="836089" y="91474"/>
                </a:lnTo>
                <a:lnTo>
                  <a:pt x="835589" y="91474"/>
                </a:lnTo>
                <a:close/>
                <a:moveTo>
                  <a:pt x="820096" y="90586"/>
                </a:moveTo>
                <a:lnTo>
                  <a:pt x="820596" y="90586"/>
                </a:lnTo>
                <a:lnTo>
                  <a:pt x="820596" y="91474"/>
                </a:lnTo>
                <a:lnTo>
                  <a:pt x="820096" y="91474"/>
                </a:lnTo>
                <a:close/>
                <a:moveTo>
                  <a:pt x="944037" y="90586"/>
                </a:moveTo>
                <a:lnTo>
                  <a:pt x="944537" y="90586"/>
                </a:lnTo>
                <a:lnTo>
                  <a:pt x="944537" y="91474"/>
                </a:lnTo>
                <a:lnTo>
                  <a:pt x="944037" y="91474"/>
                </a:lnTo>
                <a:close/>
                <a:moveTo>
                  <a:pt x="774118" y="91474"/>
                </a:moveTo>
                <a:lnTo>
                  <a:pt x="774618" y="91474"/>
                </a:lnTo>
                <a:lnTo>
                  <a:pt x="774618" y="92362"/>
                </a:lnTo>
                <a:lnTo>
                  <a:pt x="774118" y="92362"/>
                </a:lnTo>
                <a:close/>
                <a:moveTo>
                  <a:pt x="839087" y="91474"/>
                </a:moveTo>
                <a:lnTo>
                  <a:pt x="839587" y="91474"/>
                </a:lnTo>
                <a:lnTo>
                  <a:pt x="839587" y="92362"/>
                </a:lnTo>
                <a:lnTo>
                  <a:pt x="839087" y="92362"/>
                </a:lnTo>
                <a:close/>
                <a:moveTo>
                  <a:pt x="819597" y="91474"/>
                </a:moveTo>
                <a:lnTo>
                  <a:pt x="820096" y="91474"/>
                </a:lnTo>
                <a:lnTo>
                  <a:pt x="820096" y="92362"/>
                </a:lnTo>
                <a:lnTo>
                  <a:pt x="819597" y="92362"/>
                </a:lnTo>
                <a:close/>
                <a:moveTo>
                  <a:pt x="836089" y="91474"/>
                </a:moveTo>
                <a:lnTo>
                  <a:pt x="836588" y="91474"/>
                </a:lnTo>
                <a:lnTo>
                  <a:pt x="836588" y="92362"/>
                </a:lnTo>
                <a:lnTo>
                  <a:pt x="836089" y="92362"/>
                </a:lnTo>
                <a:close/>
                <a:moveTo>
                  <a:pt x="732139" y="92362"/>
                </a:moveTo>
                <a:lnTo>
                  <a:pt x="732638" y="92362"/>
                </a:lnTo>
                <a:lnTo>
                  <a:pt x="732638" y="93250"/>
                </a:lnTo>
                <a:lnTo>
                  <a:pt x="732139" y="93250"/>
                </a:lnTo>
                <a:close/>
                <a:moveTo>
                  <a:pt x="735137" y="92362"/>
                </a:moveTo>
                <a:lnTo>
                  <a:pt x="735637" y="92362"/>
                </a:lnTo>
                <a:lnTo>
                  <a:pt x="735637" y="93250"/>
                </a:lnTo>
                <a:lnTo>
                  <a:pt x="735137" y="93250"/>
                </a:lnTo>
                <a:close/>
                <a:moveTo>
                  <a:pt x="763623" y="92362"/>
                </a:moveTo>
                <a:lnTo>
                  <a:pt x="764123" y="92362"/>
                </a:lnTo>
                <a:lnTo>
                  <a:pt x="764123" y="93250"/>
                </a:lnTo>
                <a:lnTo>
                  <a:pt x="763623" y="93250"/>
                </a:lnTo>
                <a:close/>
                <a:moveTo>
                  <a:pt x="827593" y="93250"/>
                </a:moveTo>
                <a:lnTo>
                  <a:pt x="828093" y="93250"/>
                </a:lnTo>
                <a:lnTo>
                  <a:pt x="828093" y="94139"/>
                </a:lnTo>
                <a:lnTo>
                  <a:pt x="827593" y="94139"/>
                </a:lnTo>
                <a:close/>
                <a:moveTo>
                  <a:pt x="760125" y="93250"/>
                </a:moveTo>
                <a:lnTo>
                  <a:pt x="760625" y="93250"/>
                </a:lnTo>
                <a:lnTo>
                  <a:pt x="760625" y="94139"/>
                </a:lnTo>
                <a:lnTo>
                  <a:pt x="760125" y="94139"/>
                </a:lnTo>
                <a:close/>
                <a:moveTo>
                  <a:pt x="934541" y="94139"/>
                </a:moveTo>
                <a:lnTo>
                  <a:pt x="935041" y="94139"/>
                </a:lnTo>
                <a:lnTo>
                  <a:pt x="935041" y="95027"/>
                </a:lnTo>
                <a:lnTo>
                  <a:pt x="934541" y="95027"/>
                </a:lnTo>
                <a:close/>
                <a:moveTo>
                  <a:pt x="748631" y="95027"/>
                </a:moveTo>
                <a:lnTo>
                  <a:pt x="749130" y="95027"/>
                </a:lnTo>
                <a:lnTo>
                  <a:pt x="749130" y="95915"/>
                </a:lnTo>
                <a:lnTo>
                  <a:pt x="748631" y="95915"/>
                </a:lnTo>
                <a:close/>
                <a:moveTo>
                  <a:pt x="820596" y="95027"/>
                </a:moveTo>
                <a:lnTo>
                  <a:pt x="821096" y="95027"/>
                </a:lnTo>
                <a:lnTo>
                  <a:pt x="821096" y="95915"/>
                </a:lnTo>
                <a:lnTo>
                  <a:pt x="820596" y="95915"/>
                </a:lnTo>
                <a:close/>
                <a:moveTo>
                  <a:pt x="837088" y="95915"/>
                </a:moveTo>
                <a:lnTo>
                  <a:pt x="837588" y="95915"/>
                </a:lnTo>
                <a:lnTo>
                  <a:pt x="837588" y="96803"/>
                </a:lnTo>
                <a:lnTo>
                  <a:pt x="837088" y="96803"/>
                </a:lnTo>
                <a:close/>
                <a:moveTo>
                  <a:pt x="737136" y="96803"/>
                </a:moveTo>
                <a:lnTo>
                  <a:pt x="737636" y="96803"/>
                </a:lnTo>
                <a:lnTo>
                  <a:pt x="737636" y="97691"/>
                </a:lnTo>
                <a:lnTo>
                  <a:pt x="737136" y="97691"/>
                </a:lnTo>
                <a:close/>
                <a:moveTo>
                  <a:pt x="763124" y="96803"/>
                </a:moveTo>
                <a:lnTo>
                  <a:pt x="763623" y="96803"/>
                </a:lnTo>
                <a:lnTo>
                  <a:pt x="763623" y="97691"/>
                </a:lnTo>
                <a:lnTo>
                  <a:pt x="763124" y="97691"/>
                </a:lnTo>
                <a:close/>
                <a:moveTo>
                  <a:pt x="961029" y="97691"/>
                </a:moveTo>
                <a:lnTo>
                  <a:pt x="961528" y="97691"/>
                </a:lnTo>
                <a:lnTo>
                  <a:pt x="961528" y="98579"/>
                </a:lnTo>
                <a:lnTo>
                  <a:pt x="961029" y="98579"/>
                </a:lnTo>
                <a:close/>
                <a:moveTo>
                  <a:pt x="869073" y="97691"/>
                </a:moveTo>
                <a:lnTo>
                  <a:pt x="869573" y="97691"/>
                </a:lnTo>
                <a:lnTo>
                  <a:pt x="869573" y="98579"/>
                </a:lnTo>
                <a:lnTo>
                  <a:pt x="869073" y="98579"/>
                </a:lnTo>
                <a:close/>
                <a:moveTo>
                  <a:pt x="745632" y="97691"/>
                </a:moveTo>
                <a:lnTo>
                  <a:pt x="746132" y="97691"/>
                </a:lnTo>
                <a:lnTo>
                  <a:pt x="746132" y="98579"/>
                </a:lnTo>
                <a:lnTo>
                  <a:pt x="745632" y="98579"/>
                </a:lnTo>
                <a:close/>
                <a:moveTo>
                  <a:pt x="870072" y="99467"/>
                </a:moveTo>
                <a:lnTo>
                  <a:pt x="870572" y="99467"/>
                </a:lnTo>
                <a:lnTo>
                  <a:pt x="870572" y="100355"/>
                </a:lnTo>
                <a:lnTo>
                  <a:pt x="870072" y="100355"/>
                </a:lnTo>
                <a:close/>
                <a:moveTo>
                  <a:pt x="840587" y="100355"/>
                </a:moveTo>
                <a:lnTo>
                  <a:pt x="841086" y="100355"/>
                </a:lnTo>
                <a:lnTo>
                  <a:pt x="841086" y="101243"/>
                </a:lnTo>
                <a:lnTo>
                  <a:pt x="840587" y="101243"/>
                </a:lnTo>
                <a:close/>
                <a:moveTo>
                  <a:pt x="739635" y="101243"/>
                </a:moveTo>
                <a:lnTo>
                  <a:pt x="740135" y="101243"/>
                </a:lnTo>
                <a:lnTo>
                  <a:pt x="740135" y="102131"/>
                </a:lnTo>
                <a:lnTo>
                  <a:pt x="739635" y="102131"/>
                </a:lnTo>
                <a:close/>
                <a:moveTo>
                  <a:pt x="759625" y="101243"/>
                </a:moveTo>
                <a:lnTo>
                  <a:pt x="760125" y="101243"/>
                </a:lnTo>
                <a:lnTo>
                  <a:pt x="760125" y="102131"/>
                </a:lnTo>
                <a:lnTo>
                  <a:pt x="759625" y="102131"/>
                </a:lnTo>
                <a:close/>
                <a:moveTo>
                  <a:pt x="762624" y="102131"/>
                </a:moveTo>
                <a:lnTo>
                  <a:pt x="763124" y="102131"/>
                </a:lnTo>
                <a:lnTo>
                  <a:pt x="763124" y="103020"/>
                </a:lnTo>
                <a:lnTo>
                  <a:pt x="762624" y="103020"/>
                </a:lnTo>
                <a:close/>
                <a:moveTo>
                  <a:pt x="963528" y="102131"/>
                </a:moveTo>
                <a:lnTo>
                  <a:pt x="964027" y="102131"/>
                </a:lnTo>
                <a:lnTo>
                  <a:pt x="964027" y="103020"/>
                </a:lnTo>
                <a:lnTo>
                  <a:pt x="963528" y="103020"/>
                </a:lnTo>
                <a:close/>
                <a:moveTo>
                  <a:pt x="930044" y="104796"/>
                </a:moveTo>
                <a:lnTo>
                  <a:pt x="930543" y="104796"/>
                </a:lnTo>
                <a:lnTo>
                  <a:pt x="930543" y="105684"/>
                </a:lnTo>
                <a:lnTo>
                  <a:pt x="930044" y="105684"/>
                </a:lnTo>
                <a:close/>
                <a:moveTo>
                  <a:pt x="873571" y="104796"/>
                </a:moveTo>
                <a:lnTo>
                  <a:pt x="874070" y="104796"/>
                </a:lnTo>
                <a:lnTo>
                  <a:pt x="874070" y="105684"/>
                </a:lnTo>
                <a:lnTo>
                  <a:pt x="873571" y="105684"/>
                </a:lnTo>
                <a:close/>
                <a:moveTo>
                  <a:pt x="819597" y="104796"/>
                </a:moveTo>
                <a:lnTo>
                  <a:pt x="820096" y="104796"/>
                </a:lnTo>
                <a:lnTo>
                  <a:pt x="820096" y="105684"/>
                </a:lnTo>
                <a:lnTo>
                  <a:pt x="819597" y="105684"/>
                </a:lnTo>
                <a:close/>
                <a:moveTo>
                  <a:pt x="963528" y="104796"/>
                </a:moveTo>
                <a:lnTo>
                  <a:pt x="964027" y="104796"/>
                </a:lnTo>
                <a:lnTo>
                  <a:pt x="964027" y="105684"/>
                </a:lnTo>
                <a:lnTo>
                  <a:pt x="963528" y="105684"/>
                </a:lnTo>
                <a:close/>
                <a:moveTo>
                  <a:pt x="873071" y="105684"/>
                </a:moveTo>
                <a:lnTo>
                  <a:pt x="873571" y="105684"/>
                </a:lnTo>
                <a:lnTo>
                  <a:pt x="873571" y="106572"/>
                </a:lnTo>
                <a:lnTo>
                  <a:pt x="873071" y="106572"/>
                </a:lnTo>
                <a:close/>
                <a:moveTo>
                  <a:pt x="731639" y="105684"/>
                </a:moveTo>
                <a:lnTo>
                  <a:pt x="732139" y="105684"/>
                </a:lnTo>
                <a:lnTo>
                  <a:pt x="732139" y="106572"/>
                </a:lnTo>
                <a:lnTo>
                  <a:pt x="731639" y="106572"/>
                </a:lnTo>
                <a:close/>
                <a:moveTo>
                  <a:pt x="874570" y="105684"/>
                </a:moveTo>
                <a:lnTo>
                  <a:pt x="875070" y="105684"/>
                </a:lnTo>
                <a:lnTo>
                  <a:pt x="875070" y="106572"/>
                </a:lnTo>
                <a:lnTo>
                  <a:pt x="874570" y="106572"/>
                </a:lnTo>
                <a:close/>
                <a:moveTo>
                  <a:pt x="930543" y="105684"/>
                </a:moveTo>
                <a:lnTo>
                  <a:pt x="931043" y="105684"/>
                </a:lnTo>
                <a:lnTo>
                  <a:pt x="931043" y="106572"/>
                </a:lnTo>
                <a:lnTo>
                  <a:pt x="930543" y="106572"/>
                </a:lnTo>
                <a:close/>
                <a:moveTo>
                  <a:pt x="740634" y="106572"/>
                </a:moveTo>
                <a:lnTo>
                  <a:pt x="741134" y="106572"/>
                </a:lnTo>
                <a:lnTo>
                  <a:pt x="741134" y="107460"/>
                </a:lnTo>
                <a:lnTo>
                  <a:pt x="740634" y="107460"/>
                </a:lnTo>
                <a:close/>
                <a:moveTo>
                  <a:pt x="814599" y="107460"/>
                </a:moveTo>
                <a:lnTo>
                  <a:pt x="815099" y="107460"/>
                </a:lnTo>
                <a:lnTo>
                  <a:pt x="815099" y="108348"/>
                </a:lnTo>
                <a:lnTo>
                  <a:pt x="814599" y="108348"/>
                </a:lnTo>
                <a:close/>
                <a:moveTo>
                  <a:pt x="743133" y="107460"/>
                </a:moveTo>
                <a:lnTo>
                  <a:pt x="743633" y="107460"/>
                </a:lnTo>
                <a:lnTo>
                  <a:pt x="743633" y="108348"/>
                </a:lnTo>
                <a:lnTo>
                  <a:pt x="743133" y="108348"/>
                </a:lnTo>
                <a:close/>
                <a:moveTo>
                  <a:pt x="944537" y="107460"/>
                </a:moveTo>
                <a:lnTo>
                  <a:pt x="945036" y="107460"/>
                </a:lnTo>
                <a:lnTo>
                  <a:pt x="945036" y="108348"/>
                </a:lnTo>
                <a:lnTo>
                  <a:pt x="944537" y="108348"/>
                </a:lnTo>
                <a:close/>
                <a:moveTo>
                  <a:pt x="830092" y="108348"/>
                </a:moveTo>
                <a:lnTo>
                  <a:pt x="830591" y="108348"/>
                </a:lnTo>
                <a:lnTo>
                  <a:pt x="830591" y="109236"/>
                </a:lnTo>
                <a:lnTo>
                  <a:pt x="830092" y="109236"/>
                </a:lnTo>
                <a:close/>
                <a:moveTo>
                  <a:pt x="816098" y="108348"/>
                </a:moveTo>
                <a:lnTo>
                  <a:pt x="816598" y="108348"/>
                </a:lnTo>
                <a:lnTo>
                  <a:pt x="816598" y="109236"/>
                </a:lnTo>
                <a:lnTo>
                  <a:pt x="816098" y="109236"/>
                </a:lnTo>
                <a:close/>
                <a:moveTo>
                  <a:pt x="878568" y="111901"/>
                </a:moveTo>
                <a:lnTo>
                  <a:pt x="879068" y="111901"/>
                </a:lnTo>
                <a:lnTo>
                  <a:pt x="879068" y="112789"/>
                </a:lnTo>
                <a:lnTo>
                  <a:pt x="878568" y="112789"/>
                </a:lnTo>
                <a:close/>
                <a:moveTo>
                  <a:pt x="866074" y="111901"/>
                </a:moveTo>
                <a:lnTo>
                  <a:pt x="866574" y="111901"/>
                </a:lnTo>
                <a:lnTo>
                  <a:pt x="866574" y="112789"/>
                </a:lnTo>
                <a:lnTo>
                  <a:pt x="866074" y="112789"/>
                </a:lnTo>
                <a:close/>
                <a:moveTo>
                  <a:pt x="818097" y="112789"/>
                </a:moveTo>
                <a:lnTo>
                  <a:pt x="818597" y="112789"/>
                </a:lnTo>
                <a:lnTo>
                  <a:pt x="818597" y="113677"/>
                </a:lnTo>
                <a:lnTo>
                  <a:pt x="818097" y="113677"/>
                </a:lnTo>
                <a:close/>
                <a:moveTo>
                  <a:pt x="879068" y="112789"/>
                </a:moveTo>
                <a:lnTo>
                  <a:pt x="879568" y="112789"/>
                </a:lnTo>
                <a:lnTo>
                  <a:pt x="879568" y="113677"/>
                </a:lnTo>
                <a:lnTo>
                  <a:pt x="879068" y="113677"/>
                </a:lnTo>
                <a:close/>
                <a:moveTo>
                  <a:pt x="817098" y="113677"/>
                </a:moveTo>
                <a:lnTo>
                  <a:pt x="818097" y="113677"/>
                </a:lnTo>
                <a:lnTo>
                  <a:pt x="818097" y="114565"/>
                </a:lnTo>
                <a:lnTo>
                  <a:pt x="817098" y="114565"/>
                </a:lnTo>
                <a:close/>
                <a:moveTo>
                  <a:pt x="760125" y="113677"/>
                </a:moveTo>
                <a:lnTo>
                  <a:pt x="760625" y="113677"/>
                </a:lnTo>
                <a:lnTo>
                  <a:pt x="760625" y="114565"/>
                </a:lnTo>
                <a:lnTo>
                  <a:pt x="760125" y="114565"/>
                </a:lnTo>
                <a:close/>
                <a:moveTo>
                  <a:pt x="814599" y="114565"/>
                </a:moveTo>
                <a:lnTo>
                  <a:pt x="815099" y="114565"/>
                </a:lnTo>
                <a:lnTo>
                  <a:pt x="815099" y="115453"/>
                </a:lnTo>
                <a:lnTo>
                  <a:pt x="814599" y="115453"/>
                </a:lnTo>
                <a:close/>
                <a:moveTo>
                  <a:pt x="855080" y="114565"/>
                </a:moveTo>
                <a:lnTo>
                  <a:pt x="855579" y="114565"/>
                </a:lnTo>
                <a:lnTo>
                  <a:pt x="855579" y="115453"/>
                </a:lnTo>
                <a:lnTo>
                  <a:pt x="855080" y="115453"/>
                </a:lnTo>
                <a:close/>
                <a:moveTo>
                  <a:pt x="841586" y="115453"/>
                </a:moveTo>
                <a:lnTo>
                  <a:pt x="842086" y="115453"/>
                </a:lnTo>
                <a:lnTo>
                  <a:pt x="842086" y="116341"/>
                </a:lnTo>
                <a:lnTo>
                  <a:pt x="841586" y="116341"/>
                </a:lnTo>
                <a:close/>
                <a:moveTo>
                  <a:pt x="874570" y="115453"/>
                </a:moveTo>
                <a:lnTo>
                  <a:pt x="875070" y="115453"/>
                </a:lnTo>
                <a:lnTo>
                  <a:pt x="875070" y="116341"/>
                </a:lnTo>
                <a:lnTo>
                  <a:pt x="874570" y="116341"/>
                </a:lnTo>
                <a:close/>
                <a:moveTo>
                  <a:pt x="816098" y="115453"/>
                </a:moveTo>
                <a:lnTo>
                  <a:pt x="816598" y="115453"/>
                </a:lnTo>
                <a:lnTo>
                  <a:pt x="816598" y="116341"/>
                </a:lnTo>
                <a:lnTo>
                  <a:pt x="816098" y="116341"/>
                </a:lnTo>
                <a:close/>
                <a:moveTo>
                  <a:pt x="826593" y="115453"/>
                </a:moveTo>
                <a:lnTo>
                  <a:pt x="827093" y="115453"/>
                </a:lnTo>
                <a:lnTo>
                  <a:pt x="827093" y="116341"/>
                </a:lnTo>
                <a:lnTo>
                  <a:pt x="826593" y="116341"/>
                </a:lnTo>
                <a:close/>
                <a:moveTo>
                  <a:pt x="854580" y="115453"/>
                </a:moveTo>
                <a:lnTo>
                  <a:pt x="855080" y="115453"/>
                </a:lnTo>
                <a:lnTo>
                  <a:pt x="855080" y="116341"/>
                </a:lnTo>
                <a:lnTo>
                  <a:pt x="854580" y="116341"/>
                </a:lnTo>
                <a:close/>
                <a:moveTo>
                  <a:pt x="840587" y="116341"/>
                </a:moveTo>
                <a:lnTo>
                  <a:pt x="841086" y="116341"/>
                </a:lnTo>
                <a:lnTo>
                  <a:pt x="841086" y="117229"/>
                </a:lnTo>
                <a:lnTo>
                  <a:pt x="840587" y="117229"/>
                </a:lnTo>
                <a:close/>
                <a:moveTo>
                  <a:pt x="824094" y="116341"/>
                </a:moveTo>
                <a:lnTo>
                  <a:pt x="824594" y="116341"/>
                </a:lnTo>
                <a:lnTo>
                  <a:pt x="824594" y="117229"/>
                </a:lnTo>
                <a:lnTo>
                  <a:pt x="824094" y="117229"/>
                </a:lnTo>
                <a:close/>
                <a:moveTo>
                  <a:pt x="856579" y="117229"/>
                </a:moveTo>
                <a:lnTo>
                  <a:pt x="857079" y="117229"/>
                </a:lnTo>
                <a:lnTo>
                  <a:pt x="857079" y="118117"/>
                </a:lnTo>
                <a:lnTo>
                  <a:pt x="856579" y="118117"/>
                </a:lnTo>
                <a:close/>
                <a:moveTo>
                  <a:pt x="843085" y="117229"/>
                </a:moveTo>
                <a:lnTo>
                  <a:pt x="843585" y="117229"/>
                </a:lnTo>
                <a:lnTo>
                  <a:pt x="843585" y="118117"/>
                </a:lnTo>
                <a:lnTo>
                  <a:pt x="843085" y="118117"/>
                </a:lnTo>
                <a:close/>
                <a:moveTo>
                  <a:pt x="810601" y="117229"/>
                </a:moveTo>
                <a:lnTo>
                  <a:pt x="811101" y="117229"/>
                </a:lnTo>
                <a:lnTo>
                  <a:pt x="811101" y="118117"/>
                </a:lnTo>
                <a:lnTo>
                  <a:pt x="810601" y="118117"/>
                </a:lnTo>
                <a:close/>
                <a:moveTo>
                  <a:pt x="733138" y="118117"/>
                </a:moveTo>
                <a:lnTo>
                  <a:pt x="733638" y="118117"/>
                </a:lnTo>
                <a:lnTo>
                  <a:pt x="733638" y="119005"/>
                </a:lnTo>
                <a:lnTo>
                  <a:pt x="733138" y="119005"/>
                </a:lnTo>
                <a:close/>
                <a:moveTo>
                  <a:pt x="817098" y="119005"/>
                </a:moveTo>
                <a:lnTo>
                  <a:pt x="817598" y="119005"/>
                </a:lnTo>
                <a:lnTo>
                  <a:pt x="817598" y="119893"/>
                </a:lnTo>
                <a:lnTo>
                  <a:pt x="817098" y="119893"/>
                </a:lnTo>
                <a:close/>
                <a:moveTo>
                  <a:pt x="838088" y="119005"/>
                </a:moveTo>
                <a:lnTo>
                  <a:pt x="838587" y="119005"/>
                </a:lnTo>
                <a:lnTo>
                  <a:pt x="838587" y="119893"/>
                </a:lnTo>
                <a:lnTo>
                  <a:pt x="838088" y="119893"/>
                </a:lnTo>
                <a:close/>
                <a:moveTo>
                  <a:pt x="852081" y="119893"/>
                </a:moveTo>
                <a:lnTo>
                  <a:pt x="852581" y="119893"/>
                </a:lnTo>
                <a:lnTo>
                  <a:pt x="852581" y="120782"/>
                </a:lnTo>
                <a:lnTo>
                  <a:pt x="852081" y="120782"/>
                </a:lnTo>
                <a:close/>
                <a:moveTo>
                  <a:pt x="737136" y="119893"/>
                </a:moveTo>
                <a:lnTo>
                  <a:pt x="737636" y="119893"/>
                </a:lnTo>
                <a:lnTo>
                  <a:pt x="737636" y="120782"/>
                </a:lnTo>
                <a:lnTo>
                  <a:pt x="737136" y="120782"/>
                </a:lnTo>
                <a:close/>
                <a:moveTo>
                  <a:pt x="727141" y="119893"/>
                </a:moveTo>
                <a:lnTo>
                  <a:pt x="727641" y="119893"/>
                </a:lnTo>
                <a:lnTo>
                  <a:pt x="727641" y="120782"/>
                </a:lnTo>
                <a:lnTo>
                  <a:pt x="727141" y="120782"/>
                </a:lnTo>
                <a:close/>
                <a:moveTo>
                  <a:pt x="853580" y="119893"/>
                </a:moveTo>
                <a:lnTo>
                  <a:pt x="854080" y="119893"/>
                </a:lnTo>
                <a:lnTo>
                  <a:pt x="854080" y="120782"/>
                </a:lnTo>
                <a:lnTo>
                  <a:pt x="853580" y="120782"/>
                </a:lnTo>
                <a:close/>
                <a:moveTo>
                  <a:pt x="946536" y="120782"/>
                </a:moveTo>
                <a:lnTo>
                  <a:pt x="947035" y="120782"/>
                </a:lnTo>
                <a:lnTo>
                  <a:pt x="947035" y="121670"/>
                </a:lnTo>
                <a:lnTo>
                  <a:pt x="946536" y="121670"/>
                </a:lnTo>
                <a:close/>
                <a:moveTo>
                  <a:pt x="919049" y="122558"/>
                </a:moveTo>
                <a:lnTo>
                  <a:pt x="919549" y="122558"/>
                </a:lnTo>
                <a:lnTo>
                  <a:pt x="919549" y="123446"/>
                </a:lnTo>
                <a:lnTo>
                  <a:pt x="919049" y="123446"/>
                </a:lnTo>
                <a:close/>
                <a:moveTo>
                  <a:pt x="729640" y="122558"/>
                </a:moveTo>
                <a:lnTo>
                  <a:pt x="730140" y="122558"/>
                </a:lnTo>
                <a:lnTo>
                  <a:pt x="730140" y="123446"/>
                </a:lnTo>
                <a:lnTo>
                  <a:pt x="729640" y="123446"/>
                </a:lnTo>
                <a:close/>
                <a:moveTo>
                  <a:pt x="927045" y="124334"/>
                </a:moveTo>
                <a:lnTo>
                  <a:pt x="927545" y="124334"/>
                </a:lnTo>
                <a:lnTo>
                  <a:pt x="927545" y="125222"/>
                </a:lnTo>
                <a:lnTo>
                  <a:pt x="927045" y="125222"/>
                </a:lnTo>
                <a:close/>
                <a:moveTo>
                  <a:pt x="919549" y="125222"/>
                </a:moveTo>
                <a:lnTo>
                  <a:pt x="920048" y="125222"/>
                </a:lnTo>
                <a:lnTo>
                  <a:pt x="920048" y="126110"/>
                </a:lnTo>
                <a:lnTo>
                  <a:pt x="919549" y="126110"/>
                </a:lnTo>
                <a:close/>
                <a:moveTo>
                  <a:pt x="960029" y="128774"/>
                </a:moveTo>
                <a:lnTo>
                  <a:pt x="960529" y="128774"/>
                </a:lnTo>
                <a:lnTo>
                  <a:pt x="960529" y="129663"/>
                </a:lnTo>
                <a:lnTo>
                  <a:pt x="960029" y="129663"/>
                </a:lnTo>
                <a:close/>
                <a:moveTo>
                  <a:pt x="960529" y="130551"/>
                </a:moveTo>
                <a:lnTo>
                  <a:pt x="961029" y="130551"/>
                </a:lnTo>
                <a:lnTo>
                  <a:pt x="961029" y="131439"/>
                </a:lnTo>
                <a:lnTo>
                  <a:pt x="960529" y="131439"/>
                </a:lnTo>
                <a:close/>
                <a:moveTo>
                  <a:pt x="750630" y="134103"/>
                </a:moveTo>
                <a:lnTo>
                  <a:pt x="751129" y="134103"/>
                </a:lnTo>
                <a:lnTo>
                  <a:pt x="751129" y="134991"/>
                </a:lnTo>
                <a:lnTo>
                  <a:pt x="750630" y="134991"/>
                </a:lnTo>
                <a:close/>
                <a:moveTo>
                  <a:pt x="745132" y="134991"/>
                </a:moveTo>
                <a:lnTo>
                  <a:pt x="745632" y="134991"/>
                </a:lnTo>
                <a:lnTo>
                  <a:pt x="745632" y="135879"/>
                </a:lnTo>
                <a:lnTo>
                  <a:pt x="745132" y="135879"/>
                </a:lnTo>
                <a:close/>
                <a:moveTo>
                  <a:pt x="726641" y="134991"/>
                </a:moveTo>
                <a:lnTo>
                  <a:pt x="727141" y="134991"/>
                </a:lnTo>
                <a:lnTo>
                  <a:pt x="727141" y="135879"/>
                </a:lnTo>
                <a:lnTo>
                  <a:pt x="726641" y="135879"/>
                </a:lnTo>
                <a:close/>
                <a:moveTo>
                  <a:pt x="722143" y="135879"/>
                </a:moveTo>
                <a:lnTo>
                  <a:pt x="722643" y="135879"/>
                </a:lnTo>
                <a:lnTo>
                  <a:pt x="722643" y="136767"/>
                </a:lnTo>
                <a:lnTo>
                  <a:pt x="722143" y="136767"/>
                </a:lnTo>
                <a:close/>
                <a:moveTo>
                  <a:pt x="865075" y="135879"/>
                </a:moveTo>
                <a:lnTo>
                  <a:pt x="865575" y="135879"/>
                </a:lnTo>
                <a:lnTo>
                  <a:pt x="865575" y="136767"/>
                </a:lnTo>
                <a:lnTo>
                  <a:pt x="865075" y="136767"/>
                </a:lnTo>
                <a:close/>
                <a:moveTo>
                  <a:pt x="723643" y="135879"/>
                </a:moveTo>
                <a:lnTo>
                  <a:pt x="724142" y="135879"/>
                </a:lnTo>
                <a:lnTo>
                  <a:pt x="724142" y="136767"/>
                </a:lnTo>
                <a:lnTo>
                  <a:pt x="723643" y="136767"/>
                </a:lnTo>
                <a:close/>
                <a:moveTo>
                  <a:pt x="970024" y="136767"/>
                </a:moveTo>
                <a:lnTo>
                  <a:pt x="970524" y="136767"/>
                </a:lnTo>
                <a:lnTo>
                  <a:pt x="970524" y="137655"/>
                </a:lnTo>
                <a:lnTo>
                  <a:pt x="970024" y="137655"/>
                </a:lnTo>
                <a:close/>
                <a:moveTo>
                  <a:pt x="746132" y="136767"/>
                </a:moveTo>
                <a:lnTo>
                  <a:pt x="746632" y="136767"/>
                </a:lnTo>
                <a:lnTo>
                  <a:pt x="746632" y="137655"/>
                </a:lnTo>
                <a:lnTo>
                  <a:pt x="746132" y="137655"/>
                </a:lnTo>
                <a:close/>
                <a:moveTo>
                  <a:pt x="772619" y="136767"/>
                </a:moveTo>
                <a:lnTo>
                  <a:pt x="773119" y="136767"/>
                </a:lnTo>
                <a:lnTo>
                  <a:pt x="773119" y="137655"/>
                </a:lnTo>
                <a:lnTo>
                  <a:pt x="772619" y="137655"/>
                </a:lnTo>
                <a:close/>
                <a:moveTo>
                  <a:pt x="770620" y="137655"/>
                </a:moveTo>
                <a:lnTo>
                  <a:pt x="771120" y="137655"/>
                </a:lnTo>
                <a:lnTo>
                  <a:pt x="771120" y="138544"/>
                </a:lnTo>
                <a:lnTo>
                  <a:pt x="770620" y="138544"/>
                </a:lnTo>
                <a:close/>
                <a:moveTo>
                  <a:pt x="752629" y="137655"/>
                </a:moveTo>
                <a:lnTo>
                  <a:pt x="753129" y="137655"/>
                </a:lnTo>
                <a:lnTo>
                  <a:pt x="753129" y="138544"/>
                </a:lnTo>
                <a:lnTo>
                  <a:pt x="752629" y="138544"/>
                </a:lnTo>
                <a:close/>
                <a:moveTo>
                  <a:pt x="748131" y="137655"/>
                </a:moveTo>
                <a:lnTo>
                  <a:pt x="748631" y="137655"/>
                </a:lnTo>
                <a:lnTo>
                  <a:pt x="748631" y="138544"/>
                </a:lnTo>
                <a:lnTo>
                  <a:pt x="748131" y="138544"/>
                </a:lnTo>
                <a:close/>
                <a:moveTo>
                  <a:pt x="765123" y="138544"/>
                </a:moveTo>
                <a:lnTo>
                  <a:pt x="765623" y="138544"/>
                </a:lnTo>
                <a:lnTo>
                  <a:pt x="765623" y="139432"/>
                </a:lnTo>
                <a:lnTo>
                  <a:pt x="765123" y="139432"/>
                </a:lnTo>
                <a:close/>
                <a:moveTo>
                  <a:pt x="860577" y="138544"/>
                </a:moveTo>
                <a:lnTo>
                  <a:pt x="861077" y="138544"/>
                </a:lnTo>
                <a:lnTo>
                  <a:pt x="861077" y="139432"/>
                </a:lnTo>
                <a:lnTo>
                  <a:pt x="860577" y="139432"/>
                </a:lnTo>
                <a:close/>
                <a:moveTo>
                  <a:pt x="725142" y="138544"/>
                </a:moveTo>
                <a:lnTo>
                  <a:pt x="725642" y="138544"/>
                </a:lnTo>
                <a:lnTo>
                  <a:pt x="725642" y="139432"/>
                </a:lnTo>
                <a:lnTo>
                  <a:pt x="725142" y="139432"/>
                </a:lnTo>
                <a:close/>
                <a:moveTo>
                  <a:pt x="738136" y="138544"/>
                </a:moveTo>
                <a:lnTo>
                  <a:pt x="738635" y="138544"/>
                </a:lnTo>
                <a:lnTo>
                  <a:pt x="738635" y="139432"/>
                </a:lnTo>
                <a:lnTo>
                  <a:pt x="738136" y="139432"/>
                </a:lnTo>
                <a:close/>
                <a:moveTo>
                  <a:pt x="828093" y="139432"/>
                </a:moveTo>
                <a:lnTo>
                  <a:pt x="828592" y="139432"/>
                </a:lnTo>
                <a:lnTo>
                  <a:pt x="828592" y="140320"/>
                </a:lnTo>
                <a:lnTo>
                  <a:pt x="828093" y="140320"/>
                </a:lnTo>
                <a:close/>
                <a:moveTo>
                  <a:pt x="736137" y="139432"/>
                </a:moveTo>
                <a:lnTo>
                  <a:pt x="736636" y="139432"/>
                </a:lnTo>
                <a:lnTo>
                  <a:pt x="736636" y="140320"/>
                </a:lnTo>
                <a:lnTo>
                  <a:pt x="736137" y="140320"/>
                </a:lnTo>
                <a:close/>
                <a:moveTo>
                  <a:pt x="748131" y="139432"/>
                </a:moveTo>
                <a:lnTo>
                  <a:pt x="748631" y="139432"/>
                </a:lnTo>
                <a:lnTo>
                  <a:pt x="748631" y="140320"/>
                </a:lnTo>
                <a:lnTo>
                  <a:pt x="748131" y="140320"/>
                </a:lnTo>
                <a:close/>
                <a:moveTo>
                  <a:pt x="833090" y="139432"/>
                </a:moveTo>
                <a:lnTo>
                  <a:pt x="833590" y="139432"/>
                </a:lnTo>
                <a:lnTo>
                  <a:pt x="833590" y="140320"/>
                </a:lnTo>
                <a:lnTo>
                  <a:pt x="833090" y="140320"/>
                </a:lnTo>
                <a:close/>
                <a:moveTo>
                  <a:pt x="720644" y="139432"/>
                </a:moveTo>
                <a:lnTo>
                  <a:pt x="721144" y="139432"/>
                </a:lnTo>
                <a:lnTo>
                  <a:pt x="721144" y="140320"/>
                </a:lnTo>
                <a:lnTo>
                  <a:pt x="720644" y="140320"/>
                </a:lnTo>
                <a:close/>
                <a:moveTo>
                  <a:pt x="734138" y="139432"/>
                </a:moveTo>
                <a:lnTo>
                  <a:pt x="734637" y="139432"/>
                </a:lnTo>
                <a:lnTo>
                  <a:pt x="734637" y="140320"/>
                </a:lnTo>
                <a:lnTo>
                  <a:pt x="734138" y="140320"/>
                </a:lnTo>
                <a:close/>
                <a:moveTo>
                  <a:pt x="829092" y="139432"/>
                </a:moveTo>
                <a:lnTo>
                  <a:pt x="829592" y="139432"/>
                </a:lnTo>
                <a:lnTo>
                  <a:pt x="829592" y="140320"/>
                </a:lnTo>
                <a:lnTo>
                  <a:pt x="829092" y="140320"/>
                </a:lnTo>
                <a:close/>
                <a:moveTo>
                  <a:pt x="758126" y="141208"/>
                </a:moveTo>
                <a:lnTo>
                  <a:pt x="758626" y="141208"/>
                </a:lnTo>
                <a:lnTo>
                  <a:pt x="758626" y="142096"/>
                </a:lnTo>
                <a:lnTo>
                  <a:pt x="758126" y="142096"/>
                </a:lnTo>
                <a:close/>
                <a:moveTo>
                  <a:pt x="868073" y="141208"/>
                </a:moveTo>
                <a:lnTo>
                  <a:pt x="868573" y="141208"/>
                </a:lnTo>
                <a:lnTo>
                  <a:pt x="868573" y="142096"/>
                </a:lnTo>
                <a:lnTo>
                  <a:pt x="868073" y="142096"/>
                </a:lnTo>
                <a:close/>
                <a:moveTo>
                  <a:pt x="762124" y="141208"/>
                </a:moveTo>
                <a:lnTo>
                  <a:pt x="762624" y="141208"/>
                </a:lnTo>
                <a:lnTo>
                  <a:pt x="762624" y="142096"/>
                </a:lnTo>
                <a:lnTo>
                  <a:pt x="762124" y="142096"/>
                </a:lnTo>
                <a:close/>
                <a:moveTo>
                  <a:pt x="738136" y="141208"/>
                </a:moveTo>
                <a:lnTo>
                  <a:pt x="738635" y="141208"/>
                </a:lnTo>
                <a:lnTo>
                  <a:pt x="738635" y="142096"/>
                </a:lnTo>
                <a:lnTo>
                  <a:pt x="738136" y="142096"/>
                </a:lnTo>
                <a:close/>
                <a:moveTo>
                  <a:pt x="844085" y="142096"/>
                </a:moveTo>
                <a:lnTo>
                  <a:pt x="844585" y="142096"/>
                </a:lnTo>
                <a:lnTo>
                  <a:pt x="844585" y="142984"/>
                </a:lnTo>
                <a:lnTo>
                  <a:pt x="844085" y="142984"/>
                </a:lnTo>
                <a:close/>
                <a:moveTo>
                  <a:pt x="740135" y="142096"/>
                </a:moveTo>
                <a:lnTo>
                  <a:pt x="740634" y="142096"/>
                </a:lnTo>
                <a:lnTo>
                  <a:pt x="740634" y="142984"/>
                </a:lnTo>
                <a:lnTo>
                  <a:pt x="740135" y="142984"/>
                </a:lnTo>
                <a:close/>
                <a:moveTo>
                  <a:pt x="780615" y="142984"/>
                </a:moveTo>
                <a:lnTo>
                  <a:pt x="781115" y="142984"/>
                </a:lnTo>
                <a:lnTo>
                  <a:pt x="781115" y="143872"/>
                </a:lnTo>
                <a:lnTo>
                  <a:pt x="780615" y="143872"/>
                </a:lnTo>
                <a:close/>
                <a:moveTo>
                  <a:pt x="845584" y="142984"/>
                </a:moveTo>
                <a:lnTo>
                  <a:pt x="846084" y="142984"/>
                </a:lnTo>
                <a:lnTo>
                  <a:pt x="846084" y="143872"/>
                </a:lnTo>
                <a:lnTo>
                  <a:pt x="845584" y="143872"/>
                </a:lnTo>
                <a:close/>
                <a:moveTo>
                  <a:pt x="722143" y="143872"/>
                </a:moveTo>
                <a:lnTo>
                  <a:pt x="722643" y="143872"/>
                </a:lnTo>
                <a:lnTo>
                  <a:pt x="722643" y="144760"/>
                </a:lnTo>
                <a:lnTo>
                  <a:pt x="722143" y="144760"/>
                </a:lnTo>
                <a:close/>
                <a:moveTo>
                  <a:pt x="738136" y="143872"/>
                </a:moveTo>
                <a:lnTo>
                  <a:pt x="738635" y="143872"/>
                </a:lnTo>
                <a:lnTo>
                  <a:pt x="738635" y="144760"/>
                </a:lnTo>
                <a:lnTo>
                  <a:pt x="738136" y="144760"/>
                </a:lnTo>
                <a:close/>
                <a:moveTo>
                  <a:pt x="772119" y="143872"/>
                </a:moveTo>
                <a:lnTo>
                  <a:pt x="772619" y="143872"/>
                </a:lnTo>
                <a:lnTo>
                  <a:pt x="772619" y="144760"/>
                </a:lnTo>
                <a:lnTo>
                  <a:pt x="772119" y="144760"/>
                </a:lnTo>
                <a:close/>
                <a:moveTo>
                  <a:pt x="868573" y="144760"/>
                </a:moveTo>
                <a:lnTo>
                  <a:pt x="869073" y="144760"/>
                </a:lnTo>
                <a:lnTo>
                  <a:pt x="869073" y="145648"/>
                </a:lnTo>
                <a:lnTo>
                  <a:pt x="868573" y="145648"/>
                </a:lnTo>
                <a:close/>
                <a:moveTo>
                  <a:pt x="740135" y="145648"/>
                </a:moveTo>
                <a:lnTo>
                  <a:pt x="740634" y="145648"/>
                </a:lnTo>
                <a:lnTo>
                  <a:pt x="740634" y="146536"/>
                </a:lnTo>
                <a:lnTo>
                  <a:pt x="740135" y="146536"/>
                </a:lnTo>
                <a:close/>
                <a:moveTo>
                  <a:pt x="965527" y="146536"/>
                </a:moveTo>
                <a:lnTo>
                  <a:pt x="966026" y="146536"/>
                </a:lnTo>
                <a:lnTo>
                  <a:pt x="966026" y="147425"/>
                </a:lnTo>
                <a:lnTo>
                  <a:pt x="965527" y="147425"/>
                </a:lnTo>
                <a:close/>
                <a:moveTo>
                  <a:pt x="845584" y="146536"/>
                </a:moveTo>
                <a:lnTo>
                  <a:pt x="846084" y="146536"/>
                </a:lnTo>
                <a:lnTo>
                  <a:pt x="846084" y="147425"/>
                </a:lnTo>
                <a:lnTo>
                  <a:pt x="845584" y="147425"/>
                </a:lnTo>
                <a:close/>
                <a:moveTo>
                  <a:pt x="722143" y="146536"/>
                </a:moveTo>
                <a:lnTo>
                  <a:pt x="722643" y="146536"/>
                </a:lnTo>
                <a:lnTo>
                  <a:pt x="722643" y="147425"/>
                </a:lnTo>
                <a:lnTo>
                  <a:pt x="722143" y="147425"/>
                </a:lnTo>
                <a:close/>
                <a:moveTo>
                  <a:pt x="766122" y="146536"/>
                </a:moveTo>
                <a:lnTo>
                  <a:pt x="766622" y="146536"/>
                </a:lnTo>
                <a:lnTo>
                  <a:pt x="766622" y="147425"/>
                </a:lnTo>
                <a:lnTo>
                  <a:pt x="766122" y="147425"/>
                </a:lnTo>
                <a:close/>
                <a:moveTo>
                  <a:pt x="866074" y="146536"/>
                </a:moveTo>
                <a:lnTo>
                  <a:pt x="866574" y="146536"/>
                </a:lnTo>
                <a:lnTo>
                  <a:pt x="866574" y="147425"/>
                </a:lnTo>
                <a:lnTo>
                  <a:pt x="866074" y="147425"/>
                </a:lnTo>
                <a:close/>
                <a:moveTo>
                  <a:pt x="928544" y="146536"/>
                </a:moveTo>
                <a:lnTo>
                  <a:pt x="929044" y="146536"/>
                </a:lnTo>
                <a:lnTo>
                  <a:pt x="929044" y="147425"/>
                </a:lnTo>
                <a:lnTo>
                  <a:pt x="928544" y="147425"/>
                </a:lnTo>
                <a:close/>
                <a:moveTo>
                  <a:pt x="940039" y="146536"/>
                </a:moveTo>
                <a:lnTo>
                  <a:pt x="940539" y="146536"/>
                </a:lnTo>
                <a:lnTo>
                  <a:pt x="940539" y="147425"/>
                </a:lnTo>
                <a:lnTo>
                  <a:pt x="940039" y="147425"/>
                </a:lnTo>
                <a:close/>
                <a:moveTo>
                  <a:pt x="970024" y="147425"/>
                </a:moveTo>
                <a:lnTo>
                  <a:pt x="970524" y="147425"/>
                </a:lnTo>
                <a:lnTo>
                  <a:pt x="970524" y="148313"/>
                </a:lnTo>
                <a:lnTo>
                  <a:pt x="970024" y="148313"/>
                </a:lnTo>
                <a:close/>
                <a:moveTo>
                  <a:pt x="928045" y="147425"/>
                </a:moveTo>
                <a:lnTo>
                  <a:pt x="928544" y="147425"/>
                </a:lnTo>
                <a:lnTo>
                  <a:pt x="928544" y="148313"/>
                </a:lnTo>
                <a:lnTo>
                  <a:pt x="928045" y="148313"/>
                </a:lnTo>
                <a:close/>
                <a:moveTo>
                  <a:pt x="944537" y="147425"/>
                </a:moveTo>
                <a:lnTo>
                  <a:pt x="945036" y="147425"/>
                </a:lnTo>
                <a:lnTo>
                  <a:pt x="945036" y="148313"/>
                </a:lnTo>
                <a:lnTo>
                  <a:pt x="944537" y="148313"/>
                </a:lnTo>
                <a:close/>
                <a:moveTo>
                  <a:pt x="903057" y="147425"/>
                </a:moveTo>
                <a:lnTo>
                  <a:pt x="903556" y="147425"/>
                </a:lnTo>
                <a:lnTo>
                  <a:pt x="903556" y="148313"/>
                </a:lnTo>
                <a:lnTo>
                  <a:pt x="903057" y="148313"/>
                </a:lnTo>
                <a:close/>
                <a:moveTo>
                  <a:pt x="778117" y="148313"/>
                </a:moveTo>
                <a:lnTo>
                  <a:pt x="778616" y="148313"/>
                </a:lnTo>
                <a:lnTo>
                  <a:pt x="778616" y="149201"/>
                </a:lnTo>
                <a:lnTo>
                  <a:pt x="778117" y="149201"/>
                </a:lnTo>
                <a:close/>
                <a:moveTo>
                  <a:pt x="952533" y="148313"/>
                </a:moveTo>
                <a:lnTo>
                  <a:pt x="953033" y="148313"/>
                </a:lnTo>
                <a:lnTo>
                  <a:pt x="953033" y="149201"/>
                </a:lnTo>
                <a:lnTo>
                  <a:pt x="952533" y="149201"/>
                </a:lnTo>
                <a:close/>
                <a:moveTo>
                  <a:pt x="862576" y="148313"/>
                </a:moveTo>
                <a:lnTo>
                  <a:pt x="863076" y="148313"/>
                </a:lnTo>
                <a:lnTo>
                  <a:pt x="863076" y="149201"/>
                </a:lnTo>
                <a:lnTo>
                  <a:pt x="862576" y="149201"/>
                </a:lnTo>
                <a:close/>
                <a:moveTo>
                  <a:pt x="753628" y="148313"/>
                </a:moveTo>
                <a:lnTo>
                  <a:pt x="754128" y="148313"/>
                </a:lnTo>
                <a:lnTo>
                  <a:pt x="754128" y="149201"/>
                </a:lnTo>
                <a:lnTo>
                  <a:pt x="753628" y="149201"/>
                </a:lnTo>
                <a:close/>
                <a:moveTo>
                  <a:pt x="744133" y="149201"/>
                </a:moveTo>
                <a:lnTo>
                  <a:pt x="744633" y="149201"/>
                </a:lnTo>
                <a:lnTo>
                  <a:pt x="744633" y="150089"/>
                </a:lnTo>
                <a:lnTo>
                  <a:pt x="744133" y="150089"/>
                </a:lnTo>
                <a:close/>
                <a:moveTo>
                  <a:pt x="916050" y="149201"/>
                </a:moveTo>
                <a:lnTo>
                  <a:pt x="916550" y="149201"/>
                </a:lnTo>
                <a:lnTo>
                  <a:pt x="916550" y="150089"/>
                </a:lnTo>
                <a:lnTo>
                  <a:pt x="916050" y="150089"/>
                </a:lnTo>
                <a:close/>
                <a:moveTo>
                  <a:pt x="777617" y="149201"/>
                </a:moveTo>
                <a:lnTo>
                  <a:pt x="778117" y="149201"/>
                </a:lnTo>
                <a:lnTo>
                  <a:pt x="778117" y="150089"/>
                </a:lnTo>
                <a:lnTo>
                  <a:pt x="777617" y="150089"/>
                </a:lnTo>
                <a:close/>
                <a:moveTo>
                  <a:pt x="950034" y="149201"/>
                </a:moveTo>
                <a:lnTo>
                  <a:pt x="950534" y="149201"/>
                </a:lnTo>
                <a:lnTo>
                  <a:pt x="950534" y="150089"/>
                </a:lnTo>
                <a:lnTo>
                  <a:pt x="950034" y="150089"/>
                </a:lnTo>
                <a:close/>
                <a:moveTo>
                  <a:pt x="760125" y="148313"/>
                </a:moveTo>
                <a:lnTo>
                  <a:pt x="760625" y="148313"/>
                </a:lnTo>
                <a:lnTo>
                  <a:pt x="760625" y="150089"/>
                </a:lnTo>
                <a:lnTo>
                  <a:pt x="760125" y="150089"/>
                </a:lnTo>
                <a:close/>
                <a:moveTo>
                  <a:pt x="966026" y="149201"/>
                </a:moveTo>
                <a:lnTo>
                  <a:pt x="966526" y="149201"/>
                </a:lnTo>
                <a:lnTo>
                  <a:pt x="966526" y="150089"/>
                </a:lnTo>
                <a:lnTo>
                  <a:pt x="966026" y="150089"/>
                </a:lnTo>
                <a:close/>
                <a:moveTo>
                  <a:pt x="851081" y="150089"/>
                </a:moveTo>
                <a:lnTo>
                  <a:pt x="851581" y="150089"/>
                </a:lnTo>
                <a:lnTo>
                  <a:pt x="851581" y="150977"/>
                </a:lnTo>
                <a:lnTo>
                  <a:pt x="851081" y="150977"/>
                </a:lnTo>
                <a:close/>
                <a:moveTo>
                  <a:pt x="896060" y="150089"/>
                </a:moveTo>
                <a:lnTo>
                  <a:pt x="896560" y="150089"/>
                </a:lnTo>
                <a:lnTo>
                  <a:pt x="896560" y="150977"/>
                </a:lnTo>
                <a:lnTo>
                  <a:pt x="896060" y="150977"/>
                </a:lnTo>
                <a:close/>
                <a:moveTo>
                  <a:pt x="766122" y="150089"/>
                </a:moveTo>
                <a:lnTo>
                  <a:pt x="766622" y="150089"/>
                </a:lnTo>
                <a:lnTo>
                  <a:pt x="766622" y="150977"/>
                </a:lnTo>
                <a:lnTo>
                  <a:pt x="766122" y="150977"/>
                </a:lnTo>
                <a:close/>
                <a:moveTo>
                  <a:pt x="950534" y="150089"/>
                </a:moveTo>
                <a:lnTo>
                  <a:pt x="951034" y="150089"/>
                </a:lnTo>
                <a:lnTo>
                  <a:pt x="951034" y="150977"/>
                </a:lnTo>
                <a:lnTo>
                  <a:pt x="950534" y="150977"/>
                </a:lnTo>
                <a:close/>
                <a:moveTo>
                  <a:pt x="903556" y="150089"/>
                </a:moveTo>
                <a:lnTo>
                  <a:pt x="904056" y="150089"/>
                </a:lnTo>
                <a:lnTo>
                  <a:pt x="904056" y="150977"/>
                </a:lnTo>
                <a:lnTo>
                  <a:pt x="903556" y="150977"/>
                </a:lnTo>
                <a:close/>
                <a:moveTo>
                  <a:pt x="739635" y="150089"/>
                </a:moveTo>
                <a:lnTo>
                  <a:pt x="740135" y="150089"/>
                </a:lnTo>
                <a:lnTo>
                  <a:pt x="740135" y="150977"/>
                </a:lnTo>
                <a:lnTo>
                  <a:pt x="739635" y="150977"/>
                </a:lnTo>
                <a:close/>
                <a:moveTo>
                  <a:pt x="729640" y="150089"/>
                </a:moveTo>
                <a:lnTo>
                  <a:pt x="730140" y="150089"/>
                </a:lnTo>
                <a:lnTo>
                  <a:pt x="730140" y="150977"/>
                </a:lnTo>
                <a:lnTo>
                  <a:pt x="729640" y="150977"/>
                </a:lnTo>
                <a:close/>
                <a:moveTo>
                  <a:pt x="931043" y="150089"/>
                </a:moveTo>
                <a:lnTo>
                  <a:pt x="931543" y="150089"/>
                </a:lnTo>
                <a:lnTo>
                  <a:pt x="931543" y="150977"/>
                </a:lnTo>
                <a:lnTo>
                  <a:pt x="931043" y="150977"/>
                </a:lnTo>
                <a:close/>
                <a:moveTo>
                  <a:pt x="933042" y="150089"/>
                </a:moveTo>
                <a:lnTo>
                  <a:pt x="933542" y="150089"/>
                </a:lnTo>
                <a:lnTo>
                  <a:pt x="933542" y="150977"/>
                </a:lnTo>
                <a:lnTo>
                  <a:pt x="933042" y="150977"/>
                </a:lnTo>
                <a:close/>
                <a:moveTo>
                  <a:pt x="856579" y="150977"/>
                </a:moveTo>
                <a:lnTo>
                  <a:pt x="857079" y="150977"/>
                </a:lnTo>
                <a:lnTo>
                  <a:pt x="857079" y="151865"/>
                </a:lnTo>
                <a:lnTo>
                  <a:pt x="856579" y="151865"/>
                </a:lnTo>
                <a:close/>
                <a:moveTo>
                  <a:pt x="757626" y="151865"/>
                </a:moveTo>
                <a:lnTo>
                  <a:pt x="758126" y="151865"/>
                </a:lnTo>
                <a:lnTo>
                  <a:pt x="758126" y="152753"/>
                </a:lnTo>
                <a:lnTo>
                  <a:pt x="757626" y="152753"/>
                </a:lnTo>
                <a:close/>
                <a:moveTo>
                  <a:pt x="902557" y="151865"/>
                </a:moveTo>
                <a:lnTo>
                  <a:pt x="903057" y="151865"/>
                </a:lnTo>
                <a:lnTo>
                  <a:pt x="903057" y="152753"/>
                </a:lnTo>
                <a:lnTo>
                  <a:pt x="902557" y="152753"/>
                </a:lnTo>
                <a:close/>
                <a:moveTo>
                  <a:pt x="922047" y="151865"/>
                </a:moveTo>
                <a:lnTo>
                  <a:pt x="922547" y="151865"/>
                </a:lnTo>
                <a:lnTo>
                  <a:pt x="922547" y="152753"/>
                </a:lnTo>
                <a:lnTo>
                  <a:pt x="922047" y="152753"/>
                </a:lnTo>
                <a:close/>
                <a:moveTo>
                  <a:pt x="909553" y="151865"/>
                </a:moveTo>
                <a:lnTo>
                  <a:pt x="910053" y="151865"/>
                </a:lnTo>
                <a:lnTo>
                  <a:pt x="910053" y="152753"/>
                </a:lnTo>
                <a:lnTo>
                  <a:pt x="909553" y="152753"/>
                </a:lnTo>
                <a:close/>
                <a:moveTo>
                  <a:pt x="961029" y="152753"/>
                </a:moveTo>
                <a:lnTo>
                  <a:pt x="961528" y="152753"/>
                </a:lnTo>
                <a:lnTo>
                  <a:pt x="961528" y="153641"/>
                </a:lnTo>
                <a:lnTo>
                  <a:pt x="961029" y="153641"/>
                </a:lnTo>
                <a:close/>
                <a:moveTo>
                  <a:pt x="925546" y="152753"/>
                </a:moveTo>
                <a:lnTo>
                  <a:pt x="926046" y="152753"/>
                </a:lnTo>
                <a:lnTo>
                  <a:pt x="926046" y="153641"/>
                </a:lnTo>
                <a:lnTo>
                  <a:pt x="925546" y="153641"/>
                </a:lnTo>
                <a:close/>
                <a:moveTo>
                  <a:pt x="915051" y="153641"/>
                </a:moveTo>
                <a:lnTo>
                  <a:pt x="915551" y="153641"/>
                </a:lnTo>
                <a:lnTo>
                  <a:pt x="915551" y="154529"/>
                </a:lnTo>
                <a:lnTo>
                  <a:pt x="915051" y="154529"/>
                </a:lnTo>
                <a:close/>
                <a:moveTo>
                  <a:pt x="914051" y="153641"/>
                </a:moveTo>
                <a:lnTo>
                  <a:pt x="914551" y="153641"/>
                </a:lnTo>
                <a:lnTo>
                  <a:pt x="914551" y="154529"/>
                </a:lnTo>
                <a:lnTo>
                  <a:pt x="914051" y="154529"/>
                </a:lnTo>
                <a:close/>
                <a:moveTo>
                  <a:pt x="900058" y="152753"/>
                </a:moveTo>
                <a:lnTo>
                  <a:pt x="900558" y="152753"/>
                </a:lnTo>
                <a:lnTo>
                  <a:pt x="900558" y="154529"/>
                </a:lnTo>
                <a:lnTo>
                  <a:pt x="900058" y="154529"/>
                </a:lnTo>
                <a:close/>
                <a:moveTo>
                  <a:pt x="903057" y="153641"/>
                </a:moveTo>
                <a:lnTo>
                  <a:pt x="903556" y="153641"/>
                </a:lnTo>
                <a:lnTo>
                  <a:pt x="903556" y="154529"/>
                </a:lnTo>
                <a:lnTo>
                  <a:pt x="903057" y="154529"/>
                </a:lnTo>
                <a:close/>
                <a:moveTo>
                  <a:pt x="935041" y="152753"/>
                </a:moveTo>
                <a:lnTo>
                  <a:pt x="935541" y="152753"/>
                </a:lnTo>
                <a:lnTo>
                  <a:pt x="935541" y="154529"/>
                </a:lnTo>
                <a:lnTo>
                  <a:pt x="935041" y="154529"/>
                </a:lnTo>
                <a:close/>
                <a:moveTo>
                  <a:pt x="929044" y="153641"/>
                </a:moveTo>
                <a:lnTo>
                  <a:pt x="929544" y="153641"/>
                </a:lnTo>
                <a:lnTo>
                  <a:pt x="929544" y="154529"/>
                </a:lnTo>
                <a:lnTo>
                  <a:pt x="929044" y="154529"/>
                </a:lnTo>
                <a:close/>
                <a:moveTo>
                  <a:pt x="916550" y="153641"/>
                </a:moveTo>
                <a:lnTo>
                  <a:pt x="917050" y="153641"/>
                </a:lnTo>
                <a:lnTo>
                  <a:pt x="917050" y="154529"/>
                </a:lnTo>
                <a:lnTo>
                  <a:pt x="916550" y="154529"/>
                </a:lnTo>
                <a:close/>
                <a:moveTo>
                  <a:pt x="909553" y="153641"/>
                </a:moveTo>
                <a:lnTo>
                  <a:pt x="910053" y="153641"/>
                </a:lnTo>
                <a:lnTo>
                  <a:pt x="910053" y="154529"/>
                </a:lnTo>
                <a:lnTo>
                  <a:pt x="909553" y="154529"/>
                </a:lnTo>
                <a:close/>
                <a:moveTo>
                  <a:pt x="951034" y="153641"/>
                </a:moveTo>
                <a:lnTo>
                  <a:pt x="951533" y="153641"/>
                </a:lnTo>
                <a:lnTo>
                  <a:pt x="951533" y="154529"/>
                </a:lnTo>
                <a:lnTo>
                  <a:pt x="951034" y="154529"/>
                </a:lnTo>
                <a:close/>
                <a:moveTo>
                  <a:pt x="941038" y="153641"/>
                </a:moveTo>
                <a:lnTo>
                  <a:pt x="941538" y="153641"/>
                </a:lnTo>
                <a:lnTo>
                  <a:pt x="941538" y="154529"/>
                </a:lnTo>
                <a:lnTo>
                  <a:pt x="941038" y="154529"/>
                </a:lnTo>
                <a:close/>
              </a:path>
            </a:pathLst>
          </a:custGeom>
          <a:solidFill>
            <a:srgbClr val="546C82"/>
          </a:solidFill>
          <a:ln>
            <a:noFill/>
          </a:ln>
        </p:spPr>
      </p:sp>
      <p:sp>
        <p:nvSpPr>
          <p:cNvPr id="44" name="Kimate circled colour correction 44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31139" y="66607"/>
                </a:moveTo>
                <a:lnTo>
                  <a:pt x="731639" y="66607"/>
                </a:lnTo>
                <a:lnTo>
                  <a:pt x="731639" y="67496"/>
                </a:lnTo>
                <a:lnTo>
                  <a:pt x="731139" y="67496"/>
                </a:lnTo>
                <a:close/>
                <a:moveTo>
                  <a:pt x="732139" y="68384"/>
                </a:moveTo>
                <a:lnTo>
                  <a:pt x="733138" y="68384"/>
                </a:lnTo>
                <a:lnTo>
                  <a:pt x="733138" y="69272"/>
                </a:lnTo>
                <a:lnTo>
                  <a:pt x="732139" y="69272"/>
                </a:lnTo>
                <a:close/>
                <a:moveTo>
                  <a:pt x="766622" y="69272"/>
                </a:moveTo>
                <a:lnTo>
                  <a:pt x="767122" y="69272"/>
                </a:lnTo>
                <a:lnTo>
                  <a:pt x="767122" y="70160"/>
                </a:lnTo>
                <a:lnTo>
                  <a:pt x="766622" y="70160"/>
                </a:lnTo>
                <a:close/>
                <a:moveTo>
                  <a:pt x="765623" y="69272"/>
                </a:moveTo>
                <a:lnTo>
                  <a:pt x="766122" y="69272"/>
                </a:lnTo>
                <a:lnTo>
                  <a:pt x="766122" y="70160"/>
                </a:lnTo>
                <a:lnTo>
                  <a:pt x="765623" y="70160"/>
                </a:lnTo>
                <a:close/>
                <a:moveTo>
                  <a:pt x="727641" y="70160"/>
                </a:moveTo>
                <a:lnTo>
                  <a:pt x="728640" y="70160"/>
                </a:lnTo>
                <a:lnTo>
                  <a:pt x="728640" y="71048"/>
                </a:lnTo>
                <a:lnTo>
                  <a:pt x="727641" y="71048"/>
                </a:lnTo>
                <a:close/>
                <a:moveTo>
                  <a:pt x="757626" y="71936"/>
                </a:moveTo>
                <a:lnTo>
                  <a:pt x="758126" y="71936"/>
                </a:lnTo>
                <a:lnTo>
                  <a:pt x="758126" y="72824"/>
                </a:lnTo>
                <a:lnTo>
                  <a:pt x="757626" y="72824"/>
                </a:lnTo>
                <a:close/>
                <a:moveTo>
                  <a:pt x="764623" y="72824"/>
                </a:moveTo>
                <a:lnTo>
                  <a:pt x="765123" y="72824"/>
                </a:lnTo>
                <a:lnTo>
                  <a:pt x="765123" y="73712"/>
                </a:lnTo>
                <a:lnTo>
                  <a:pt x="764623" y="73712"/>
                </a:lnTo>
                <a:close/>
                <a:moveTo>
                  <a:pt x="762624" y="73712"/>
                </a:moveTo>
                <a:lnTo>
                  <a:pt x="763124" y="73712"/>
                </a:lnTo>
                <a:lnTo>
                  <a:pt x="763124" y="74600"/>
                </a:lnTo>
                <a:lnTo>
                  <a:pt x="762624" y="74600"/>
                </a:lnTo>
                <a:close/>
                <a:moveTo>
                  <a:pt x="726141" y="74600"/>
                </a:moveTo>
                <a:lnTo>
                  <a:pt x="726641" y="74600"/>
                </a:lnTo>
                <a:lnTo>
                  <a:pt x="726641" y="75488"/>
                </a:lnTo>
                <a:lnTo>
                  <a:pt x="726141" y="75488"/>
                </a:lnTo>
                <a:close/>
                <a:moveTo>
                  <a:pt x="755128" y="75488"/>
                </a:moveTo>
                <a:lnTo>
                  <a:pt x="755627" y="75488"/>
                </a:lnTo>
                <a:lnTo>
                  <a:pt x="755627" y="76377"/>
                </a:lnTo>
                <a:lnTo>
                  <a:pt x="755128" y="76377"/>
                </a:lnTo>
                <a:close/>
                <a:moveTo>
                  <a:pt x="757127" y="77265"/>
                </a:moveTo>
                <a:lnTo>
                  <a:pt x="757626" y="77265"/>
                </a:lnTo>
                <a:lnTo>
                  <a:pt x="757626" y="78153"/>
                </a:lnTo>
                <a:lnTo>
                  <a:pt x="757127" y="78153"/>
                </a:lnTo>
                <a:close/>
                <a:moveTo>
                  <a:pt x="770620" y="78153"/>
                </a:moveTo>
                <a:lnTo>
                  <a:pt x="771120" y="78153"/>
                </a:lnTo>
                <a:lnTo>
                  <a:pt x="771120" y="79041"/>
                </a:lnTo>
                <a:lnTo>
                  <a:pt x="770620" y="79041"/>
                </a:lnTo>
                <a:close/>
                <a:moveTo>
                  <a:pt x="846584" y="78153"/>
                </a:moveTo>
                <a:lnTo>
                  <a:pt x="847083" y="78153"/>
                </a:lnTo>
                <a:lnTo>
                  <a:pt x="847083" y="79041"/>
                </a:lnTo>
                <a:lnTo>
                  <a:pt x="846584" y="79041"/>
                </a:lnTo>
                <a:close/>
                <a:moveTo>
                  <a:pt x="762624" y="78153"/>
                </a:moveTo>
                <a:lnTo>
                  <a:pt x="763124" y="78153"/>
                </a:lnTo>
                <a:lnTo>
                  <a:pt x="763124" y="79041"/>
                </a:lnTo>
                <a:lnTo>
                  <a:pt x="762624" y="79041"/>
                </a:lnTo>
                <a:close/>
                <a:moveTo>
                  <a:pt x="850082" y="78153"/>
                </a:moveTo>
                <a:lnTo>
                  <a:pt x="850582" y="78153"/>
                </a:lnTo>
                <a:lnTo>
                  <a:pt x="850582" y="79041"/>
                </a:lnTo>
                <a:lnTo>
                  <a:pt x="850082" y="79041"/>
                </a:lnTo>
                <a:close/>
                <a:moveTo>
                  <a:pt x="852081" y="79041"/>
                </a:moveTo>
                <a:lnTo>
                  <a:pt x="852581" y="79041"/>
                </a:lnTo>
                <a:lnTo>
                  <a:pt x="852581" y="79929"/>
                </a:lnTo>
                <a:lnTo>
                  <a:pt x="852081" y="79929"/>
                </a:lnTo>
                <a:close/>
                <a:moveTo>
                  <a:pt x="849582" y="79041"/>
                </a:moveTo>
                <a:lnTo>
                  <a:pt x="850082" y="79041"/>
                </a:lnTo>
                <a:lnTo>
                  <a:pt x="850082" y="79929"/>
                </a:lnTo>
                <a:lnTo>
                  <a:pt x="849582" y="79929"/>
                </a:lnTo>
                <a:close/>
                <a:moveTo>
                  <a:pt x="848083" y="79041"/>
                </a:moveTo>
                <a:lnTo>
                  <a:pt x="848583" y="79041"/>
                </a:lnTo>
                <a:lnTo>
                  <a:pt x="848583" y="79929"/>
                </a:lnTo>
                <a:lnTo>
                  <a:pt x="848083" y="79929"/>
                </a:lnTo>
                <a:close/>
                <a:moveTo>
                  <a:pt x="768621" y="79041"/>
                </a:moveTo>
                <a:lnTo>
                  <a:pt x="769121" y="79041"/>
                </a:lnTo>
                <a:lnTo>
                  <a:pt x="769121" y="79929"/>
                </a:lnTo>
                <a:lnTo>
                  <a:pt x="768621" y="79929"/>
                </a:lnTo>
                <a:close/>
                <a:moveTo>
                  <a:pt x="843585" y="79041"/>
                </a:moveTo>
                <a:lnTo>
                  <a:pt x="844085" y="79041"/>
                </a:lnTo>
                <a:lnTo>
                  <a:pt x="844085" y="79929"/>
                </a:lnTo>
                <a:lnTo>
                  <a:pt x="843585" y="79929"/>
                </a:lnTo>
                <a:close/>
                <a:moveTo>
                  <a:pt x="844085" y="79929"/>
                </a:moveTo>
                <a:lnTo>
                  <a:pt x="844585" y="79929"/>
                </a:lnTo>
                <a:lnTo>
                  <a:pt x="844585" y="80817"/>
                </a:lnTo>
                <a:lnTo>
                  <a:pt x="844085" y="80817"/>
                </a:lnTo>
                <a:close/>
                <a:moveTo>
                  <a:pt x="734138" y="79929"/>
                </a:moveTo>
                <a:lnTo>
                  <a:pt x="734637" y="79929"/>
                </a:lnTo>
                <a:lnTo>
                  <a:pt x="734637" y="80817"/>
                </a:lnTo>
                <a:lnTo>
                  <a:pt x="734138" y="80817"/>
                </a:lnTo>
                <a:close/>
                <a:moveTo>
                  <a:pt x="851581" y="79929"/>
                </a:moveTo>
                <a:lnTo>
                  <a:pt x="852081" y="79929"/>
                </a:lnTo>
                <a:lnTo>
                  <a:pt x="852081" y="80817"/>
                </a:lnTo>
                <a:lnTo>
                  <a:pt x="851581" y="80817"/>
                </a:lnTo>
                <a:close/>
                <a:moveTo>
                  <a:pt x="841586" y="79929"/>
                </a:moveTo>
                <a:lnTo>
                  <a:pt x="842086" y="79929"/>
                </a:lnTo>
                <a:lnTo>
                  <a:pt x="842086" y="80817"/>
                </a:lnTo>
                <a:lnTo>
                  <a:pt x="841586" y="80817"/>
                </a:lnTo>
                <a:close/>
                <a:moveTo>
                  <a:pt x="842086" y="80817"/>
                </a:moveTo>
                <a:lnTo>
                  <a:pt x="842586" y="80817"/>
                </a:lnTo>
                <a:lnTo>
                  <a:pt x="842586" y="81705"/>
                </a:lnTo>
                <a:lnTo>
                  <a:pt x="842086" y="81705"/>
                </a:lnTo>
                <a:close/>
                <a:moveTo>
                  <a:pt x="933542" y="80817"/>
                </a:moveTo>
                <a:lnTo>
                  <a:pt x="934042" y="80817"/>
                </a:lnTo>
                <a:lnTo>
                  <a:pt x="934042" y="81705"/>
                </a:lnTo>
                <a:lnTo>
                  <a:pt x="933542" y="81705"/>
                </a:lnTo>
                <a:close/>
                <a:moveTo>
                  <a:pt x="938540" y="80817"/>
                </a:moveTo>
                <a:lnTo>
                  <a:pt x="939039" y="80817"/>
                </a:lnTo>
                <a:lnTo>
                  <a:pt x="939039" y="81705"/>
                </a:lnTo>
                <a:lnTo>
                  <a:pt x="938540" y="81705"/>
                </a:lnTo>
                <a:close/>
                <a:moveTo>
                  <a:pt x="856579" y="81705"/>
                </a:moveTo>
                <a:lnTo>
                  <a:pt x="857079" y="81705"/>
                </a:lnTo>
                <a:lnTo>
                  <a:pt x="857079" y="82593"/>
                </a:lnTo>
                <a:lnTo>
                  <a:pt x="856579" y="82593"/>
                </a:lnTo>
                <a:close/>
                <a:moveTo>
                  <a:pt x="765123" y="82593"/>
                </a:moveTo>
                <a:lnTo>
                  <a:pt x="765623" y="82593"/>
                </a:lnTo>
                <a:lnTo>
                  <a:pt x="765623" y="83481"/>
                </a:lnTo>
                <a:lnTo>
                  <a:pt x="765123" y="83481"/>
                </a:lnTo>
                <a:close/>
                <a:moveTo>
                  <a:pt x="838587" y="82593"/>
                </a:moveTo>
                <a:lnTo>
                  <a:pt x="839087" y="82593"/>
                </a:lnTo>
                <a:lnTo>
                  <a:pt x="839087" y="83481"/>
                </a:lnTo>
                <a:lnTo>
                  <a:pt x="838587" y="83481"/>
                </a:lnTo>
                <a:close/>
                <a:moveTo>
                  <a:pt x="743633" y="82593"/>
                </a:moveTo>
                <a:lnTo>
                  <a:pt x="744133" y="82593"/>
                </a:lnTo>
                <a:lnTo>
                  <a:pt x="744133" y="83481"/>
                </a:lnTo>
                <a:lnTo>
                  <a:pt x="743633" y="83481"/>
                </a:lnTo>
                <a:close/>
                <a:moveTo>
                  <a:pt x="742134" y="83481"/>
                </a:moveTo>
                <a:lnTo>
                  <a:pt x="742634" y="83481"/>
                </a:lnTo>
                <a:lnTo>
                  <a:pt x="742634" y="84369"/>
                </a:lnTo>
                <a:lnTo>
                  <a:pt x="742134" y="84369"/>
                </a:lnTo>
                <a:close/>
                <a:moveTo>
                  <a:pt x="757626" y="84369"/>
                </a:moveTo>
                <a:lnTo>
                  <a:pt x="758126" y="84369"/>
                </a:lnTo>
                <a:lnTo>
                  <a:pt x="758126" y="85258"/>
                </a:lnTo>
                <a:lnTo>
                  <a:pt x="757626" y="85258"/>
                </a:lnTo>
                <a:close/>
                <a:moveTo>
                  <a:pt x="750130" y="84369"/>
                </a:moveTo>
                <a:lnTo>
                  <a:pt x="750630" y="84369"/>
                </a:lnTo>
                <a:lnTo>
                  <a:pt x="750630" y="85258"/>
                </a:lnTo>
                <a:lnTo>
                  <a:pt x="750130" y="85258"/>
                </a:lnTo>
                <a:close/>
                <a:moveTo>
                  <a:pt x="763124" y="83481"/>
                </a:moveTo>
                <a:lnTo>
                  <a:pt x="763623" y="83481"/>
                </a:lnTo>
                <a:lnTo>
                  <a:pt x="763623" y="85258"/>
                </a:lnTo>
                <a:lnTo>
                  <a:pt x="763124" y="85258"/>
                </a:lnTo>
                <a:close/>
                <a:moveTo>
                  <a:pt x="833090" y="85258"/>
                </a:moveTo>
                <a:lnTo>
                  <a:pt x="833590" y="85258"/>
                </a:lnTo>
                <a:lnTo>
                  <a:pt x="833590" y="86146"/>
                </a:lnTo>
                <a:lnTo>
                  <a:pt x="833090" y="86146"/>
                </a:lnTo>
                <a:close/>
                <a:moveTo>
                  <a:pt x="743633" y="85258"/>
                </a:moveTo>
                <a:lnTo>
                  <a:pt x="744133" y="85258"/>
                </a:lnTo>
                <a:lnTo>
                  <a:pt x="744133" y="86146"/>
                </a:lnTo>
                <a:lnTo>
                  <a:pt x="743633" y="86146"/>
                </a:lnTo>
                <a:close/>
                <a:moveTo>
                  <a:pt x="731139" y="85258"/>
                </a:moveTo>
                <a:lnTo>
                  <a:pt x="731639" y="85258"/>
                </a:lnTo>
                <a:lnTo>
                  <a:pt x="731639" y="86146"/>
                </a:lnTo>
                <a:lnTo>
                  <a:pt x="731139" y="86146"/>
                </a:lnTo>
                <a:close/>
                <a:moveTo>
                  <a:pt x="832091" y="86146"/>
                </a:moveTo>
                <a:lnTo>
                  <a:pt x="832590" y="86146"/>
                </a:lnTo>
                <a:lnTo>
                  <a:pt x="832590" y="87034"/>
                </a:lnTo>
                <a:lnTo>
                  <a:pt x="832091" y="87034"/>
                </a:lnTo>
                <a:close/>
                <a:moveTo>
                  <a:pt x="833590" y="86146"/>
                </a:moveTo>
                <a:lnTo>
                  <a:pt x="834090" y="86146"/>
                </a:lnTo>
                <a:lnTo>
                  <a:pt x="834090" y="87034"/>
                </a:lnTo>
                <a:lnTo>
                  <a:pt x="833590" y="87034"/>
                </a:lnTo>
                <a:close/>
                <a:moveTo>
                  <a:pt x="748631" y="87034"/>
                </a:moveTo>
                <a:lnTo>
                  <a:pt x="749130" y="87034"/>
                </a:lnTo>
                <a:lnTo>
                  <a:pt x="749130" y="87922"/>
                </a:lnTo>
                <a:lnTo>
                  <a:pt x="748631" y="87922"/>
                </a:lnTo>
                <a:close/>
                <a:moveTo>
                  <a:pt x="929044" y="87034"/>
                </a:moveTo>
                <a:lnTo>
                  <a:pt x="929544" y="87034"/>
                </a:lnTo>
                <a:lnTo>
                  <a:pt x="929544" y="87922"/>
                </a:lnTo>
                <a:lnTo>
                  <a:pt x="929044" y="87922"/>
                </a:lnTo>
                <a:close/>
                <a:moveTo>
                  <a:pt x="924046" y="87034"/>
                </a:moveTo>
                <a:lnTo>
                  <a:pt x="924546" y="87034"/>
                </a:lnTo>
                <a:lnTo>
                  <a:pt x="924546" y="87922"/>
                </a:lnTo>
                <a:lnTo>
                  <a:pt x="924046" y="87922"/>
                </a:lnTo>
                <a:close/>
                <a:moveTo>
                  <a:pt x="832590" y="87034"/>
                </a:moveTo>
                <a:lnTo>
                  <a:pt x="833090" y="87034"/>
                </a:lnTo>
                <a:lnTo>
                  <a:pt x="833090" y="87922"/>
                </a:lnTo>
                <a:lnTo>
                  <a:pt x="832590" y="87922"/>
                </a:lnTo>
                <a:close/>
                <a:moveTo>
                  <a:pt x="895060" y="87922"/>
                </a:moveTo>
                <a:lnTo>
                  <a:pt x="895560" y="87922"/>
                </a:lnTo>
                <a:lnTo>
                  <a:pt x="895560" y="88810"/>
                </a:lnTo>
                <a:lnTo>
                  <a:pt x="895060" y="88810"/>
                </a:lnTo>
                <a:close/>
                <a:moveTo>
                  <a:pt x="924546" y="87922"/>
                </a:moveTo>
                <a:lnTo>
                  <a:pt x="925046" y="87922"/>
                </a:lnTo>
                <a:lnTo>
                  <a:pt x="925046" y="88810"/>
                </a:lnTo>
                <a:lnTo>
                  <a:pt x="924546" y="88810"/>
                </a:lnTo>
                <a:close/>
                <a:moveTo>
                  <a:pt x="965027" y="87922"/>
                </a:moveTo>
                <a:lnTo>
                  <a:pt x="965527" y="87922"/>
                </a:lnTo>
                <a:lnTo>
                  <a:pt x="965527" y="88810"/>
                </a:lnTo>
                <a:lnTo>
                  <a:pt x="965027" y="88810"/>
                </a:lnTo>
                <a:close/>
                <a:moveTo>
                  <a:pt x="747131" y="88810"/>
                </a:moveTo>
                <a:lnTo>
                  <a:pt x="747631" y="88810"/>
                </a:lnTo>
                <a:lnTo>
                  <a:pt x="747631" y="89698"/>
                </a:lnTo>
                <a:lnTo>
                  <a:pt x="747131" y="89698"/>
                </a:lnTo>
                <a:close/>
                <a:moveTo>
                  <a:pt x="740634" y="88810"/>
                </a:moveTo>
                <a:lnTo>
                  <a:pt x="741634" y="88810"/>
                </a:lnTo>
                <a:lnTo>
                  <a:pt x="741634" y="89698"/>
                </a:lnTo>
                <a:lnTo>
                  <a:pt x="740634" y="89698"/>
                </a:lnTo>
                <a:close/>
                <a:moveTo>
                  <a:pt x="816098" y="88810"/>
                </a:moveTo>
                <a:lnTo>
                  <a:pt x="816598" y="88810"/>
                </a:lnTo>
                <a:lnTo>
                  <a:pt x="816598" y="89698"/>
                </a:lnTo>
                <a:lnTo>
                  <a:pt x="816098" y="89698"/>
                </a:lnTo>
                <a:close/>
                <a:moveTo>
                  <a:pt x="837588" y="88810"/>
                </a:moveTo>
                <a:lnTo>
                  <a:pt x="838088" y="88810"/>
                </a:lnTo>
                <a:lnTo>
                  <a:pt x="838088" y="89698"/>
                </a:lnTo>
                <a:lnTo>
                  <a:pt x="837588" y="89698"/>
                </a:lnTo>
                <a:close/>
                <a:moveTo>
                  <a:pt x="928544" y="88810"/>
                </a:moveTo>
                <a:lnTo>
                  <a:pt x="929044" y="88810"/>
                </a:lnTo>
                <a:lnTo>
                  <a:pt x="929044" y="89698"/>
                </a:lnTo>
                <a:lnTo>
                  <a:pt x="928544" y="89698"/>
                </a:lnTo>
                <a:close/>
                <a:moveTo>
                  <a:pt x="749130" y="88810"/>
                </a:moveTo>
                <a:lnTo>
                  <a:pt x="750130" y="88810"/>
                </a:lnTo>
                <a:lnTo>
                  <a:pt x="750130" y="89698"/>
                </a:lnTo>
                <a:lnTo>
                  <a:pt x="749130" y="89698"/>
                </a:lnTo>
                <a:close/>
                <a:moveTo>
                  <a:pt x="735137" y="89698"/>
                </a:moveTo>
                <a:lnTo>
                  <a:pt x="735637" y="89698"/>
                </a:lnTo>
                <a:lnTo>
                  <a:pt x="735637" y="90586"/>
                </a:lnTo>
                <a:lnTo>
                  <a:pt x="735137" y="90586"/>
                </a:lnTo>
                <a:close/>
                <a:moveTo>
                  <a:pt x="895060" y="90586"/>
                </a:moveTo>
                <a:lnTo>
                  <a:pt x="895560" y="90586"/>
                </a:lnTo>
                <a:lnTo>
                  <a:pt x="895560" y="91474"/>
                </a:lnTo>
                <a:lnTo>
                  <a:pt x="895060" y="91474"/>
                </a:lnTo>
                <a:close/>
                <a:moveTo>
                  <a:pt x="816598" y="90586"/>
                </a:moveTo>
                <a:lnTo>
                  <a:pt x="817098" y="90586"/>
                </a:lnTo>
                <a:lnTo>
                  <a:pt x="817098" y="91474"/>
                </a:lnTo>
                <a:lnTo>
                  <a:pt x="816598" y="91474"/>
                </a:lnTo>
                <a:close/>
                <a:moveTo>
                  <a:pt x="770120" y="90586"/>
                </a:moveTo>
                <a:lnTo>
                  <a:pt x="770620" y="90586"/>
                </a:lnTo>
                <a:lnTo>
                  <a:pt x="770620" y="91474"/>
                </a:lnTo>
                <a:lnTo>
                  <a:pt x="770120" y="91474"/>
                </a:lnTo>
                <a:close/>
                <a:moveTo>
                  <a:pt x="771620" y="90586"/>
                </a:moveTo>
                <a:lnTo>
                  <a:pt x="772119" y="90586"/>
                </a:lnTo>
                <a:lnTo>
                  <a:pt x="772119" y="91474"/>
                </a:lnTo>
                <a:lnTo>
                  <a:pt x="771620" y="91474"/>
                </a:lnTo>
                <a:close/>
                <a:moveTo>
                  <a:pt x="928045" y="91474"/>
                </a:moveTo>
                <a:lnTo>
                  <a:pt x="928544" y="91474"/>
                </a:lnTo>
                <a:lnTo>
                  <a:pt x="928544" y="92362"/>
                </a:lnTo>
                <a:lnTo>
                  <a:pt x="928045" y="92362"/>
                </a:lnTo>
                <a:close/>
                <a:moveTo>
                  <a:pt x="745632" y="92362"/>
                </a:moveTo>
                <a:lnTo>
                  <a:pt x="746132" y="92362"/>
                </a:lnTo>
                <a:lnTo>
                  <a:pt x="746132" y="93250"/>
                </a:lnTo>
                <a:lnTo>
                  <a:pt x="745632" y="93250"/>
                </a:lnTo>
                <a:close/>
                <a:moveTo>
                  <a:pt x="767622" y="92362"/>
                </a:moveTo>
                <a:lnTo>
                  <a:pt x="768121" y="92362"/>
                </a:lnTo>
                <a:lnTo>
                  <a:pt x="768121" y="93250"/>
                </a:lnTo>
                <a:lnTo>
                  <a:pt x="767622" y="93250"/>
                </a:lnTo>
                <a:close/>
                <a:moveTo>
                  <a:pt x="917050" y="87922"/>
                </a:moveTo>
                <a:lnTo>
                  <a:pt x="917550" y="87922"/>
                </a:lnTo>
                <a:lnTo>
                  <a:pt x="917550" y="94139"/>
                </a:lnTo>
                <a:lnTo>
                  <a:pt x="917050" y="94139"/>
                </a:lnTo>
                <a:close/>
                <a:moveTo>
                  <a:pt x="750130" y="93250"/>
                </a:moveTo>
                <a:lnTo>
                  <a:pt x="750630" y="93250"/>
                </a:lnTo>
                <a:lnTo>
                  <a:pt x="750630" y="94139"/>
                </a:lnTo>
                <a:lnTo>
                  <a:pt x="750130" y="94139"/>
                </a:lnTo>
                <a:close/>
                <a:moveTo>
                  <a:pt x="768621" y="93250"/>
                </a:moveTo>
                <a:lnTo>
                  <a:pt x="769121" y="93250"/>
                </a:lnTo>
                <a:lnTo>
                  <a:pt x="769121" y="94139"/>
                </a:lnTo>
                <a:lnTo>
                  <a:pt x="768621" y="94139"/>
                </a:lnTo>
                <a:close/>
                <a:moveTo>
                  <a:pt x="749630" y="94139"/>
                </a:moveTo>
                <a:lnTo>
                  <a:pt x="750130" y="94139"/>
                </a:lnTo>
                <a:lnTo>
                  <a:pt x="750130" y="95027"/>
                </a:lnTo>
                <a:lnTo>
                  <a:pt x="749630" y="95027"/>
                </a:lnTo>
                <a:close/>
                <a:moveTo>
                  <a:pt x="758626" y="95027"/>
                </a:moveTo>
                <a:lnTo>
                  <a:pt x="759126" y="95027"/>
                </a:lnTo>
                <a:lnTo>
                  <a:pt x="759126" y="95915"/>
                </a:lnTo>
                <a:lnTo>
                  <a:pt x="758626" y="95915"/>
                </a:lnTo>
                <a:close/>
                <a:moveTo>
                  <a:pt x="917050" y="95027"/>
                </a:moveTo>
                <a:lnTo>
                  <a:pt x="917550" y="95027"/>
                </a:lnTo>
                <a:lnTo>
                  <a:pt x="917550" y="95915"/>
                </a:lnTo>
                <a:lnTo>
                  <a:pt x="917050" y="95915"/>
                </a:lnTo>
                <a:close/>
                <a:moveTo>
                  <a:pt x="969025" y="95027"/>
                </a:moveTo>
                <a:lnTo>
                  <a:pt x="969525" y="95027"/>
                </a:lnTo>
                <a:lnTo>
                  <a:pt x="969525" y="95915"/>
                </a:lnTo>
                <a:lnTo>
                  <a:pt x="969025" y="95915"/>
                </a:lnTo>
                <a:close/>
                <a:moveTo>
                  <a:pt x="917050" y="96803"/>
                </a:moveTo>
                <a:lnTo>
                  <a:pt x="917550" y="96803"/>
                </a:lnTo>
                <a:lnTo>
                  <a:pt x="917550" y="97691"/>
                </a:lnTo>
                <a:lnTo>
                  <a:pt x="917050" y="97691"/>
                </a:lnTo>
                <a:close/>
                <a:moveTo>
                  <a:pt x="969525" y="96803"/>
                </a:moveTo>
                <a:lnTo>
                  <a:pt x="970024" y="96803"/>
                </a:lnTo>
                <a:lnTo>
                  <a:pt x="970024" y="97691"/>
                </a:lnTo>
                <a:lnTo>
                  <a:pt x="969525" y="97691"/>
                </a:lnTo>
                <a:close/>
                <a:moveTo>
                  <a:pt x="953532" y="97691"/>
                </a:moveTo>
                <a:lnTo>
                  <a:pt x="954032" y="97691"/>
                </a:lnTo>
                <a:lnTo>
                  <a:pt x="954032" y="98579"/>
                </a:lnTo>
                <a:lnTo>
                  <a:pt x="953532" y="98579"/>
                </a:lnTo>
                <a:close/>
                <a:moveTo>
                  <a:pt x="869573" y="98579"/>
                </a:moveTo>
                <a:lnTo>
                  <a:pt x="870072" y="98579"/>
                </a:lnTo>
                <a:lnTo>
                  <a:pt x="870072" y="99467"/>
                </a:lnTo>
                <a:lnTo>
                  <a:pt x="869573" y="99467"/>
                </a:lnTo>
                <a:close/>
                <a:moveTo>
                  <a:pt x="758126" y="98579"/>
                </a:moveTo>
                <a:lnTo>
                  <a:pt x="758626" y="98579"/>
                </a:lnTo>
                <a:lnTo>
                  <a:pt x="758626" y="99467"/>
                </a:lnTo>
                <a:lnTo>
                  <a:pt x="758126" y="99467"/>
                </a:lnTo>
                <a:close/>
                <a:moveTo>
                  <a:pt x="748631" y="99467"/>
                </a:moveTo>
                <a:lnTo>
                  <a:pt x="749130" y="99467"/>
                </a:lnTo>
                <a:lnTo>
                  <a:pt x="749130" y="100355"/>
                </a:lnTo>
                <a:lnTo>
                  <a:pt x="748631" y="100355"/>
                </a:lnTo>
                <a:close/>
                <a:moveTo>
                  <a:pt x="937040" y="99467"/>
                </a:moveTo>
                <a:lnTo>
                  <a:pt x="937540" y="99467"/>
                </a:lnTo>
                <a:lnTo>
                  <a:pt x="937540" y="100355"/>
                </a:lnTo>
                <a:lnTo>
                  <a:pt x="937040" y="100355"/>
                </a:lnTo>
                <a:close/>
                <a:moveTo>
                  <a:pt x="970024" y="99467"/>
                </a:moveTo>
                <a:lnTo>
                  <a:pt x="970524" y="99467"/>
                </a:lnTo>
                <a:lnTo>
                  <a:pt x="970524" y="100355"/>
                </a:lnTo>
                <a:lnTo>
                  <a:pt x="970024" y="100355"/>
                </a:lnTo>
                <a:close/>
                <a:moveTo>
                  <a:pt x="870572" y="100355"/>
                </a:moveTo>
                <a:lnTo>
                  <a:pt x="871072" y="100355"/>
                </a:lnTo>
                <a:lnTo>
                  <a:pt x="871072" y="101243"/>
                </a:lnTo>
                <a:lnTo>
                  <a:pt x="870572" y="101243"/>
                </a:lnTo>
                <a:close/>
                <a:moveTo>
                  <a:pt x="748131" y="101243"/>
                </a:moveTo>
                <a:lnTo>
                  <a:pt x="748631" y="101243"/>
                </a:lnTo>
                <a:lnTo>
                  <a:pt x="748631" y="102131"/>
                </a:lnTo>
                <a:lnTo>
                  <a:pt x="748131" y="102131"/>
                </a:lnTo>
                <a:close/>
                <a:moveTo>
                  <a:pt x="750130" y="102131"/>
                </a:moveTo>
                <a:lnTo>
                  <a:pt x="750630" y="102131"/>
                </a:lnTo>
                <a:lnTo>
                  <a:pt x="750630" y="103020"/>
                </a:lnTo>
                <a:lnTo>
                  <a:pt x="750130" y="103020"/>
                </a:lnTo>
                <a:close/>
                <a:moveTo>
                  <a:pt x="919549" y="102131"/>
                </a:moveTo>
                <a:lnTo>
                  <a:pt x="925546" y="102131"/>
                </a:lnTo>
                <a:lnTo>
                  <a:pt x="925546" y="103020"/>
                </a:lnTo>
                <a:lnTo>
                  <a:pt x="919549" y="103020"/>
                </a:lnTo>
                <a:close/>
                <a:moveTo>
                  <a:pt x="753129" y="103020"/>
                </a:moveTo>
                <a:lnTo>
                  <a:pt x="753628" y="103020"/>
                </a:lnTo>
                <a:lnTo>
                  <a:pt x="753628" y="103908"/>
                </a:lnTo>
                <a:lnTo>
                  <a:pt x="753129" y="103908"/>
                </a:lnTo>
                <a:close/>
                <a:moveTo>
                  <a:pt x="757626" y="103020"/>
                </a:moveTo>
                <a:lnTo>
                  <a:pt x="758126" y="103020"/>
                </a:lnTo>
                <a:lnTo>
                  <a:pt x="758126" y="103908"/>
                </a:lnTo>
                <a:lnTo>
                  <a:pt x="757626" y="103908"/>
                </a:lnTo>
                <a:close/>
                <a:moveTo>
                  <a:pt x="747131" y="103908"/>
                </a:moveTo>
                <a:lnTo>
                  <a:pt x="747631" y="103908"/>
                </a:lnTo>
                <a:lnTo>
                  <a:pt x="747631" y="104796"/>
                </a:lnTo>
                <a:lnTo>
                  <a:pt x="747131" y="104796"/>
                </a:lnTo>
                <a:close/>
                <a:moveTo>
                  <a:pt x="830591" y="103908"/>
                </a:moveTo>
                <a:lnTo>
                  <a:pt x="831091" y="103908"/>
                </a:lnTo>
                <a:lnTo>
                  <a:pt x="831091" y="104796"/>
                </a:lnTo>
                <a:lnTo>
                  <a:pt x="830591" y="104796"/>
                </a:lnTo>
                <a:close/>
                <a:moveTo>
                  <a:pt x="840087" y="104796"/>
                </a:moveTo>
                <a:lnTo>
                  <a:pt x="840587" y="104796"/>
                </a:lnTo>
                <a:lnTo>
                  <a:pt x="840587" y="105684"/>
                </a:lnTo>
                <a:lnTo>
                  <a:pt x="840087" y="105684"/>
                </a:lnTo>
                <a:close/>
                <a:moveTo>
                  <a:pt x="733138" y="105684"/>
                </a:moveTo>
                <a:lnTo>
                  <a:pt x="733638" y="105684"/>
                </a:lnTo>
                <a:lnTo>
                  <a:pt x="733638" y="106572"/>
                </a:lnTo>
                <a:lnTo>
                  <a:pt x="733138" y="106572"/>
                </a:lnTo>
                <a:close/>
                <a:moveTo>
                  <a:pt x="749130" y="105684"/>
                </a:moveTo>
                <a:lnTo>
                  <a:pt x="749630" y="105684"/>
                </a:lnTo>
                <a:lnTo>
                  <a:pt x="749630" y="106572"/>
                </a:lnTo>
                <a:lnTo>
                  <a:pt x="749130" y="106572"/>
                </a:lnTo>
                <a:close/>
                <a:moveTo>
                  <a:pt x="970024" y="107460"/>
                </a:moveTo>
                <a:lnTo>
                  <a:pt x="970524" y="107460"/>
                </a:lnTo>
                <a:lnTo>
                  <a:pt x="970524" y="108348"/>
                </a:lnTo>
                <a:lnTo>
                  <a:pt x="970024" y="108348"/>
                </a:lnTo>
                <a:close/>
                <a:moveTo>
                  <a:pt x="876569" y="107460"/>
                </a:moveTo>
                <a:lnTo>
                  <a:pt x="877069" y="107460"/>
                </a:lnTo>
                <a:lnTo>
                  <a:pt x="877069" y="108348"/>
                </a:lnTo>
                <a:lnTo>
                  <a:pt x="876569" y="108348"/>
                </a:lnTo>
                <a:close/>
                <a:moveTo>
                  <a:pt x="735137" y="107460"/>
                </a:moveTo>
                <a:lnTo>
                  <a:pt x="735637" y="107460"/>
                </a:lnTo>
                <a:lnTo>
                  <a:pt x="735637" y="108348"/>
                </a:lnTo>
                <a:lnTo>
                  <a:pt x="735137" y="108348"/>
                </a:lnTo>
                <a:close/>
                <a:moveTo>
                  <a:pt x="730639" y="107460"/>
                </a:moveTo>
                <a:lnTo>
                  <a:pt x="731139" y="107460"/>
                </a:lnTo>
                <a:lnTo>
                  <a:pt x="731139" y="108348"/>
                </a:lnTo>
                <a:lnTo>
                  <a:pt x="730639" y="108348"/>
                </a:lnTo>
                <a:close/>
                <a:moveTo>
                  <a:pt x="813100" y="108348"/>
                </a:moveTo>
                <a:lnTo>
                  <a:pt x="813599" y="108348"/>
                </a:lnTo>
                <a:lnTo>
                  <a:pt x="813599" y="109236"/>
                </a:lnTo>
                <a:lnTo>
                  <a:pt x="813100" y="109236"/>
                </a:lnTo>
                <a:close/>
                <a:moveTo>
                  <a:pt x="902057" y="106572"/>
                </a:moveTo>
                <a:lnTo>
                  <a:pt x="902557" y="106572"/>
                </a:lnTo>
                <a:lnTo>
                  <a:pt x="902557" y="109236"/>
                </a:lnTo>
                <a:lnTo>
                  <a:pt x="902057" y="109236"/>
                </a:lnTo>
                <a:close/>
                <a:moveTo>
                  <a:pt x="762124" y="108348"/>
                </a:moveTo>
                <a:lnTo>
                  <a:pt x="762624" y="108348"/>
                </a:lnTo>
                <a:lnTo>
                  <a:pt x="762624" y="109236"/>
                </a:lnTo>
                <a:lnTo>
                  <a:pt x="762124" y="109236"/>
                </a:lnTo>
                <a:close/>
                <a:moveTo>
                  <a:pt x="813599" y="109236"/>
                </a:moveTo>
                <a:lnTo>
                  <a:pt x="814099" y="109236"/>
                </a:lnTo>
                <a:lnTo>
                  <a:pt x="814099" y="110124"/>
                </a:lnTo>
                <a:lnTo>
                  <a:pt x="813599" y="110124"/>
                </a:lnTo>
                <a:close/>
                <a:moveTo>
                  <a:pt x="878069" y="109236"/>
                </a:moveTo>
                <a:lnTo>
                  <a:pt x="878568" y="109236"/>
                </a:lnTo>
                <a:lnTo>
                  <a:pt x="878568" y="110124"/>
                </a:lnTo>
                <a:lnTo>
                  <a:pt x="878069" y="110124"/>
                </a:lnTo>
                <a:close/>
                <a:moveTo>
                  <a:pt x="757626" y="110124"/>
                </a:moveTo>
                <a:lnTo>
                  <a:pt x="758126" y="110124"/>
                </a:lnTo>
                <a:lnTo>
                  <a:pt x="758126" y="111012"/>
                </a:lnTo>
                <a:lnTo>
                  <a:pt x="757626" y="111012"/>
                </a:lnTo>
                <a:close/>
                <a:moveTo>
                  <a:pt x="969525" y="110124"/>
                </a:moveTo>
                <a:lnTo>
                  <a:pt x="970024" y="110124"/>
                </a:lnTo>
                <a:lnTo>
                  <a:pt x="970024" y="111012"/>
                </a:lnTo>
                <a:lnTo>
                  <a:pt x="969525" y="111012"/>
                </a:lnTo>
                <a:close/>
                <a:moveTo>
                  <a:pt x="934042" y="110124"/>
                </a:moveTo>
                <a:lnTo>
                  <a:pt x="934541" y="110124"/>
                </a:lnTo>
                <a:lnTo>
                  <a:pt x="934541" y="111012"/>
                </a:lnTo>
                <a:lnTo>
                  <a:pt x="934042" y="111012"/>
                </a:lnTo>
                <a:close/>
                <a:moveTo>
                  <a:pt x="810101" y="111012"/>
                </a:moveTo>
                <a:lnTo>
                  <a:pt x="810601" y="111012"/>
                </a:lnTo>
                <a:lnTo>
                  <a:pt x="810601" y="111901"/>
                </a:lnTo>
                <a:lnTo>
                  <a:pt x="810101" y="111901"/>
                </a:lnTo>
                <a:close/>
                <a:moveTo>
                  <a:pt x="817098" y="111012"/>
                </a:moveTo>
                <a:lnTo>
                  <a:pt x="817598" y="111012"/>
                </a:lnTo>
                <a:lnTo>
                  <a:pt x="817598" y="111901"/>
                </a:lnTo>
                <a:lnTo>
                  <a:pt x="817098" y="111901"/>
                </a:lnTo>
                <a:close/>
                <a:moveTo>
                  <a:pt x="816598" y="111901"/>
                </a:moveTo>
                <a:lnTo>
                  <a:pt x="817098" y="111901"/>
                </a:lnTo>
                <a:lnTo>
                  <a:pt x="817098" y="112789"/>
                </a:lnTo>
                <a:lnTo>
                  <a:pt x="816598" y="112789"/>
                </a:lnTo>
                <a:close/>
                <a:moveTo>
                  <a:pt x="935541" y="111901"/>
                </a:moveTo>
                <a:lnTo>
                  <a:pt x="936041" y="111901"/>
                </a:lnTo>
                <a:lnTo>
                  <a:pt x="936041" y="112789"/>
                </a:lnTo>
                <a:lnTo>
                  <a:pt x="935541" y="112789"/>
                </a:lnTo>
                <a:close/>
                <a:moveTo>
                  <a:pt x="862576" y="111901"/>
                </a:moveTo>
                <a:lnTo>
                  <a:pt x="863076" y="111901"/>
                </a:lnTo>
                <a:lnTo>
                  <a:pt x="863076" y="112789"/>
                </a:lnTo>
                <a:lnTo>
                  <a:pt x="862576" y="112789"/>
                </a:lnTo>
                <a:close/>
                <a:moveTo>
                  <a:pt x="877069" y="111901"/>
                </a:moveTo>
                <a:lnTo>
                  <a:pt x="877569" y="111901"/>
                </a:lnTo>
                <a:lnTo>
                  <a:pt x="877569" y="112789"/>
                </a:lnTo>
                <a:lnTo>
                  <a:pt x="877069" y="112789"/>
                </a:lnTo>
                <a:close/>
                <a:moveTo>
                  <a:pt x="763623" y="111901"/>
                </a:moveTo>
                <a:lnTo>
                  <a:pt x="764123" y="111901"/>
                </a:lnTo>
                <a:lnTo>
                  <a:pt x="764123" y="112789"/>
                </a:lnTo>
                <a:lnTo>
                  <a:pt x="763623" y="112789"/>
                </a:lnTo>
                <a:close/>
                <a:moveTo>
                  <a:pt x="876569" y="112789"/>
                </a:moveTo>
                <a:lnTo>
                  <a:pt x="877069" y="112789"/>
                </a:lnTo>
                <a:lnTo>
                  <a:pt x="877069" y="113677"/>
                </a:lnTo>
                <a:lnTo>
                  <a:pt x="876569" y="113677"/>
                </a:lnTo>
                <a:close/>
                <a:moveTo>
                  <a:pt x="764123" y="112789"/>
                </a:moveTo>
                <a:lnTo>
                  <a:pt x="764623" y="112789"/>
                </a:lnTo>
                <a:lnTo>
                  <a:pt x="764623" y="113677"/>
                </a:lnTo>
                <a:lnTo>
                  <a:pt x="764123" y="113677"/>
                </a:lnTo>
                <a:close/>
                <a:moveTo>
                  <a:pt x="856079" y="112789"/>
                </a:moveTo>
                <a:lnTo>
                  <a:pt x="856579" y="112789"/>
                </a:lnTo>
                <a:lnTo>
                  <a:pt x="856579" y="113677"/>
                </a:lnTo>
                <a:lnTo>
                  <a:pt x="856079" y="113677"/>
                </a:lnTo>
                <a:close/>
                <a:moveTo>
                  <a:pt x="759126" y="112789"/>
                </a:moveTo>
                <a:lnTo>
                  <a:pt x="759625" y="112789"/>
                </a:lnTo>
                <a:lnTo>
                  <a:pt x="759625" y="113677"/>
                </a:lnTo>
                <a:lnTo>
                  <a:pt x="759126" y="113677"/>
                </a:lnTo>
                <a:close/>
                <a:moveTo>
                  <a:pt x="853081" y="113677"/>
                </a:moveTo>
                <a:lnTo>
                  <a:pt x="853580" y="113677"/>
                </a:lnTo>
                <a:lnTo>
                  <a:pt x="853580" y="114565"/>
                </a:lnTo>
                <a:lnTo>
                  <a:pt x="853081" y="114565"/>
                </a:lnTo>
                <a:close/>
                <a:moveTo>
                  <a:pt x="873571" y="113677"/>
                </a:moveTo>
                <a:lnTo>
                  <a:pt x="874070" y="113677"/>
                </a:lnTo>
                <a:lnTo>
                  <a:pt x="874070" y="114565"/>
                </a:lnTo>
                <a:lnTo>
                  <a:pt x="873571" y="114565"/>
                </a:lnTo>
                <a:close/>
                <a:moveTo>
                  <a:pt x="759625" y="113677"/>
                </a:moveTo>
                <a:lnTo>
                  <a:pt x="760125" y="113677"/>
                </a:lnTo>
                <a:lnTo>
                  <a:pt x="760125" y="114565"/>
                </a:lnTo>
                <a:lnTo>
                  <a:pt x="759625" y="114565"/>
                </a:lnTo>
                <a:close/>
                <a:moveTo>
                  <a:pt x="839587" y="113677"/>
                </a:moveTo>
                <a:lnTo>
                  <a:pt x="840087" y="113677"/>
                </a:lnTo>
                <a:lnTo>
                  <a:pt x="840087" y="114565"/>
                </a:lnTo>
                <a:lnTo>
                  <a:pt x="839587" y="114565"/>
                </a:lnTo>
                <a:close/>
                <a:moveTo>
                  <a:pt x="857079" y="113677"/>
                </a:moveTo>
                <a:lnTo>
                  <a:pt x="857578" y="113677"/>
                </a:lnTo>
                <a:lnTo>
                  <a:pt x="857578" y="114565"/>
                </a:lnTo>
                <a:lnTo>
                  <a:pt x="857079" y="114565"/>
                </a:lnTo>
                <a:close/>
                <a:moveTo>
                  <a:pt x="873071" y="114565"/>
                </a:moveTo>
                <a:lnTo>
                  <a:pt x="873571" y="114565"/>
                </a:lnTo>
                <a:lnTo>
                  <a:pt x="873571" y="115453"/>
                </a:lnTo>
                <a:lnTo>
                  <a:pt x="873071" y="115453"/>
                </a:lnTo>
                <a:close/>
                <a:moveTo>
                  <a:pt x="817598" y="114565"/>
                </a:moveTo>
                <a:lnTo>
                  <a:pt x="818097" y="114565"/>
                </a:lnTo>
                <a:lnTo>
                  <a:pt x="818097" y="115453"/>
                </a:lnTo>
                <a:lnTo>
                  <a:pt x="817598" y="115453"/>
                </a:lnTo>
                <a:close/>
                <a:moveTo>
                  <a:pt x="875570" y="114565"/>
                </a:moveTo>
                <a:lnTo>
                  <a:pt x="876069" y="114565"/>
                </a:lnTo>
                <a:lnTo>
                  <a:pt x="876069" y="115453"/>
                </a:lnTo>
                <a:lnTo>
                  <a:pt x="875570" y="115453"/>
                </a:lnTo>
                <a:close/>
                <a:moveTo>
                  <a:pt x="730140" y="115453"/>
                </a:moveTo>
                <a:lnTo>
                  <a:pt x="730639" y="115453"/>
                </a:lnTo>
                <a:lnTo>
                  <a:pt x="730639" y="116341"/>
                </a:lnTo>
                <a:lnTo>
                  <a:pt x="730140" y="116341"/>
                </a:lnTo>
                <a:close/>
                <a:moveTo>
                  <a:pt x="812600" y="115453"/>
                </a:moveTo>
                <a:lnTo>
                  <a:pt x="813100" y="115453"/>
                </a:lnTo>
                <a:lnTo>
                  <a:pt x="813100" y="116341"/>
                </a:lnTo>
                <a:lnTo>
                  <a:pt x="812600" y="116341"/>
                </a:lnTo>
                <a:close/>
                <a:moveTo>
                  <a:pt x="759625" y="116341"/>
                </a:moveTo>
                <a:lnTo>
                  <a:pt x="760125" y="116341"/>
                </a:lnTo>
                <a:lnTo>
                  <a:pt x="760125" y="117229"/>
                </a:lnTo>
                <a:lnTo>
                  <a:pt x="759625" y="117229"/>
                </a:lnTo>
                <a:close/>
                <a:moveTo>
                  <a:pt x="813100" y="116341"/>
                </a:moveTo>
                <a:lnTo>
                  <a:pt x="813599" y="116341"/>
                </a:lnTo>
                <a:lnTo>
                  <a:pt x="813599" y="117229"/>
                </a:lnTo>
                <a:lnTo>
                  <a:pt x="813100" y="117229"/>
                </a:lnTo>
                <a:close/>
                <a:moveTo>
                  <a:pt x="825594" y="117229"/>
                </a:moveTo>
                <a:lnTo>
                  <a:pt x="826093" y="117229"/>
                </a:lnTo>
                <a:lnTo>
                  <a:pt x="826093" y="118117"/>
                </a:lnTo>
                <a:lnTo>
                  <a:pt x="825594" y="118117"/>
                </a:lnTo>
                <a:close/>
                <a:moveTo>
                  <a:pt x="816598" y="117229"/>
                </a:moveTo>
                <a:lnTo>
                  <a:pt x="817098" y="117229"/>
                </a:lnTo>
                <a:lnTo>
                  <a:pt x="817098" y="118117"/>
                </a:lnTo>
                <a:lnTo>
                  <a:pt x="816598" y="118117"/>
                </a:lnTo>
                <a:close/>
                <a:moveTo>
                  <a:pt x="846084" y="117229"/>
                </a:moveTo>
                <a:lnTo>
                  <a:pt x="846584" y="117229"/>
                </a:lnTo>
                <a:lnTo>
                  <a:pt x="846584" y="118117"/>
                </a:lnTo>
                <a:lnTo>
                  <a:pt x="846084" y="118117"/>
                </a:lnTo>
                <a:close/>
                <a:moveTo>
                  <a:pt x="854580" y="117229"/>
                </a:moveTo>
                <a:lnTo>
                  <a:pt x="855080" y="117229"/>
                </a:lnTo>
                <a:lnTo>
                  <a:pt x="855080" y="118117"/>
                </a:lnTo>
                <a:lnTo>
                  <a:pt x="854580" y="118117"/>
                </a:lnTo>
                <a:close/>
                <a:moveTo>
                  <a:pt x="854080" y="118117"/>
                </a:moveTo>
                <a:lnTo>
                  <a:pt x="854580" y="118117"/>
                </a:lnTo>
                <a:lnTo>
                  <a:pt x="854580" y="119005"/>
                </a:lnTo>
                <a:lnTo>
                  <a:pt x="854080" y="119005"/>
                </a:lnTo>
                <a:close/>
                <a:moveTo>
                  <a:pt x="817598" y="118117"/>
                </a:moveTo>
                <a:lnTo>
                  <a:pt x="818097" y="118117"/>
                </a:lnTo>
                <a:lnTo>
                  <a:pt x="818097" y="119005"/>
                </a:lnTo>
                <a:lnTo>
                  <a:pt x="817598" y="119005"/>
                </a:lnTo>
                <a:close/>
                <a:moveTo>
                  <a:pt x="847583" y="119005"/>
                </a:moveTo>
                <a:lnTo>
                  <a:pt x="848083" y="119005"/>
                </a:lnTo>
                <a:lnTo>
                  <a:pt x="848083" y="119893"/>
                </a:lnTo>
                <a:lnTo>
                  <a:pt x="847583" y="119893"/>
                </a:lnTo>
                <a:close/>
                <a:moveTo>
                  <a:pt x="937540" y="119005"/>
                </a:moveTo>
                <a:lnTo>
                  <a:pt x="938040" y="119005"/>
                </a:lnTo>
                <a:lnTo>
                  <a:pt x="938040" y="119893"/>
                </a:lnTo>
                <a:lnTo>
                  <a:pt x="937540" y="119893"/>
                </a:lnTo>
                <a:close/>
                <a:moveTo>
                  <a:pt x="965027" y="119893"/>
                </a:moveTo>
                <a:lnTo>
                  <a:pt x="965527" y="119893"/>
                </a:lnTo>
                <a:lnTo>
                  <a:pt x="965527" y="120782"/>
                </a:lnTo>
                <a:lnTo>
                  <a:pt x="965027" y="120782"/>
                </a:lnTo>
                <a:close/>
                <a:moveTo>
                  <a:pt x="849582" y="119893"/>
                </a:moveTo>
                <a:lnTo>
                  <a:pt x="850082" y="119893"/>
                </a:lnTo>
                <a:lnTo>
                  <a:pt x="850082" y="120782"/>
                </a:lnTo>
                <a:lnTo>
                  <a:pt x="849582" y="120782"/>
                </a:lnTo>
                <a:close/>
                <a:moveTo>
                  <a:pt x="854580" y="119893"/>
                </a:moveTo>
                <a:lnTo>
                  <a:pt x="855080" y="119893"/>
                </a:lnTo>
                <a:lnTo>
                  <a:pt x="855080" y="120782"/>
                </a:lnTo>
                <a:lnTo>
                  <a:pt x="854580" y="120782"/>
                </a:lnTo>
                <a:close/>
                <a:moveTo>
                  <a:pt x="925546" y="119893"/>
                </a:moveTo>
                <a:lnTo>
                  <a:pt x="926046" y="119893"/>
                </a:lnTo>
                <a:lnTo>
                  <a:pt x="926046" y="120782"/>
                </a:lnTo>
                <a:lnTo>
                  <a:pt x="925546" y="120782"/>
                </a:lnTo>
                <a:close/>
                <a:moveTo>
                  <a:pt x="902557" y="120782"/>
                </a:moveTo>
                <a:lnTo>
                  <a:pt x="903556" y="120782"/>
                </a:lnTo>
                <a:lnTo>
                  <a:pt x="903556" y="121670"/>
                </a:lnTo>
                <a:lnTo>
                  <a:pt x="902557" y="121670"/>
                </a:lnTo>
                <a:close/>
                <a:moveTo>
                  <a:pt x="915551" y="120782"/>
                </a:moveTo>
                <a:lnTo>
                  <a:pt x="916050" y="120782"/>
                </a:lnTo>
                <a:lnTo>
                  <a:pt x="916050" y="121670"/>
                </a:lnTo>
                <a:lnTo>
                  <a:pt x="915551" y="121670"/>
                </a:lnTo>
                <a:close/>
                <a:moveTo>
                  <a:pt x="937040" y="121670"/>
                </a:moveTo>
                <a:lnTo>
                  <a:pt x="937540" y="121670"/>
                </a:lnTo>
                <a:lnTo>
                  <a:pt x="937540" y="122558"/>
                </a:lnTo>
                <a:lnTo>
                  <a:pt x="937040" y="122558"/>
                </a:lnTo>
                <a:close/>
                <a:moveTo>
                  <a:pt x="965527" y="121670"/>
                </a:moveTo>
                <a:lnTo>
                  <a:pt x="966026" y="121670"/>
                </a:lnTo>
                <a:lnTo>
                  <a:pt x="966026" y="122558"/>
                </a:lnTo>
                <a:lnTo>
                  <a:pt x="965527" y="122558"/>
                </a:lnTo>
                <a:close/>
                <a:moveTo>
                  <a:pt x="944037" y="121670"/>
                </a:moveTo>
                <a:lnTo>
                  <a:pt x="944537" y="121670"/>
                </a:lnTo>
                <a:lnTo>
                  <a:pt x="944537" y="122558"/>
                </a:lnTo>
                <a:lnTo>
                  <a:pt x="944037" y="122558"/>
                </a:lnTo>
                <a:close/>
                <a:moveTo>
                  <a:pt x="902057" y="121670"/>
                </a:moveTo>
                <a:lnTo>
                  <a:pt x="902557" y="121670"/>
                </a:lnTo>
                <a:lnTo>
                  <a:pt x="902557" y="123446"/>
                </a:lnTo>
                <a:lnTo>
                  <a:pt x="902057" y="123446"/>
                </a:lnTo>
                <a:close/>
                <a:moveTo>
                  <a:pt x="902057" y="124334"/>
                </a:moveTo>
                <a:lnTo>
                  <a:pt x="902557" y="124334"/>
                </a:lnTo>
                <a:lnTo>
                  <a:pt x="902557" y="126998"/>
                </a:lnTo>
                <a:lnTo>
                  <a:pt x="902057" y="126998"/>
                </a:lnTo>
                <a:close/>
                <a:moveTo>
                  <a:pt x="920048" y="126998"/>
                </a:moveTo>
                <a:lnTo>
                  <a:pt x="920548" y="126998"/>
                </a:lnTo>
                <a:lnTo>
                  <a:pt x="920548" y="127886"/>
                </a:lnTo>
                <a:lnTo>
                  <a:pt x="920048" y="127886"/>
                </a:lnTo>
                <a:close/>
                <a:moveTo>
                  <a:pt x="931543" y="127886"/>
                </a:moveTo>
                <a:lnTo>
                  <a:pt x="932043" y="127886"/>
                </a:lnTo>
                <a:lnTo>
                  <a:pt x="932043" y="128774"/>
                </a:lnTo>
                <a:lnTo>
                  <a:pt x="931543" y="128774"/>
                </a:lnTo>
                <a:close/>
                <a:moveTo>
                  <a:pt x="942038" y="129663"/>
                </a:moveTo>
                <a:lnTo>
                  <a:pt x="942538" y="129663"/>
                </a:lnTo>
                <a:lnTo>
                  <a:pt x="942538" y="130551"/>
                </a:lnTo>
                <a:lnTo>
                  <a:pt x="942038" y="130551"/>
                </a:lnTo>
                <a:close/>
                <a:moveTo>
                  <a:pt x="822595" y="133215"/>
                </a:moveTo>
                <a:lnTo>
                  <a:pt x="823095" y="133215"/>
                </a:lnTo>
                <a:lnTo>
                  <a:pt x="823095" y="134103"/>
                </a:lnTo>
                <a:lnTo>
                  <a:pt x="822595" y="134103"/>
                </a:lnTo>
                <a:close/>
                <a:moveTo>
                  <a:pt x="761624" y="134103"/>
                </a:moveTo>
                <a:lnTo>
                  <a:pt x="762124" y="134103"/>
                </a:lnTo>
                <a:lnTo>
                  <a:pt x="762124" y="134991"/>
                </a:lnTo>
                <a:lnTo>
                  <a:pt x="761624" y="134991"/>
                </a:lnTo>
                <a:close/>
                <a:moveTo>
                  <a:pt x="736137" y="134103"/>
                </a:moveTo>
                <a:lnTo>
                  <a:pt x="736636" y="134103"/>
                </a:lnTo>
                <a:lnTo>
                  <a:pt x="736636" y="134991"/>
                </a:lnTo>
                <a:lnTo>
                  <a:pt x="736137" y="134991"/>
                </a:lnTo>
                <a:close/>
                <a:moveTo>
                  <a:pt x="895060" y="134991"/>
                </a:moveTo>
                <a:lnTo>
                  <a:pt x="895560" y="134991"/>
                </a:lnTo>
                <a:lnTo>
                  <a:pt x="895560" y="135879"/>
                </a:lnTo>
                <a:lnTo>
                  <a:pt x="895060" y="135879"/>
                </a:lnTo>
                <a:close/>
                <a:moveTo>
                  <a:pt x="924546" y="135879"/>
                </a:moveTo>
                <a:lnTo>
                  <a:pt x="925046" y="135879"/>
                </a:lnTo>
                <a:lnTo>
                  <a:pt x="925046" y="136767"/>
                </a:lnTo>
                <a:lnTo>
                  <a:pt x="924546" y="136767"/>
                </a:lnTo>
                <a:close/>
                <a:moveTo>
                  <a:pt x="744633" y="135879"/>
                </a:moveTo>
                <a:lnTo>
                  <a:pt x="745132" y="135879"/>
                </a:lnTo>
                <a:lnTo>
                  <a:pt x="745132" y="136767"/>
                </a:lnTo>
                <a:lnTo>
                  <a:pt x="744633" y="136767"/>
                </a:lnTo>
                <a:close/>
                <a:moveTo>
                  <a:pt x="857079" y="135879"/>
                </a:moveTo>
                <a:lnTo>
                  <a:pt x="857578" y="135879"/>
                </a:lnTo>
                <a:lnTo>
                  <a:pt x="857578" y="136767"/>
                </a:lnTo>
                <a:lnTo>
                  <a:pt x="857079" y="136767"/>
                </a:lnTo>
                <a:close/>
                <a:moveTo>
                  <a:pt x="937540" y="136767"/>
                </a:moveTo>
                <a:lnTo>
                  <a:pt x="938040" y="136767"/>
                </a:lnTo>
                <a:lnTo>
                  <a:pt x="938040" y="137655"/>
                </a:lnTo>
                <a:lnTo>
                  <a:pt x="937540" y="137655"/>
                </a:lnTo>
                <a:close/>
                <a:moveTo>
                  <a:pt x="772119" y="136767"/>
                </a:moveTo>
                <a:lnTo>
                  <a:pt x="772619" y="136767"/>
                </a:lnTo>
                <a:lnTo>
                  <a:pt x="772619" y="137655"/>
                </a:lnTo>
                <a:lnTo>
                  <a:pt x="772119" y="137655"/>
                </a:lnTo>
                <a:close/>
                <a:moveTo>
                  <a:pt x="757127" y="136767"/>
                </a:moveTo>
                <a:lnTo>
                  <a:pt x="757626" y="136767"/>
                </a:lnTo>
                <a:lnTo>
                  <a:pt x="757626" y="137655"/>
                </a:lnTo>
                <a:lnTo>
                  <a:pt x="757127" y="137655"/>
                </a:lnTo>
                <a:close/>
                <a:moveTo>
                  <a:pt x="746632" y="135879"/>
                </a:moveTo>
                <a:lnTo>
                  <a:pt x="747131" y="135879"/>
                </a:lnTo>
                <a:lnTo>
                  <a:pt x="747131" y="137655"/>
                </a:lnTo>
                <a:lnTo>
                  <a:pt x="746632" y="137655"/>
                </a:lnTo>
                <a:close/>
                <a:moveTo>
                  <a:pt x="747631" y="137655"/>
                </a:moveTo>
                <a:lnTo>
                  <a:pt x="748131" y="137655"/>
                </a:lnTo>
                <a:lnTo>
                  <a:pt x="748131" y="138544"/>
                </a:lnTo>
                <a:lnTo>
                  <a:pt x="747631" y="138544"/>
                </a:lnTo>
                <a:close/>
                <a:moveTo>
                  <a:pt x="745632" y="137655"/>
                </a:moveTo>
                <a:lnTo>
                  <a:pt x="746132" y="137655"/>
                </a:lnTo>
                <a:lnTo>
                  <a:pt x="746132" y="138544"/>
                </a:lnTo>
                <a:lnTo>
                  <a:pt x="745632" y="138544"/>
                </a:lnTo>
                <a:close/>
                <a:moveTo>
                  <a:pt x="936540" y="137655"/>
                </a:moveTo>
                <a:lnTo>
                  <a:pt x="937040" y="137655"/>
                </a:lnTo>
                <a:lnTo>
                  <a:pt x="937040" y="138544"/>
                </a:lnTo>
                <a:lnTo>
                  <a:pt x="936540" y="138544"/>
                </a:lnTo>
                <a:close/>
                <a:moveTo>
                  <a:pt x="725142" y="137655"/>
                </a:moveTo>
                <a:lnTo>
                  <a:pt x="725642" y="137655"/>
                </a:lnTo>
                <a:lnTo>
                  <a:pt x="725642" y="138544"/>
                </a:lnTo>
                <a:lnTo>
                  <a:pt x="725142" y="138544"/>
                </a:lnTo>
                <a:close/>
                <a:moveTo>
                  <a:pt x="866574" y="137655"/>
                </a:moveTo>
                <a:lnTo>
                  <a:pt x="867074" y="137655"/>
                </a:lnTo>
                <a:lnTo>
                  <a:pt x="867074" y="138544"/>
                </a:lnTo>
                <a:lnTo>
                  <a:pt x="866574" y="138544"/>
                </a:lnTo>
                <a:close/>
                <a:moveTo>
                  <a:pt x="895060" y="136767"/>
                </a:moveTo>
                <a:lnTo>
                  <a:pt x="895560" y="136767"/>
                </a:lnTo>
                <a:lnTo>
                  <a:pt x="895560" y="139432"/>
                </a:lnTo>
                <a:lnTo>
                  <a:pt x="895060" y="139432"/>
                </a:lnTo>
                <a:close/>
                <a:moveTo>
                  <a:pt x="963028" y="138544"/>
                </a:moveTo>
                <a:lnTo>
                  <a:pt x="963528" y="138544"/>
                </a:lnTo>
                <a:lnTo>
                  <a:pt x="963528" y="139432"/>
                </a:lnTo>
                <a:lnTo>
                  <a:pt x="963028" y="139432"/>
                </a:lnTo>
                <a:close/>
                <a:moveTo>
                  <a:pt x="902057" y="135879"/>
                </a:moveTo>
                <a:lnTo>
                  <a:pt x="902557" y="135879"/>
                </a:lnTo>
                <a:lnTo>
                  <a:pt x="902557" y="139432"/>
                </a:lnTo>
                <a:lnTo>
                  <a:pt x="902057" y="139432"/>
                </a:lnTo>
                <a:close/>
                <a:moveTo>
                  <a:pt x="721644" y="138544"/>
                </a:moveTo>
                <a:lnTo>
                  <a:pt x="722143" y="138544"/>
                </a:lnTo>
                <a:lnTo>
                  <a:pt x="722143" y="139432"/>
                </a:lnTo>
                <a:lnTo>
                  <a:pt x="721644" y="139432"/>
                </a:lnTo>
                <a:close/>
                <a:moveTo>
                  <a:pt x="852081" y="139432"/>
                </a:moveTo>
                <a:lnTo>
                  <a:pt x="852581" y="139432"/>
                </a:lnTo>
                <a:lnTo>
                  <a:pt x="852581" y="140320"/>
                </a:lnTo>
                <a:lnTo>
                  <a:pt x="852081" y="140320"/>
                </a:lnTo>
                <a:close/>
                <a:moveTo>
                  <a:pt x="930543" y="139432"/>
                </a:moveTo>
                <a:lnTo>
                  <a:pt x="931543" y="139432"/>
                </a:lnTo>
                <a:lnTo>
                  <a:pt x="931543" y="140320"/>
                </a:lnTo>
                <a:lnTo>
                  <a:pt x="930543" y="140320"/>
                </a:lnTo>
                <a:close/>
                <a:moveTo>
                  <a:pt x="760625" y="139432"/>
                </a:moveTo>
                <a:lnTo>
                  <a:pt x="761125" y="139432"/>
                </a:lnTo>
                <a:lnTo>
                  <a:pt x="761125" y="140320"/>
                </a:lnTo>
                <a:lnTo>
                  <a:pt x="760625" y="140320"/>
                </a:lnTo>
                <a:close/>
                <a:moveTo>
                  <a:pt x="832091" y="139432"/>
                </a:moveTo>
                <a:lnTo>
                  <a:pt x="832590" y="139432"/>
                </a:lnTo>
                <a:lnTo>
                  <a:pt x="832590" y="140320"/>
                </a:lnTo>
                <a:lnTo>
                  <a:pt x="832091" y="140320"/>
                </a:lnTo>
                <a:close/>
                <a:moveTo>
                  <a:pt x="932043" y="139432"/>
                </a:moveTo>
                <a:lnTo>
                  <a:pt x="932542" y="139432"/>
                </a:lnTo>
                <a:lnTo>
                  <a:pt x="932542" y="140320"/>
                </a:lnTo>
                <a:lnTo>
                  <a:pt x="932043" y="140320"/>
                </a:lnTo>
                <a:close/>
                <a:moveTo>
                  <a:pt x="866574" y="139432"/>
                </a:moveTo>
                <a:lnTo>
                  <a:pt x="867074" y="139432"/>
                </a:lnTo>
                <a:lnTo>
                  <a:pt x="867074" y="140320"/>
                </a:lnTo>
                <a:lnTo>
                  <a:pt x="866574" y="140320"/>
                </a:lnTo>
                <a:close/>
                <a:moveTo>
                  <a:pt x="761624" y="140320"/>
                </a:moveTo>
                <a:lnTo>
                  <a:pt x="762124" y="140320"/>
                </a:lnTo>
                <a:lnTo>
                  <a:pt x="762124" y="141208"/>
                </a:lnTo>
                <a:lnTo>
                  <a:pt x="761624" y="141208"/>
                </a:lnTo>
                <a:close/>
                <a:moveTo>
                  <a:pt x="855080" y="140320"/>
                </a:moveTo>
                <a:lnTo>
                  <a:pt x="855579" y="140320"/>
                </a:lnTo>
                <a:lnTo>
                  <a:pt x="855579" y="141208"/>
                </a:lnTo>
                <a:lnTo>
                  <a:pt x="855080" y="141208"/>
                </a:lnTo>
                <a:close/>
                <a:moveTo>
                  <a:pt x="720644" y="140320"/>
                </a:moveTo>
                <a:lnTo>
                  <a:pt x="721144" y="140320"/>
                </a:lnTo>
                <a:lnTo>
                  <a:pt x="721144" y="141208"/>
                </a:lnTo>
                <a:lnTo>
                  <a:pt x="720644" y="141208"/>
                </a:lnTo>
                <a:close/>
                <a:moveTo>
                  <a:pt x="747631" y="140320"/>
                </a:moveTo>
                <a:lnTo>
                  <a:pt x="748131" y="140320"/>
                </a:lnTo>
                <a:lnTo>
                  <a:pt x="748131" y="141208"/>
                </a:lnTo>
                <a:lnTo>
                  <a:pt x="747631" y="141208"/>
                </a:lnTo>
                <a:close/>
                <a:moveTo>
                  <a:pt x="721144" y="141208"/>
                </a:moveTo>
                <a:lnTo>
                  <a:pt x="721644" y="141208"/>
                </a:lnTo>
                <a:lnTo>
                  <a:pt x="721644" y="142096"/>
                </a:lnTo>
                <a:lnTo>
                  <a:pt x="721144" y="142096"/>
                </a:lnTo>
                <a:close/>
                <a:moveTo>
                  <a:pt x="844085" y="141208"/>
                </a:moveTo>
                <a:lnTo>
                  <a:pt x="844585" y="141208"/>
                </a:lnTo>
                <a:lnTo>
                  <a:pt x="844585" y="142096"/>
                </a:lnTo>
                <a:lnTo>
                  <a:pt x="844085" y="142096"/>
                </a:lnTo>
                <a:close/>
                <a:moveTo>
                  <a:pt x="766122" y="142096"/>
                </a:moveTo>
                <a:lnTo>
                  <a:pt x="766622" y="142096"/>
                </a:lnTo>
                <a:lnTo>
                  <a:pt x="766622" y="142984"/>
                </a:lnTo>
                <a:lnTo>
                  <a:pt x="766122" y="142984"/>
                </a:lnTo>
                <a:close/>
                <a:moveTo>
                  <a:pt x="848583" y="142984"/>
                </a:moveTo>
                <a:lnTo>
                  <a:pt x="849082" y="142984"/>
                </a:lnTo>
                <a:lnTo>
                  <a:pt x="849082" y="143872"/>
                </a:lnTo>
                <a:lnTo>
                  <a:pt x="848583" y="143872"/>
                </a:lnTo>
                <a:close/>
                <a:moveTo>
                  <a:pt x="854580" y="142984"/>
                </a:moveTo>
                <a:lnTo>
                  <a:pt x="855080" y="142984"/>
                </a:lnTo>
                <a:lnTo>
                  <a:pt x="855080" y="143872"/>
                </a:lnTo>
                <a:lnTo>
                  <a:pt x="854580" y="143872"/>
                </a:lnTo>
                <a:close/>
                <a:moveTo>
                  <a:pt x="843585" y="142984"/>
                </a:moveTo>
                <a:lnTo>
                  <a:pt x="844085" y="142984"/>
                </a:lnTo>
                <a:lnTo>
                  <a:pt x="844085" y="143872"/>
                </a:lnTo>
                <a:lnTo>
                  <a:pt x="843585" y="143872"/>
                </a:lnTo>
                <a:close/>
                <a:moveTo>
                  <a:pt x="736636" y="143872"/>
                </a:moveTo>
                <a:lnTo>
                  <a:pt x="737136" y="143872"/>
                </a:lnTo>
                <a:lnTo>
                  <a:pt x="737136" y="144760"/>
                </a:lnTo>
                <a:lnTo>
                  <a:pt x="736636" y="144760"/>
                </a:lnTo>
                <a:close/>
                <a:moveTo>
                  <a:pt x="838587" y="143872"/>
                </a:moveTo>
                <a:lnTo>
                  <a:pt x="839087" y="143872"/>
                </a:lnTo>
                <a:lnTo>
                  <a:pt x="839087" y="144760"/>
                </a:lnTo>
                <a:lnTo>
                  <a:pt x="838587" y="144760"/>
                </a:lnTo>
                <a:close/>
                <a:moveTo>
                  <a:pt x="868573" y="143872"/>
                </a:moveTo>
                <a:lnTo>
                  <a:pt x="869073" y="143872"/>
                </a:lnTo>
                <a:lnTo>
                  <a:pt x="869073" y="144760"/>
                </a:lnTo>
                <a:lnTo>
                  <a:pt x="868573" y="144760"/>
                </a:lnTo>
                <a:close/>
                <a:moveTo>
                  <a:pt x="776617" y="143872"/>
                </a:moveTo>
                <a:lnTo>
                  <a:pt x="777117" y="143872"/>
                </a:lnTo>
                <a:lnTo>
                  <a:pt x="777117" y="144760"/>
                </a:lnTo>
                <a:lnTo>
                  <a:pt x="776617" y="144760"/>
                </a:lnTo>
                <a:close/>
                <a:moveTo>
                  <a:pt x="763623" y="144760"/>
                </a:moveTo>
                <a:lnTo>
                  <a:pt x="764123" y="144760"/>
                </a:lnTo>
                <a:lnTo>
                  <a:pt x="764123" y="145648"/>
                </a:lnTo>
                <a:lnTo>
                  <a:pt x="763623" y="145648"/>
                </a:lnTo>
                <a:close/>
                <a:moveTo>
                  <a:pt x="736636" y="145648"/>
                </a:moveTo>
                <a:lnTo>
                  <a:pt x="737136" y="145648"/>
                </a:lnTo>
                <a:lnTo>
                  <a:pt x="737136" y="146536"/>
                </a:lnTo>
                <a:lnTo>
                  <a:pt x="736636" y="146536"/>
                </a:lnTo>
                <a:close/>
                <a:moveTo>
                  <a:pt x="758626" y="145648"/>
                </a:moveTo>
                <a:lnTo>
                  <a:pt x="759126" y="145648"/>
                </a:lnTo>
                <a:lnTo>
                  <a:pt x="759126" y="146536"/>
                </a:lnTo>
                <a:lnTo>
                  <a:pt x="758626" y="146536"/>
                </a:lnTo>
                <a:close/>
                <a:moveTo>
                  <a:pt x="775118" y="145648"/>
                </a:moveTo>
                <a:lnTo>
                  <a:pt x="775618" y="145648"/>
                </a:lnTo>
                <a:lnTo>
                  <a:pt x="775618" y="146536"/>
                </a:lnTo>
                <a:lnTo>
                  <a:pt x="775118" y="146536"/>
                </a:lnTo>
                <a:close/>
                <a:moveTo>
                  <a:pt x="970024" y="146536"/>
                </a:moveTo>
                <a:lnTo>
                  <a:pt x="970524" y="146536"/>
                </a:lnTo>
                <a:lnTo>
                  <a:pt x="970524" y="147425"/>
                </a:lnTo>
                <a:lnTo>
                  <a:pt x="970024" y="147425"/>
                </a:lnTo>
                <a:close/>
                <a:moveTo>
                  <a:pt x="933542" y="146536"/>
                </a:moveTo>
                <a:lnTo>
                  <a:pt x="934042" y="146536"/>
                </a:lnTo>
                <a:lnTo>
                  <a:pt x="934042" y="147425"/>
                </a:lnTo>
                <a:lnTo>
                  <a:pt x="933542" y="147425"/>
                </a:lnTo>
                <a:close/>
                <a:moveTo>
                  <a:pt x="848083" y="146536"/>
                </a:moveTo>
                <a:lnTo>
                  <a:pt x="848583" y="146536"/>
                </a:lnTo>
                <a:lnTo>
                  <a:pt x="848583" y="147425"/>
                </a:lnTo>
                <a:lnTo>
                  <a:pt x="848083" y="147425"/>
                </a:lnTo>
                <a:close/>
                <a:moveTo>
                  <a:pt x="944537" y="146536"/>
                </a:moveTo>
                <a:lnTo>
                  <a:pt x="945036" y="146536"/>
                </a:lnTo>
                <a:lnTo>
                  <a:pt x="945036" y="147425"/>
                </a:lnTo>
                <a:lnTo>
                  <a:pt x="944537" y="147425"/>
                </a:lnTo>
                <a:close/>
                <a:moveTo>
                  <a:pt x="898559" y="146536"/>
                </a:moveTo>
                <a:lnTo>
                  <a:pt x="899058" y="146536"/>
                </a:lnTo>
                <a:lnTo>
                  <a:pt x="899058" y="147425"/>
                </a:lnTo>
                <a:lnTo>
                  <a:pt x="898559" y="147425"/>
                </a:lnTo>
                <a:close/>
                <a:moveTo>
                  <a:pt x="753129" y="147425"/>
                </a:moveTo>
                <a:lnTo>
                  <a:pt x="753628" y="147425"/>
                </a:lnTo>
                <a:lnTo>
                  <a:pt x="753628" y="148313"/>
                </a:lnTo>
                <a:lnTo>
                  <a:pt x="753129" y="148313"/>
                </a:lnTo>
                <a:close/>
                <a:moveTo>
                  <a:pt x="953532" y="147425"/>
                </a:moveTo>
                <a:lnTo>
                  <a:pt x="954032" y="147425"/>
                </a:lnTo>
                <a:lnTo>
                  <a:pt x="954032" y="148313"/>
                </a:lnTo>
                <a:lnTo>
                  <a:pt x="953532" y="148313"/>
                </a:lnTo>
                <a:close/>
                <a:moveTo>
                  <a:pt x="966526" y="146536"/>
                </a:moveTo>
                <a:lnTo>
                  <a:pt x="967026" y="146536"/>
                </a:lnTo>
                <a:lnTo>
                  <a:pt x="967026" y="148313"/>
                </a:lnTo>
                <a:lnTo>
                  <a:pt x="966526" y="148313"/>
                </a:lnTo>
                <a:close/>
                <a:moveTo>
                  <a:pt x="744633" y="147425"/>
                </a:moveTo>
                <a:lnTo>
                  <a:pt x="745132" y="147425"/>
                </a:lnTo>
                <a:lnTo>
                  <a:pt x="745132" y="148313"/>
                </a:lnTo>
                <a:lnTo>
                  <a:pt x="744633" y="148313"/>
                </a:lnTo>
                <a:close/>
                <a:moveTo>
                  <a:pt x="758126" y="147425"/>
                </a:moveTo>
                <a:lnTo>
                  <a:pt x="758626" y="147425"/>
                </a:lnTo>
                <a:lnTo>
                  <a:pt x="758626" y="148313"/>
                </a:lnTo>
                <a:lnTo>
                  <a:pt x="758126" y="148313"/>
                </a:lnTo>
                <a:close/>
                <a:moveTo>
                  <a:pt x="734138" y="147425"/>
                </a:moveTo>
                <a:lnTo>
                  <a:pt x="734637" y="147425"/>
                </a:lnTo>
                <a:lnTo>
                  <a:pt x="734637" y="148313"/>
                </a:lnTo>
                <a:lnTo>
                  <a:pt x="734138" y="148313"/>
                </a:lnTo>
                <a:close/>
                <a:moveTo>
                  <a:pt x="843585" y="147425"/>
                </a:moveTo>
                <a:lnTo>
                  <a:pt x="844085" y="147425"/>
                </a:lnTo>
                <a:lnTo>
                  <a:pt x="844085" y="148313"/>
                </a:lnTo>
                <a:lnTo>
                  <a:pt x="843585" y="148313"/>
                </a:lnTo>
                <a:close/>
                <a:moveTo>
                  <a:pt x="827593" y="147425"/>
                </a:moveTo>
                <a:lnTo>
                  <a:pt x="828093" y="147425"/>
                </a:lnTo>
                <a:lnTo>
                  <a:pt x="828093" y="148313"/>
                </a:lnTo>
                <a:lnTo>
                  <a:pt x="827593" y="148313"/>
                </a:lnTo>
                <a:close/>
                <a:moveTo>
                  <a:pt x="764623" y="148313"/>
                </a:moveTo>
                <a:lnTo>
                  <a:pt x="765123" y="148313"/>
                </a:lnTo>
                <a:lnTo>
                  <a:pt x="765123" y="149201"/>
                </a:lnTo>
                <a:lnTo>
                  <a:pt x="764623" y="149201"/>
                </a:lnTo>
                <a:close/>
                <a:moveTo>
                  <a:pt x="925046" y="148313"/>
                </a:moveTo>
                <a:lnTo>
                  <a:pt x="925546" y="148313"/>
                </a:lnTo>
                <a:lnTo>
                  <a:pt x="925546" y="149201"/>
                </a:lnTo>
                <a:lnTo>
                  <a:pt x="925046" y="149201"/>
                </a:lnTo>
                <a:close/>
                <a:moveTo>
                  <a:pt x="919549" y="148313"/>
                </a:moveTo>
                <a:lnTo>
                  <a:pt x="920048" y="148313"/>
                </a:lnTo>
                <a:lnTo>
                  <a:pt x="920048" y="149201"/>
                </a:lnTo>
                <a:lnTo>
                  <a:pt x="919549" y="149201"/>
                </a:lnTo>
                <a:close/>
                <a:moveTo>
                  <a:pt x="942038" y="148313"/>
                </a:moveTo>
                <a:lnTo>
                  <a:pt x="942538" y="148313"/>
                </a:lnTo>
                <a:lnTo>
                  <a:pt x="942538" y="149201"/>
                </a:lnTo>
                <a:lnTo>
                  <a:pt x="942038" y="149201"/>
                </a:lnTo>
                <a:close/>
                <a:moveTo>
                  <a:pt x="927545" y="148313"/>
                </a:moveTo>
                <a:lnTo>
                  <a:pt x="928045" y="148313"/>
                </a:lnTo>
                <a:lnTo>
                  <a:pt x="928045" y="149201"/>
                </a:lnTo>
                <a:lnTo>
                  <a:pt x="927545" y="149201"/>
                </a:lnTo>
                <a:close/>
                <a:moveTo>
                  <a:pt x="966026" y="148313"/>
                </a:moveTo>
                <a:lnTo>
                  <a:pt x="967026" y="148313"/>
                </a:lnTo>
                <a:lnTo>
                  <a:pt x="967026" y="149201"/>
                </a:lnTo>
                <a:lnTo>
                  <a:pt x="966026" y="149201"/>
                </a:lnTo>
                <a:close/>
                <a:moveTo>
                  <a:pt x="757626" y="149201"/>
                </a:moveTo>
                <a:lnTo>
                  <a:pt x="758126" y="149201"/>
                </a:lnTo>
                <a:lnTo>
                  <a:pt x="758126" y="150089"/>
                </a:lnTo>
                <a:lnTo>
                  <a:pt x="757626" y="150089"/>
                </a:lnTo>
                <a:close/>
                <a:moveTo>
                  <a:pt x="932542" y="149201"/>
                </a:moveTo>
                <a:lnTo>
                  <a:pt x="933042" y="149201"/>
                </a:lnTo>
                <a:lnTo>
                  <a:pt x="933042" y="150089"/>
                </a:lnTo>
                <a:lnTo>
                  <a:pt x="932542" y="150089"/>
                </a:lnTo>
                <a:close/>
                <a:moveTo>
                  <a:pt x="729140" y="149201"/>
                </a:moveTo>
                <a:lnTo>
                  <a:pt x="729640" y="149201"/>
                </a:lnTo>
                <a:lnTo>
                  <a:pt x="729640" y="150089"/>
                </a:lnTo>
                <a:lnTo>
                  <a:pt x="729140" y="150089"/>
                </a:lnTo>
                <a:close/>
                <a:moveTo>
                  <a:pt x="833590" y="149201"/>
                </a:moveTo>
                <a:lnTo>
                  <a:pt x="834090" y="149201"/>
                </a:lnTo>
                <a:lnTo>
                  <a:pt x="834090" y="150089"/>
                </a:lnTo>
                <a:lnTo>
                  <a:pt x="833590" y="150089"/>
                </a:lnTo>
                <a:close/>
                <a:moveTo>
                  <a:pt x="826093" y="149201"/>
                </a:moveTo>
                <a:lnTo>
                  <a:pt x="826593" y="149201"/>
                </a:lnTo>
                <a:lnTo>
                  <a:pt x="826593" y="150089"/>
                </a:lnTo>
                <a:lnTo>
                  <a:pt x="826093" y="150089"/>
                </a:lnTo>
                <a:close/>
                <a:moveTo>
                  <a:pt x="921548" y="149201"/>
                </a:moveTo>
                <a:lnTo>
                  <a:pt x="922047" y="149201"/>
                </a:lnTo>
                <a:lnTo>
                  <a:pt x="922047" y="150089"/>
                </a:lnTo>
                <a:lnTo>
                  <a:pt x="921548" y="150089"/>
                </a:lnTo>
                <a:close/>
                <a:moveTo>
                  <a:pt x="778616" y="149201"/>
                </a:moveTo>
                <a:lnTo>
                  <a:pt x="779116" y="149201"/>
                </a:lnTo>
                <a:lnTo>
                  <a:pt x="779116" y="150089"/>
                </a:lnTo>
                <a:lnTo>
                  <a:pt x="778616" y="150089"/>
                </a:lnTo>
                <a:close/>
                <a:moveTo>
                  <a:pt x="897559" y="149201"/>
                </a:moveTo>
                <a:lnTo>
                  <a:pt x="898059" y="149201"/>
                </a:lnTo>
                <a:lnTo>
                  <a:pt x="898059" y="150089"/>
                </a:lnTo>
                <a:lnTo>
                  <a:pt x="897559" y="150089"/>
                </a:lnTo>
                <a:close/>
                <a:moveTo>
                  <a:pt x="856079" y="150089"/>
                </a:moveTo>
                <a:lnTo>
                  <a:pt x="856579" y="150089"/>
                </a:lnTo>
                <a:lnTo>
                  <a:pt x="856579" y="150977"/>
                </a:lnTo>
                <a:lnTo>
                  <a:pt x="856079" y="150977"/>
                </a:lnTo>
                <a:close/>
                <a:moveTo>
                  <a:pt x="905056" y="150089"/>
                </a:moveTo>
                <a:lnTo>
                  <a:pt x="905555" y="150089"/>
                </a:lnTo>
                <a:lnTo>
                  <a:pt x="905555" y="150977"/>
                </a:lnTo>
                <a:lnTo>
                  <a:pt x="905056" y="150977"/>
                </a:lnTo>
                <a:close/>
                <a:moveTo>
                  <a:pt x="956031" y="149201"/>
                </a:moveTo>
                <a:lnTo>
                  <a:pt x="956531" y="149201"/>
                </a:lnTo>
                <a:lnTo>
                  <a:pt x="956531" y="150977"/>
                </a:lnTo>
                <a:lnTo>
                  <a:pt x="956031" y="150977"/>
                </a:lnTo>
                <a:close/>
                <a:moveTo>
                  <a:pt x="753628" y="150089"/>
                </a:moveTo>
                <a:lnTo>
                  <a:pt x="754128" y="150089"/>
                </a:lnTo>
                <a:lnTo>
                  <a:pt x="754128" y="150977"/>
                </a:lnTo>
                <a:lnTo>
                  <a:pt x="753628" y="150977"/>
                </a:lnTo>
                <a:close/>
                <a:moveTo>
                  <a:pt x="917550" y="150089"/>
                </a:moveTo>
                <a:lnTo>
                  <a:pt x="918049" y="150089"/>
                </a:lnTo>
                <a:lnTo>
                  <a:pt x="918049" y="150977"/>
                </a:lnTo>
                <a:lnTo>
                  <a:pt x="917550" y="150977"/>
                </a:lnTo>
                <a:close/>
                <a:moveTo>
                  <a:pt x="898059" y="150089"/>
                </a:moveTo>
                <a:lnTo>
                  <a:pt x="898559" y="150089"/>
                </a:lnTo>
                <a:lnTo>
                  <a:pt x="898559" y="150977"/>
                </a:lnTo>
                <a:lnTo>
                  <a:pt x="898059" y="150977"/>
                </a:lnTo>
                <a:close/>
                <a:moveTo>
                  <a:pt x="923047" y="150089"/>
                </a:moveTo>
                <a:lnTo>
                  <a:pt x="923547" y="150089"/>
                </a:lnTo>
                <a:lnTo>
                  <a:pt x="923547" y="151865"/>
                </a:lnTo>
                <a:lnTo>
                  <a:pt x="923047" y="151865"/>
                </a:lnTo>
                <a:close/>
                <a:moveTo>
                  <a:pt x="919549" y="150977"/>
                </a:moveTo>
                <a:lnTo>
                  <a:pt x="920048" y="150977"/>
                </a:lnTo>
                <a:lnTo>
                  <a:pt x="920048" y="151865"/>
                </a:lnTo>
                <a:lnTo>
                  <a:pt x="919549" y="151865"/>
                </a:lnTo>
                <a:close/>
                <a:moveTo>
                  <a:pt x="950034" y="150977"/>
                </a:moveTo>
                <a:lnTo>
                  <a:pt x="950534" y="150977"/>
                </a:lnTo>
                <a:lnTo>
                  <a:pt x="950534" y="151865"/>
                </a:lnTo>
                <a:lnTo>
                  <a:pt x="950034" y="151865"/>
                </a:lnTo>
                <a:close/>
                <a:moveTo>
                  <a:pt x="929544" y="150977"/>
                </a:moveTo>
                <a:lnTo>
                  <a:pt x="930044" y="150977"/>
                </a:lnTo>
                <a:lnTo>
                  <a:pt x="930044" y="151865"/>
                </a:lnTo>
                <a:lnTo>
                  <a:pt x="929544" y="151865"/>
                </a:lnTo>
                <a:close/>
                <a:moveTo>
                  <a:pt x="821596" y="150977"/>
                </a:moveTo>
                <a:lnTo>
                  <a:pt x="822095" y="150977"/>
                </a:lnTo>
                <a:lnTo>
                  <a:pt x="822095" y="151865"/>
                </a:lnTo>
                <a:lnTo>
                  <a:pt x="821596" y="151865"/>
                </a:lnTo>
                <a:close/>
                <a:moveTo>
                  <a:pt x="750630" y="150977"/>
                </a:moveTo>
                <a:lnTo>
                  <a:pt x="751129" y="150977"/>
                </a:lnTo>
                <a:lnTo>
                  <a:pt x="751129" y="151865"/>
                </a:lnTo>
                <a:lnTo>
                  <a:pt x="750630" y="151865"/>
                </a:lnTo>
                <a:close/>
                <a:moveTo>
                  <a:pt x="938040" y="151865"/>
                </a:moveTo>
                <a:lnTo>
                  <a:pt x="938540" y="151865"/>
                </a:lnTo>
                <a:lnTo>
                  <a:pt x="938540" y="152753"/>
                </a:lnTo>
                <a:lnTo>
                  <a:pt x="938040" y="152753"/>
                </a:lnTo>
                <a:close/>
                <a:moveTo>
                  <a:pt x="942538" y="151865"/>
                </a:moveTo>
                <a:lnTo>
                  <a:pt x="944537" y="151865"/>
                </a:lnTo>
                <a:lnTo>
                  <a:pt x="944537" y="152753"/>
                </a:lnTo>
                <a:lnTo>
                  <a:pt x="942538" y="152753"/>
                </a:lnTo>
                <a:close/>
                <a:moveTo>
                  <a:pt x="744633" y="151865"/>
                </a:moveTo>
                <a:lnTo>
                  <a:pt x="745132" y="151865"/>
                </a:lnTo>
                <a:lnTo>
                  <a:pt x="745132" y="152753"/>
                </a:lnTo>
                <a:lnTo>
                  <a:pt x="744633" y="152753"/>
                </a:lnTo>
                <a:close/>
                <a:moveTo>
                  <a:pt x="773119" y="151865"/>
                </a:moveTo>
                <a:lnTo>
                  <a:pt x="773619" y="151865"/>
                </a:lnTo>
                <a:lnTo>
                  <a:pt x="773619" y="152753"/>
                </a:lnTo>
                <a:lnTo>
                  <a:pt x="773119" y="152753"/>
                </a:lnTo>
                <a:close/>
                <a:moveTo>
                  <a:pt x="968025" y="151865"/>
                </a:moveTo>
                <a:lnTo>
                  <a:pt x="969025" y="151865"/>
                </a:lnTo>
                <a:lnTo>
                  <a:pt x="969025" y="152753"/>
                </a:lnTo>
                <a:lnTo>
                  <a:pt x="968025" y="152753"/>
                </a:lnTo>
                <a:close/>
                <a:moveTo>
                  <a:pt x="766122" y="151865"/>
                </a:moveTo>
                <a:lnTo>
                  <a:pt x="766622" y="151865"/>
                </a:lnTo>
                <a:lnTo>
                  <a:pt x="766622" y="152753"/>
                </a:lnTo>
                <a:lnTo>
                  <a:pt x="766122" y="152753"/>
                </a:lnTo>
                <a:close/>
                <a:moveTo>
                  <a:pt x="920548" y="151865"/>
                </a:moveTo>
                <a:lnTo>
                  <a:pt x="922047" y="151865"/>
                </a:lnTo>
                <a:lnTo>
                  <a:pt x="922047" y="152753"/>
                </a:lnTo>
                <a:lnTo>
                  <a:pt x="920548" y="152753"/>
                </a:lnTo>
                <a:close/>
                <a:moveTo>
                  <a:pt x="970024" y="152753"/>
                </a:moveTo>
                <a:lnTo>
                  <a:pt x="970524" y="152753"/>
                </a:lnTo>
                <a:lnTo>
                  <a:pt x="970524" y="153641"/>
                </a:lnTo>
                <a:lnTo>
                  <a:pt x="970024" y="153641"/>
                </a:lnTo>
                <a:close/>
                <a:moveTo>
                  <a:pt x="966526" y="149201"/>
                </a:moveTo>
                <a:lnTo>
                  <a:pt x="967026" y="149201"/>
                </a:lnTo>
                <a:lnTo>
                  <a:pt x="967026" y="153641"/>
                </a:lnTo>
                <a:lnTo>
                  <a:pt x="966526" y="153641"/>
                </a:lnTo>
                <a:close/>
                <a:moveTo>
                  <a:pt x="947035" y="149201"/>
                </a:moveTo>
                <a:lnTo>
                  <a:pt x="947535" y="149201"/>
                </a:lnTo>
                <a:lnTo>
                  <a:pt x="947535" y="153641"/>
                </a:lnTo>
                <a:lnTo>
                  <a:pt x="947035" y="153641"/>
                </a:lnTo>
                <a:close/>
                <a:moveTo>
                  <a:pt x="956031" y="151865"/>
                </a:moveTo>
                <a:lnTo>
                  <a:pt x="956531" y="151865"/>
                </a:lnTo>
                <a:lnTo>
                  <a:pt x="956531" y="153641"/>
                </a:lnTo>
                <a:lnTo>
                  <a:pt x="956031" y="153641"/>
                </a:lnTo>
                <a:close/>
                <a:moveTo>
                  <a:pt x="967026" y="153641"/>
                </a:moveTo>
                <a:lnTo>
                  <a:pt x="969025" y="153641"/>
                </a:lnTo>
                <a:lnTo>
                  <a:pt x="969025" y="154529"/>
                </a:lnTo>
                <a:lnTo>
                  <a:pt x="967026" y="154529"/>
                </a:lnTo>
                <a:close/>
                <a:moveTo>
                  <a:pt x="911552" y="153641"/>
                </a:moveTo>
                <a:lnTo>
                  <a:pt x="912552" y="153641"/>
                </a:lnTo>
                <a:lnTo>
                  <a:pt x="912552" y="154529"/>
                </a:lnTo>
                <a:lnTo>
                  <a:pt x="911552" y="154529"/>
                </a:lnTo>
                <a:close/>
                <a:moveTo>
                  <a:pt x="920048" y="153641"/>
                </a:moveTo>
                <a:lnTo>
                  <a:pt x="920548" y="153641"/>
                </a:lnTo>
                <a:lnTo>
                  <a:pt x="920548" y="154529"/>
                </a:lnTo>
                <a:lnTo>
                  <a:pt x="920048" y="154529"/>
                </a:lnTo>
                <a:close/>
                <a:moveTo>
                  <a:pt x="903556" y="153641"/>
                </a:moveTo>
                <a:lnTo>
                  <a:pt x="904556" y="153641"/>
                </a:lnTo>
                <a:lnTo>
                  <a:pt x="904556" y="154529"/>
                </a:lnTo>
                <a:lnTo>
                  <a:pt x="903556" y="154529"/>
                </a:lnTo>
                <a:close/>
                <a:moveTo>
                  <a:pt x="943537" y="153641"/>
                </a:moveTo>
                <a:lnTo>
                  <a:pt x="944537" y="153641"/>
                </a:lnTo>
                <a:lnTo>
                  <a:pt x="944537" y="154529"/>
                </a:lnTo>
                <a:lnTo>
                  <a:pt x="943537" y="154529"/>
                </a:lnTo>
                <a:close/>
                <a:moveTo>
                  <a:pt x="965027" y="153641"/>
                </a:moveTo>
                <a:lnTo>
                  <a:pt x="965527" y="153641"/>
                </a:lnTo>
                <a:lnTo>
                  <a:pt x="965527" y="154529"/>
                </a:lnTo>
                <a:lnTo>
                  <a:pt x="965027" y="154529"/>
                </a:lnTo>
                <a:close/>
                <a:moveTo>
                  <a:pt x="969525" y="153641"/>
                </a:moveTo>
                <a:lnTo>
                  <a:pt x="970024" y="153641"/>
                </a:lnTo>
                <a:lnTo>
                  <a:pt x="970024" y="154529"/>
                </a:lnTo>
                <a:lnTo>
                  <a:pt x="969525" y="154529"/>
                </a:lnTo>
                <a:close/>
                <a:moveTo>
                  <a:pt x="921048" y="153641"/>
                </a:moveTo>
                <a:lnTo>
                  <a:pt x="922047" y="153641"/>
                </a:lnTo>
                <a:lnTo>
                  <a:pt x="922047" y="154529"/>
                </a:lnTo>
                <a:lnTo>
                  <a:pt x="921048" y="154529"/>
                </a:lnTo>
                <a:close/>
                <a:moveTo>
                  <a:pt x="926545" y="153641"/>
                </a:moveTo>
                <a:lnTo>
                  <a:pt x="927545" y="153641"/>
                </a:lnTo>
                <a:lnTo>
                  <a:pt x="927545" y="154529"/>
                </a:lnTo>
                <a:lnTo>
                  <a:pt x="926545" y="154529"/>
                </a:lnTo>
                <a:close/>
                <a:moveTo>
                  <a:pt x="962528" y="153641"/>
                </a:moveTo>
                <a:lnTo>
                  <a:pt x="963528" y="153641"/>
                </a:lnTo>
                <a:lnTo>
                  <a:pt x="963528" y="154529"/>
                </a:lnTo>
                <a:lnTo>
                  <a:pt x="962528" y="154529"/>
                </a:lnTo>
                <a:close/>
                <a:moveTo>
                  <a:pt x="918549" y="153641"/>
                </a:moveTo>
                <a:lnTo>
                  <a:pt x="919549" y="153641"/>
                </a:lnTo>
                <a:lnTo>
                  <a:pt x="919549" y="154529"/>
                </a:lnTo>
                <a:lnTo>
                  <a:pt x="918549" y="154529"/>
                </a:lnTo>
                <a:close/>
                <a:moveTo>
                  <a:pt x="907554" y="153641"/>
                </a:moveTo>
                <a:lnTo>
                  <a:pt x="909553" y="153641"/>
                </a:lnTo>
                <a:lnTo>
                  <a:pt x="909553" y="154529"/>
                </a:lnTo>
                <a:lnTo>
                  <a:pt x="907554" y="154529"/>
                </a:lnTo>
                <a:close/>
                <a:moveTo>
                  <a:pt x="899058" y="153641"/>
                </a:moveTo>
                <a:lnTo>
                  <a:pt x="900058" y="153641"/>
                </a:lnTo>
                <a:lnTo>
                  <a:pt x="900058" y="154529"/>
                </a:lnTo>
                <a:lnTo>
                  <a:pt x="899058" y="154529"/>
                </a:lnTo>
                <a:close/>
                <a:moveTo>
                  <a:pt x="937040" y="153641"/>
                </a:moveTo>
                <a:lnTo>
                  <a:pt x="938040" y="153641"/>
                </a:lnTo>
                <a:lnTo>
                  <a:pt x="938040" y="154529"/>
                </a:lnTo>
                <a:lnTo>
                  <a:pt x="937040" y="154529"/>
                </a:lnTo>
                <a:close/>
                <a:moveTo>
                  <a:pt x="929544" y="153641"/>
                </a:moveTo>
                <a:lnTo>
                  <a:pt x="930543" y="153641"/>
                </a:lnTo>
                <a:lnTo>
                  <a:pt x="930543" y="154529"/>
                </a:lnTo>
                <a:lnTo>
                  <a:pt x="929544" y="154529"/>
                </a:lnTo>
                <a:close/>
                <a:moveTo>
                  <a:pt x="917050" y="153641"/>
                </a:moveTo>
                <a:lnTo>
                  <a:pt x="917550" y="153641"/>
                </a:lnTo>
                <a:lnTo>
                  <a:pt x="917550" y="154529"/>
                </a:lnTo>
                <a:lnTo>
                  <a:pt x="917050" y="154529"/>
                </a:lnTo>
                <a:close/>
                <a:moveTo>
                  <a:pt x="942038" y="153641"/>
                </a:moveTo>
                <a:lnTo>
                  <a:pt x="943037" y="153641"/>
                </a:lnTo>
                <a:lnTo>
                  <a:pt x="943037" y="154529"/>
                </a:lnTo>
                <a:lnTo>
                  <a:pt x="942038" y="154529"/>
                </a:lnTo>
                <a:close/>
                <a:moveTo>
                  <a:pt x="946036" y="153641"/>
                </a:moveTo>
                <a:lnTo>
                  <a:pt x="946536" y="153641"/>
                </a:lnTo>
                <a:lnTo>
                  <a:pt x="946536" y="154529"/>
                </a:lnTo>
                <a:lnTo>
                  <a:pt x="946036" y="154529"/>
                </a:lnTo>
                <a:close/>
                <a:moveTo>
                  <a:pt x="934042" y="153641"/>
                </a:moveTo>
                <a:lnTo>
                  <a:pt x="935041" y="153641"/>
                </a:lnTo>
                <a:lnTo>
                  <a:pt x="935041" y="154529"/>
                </a:lnTo>
                <a:lnTo>
                  <a:pt x="934042" y="154529"/>
                </a:lnTo>
                <a:close/>
                <a:moveTo>
                  <a:pt x="951533" y="153641"/>
                </a:moveTo>
                <a:lnTo>
                  <a:pt x="952033" y="153641"/>
                </a:lnTo>
                <a:lnTo>
                  <a:pt x="952033" y="154529"/>
                </a:lnTo>
                <a:lnTo>
                  <a:pt x="951533" y="154529"/>
                </a:lnTo>
                <a:close/>
                <a:moveTo>
                  <a:pt x="959030" y="153641"/>
                </a:moveTo>
                <a:lnTo>
                  <a:pt x="960529" y="153641"/>
                </a:lnTo>
                <a:lnTo>
                  <a:pt x="960529" y="154529"/>
                </a:lnTo>
                <a:lnTo>
                  <a:pt x="959030" y="154529"/>
                </a:lnTo>
                <a:close/>
                <a:moveTo>
                  <a:pt x="895560" y="153641"/>
                </a:moveTo>
                <a:lnTo>
                  <a:pt x="896060" y="153641"/>
                </a:lnTo>
                <a:lnTo>
                  <a:pt x="896060" y="154529"/>
                </a:lnTo>
                <a:lnTo>
                  <a:pt x="895560" y="154529"/>
                </a:lnTo>
                <a:close/>
                <a:moveTo>
                  <a:pt x="923547" y="153641"/>
                </a:moveTo>
                <a:lnTo>
                  <a:pt x="925046" y="153641"/>
                </a:lnTo>
                <a:lnTo>
                  <a:pt x="925046" y="154529"/>
                </a:lnTo>
                <a:lnTo>
                  <a:pt x="923547" y="154529"/>
                </a:lnTo>
                <a:close/>
                <a:moveTo>
                  <a:pt x="931043" y="153641"/>
                </a:moveTo>
                <a:lnTo>
                  <a:pt x="931543" y="153641"/>
                </a:lnTo>
                <a:lnTo>
                  <a:pt x="931543" y="154529"/>
                </a:lnTo>
                <a:lnTo>
                  <a:pt x="931043" y="154529"/>
                </a:lnTo>
                <a:close/>
                <a:moveTo>
                  <a:pt x="955032" y="153641"/>
                </a:moveTo>
                <a:lnTo>
                  <a:pt x="956031" y="153641"/>
                </a:lnTo>
                <a:lnTo>
                  <a:pt x="956031" y="154529"/>
                </a:lnTo>
                <a:lnTo>
                  <a:pt x="955032" y="154529"/>
                </a:lnTo>
                <a:close/>
              </a:path>
            </a:pathLst>
          </a:custGeom>
          <a:solidFill>
            <a:srgbClr val="63798D"/>
          </a:solidFill>
          <a:ln>
            <a:noFill/>
          </a:ln>
        </p:spPr>
      </p:sp>
      <p:sp>
        <p:nvSpPr>
          <p:cNvPr id="45" name="Kimate circled colour correction 45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5623" y="64831"/>
                </a:moveTo>
                <a:lnTo>
                  <a:pt x="766122" y="64831"/>
                </a:lnTo>
                <a:lnTo>
                  <a:pt x="766122" y="65719"/>
                </a:lnTo>
                <a:lnTo>
                  <a:pt x="765623" y="65719"/>
                </a:lnTo>
                <a:close/>
                <a:moveTo>
                  <a:pt x="732139" y="66607"/>
                </a:moveTo>
                <a:lnTo>
                  <a:pt x="732638" y="66607"/>
                </a:lnTo>
                <a:lnTo>
                  <a:pt x="732638" y="67496"/>
                </a:lnTo>
                <a:lnTo>
                  <a:pt x="732139" y="67496"/>
                </a:lnTo>
                <a:close/>
                <a:moveTo>
                  <a:pt x="728140" y="69272"/>
                </a:moveTo>
                <a:lnTo>
                  <a:pt x="728640" y="69272"/>
                </a:lnTo>
                <a:lnTo>
                  <a:pt x="728640" y="70160"/>
                </a:lnTo>
                <a:lnTo>
                  <a:pt x="728140" y="70160"/>
                </a:lnTo>
                <a:close/>
                <a:moveTo>
                  <a:pt x="732139" y="69272"/>
                </a:moveTo>
                <a:lnTo>
                  <a:pt x="732638" y="69272"/>
                </a:lnTo>
                <a:lnTo>
                  <a:pt x="732638" y="71048"/>
                </a:lnTo>
                <a:lnTo>
                  <a:pt x="732139" y="71048"/>
                </a:lnTo>
                <a:close/>
                <a:moveTo>
                  <a:pt x="727641" y="71048"/>
                </a:moveTo>
                <a:lnTo>
                  <a:pt x="728140" y="71048"/>
                </a:lnTo>
                <a:lnTo>
                  <a:pt x="728140" y="71936"/>
                </a:lnTo>
                <a:lnTo>
                  <a:pt x="727641" y="71936"/>
                </a:lnTo>
                <a:close/>
                <a:moveTo>
                  <a:pt x="727641" y="74600"/>
                </a:moveTo>
                <a:lnTo>
                  <a:pt x="728140" y="74600"/>
                </a:lnTo>
                <a:lnTo>
                  <a:pt x="728140" y="75488"/>
                </a:lnTo>
                <a:lnTo>
                  <a:pt x="727641" y="75488"/>
                </a:lnTo>
                <a:close/>
                <a:moveTo>
                  <a:pt x="755627" y="77265"/>
                </a:moveTo>
                <a:lnTo>
                  <a:pt x="757127" y="77265"/>
                </a:lnTo>
                <a:lnTo>
                  <a:pt x="757127" y="78153"/>
                </a:lnTo>
                <a:lnTo>
                  <a:pt x="755627" y="78153"/>
                </a:lnTo>
                <a:close/>
                <a:moveTo>
                  <a:pt x="847083" y="78153"/>
                </a:moveTo>
                <a:lnTo>
                  <a:pt x="848083" y="78153"/>
                </a:lnTo>
                <a:lnTo>
                  <a:pt x="848083" y="79929"/>
                </a:lnTo>
                <a:lnTo>
                  <a:pt x="847083" y="79929"/>
                </a:lnTo>
                <a:close/>
                <a:moveTo>
                  <a:pt x="733638" y="79929"/>
                </a:moveTo>
                <a:lnTo>
                  <a:pt x="734138" y="79929"/>
                </a:lnTo>
                <a:lnTo>
                  <a:pt x="734138" y="80817"/>
                </a:lnTo>
                <a:lnTo>
                  <a:pt x="733638" y="80817"/>
                </a:lnTo>
                <a:close/>
                <a:moveTo>
                  <a:pt x="726641" y="79929"/>
                </a:moveTo>
                <a:lnTo>
                  <a:pt x="727141" y="79929"/>
                </a:lnTo>
                <a:lnTo>
                  <a:pt x="727141" y="80817"/>
                </a:lnTo>
                <a:lnTo>
                  <a:pt x="726641" y="80817"/>
                </a:lnTo>
                <a:close/>
                <a:moveTo>
                  <a:pt x="769121" y="80817"/>
                </a:moveTo>
                <a:lnTo>
                  <a:pt x="769621" y="80817"/>
                </a:lnTo>
                <a:lnTo>
                  <a:pt x="769621" y="81705"/>
                </a:lnTo>
                <a:lnTo>
                  <a:pt x="769121" y="81705"/>
                </a:lnTo>
                <a:close/>
                <a:moveTo>
                  <a:pt x="761624" y="80817"/>
                </a:moveTo>
                <a:lnTo>
                  <a:pt x="762124" y="80817"/>
                </a:lnTo>
                <a:lnTo>
                  <a:pt x="762124" y="81705"/>
                </a:lnTo>
                <a:lnTo>
                  <a:pt x="761624" y="81705"/>
                </a:lnTo>
                <a:close/>
                <a:moveTo>
                  <a:pt x="732139" y="81705"/>
                </a:moveTo>
                <a:lnTo>
                  <a:pt x="732638" y="81705"/>
                </a:lnTo>
                <a:lnTo>
                  <a:pt x="732638" y="82593"/>
                </a:lnTo>
                <a:lnTo>
                  <a:pt x="732139" y="82593"/>
                </a:lnTo>
                <a:close/>
                <a:moveTo>
                  <a:pt x="840087" y="81705"/>
                </a:moveTo>
                <a:lnTo>
                  <a:pt x="840587" y="81705"/>
                </a:lnTo>
                <a:lnTo>
                  <a:pt x="840587" y="82593"/>
                </a:lnTo>
                <a:lnTo>
                  <a:pt x="840087" y="82593"/>
                </a:lnTo>
                <a:close/>
                <a:moveTo>
                  <a:pt x="931543" y="82593"/>
                </a:moveTo>
                <a:lnTo>
                  <a:pt x="932043" y="82593"/>
                </a:lnTo>
                <a:lnTo>
                  <a:pt x="932043" y="83481"/>
                </a:lnTo>
                <a:lnTo>
                  <a:pt x="931543" y="83481"/>
                </a:lnTo>
                <a:close/>
                <a:moveTo>
                  <a:pt x="738635" y="83481"/>
                </a:moveTo>
                <a:lnTo>
                  <a:pt x="739135" y="83481"/>
                </a:lnTo>
                <a:lnTo>
                  <a:pt x="739135" y="84369"/>
                </a:lnTo>
                <a:lnTo>
                  <a:pt x="738635" y="84369"/>
                </a:lnTo>
                <a:close/>
                <a:moveTo>
                  <a:pt x="857578" y="83481"/>
                </a:moveTo>
                <a:lnTo>
                  <a:pt x="858078" y="83481"/>
                </a:lnTo>
                <a:lnTo>
                  <a:pt x="858078" y="84369"/>
                </a:lnTo>
                <a:lnTo>
                  <a:pt x="857578" y="84369"/>
                </a:lnTo>
                <a:close/>
                <a:moveTo>
                  <a:pt x="837088" y="83481"/>
                </a:moveTo>
                <a:lnTo>
                  <a:pt x="837588" y="83481"/>
                </a:lnTo>
                <a:lnTo>
                  <a:pt x="837588" y="84369"/>
                </a:lnTo>
                <a:lnTo>
                  <a:pt x="837088" y="84369"/>
                </a:lnTo>
                <a:close/>
                <a:moveTo>
                  <a:pt x="858578" y="84369"/>
                </a:moveTo>
                <a:lnTo>
                  <a:pt x="859078" y="84369"/>
                </a:lnTo>
                <a:lnTo>
                  <a:pt x="859078" y="85258"/>
                </a:lnTo>
                <a:lnTo>
                  <a:pt x="858578" y="85258"/>
                </a:lnTo>
                <a:close/>
                <a:moveTo>
                  <a:pt x="743633" y="83481"/>
                </a:moveTo>
                <a:lnTo>
                  <a:pt x="744133" y="83481"/>
                </a:lnTo>
                <a:lnTo>
                  <a:pt x="744133" y="85258"/>
                </a:lnTo>
                <a:lnTo>
                  <a:pt x="743633" y="85258"/>
                </a:lnTo>
                <a:close/>
                <a:moveTo>
                  <a:pt x="762624" y="84369"/>
                </a:moveTo>
                <a:lnTo>
                  <a:pt x="763124" y="84369"/>
                </a:lnTo>
                <a:lnTo>
                  <a:pt x="763124" y="85258"/>
                </a:lnTo>
                <a:lnTo>
                  <a:pt x="762624" y="85258"/>
                </a:lnTo>
                <a:close/>
                <a:moveTo>
                  <a:pt x="751129" y="84369"/>
                </a:moveTo>
                <a:lnTo>
                  <a:pt x="751629" y="84369"/>
                </a:lnTo>
                <a:lnTo>
                  <a:pt x="751629" y="85258"/>
                </a:lnTo>
                <a:lnTo>
                  <a:pt x="751129" y="85258"/>
                </a:lnTo>
                <a:close/>
                <a:moveTo>
                  <a:pt x="744133" y="85258"/>
                </a:moveTo>
                <a:lnTo>
                  <a:pt x="744633" y="85258"/>
                </a:lnTo>
                <a:lnTo>
                  <a:pt x="744633" y="86146"/>
                </a:lnTo>
                <a:lnTo>
                  <a:pt x="744133" y="86146"/>
                </a:lnTo>
                <a:close/>
                <a:moveTo>
                  <a:pt x="834589" y="85258"/>
                </a:moveTo>
                <a:lnTo>
                  <a:pt x="835089" y="85258"/>
                </a:lnTo>
                <a:lnTo>
                  <a:pt x="835089" y="86146"/>
                </a:lnTo>
                <a:lnTo>
                  <a:pt x="834589" y="86146"/>
                </a:lnTo>
                <a:close/>
                <a:moveTo>
                  <a:pt x="775618" y="85258"/>
                </a:moveTo>
                <a:lnTo>
                  <a:pt x="776117" y="85258"/>
                </a:lnTo>
                <a:lnTo>
                  <a:pt x="776117" y="87034"/>
                </a:lnTo>
                <a:lnTo>
                  <a:pt x="775618" y="87034"/>
                </a:lnTo>
                <a:close/>
                <a:moveTo>
                  <a:pt x="923047" y="86146"/>
                </a:moveTo>
                <a:lnTo>
                  <a:pt x="923547" y="86146"/>
                </a:lnTo>
                <a:lnTo>
                  <a:pt x="923547" y="87034"/>
                </a:lnTo>
                <a:lnTo>
                  <a:pt x="923047" y="87034"/>
                </a:lnTo>
                <a:close/>
                <a:moveTo>
                  <a:pt x="860577" y="86146"/>
                </a:moveTo>
                <a:lnTo>
                  <a:pt x="861077" y="86146"/>
                </a:lnTo>
                <a:lnTo>
                  <a:pt x="861077" y="87034"/>
                </a:lnTo>
                <a:lnTo>
                  <a:pt x="860577" y="87034"/>
                </a:lnTo>
                <a:close/>
                <a:moveTo>
                  <a:pt x="739635" y="86146"/>
                </a:moveTo>
                <a:lnTo>
                  <a:pt x="740135" y="86146"/>
                </a:lnTo>
                <a:lnTo>
                  <a:pt x="740135" y="87034"/>
                </a:lnTo>
                <a:lnTo>
                  <a:pt x="739635" y="87034"/>
                </a:lnTo>
                <a:close/>
                <a:moveTo>
                  <a:pt x="921048" y="86146"/>
                </a:moveTo>
                <a:lnTo>
                  <a:pt x="921548" y="86146"/>
                </a:lnTo>
                <a:lnTo>
                  <a:pt x="921548" y="87034"/>
                </a:lnTo>
                <a:lnTo>
                  <a:pt x="921048" y="87034"/>
                </a:lnTo>
                <a:close/>
                <a:moveTo>
                  <a:pt x="752129" y="86146"/>
                </a:moveTo>
                <a:lnTo>
                  <a:pt x="752629" y="86146"/>
                </a:lnTo>
                <a:lnTo>
                  <a:pt x="752629" y="87034"/>
                </a:lnTo>
                <a:lnTo>
                  <a:pt x="752129" y="87034"/>
                </a:lnTo>
                <a:close/>
                <a:moveTo>
                  <a:pt x="917050" y="87034"/>
                </a:moveTo>
                <a:lnTo>
                  <a:pt x="917550" y="87034"/>
                </a:lnTo>
                <a:lnTo>
                  <a:pt x="917550" y="87922"/>
                </a:lnTo>
                <a:lnTo>
                  <a:pt x="917050" y="87922"/>
                </a:lnTo>
                <a:close/>
                <a:moveTo>
                  <a:pt x="920048" y="87034"/>
                </a:moveTo>
                <a:lnTo>
                  <a:pt x="920548" y="87034"/>
                </a:lnTo>
                <a:lnTo>
                  <a:pt x="920548" y="87922"/>
                </a:lnTo>
                <a:lnTo>
                  <a:pt x="920048" y="87922"/>
                </a:lnTo>
                <a:close/>
                <a:moveTo>
                  <a:pt x="895060" y="87034"/>
                </a:moveTo>
                <a:lnTo>
                  <a:pt x="895560" y="87034"/>
                </a:lnTo>
                <a:lnTo>
                  <a:pt x="895560" y="87922"/>
                </a:lnTo>
                <a:lnTo>
                  <a:pt x="895060" y="87922"/>
                </a:lnTo>
                <a:close/>
                <a:moveTo>
                  <a:pt x="964027" y="87034"/>
                </a:moveTo>
                <a:lnTo>
                  <a:pt x="964527" y="87034"/>
                </a:lnTo>
                <a:lnTo>
                  <a:pt x="964527" y="87922"/>
                </a:lnTo>
                <a:lnTo>
                  <a:pt x="964027" y="87922"/>
                </a:lnTo>
                <a:close/>
                <a:moveTo>
                  <a:pt x="831091" y="87034"/>
                </a:moveTo>
                <a:lnTo>
                  <a:pt x="831591" y="87034"/>
                </a:lnTo>
                <a:lnTo>
                  <a:pt x="831591" y="87922"/>
                </a:lnTo>
                <a:lnTo>
                  <a:pt x="831091" y="87922"/>
                </a:lnTo>
                <a:close/>
                <a:moveTo>
                  <a:pt x="761624" y="87034"/>
                </a:moveTo>
                <a:lnTo>
                  <a:pt x="762124" y="87034"/>
                </a:lnTo>
                <a:lnTo>
                  <a:pt x="762124" y="87922"/>
                </a:lnTo>
                <a:lnTo>
                  <a:pt x="761624" y="87922"/>
                </a:lnTo>
                <a:close/>
                <a:moveTo>
                  <a:pt x="862576" y="87034"/>
                </a:moveTo>
                <a:lnTo>
                  <a:pt x="863076" y="87034"/>
                </a:lnTo>
                <a:lnTo>
                  <a:pt x="863076" y="87922"/>
                </a:lnTo>
                <a:lnTo>
                  <a:pt x="862576" y="87922"/>
                </a:lnTo>
                <a:close/>
                <a:moveTo>
                  <a:pt x="830092" y="87922"/>
                </a:moveTo>
                <a:lnTo>
                  <a:pt x="830591" y="87922"/>
                </a:lnTo>
                <a:lnTo>
                  <a:pt x="830591" y="88810"/>
                </a:lnTo>
                <a:lnTo>
                  <a:pt x="830092" y="88810"/>
                </a:lnTo>
                <a:close/>
                <a:moveTo>
                  <a:pt x="764123" y="87922"/>
                </a:moveTo>
                <a:lnTo>
                  <a:pt x="764623" y="87922"/>
                </a:lnTo>
                <a:lnTo>
                  <a:pt x="764623" y="88810"/>
                </a:lnTo>
                <a:lnTo>
                  <a:pt x="764123" y="88810"/>
                </a:lnTo>
                <a:close/>
                <a:moveTo>
                  <a:pt x="863076" y="88810"/>
                </a:moveTo>
                <a:lnTo>
                  <a:pt x="863575" y="88810"/>
                </a:lnTo>
                <a:lnTo>
                  <a:pt x="863575" y="89698"/>
                </a:lnTo>
                <a:lnTo>
                  <a:pt x="863076" y="89698"/>
                </a:lnTo>
                <a:close/>
                <a:moveTo>
                  <a:pt x="864075" y="88810"/>
                </a:moveTo>
                <a:lnTo>
                  <a:pt x="864575" y="88810"/>
                </a:lnTo>
                <a:lnTo>
                  <a:pt x="864575" y="89698"/>
                </a:lnTo>
                <a:lnTo>
                  <a:pt x="864075" y="89698"/>
                </a:lnTo>
                <a:close/>
                <a:moveTo>
                  <a:pt x="730639" y="88810"/>
                </a:moveTo>
                <a:lnTo>
                  <a:pt x="731139" y="88810"/>
                </a:lnTo>
                <a:lnTo>
                  <a:pt x="731139" y="89698"/>
                </a:lnTo>
                <a:lnTo>
                  <a:pt x="730639" y="89698"/>
                </a:lnTo>
                <a:close/>
                <a:moveTo>
                  <a:pt x="761125" y="88810"/>
                </a:moveTo>
                <a:lnTo>
                  <a:pt x="761624" y="88810"/>
                </a:lnTo>
                <a:lnTo>
                  <a:pt x="761624" y="89698"/>
                </a:lnTo>
                <a:lnTo>
                  <a:pt x="761125" y="89698"/>
                </a:lnTo>
                <a:close/>
                <a:moveTo>
                  <a:pt x="829092" y="88810"/>
                </a:moveTo>
                <a:lnTo>
                  <a:pt x="829592" y="88810"/>
                </a:lnTo>
                <a:lnTo>
                  <a:pt x="829592" y="89698"/>
                </a:lnTo>
                <a:lnTo>
                  <a:pt x="829092" y="89698"/>
                </a:lnTo>
                <a:close/>
                <a:moveTo>
                  <a:pt x="819097" y="89698"/>
                </a:moveTo>
                <a:lnTo>
                  <a:pt x="819597" y="89698"/>
                </a:lnTo>
                <a:lnTo>
                  <a:pt x="819597" y="90586"/>
                </a:lnTo>
                <a:lnTo>
                  <a:pt x="819097" y="90586"/>
                </a:lnTo>
                <a:close/>
                <a:moveTo>
                  <a:pt x="828093" y="89698"/>
                </a:moveTo>
                <a:lnTo>
                  <a:pt x="828592" y="89698"/>
                </a:lnTo>
                <a:lnTo>
                  <a:pt x="828592" y="90586"/>
                </a:lnTo>
                <a:lnTo>
                  <a:pt x="828093" y="90586"/>
                </a:lnTo>
                <a:close/>
                <a:moveTo>
                  <a:pt x="774618" y="89698"/>
                </a:moveTo>
                <a:lnTo>
                  <a:pt x="775118" y="89698"/>
                </a:lnTo>
                <a:lnTo>
                  <a:pt x="775118" y="90586"/>
                </a:lnTo>
                <a:lnTo>
                  <a:pt x="774618" y="90586"/>
                </a:lnTo>
                <a:close/>
                <a:moveTo>
                  <a:pt x="966526" y="89698"/>
                </a:moveTo>
                <a:lnTo>
                  <a:pt x="967026" y="89698"/>
                </a:lnTo>
                <a:lnTo>
                  <a:pt x="967026" y="90586"/>
                </a:lnTo>
                <a:lnTo>
                  <a:pt x="966526" y="90586"/>
                </a:lnTo>
                <a:close/>
                <a:moveTo>
                  <a:pt x="740135" y="89698"/>
                </a:moveTo>
                <a:lnTo>
                  <a:pt x="740634" y="89698"/>
                </a:lnTo>
                <a:lnTo>
                  <a:pt x="740634" y="90586"/>
                </a:lnTo>
                <a:lnTo>
                  <a:pt x="740135" y="90586"/>
                </a:lnTo>
                <a:close/>
                <a:moveTo>
                  <a:pt x="839587" y="89698"/>
                </a:moveTo>
                <a:lnTo>
                  <a:pt x="840087" y="89698"/>
                </a:lnTo>
                <a:lnTo>
                  <a:pt x="840087" y="90586"/>
                </a:lnTo>
                <a:lnTo>
                  <a:pt x="839587" y="90586"/>
                </a:lnTo>
                <a:close/>
                <a:moveTo>
                  <a:pt x="895060" y="88810"/>
                </a:moveTo>
                <a:lnTo>
                  <a:pt x="895560" y="88810"/>
                </a:lnTo>
                <a:lnTo>
                  <a:pt x="895560" y="90586"/>
                </a:lnTo>
                <a:lnTo>
                  <a:pt x="895060" y="90586"/>
                </a:lnTo>
                <a:close/>
                <a:moveTo>
                  <a:pt x="747131" y="89698"/>
                </a:moveTo>
                <a:lnTo>
                  <a:pt x="747631" y="89698"/>
                </a:lnTo>
                <a:lnTo>
                  <a:pt x="747631" y="90586"/>
                </a:lnTo>
                <a:lnTo>
                  <a:pt x="747131" y="90586"/>
                </a:lnTo>
                <a:close/>
                <a:moveTo>
                  <a:pt x="817598" y="89698"/>
                </a:moveTo>
                <a:lnTo>
                  <a:pt x="818097" y="89698"/>
                </a:lnTo>
                <a:lnTo>
                  <a:pt x="818097" y="90586"/>
                </a:lnTo>
                <a:lnTo>
                  <a:pt x="817598" y="90586"/>
                </a:lnTo>
                <a:close/>
                <a:moveTo>
                  <a:pt x="816098" y="89698"/>
                </a:moveTo>
                <a:lnTo>
                  <a:pt x="816598" y="89698"/>
                </a:lnTo>
                <a:lnTo>
                  <a:pt x="816598" y="90586"/>
                </a:lnTo>
                <a:lnTo>
                  <a:pt x="816098" y="90586"/>
                </a:lnTo>
                <a:close/>
                <a:moveTo>
                  <a:pt x="839087" y="90586"/>
                </a:moveTo>
                <a:lnTo>
                  <a:pt x="840087" y="90586"/>
                </a:lnTo>
                <a:lnTo>
                  <a:pt x="840087" y="91474"/>
                </a:lnTo>
                <a:lnTo>
                  <a:pt x="839087" y="91474"/>
                </a:lnTo>
                <a:close/>
                <a:moveTo>
                  <a:pt x="760625" y="90586"/>
                </a:moveTo>
                <a:lnTo>
                  <a:pt x="761125" y="90586"/>
                </a:lnTo>
                <a:lnTo>
                  <a:pt x="761125" y="91474"/>
                </a:lnTo>
                <a:lnTo>
                  <a:pt x="760625" y="91474"/>
                </a:lnTo>
                <a:close/>
                <a:moveTo>
                  <a:pt x="762124" y="90586"/>
                </a:moveTo>
                <a:lnTo>
                  <a:pt x="762624" y="90586"/>
                </a:lnTo>
                <a:lnTo>
                  <a:pt x="762624" y="91474"/>
                </a:lnTo>
                <a:lnTo>
                  <a:pt x="762124" y="91474"/>
                </a:lnTo>
                <a:close/>
                <a:moveTo>
                  <a:pt x="827093" y="90586"/>
                </a:moveTo>
                <a:lnTo>
                  <a:pt x="827593" y="90586"/>
                </a:lnTo>
                <a:lnTo>
                  <a:pt x="827593" y="91474"/>
                </a:lnTo>
                <a:lnTo>
                  <a:pt x="827093" y="91474"/>
                </a:lnTo>
                <a:close/>
                <a:moveTo>
                  <a:pt x="865075" y="91474"/>
                </a:moveTo>
                <a:lnTo>
                  <a:pt x="865575" y="91474"/>
                </a:lnTo>
                <a:lnTo>
                  <a:pt x="865575" y="92362"/>
                </a:lnTo>
                <a:lnTo>
                  <a:pt x="865075" y="92362"/>
                </a:lnTo>
                <a:close/>
                <a:moveTo>
                  <a:pt x="826093" y="91474"/>
                </a:moveTo>
                <a:lnTo>
                  <a:pt x="826593" y="91474"/>
                </a:lnTo>
                <a:lnTo>
                  <a:pt x="826593" y="92362"/>
                </a:lnTo>
                <a:lnTo>
                  <a:pt x="826093" y="92362"/>
                </a:lnTo>
                <a:close/>
                <a:moveTo>
                  <a:pt x="745632" y="88810"/>
                </a:moveTo>
                <a:lnTo>
                  <a:pt x="746132" y="88810"/>
                </a:lnTo>
                <a:lnTo>
                  <a:pt x="746132" y="92362"/>
                </a:lnTo>
                <a:lnTo>
                  <a:pt x="745632" y="92362"/>
                </a:lnTo>
                <a:close/>
                <a:moveTo>
                  <a:pt x="733138" y="90586"/>
                </a:moveTo>
                <a:lnTo>
                  <a:pt x="733638" y="90586"/>
                </a:lnTo>
                <a:lnTo>
                  <a:pt x="733638" y="92362"/>
                </a:lnTo>
                <a:lnTo>
                  <a:pt x="733138" y="92362"/>
                </a:lnTo>
                <a:close/>
                <a:moveTo>
                  <a:pt x="738635" y="91474"/>
                </a:moveTo>
                <a:lnTo>
                  <a:pt x="739135" y="91474"/>
                </a:lnTo>
                <a:lnTo>
                  <a:pt x="739135" y="93250"/>
                </a:lnTo>
                <a:lnTo>
                  <a:pt x="738635" y="93250"/>
                </a:lnTo>
                <a:close/>
                <a:moveTo>
                  <a:pt x="741134" y="92362"/>
                </a:moveTo>
                <a:lnTo>
                  <a:pt x="741634" y="92362"/>
                </a:lnTo>
                <a:lnTo>
                  <a:pt x="741634" y="93250"/>
                </a:lnTo>
                <a:lnTo>
                  <a:pt x="741134" y="93250"/>
                </a:lnTo>
                <a:close/>
                <a:moveTo>
                  <a:pt x="937040" y="92362"/>
                </a:moveTo>
                <a:lnTo>
                  <a:pt x="937540" y="92362"/>
                </a:lnTo>
                <a:lnTo>
                  <a:pt x="937540" y="93250"/>
                </a:lnTo>
                <a:lnTo>
                  <a:pt x="937040" y="93250"/>
                </a:lnTo>
                <a:close/>
                <a:moveTo>
                  <a:pt x="759126" y="92362"/>
                </a:moveTo>
                <a:lnTo>
                  <a:pt x="759625" y="92362"/>
                </a:lnTo>
                <a:lnTo>
                  <a:pt x="759625" y="93250"/>
                </a:lnTo>
                <a:lnTo>
                  <a:pt x="759126" y="93250"/>
                </a:lnTo>
                <a:close/>
                <a:moveTo>
                  <a:pt x="825094" y="92362"/>
                </a:moveTo>
                <a:lnTo>
                  <a:pt x="825594" y="92362"/>
                </a:lnTo>
                <a:lnTo>
                  <a:pt x="825594" y="93250"/>
                </a:lnTo>
                <a:lnTo>
                  <a:pt x="825094" y="93250"/>
                </a:lnTo>
                <a:close/>
                <a:moveTo>
                  <a:pt x="816598" y="92362"/>
                </a:moveTo>
                <a:lnTo>
                  <a:pt x="817098" y="92362"/>
                </a:lnTo>
                <a:lnTo>
                  <a:pt x="817098" y="93250"/>
                </a:lnTo>
                <a:lnTo>
                  <a:pt x="816598" y="93250"/>
                </a:lnTo>
                <a:close/>
                <a:moveTo>
                  <a:pt x="865575" y="92362"/>
                </a:moveTo>
                <a:lnTo>
                  <a:pt x="866074" y="92362"/>
                </a:lnTo>
                <a:lnTo>
                  <a:pt x="866074" y="93250"/>
                </a:lnTo>
                <a:lnTo>
                  <a:pt x="865575" y="93250"/>
                </a:lnTo>
                <a:close/>
                <a:moveTo>
                  <a:pt x="968025" y="92362"/>
                </a:moveTo>
                <a:lnTo>
                  <a:pt x="968525" y="92362"/>
                </a:lnTo>
                <a:lnTo>
                  <a:pt x="968525" y="93250"/>
                </a:lnTo>
                <a:lnTo>
                  <a:pt x="968025" y="93250"/>
                </a:lnTo>
                <a:close/>
                <a:moveTo>
                  <a:pt x="735137" y="93250"/>
                </a:moveTo>
                <a:lnTo>
                  <a:pt x="735637" y="93250"/>
                </a:lnTo>
                <a:lnTo>
                  <a:pt x="735637" y="94139"/>
                </a:lnTo>
                <a:lnTo>
                  <a:pt x="735137" y="94139"/>
                </a:lnTo>
                <a:close/>
                <a:moveTo>
                  <a:pt x="816098" y="93250"/>
                </a:moveTo>
                <a:lnTo>
                  <a:pt x="817098" y="93250"/>
                </a:lnTo>
                <a:lnTo>
                  <a:pt x="817098" y="94139"/>
                </a:lnTo>
                <a:lnTo>
                  <a:pt x="816098" y="94139"/>
                </a:lnTo>
                <a:close/>
                <a:moveTo>
                  <a:pt x="827093" y="93250"/>
                </a:moveTo>
                <a:lnTo>
                  <a:pt x="827593" y="93250"/>
                </a:lnTo>
                <a:lnTo>
                  <a:pt x="827593" y="94139"/>
                </a:lnTo>
                <a:lnTo>
                  <a:pt x="827093" y="94139"/>
                </a:lnTo>
                <a:close/>
                <a:moveTo>
                  <a:pt x="734637" y="94139"/>
                </a:moveTo>
                <a:lnTo>
                  <a:pt x="735637" y="94139"/>
                </a:lnTo>
                <a:lnTo>
                  <a:pt x="735637" y="95027"/>
                </a:lnTo>
                <a:lnTo>
                  <a:pt x="734637" y="95027"/>
                </a:lnTo>
                <a:close/>
                <a:moveTo>
                  <a:pt x="748631" y="94139"/>
                </a:moveTo>
                <a:lnTo>
                  <a:pt x="749130" y="94139"/>
                </a:lnTo>
                <a:lnTo>
                  <a:pt x="749130" y="95027"/>
                </a:lnTo>
                <a:lnTo>
                  <a:pt x="748631" y="95027"/>
                </a:lnTo>
                <a:close/>
                <a:moveTo>
                  <a:pt x="917050" y="94139"/>
                </a:moveTo>
                <a:lnTo>
                  <a:pt x="917550" y="94139"/>
                </a:lnTo>
                <a:lnTo>
                  <a:pt x="917550" y="95027"/>
                </a:lnTo>
                <a:lnTo>
                  <a:pt x="917050" y="95027"/>
                </a:lnTo>
                <a:close/>
                <a:moveTo>
                  <a:pt x="822595" y="94139"/>
                </a:moveTo>
                <a:lnTo>
                  <a:pt x="823595" y="94139"/>
                </a:lnTo>
                <a:lnTo>
                  <a:pt x="823595" y="95027"/>
                </a:lnTo>
                <a:lnTo>
                  <a:pt x="822595" y="95027"/>
                </a:lnTo>
                <a:close/>
                <a:moveTo>
                  <a:pt x="826593" y="94139"/>
                </a:moveTo>
                <a:lnTo>
                  <a:pt x="827093" y="94139"/>
                </a:lnTo>
                <a:lnTo>
                  <a:pt x="827093" y="95027"/>
                </a:lnTo>
                <a:lnTo>
                  <a:pt x="826593" y="95027"/>
                </a:lnTo>
                <a:close/>
                <a:moveTo>
                  <a:pt x="816098" y="94139"/>
                </a:moveTo>
                <a:lnTo>
                  <a:pt x="816598" y="94139"/>
                </a:lnTo>
                <a:lnTo>
                  <a:pt x="816598" y="95027"/>
                </a:lnTo>
                <a:lnTo>
                  <a:pt x="816098" y="95027"/>
                </a:lnTo>
                <a:close/>
                <a:moveTo>
                  <a:pt x="729640" y="83481"/>
                </a:moveTo>
                <a:lnTo>
                  <a:pt x="730140" y="83481"/>
                </a:lnTo>
                <a:lnTo>
                  <a:pt x="730140" y="95027"/>
                </a:lnTo>
                <a:lnTo>
                  <a:pt x="729640" y="95027"/>
                </a:lnTo>
                <a:close/>
                <a:moveTo>
                  <a:pt x="761624" y="94139"/>
                </a:moveTo>
                <a:lnTo>
                  <a:pt x="762124" y="94139"/>
                </a:lnTo>
                <a:lnTo>
                  <a:pt x="762124" y="95027"/>
                </a:lnTo>
                <a:lnTo>
                  <a:pt x="761624" y="95027"/>
                </a:lnTo>
                <a:close/>
                <a:moveTo>
                  <a:pt x="829092" y="94139"/>
                </a:moveTo>
                <a:lnTo>
                  <a:pt x="829592" y="94139"/>
                </a:lnTo>
                <a:lnTo>
                  <a:pt x="829592" y="95027"/>
                </a:lnTo>
                <a:lnTo>
                  <a:pt x="829092" y="95027"/>
                </a:lnTo>
                <a:close/>
                <a:moveTo>
                  <a:pt x="731639" y="95027"/>
                </a:moveTo>
                <a:lnTo>
                  <a:pt x="732139" y="95027"/>
                </a:lnTo>
                <a:lnTo>
                  <a:pt x="732139" y="95915"/>
                </a:lnTo>
                <a:lnTo>
                  <a:pt x="731639" y="95915"/>
                </a:lnTo>
                <a:close/>
                <a:moveTo>
                  <a:pt x="917050" y="95915"/>
                </a:moveTo>
                <a:lnTo>
                  <a:pt x="917550" y="95915"/>
                </a:lnTo>
                <a:lnTo>
                  <a:pt x="917550" y="96803"/>
                </a:lnTo>
                <a:lnTo>
                  <a:pt x="917050" y="96803"/>
                </a:lnTo>
                <a:close/>
                <a:moveTo>
                  <a:pt x="737136" y="95027"/>
                </a:moveTo>
                <a:lnTo>
                  <a:pt x="737636" y="95027"/>
                </a:lnTo>
                <a:lnTo>
                  <a:pt x="737636" y="96803"/>
                </a:lnTo>
                <a:lnTo>
                  <a:pt x="737136" y="96803"/>
                </a:lnTo>
                <a:close/>
                <a:moveTo>
                  <a:pt x="734637" y="95915"/>
                </a:moveTo>
                <a:lnTo>
                  <a:pt x="735137" y="95915"/>
                </a:lnTo>
                <a:lnTo>
                  <a:pt x="735137" y="96803"/>
                </a:lnTo>
                <a:lnTo>
                  <a:pt x="734637" y="96803"/>
                </a:lnTo>
                <a:close/>
                <a:moveTo>
                  <a:pt x="934541" y="95915"/>
                </a:moveTo>
                <a:lnTo>
                  <a:pt x="935041" y="95915"/>
                </a:lnTo>
                <a:lnTo>
                  <a:pt x="935041" y="96803"/>
                </a:lnTo>
                <a:lnTo>
                  <a:pt x="934541" y="96803"/>
                </a:lnTo>
                <a:close/>
                <a:moveTo>
                  <a:pt x="763124" y="95915"/>
                </a:moveTo>
                <a:lnTo>
                  <a:pt x="763623" y="95915"/>
                </a:lnTo>
                <a:lnTo>
                  <a:pt x="763623" y="96803"/>
                </a:lnTo>
                <a:lnTo>
                  <a:pt x="763124" y="96803"/>
                </a:lnTo>
                <a:close/>
                <a:moveTo>
                  <a:pt x="836588" y="95915"/>
                </a:moveTo>
                <a:lnTo>
                  <a:pt x="837088" y="95915"/>
                </a:lnTo>
                <a:lnTo>
                  <a:pt x="837088" y="96803"/>
                </a:lnTo>
                <a:lnTo>
                  <a:pt x="836588" y="96803"/>
                </a:lnTo>
                <a:close/>
                <a:moveTo>
                  <a:pt x="742134" y="92362"/>
                </a:moveTo>
                <a:lnTo>
                  <a:pt x="742634" y="92362"/>
                </a:lnTo>
                <a:lnTo>
                  <a:pt x="742634" y="96803"/>
                </a:lnTo>
                <a:lnTo>
                  <a:pt x="742134" y="96803"/>
                </a:lnTo>
                <a:close/>
                <a:moveTo>
                  <a:pt x="759625" y="96803"/>
                </a:moveTo>
                <a:lnTo>
                  <a:pt x="760125" y="96803"/>
                </a:lnTo>
                <a:lnTo>
                  <a:pt x="760125" y="97691"/>
                </a:lnTo>
                <a:lnTo>
                  <a:pt x="759625" y="97691"/>
                </a:lnTo>
                <a:close/>
                <a:moveTo>
                  <a:pt x="928045" y="97691"/>
                </a:moveTo>
                <a:lnTo>
                  <a:pt x="928544" y="97691"/>
                </a:lnTo>
                <a:lnTo>
                  <a:pt x="928544" y="98579"/>
                </a:lnTo>
                <a:lnTo>
                  <a:pt x="928045" y="98579"/>
                </a:lnTo>
                <a:close/>
                <a:moveTo>
                  <a:pt x="816598" y="97691"/>
                </a:moveTo>
                <a:lnTo>
                  <a:pt x="817098" y="97691"/>
                </a:lnTo>
                <a:lnTo>
                  <a:pt x="817098" y="98579"/>
                </a:lnTo>
                <a:lnTo>
                  <a:pt x="816598" y="98579"/>
                </a:lnTo>
                <a:close/>
                <a:moveTo>
                  <a:pt x="935541" y="97691"/>
                </a:moveTo>
                <a:lnTo>
                  <a:pt x="936041" y="97691"/>
                </a:lnTo>
                <a:lnTo>
                  <a:pt x="936041" y="98579"/>
                </a:lnTo>
                <a:lnTo>
                  <a:pt x="935541" y="98579"/>
                </a:lnTo>
                <a:close/>
                <a:moveTo>
                  <a:pt x="745632" y="98579"/>
                </a:moveTo>
                <a:lnTo>
                  <a:pt x="746132" y="98579"/>
                </a:lnTo>
                <a:lnTo>
                  <a:pt x="746132" y="99467"/>
                </a:lnTo>
                <a:lnTo>
                  <a:pt x="745632" y="99467"/>
                </a:lnTo>
                <a:close/>
                <a:moveTo>
                  <a:pt x="761125" y="98579"/>
                </a:moveTo>
                <a:lnTo>
                  <a:pt x="761624" y="98579"/>
                </a:lnTo>
                <a:lnTo>
                  <a:pt x="761624" y="99467"/>
                </a:lnTo>
                <a:lnTo>
                  <a:pt x="761125" y="99467"/>
                </a:lnTo>
                <a:close/>
                <a:moveTo>
                  <a:pt x="748631" y="100355"/>
                </a:moveTo>
                <a:lnTo>
                  <a:pt x="749130" y="100355"/>
                </a:lnTo>
                <a:lnTo>
                  <a:pt x="749130" y="101243"/>
                </a:lnTo>
                <a:lnTo>
                  <a:pt x="748631" y="101243"/>
                </a:lnTo>
                <a:close/>
                <a:moveTo>
                  <a:pt x="744633" y="100355"/>
                </a:moveTo>
                <a:lnTo>
                  <a:pt x="745132" y="100355"/>
                </a:lnTo>
                <a:lnTo>
                  <a:pt x="745132" y="101243"/>
                </a:lnTo>
                <a:lnTo>
                  <a:pt x="744633" y="101243"/>
                </a:lnTo>
                <a:close/>
                <a:moveTo>
                  <a:pt x="739635" y="100355"/>
                </a:moveTo>
                <a:lnTo>
                  <a:pt x="740135" y="100355"/>
                </a:lnTo>
                <a:lnTo>
                  <a:pt x="740135" y="101243"/>
                </a:lnTo>
                <a:lnTo>
                  <a:pt x="739635" y="101243"/>
                </a:lnTo>
                <a:close/>
                <a:moveTo>
                  <a:pt x="817598" y="100355"/>
                </a:moveTo>
                <a:lnTo>
                  <a:pt x="818097" y="100355"/>
                </a:lnTo>
                <a:lnTo>
                  <a:pt x="818097" y="101243"/>
                </a:lnTo>
                <a:lnTo>
                  <a:pt x="817598" y="101243"/>
                </a:lnTo>
                <a:close/>
                <a:moveTo>
                  <a:pt x="742134" y="97691"/>
                </a:moveTo>
                <a:lnTo>
                  <a:pt x="742634" y="97691"/>
                </a:lnTo>
                <a:lnTo>
                  <a:pt x="742634" y="101243"/>
                </a:lnTo>
                <a:lnTo>
                  <a:pt x="742134" y="101243"/>
                </a:lnTo>
                <a:close/>
                <a:moveTo>
                  <a:pt x="762624" y="101243"/>
                </a:moveTo>
                <a:lnTo>
                  <a:pt x="763124" y="101243"/>
                </a:lnTo>
                <a:lnTo>
                  <a:pt x="763124" y="102131"/>
                </a:lnTo>
                <a:lnTo>
                  <a:pt x="762624" y="102131"/>
                </a:lnTo>
                <a:close/>
                <a:moveTo>
                  <a:pt x="749630" y="95027"/>
                </a:moveTo>
                <a:lnTo>
                  <a:pt x="750130" y="95027"/>
                </a:lnTo>
                <a:lnTo>
                  <a:pt x="750130" y="102131"/>
                </a:lnTo>
                <a:lnTo>
                  <a:pt x="749630" y="102131"/>
                </a:lnTo>
                <a:close/>
                <a:moveTo>
                  <a:pt x="755128" y="101243"/>
                </a:moveTo>
                <a:lnTo>
                  <a:pt x="755627" y="101243"/>
                </a:lnTo>
                <a:lnTo>
                  <a:pt x="755627" y="102131"/>
                </a:lnTo>
                <a:lnTo>
                  <a:pt x="755128" y="102131"/>
                </a:lnTo>
                <a:close/>
                <a:moveTo>
                  <a:pt x="919049" y="102131"/>
                </a:moveTo>
                <a:lnTo>
                  <a:pt x="919549" y="102131"/>
                </a:lnTo>
                <a:lnTo>
                  <a:pt x="919549" y="103020"/>
                </a:lnTo>
                <a:lnTo>
                  <a:pt x="919049" y="103020"/>
                </a:lnTo>
                <a:close/>
                <a:moveTo>
                  <a:pt x="840087" y="101243"/>
                </a:moveTo>
                <a:lnTo>
                  <a:pt x="841086" y="101243"/>
                </a:lnTo>
                <a:lnTo>
                  <a:pt x="841086" y="103020"/>
                </a:lnTo>
                <a:lnTo>
                  <a:pt x="840087" y="103020"/>
                </a:lnTo>
                <a:close/>
                <a:moveTo>
                  <a:pt x="840087" y="103020"/>
                </a:moveTo>
                <a:lnTo>
                  <a:pt x="840587" y="103020"/>
                </a:lnTo>
                <a:lnTo>
                  <a:pt x="840587" y="103908"/>
                </a:lnTo>
                <a:lnTo>
                  <a:pt x="840087" y="103908"/>
                </a:lnTo>
                <a:close/>
                <a:moveTo>
                  <a:pt x="741634" y="103908"/>
                </a:moveTo>
                <a:lnTo>
                  <a:pt x="742134" y="103908"/>
                </a:lnTo>
                <a:lnTo>
                  <a:pt x="742134" y="104796"/>
                </a:lnTo>
                <a:lnTo>
                  <a:pt x="741634" y="104796"/>
                </a:lnTo>
                <a:close/>
                <a:moveTo>
                  <a:pt x="743633" y="103020"/>
                </a:moveTo>
                <a:lnTo>
                  <a:pt x="744133" y="103020"/>
                </a:lnTo>
                <a:lnTo>
                  <a:pt x="744133" y="104796"/>
                </a:lnTo>
                <a:lnTo>
                  <a:pt x="743633" y="104796"/>
                </a:lnTo>
                <a:close/>
                <a:moveTo>
                  <a:pt x="740135" y="103908"/>
                </a:moveTo>
                <a:lnTo>
                  <a:pt x="740634" y="103908"/>
                </a:lnTo>
                <a:lnTo>
                  <a:pt x="740634" y="104796"/>
                </a:lnTo>
                <a:lnTo>
                  <a:pt x="740135" y="104796"/>
                </a:lnTo>
                <a:close/>
                <a:moveTo>
                  <a:pt x="752629" y="103908"/>
                </a:moveTo>
                <a:lnTo>
                  <a:pt x="753129" y="103908"/>
                </a:lnTo>
                <a:lnTo>
                  <a:pt x="753129" y="104796"/>
                </a:lnTo>
                <a:lnTo>
                  <a:pt x="752629" y="104796"/>
                </a:lnTo>
                <a:close/>
                <a:moveTo>
                  <a:pt x="840087" y="103908"/>
                </a:moveTo>
                <a:lnTo>
                  <a:pt x="841086" y="103908"/>
                </a:lnTo>
                <a:lnTo>
                  <a:pt x="841086" y="104796"/>
                </a:lnTo>
                <a:lnTo>
                  <a:pt x="840087" y="104796"/>
                </a:lnTo>
                <a:close/>
                <a:moveTo>
                  <a:pt x="755128" y="104796"/>
                </a:moveTo>
                <a:lnTo>
                  <a:pt x="755627" y="104796"/>
                </a:lnTo>
                <a:lnTo>
                  <a:pt x="755627" y="105684"/>
                </a:lnTo>
                <a:lnTo>
                  <a:pt x="755128" y="105684"/>
                </a:lnTo>
                <a:close/>
                <a:moveTo>
                  <a:pt x="733138" y="104796"/>
                </a:moveTo>
                <a:lnTo>
                  <a:pt x="733638" y="104796"/>
                </a:lnTo>
                <a:lnTo>
                  <a:pt x="733638" y="105684"/>
                </a:lnTo>
                <a:lnTo>
                  <a:pt x="733138" y="105684"/>
                </a:lnTo>
                <a:close/>
                <a:moveTo>
                  <a:pt x="726141" y="102131"/>
                </a:moveTo>
                <a:lnTo>
                  <a:pt x="726641" y="102131"/>
                </a:lnTo>
                <a:lnTo>
                  <a:pt x="726641" y="105684"/>
                </a:lnTo>
                <a:lnTo>
                  <a:pt x="726141" y="105684"/>
                </a:lnTo>
                <a:close/>
                <a:moveTo>
                  <a:pt x="830092" y="105684"/>
                </a:moveTo>
                <a:lnTo>
                  <a:pt x="830591" y="105684"/>
                </a:lnTo>
                <a:lnTo>
                  <a:pt x="830591" y="106572"/>
                </a:lnTo>
                <a:lnTo>
                  <a:pt x="830092" y="106572"/>
                </a:lnTo>
                <a:close/>
                <a:moveTo>
                  <a:pt x="902057" y="98579"/>
                </a:moveTo>
                <a:lnTo>
                  <a:pt x="902557" y="98579"/>
                </a:lnTo>
                <a:lnTo>
                  <a:pt x="902557" y="106572"/>
                </a:lnTo>
                <a:lnTo>
                  <a:pt x="902057" y="106572"/>
                </a:lnTo>
                <a:close/>
                <a:moveTo>
                  <a:pt x="747631" y="105684"/>
                </a:moveTo>
                <a:lnTo>
                  <a:pt x="748131" y="105684"/>
                </a:lnTo>
                <a:lnTo>
                  <a:pt x="748131" y="106572"/>
                </a:lnTo>
                <a:lnTo>
                  <a:pt x="747631" y="106572"/>
                </a:lnTo>
                <a:close/>
                <a:moveTo>
                  <a:pt x="748631" y="106572"/>
                </a:moveTo>
                <a:lnTo>
                  <a:pt x="749130" y="106572"/>
                </a:lnTo>
                <a:lnTo>
                  <a:pt x="749130" y="107460"/>
                </a:lnTo>
                <a:lnTo>
                  <a:pt x="748631" y="107460"/>
                </a:lnTo>
                <a:close/>
                <a:moveTo>
                  <a:pt x="743133" y="105684"/>
                </a:moveTo>
                <a:lnTo>
                  <a:pt x="743633" y="105684"/>
                </a:lnTo>
                <a:lnTo>
                  <a:pt x="743633" y="107460"/>
                </a:lnTo>
                <a:lnTo>
                  <a:pt x="743133" y="107460"/>
                </a:lnTo>
                <a:close/>
                <a:moveTo>
                  <a:pt x="815599" y="106572"/>
                </a:moveTo>
                <a:lnTo>
                  <a:pt x="816098" y="106572"/>
                </a:lnTo>
                <a:lnTo>
                  <a:pt x="816098" y="107460"/>
                </a:lnTo>
                <a:lnTo>
                  <a:pt x="815599" y="107460"/>
                </a:lnTo>
                <a:close/>
                <a:moveTo>
                  <a:pt x="832091" y="104796"/>
                </a:moveTo>
                <a:lnTo>
                  <a:pt x="832590" y="104796"/>
                </a:lnTo>
                <a:lnTo>
                  <a:pt x="832590" y="107460"/>
                </a:lnTo>
                <a:lnTo>
                  <a:pt x="832091" y="107460"/>
                </a:lnTo>
                <a:close/>
                <a:moveTo>
                  <a:pt x="741134" y="107460"/>
                </a:moveTo>
                <a:lnTo>
                  <a:pt x="741634" y="107460"/>
                </a:lnTo>
                <a:lnTo>
                  <a:pt x="741634" y="108348"/>
                </a:lnTo>
                <a:lnTo>
                  <a:pt x="741134" y="108348"/>
                </a:lnTo>
                <a:close/>
                <a:moveTo>
                  <a:pt x="819597" y="105684"/>
                </a:moveTo>
                <a:lnTo>
                  <a:pt x="820096" y="105684"/>
                </a:lnTo>
                <a:lnTo>
                  <a:pt x="820096" y="108348"/>
                </a:lnTo>
                <a:lnTo>
                  <a:pt x="819597" y="108348"/>
                </a:lnTo>
                <a:close/>
                <a:moveTo>
                  <a:pt x="875570" y="107460"/>
                </a:moveTo>
                <a:lnTo>
                  <a:pt x="876069" y="107460"/>
                </a:lnTo>
                <a:lnTo>
                  <a:pt x="876069" y="108348"/>
                </a:lnTo>
                <a:lnTo>
                  <a:pt x="875570" y="108348"/>
                </a:lnTo>
                <a:close/>
                <a:moveTo>
                  <a:pt x="816098" y="107460"/>
                </a:moveTo>
                <a:lnTo>
                  <a:pt x="816598" y="107460"/>
                </a:lnTo>
                <a:lnTo>
                  <a:pt x="816598" y="108348"/>
                </a:lnTo>
                <a:lnTo>
                  <a:pt x="816098" y="108348"/>
                </a:lnTo>
                <a:close/>
                <a:moveTo>
                  <a:pt x="750130" y="107460"/>
                </a:moveTo>
                <a:lnTo>
                  <a:pt x="750630" y="107460"/>
                </a:lnTo>
                <a:lnTo>
                  <a:pt x="750630" y="108348"/>
                </a:lnTo>
                <a:lnTo>
                  <a:pt x="750130" y="108348"/>
                </a:lnTo>
                <a:close/>
                <a:moveTo>
                  <a:pt x="848583" y="108348"/>
                </a:moveTo>
                <a:lnTo>
                  <a:pt x="849082" y="108348"/>
                </a:lnTo>
                <a:lnTo>
                  <a:pt x="849082" y="109236"/>
                </a:lnTo>
                <a:lnTo>
                  <a:pt x="848583" y="109236"/>
                </a:lnTo>
                <a:close/>
                <a:moveTo>
                  <a:pt x="815099" y="108348"/>
                </a:moveTo>
                <a:lnTo>
                  <a:pt x="815599" y="108348"/>
                </a:lnTo>
                <a:lnTo>
                  <a:pt x="815599" y="109236"/>
                </a:lnTo>
                <a:lnTo>
                  <a:pt x="815099" y="109236"/>
                </a:lnTo>
                <a:close/>
                <a:moveTo>
                  <a:pt x="732139" y="108348"/>
                </a:moveTo>
                <a:lnTo>
                  <a:pt x="732638" y="108348"/>
                </a:lnTo>
                <a:lnTo>
                  <a:pt x="732638" y="109236"/>
                </a:lnTo>
                <a:lnTo>
                  <a:pt x="732139" y="109236"/>
                </a:lnTo>
                <a:close/>
                <a:moveTo>
                  <a:pt x="877069" y="109236"/>
                </a:moveTo>
                <a:lnTo>
                  <a:pt x="877569" y="109236"/>
                </a:lnTo>
                <a:lnTo>
                  <a:pt x="877569" y="110124"/>
                </a:lnTo>
                <a:lnTo>
                  <a:pt x="877069" y="110124"/>
                </a:lnTo>
                <a:close/>
                <a:moveTo>
                  <a:pt x="849582" y="109236"/>
                </a:moveTo>
                <a:lnTo>
                  <a:pt x="850082" y="109236"/>
                </a:lnTo>
                <a:lnTo>
                  <a:pt x="850082" y="110124"/>
                </a:lnTo>
                <a:lnTo>
                  <a:pt x="849582" y="110124"/>
                </a:lnTo>
                <a:close/>
                <a:moveTo>
                  <a:pt x="734637" y="105684"/>
                </a:moveTo>
                <a:lnTo>
                  <a:pt x="735137" y="105684"/>
                </a:lnTo>
                <a:lnTo>
                  <a:pt x="735137" y="110124"/>
                </a:lnTo>
                <a:lnTo>
                  <a:pt x="734637" y="110124"/>
                </a:lnTo>
                <a:close/>
                <a:moveTo>
                  <a:pt x="812600" y="110124"/>
                </a:moveTo>
                <a:lnTo>
                  <a:pt x="813599" y="110124"/>
                </a:lnTo>
                <a:lnTo>
                  <a:pt x="813599" y="111012"/>
                </a:lnTo>
                <a:lnTo>
                  <a:pt x="812600" y="111012"/>
                </a:lnTo>
                <a:close/>
                <a:moveTo>
                  <a:pt x="851581" y="111012"/>
                </a:moveTo>
                <a:lnTo>
                  <a:pt x="852081" y="111012"/>
                </a:lnTo>
                <a:lnTo>
                  <a:pt x="852081" y="111901"/>
                </a:lnTo>
                <a:lnTo>
                  <a:pt x="851581" y="111901"/>
                </a:lnTo>
                <a:close/>
                <a:moveTo>
                  <a:pt x="731139" y="111012"/>
                </a:moveTo>
                <a:lnTo>
                  <a:pt x="731639" y="111012"/>
                </a:lnTo>
                <a:lnTo>
                  <a:pt x="731639" y="111901"/>
                </a:lnTo>
                <a:lnTo>
                  <a:pt x="731139" y="111901"/>
                </a:lnTo>
                <a:close/>
                <a:moveTo>
                  <a:pt x="810601" y="111012"/>
                </a:moveTo>
                <a:lnTo>
                  <a:pt x="813100" y="111012"/>
                </a:lnTo>
                <a:lnTo>
                  <a:pt x="813100" y="111901"/>
                </a:lnTo>
                <a:lnTo>
                  <a:pt x="810601" y="111901"/>
                </a:lnTo>
                <a:close/>
                <a:moveTo>
                  <a:pt x="852581" y="111901"/>
                </a:moveTo>
                <a:lnTo>
                  <a:pt x="853081" y="111901"/>
                </a:lnTo>
                <a:lnTo>
                  <a:pt x="853081" y="112789"/>
                </a:lnTo>
                <a:lnTo>
                  <a:pt x="852581" y="112789"/>
                </a:lnTo>
                <a:close/>
                <a:moveTo>
                  <a:pt x="763124" y="111901"/>
                </a:moveTo>
                <a:lnTo>
                  <a:pt x="763623" y="111901"/>
                </a:lnTo>
                <a:lnTo>
                  <a:pt x="763623" y="112789"/>
                </a:lnTo>
                <a:lnTo>
                  <a:pt x="763124" y="112789"/>
                </a:lnTo>
                <a:close/>
                <a:moveTo>
                  <a:pt x="969025" y="111901"/>
                </a:moveTo>
                <a:lnTo>
                  <a:pt x="969525" y="111901"/>
                </a:lnTo>
                <a:lnTo>
                  <a:pt x="969525" y="112789"/>
                </a:lnTo>
                <a:lnTo>
                  <a:pt x="969025" y="112789"/>
                </a:lnTo>
                <a:close/>
                <a:moveTo>
                  <a:pt x="863076" y="111901"/>
                </a:moveTo>
                <a:lnTo>
                  <a:pt x="866074" y="111901"/>
                </a:lnTo>
                <a:lnTo>
                  <a:pt x="866074" y="113677"/>
                </a:lnTo>
                <a:lnTo>
                  <a:pt x="863076" y="113677"/>
                </a:lnTo>
                <a:close/>
                <a:moveTo>
                  <a:pt x="758626" y="112789"/>
                </a:moveTo>
                <a:lnTo>
                  <a:pt x="759126" y="112789"/>
                </a:lnTo>
                <a:lnTo>
                  <a:pt x="759126" y="113677"/>
                </a:lnTo>
                <a:lnTo>
                  <a:pt x="758626" y="113677"/>
                </a:lnTo>
                <a:close/>
                <a:moveTo>
                  <a:pt x="871072" y="112789"/>
                </a:moveTo>
                <a:lnTo>
                  <a:pt x="871572" y="112789"/>
                </a:lnTo>
                <a:lnTo>
                  <a:pt x="871572" y="113677"/>
                </a:lnTo>
                <a:lnTo>
                  <a:pt x="871072" y="113677"/>
                </a:lnTo>
                <a:close/>
                <a:moveTo>
                  <a:pt x="856579" y="112789"/>
                </a:moveTo>
                <a:lnTo>
                  <a:pt x="857079" y="112789"/>
                </a:lnTo>
                <a:lnTo>
                  <a:pt x="857079" y="114565"/>
                </a:lnTo>
                <a:lnTo>
                  <a:pt x="856579" y="114565"/>
                </a:lnTo>
                <a:close/>
                <a:moveTo>
                  <a:pt x="870572" y="113677"/>
                </a:moveTo>
                <a:lnTo>
                  <a:pt x="871072" y="113677"/>
                </a:lnTo>
                <a:lnTo>
                  <a:pt x="871072" y="114565"/>
                </a:lnTo>
                <a:lnTo>
                  <a:pt x="870572" y="114565"/>
                </a:lnTo>
                <a:close/>
                <a:moveTo>
                  <a:pt x="937040" y="113677"/>
                </a:moveTo>
                <a:lnTo>
                  <a:pt x="937540" y="113677"/>
                </a:lnTo>
                <a:lnTo>
                  <a:pt x="937540" y="114565"/>
                </a:lnTo>
                <a:lnTo>
                  <a:pt x="937040" y="114565"/>
                </a:lnTo>
                <a:close/>
                <a:moveTo>
                  <a:pt x="879568" y="113677"/>
                </a:moveTo>
                <a:lnTo>
                  <a:pt x="880068" y="113677"/>
                </a:lnTo>
                <a:lnTo>
                  <a:pt x="880068" y="114565"/>
                </a:lnTo>
                <a:lnTo>
                  <a:pt x="879568" y="114565"/>
                </a:lnTo>
                <a:close/>
                <a:moveTo>
                  <a:pt x="826593" y="114565"/>
                </a:moveTo>
                <a:lnTo>
                  <a:pt x="827093" y="114565"/>
                </a:lnTo>
                <a:lnTo>
                  <a:pt x="827093" y="115453"/>
                </a:lnTo>
                <a:lnTo>
                  <a:pt x="826593" y="115453"/>
                </a:lnTo>
                <a:close/>
                <a:moveTo>
                  <a:pt x="877569" y="114565"/>
                </a:moveTo>
                <a:lnTo>
                  <a:pt x="878069" y="114565"/>
                </a:lnTo>
                <a:lnTo>
                  <a:pt x="878069" y="115453"/>
                </a:lnTo>
                <a:lnTo>
                  <a:pt x="877569" y="115453"/>
                </a:lnTo>
                <a:close/>
                <a:moveTo>
                  <a:pt x="878069" y="115453"/>
                </a:moveTo>
                <a:lnTo>
                  <a:pt x="878568" y="115453"/>
                </a:lnTo>
                <a:lnTo>
                  <a:pt x="878568" y="116341"/>
                </a:lnTo>
                <a:lnTo>
                  <a:pt x="878069" y="116341"/>
                </a:lnTo>
                <a:close/>
                <a:moveTo>
                  <a:pt x="815099" y="115453"/>
                </a:moveTo>
                <a:lnTo>
                  <a:pt x="815599" y="115453"/>
                </a:lnTo>
                <a:lnTo>
                  <a:pt x="815599" y="116341"/>
                </a:lnTo>
                <a:lnTo>
                  <a:pt x="815099" y="116341"/>
                </a:lnTo>
                <a:close/>
                <a:moveTo>
                  <a:pt x="839087" y="115453"/>
                </a:moveTo>
                <a:lnTo>
                  <a:pt x="839587" y="115453"/>
                </a:lnTo>
                <a:lnTo>
                  <a:pt x="839587" y="116341"/>
                </a:lnTo>
                <a:lnTo>
                  <a:pt x="839087" y="116341"/>
                </a:lnTo>
                <a:close/>
                <a:moveTo>
                  <a:pt x="875070" y="115453"/>
                </a:moveTo>
                <a:lnTo>
                  <a:pt x="875570" y="115453"/>
                </a:lnTo>
                <a:lnTo>
                  <a:pt x="875570" y="116341"/>
                </a:lnTo>
                <a:lnTo>
                  <a:pt x="875070" y="116341"/>
                </a:lnTo>
                <a:close/>
                <a:moveTo>
                  <a:pt x="735137" y="115453"/>
                </a:moveTo>
                <a:lnTo>
                  <a:pt x="735637" y="115453"/>
                </a:lnTo>
                <a:lnTo>
                  <a:pt x="735637" y="116341"/>
                </a:lnTo>
                <a:lnTo>
                  <a:pt x="735137" y="116341"/>
                </a:lnTo>
                <a:close/>
                <a:moveTo>
                  <a:pt x="764123" y="115453"/>
                </a:moveTo>
                <a:lnTo>
                  <a:pt x="764623" y="115453"/>
                </a:lnTo>
                <a:lnTo>
                  <a:pt x="764623" y="116341"/>
                </a:lnTo>
                <a:lnTo>
                  <a:pt x="764123" y="116341"/>
                </a:lnTo>
                <a:close/>
                <a:moveTo>
                  <a:pt x="841086" y="115453"/>
                </a:moveTo>
                <a:lnTo>
                  <a:pt x="841586" y="115453"/>
                </a:lnTo>
                <a:lnTo>
                  <a:pt x="841586" y="116341"/>
                </a:lnTo>
                <a:lnTo>
                  <a:pt x="841086" y="116341"/>
                </a:lnTo>
                <a:close/>
                <a:moveTo>
                  <a:pt x="761125" y="115453"/>
                </a:moveTo>
                <a:lnTo>
                  <a:pt x="761624" y="115453"/>
                </a:lnTo>
                <a:lnTo>
                  <a:pt x="761624" y="116341"/>
                </a:lnTo>
                <a:lnTo>
                  <a:pt x="761125" y="116341"/>
                </a:lnTo>
                <a:close/>
                <a:moveTo>
                  <a:pt x="843585" y="116341"/>
                </a:moveTo>
                <a:lnTo>
                  <a:pt x="844085" y="116341"/>
                </a:lnTo>
                <a:lnTo>
                  <a:pt x="844085" y="117229"/>
                </a:lnTo>
                <a:lnTo>
                  <a:pt x="843585" y="117229"/>
                </a:lnTo>
                <a:close/>
                <a:moveTo>
                  <a:pt x="726141" y="116341"/>
                </a:moveTo>
                <a:lnTo>
                  <a:pt x="726641" y="116341"/>
                </a:lnTo>
                <a:lnTo>
                  <a:pt x="726641" y="117229"/>
                </a:lnTo>
                <a:lnTo>
                  <a:pt x="726141" y="117229"/>
                </a:lnTo>
                <a:close/>
                <a:moveTo>
                  <a:pt x="811101" y="117229"/>
                </a:moveTo>
                <a:lnTo>
                  <a:pt x="811600" y="117229"/>
                </a:lnTo>
                <a:lnTo>
                  <a:pt x="811600" y="118117"/>
                </a:lnTo>
                <a:lnTo>
                  <a:pt x="811101" y="118117"/>
                </a:lnTo>
                <a:close/>
                <a:moveTo>
                  <a:pt x="839087" y="117229"/>
                </a:moveTo>
                <a:lnTo>
                  <a:pt x="839587" y="117229"/>
                </a:lnTo>
                <a:lnTo>
                  <a:pt x="839587" y="118117"/>
                </a:lnTo>
                <a:lnTo>
                  <a:pt x="839087" y="118117"/>
                </a:lnTo>
                <a:close/>
                <a:moveTo>
                  <a:pt x="856579" y="118117"/>
                </a:moveTo>
                <a:lnTo>
                  <a:pt x="857079" y="118117"/>
                </a:lnTo>
                <a:lnTo>
                  <a:pt x="857079" y="119005"/>
                </a:lnTo>
                <a:lnTo>
                  <a:pt x="856579" y="119005"/>
                </a:lnTo>
                <a:close/>
                <a:moveTo>
                  <a:pt x="824594" y="118117"/>
                </a:moveTo>
                <a:lnTo>
                  <a:pt x="825094" y="118117"/>
                </a:lnTo>
                <a:lnTo>
                  <a:pt x="825094" y="119005"/>
                </a:lnTo>
                <a:lnTo>
                  <a:pt x="824594" y="119005"/>
                </a:lnTo>
                <a:close/>
                <a:moveTo>
                  <a:pt x="848083" y="118117"/>
                </a:moveTo>
                <a:lnTo>
                  <a:pt x="848583" y="118117"/>
                </a:lnTo>
                <a:lnTo>
                  <a:pt x="848583" y="119005"/>
                </a:lnTo>
                <a:lnTo>
                  <a:pt x="848083" y="119005"/>
                </a:lnTo>
                <a:close/>
                <a:moveTo>
                  <a:pt x="845584" y="118117"/>
                </a:moveTo>
                <a:lnTo>
                  <a:pt x="846084" y="118117"/>
                </a:lnTo>
                <a:lnTo>
                  <a:pt x="846084" y="119005"/>
                </a:lnTo>
                <a:lnTo>
                  <a:pt x="845584" y="119005"/>
                </a:lnTo>
                <a:close/>
                <a:moveTo>
                  <a:pt x="850082" y="119005"/>
                </a:moveTo>
                <a:lnTo>
                  <a:pt x="850582" y="119005"/>
                </a:lnTo>
                <a:lnTo>
                  <a:pt x="850582" y="119893"/>
                </a:lnTo>
                <a:lnTo>
                  <a:pt x="850082" y="119893"/>
                </a:lnTo>
                <a:close/>
                <a:moveTo>
                  <a:pt x="853580" y="119005"/>
                </a:moveTo>
                <a:lnTo>
                  <a:pt x="854080" y="119005"/>
                </a:lnTo>
                <a:lnTo>
                  <a:pt x="854080" y="119893"/>
                </a:lnTo>
                <a:lnTo>
                  <a:pt x="853580" y="119893"/>
                </a:lnTo>
                <a:close/>
                <a:moveTo>
                  <a:pt x="944537" y="119893"/>
                </a:moveTo>
                <a:lnTo>
                  <a:pt x="945036" y="119893"/>
                </a:lnTo>
                <a:lnTo>
                  <a:pt x="945036" y="120782"/>
                </a:lnTo>
                <a:lnTo>
                  <a:pt x="944537" y="120782"/>
                </a:lnTo>
                <a:close/>
                <a:moveTo>
                  <a:pt x="734138" y="119893"/>
                </a:moveTo>
                <a:lnTo>
                  <a:pt x="734637" y="119893"/>
                </a:lnTo>
                <a:lnTo>
                  <a:pt x="734637" y="120782"/>
                </a:lnTo>
                <a:lnTo>
                  <a:pt x="734138" y="120782"/>
                </a:lnTo>
                <a:close/>
                <a:moveTo>
                  <a:pt x="903556" y="120782"/>
                </a:moveTo>
                <a:lnTo>
                  <a:pt x="915551" y="120782"/>
                </a:lnTo>
                <a:lnTo>
                  <a:pt x="915551" y="121670"/>
                </a:lnTo>
                <a:lnTo>
                  <a:pt x="903556" y="121670"/>
                </a:lnTo>
                <a:close/>
                <a:moveTo>
                  <a:pt x="851581" y="120782"/>
                </a:moveTo>
                <a:lnTo>
                  <a:pt x="852081" y="120782"/>
                </a:lnTo>
                <a:lnTo>
                  <a:pt x="852081" y="121670"/>
                </a:lnTo>
                <a:lnTo>
                  <a:pt x="851581" y="121670"/>
                </a:lnTo>
                <a:close/>
                <a:moveTo>
                  <a:pt x="916050" y="120782"/>
                </a:moveTo>
                <a:lnTo>
                  <a:pt x="916550" y="120782"/>
                </a:lnTo>
                <a:lnTo>
                  <a:pt x="916550" y="121670"/>
                </a:lnTo>
                <a:lnTo>
                  <a:pt x="916050" y="121670"/>
                </a:lnTo>
                <a:close/>
                <a:moveTo>
                  <a:pt x="919049" y="121670"/>
                </a:moveTo>
                <a:lnTo>
                  <a:pt x="919549" y="121670"/>
                </a:lnTo>
                <a:lnTo>
                  <a:pt x="919549" y="122558"/>
                </a:lnTo>
                <a:lnTo>
                  <a:pt x="919049" y="122558"/>
                </a:lnTo>
                <a:close/>
                <a:moveTo>
                  <a:pt x="728640" y="121670"/>
                </a:moveTo>
                <a:lnTo>
                  <a:pt x="729140" y="121670"/>
                </a:lnTo>
                <a:lnTo>
                  <a:pt x="729140" y="122558"/>
                </a:lnTo>
                <a:lnTo>
                  <a:pt x="728640" y="122558"/>
                </a:lnTo>
                <a:close/>
                <a:moveTo>
                  <a:pt x="966026" y="123446"/>
                </a:moveTo>
                <a:lnTo>
                  <a:pt x="966526" y="123446"/>
                </a:lnTo>
                <a:lnTo>
                  <a:pt x="966526" y="124334"/>
                </a:lnTo>
                <a:lnTo>
                  <a:pt x="966026" y="124334"/>
                </a:lnTo>
                <a:close/>
                <a:moveTo>
                  <a:pt x="926545" y="123446"/>
                </a:moveTo>
                <a:lnTo>
                  <a:pt x="927045" y="123446"/>
                </a:lnTo>
                <a:lnTo>
                  <a:pt x="927045" y="124334"/>
                </a:lnTo>
                <a:lnTo>
                  <a:pt x="926545" y="124334"/>
                </a:lnTo>
                <a:close/>
                <a:moveTo>
                  <a:pt x="902057" y="123446"/>
                </a:moveTo>
                <a:lnTo>
                  <a:pt x="902557" y="123446"/>
                </a:lnTo>
                <a:lnTo>
                  <a:pt x="902557" y="124334"/>
                </a:lnTo>
                <a:lnTo>
                  <a:pt x="902057" y="124334"/>
                </a:lnTo>
                <a:close/>
                <a:moveTo>
                  <a:pt x="943537" y="124334"/>
                </a:moveTo>
                <a:lnTo>
                  <a:pt x="944037" y="124334"/>
                </a:lnTo>
                <a:lnTo>
                  <a:pt x="944037" y="125222"/>
                </a:lnTo>
                <a:lnTo>
                  <a:pt x="943537" y="125222"/>
                </a:lnTo>
                <a:close/>
                <a:moveTo>
                  <a:pt x="927545" y="125222"/>
                </a:moveTo>
                <a:lnTo>
                  <a:pt x="928045" y="125222"/>
                </a:lnTo>
                <a:lnTo>
                  <a:pt x="928045" y="126110"/>
                </a:lnTo>
                <a:lnTo>
                  <a:pt x="927545" y="126110"/>
                </a:lnTo>
                <a:close/>
                <a:moveTo>
                  <a:pt x="959529" y="126998"/>
                </a:moveTo>
                <a:lnTo>
                  <a:pt x="960029" y="126998"/>
                </a:lnTo>
                <a:lnTo>
                  <a:pt x="960029" y="127886"/>
                </a:lnTo>
                <a:lnTo>
                  <a:pt x="959529" y="127886"/>
                </a:lnTo>
                <a:close/>
                <a:moveTo>
                  <a:pt x="895060" y="91474"/>
                </a:moveTo>
                <a:lnTo>
                  <a:pt x="895560" y="91474"/>
                </a:lnTo>
                <a:lnTo>
                  <a:pt x="895560" y="134991"/>
                </a:lnTo>
                <a:lnTo>
                  <a:pt x="895060" y="134991"/>
                </a:lnTo>
                <a:close/>
                <a:moveTo>
                  <a:pt x="735637" y="134991"/>
                </a:moveTo>
                <a:lnTo>
                  <a:pt x="736137" y="134991"/>
                </a:lnTo>
                <a:lnTo>
                  <a:pt x="736137" y="135879"/>
                </a:lnTo>
                <a:lnTo>
                  <a:pt x="735637" y="135879"/>
                </a:lnTo>
                <a:close/>
                <a:moveTo>
                  <a:pt x="762624" y="134991"/>
                </a:moveTo>
                <a:lnTo>
                  <a:pt x="763124" y="134991"/>
                </a:lnTo>
                <a:lnTo>
                  <a:pt x="763124" y="135879"/>
                </a:lnTo>
                <a:lnTo>
                  <a:pt x="762624" y="135879"/>
                </a:lnTo>
                <a:close/>
                <a:moveTo>
                  <a:pt x="902057" y="126998"/>
                </a:moveTo>
                <a:lnTo>
                  <a:pt x="902557" y="126998"/>
                </a:lnTo>
                <a:lnTo>
                  <a:pt x="902557" y="135879"/>
                </a:lnTo>
                <a:lnTo>
                  <a:pt x="902057" y="135879"/>
                </a:lnTo>
                <a:close/>
                <a:moveTo>
                  <a:pt x="895060" y="135879"/>
                </a:moveTo>
                <a:lnTo>
                  <a:pt x="895560" y="135879"/>
                </a:lnTo>
                <a:lnTo>
                  <a:pt x="895560" y="136767"/>
                </a:lnTo>
                <a:lnTo>
                  <a:pt x="895060" y="136767"/>
                </a:lnTo>
                <a:close/>
                <a:moveTo>
                  <a:pt x="766122" y="135879"/>
                </a:moveTo>
                <a:lnTo>
                  <a:pt x="766622" y="135879"/>
                </a:lnTo>
                <a:lnTo>
                  <a:pt x="766622" y="136767"/>
                </a:lnTo>
                <a:lnTo>
                  <a:pt x="766122" y="136767"/>
                </a:lnTo>
                <a:close/>
                <a:moveTo>
                  <a:pt x="740135" y="136767"/>
                </a:moveTo>
                <a:lnTo>
                  <a:pt x="740634" y="136767"/>
                </a:lnTo>
                <a:lnTo>
                  <a:pt x="740634" y="137655"/>
                </a:lnTo>
                <a:lnTo>
                  <a:pt x="740135" y="137655"/>
                </a:lnTo>
                <a:close/>
                <a:moveTo>
                  <a:pt x="962528" y="136767"/>
                </a:moveTo>
                <a:lnTo>
                  <a:pt x="963028" y="136767"/>
                </a:lnTo>
                <a:lnTo>
                  <a:pt x="963028" y="137655"/>
                </a:lnTo>
                <a:lnTo>
                  <a:pt x="962528" y="137655"/>
                </a:lnTo>
                <a:close/>
                <a:moveTo>
                  <a:pt x="740634" y="137655"/>
                </a:moveTo>
                <a:lnTo>
                  <a:pt x="741134" y="137655"/>
                </a:lnTo>
                <a:lnTo>
                  <a:pt x="741134" y="138544"/>
                </a:lnTo>
                <a:lnTo>
                  <a:pt x="740634" y="138544"/>
                </a:lnTo>
                <a:close/>
                <a:moveTo>
                  <a:pt x="865075" y="137655"/>
                </a:moveTo>
                <a:lnTo>
                  <a:pt x="865575" y="137655"/>
                </a:lnTo>
                <a:lnTo>
                  <a:pt x="865575" y="138544"/>
                </a:lnTo>
                <a:lnTo>
                  <a:pt x="865075" y="138544"/>
                </a:lnTo>
                <a:close/>
                <a:moveTo>
                  <a:pt x="926545" y="137655"/>
                </a:moveTo>
                <a:lnTo>
                  <a:pt x="927045" y="137655"/>
                </a:lnTo>
                <a:lnTo>
                  <a:pt x="927045" y="138544"/>
                </a:lnTo>
                <a:lnTo>
                  <a:pt x="926545" y="138544"/>
                </a:lnTo>
                <a:close/>
                <a:moveTo>
                  <a:pt x="856079" y="138544"/>
                </a:moveTo>
                <a:lnTo>
                  <a:pt x="856579" y="138544"/>
                </a:lnTo>
                <a:lnTo>
                  <a:pt x="856579" y="139432"/>
                </a:lnTo>
                <a:lnTo>
                  <a:pt x="856079" y="139432"/>
                </a:lnTo>
                <a:close/>
                <a:moveTo>
                  <a:pt x="859078" y="138544"/>
                </a:moveTo>
                <a:lnTo>
                  <a:pt x="860577" y="138544"/>
                </a:lnTo>
                <a:lnTo>
                  <a:pt x="860577" y="139432"/>
                </a:lnTo>
                <a:lnTo>
                  <a:pt x="859078" y="139432"/>
                </a:lnTo>
                <a:close/>
                <a:moveTo>
                  <a:pt x="935041" y="138544"/>
                </a:moveTo>
                <a:lnTo>
                  <a:pt x="935541" y="138544"/>
                </a:lnTo>
                <a:lnTo>
                  <a:pt x="935541" y="139432"/>
                </a:lnTo>
                <a:lnTo>
                  <a:pt x="935041" y="139432"/>
                </a:lnTo>
                <a:close/>
                <a:moveTo>
                  <a:pt x="932542" y="139432"/>
                </a:moveTo>
                <a:lnTo>
                  <a:pt x="933042" y="139432"/>
                </a:lnTo>
                <a:lnTo>
                  <a:pt x="933042" y="140320"/>
                </a:lnTo>
                <a:lnTo>
                  <a:pt x="932542" y="140320"/>
                </a:lnTo>
                <a:close/>
                <a:moveTo>
                  <a:pt x="727141" y="139432"/>
                </a:moveTo>
                <a:lnTo>
                  <a:pt x="728140" y="139432"/>
                </a:lnTo>
                <a:lnTo>
                  <a:pt x="728140" y="140320"/>
                </a:lnTo>
                <a:lnTo>
                  <a:pt x="727141" y="140320"/>
                </a:lnTo>
                <a:close/>
                <a:moveTo>
                  <a:pt x="848083" y="139432"/>
                </a:moveTo>
                <a:lnTo>
                  <a:pt x="848583" y="139432"/>
                </a:lnTo>
                <a:lnTo>
                  <a:pt x="848583" y="140320"/>
                </a:lnTo>
                <a:lnTo>
                  <a:pt x="848083" y="140320"/>
                </a:lnTo>
                <a:close/>
                <a:moveTo>
                  <a:pt x="832590" y="139432"/>
                </a:moveTo>
                <a:lnTo>
                  <a:pt x="833090" y="139432"/>
                </a:lnTo>
                <a:lnTo>
                  <a:pt x="833090" y="140320"/>
                </a:lnTo>
                <a:lnTo>
                  <a:pt x="832590" y="140320"/>
                </a:lnTo>
                <a:close/>
                <a:moveTo>
                  <a:pt x="750630" y="138544"/>
                </a:moveTo>
                <a:lnTo>
                  <a:pt x="751129" y="138544"/>
                </a:lnTo>
                <a:lnTo>
                  <a:pt x="751129" y="140320"/>
                </a:lnTo>
                <a:lnTo>
                  <a:pt x="750630" y="140320"/>
                </a:lnTo>
                <a:close/>
                <a:moveTo>
                  <a:pt x="850082" y="139432"/>
                </a:moveTo>
                <a:lnTo>
                  <a:pt x="850582" y="139432"/>
                </a:lnTo>
                <a:lnTo>
                  <a:pt x="850582" y="140320"/>
                </a:lnTo>
                <a:lnTo>
                  <a:pt x="850082" y="140320"/>
                </a:lnTo>
                <a:close/>
                <a:moveTo>
                  <a:pt x="841086" y="139432"/>
                </a:moveTo>
                <a:lnTo>
                  <a:pt x="841586" y="139432"/>
                </a:lnTo>
                <a:lnTo>
                  <a:pt x="841586" y="140320"/>
                </a:lnTo>
                <a:lnTo>
                  <a:pt x="841086" y="140320"/>
                </a:lnTo>
                <a:close/>
                <a:moveTo>
                  <a:pt x="828592" y="139432"/>
                </a:moveTo>
                <a:lnTo>
                  <a:pt x="829092" y="139432"/>
                </a:lnTo>
                <a:lnTo>
                  <a:pt x="829092" y="140320"/>
                </a:lnTo>
                <a:lnTo>
                  <a:pt x="828592" y="140320"/>
                </a:lnTo>
                <a:close/>
                <a:moveTo>
                  <a:pt x="864575" y="139432"/>
                </a:moveTo>
                <a:lnTo>
                  <a:pt x="865075" y="139432"/>
                </a:lnTo>
                <a:lnTo>
                  <a:pt x="865075" y="140320"/>
                </a:lnTo>
                <a:lnTo>
                  <a:pt x="864575" y="140320"/>
                </a:lnTo>
                <a:close/>
                <a:moveTo>
                  <a:pt x="931543" y="139432"/>
                </a:moveTo>
                <a:lnTo>
                  <a:pt x="932043" y="139432"/>
                </a:lnTo>
                <a:lnTo>
                  <a:pt x="932043" y="140320"/>
                </a:lnTo>
                <a:lnTo>
                  <a:pt x="931543" y="140320"/>
                </a:lnTo>
                <a:close/>
                <a:moveTo>
                  <a:pt x="855579" y="140320"/>
                </a:moveTo>
                <a:lnTo>
                  <a:pt x="856079" y="140320"/>
                </a:lnTo>
                <a:lnTo>
                  <a:pt x="856079" y="141208"/>
                </a:lnTo>
                <a:lnTo>
                  <a:pt x="855579" y="141208"/>
                </a:lnTo>
                <a:close/>
                <a:moveTo>
                  <a:pt x="774618" y="140320"/>
                </a:moveTo>
                <a:lnTo>
                  <a:pt x="775118" y="140320"/>
                </a:lnTo>
                <a:lnTo>
                  <a:pt x="775118" y="141208"/>
                </a:lnTo>
                <a:lnTo>
                  <a:pt x="774618" y="141208"/>
                </a:lnTo>
                <a:close/>
                <a:moveTo>
                  <a:pt x="858578" y="140320"/>
                </a:moveTo>
                <a:lnTo>
                  <a:pt x="860577" y="140320"/>
                </a:lnTo>
                <a:lnTo>
                  <a:pt x="860577" y="141208"/>
                </a:lnTo>
                <a:lnTo>
                  <a:pt x="858578" y="141208"/>
                </a:lnTo>
                <a:close/>
                <a:moveTo>
                  <a:pt x="760125" y="140320"/>
                </a:moveTo>
                <a:lnTo>
                  <a:pt x="760625" y="140320"/>
                </a:lnTo>
                <a:lnTo>
                  <a:pt x="760625" y="141208"/>
                </a:lnTo>
                <a:lnTo>
                  <a:pt x="760125" y="141208"/>
                </a:lnTo>
                <a:close/>
                <a:moveTo>
                  <a:pt x="750130" y="140320"/>
                </a:moveTo>
                <a:lnTo>
                  <a:pt x="750630" y="140320"/>
                </a:lnTo>
                <a:lnTo>
                  <a:pt x="750630" y="141208"/>
                </a:lnTo>
                <a:lnTo>
                  <a:pt x="750130" y="141208"/>
                </a:lnTo>
                <a:close/>
                <a:moveTo>
                  <a:pt x="764623" y="141208"/>
                </a:moveTo>
                <a:lnTo>
                  <a:pt x="765123" y="141208"/>
                </a:lnTo>
                <a:lnTo>
                  <a:pt x="765123" y="142096"/>
                </a:lnTo>
                <a:lnTo>
                  <a:pt x="764623" y="142096"/>
                </a:lnTo>
                <a:close/>
                <a:moveTo>
                  <a:pt x="780615" y="140320"/>
                </a:moveTo>
                <a:lnTo>
                  <a:pt x="781115" y="140320"/>
                </a:lnTo>
                <a:lnTo>
                  <a:pt x="781115" y="142984"/>
                </a:lnTo>
                <a:lnTo>
                  <a:pt x="780615" y="142984"/>
                </a:lnTo>
                <a:close/>
                <a:moveTo>
                  <a:pt x="771620" y="142096"/>
                </a:moveTo>
                <a:lnTo>
                  <a:pt x="772619" y="142096"/>
                </a:lnTo>
                <a:lnTo>
                  <a:pt x="772619" y="142984"/>
                </a:lnTo>
                <a:lnTo>
                  <a:pt x="771620" y="142984"/>
                </a:lnTo>
                <a:close/>
                <a:moveTo>
                  <a:pt x="726141" y="142096"/>
                </a:moveTo>
                <a:lnTo>
                  <a:pt x="727641" y="142096"/>
                </a:lnTo>
                <a:lnTo>
                  <a:pt x="727641" y="142984"/>
                </a:lnTo>
                <a:lnTo>
                  <a:pt x="726141" y="142984"/>
                </a:lnTo>
                <a:close/>
                <a:moveTo>
                  <a:pt x="735137" y="142096"/>
                </a:moveTo>
                <a:lnTo>
                  <a:pt x="735637" y="142096"/>
                </a:lnTo>
                <a:lnTo>
                  <a:pt x="735637" y="142984"/>
                </a:lnTo>
                <a:lnTo>
                  <a:pt x="735137" y="142984"/>
                </a:lnTo>
                <a:close/>
                <a:moveTo>
                  <a:pt x="753129" y="142984"/>
                </a:moveTo>
                <a:lnTo>
                  <a:pt x="753628" y="142984"/>
                </a:lnTo>
                <a:lnTo>
                  <a:pt x="753628" y="143872"/>
                </a:lnTo>
                <a:lnTo>
                  <a:pt x="753129" y="143872"/>
                </a:lnTo>
                <a:close/>
                <a:moveTo>
                  <a:pt x="841586" y="142984"/>
                </a:moveTo>
                <a:lnTo>
                  <a:pt x="842086" y="142984"/>
                </a:lnTo>
                <a:lnTo>
                  <a:pt x="842086" y="143872"/>
                </a:lnTo>
                <a:lnTo>
                  <a:pt x="841586" y="143872"/>
                </a:lnTo>
                <a:close/>
                <a:moveTo>
                  <a:pt x="722643" y="143872"/>
                </a:moveTo>
                <a:lnTo>
                  <a:pt x="724142" y="143872"/>
                </a:lnTo>
                <a:lnTo>
                  <a:pt x="724142" y="144760"/>
                </a:lnTo>
                <a:lnTo>
                  <a:pt x="722643" y="144760"/>
                </a:lnTo>
                <a:close/>
                <a:moveTo>
                  <a:pt x="848083" y="143872"/>
                </a:moveTo>
                <a:lnTo>
                  <a:pt x="848583" y="143872"/>
                </a:lnTo>
                <a:lnTo>
                  <a:pt x="848583" y="144760"/>
                </a:lnTo>
                <a:lnTo>
                  <a:pt x="848083" y="144760"/>
                </a:lnTo>
                <a:close/>
                <a:moveTo>
                  <a:pt x="770620" y="143872"/>
                </a:moveTo>
                <a:lnTo>
                  <a:pt x="771120" y="143872"/>
                </a:lnTo>
                <a:lnTo>
                  <a:pt x="771120" y="144760"/>
                </a:lnTo>
                <a:lnTo>
                  <a:pt x="770620" y="144760"/>
                </a:lnTo>
                <a:close/>
                <a:moveTo>
                  <a:pt x="738635" y="143872"/>
                </a:moveTo>
                <a:lnTo>
                  <a:pt x="739635" y="143872"/>
                </a:lnTo>
                <a:lnTo>
                  <a:pt x="739635" y="144760"/>
                </a:lnTo>
                <a:lnTo>
                  <a:pt x="738635" y="144760"/>
                </a:lnTo>
                <a:close/>
                <a:moveTo>
                  <a:pt x="845584" y="143872"/>
                </a:moveTo>
                <a:lnTo>
                  <a:pt x="846084" y="143872"/>
                </a:lnTo>
                <a:lnTo>
                  <a:pt x="846084" y="144760"/>
                </a:lnTo>
                <a:lnTo>
                  <a:pt x="845584" y="144760"/>
                </a:lnTo>
                <a:close/>
                <a:moveTo>
                  <a:pt x="761125" y="143872"/>
                </a:moveTo>
                <a:lnTo>
                  <a:pt x="761624" y="143872"/>
                </a:lnTo>
                <a:lnTo>
                  <a:pt x="761624" y="144760"/>
                </a:lnTo>
                <a:lnTo>
                  <a:pt x="761125" y="144760"/>
                </a:lnTo>
                <a:close/>
                <a:moveTo>
                  <a:pt x="777617" y="144760"/>
                </a:moveTo>
                <a:lnTo>
                  <a:pt x="778117" y="144760"/>
                </a:lnTo>
                <a:lnTo>
                  <a:pt x="778117" y="145648"/>
                </a:lnTo>
                <a:lnTo>
                  <a:pt x="777617" y="145648"/>
                </a:lnTo>
                <a:close/>
                <a:moveTo>
                  <a:pt x="760625" y="144760"/>
                </a:moveTo>
                <a:lnTo>
                  <a:pt x="761125" y="144760"/>
                </a:lnTo>
                <a:lnTo>
                  <a:pt x="761125" y="145648"/>
                </a:lnTo>
                <a:lnTo>
                  <a:pt x="760625" y="145648"/>
                </a:lnTo>
                <a:close/>
                <a:moveTo>
                  <a:pt x="721644" y="144760"/>
                </a:moveTo>
                <a:lnTo>
                  <a:pt x="722143" y="144760"/>
                </a:lnTo>
                <a:lnTo>
                  <a:pt x="722143" y="145648"/>
                </a:lnTo>
                <a:lnTo>
                  <a:pt x="721644" y="145648"/>
                </a:lnTo>
                <a:close/>
                <a:moveTo>
                  <a:pt x="852581" y="145648"/>
                </a:moveTo>
                <a:lnTo>
                  <a:pt x="853081" y="145648"/>
                </a:lnTo>
                <a:lnTo>
                  <a:pt x="853081" y="146536"/>
                </a:lnTo>
                <a:lnTo>
                  <a:pt x="852581" y="146536"/>
                </a:lnTo>
                <a:close/>
                <a:moveTo>
                  <a:pt x="868073" y="145648"/>
                </a:moveTo>
                <a:lnTo>
                  <a:pt x="868573" y="145648"/>
                </a:lnTo>
                <a:lnTo>
                  <a:pt x="868573" y="146536"/>
                </a:lnTo>
                <a:lnTo>
                  <a:pt x="868073" y="146536"/>
                </a:lnTo>
                <a:close/>
                <a:moveTo>
                  <a:pt x="838587" y="144760"/>
                </a:moveTo>
                <a:lnTo>
                  <a:pt x="839087" y="144760"/>
                </a:lnTo>
                <a:lnTo>
                  <a:pt x="839087" y="146536"/>
                </a:lnTo>
                <a:lnTo>
                  <a:pt x="838587" y="146536"/>
                </a:lnTo>
                <a:close/>
                <a:moveTo>
                  <a:pt x="953532" y="146536"/>
                </a:moveTo>
                <a:lnTo>
                  <a:pt x="954032" y="146536"/>
                </a:lnTo>
                <a:lnTo>
                  <a:pt x="954032" y="147425"/>
                </a:lnTo>
                <a:lnTo>
                  <a:pt x="953532" y="147425"/>
                </a:lnTo>
                <a:close/>
                <a:moveTo>
                  <a:pt x="904556" y="146536"/>
                </a:moveTo>
                <a:lnTo>
                  <a:pt x="905056" y="146536"/>
                </a:lnTo>
                <a:lnTo>
                  <a:pt x="905056" y="147425"/>
                </a:lnTo>
                <a:lnTo>
                  <a:pt x="904556" y="147425"/>
                </a:lnTo>
                <a:close/>
                <a:moveTo>
                  <a:pt x="850582" y="146536"/>
                </a:moveTo>
                <a:lnTo>
                  <a:pt x="851081" y="146536"/>
                </a:lnTo>
                <a:lnTo>
                  <a:pt x="851081" y="147425"/>
                </a:lnTo>
                <a:lnTo>
                  <a:pt x="850582" y="147425"/>
                </a:lnTo>
                <a:close/>
                <a:moveTo>
                  <a:pt x="762124" y="146536"/>
                </a:moveTo>
                <a:lnTo>
                  <a:pt x="762624" y="146536"/>
                </a:lnTo>
                <a:lnTo>
                  <a:pt x="762624" y="147425"/>
                </a:lnTo>
                <a:lnTo>
                  <a:pt x="762124" y="147425"/>
                </a:lnTo>
                <a:close/>
                <a:moveTo>
                  <a:pt x="958030" y="146536"/>
                </a:moveTo>
                <a:lnTo>
                  <a:pt x="958530" y="146536"/>
                </a:lnTo>
                <a:lnTo>
                  <a:pt x="958530" y="147425"/>
                </a:lnTo>
                <a:lnTo>
                  <a:pt x="958030" y="147425"/>
                </a:lnTo>
                <a:close/>
                <a:moveTo>
                  <a:pt x="746132" y="146536"/>
                </a:moveTo>
                <a:lnTo>
                  <a:pt x="746632" y="146536"/>
                </a:lnTo>
                <a:lnTo>
                  <a:pt x="746632" y="147425"/>
                </a:lnTo>
                <a:lnTo>
                  <a:pt x="746132" y="147425"/>
                </a:lnTo>
                <a:close/>
                <a:moveTo>
                  <a:pt x="841086" y="146536"/>
                </a:moveTo>
                <a:lnTo>
                  <a:pt x="841586" y="146536"/>
                </a:lnTo>
                <a:lnTo>
                  <a:pt x="841586" y="147425"/>
                </a:lnTo>
                <a:lnTo>
                  <a:pt x="841086" y="147425"/>
                </a:lnTo>
                <a:close/>
                <a:moveTo>
                  <a:pt x="760125" y="146536"/>
                </a:moveTo>
                <a:lnTo>
                  <a:pt x="760625" y="146536"/>
                </a:lnTo>
                <a:lnTo>
                  <a:pt x="760625" y="147425"/>
                </a:lnTo>
                <a:lnTo>
                  <a:pt x="760125" y="147425"/>
                </a:lnTo>
                <a:close/>
                <a:moveTo>
                  <a:pt x="722643" y="146536"/>
                </a:moveTo>
                <a:lnTo>
                  <a:pt x="723643" y="146536"/>
                </a:lnTo>
                <a:lnTo>
                  <a:pt x="723643" y="147425"/>
                </a:lnTo>
                <a:lnTo>
                  <a:pt x="722643" y="147425"/>
                </a:lnTo>
                <a:close/>
                <a:moveTo>
                  <a:pt x="865575" y="146536"/>
                </a:moveTo>
                <a:lnTo>
                  <a:pt x="866074" y="146536"/>
                </a:lnTo>
                <a:lnTo>
                  <a:pt x="866074" y="147425"/>
                </a:lnTo>
                <a:lnTo>
                  <a:pt x="865575" y="147425"/>
                </a:lnTo>
                <a:close/>
                <a:moveTo>
                  <a:pt x="823095" y="147425"/>
                </a:moveTo>
                <a:lnTo>
                  <a:pt x="826093" y="147425"/>
                </a:lnTo>
                <a:lnTo>
                  <a:pt x="826093" y="148313"/>
                </a:lnTo>
                <a:lnTo>
                  <a:pt x="823095" y="148313"/>
                </a:lnTo>
                <a:close/>
                <a:moveTo>
                  <a:pt x="913551" y="147425"/>
                </a:moveTo>
                <a:lnTo>
                  <a:pt x="914051" y="147425"/>
                </a:lnTo>
                <a:lnTo>
                  <a:pt x="914051" y="148313"/>
                </a:lnTo>
                <a:lnTo>
                  <a:pt x="913551" y="148313"/>
                </a:lnTo>
                <a:close/>
                <a:moveTo>
                  <a:pt x="909553" y="147425"/>
                </a:moveTo>
                <a:lnTo>
                  <a:pt x="910553" y="147425"/>
                </a:lnTo>
                <a:lnTo>
                  <a:pt x="910553" y="148313"/>
                </a:lnTo>
                <a:lnTo>
                  <a:pt x="909553" y="148313"/>
                </a:lnTo>
                <a:close/>
                <a:moveTo>
                  <a:pt x="794609" y="76377"/>
                </a:moveTo>
                <a:lnTo>
                  <a:pt x="795108" y="76377"/>
                </a:lnTo>
                <a:lnTo>
                  <a:pt x="795108" y="148313"/>
                </a:lnTo>
                <a:lnTo>
                  <a:pt x="794609" y="148313"/>
                </a:lnTo>
                <a:close/>
                <a:moveTo>
                  <a:pt x="950034" y="147425"/>
                </a:moveTo>
                <a:lnTo>
                  <a:pt x="950534" y="147425"/>
                </a:lnTo>
                <a:lnTo>
                  <a:pt x="950534" y="148313"/>
                </a:lnTo>
                <a:lnTo>
                  <a:pt x="950034" y="148313"/>
                </a:lnTo>
                <a:close/>
                <a:moveTo>
                  <a:pt x="748631" y="147425"/>
                </a:moveTo>
                <a:lnTo>
                  <a:pt x="753129" y="147425"/>
                </a:lnTo>
                <a:lnTo>
                  <a:pt x="753129" y="148313"/>
                </a:lnTo>
                <a:lnTo>
                  <a:pt x="748631" y="148313"/>
                </a:lnTo>
                <a:close/>
                <a:moveTo>
                  <a:pt x="957530" y="147425"/>
                </a:moveTo>
                <a:lnTo>
                  <a:pt x="958030" y="147425"/>
                </a:lnTo>
                <a:lnTo>
                  <a:pt x="958030" y="148313"/>
                </a:lnTo>
                <a:lnTo>
                  <a:pt x="957530" y="148313"/>
                </a:lnTo>
                <a:close/>
                <a:moveTo>
                  <a:pt x="795608" y="76377"/>
                </a:moveTo>
                <a:lnTo>
                  <a:pt x="796108" y="76377"/>
                </a:lnTo>
                <a:lnTo>
                  <a:pt x="796108" y="148313"/>
                </a:lnTo>
                <a:lnTo>
                  <a:pt x="795608" y="148313"/>
                </a:lnTo>
                <a:close/>
                <a:moveTo>
                  <a:pt x="776617" y="148313"/>
                </a:moveTo>
                <a:lnTo>
                  <a:pt x="777117" y="148313"/>
                </a:lnTo>
                <a:lnTo>
                  <a:pt x="777117" y="149201"/>
                </a:lnTo>
                <a:lnTo>
                  <a:pt x="776617" y="149201"/>
                </a:lnTo>
                <a:close/>
                <a:moveTo>
                  <a:pt x="947035" y="148313"/>
                </a:moveTo>
                <a:lnTo>
                  <a:pt x="947535" y="148313"/>
                </a:lnTo>
                <a:lnTo>
                  <a:pt x="947535" y="149201"/>
                </a:lnTo>
                <a:lnTo>
                  <a:pt x="947035" y="149201"/>
                </a:lnTo>
                <a:close/>
                <a:moveTo>
                  <a:pt x="956031" y="148313"/>
                </a:moveTo>
                <a:lnTo>
                  <a:pt x="956531" y="148313"/>
                </a:lnTo>
                <a:lnTo>
                  <a:pt x="956531" y="149201"/>
                </a:lnTo>
                <a:lnTo>
                  <a:pt x="956031" y="149201"/>
                </a:lnTo>
                <a:close/>
                <a:moveTo>
                  <a:pt x="964527" y="148313"/>
                </a:moveTo>
                <a:lnTo>
                  <a:pt x="965027" y="148313"/>
                </a:lnTo>
                <a:lnTo>
                  <a:pt x="965027" y="149201"/>
                </a:lnTo>
                <a:lnTo>
                  <a:pt x="964527" y="149201"/>
                </a:lnTo>
                <a:close/>
                <a:moveTo>
                  <a:pt x="844085" y="148313"/>
                </a:moveTo>
                <a:lnTo>
                  <a:pt x="844585" y="148313"/>
                </a:lnTo>
                <a:lnTo>
                  <a:pt x="844585" y="149201"/>
                </a:lnTo>
                <a:lnTo>
                  <a:pt x="844085" y="149201"/>
                </a:lnTo>
                <a:close/>
                <a:moveTo>
                  <a:pt x="759625" y="148313"/>
                </a:moveTo>
                <a:lnTo>
                  <a:pt x="760125" y="148313"/>
                </a:lnTo>
                <a:lnTo>
                  <a:pt x="760125" y="149201"/>
                </a:lnTo>
                <a:lnTo>
                  <a:pt x="759625" y="149201"/>
                </a:lnTo>
                <a:close/>
                <a:moveTo>
                  <a:pt x="896560" y="148313"/>
                </a:moveTo>
                <a:lnTo>
                  <a:pt x="897059" y="148313"/>
                </a:lnTo>
                <a:lnTo>
                  <a:pt x="897059" y="149201"/>
                </a:lnTo>
                <a:lnTo>
                  <a:pt x="896560" y="149201"/>
                </a:lnTo>
                <a:close/>
                <a:moveTo>
                  <a:pt x="931543" y="148313"/>
                </a:moveTo>
                <a:lnTo>
                  <a:pt x="932043" y="148313"/>
                </a:lnTo>
                <a:lnTo>
                  <a:pt x="932043" y="149201"/>
                </a:lnTo>
                <a:lnTo>
                  <a:pt x="931543" y="149201"/>
                </a:lnTo>
                <a:close/>
                <a:moveTo>
                  <a:pt x="938040" y="148313"/>
                </a:moveTo>
                <a:lnTo>
                  <a:pt x="938540" y="148313"/>
                </a:lnTo>
                <a:lnTo>
                  <a:pt x="938540" y="150089"/>
                </a:lnTo>
                <a:lnTo>
                  <a:pt x="938040" y="150089"/>
                </a:lnTo>
                <a:close/>
                <a:moveTo>
                  <a:pt x="775618" y="149201"/>
                </a:moveTo>
                <a:lnTo>
                  <a:pt x="776117" y="149201"/>
                </a:lnTo>
                <a:lnTo>
                  <a:pt x="776117" y="150089"/>
                </a:lnTo>
                <a:lnTo>
                  <a:pt x="775618" y="150089"/>
                </a:lnTo>
                <a:close/>
                <a:moveTo>
                  <a:pt x="820596" y="149201"/>
                </a:moveTo>
                <a:lnTo>
                  <a:pt x="821096" y="149201"/>
                </a:lnTo>
                <a:lnTo>
                  <a:pt x="821096" y="150089"/>
                </a:lnTo>
                <a:lnTo>
                  <a:pt x="820596" y="150089"/>
                </a:lnTo>
                <a:close/>
                <a:moveTo>
                  <a:pt x="925046" y="149201"/>
                </a:moveTo>
                <a:lnTo>
                  <a:pt x="925546" y="149201"/>
                </a:lnTo>
                <a:lnTo>
                  <a:pt x="925546" y="150089"/>
                </a:lnTo>
                <a:lnTo>
                  <a:pt x="925046" y="150089"/>
                </a:lnTo>
                <a:close/>
                <a:moveTo>
                  <a:pt x="902057" y="149201"/>
                </a:moveTo>
                <a:lnTo>
                  <a:pt x="902557" y="149201"/>
                </a:lnTo>
                <a:lnTo>
                  <a:pt x="902557" y="150089"/>
                </a:lnTo>
                <a:lnTo>
                  <a:pt x="902057" y="150089"/>
                </a:lnTo>
                <a:close/>
                <a:moveTo>
                  <a:pt x="753628" y="149201"/>
                </a:moveTo>
                <a:lnTo>
                  <a:pt x="754128" y="149201"/>
                </a:lnTo>
                <a:lnTo>
                  <a:pt x="754128" y="150089"/>
                </a:lnTo>
                <a:lnTo>
                  <a:pt x="753628" y="150089"/>
                </a:lnTo>
                <a:close/>
                <a:moveTo>
                  <a:pt x="747131" y="149201"/>
                </a:moveTo>
                <a:lnTo>
                  <a:pt x="747631" y="149201"/>
                </a:lnTo>
                <a:lnTo>
                  <a:pt x="747631" y="150089"/>
                </a:lnTo>
                <a:lnTo>
                  <a:pt x="747131" y="150089"/>
                </a:lnTo>
                <a:close/>
                <a:moveTo>
                  <a:pt x="944037" y="149201"/>
                </a:moveTo>
                <a:lnTo>
                  <a:pt x="944537" y="149201"/>
                </a:lnTo>
                <a:lnTo>
                  <a:pt x="944537" y="150977"/>
                </a:lnTo>
                <a:lnTo>
                  <a:pt x="944037" y="150977"/>
                </a:lnTo>
                <a:close/>
                <a:moveTo>
                  <a:pt x="960529" y="150089"/>
                </a:moveTo>
                <a:lnTo>
                  <a:pt x="961029" y="150089"/>
                </a:lnTo>
                <a:lnTo>
                  <a:pt x="961029" y="150977"/>
                </a:lnTo>
                <a:lnTo>
                  <a:pt x="960529" y="150977"/>
                </a:lnTo>
                <a:close/>
                <a:moveTo>
                  <a:pt x="863575" y="150089"/>
                </a:moveTo>
                <a:lnTo>
                  <a:pt x="864075" y="150089"/>
                </a:lnTo>
                <a:lnTo>
                  <a:pt x="864075" y="150977"/>
                </a:lnTo>
                <a:lnTo>
                  <a:pt x="863575" y="150977"/>
                </a:lnTo>
                <a:close/>
                <a:moveTo>
                  <a:pt x="921548" y="150089"/>
                </a:moveTo>
                <a:lnTo>
                  <a:pt x="922047" y="150089"/>
                </a:lnTo>
                <a:lnTo>
                  <a:pt x="922047" y="150977"/>
                </a:lnTo>
                <a:lnTo>
                  <a:pt x="921548" y="150977"/>
                </a:lnTo>
                <a:close/>
                <a:moveTo>
                  <a:pt x="832091" y="150977"/>
                </a:moveTo>
                <a:lnTo>
                  <a:pt x="832590" y="150977"/>
                </a:lnTo>
                <a:lnTo>
                  <a:pt x="832590" y="151865"/>
                </a:lnTo>
                <a:lnTo>
                  <a:pt x="832091" y="151865"/>
                </a:lnTo>
                <a:close/>
                <a:moveTo>
                  <a:pt x="848083" y="150977"/>
                </a:moveTo>
                <a:lnTo>
                  <a:pt x="848583" y="150977"/>
                </a:lnTo>
                <a:lnTo>
                  <a:pt x="848583" y="151865"/>
                </a:lnTo>
                <a:lnTo>
                  <a:pt x="848083" y="151865"/>
                </a:lnTo>
                <a:close/>
                <a:moveTo>
                  <a:pt x="950534" y="150977"/>
                </a:moveTo>
                <a:lnTo>
                  <a:pt x="951034" y="150977"/>
                </a:lnTo>
                <a:lnTo>
                  <a:pt x="951034" y="151865"/>
                </a:lnTo>
                <a:lnTo>
                  <a:pt x="950534" y="151865"/>
                </a:lnTo>
                <a:close/>
                <a:moveTo>
                  <a:pt x="956031" y="150977"/>
                </a:moveTo>
                <a:lnTo>
                  <a:pt x="956531" y="150977"/>
                </a:lnTo>
                <a:lnTo>
                  <a:pt x="956531" y="151865"/>
                </a:lnTo>
                <a:lnTo>
                  <a:pt x="956031" y="151865"/>
                </a:lnTo>
                <a:close/>
                <a:moveTo>
                  <a:pt x="934541" y="150977"/>
                </a:moveTo>
                <a:lnTo>
                  <a:pt x="935041" y="150977"/>
                </a:lnTo>
                <a:lnTo>
                  <a:pt x="935041" y="151865"/>
                </a:lnTo>
                <a:lnTo>
                  <a:pt x="934541" y="151865"/>
                </a:lnTo>
                <a:close/>
                <a:moveTo>
                  <a:pt x="822095" y="150977"/>
                </a:moveTo>
                <a:lnTo>
                  <a:pt x="825594" y="150977"/>
                </a:lnTo>
                <a:lnTo>
                  <a:pt x="825594" y="151865"/>
                </a:lnTo>
                <a:lnTo>
                  <a:pt x="822095" y="151865"/>
                </a:lnTo>
                <a:close/>
                <a:moveTo>
                  <a:pt x="829592" y="150977"/>
                </a:moveTo>
                <a:lnTo>
                  <a:pt x="830092" y="150977"/>
                </a:lnTo>
                <a:lnTo>
                  <a:pt x="830092" y="151865"/>
                </a:lnTo>
                <a:lnTo>
                  <a:pt x="829592" y="151865"/>
                </a:lnTo>
                <a:close/>
                <a:moveTo>
                  <a:pt x="867074" y="150977"/>
                </a:moveTo>
                <a:lnTo>
                  <a:pt x="867574" y="150977"/>
                </a:lnTo>
                <a:lnTo>
                  <a:pt x="867574" y="151865"/>
                </a:lnTo>
                <a:lnTo>
                  <a:pt x="867074" y="151865"/>
                </a:lnTo>
                <a:close/>
                <a:moveTo>
                  <a:pt x="942038" y="150977"/>
                </a:moveTo>
                <a:lnTo>
                  <a:pt x="942538" y="150977"/>
                </a:lnTo>
                <a:lnTo>
                  <a:pt x="942538" y="151865"/>
                </a:lnTo>
                <a:lnTo>
                  <a:pt x="942038" y="151865"/>
                </a:lnTo>
                <a:close/>
                <a:moveTo>
                  <a:pt x="857079" y="150977"/>
                </a:moveTo>
                <a:lnTo>
                  <a:pt x="858578" y="150977"/>
                </a:lnTo>
                <a:lnTo>
                  <a:pt x="858578" y="151865"/>
                </a:lnTo>
                <a:lnTo>
                  <a:pt x="857079" y="151865"/>
                </a:lnTo>
                <a:close/>
                <a:moveTo>
                  <a:pt x="899558" y="150977"/>
                </a:moveTo>
                <a:lnTo>
                  <a:pt x="900058" y="150977"/>
                </a:lnTo>
                <a:lnTo>
                  <a:pt x="900058" y="151865"/>
                </a:lnTo>
                <a:lnTo>
                  <a:pt x="899558" y="151865"/>
                </a:lnTo>
                <a:close/>
                <a:moveTo>
                  <a:pt x="841086" y="150977"/>
                </a:moveTo>
                <a:lnTo>
                  <a:pt x="841586" y="150977"/>
                </a:lnTo>
                <a:lnTo>
                  <a:pt x="841586" y="151865"/>
                </a:lnTo>
                <a:lnTo>
                  <a:pt x="841086" y="151865"/>
                </a:lnTo>
                <a:close/>
                <a:moveTo>
                  <a:pt x="864575" y="150977"/>
                </a:moveTo>
                <a:lnTo>
                  <a:pt x="865075" y="150977"/>
                </a:lnTo>
                <a:lnTo>
                  <a:pt x="865075" y="151865"/>
                </a:lnTo>
                <a:lnTo>
                  <a:pt x="864575" y="151865"/>
                </a:lnTo>
                <a:close/>
                <a:moveTo>
                  <a:pt x="969025" y="151865"/>
                </a:moveTo>
                <a:lnTo>
                  <a:pt x="970024" y="151865"/>
                </a:lnTo>
                <a:lnTo>
                  <a:pt x="970024" y="152753"/>
                </a:lnTo>
                <a:lnTo>
                  <a:pt x="969025" y="152753"/>
                </a:lnTo>
                <a:close/>
                <a:moveTo>
                  <a:pt x="965527" y="151865"/>
                </a:moveTo>
                <a:lnTo>
                  <a:pt x="966026" y="151865"/>
                </a:lnTo>
                <a:lnTo>
                  <a:pt x="966026" y="152753"/>
                </a:lnTo>
                <a:lnTo>
                  <a:pt x="965527" y="152753"/>
                </a:lnTo>
                <a:close/>
                <a:moveTo>
                  <a:pt x="920048" y="151865"/>
                </a:moveTo>
                <a:lnTo>
                  <a:pt x="920548" y="151865"/>
                </a:lnTo>
                <a:lnTo>
                  <a:pt x="920548" y="152753"/>
                </a:lnTo>
                <a:lnTo>
                  <a:pt x="920048" y="152753"/>
                </a:lnTo>
                <a:close/>
                <a:moveTo>
                  <a:pt x="908054" y="151865"/>
                </a:moveTo>
                <a:lnTo>
                  <a:pt x="909553" y="151865"/>
                </a:lnTo>
                <a:lnTo>
                  <a:pt x="909553" y="152753"/>
                </a:lnTo>
                <a:lnTo>
                  <a:pt x="908054" y="152753"/>
                </a:lnTo>
                <a:close/>
                <a:moveTo>
                  <a:pt x="938040" y="152753"/>
                </a:moveTo>
                <a:lnTo>
                  <a:pt x="938540" y="152753"/>
                </a:lnTo>
                <a:lnTo>
                  <a:pt x="938540" y="153641"/>
                </a:lnTo>
                <a:lnTo>
                  <a:pt x="938040" y="153641"/>
                </a:lnTo>
                <a:close/>
                <a:moveTo>
                  <a:pt x="896060" y="153641"/>
                </a:moveTo>
                <a:lnTo>
                  <a:pt x="896560" y="153641"/>
                </a:lnTo>
                <a:lnTo>
                  <a:pt x="896560" y="154529"/>
                </a:lnTo>
                <a:lnTo>
                  <a:pt x="896060" y="154529"/>
                </a:lnTo>
                <a:close/>
                <a:moveTo>
                  <a:pt x="906555" y="153641"/>
                </a:moveTo>
                <a:lnTo>
                  <a:pt x="907554" y="153641"/>
                </a:lnTo>
                <a:lnTo>
                  <a:pt x="907554" y="154529"/>
                </a:lnTo>
                <a:lnTo>
                  <a:pt x="906555" y="154529"/>
                </a:lnTo>
                <a:close/>
                <a:moveTo>
                  <a:pt x="919549" y="153641"/>
                </a:moveTo>
                <a:lnTo>
                  <a:pt x="920048" y="153641"/>
                </a:lnTo>
                <a:lnTo>
                  <a:pt x="920048" y="154529"/>
                </a:lnTo>
                <a:lnTo>
                  <a:pt x="919549" y="154529"/>
                </a:lnTo>
                <a:close/>
                <a:moveTo>
                  <a:pt x="946536" y="153641"/>
                </a:moveTo>
                <a:lnTo>
                  <a:pt x="947035" y="153641"/>
                </a:lnTo>
                <a:lnTo>
                  <a:pt x="947035" y="154529"/>
                </a:lnTo>
                <a:lnTo>
                  <a:pt x="946536" y="154529"/>
                </a:lnTo>
                <a:close/>
                <a:moveTo>
                  <a:pt x="930543" y="153641"/>
                </a:moveTo>
                <a:lnTo>
                  <a:pt x="931043" y="153641"/>
                </a:lnTo>
                <a:lnTo>
                  <a:pt x="931043" y="154529"/>
                </a:lnTo>
                <a:lnTo>
                  <a:pt x="930543" y="154529"/>
                </a:lnTo>
                <a:close/>
                <a:moveTo>
                  <a:pt x="920548" y="153641"/>
                </a:moveTo>
                <a:lnTo>
                  <a:pt x="921048" y="153641"/>
                </a:lnTo>
                <a:lnTo>
                  <a:pt x="921048" y="154529"/>
                </a:lnTo>
                <a:lnTo>
                  <a:pt x="920548" y="154529"/>
                </a:lnTo>
                <a:close/>
                <a:moveTo>
                  <a:pt x="952033" y="153641"/>
                </a:moveTo>
                <a:lnTo>
                  <a:pt x="952533" y="153641"/>
                </a:lnTo>
                <a:lnTo>
                  <a:pt x="952533" y="154529"/>
                </a:lnTo>
                <a:lnTo>
                  <a:pt x="952033" y="154529"/>
                </a:lnTo>
                <a:close/>
                <a:moveTo>
                  <a:pt x="914551" y="153641"/>
                </a:moveTo>
                <a:lnTo>
                  <a:pt x="915051" y="153641"/>
                </a:lnTo>
                <a:lnTo>
                  <a:pt x="915051" y="154529"/>
                </a:lnTo>
                <a:lnTo>
                  <a:pt x="914551" y="154529"/>
                </a:lnTo>
                <a:close/>
                <a:moveTo>
                  <a:pt x="965527" y="153641"/>
                </a:moveTo>
                <a:lnTo>
                  <a:pt x="966026" y="153641"/>
                </a:lnTo>
                <a:lnTo>
                  <a:pt x="966026" y="154529"/>
                </a:lnTo>
                <a:lnTo>
                  <a:pt x="965527" y="154529"/>
                </a:lnTo>
                <a:close/>
                <a:moveTo>
                  <a:pt x="943037" y="153641"/>
                </a:moveTo>
                <a:lnTo>
                  <a:pt x="943537" y="153641"/>
                </a:lnTo>
                <a:lnTo>
                  <a:pt x="943537" y="154529"/>
                </a:lnTo>
                <a:lnTo>
                  <a:pt x="943037" y="154529"/>
                </a:lnTo>
                <a:close/>
                <a:moveTo>
                  <a:pt x="917550" y="153641"/>
                </a:moveTo>
                <a:lnTo>
                  <a:pt x="918049" y="153641"/>
                </a:lnTo>
                <a:lnTo>
                  <a:pt x="918049" y="154529"/>
                </a:lnTo>
                <a:lnTo>
                  <a:pt x="917550" y="154529"/>
                </a:lnTo>
                <a:close/>
                <a:moveTo>
                  <a:pt x="969025" y="153641"/>
                </a:moveTo>
                <a:lnTo>
                  <a:pt x="969525" y="153641"/>
                </a:lnTo>
                <a:lnTo>
                  <a:pt x="969525" y="154529"/>
                </a:lnTo>
                <a:lnTo>
                  <a:pt x="969025" y="154529"/>
                </a:lnTo>
                <a:close/>
                <a:moveTo>
                  <a:pt x="941538" y="153641"/>
                </a:moveTo>
                <a:lnTo>
                  <a:pt x="942038" y="153641"/>
                </a:lnTo>
                <a:lnTo>
                  <a:pt x="942038" y="154529"/>
                </a:lnTo>
                <a:lnTo>
                  <a:pt x="941538" y="154529"/>
                </a:lnTo>
                <a:close/>
              </a:path>
            </a:pathLst>
          </a:custGeom>
          <a:solidFill>
            <a:srgbClr val="728699"/>
          </a:solidFill>
          <a:ln>
            <a:noFill/>
          </a:ln>
        </p:spPr>
      </p:sp>
      <p:sp>
        <p:nvSpPr>
          <p:cNvPr id="46" name="Kimate circled colour correction 46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32638" y="66607"/>
                </a:moveTo>
                <a:lnTo>
                  <a:pt x="733138" y="66607"/>
                </a:lnTo>
                <a:lnTo>
                  <a:pt x="733138" y="67496"/>
                </a:lnTo>
                <a:lnTo>
                  <a:pt x="732638" y="67496"/>
                </a:lnTo>
                <a:close/>
                <a:moveTo>
                  <a:pt x="729640" y="67496"/>
                </a:moveTo>
                <a:lnTo>
                  <a:pt x="730639" y="67496"/>
                </a:lnTo>
                <a:lnTo>
                  <a:pt x="730639" y="68384"/>
                </a:lnTo>
                <a:lnTo>
                  <a:pt x="729640" y="68384"/>
                </a:lnTo>
                <a:close/>
                <a:moveTo>
                  <a:pt x="730140" y="68384"/>
                </a:moveTo>
                <a:lnTo>
                  <a:pt x="730639" y="68384"/>
                </a:lnTo>
                <a:lnTo>
                  <a:pt x="730639" y="69272"/>
                </a:lnTo>
                <a:lnTo>
                  <a:pt x="730140" y="69272"/>
                </a:lnTo>
                <a:close/>
                <a:moveTo>
                  <a:pt x="728640" y="69272"/>
                </a:moveTo>
                <a:lnTo>
                  <a:pt x="729140" y="69272"/>
                </a:lnTo>
                <a:lnTo>
                  <a:pt x="729140" y="70160"/>
                </a:lnTo>
                <a:lnTo>
                  <a:pt x="728640" y="70160"/>
                </a:lnTo>
                <a:close/>
                <a:moveTo>
                  <a:pt x="731639" y="70160"/>
                </a:moveTo>
                <a:lnTo>
                  <a:pt x="732139" y="70160"/>
                </a:lnTo>
                <a:lnTo>
                  <a:pt x="732139" y="71048"/>
                </a:lnTo>
                <a:lnTo>
                  <a:pt x="731639" y="71048"/>
                </a:lnTo>
                <a:close/>
                <a:moveTo>
                  <a:pt x="727641" y="71936"/>
                </a:moveTo>
                <a:lnTo>
                  <a:pt x="728140" y="71936"/>
                </a:lnTo>
                <a:lnTo>
                  <a:pt x="728140" y="73712"/>
                </a:lnTo>
                <a:lnTo>
                  <a:pt x="727641" y="73712"/>
                </a:lnTo>
                <a:close/>
                <a:moveTo>
                  <a:pt x="756627" y="72824"/>
                </a:moveTo>
                <a:lnTo>
                  <a:pt x="757127" y="72824"/>
                </a:lnTo>
                <a:lnTo>
                  <a:pt x="757127" y="73712"/>
                </a:lnTo>
                <a:lnTo>
                  <a:pt x="756627" y="73712"/>
                </a:lnTo>
                <a:close/>
                <a:moveTo>
                  <a:pt x="767622" y="73712"/>
                </a:moveTo>
                <a:lnTo>
                  <a:pt x="768121" y="73712"/>
                </a:lnTo>
                <a:lnTo>
                  <a:pt x="768121" y="74600"/>
                </a:lnTo>
                <a:lnTo>
                  <a:pt x="767622" y="74600"/>
                </a:lnTo>
                <a:close/>
                <a:moveTo>
                  <a:pt x="731139" y="73712"/>
                </a:moveTo>
                <a:lnTo>
                  <a:pt x="731639" y="73712"/>
                </a:lnTo>
                <a:lnTo>
                  <a:pt x="731639" y="74600"/>
                </a:lnTo>
                <a:lnTo>
                  <a:pt x="731139" y="74600"/>
                </a:lnTo>
                <a:close/>
                <a:moveTo>
                  <a:pt x="726641" y="74600"/>
                </a:moveTo>
                <a:lnTo>
                  <a:pt x="727641" y="74600"/>
                </a:lnTo>
                <a:lnTo>
                  <a:pt x="727641" y="75488"/>
                </a:lnTo>
                <a:lnTo>
                  <a:pt x="726641" y="75488"/>
                </a:lnTo>
                <a:close/>
                <a:moveTo>
                  <a:pt x="730639" y="74600"/>
                </a:moveTo>
                <a:lnTo>
                  <a:pt x="731139" y="74600"/>
                </a:lnTo>
                <a:lnTo>
                  <a:pt x="731139" y="75488"/>
                </a:lnTo>
                <a:lnTo>
                  <a:pt x="730639" y="75488"/>
                </a:lnTo>
                <a:close/>
                <a:moveTo>
                  <a:pt x="769121" y="75488"/>
                </a:moveTo>
                <a:lnTo>
                  <a:pt x="769621" y="75488"/>
                </a:lnTo>
                <a:lnTo>
                  <a:pt x="769621" y="76377"/>
                </a:lnTo>
                <a:lnTo>
                  <a:pt x="769121" y="76377"/>
                </a:lnTo>
                <a:close/>
                <a:moveTo>
                  <a:pt x="769121" y="77265"/>
                </a:moveTo>
                <a:lnTo>
                  <a:pt x="769621" y="77265"/>
                </a:lnTo>
                <a:lnTo>
                  <a:pt x="769621" y="78153"/>
                </a:lnTo>
                <a:lnTo>
                  <a:pt x="769121" y="78153"/>
                </a:lnTo>
                <a:close/>
                <a:moveTo>
                  <a:pt x="768621" y="78153"/>
                </a:moveTo>
                <a:lnTo>
                  <a:pt x="769121" y="78153"/>
                </a:lnTo>
                <a:lnTo>
                  <a:pt x="769121" y="79041"/>
                </a:lnTo>
                <a:lnTo>
                  <a:pt x="768621" y="79041"/>
                </a:lnTo>
                <a:close/>
                <a:moveTo>
                  <a:pt x="730140" y="78153"/>
                </a:moveTo>
                <a:lnTo>
                  <a:pt x="730639" y="78153"/>
                </a:lnTo>
                <a:lnTo>
                  <a:pt x="730639" y="79041"/>
                </a:lnTo>
                <a:lnTo>
                  <a:pt x="730140" y="79041"/>
                </a:lnTo>
                <a:close/>
                <a:moveTo>
                  <a:pt x="768121" y="79041"/>
                </a:moveTo>
                <a:lnTo>
                  <a:pt x="768621" y="79041"/>
                </a:lnTo>
                <a:lnTo>
                  <a:pt x="768621" y="79929"/>
                </a:lnTo>
                <a:lnTo>
                  <a:pt x="768121" y="79929"/>
                </a:lnTo>
                <a:close/>
                <a:moveTo>
                  <a:pt x="768621" y="79929"/>
                </a:moveTo>
                <a:lnTo>
                  <a:pt x="769121" y="79929"/>
                </a:lnTo>
                <a:lnTo>
                  <a:pt x="769121" y="80817"/>
                </a:lnTo>
                <a:lnTo>
                  <a:pt x="768621" y="80817"/>
                </a:lnTo>
                <a:close/>
                <a:moveTo>
                  <a:pt x="761125" y="80817"/>
                </a:moveTo>
                <a:lnTo>
                  <a:pt x="761624" y="80817"/>
                </a:lnTo>
                <a:lnTo>
                  <a:pt x="761624" y="81705"/>
                </a:lnTo>
                <a:lnTo>
                  <a:pt x="761125" y="81705"/>
                </a:lnTo>
                <a:close/>
                <a:moveTo>
                  <a:pt x="853580" y="79929"/>
                </a:moveTo>
                <a:lnTo>
                  <a:pt x="854080" y="79929"/>
                </a:lnTo>
                <a:lnTo>
                  <a:pt x="854080" y="81705"/>
                </a:lnTo>
                <a:lnTo>
                  <a:pt x="853580" y="81705"/>
                </a:lnTo>
                <a:close/>
                <a:moveTo>
                  <a:pt x="855080" y="81705"/>
                </a:moveTo>
                <a:lnTo>
                  <a:pt x="855579" y="81705"/>
                </a:lnTo>
                <a:lnTo>
                  <a:pt x="855579" y="82593"/>
                </a:lnTo>
                <a:lnTo>
                  <a:pt x="855080" y="82593"/>
                </a:lnTo>
                <a:close/>
                <a:moveTo>
                  <a:pt x="729640" y="82593"/>
                </a:moveTo>
                <a:lnTo>
                  <a:pt x="730140" y="82593"/>
                </a:lnTo>
                <a:lnTo>
                  <a:pt x="730140" y="83481"/>
                </a:lnTo>
                <a:lnTo>
                  <a:pt x="729640" y="83481"/>
                </a:lnTo>
                <a:close/>
                <a:moveTo>
                  <a:pt x="753628" y="82593"/>
                </a:moveTo>
                <a:lnTo>
                  <a:pt x="754128" y="82593"/>
                </a:lnTo>
                <a:lnTo>
                  <a:pt x="754128" y="83481"/>
                </a:lnTo>
                <a:lnTo>
                  <a:pt x="753628" y="83481"/>
                </a:lnTo>
                <a:close/>
                <a:moveTo>
                  <a:pt x="837088" y="82593"/>
                </a:moveTo>
                <a:lnTo>
                  <a:pt x="837588" y="82593"/>
                </a:lnTo>
                <a:lnTo>
                  <a:pt x="837588" y="83481"/>
                </a:lnTo>
                <a:lnTo>
                  <a:pt x="837088" y="83481"/>
                </a:lnTo>
                <a:close/>
                <a:moveTo>
                  <a:pt x="835589" y="83481"/>
                </a:moveTo>
                <a:lnTo>
                  <a:pt x="836089" y="83481"/>
                </a:lnTo>
                <a:lnTo>
                  <a:pt x="836089" y="84369"/>
                </a:lnTo>
                <a:lnTo>
                  <a:pt x="835589" y="84369"/>
                </a:lnTo>
                <a:close/>
                <a:moveTo>
                  <a:pt x="760625" y="83481"/>
                </a:moveTo>
                <a:lnTo>
                  <a:pt x="761125" y="83481"/>
                </a:lnTo>
                <a:lnTo>
                  <a:pt x="761125" y="84369"/>
                </a:lnTo>
                <a:lnTo>
                  <a:pt x="760625" y="84369"/>
                </a:lnTo>
                <a:close/>
                <a:moveTo>
                  <a:pt x="774618" y="83481"/>
                </a:moveTo>
                <a:lnTo>
                  <a:pt x="775118" y="83481"/>
                </a:lnTo>
                <a:lnTo>
                  <a:pt x="775118" y="84369"/>
                </a:lnTo>
                <a:lnTo>
                  <a:pt x="774618" y="84369"/>
                </a:lnTo>
                <a:close/>
                <a:moveTo>
                  <a:pt x="737636" y="84369"/>
                </a:moveTo>
                <a:lnTo>
                  <a:pt x="738136" y="84369"/>
                </a:lnTo>
                <a:lnTo>
                  <a:pt x="738136" y="85258"/>
                </a:lnTo>
                <a:lnTo>
                  <a:pt x="737636" y="85258"/>
                </a:lnTo>
                <a:close/>
                <a:moveTo>
                  <a:pt x="749630" y="85258"/>
                </a:moveTo>
                <a:lnTo>
                  <a:pt x="750130" y="85258"/>
                </a:lnTo>
                <a:lnTo>
                  <a:pt x="750130" y="86146"/>
                </a:lnTo>
                <a:lnTo>
                  <a:pt x="749630" y="86146"/>
                </a:lnTo>
                <a:close/>
                <a:moveTo>
                  <a:pt x="757626" y="85258"/>
                </a:moveTo>
                <a:lnTo>
                  <a:pt x="758126" y="85258"/>
                </a:lnTo>
                <a:lnTo>
                  <a:pt x="758126" y="86146"/>
                </a:lnTo>
                <a:lnTo>
                  <a:pt x="757626" y="86146"/>
                </a:lnTo>
                <a:close/>
                <a:moveTo>
                  <a:pt x="753129" y="86146"/>
                </a:moveTo>
                <a:lnTo>
                  <a:pt x="753628" y="86146"/>
                </a:lnTo>
                <a:lnTo>
                  <a:pt x="753628" y="87034"/>
                </a:lnTo>
                <a:lnTo>
                  <a:pt x="753129" y="87034"/>
                </a:lnTo>
                <a:close/>
                <a:moveTo>
                  <a:pt x="962028" y="86146"/>
                </a:moveTo>
                <a:lnTo>
                  <a:pt x="962528" y="86146"/>
                </a:lnTo>
                <a:lnTo>
                  <a:pt x="962528" y="87034"/>
                </a:lnTo>
                <a:lnTo>
                  <a:pt x="962028" y="87034"/>
                </a:lnTo>
                <a:close/>
                <a:moveTo>
                  <a:pt x="739635" y="87034"/>
                </a:moveTo>
                <a:lnTo>
                  <a:pt x="740135" y="87034"/>
                </a:lnTo>
                <a:lnTo>
                  <a:pt x="740135" y="87922"/>
                </a:lnTo>
                <a:lnTo>
                  <a:pt x="739635" y="87922"/>
                </a:lnTo>
                <a:close/>
                <a:moveTo>
                  <a:pt x="943037" y="87034"/>
                </a:moveTo>
                <a:lnTo>
                  <a:pt x="943537" y="87034"/>
                </a:lnTo>
                <a:lnTo>
                  <a:pt x="943537" y="87922"/>
                </a:lnTo>
                <a:lnTo>
                  <a:pt x="943037" y="87922"/>
                </a:lnTo>
                <a:close/>
                <a:moveTo>
                  <a:pt x="919549" y="87922"/>
                </a:moveTo>
                <a:lnTo>
                  <a:pt x="920048" y="87922"/>
                </a:lnTo>
                <a:lnTo>
                  <a:pt x="920048" y="88810"/>
                </a:lnTo>
                <a:lnTo>
                  <a:pt x="919549" y="88810"/>
                </a:lnTo>
                <a:close/>
                <a:moveTo>
                  <a:pt x="943537" y="88810"/>
                </a:moveTo>
                <a:lnTo>
                  <a:pt x="944037" y="88810"/>
                </a:lnTo>
                <a:lnTo>
                  <a:pt x="944037" y="89698"/>
                </a:lnTo>
                <a:lnTo>
                  <a:pt x="943537" y="89698"/>
                </a:lnTo>
                <a:close/>
                <a:moveTo>
                  <a:pt x="757127" y="88810"/>
                </a:moveTo>
                <a:lnTo>
                  <a:pt x="757626" y="88810"/>
                </a:lnTo>
                <a:lnTo>
                  <a:pt x="757626" y="89698"/>
                </a:lnTo>
                <a:lnTo>
                  <a:pt x="757127" y="89698"/>
                </a:lnTo>
                <a:close/>
                <a:moveTo>
                  <a:pt x="816598" y="89698"/>
                </a:moveTo>
                <a:lnTo>
                  <a:pt x="817098" y="89698"/>
                </a:lnTo>
                <a:lnTo>
                  <a:pt x="817098" y="90586"/>
                </a:lnTo>
                <a:lnTo>
                  <a:pt x="816598" y="90586"/>
                </a:lnTo>
                <a:close/>
                <a:moveTo>
                  <a:pt x="925046" y="89698"/>
                </a:moveTo>
                <a:lnTo>
                  <a:pt x="925546" y="89698"/>
                </a:lnTo>
                <a:lnTo>
                  <a:pt x="925546" y="90586"/>
                </a:lnTo>
                <a:lnTo>
                  <a:pt x="925046" y="90586"/>
                </a:lnTo>
                <a:close/>
                <a:moveTo>
                  <a:pt x="836588" y="89698"/>
                </a:moveTo>
                <a:lnTo>
                  <a:pt x="837088" y="89698"/>
                </a:lnTo>
                <a:lnTo>
                  <a:pt x="837088" y="90586"/>
                </a:lnTo>
                <a:lnTo>
                  <a:pt x="836588" y="90586"/>
                </a:lnTo>
                <a:close/>
                <a:moveTo>
                  <a:pt x="967026" y="90586"/>
                </a:moveTo>
                <a:lnTo>
                  <a:pt x="967526" y="90586"/>
                </a:lnTo>
                <a:lnTo>
                  <a:pt x="967526" y="91474"/>
                </a:lnTo>
                <a:lnTo>
                  <a:pt x="967026" y="91474"/>
                </a:lnTo>
                <a:close/>
                <a:moveTo>
                  <a:pt x="967526" y="91474"/>
                </a:moveTo>
                <a:lnTo>
                  <a:pt x="968025" y="91474"/>
                </a:lnTo>
                <a:lnTo>
                  <a:pt x="968025" y="92362"/>
                </a:lnTo>
                <a:lnTo>
                  <a:pt x="967526" y="92362"/>
                </a:lnTo>
                <a:close/>
                <a:moveTo>
                  <a:pt x="741634" y="91474"/>
                </a:moveTo>
                <a:lnTo>
                  <a:pt x="742134" y="91474"/>
                </a:lnTo>
                <a:lnTo>
                  <a:pt x="742134" y="92362"/>
                </a:lnTo>
                <a:lnTo>
                  <a:pt x="741634" y="92362"/>
                </a:lnTo>
                <a:close/>
                <a:moveTo>
                  <a:pt x="944037" y="91474"/>
                </a:moveTo>
                <a:lnTo>
                  <a:pt x="944537" y="91474"/>
                </a:lnTo>
                <a:lnTo>
                  <a:pt x="944537" y="92362"/>
                </a:lnTo>
                <a:lnTo>
                  <a:pt x="944037" y="92362"/>
                </a:lnTo>
                <a:close/>
                <a:moveTo>
                  <a:pt x="763623" y="91474"/>
                </a:moveTo>
                <a:lnTo>
                  <a:pt x="764123" y="91474"/>
                </a:lnTo>
                <a:lnTo>
                  <a:pt x="764123" y="92362"/>
                </a:lnTo>
                <a:lnTo>
                  <a:pt x="763623" y="92362"/>
                </a:lnTo>
                <a:close/>
                <a:moveTo>
                  <a:pt x="748131" y="92362"/>
                </a:moveTo>
                <a:lnTo>
                  <a:pt x="748631" y="92362"/>
                </a:lnTo>
                <a:lnTo>
                  <a:pt x="748631" y="93250"/>
                </a:lnTo>
                <a:lnTo>
                  <a:pt x="748131" y="93250"/>
                </a:lnTo>
                <a:close/>
                <a:moveTo>
                  <a:pt x="750130" y="92362"/>
                </a:moveTo>
                <a:lnTo>
                  <a:pt x="750630" y="92362"/>
                </a:lnTo>
                <a:lnTo>
                  <a:pt x="750630" y="93250"/>
                </a:lnTo>
                <a:lnTo>
                  <a:pt x="750130" y="93250"/>
                </a:lnTo>
                <a:close/>
                <a:moveTo>
                  <a:pt x="816098" y="92362"/>
                </a:moveTo>
                <a:lnTo>
                  <a:pt x="816598" y="92362"/>
                </a:lnTo>
                <a:lnTo>
                  <a:pt x="816598" y="93250"/>
                </a:lnTo>
                <a:lnTo>
                  <a:pt x="816098" y="93250"/>
                </a:lnTo>
                <a:close/>
                <a:moveTo>
                  <a:pt x="935041" y="92362"/>
                </a:moveTo>
                <a:lnTo>
                  <a:pt x="935541" y="92362"/>
                </a:lnTo>
                <a:lnTo>
                  <a:pt x="935541" y="93250"/>
                </a:lnTo>
                <a:lnTo>
                  <a:pt x="935041" y="93250"/>
                </a:lnTo>
                <a:close/>
                <a:moveTo>
                  <a:pt x="738635" y="93250"/>
                </a:moveTo>
                <a:lnTo>
                  <a:pt x="739135" y="93250"/>
                </a:lnTo>
                <a:lnTo>
                  <a:pt x="739135" y="94139"/>
                </a:lnTo>
                <a:lnTo>
                  <a:pt x="738635" y="94139"/>
                </a:lnTo>
                <a:close/>
                <a:moveTo>
                  <a:pt x="826593" y="93250"/>
                </a:moveTo>
                <a:lnTo>
                  <a:pt x="827093" y="93250"/>
                </a:lnTo>
                <a:lnTo>
                  <a:pt x="827093" y="94139"/>
                </a:lnTo>
                <a:lnTo>
                  <a:pt x="826593" y="94139"/>
                </a:lnTo>
                <a:close/>
                <a:moveTo>
                  <a:pt x="937540" y="93250"/>
                </a:moveTo>
                <a:lnTo>
                  <a:pt x="938040" y="93250"/>
                </a:lnTo>
                <a:lnTo>
                  <a:pt x="938040" y="94139"/>
                </a:lnTo>
                <a:lnTo>
                  <a:pt x="937540" y="94139"/>
                </a:lnTo>
                <a:close/>
                <a:moveTo>
                  <a:pt x="759126" y="93250"/>
                </a:moveTo>
                <a:lnTo>
                  <a:pt x="759625" y="93250"/>
                </a:lnTo>
                <a:lnTo>
                  <a:pt x="759625" y="94139"/>
                </a:lnTo>
                <a:lnTo>
                  <a:pt x="759126" y="94139"/>
                </a:lnTo>
                <a:close/>
                <a:moveTo>
                  <a:pt x="737136" y="94139"/>
                </a:moveTo>
                <a:lnTo>
                  <a:pt x="737636" y="94139"/>
                </a:lnTo>
                <a:lnTo>
                  <a:pt x="737636" y="95027"/>
                </a:lnTo>
                <a:lnTo>
                  <a:pt x="737136" y="95027"/>
                </a:lnTo>
                <a:close/>
                <a:moveTo>
                  <a:pt x="770120" y="94139"/>
                </a:moveTo>
                <a:lnTo>
                  <a:pt x="770620" y="94139"/>
                </a:lnTo>
                <a:lnTo>
                  <a:pt x="770620" y="95027"/>
                </a:lnTo>
                <a:lnTo>
                  <a:pt x="770120" y="95027"/>
                </a:lnTo>
                <a:close/>
                <a:moveTo>
                  <a:pt x="827093" y="94139"/>
                </a:moveTo>
                <a:lnTo>
                  <a:pt x="827593" y="94139"/>
                </a:lnTo>
                <a:lnTo>
                  <a:pt x="827593" y="95027"/>
                </a:lnTo>
                <a:lnTo>
                  <a:pt x="827093" y="95027"/>
                </a:lnTo>
                <a:close/>
                <a:moveTo>
                  <a:pt x="734637" y="95027"/>
                </a:moveTo>
                <a:lnTo>
                  <a:pt x="735637" y="95027"/>
                </a:lnTo>
                <a:lnTo>
                  <a:pt x="735637" y="95915"/>
                </a:lnTo>
                <a:lnTo>
                  <a:pt x="734637" y="95915"/>
                </a:lnTo>
                <a:close/>
                <a:moveTo>
                  <a:pt x="729640" y="95027"/>
                </a:moveTo>
                <a:lnTo>
                  <a:pt x="730140" y="95027"/>
                </a:lnTo>
                <a:lnTo>
                  <a:pt x="730140" y="95915"/>
                </a:lnTo>
                <a:lnTo>
                  <a:pt x="729640" y="95915"/>
                </a:lnTo>
                <a:close/>
                <a:moveTo>
                  <a:pt x="868573" y="96803"/>
                </a:moveTo>
                <a:lnTo>
                  <a:pt x="869073" y="96803"/>
                </a:lnTo>
                <a:lnTo>
                  <a:pt x="869073" y="97691"/>
                </a:lnTo>
                <a:lnTo>
                  <a:pt x="868573" y="97691"/>
                </a:lnTo>
                <a:close/>
                <a:moveTo>
                  <a:pt x="742134" y="96803"/>
                </a:moveTo>
                <a:lnTo>
                  <a:pt x="742634" y="96803"/>
                </a:lnTo>
                <a:lnTo>
                  <a:pt x="742634" y="97691"/>
                </a:lnTo>
                <a:lnTo>
                  <a:pt x="742134" y="97691"/>
                </a:lnTo>
                <a:close/>
                <a:moveTo>
                  <a:pt x="902057" y="97691"/>
                </a:moveTo>
                <a:lnTo>
                  <a:pt x="902557" y="97691"/>
                </a:lnTo>
                <a:lnTo>
                  <a:pt x="902557" y="98579"/>
                </a:lnTo>
                <a:lnTo>
                  <a:pt x="902057" y="98579"/>
                </a:lnTo>
                <a:close/>
                <a:moveTo>
                  <a:pt x="739635" y="99467"/>
                </a:moveTo>
                <a:lnTo>
                  <a:pt x="740135" y="99467"/>
                </a:lnTo>
                <a:lnTo>
                  <a:pt x="740135" y="100355"/>
                </a:lnTo>
                <a:lnTo>
                  <a:pt x="739635" y="100355"/>
                </a:lnTo>
                <a:close/>
                <a:moveTo>
                  <a:pt x="817598" y="99467"/>
                </a:moveTo>
                <a:lnTo>
                  <a:pt x="818097" y="99467"/>
                </a:lnTo>
                <a:lnTo>
                  <a:pt x="818097" y="100355"/>
                </a:lnTo>
                <a:lnTo>
                  <a:pt x="817598" y="100355"/>
                </a:lnTo>
                <a:close/>
                <a:moveTo>
                  <a:pt x="970024" y="100355"/>
                </a:moveTo>
                <a:lnTo>
                  <a:pt x="970524" y="100355"/>
                </a:lnTo>
                <a:lnTo>
                  <a:pt x="970524" y="101243"/>
                </a:lnTo>
                <a:lnTo>
                  <a:pt x="970024" y="101243"/>
                </a:lnTo>
                <a:close/>
                <a:moveTo>
                  <a:pt x="928544" y="100355"/>
                </a:moveTo>
                <a:lnTo>
                  <a:pt x="929044" y="100355"/>
                </a:lnTo>
                <a:lnTo>
                  <a:pt x="929044" y="101243"/>
                </a:lnTo>
                <a:lnTo>
                  <a:pt x="928544" y="101243"/>
                </a:lnTo>
                <a:close/>
                <a:moveTo>
                  <a:pt x="817098" y="101243"/>
                </a:moveTo>
                <a:lnTo>
                  <a:pt x="817598" y="101243"/>
                </a:lnTo>
                <a:lnTo>
                  <a:pt x="817598" y="102131"/>
                </a:lnTo>
                <a:lnTo>
                  <a:pt x="817098" y="102131"/>
                </a:lnTo>
                <a:close/>
                <a:moveTo>
                  <a:pt x="871072" y="101243"/>
                </a:moveTo>
                <a:lnTo>
                  <a:pt x="871572" y="101243"/>
                </a:lnTo>
                <a:lnTo>
                  <a:pt x="871572" y="102131"/>
                </a:lnTo>
                <a:lnTo>
                  <a:pt x="871072" y="102131"/>
                </a:lnTo>
                <a:close/>
                <a:moveTo>
                  <a:pt x="757626" y="102131"/>
                </a:moveTo>
                <a:lnTo>
                  <a:pt x="758126" y="102131"/>
                </a:lnTo>
                <a:lnTo>
                  <a:pt x="758126" y="103020"/>
                </a:lnTo>
                <a:lnTo>
                  <a:pt x="757626" y="103020"/>
                </a:lnTo>
                <a:close/>
                <a:moveTo>
                  <a:pt x="743633" y="102131"/>
                </a:moveTo>
                <a:lnTo>
                  <a:pt x="744133" y="102131"/>
                </a:lnTo>
                <a:lnTo>
                  <a:pt x="744133" y="103020"/>
                </a:lnTo>
                <a:lnTo>
                  <a:pt x="743633" y="103020"/>
                </a:lnTo>
                <a:close/>
                <a:moveTo>
                  <a:pt x="816598" y="103020"/>
                </a:moveTo>
                <a:lnTo>
                  <a:pt x="817098" y="103020"/>
                </a:lnTo>
                <a:lnTo>
                  <a:pt x="817098" y="103908"/>
                </a:lnTo>
                <a:lnTo>
                  <a:pt x="816598" y="103908"/>
                </a:lnTo>
                <a:close/>
                <a:moveTo>
                  <a:pt x="750130" y="103020"/>
                </a:moveTo>
                <a:lnTo>
                  <a:pt x="750630" y="103020"/>
                </a:lnTo>
                <a:lnTo>
                  <a:pt x="750630" y="103908"/>
                </a:lnTo>
                <a:lnTo>
                  <a:pt x="750130" y="103908"/>
                </a:lnTo>
                <a:close/>
                <a:moveTo>
                  <a:pt x="840587" y="103020"/>
                </a:moveTo>
                <a:lnTo>
                  <a:pt x="841086" y="103020"/>
                </a:lnTo>
                <a:lnTo>
                  <a:pt x="841086" y="103908"/>
                </a:lnTo>
                <a:lnTo>
                  <a:pt x="840587" y="103908"/>
                </a:lnTo>
                <a:close/>
                <a:moveTo>
                  <a:pt x="747131" y="103020"/>
                </a:moveTo>
                <a:lnTo>
                  <a:pt x="747631" y="103020"/>
                </a:lnTo>
                <a:lnTo>
                  <a:pt x="747631" y="103908"/>
                </a:lnTo>
                <a:lnTo>
                  <a:pt x="747131" y="103908"/>
                </a:lnTo>
                <a:close/>
                <a:moveTo>
                  <a:pt x="872571" y="104796"/>
                </a:moveTo>
                <a:lnTo>
                  <a:pt x="873071" y="104796"/>
                </a:lnTo>
                <a:lnTo>
                  <a:pt x="873071" y="105684"/>
                </a:lnTo>
                <a:lnTo>
                  <a:pt x="872571" y="105684"/>
                </a:lnTo>
                <a:close/>
                <a:moveTo>
                  <a:pt x="970024" y="106572"/>
                </a:moveTo>
                <a:lnTo>
                  <a:pt x="970524" y="106572"/>
                </a:lnTo>
                <a:lnTo>
                  <a:pt x="970524" y="107460"/>
                </a:lnTo>
                <a:lnTo>
                  <a:pt x="970024" y="107460"/>
                </a:lnTo>
                <a:close/>
                <a:moveTo>
                  <a:pt x="730639" y="106572"/>
                </a:moveTo>
                <a:lnTo>
                  <a:pt x="731139" y="106572"/>
                </a:lnTo>
                <a:lnTo>
                  <a:pt x="731139" y="107460"/>
                </a:lnTo>
                <a:lnTo>
                  <a:pt x="730639" y="107460"/>
                </a:lnTo>
                <a:close/>
                <a:moveTo>
                  <a:pt x="731639" y="106572"/>
                </a:moveTo>
                <a:lnTo>
                  <a:pt x="732139" y="106572"/>
                </a:lnTo>
                <a:lnTo>
                  <a:pt x="732139" y="107460"/>
                </a:lnTo>
                <a:lnTo>
                  <a:pt x="731639" y="107460"/>
                </a:lnTo>
                <a:close/>
                <a:moveTo>
                  <a:pt x="762124" y="106572"/>
                </a:moveTo>
                <a:lnTo>
                  <a:pt x="762624" y="106572"/>
                </a:lnTo>
                <a:lnTo>
                  <a:pt x="762624" y="108348"/>
                </a:lnTo>
                <a:lnTo>
                  <a:pt x="762124" y="108348"/>
                </a:lnTo>
                <a:close/>
                <a:moveTo>
                  <a:pt x="945536" y="108348"/>
                </a:moveTo>
                <a:lnTo>
                  <a:pt x="946036" y="108348"/>
                </a:lnTo>
                <a:lnTo>
                  <a:pt x="946036" y="109236"/>
                </a:lnTo>
                <a:lnTo>
                  <a:pt x="945536" y="109236"/>
                </a:lnTo>
                <a:close/>
                <a:moveTo>
                  <a:pt x="831591" y="108348"/>
                </a:moveTo>
                <a:lnTo>
                  <a:pt x="832091" y="108348"/>
                </a:lnTo>
                <a:lnTo>
                  <a:pt x="832091" y="109236"/>
                </a:lnTo>
                <a:lnTo>
                  <a:pt x="831591" y="109236"/>
                </a:lnTo>
                <a:close/>
                <a:moveTo>
                  <a:pt x="742134" y="108348"/>
                </a:moveTo>
                <a:lnTo>
                  <a:pt x="742634" y="108348"/>
                </a:lnTo>
                <a:lnTo>
                  <a:pt x="742634" y="109236"/>
                </a:lnTo>
                <a:lnTo>
                  <a:pt x="742134" y="109236"/>
                </a:lnTo>
                <a:close/>
                <a:moveTo>
                  <a:pt x="811600" y="109236"/>
                </a:moveTo>
                <a:lnTo>
                  <a:pt x="812100" y="109236"/>
                </a:lnTo>
                <a:lnTo>
                  <a:pt x="812100" y="110124"/>
                </a:lnTo>
                <a:lnTo>
                  <a:pt x="811600" y="110124"/>
                </a:lnTo>
                <a:close/>
                <a:moveTo>
                  <a:pt x="961528" y="109236"/>
                </a:moveTo>
                <a:lnTo>
                  <a:pt x="962028" y="109236"/>
                </a:lnTo>
                <a:lnTo>
                  <a:pt x="962028" y="110124"/>
                </a:lnTo>
                <a:lnTo>
                  <a:pt x="961528" y="110124"/>
                </a:lnTo>
                <a:close/>
                <a:moveTo>
                  <a:pt x="810101" y="110124"/>
                </a:moveTo>
                <a:lnTo>
                  <a:pt x="810601" y="110124"/>
                </a:lnTo>
                <a:lnTo>
                  <a:pt x="810601" y="111012"/>
                </a:lnTo>
                <a:lnTo>
                  <a:pt x="810101" y="111012"/>
                </a:lnTo>
                <a:close/>
                <a:moveTo>
                  <a:pt x="739135" y="110124"/>
                </a:moveTo>
                <a:lnTo>
                  <a:pt x="739635" y="110124"/>
                </a:lnTo>
                <a:lnTo>
                  <a:pt x="739635" y="111012"/>
                </a:lnTo>
                <a:lnTo>
                  <a:pt x="739135" y="111012"/>
                </a:lnTo>
                <a:close/>
                <a:moveTo>
                  <a:pt x="813100" y="111012"/>
                </a:moveTo>
                <a:lnTo>
                  <a:pt x="813599" y="111012"/>
                </a:lnTo>
                <a:lnTo>
                  <a:pt x="813599" y="111901"/>
                </a:lnTo>
                <a:lnTo>
                  <a:pt x="813100" y="111901"/>
                </a:lnTo>
                <a:close/>
                <a:moveTo>
                  <a:pt x="840087" y="112789"/>
                </a:moveTo>
                <a:lnTo>
                  <a:pt x="840587" y="112789"/>
                </a:lnTo>
                <a:lnTo>
                  <a:pt x="840587" y="113677"/>
                </a:lnTo>
                <a:lnTo>
                  <a:pt x="840087" y="113677"/>
                </a:lnTo>
                <a:close/>
                <a:moveTo>
                  <a:pt x="764123" y="113677"/>
                </a:moveTo>
                <a:lnTo>
                  <a:pt x="764623" y="113677"/>
                </a:lnTo>
                <a:lnTo>
                  <a:pt x="764623" y="114565"/>
                </a:lnTo>
                <a:lnTo>
                  <a:pt x="764123" y="114565"/>
                </a:lnTo>
                <a:close/>
                <a:moveTo>
                  <a:pt x="871072" y="113677"/>
                </a:moveTo>
                <a:lnTo>
                  <a:pt x="871572" y="113677"/>
                </a:lnTo>
                <a:lnTo>
                  <a:pt x="871572" y="114565"/>
                </a:lnTo>
                <a:lnTo>
                  <a:pt x="871072" y="114565"/>
                </a:lnTo>
                <a:close/>
                <a:moveTo>
                  <a:pt x="875070" y="114565"/>
                </a:moveTo>
                <a:lnTo>
                  <a:pt x="875570" y="114565"/>
                </a:lnTo>
                <a:lnTo>
                  <a:pt x="875570" y="115453"/>
                </a:lnTo>
                <a:lnTo>
                  <a:pt x="875070" y="115453"/>
                </a:lnTo>
                <a:close/>
                <a:moveTo>
                  <a:pt x="968025" y="114565"/>
                </a:moveTo>
                <a:lnTo>
                  <a:pt x="968525" y="114565"/>
                </a:lnTo>
                <a:lnTo>
                  <a:pt x="968525" y="115453"/>
                </a:lnTo>
                <a:lnTo>
                  <a:pt x="968025" y="115453"/>
                </a:lnTo>
                <a:close/>
                <a:moveTo>
                  <a:pt x="823595" y="115453"/>
                </a:moveTo>
                <a:lnTo>
                  <a:pt x="824094" y="115453"/>
                </a:lnTo>
                <a:lnTo>
                  <a:pt x="824094" y="116341"/>
                </a:lnTo>
                <a:lnTo>
                  <a:pt x="823595" y="116341"/>
                </a:lnTo>
                <a:close/>
                <a:moveTo>
                  <a:pt x="855579" y="115453"/>
                </a:moveTo>
                <a:lnTo>
                  <a:pt x="856079" y="115453"/>
                </a:lnTo>
                <a:lnTo>
                  <a:pt x="856079" y="116341"/>
                </a:lnTo>
                <a:lnTo>
                  <a:pt x="855579" y="116341"/>
                </a:lnTo>
                <a:close/>
                <a:moveTo>
                  <a:pt x="815599" y="116341"/>
                </a:moveTo>
                <a:lnTo>
                  <a:pt x="816098" y="116341"/>
                </a:lnTo>
                <a:lnTo>
                  <a:pt x="816098" y="117229"/>
                </a:lnTo>
                <a:lnTo>
                  <a:pt x="815599" y="117229"/>
                </a:lnTo>
                <a:close/>
                <a:moveTo>
                  <a:pt x="841086" y="116341"/>
                </a:moveTo>
                <a:lnTo>
                  <a:pt x="841586" y="116341"/>
                </a:lnTo>
                <a:lnTo>
                  <a:pt x="841586" y="117229"/>
                </a:lnTo>
                <a:lnTo>
                  <a:pt x="841086" y="117229"/>
                </a:lnTo>
                <a:close/>
                <a:moveTo>
                  <a:pt x="966526" y="117229"/>
                </a:moveTo>
                <a:lnTo>
                  <a:pt x="967026" y="117229"/>
                </a:lnTo>
                <a:lnTo>
                  <a:pt x="967026" y="118117"/>
                </a:lnTo>
                <a:lnTo>
                  <a:pt x="966526" y="118117"/>
                </a:lnTo>
                <a:close/>
                <a:moveTo>
                  <a:pt x="737136" y="117229"/>
                </a:moveTo>
                <a:lnTo>
                  <a:pt x="737636" y="117229"/>
                </a:lnTo>
                <a:lnTo>
                  <a:pt x="737636" y="118117"/>
                </a:lnTo>
                <a:lnTo>
                  <a:pt x="737136" y="118117"/>
                </a:lnTo>
                <a:close/>
                <a:moveTo>
                  <a:pt x="855579" y="118117"/>
                </a:moveTo>
                <a:lnTo>
                  <a:pt x="856579" y="118117"/>
                </a:lnTo>
                <a:lnTo>
                  <a:pt x="856579" y="119005"/>
                </a:lnTo>
                <a:lnTo>
                  <a:pt x="855579" y="119005"/>
                </a:lnTo>
                <a:close/>
                <a:moveTo>
                  <a:pt x="854080" y="119005"/>
                </a:moveTo>
                <a:lnTo>
                  <a:pt x="854580" y="119005"/>
                </a:lnTo>
                <a:lnTo>
                  <a:pt x="854580" y="119893"/>
                </a:lnTo>
                <a:lnTo>
                  <a:pt x="854080" y="119893"/>
                </a:lnTo>
                <a:close/>
                <a:moveTo>
                  <a:pt x="851581" y="119893"/>
                </a:moveTo>
                <a:lnTo>
                  <a:pt x="852081" y="119893"/>
                </a:lnTo>
                <a:lnTo>
                  <a:pt x="852081" y="120782"/>
                </a:lnTo>
                <a:lnTo>
                  <a:pt x="851581" y="120782"/>
                </a:lnTo>
                <a:close/>
                <a:moveTo>
                  <a:pt x="855080" y="119893"/>
                </a:moveTo>
                <a:lnTo>
                  <a:pt x="855579" y="119893"/>
                </a:lnTo>
                <a:lnTo>
                  <a:pt x="855579" y="121670"/>
                </a:lnTo>
                <a:lnTo>
                  <a:pt x="855080" y="121670"/>
                </a:lnTo>
                <a:close/>
                <a:moveTo>
                  <a:pt x="944037" y="120782"/>
                </a:moveTo>
                <a:lnTo>
                  <a:pt x="944537" y="120782"/>
                </a:lnTo>
                <a:lnTo>
                  <a:pt x="944537" y="121670"/>
                </a:lnTo>
                <a:lnTo>
                  <a:pt x="944037" y="121670"/>
                </a:lnTo>
                <a:close/>
                <a:moveTo>
                  <a:pt x="958530" y="123446"/>
                </a:moveTo>
                <a:lnTo>
                  <a:pt x="959030" y="123446"/>
                </a:lnTo>
                <a:lnTo>
                  <a:pt x="959030" y="124334"/>
                </a:lnTo>
                <a:lnTo>
                  <a:pt x="958530" y="124334"/>
                </a:lnTo>
                <a:close/>
                <a:moveTo>
                  <a:pt x="936041" y="124334"/>
                </a:moveTo>
                <a:lnTo>
                  <a:pt x="936540" y="124334"/>
                </a:lnTo>
                <a:lnTo>
                  <a:pt x="936540" y="125222"/>
                </a:lnTo>
                <a:lnTo>
                  <a:pt x="936041" y="125222"/>
                </a:lnTo>
                <a:close/>
                <a:moveTo>
                  <a:pt x="935541" y="125222"/>
                </a:moveTo>
                <a:lnTo>
                  <a:pt x="936041" y="125222"/>
                </a:lnTo>
                <a:lnTo>
                  <a:pt x="936041" y="126110"/>
                </a:lnTo>
                <a:lnTo>
                  <a:pt x="935541" y="126110"/>
                </a:lnTo>
                <a:close/>
                <a:moveTo>
                  <a:pt x="966526" y="125222"/>
                </a:moveTo>
                <a:lnTo>
                  <a:pt x="967026" y="125222"/>
                </a:lnTo>
                <a:lnTo>
                  <a:pt x="967026" y="126110"/>
                </a:lnTo>
                <a:lnTo>
                  <a:pt x="966526" y="126110"/>
                </a:lnTo>
                <a:close/>
                <a:moveTo>
                  <a:pt x="959030" y="125222"/>
                </a:moveTo>
                <a:lnTo>
                  <a:pt x="959529" y="125222"/>
                </a:lnTo>
                <a:lnTo>
                  <a:pt x="959529" y="126110"/>
                </a:lnTo>
                <a:lnTo>
                  <a:pt x="959030" y="126110"/>
                </a:lnTo>
                <a:close/>
                <a:moveTo>
                  <a:pt x="929044" y="126998"/>
                </a:moveTo>
                <a:lnTo>
                  <a:pt x="929544" y="126998"/>
                </a:lnTo>
                <a:lnTo>
                  <a:pt x="929544" y="127886"/>
                </a:lnTo>
                <a:lnTo>
                  <a:pt x="929044" y="127886"/>
                </a:lnTo>
                <a:close/>
                <a:moveTo>
                  <a:pt x="967026" y="126998"/>
                </a:moveTo>
                <a:lnTo>
                  <a:pt x="967526" y="126998"/>
                </a:lnTo>
                <a:lnTo>
                  <a:pt x="967526" y="127886"/>
                </a:lnTo>
                <a:lnTo>
                  <a:pt x="967026" y="127886"/>
                </a:lnTo>
                <a:close/>
                <a:moveTo>
                  <a:pt x="967526" y="128774"/>
                </a:moveTo>
                <a:lnTo>
                  <a:pt x="968025" y="128774"/>
                </a:lnTo>
                <a:lnTo>
                  <a:pt x="968025" y="129663"/>
                </a:lnTo>
                <a:lnTo>
                  <a:pt x="967526" y="129663"/>
                </a:lnTo>
                <a:close/>
                <a:moveTo>
                  <a:pt x="820596" y="133215"/>
                </a:moveTo>
                <a:lnTo>
                  <a:pt x="821096" y="133215"/>
                </a:lnTo>
                <a:lnTo>
                  <a:pt x="821096" y="134103"/>
                </a:lnTo>
                <a:lnTo>
                  <a:pt x="820596" y="134103"/>
                </a:lnTo>
                <a:close/>
                <a:moveTo>
                  <a:pt x="737636" y="134103"/>
                </a:moveTo>
                <a:lnTo>
                  <a:pt x="738136" y="134103"/>
                </a:lnTo>
                <a:lnTo>
                  <a:pt x="738136" y="134991"/>
                </a:lnTo>
                <a:lnTo>
                  <a:pt x="737636" y="134991"/>
                </a:lnTo>
                <a:close/>
                <a:moveTo>
                  <a:pt x="777117" y="134991"/>
                </a:moveTo>
                <a:lnTo>
                  <a:pt x="777617" y="134991"/>
                </a:lnTo>
                <a:lnTo>
                  <a:pt x="777617" y="135879"/>
                </a:lnTo>
                <a:lnTo>
                  <a:pt x="777117" y="135879"/>
                </a:lnTo>
                <a:close/>
                <a:moveTo>
                  <a:pt x="939039" y="134991"/>
                </a:moveTo>
                <a:lnTo>
                  <a:pt x="939539" y="134991"/>
                </a:lnTo>
                <a:lnTo>
                  <a:pt x="939539" y="135879"/>
                </a:lnTo>
                <a:lnTo>
                  <a:pt x="939039" y="135879"/>
                </a:lnTo>
                <a:close/>
                <a:moveTo>
                  <a:pt x="962028" y="134991"/>
                </a:moveTo>
                <a:lnTo>
                  <a:pt x="962528" y="134991"/>
                </a:lnTo>
                <a:lnTo>
                  <a:pt x="962528" y="135879"/>
                </a:lnTo>
                <a:lnTo>
                  <a:pt x="962028" y="135879"/>
                </a:lnTo>
                <a:close/>
                <a:moveTo>
                  <a:pt x="777617" y="135879"/>
                </a:moveTo>
                <a:lnTo>
                  <a:pt x="778117" y="135879"/>
                </a:lnTo>
                <a:lnTo>
                  <a:pt x="778117" y="136767"/>
                </a:lnTo>
                <a:lnTo>
                  <a:pt x="777617" y="136767"/>
                </a:lnTo>
                <a:close/>
                <a:moveTo>
                  <a:pt x="856579" y="136767"/>
                </a:moveTo>
                <a:lnTo>
                  <a:pt x="857079" y="136767"/>
                </a:lnTo>
                <a:lnTo>
                  <a:pt x="857079" y="137655"/>
                </a:lnTo>
                <a:lnTo>
                  <a:pt x="856579" y="137655"/>
                </a:lnTo>
                <a:close/>
                <a:moveTo>
                  <a:pt x="867074" y="136767"/>
                </a:moveTo>
                <a:lnTo>
                  <a:pt x="867574" y="136767"/>
                </a:lnTo>
                <a:lnTo>
                  <a:pt x="867574" y="137655"/>
                </a:lnTo>
                <a:lnTo>
                  <a:pt x="867074" y="137655"/>
                </a:lnTo>
                <a:close/>
                <a:moveTo>
                  <a:pt x="925546" y="136767"/>
                </a:moveTo>
                <a:lnTo>
                  <a:pt x="926046" y="136767"/>
                </a:lnTo>
                <a:lnTo>
                  <a:pt x="926046" y="137655"/>
                </a:lnTo>
                <a:lnTo>
                  <a:pt x="925546" y="137655"/>
                </a:lnTo>
                <a:close/>
                <a:moveTo>
                  <a:pt x="737136" y="137655"/>
                </a:moveTo>
                <a:lnTo>
                  <a:pt x="737636" y="137655"/>
                </a:lnTo>
                <a:lnTo>
                  <a:pt x="737636" y="138544"/>
                </a:lnTo>
                <a:lnTo>
                  <a:pt x="737136" y="138544"/>
                </a:lnTo>
                <a:close/>
                <a:moveTo>
                  <a:pt x="727141" y="137655"/>
                </a:moveTo>
                <a:lnTo>
                  <a:pt x="727641" y="137655"/>
                </a:lnTo>
                <a:lnTo>
                  <a:pt x="727641" y="138544"/>
                </a:lnTo>
                <a:lnTo>
                  <a:pt x="727141" y="138544"/>
                </a:lnTo>
                <a:close/>
                <a:moveTo>
                  <a:pt x="753129" y="138544"/>
                </a:moveTo>
                <a:lnTo>
                  <a:pt x="753628" y="138544"/>
                </a:lnTo>
                <a:lnTo>
                  <a:pt x="753628" y="139432"/>
                </a:lnTo>
                <a:lnTo>
                  <a:pt x="753129" y="139432"/>
                </a:lnTo>
                <a:close/>
                <a:moveTo>
                  <a:pt x="722143" y="138544"/>
                </a:moveTo>
                <a:lnTo>
                  <a:pt x="722643" y="138544"/>
                </a:lnTo>
                <a:lnTo>
                  <a:pt x="722643" y="139432"/>
                </a:lnTo>
                <a:lnTo>
                  <a:pt x="722143" y="139432"/>
                </a:lnTo>
                <a:close/>
                <a:moveTo>
                  <a:pt x="928045" y="138544"/>
                </a:moveTo>
                <a:lnTo>
                  <a:pt x="928544" y="138544"/>
                </a:lnTo>
                <a:lnTo>
                  <a:pt x="928544" y="139432"/>
                </a:lnTo>
                <a:lnTo>
                  <a:pt x="928045" y="139432"/>
                </a:lnTo>
                <a:close/>
                <a:moveTo>
                  <a:pt x="772119" y="138544"/>
                </a:moveTo>
                <a:lnTo>
                  <a:pt x="772619" y="138544"/>
                </a:lnTo>
                <a:lnTo>
                  <a:pt x="772619" y="139432"/>
                </a:lnTo>
                <a:lnTo>
                  <a:pt x="772119" y="139432"/>
                </a:lnTo>
                <a:close/>
                <a:moveTo>
                  <a:pt x="866074" y="139432"/>
                </a:moveTo>
                <a:lnTo>
                  <a:pt x="866574" y="139432"/>
                </a:lnTo>
                <a:lnTo>
                  <a:pt x="866574" y="140320"/>
                </a:lnTo>
                <a:lnTo>
                  <a:pt x="866074" y="140320"/>
                </a:lnTo>
                <a:close/>
                <a:moveTo>
                  <a:pt x="843085" y="139432"/>
                </a:moveTo>
                <a:lnTo>
                  <a:pt x="843585" y="139432"/>
                </a:lnTo>
                <a:lnTo>
                  <a:pt x="843585" y="140320"/>
                </a:lnTo>
                <a:lnTo>
                  <a:pt x="843085" y="140320"/>
                </a:lnTo>
                <a:close/>
                <a:moveTo>
                  <a:pt x="764623" y="139432"/>
                </a:moveTo>
                <a:lnTo>
                  <a:pt x="765123" y="139432"/>
                </a:lnTo>
                <a:lnTo>
                  <a:pt x="765123" y="140320"/>
                </a:lnTo>
                <a:lnTo>
                  <a:pt x="764623" y="140320"/>
                </a:lnTo>
                <a:close/>
                <a:moveTo>
                  <a:pt x="735137" y="139432"/>
                </a:moveTo>
                <a:lnTo>
                  <a:pt x="735637" y="139432"/>
                </a:lnTo>
                <a:lnTo>
                  <a:pt x="735637" y="140320"/>
                </a:lnTo>
                <a:lnTo>
                  <a:pt x="735137" y="140320"/>
                </a:lnTo>
                <a:close/>
                <a:moveTo>
                  <a:pt x="757127" y="139432"/>
                </a:moveTo>
                <a:lnTo>
                  <a:pt x="757626" y="139432"/>
                </a:lnTo>
                <a:lnTo>
                  <a:pt x="757626" y="140320"/>
                </a:lnTo>
                <a:lnTo>
                  <a:pt x="757127" y="140320"/>
                </a:lnTo>
                <a:close/>
                <a:moveTo>
                  <a:pt x="763623" y="139432"/>
                </a:moveTo>
                <a:lnTo>
                  <a:pt x="764123" y="139432"/>
                </a:lnTo>
                <a:lnTo>
                  <a:pt x="764123" y="140320"/>
                </a:lnTo>
                <a:lnTo>
                  <a:pt x="763623" y="140320"/>
                </a:lnTo>
                <a:close/>
                <a:moveTo>
                  <a:pt x="757626" y="140320"/>
                </a:moveTo>
                <a:lnTo>
                  <a:pt x="758126" y="140320"/>
                </a:lnTo>
                <a:lnTo>
                  <a:pt x="758126" y="141208"/>
                </a:lnTo>
                <a:lnTo>
                  <a:pt x="757626" y="141208"/>
                </a:lnTo>
                <a:close/>
                <a:moveTo>
                  <a:pt x="766122" y="140320"/>
                </a:moveTo>
                <a:lnTo>
                  <a:pt x="766622" y="140320"/>
                </a:lnTo>
                <a:lnTo>
                  <a:pt x="766622" y="141208"/>
                </a:lnTo>
                <a:lnTo>
                  <a:pt x="766122" y="141208"/>
                </a:lnTo>
                <a:close/>
                <a:moveTo>
                  <a:pt x="736137" y="140320"/>
                </a:moveTo>
                <a:lnTo>
                  <a:pt x="736636" y="140320"/>
                </a:lnTo>
                <a:lnTo>
                  <a:pt x="736636" y="141208"/>
                </a:lnTo>
                <a:lnTo>
                  <a:pt x="736137" y="141208"/>
                </a:lnTo>
                <a:close/>
                <a:moveTo>
                  <a:pt x="833590" y="140320"/>
                </a:moveTo>
                <a:lnTo>
                  <a:pt x="834090" y="140320"/>
                </a:lnTo>
                <a:lnTo>
                  <a:pt x="834090" y="141208"/>
                </a:lnTo>
                <a:lnTo>
                  <a:pt x="833590" y="141208"/>
                </a:lnTo>
                <a:close/>
                <a:moveTo>
                  <a:pt x="728640" y="141208"/>
                </a:moveTo>
                <a:lnTo>
                  <a:pt x="729140" y="141208"/>
                </a:lnTo>
                <a:lnTo>
                  <a:pt x="729140" y="142096"/>
                </a:lnTo>
                <a:lnTo>
                  <a:pt x="728640" y="142096"/>
                </a:lnTo>
                <a:close/>
                <a:moveTo>
                  <a:pt x="770120" y="141208"/>
                </a:moveTo>
                <a:lnTo>
                  <a:pt x="770620" y="141208"/>
                </a:lnTo>
                <a:lnTo>
                  <a:pt x="770620" y="142096"/>
                </a:lnTo>
                <a:lnTo>
                  <a:pt x="770120" y="142096"/>
                </a:lnTo>
                <a:close/>
                <a:moveTo>
                  <a:pt x="854580" y="141208"/>
                </a:moveTo>
                <a:lnTo>
                  <a:pt x="855080" y="141208"/>
                </a:lnTo>
                <a:lnTo>
                  <a:pt x="855080" y="142096"/>
                </a:lnTo>
                <a:lnTo>
                  <a:pt x="854580" y="142096"/>
                </a:lnTo>
                <a:close/>
                <a:moveTo>
                  <a:pt x="749130" y="141208"/>
                </a:moveTo>
                <a:lnTo>
                  <a:pt x="750130" y="141208"/>
                </a:lnTo>
                <a:lnTo>
                  <a:pt x="750130" y="142096"/>
                </a:lnTo>
                <a:lnTo>
                  <a:pt x="749130" y="142096"/>
                </a:lnTo>
                <a:close/>
                <a:moveTo>
                  <a:pt x="748631" y="142096"/>
                </a:moveTo>
                <a:lnTo>
                  <a:pt x="749130" y="142096"/>
                </a:lnTo>
                <a:lnTo>
                  <a:pt x="749130" y="142984"/>
                </a:lnTo>
                <a:lnTo>
                  <a:pt x="748631" y="142984"/>
                </a:lnTo>
                <a:close/>
                <a:moveTo>
                  <a:pt x="779116" y="142096"/>
                </a:moveTo>
                <a:lnTo>
                  <a:pt x="779616" y="142096"/>
                </a:lnTo>
                <a:lnTo>
                  <a:pt x="779616" y="142984"/>
                </a:lnTo>
                <a:lnTo>
                  <a:pt x="779116" y="142984"/>
                </a:lnTo>
                <a:close/>
                <a:moveTo>
                  <a:pt x="751629" y="142096"/>
                </a:moveTo>
                <a:lnTo>
                  <a:pt x="752129" y="142096"/>
                </a:lnTo>
                <a:lnTo>
                  <a:pt x="752129" y="142984"/>
                </a:lnTo>
                <a:lnTo>
                  <a:pt x="751629" y="142984"/>
                </a:lnTo>
                <a:close/>
                <a:moveTo>
                  <a:pt x="862576" y="142096"/>
                </a:moveTo>
                <a:lnTo>
                  <a:pt x="863076" y="142096"/>
                </a:lnTo>
                <a:lnTo>
                  <a:pt x="863076" y="142984"/>
                </a:lnTo>
                <a:lnTo>
                  <a:pt x="862576" y="142984"/>
                </a:lnTo>
                <a:close/>
                <a:moveTo>
                  <a:pt x="728140" y="142096"/>
                </a:moveTo>
                <a:lnTo>
                  <a:pt x="728640" y="142096"/>
                </a:lnTo>
                <a:lnTo>
                  <a:pt x="728640" y="142984"/>
                </a:lnTo>
                <a:lnTo>
                  <a:pt x="728140" y="142984"/>
                </a:lnTo>
                <a:close/>
                <a:moveTo>
                  <a:pt x="761624" y="143872"/>
                </a:moveTo>
                <a:lnTo>
                  <a:pt x="762124" y="143872"/>
                </a:lnTo>
                <a:lnTo>
                  <a:pt x="762124" y="144760"/>
                </a:lnTo>
                <a:lnTo>
                  <a:pt x="761624" y="144760"/>
                </a:lnTo>
                <a:close/>
                <a:moveTo>
                  <a:pt x="841086" y="143872"/>
                </a:moveTo>
                <a:lnTo>
                  <a:pt x="841586" y="143872"/>
                </a:lnTo>
                <a:lnTo>
                  <a:pt x="841586" y="144760"/>
                </a:lnTo>
                <a:lnTo>
                  <a:pt x="841086" y="144760"/>
                </a:lnTo>
                <a:close/>
                <a:moveTo>
                  <a:pt x="864575" y="142984"/>
                </a:moveTo>
                <a:lnTo>
                  <a:pt x="865075" y="142984"/>
                </a:lnTo>
                <a:lnTo>
                  <a:pt x="865075" y="144760"/>
                </a:lnTo>
                <a:lnTo>
                  <a:pt x="864575" y="144760"/>
                </a:lnTo>
                <a:close/>
                <a:moveTo>
                  <a:pt x="774618" y="144760"/>
                </a:moveTo>
                <a:lnTo>
                  <a:pt x="775118" y="144760"/>
                </a:lnTo>
                <a:lnTo>
                  <a:pt x="775118" y="145648"/>
                </a:lnTo>
                <a:lnTo>
                  <a:pt x="774618" y="145648"/>
                </a:lnTo>
                <a:close/>
                <a:moveTo>
                  <a:pt x="727641" y="145648"/>
                </a:moveTo>
                <a:lnTo>
                  <a:pt x="728140" y="145648"/>
                </a:lnTo>
                <a:lnTo>
                  <a:pt x="728140" y="146536"/>
                </a:lnTo>
                <a:lnTo>
                  <a:pt x="727641" y="146536"/>
                </a:lnTo>
                <a:close/>
                <a:moveTo>
                  <a:pt x="845584" y="145648"/>
                </a:moveTo>
                <a:lnTo>
                  <a:pt x="846084" y="145648"/>
                </a:lnTo>
                <a:lnTo>
                  <a:pt x="846084" y="146536"/>
                </a:lnTo>
                <a:lnTo>
                  <a:pt x="845584" y="146536"/>
                </a:lnTo>
                <a:close/>
                <a:moveTo>
                  <a:pt x="737636" y="146536"/>
                </a:moveTo>
                <a:lnTo>
                  <a:pt x="738136" y="146536"/>
                </a:lnTo>
                <a:lnTo>
                  <a:pt x="738136" y="147425"/>
                </a:lnTo>
                <a:lnTo>
                  <a:pt x="737636" y="147425"/>
                </a:lnTo>
                <a:close/>
                <a:moveTo>
                  <a:pt x="930044" y="146536"/>
                </a:moveTo>
                <a:lnTo>
                  <a:pt x="930543" y="146536"/>
                </a:lnTo>
                <a:lnTo>
                  <a:pt x="930543" y="147425"/>
                </a:lnTo>
                <a:lnTo>
                  <a:pt x="930044" y="147425"/>
                </a:lnTo>
                <a:close/>
                <a:moveTo>
                  <a:pt x="925546" y="146536"/>
                </a:moveTo>
                <a:lnTo>
                  <a:pt x="926046" y="146536"/>
                </a:lnTo>
                <a:lnTo>
                  <a:pt x="926046" y="147425"/>
                </a:lnTo>
                <a:lnTo>
                  <a:pt x="925546" y="147425"/>
                </a:lnTo>
                <a:close/>
                <a:moveTo>
                  <a:pt x="770620" y="146536"/>
                </a:moveTo>
                <a:lnTo>
                  <a:pt x="771120" y="146536"/>
                </a:lnTo>
                <a:lnTo>
                  <a:pt x="771120" y="147425"/>
                </a:lnTo>
                <a:lnTo>
                  <a:pt x="770620" y="147425"/>
                </a:lnTo>
                <a:close/>
                <a:moveTo>
                  <a:pt x="848583" y="147425"/>
                </a:moveTo>
                <a:lnTo>
                  <a:pt x="849082" y="147425"/>
                </a:lnTo>
                <a:lnTo>
                  <a:pt x="849082" y="148313"/>
                </a:lnTo>
                <a:lnTo>
                  <a:pt x="848583" y="148313"/>
                </a:lnTo>
                <a:close/>
                <a:moveTo>
                  <a:pt x="917550" y="147425"/>
                </a:moveTo>
                <a:lnTo>
                  <a:pt x="918049" y="147425"/>
                </a:lnTo>
                <a:lnTo>
                  <a:pt x="918049" y="148313"/>
                </a:lnTo>
                <a:lnTo>
                  <a:pt x="917550" y="148313"/>
                </a:lnTo>
                <a:close/>
                <a:moveTo>
                  <a:pt x="830092" y="147425"/>
                </a:moveTo>
                <a:lnTo>
                  <a:pt x="830591" y="147425"/>
                </a:lnTo>
                <a:lnTo>
                  <a:pt x="830591" y="148313"/>
                </a:lnTo>
                <a:lnTo>
                  <a:pt x="830092" y="148313"/>
                </a:lnTo>
                <a:close/>
                <a:moveTo>
                  <a:pt x="929544" y="147425"/>
                </a:moveTo>
                <a:lnTo>
                  <a:pt x="930044" y="147425"/>
                </a:lnTo>
                <a:lnTo>
                  <a:pt x="930044" y="148313"/>
                </a:lnTo>
                <a:lnTo>
                  <a:pt x="929544" y="148313"/>
                </a:lnTo>
                <a:close/>
                <a:moveTo>
                  <a:pt x="905555" y="147425"/>
                </a:moveTo>
                <a:lnTo>
                  <a:pt x="906055" y="147425"/>
                </a:lnTo>
                <a:lnTo>
                  <a:pt x="906055" y="148313"/>
                </a:lnTo>
                <a:lnTo>
                  <a:pt x="905555" y="148313"/>
                </a:lnTo>
                <a:close/>
                <a:moveTo>
                  <a:pt x="867574" y="147425"/>
                </a:moveTo>
                <a:lnTo>
                  <a:pt x="868073" y="147425"/>
                </a:lnTo>
                <a:lnTo>
                  <a:pt x="868073" y="148313"/>
                </a:lnTo>
                <a:lnTo>
                  <a:pt x="867574" y="148313"/>
                </a:lnTo>
                <a:close/>
                <a:moveTo>
                  <a:pt x="839087" y="148313"/>
                </a:moveTo>
                <a:lnTo>
                  <a:pt x="839587" y="148313"/>
                </a:lnTo>
                <a:lnTo>
                  <a:pt x="839587" y="149201"/>
                </a:lnTo>
                <a:lnTo>
                  <a:pt x="839087" y="149201"/>
                </a:lnTo>
                <a:close/>
                <a:moveTo>
                  <a:pt x="939039" y="148313"/>
                </a:moveTo>
                <a:lnTo>
                  <a:pt x="939539" y="148313"/>
                </a:lnTo>
                <a:lnTo>
                  <a:pt x="939539" y="149201"/>
                </a:lnTo>
                <a:lnTo>
                  <a:pt x="939039" y="149201"/>
                </a:lnTo>
                <a:close/>
                <a:moveTo>
                  <a:pt x="844085" y="149201"/>
                </a:moveTo>
                <a:lnTo>
                  <a:pt x="844585" y="149201"/>
                </a:lnTo>
                <a:lnTo>
                  <a:pt x="844585" y="150089"/>
                </a:lnTo>
                <a:lnTo>
                  <a:pt x="844085" y="150089"/>
                </a:lnTo>
                <a:close/>
                <a:moveTo>
                  <a:pt x="960529" y="149201"/>
                </a:moveTo>
                <a:lnTo>
                  <a:pt x="961029" y="149201"/>
                </a:lnTo>
                <a:lnTo>
                  <a:pt x="961029" y="150089"/>
                </a:lnTo>
                <a:lnTo>
                  <a:pt x="960529" y="150089"/>
                </a:lnTo>
                <a:close/>
                <a:moveTo>
                  <a:pt x="904056" y="149201"/>
                </a:moveTo>
                <a:lnTo>
                  <a:pt x="904556" y="149201"/>
                </a:lnTo>
                <a:lnTo>
                  <a:pt x="904556" y="150089"/>
                </a:lnTo>
                <a:lnTo>
                  <a:pt x="904056" y="150089"/>
                </a:lnTo>
                <a:close/>
                <a:moveTo>
                  <a:pt x="952533" y="149201"/>
                </a:moveTo>
                <a:lnTo>
                  <a:pt x="953033" y="149201"/>
                </a:lnTo>
                <a:lnTo>
                  <a:pt x="953033" y="150089"/>
                </a:lnTo>
                <a:lnTo>
                  <a:pt x="952533" y="150089"/>
                </a:lnTo>
                <a:close/>
                <a:moveTo>
                  <a:pt x="964527" y="149201"/>
                </a:moveTo>
                <a:lnTo>
                  <a:pt x="965027" y="149201"/>
                </a:lnTo>
                <a:lnTo>
                  <a:pt x="965027" y="150089"/>
                </a:lnTo>
                <a:lnTo>
                  <a:pt x="964527" y="150089"/>
                </a:lnTo>
                <a:close/>
                <a:moveTo>
                  <a:pt x="840087" y="150089"/>
                </a:moveTo>
                <a:lnTo>
                  <a:pt x="840587" y="150089"/>
                </a:lnTo>
                <a:lnTo>
                  <a:pt x="840587" y="150977"/>
                </a:lnTo>
                <a:lnTo>
                  <a:pt x="840087" y="150977"/>
                </a:lnTo>
                <a:close/>
                <a:moveTo>
                  <a:pt x="752129" y="150089"/>
                </a:moveTo>
                <a:lnTo>
                  <a:pt x="752629" y="150089"/>
                </a:lnTo>
                <a:lnTo>
                  <a:pt x="752629" y="150977"/>
                </a:lnTo>
                <a:lnTo>
                  <a:pt x="752129" y="150977"/>
                </a:lnTo>
                <a:close/>
                <a:moveTo>
                  <a:pt x="744133" y="150977"/>
                </a:moveTo>
                <a:lnTo>
                  <a:pt x="744633" y="150977"/>
                </a:lnTo>
                <a:lnTo>
                  <a:pt x="744633" y="151865"/>
                </a:lnTo>
                <a:lnTo>
                  <a:pt x="744133" y="151865"/>
                </a:lnTo>
                <a:close/>
                <a:moveTo>
                  <a:pt x="843085" y="150977"/>
                </a:moveTo>
                <a:lnTo>
                  <a:pt x="843585" y="150977"/>
                </a:lnTo>
                <a:lnTo>
                  <a:pt x="843585" y="151865"/>
                </a:lnTo>
                <a:lnTo>
                  <a:pt x="843085" y="151865"/>
                </a:lnTo>
                <a:close/>
                <a:moveTo>
                  <a:pt x="773619" y="150977"/>
                </a:moveTo>
                <a:lnTo>
                  <a:pt x="774118" y="150977"/>
                </a:lnTo>
                <a:lnTo>
                  <a:pt x="774118" y="151865"/>
                </a:lnTo>
                <a:lnTo>
                  <a:pt x="773619" y="151865"/>
                </a:lnTo>
                <a:close/>
                <a:moveTo>
                  <a:pt x="780116" y="150977"/>
                </a:moveTo>
                <a:lnTo>
                  <a:pt x="780615" y="150977"/>
                </a:lnTo>
                <a:lnTo>
                  <a:pt x="780615" y="151865"/>
                </a:lnTo>
                <a:lnTo>
                  <a:pt x="780116" y="151865"/>
                </a:lnTo>
                <a:close/>
                <a:moveTo>
                  <a:pt x="952033" y="150977"/>
                </a:moveTo>
                <a:lnTo>
                  <a:pt x="952533" y="150977"/>
                </a:lnTo>
                <a:lnTo>
                  <a:pt x="952533" y="151865"/>
                </a:lnTo>
                <a:lnTo>
                  <a:pt x="952033" y="151865"/>
                </a:lnTo>
                <a:close/>
                <a:moveTo>
                  <a:pt x="850082" y="150977"/>
                </a:moveTo>
                <a:lnTo>
                  <a:pt x="850582" y="150977"/>
                </a:lnTo>
                <a:lnTo>
                  <a:pt x="850582" y="151865"/>
                </a:lnTo>
                <a:lnTo>
                  <a:pt x="850082" y="151865"/>
                </a:lnTo>
                <a:close/>
                <a:moveTo>
                  <a:pt x="831591" y="150977"/>
                </a:moveTo>
                <a:lnTo>
                  <a:pt x="832091" y="150977"/>
                </a:lnTo>
                <a:lnTo>
                  <a:pt x="832091" y="151865"/>
                </a:lnTo>
                <a:lnTo>
                  <a:pt x="831591" y="151865"/>
                </a:lnTo>
                <a:close/>
                <a:moveTo>
                  <a:pt x="916050" y="151865"/>
                </a:moveTo>
                <a:lnTo>
                  <a:pt x="916550" y="151865"/>
                </a:lnTo>
                <a:lnTo>
                  <a:pt x="916550" y="152753"/>
                </a:lnTo>
                <a:lnTo>
                  <a:pt x="916050" y="152753"/>
                </a:lnTo>
                <a:close/>
                <a:moveTo>
                  <a:pt x="758126" y="151865"/>
                </a:moveTo>
                <a:lnTo>
                  <a:pt x="758626" y="151865"/>
                </a:lnTo>
                <a:lnTo>
                  <a:pt x="758626" y="152753"/>
                </a:lnTo>
                <a:lnTo>
                  <a:pt x="758126" y="152753"/>
                </a:lnTo>
                <a:close/>
                <a:moveTo>
                  <a:pt x="907554" y="151865"/>
                </a:moveTo>
                <a:lnTo>
                  <a:pt x="908054" y="151865"/>
                </a:lnTo>
                <a:lnTo>
                  <a:pt x="908054" y="152753"/>
                </a:lnTo>
                <a:lnTo>
                  <a:pt x="907554" y="152753"/>
                </a:lnTo>
                <a:close/>
                <a:moveTo>
                  <a:pt x="779616" y="151865"/>
                </a:moveTo>
                <a:lnTo>
                  <a:pt x="780116" y="151865"/>
                </a:lnTo>
                <a:lnTo>
                  <a:pt x="780116" y="152753"/>
                </a:lnTo>
                <a:lnTo>
                  <a:pt x="779616" y="152753"/>
                </a:lnTo>
                <a:close/>
                <a:moveTo>
                  <a:pt x="950034" y="152753"/>
                </a:moveTo>
                <a:lnTo>
                  <a:pt x="950534" y="152753"/>
                </a:lnTo>
                <a:lnTo>
                  <a:pt x="950534" y="153641"/>
                </a:lnTo>
                <a:lnTo>
                  <a:pt x="950034" y="153641"/>
                </a:lnTo>
                <a:close/>
                <a:moveTo>
                  <a:pt x="953033" y="152753"/>
                </a:moveTo>
                <a:lnTo>
                  <a:pt x="953532" y="152753"/>
                </a:lnTo>
                <a:lnTo>
                  <a:pt x="953532" y="153641"/>
                </a:lnTo>
                <a:lnTo>
                  <a:pt x="953033" y="153641"/>
                </a:lnTo>
                <a:close/>
                <a:moveTo>
                  <a:pt x="964527" y="152753"/>
                </a:moveTo>
                <a:lnTo>
                  <a:pt x="965027" y="152753"/>
                </a:lnTo>
                <a:lnTo>
                  <a:pt x="965027" y="153641"/>
                </a:lnTo>
                <a:lnTo>
                  <a:pt x="964527" y="153641"/>
                </a:lnTo>
                <a:close/>
              </a:path>
            </a:pathLst>
          </a:custGeom>
          <a:solidFill>
            <a:srgbClr val="8194A4"/>
          </a:solidFill>
          <a:ln>
            <a:noFill/>
          </a:ln>
        </p:spPr>
      </p:sp>
      <p:sp>
        <p:nvSpPr>
          <p:cNvPr id="47" name="Kimate circled colour correction 47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5123" y="65719"/>
                </a:moveTo>
                <a:lnTo>
                  <a:pt x="765623" y="65719"/>
                </a:lnTo>
                <a:lnTo>
                  <a:pt x="765623" y="66607"/>
                </a:lnTo>
                <a:lnTo>
                  <a:pt x="765123" y="66607"/>
                </a:lnTo>
                <a:close/>
                <a:moveTo>
                  <a:pt x="762624" y="67496"/>
                </a:moveTo>
                <a:lnTo>
                  <a:pt x="763124" y="67496"/>
                </a:lnTo>
                <a:lnTo>
                  <a:pt x="763124" y="68384"/>
                </a:lnTo>
                <a:lnTo>
                  <a:pt x="762624" y="68384"/>
                </a:lnTo>
                <a:close/>
                <a:moveTo>
                  <a:pt x="730639" y="67496"/>
                </a:moveTo>
                <a:lnTo>
                  <a:pt x="731639" y="67496"/>
                </a:lnTo>
                <a:lnTo>
                  <a:pt x="731639" y="68384"/>
                </a:lnTo>
                <a:lnTo>
                  <a:pt x="730639" y="68384"/>
                </a:lnTo>
                <a:close/>
                <a:moveTo>
                  <a:pt x="766622" y="67496"/>
                </a:moveTo>
                <a:lnTo>
                  <a:pt x="767122" y="67496"/>
                </a:lnTo>
                <a:lnTo>
                  <a:pt x="767122" y="68384"/>
                </a:lnTo>
                <a:lnTo>
                  <a:pt x="766622" y="68384"/>
                </a:lnTo>
                <a:close/>
                <a:moveTo>
                  <a:pt x="765623" y="67496"/>
                </a:moveTo>
                <a:lnTo>
                  <a:pt x="766122" y="67496"/>
                </a:lnTo>
                <a:lnTo>
                  <a:pt x="766122" y="68384"/>
                </a:lnTo>
                <a:lnTo>
                  <a:pt x="765623" y="68384"/>
                </a:lnTo>
                <a:close/>
                <a:moveTo>
                  <a:pt x="766122" y="68384"/>
                </a:moveTo>
                <a:lnTo>
                  <a:pt x="766622" y="68384"/>
                </a:lnTo>
                <a:lnTo>
                  <a:pt x="766622" y="69272"/>
                </a:lnTo>
                <a:lnTo>
                  <a:pt x="766122" y="69272"/>
                </a:lnTo>
                <a:close/>
                <a:moveTo>
                  <a:pt x="729140" y="68384"/>
                </a:moveTo>
                <a:lnTo>
                  <a:pt x="729640" y="68384"/>
                </a:lnTo>
                <a:lnTo>
                  <a:pt x="729640" y="69272"/>
                </a:lnTo>
                <a:lnTo>
                  <a:pt x="729140" y="69272"/>
                </a:lnTo>
                <a:close/>
                <a:moveTo>
                  <a:pt x="765123" y="71048"/>
                </a:moveTo>
                <a:lnTo>
                  <a:pt x="765623" y="71048"/>
                </a:lnTo>
                <a:lnTo>
                  <a:pt x="765623" y="71936"/>
                </a:lnTo>
                <a:lnTo>
                  <a:pt x="765123" y="71936"/>
                </a:lnTo>
                <a:close/>
                <a:moveTo>
                  <a:pt x="731639" y="71048"/>
                </a:moveTo>
                <a:lnTo>
                  <a:pt x="732139" y="71048"/>
                </a:lnTo>
                <a:lnTo>
                  <a:pt x="732139" y="71936"/>
                </a:lnTo>
                <a:lnTo>
                  <a:pt x="731639" y="71936"/>
                </a:lnTo>
                <a:close/>
                <a:moveTo>
                  <a:pt x="763623" y="71936"/>
                </a:moveTo>
                <a:lnTo>
                  <a:pt x="764123" y="71936"/>
                </a:lnTo>
                <a:lnTo>
                  <a:pt x="764123" y="72824"/>
                </a:lnTo>
                <a:lnTo>
                  <a:pt x="763623" y="72824"/>
                </a:lnTo>
                <a:close/>
                <a:moveTo>
                  <a:pt x="731139" y="71936"/>
                </a:moveTo>
                <a:lnTo>
                  <a:pt x="731639" y="71936"/>
                </a:lnTo>
                <a:lnTo>
                  <a:pt x="731639" y="73712"/>
                </a:lnTo>
                <a:lnTo>
                  <a:pt x="731139" y="73712"/>
                </a:lnTo>
                <a:close/>
                <a:moveTo>
                  <a:pt x="726641" y="72824"/>
                </a:moveTo>
                <a:lnTo>
                  <a:pt x="727141" y="72824"/>
                </a:lnTo>
                <a:lnTo>
                  <a:pt x="727141" y="74600"/>
                </a:lnTo>
                <a:lnTo>
                  <a:pt x="726641" y="74600"/>
                </a:lnTo>
                <a:close/>
                <a:moveTo>
                  <a:pt x="731139" y="74600"/>
                </a:moveTo>
                <a:lnTo>
                  <a:pt x="731639" y="74600"/>
                </a:lnTo>
                <a:lnTo>
                  <a:pt x="731639" y="75488"/>
                </a:lnTo>
                <a:lnTo>
                  <a:pt x="731139" y="75488"/>
                </a:lnTo>
                <a:close/>
                <a:moveTo>
                  <a:pt x="770620" y="77265"/>
                </a:moveTo>
                <a:lnTo>
                  <a:pt x="771120" y="77265"/>
                </a:lnTo>
                <a:lnTo>
                  <a:pt x="771120" y="78153"/>
                </a:lnTo>
                <a:lnTo>
                  <a:pt x="770620" y="78153"/>
                </a:lnTo>
                <a:close/>
                <a:moveTo>
                  <a:pt x="761624" y="78153"/>
                </a:moveTo>
                <a:lnTo>
                  <a:pt x="762124" y="78153"/>
                </a:lnTo>
                <a:lnTo>
                  <a:pt x="762124" y="79041"/>
                </a:lnTo>
                <a:lnTo>
                  <a:pt x="761624" y="79041"/>
                </a:lnTo>
                <a:close/>
                <a:moveTo>
                  <a:pt x="849582" y="78153"/>
                </a:moveTo>
                <a:lnTo>
                  <a:pt x="850082" y="78153"/>
                </a:lnTo>
                <a:lnTo>
                  <a:pt x="850082" y="79041"/>
                </a:lnTo>
                <a:lnTo>
                  <a:pt x="849582" y="79041"/>
                </a:lnTo>
                <a:close/>
                <a:moveTo>
                  <a:pt x="848083" y="78153"/>
                </a:moveTo>
                <a:lnTo>
                  <a:pt x="848583" y="78153"/>
                </a:lnTo>
                <a:lnTo>
                  <a:pt x="848583" y="79041"/>
                </a:lnTo>
                <a:lnTo>
                  <a:pt x="848083" y="79041"/>
                </a:lnTo>
                <a:close/>
                <a:moveTo>
                  <a:pt x="758626" y="79041"/>
                </a:moveTo>
                <a:lnTo>
                  <a:pt x="759126" y="79041"/>
                </a:lnTo>
                <a:lnTo>
                  <a:pt x="759126" y="79929"/>
                </a:lnTo>
                <a:lnTo>
                  <a:pt x="758626" y="79929"/>
                </a:lnTo>
                <a:close/>
                <a:moveTo>
                  <a:pt x="846584" y="79041"/>
                </a:moveTo>
                <a:lnTo>
                  <a:pt x="847083" y="79041"/>
                </a:lnTo>
                <a:lnTo>
                  <a:pt x="847083" y="79929"/>
                </a:lnTo>
                <a:lnTo>
                  <a:pt x="846584" y="79929"/>
                </a:lnTo>
                <a:close/>
                <a:moveTo>
                  <a:pt x="844085" y="79041"/>
                </a:moveTo>
                <a:lnTo>
                  <a:pt x="844585" y="79041"/>
                </a:lnTo>
                <a:lnTo>
                  <a:pt x="844585" y="79929"/>
                </a:lnTo>
                <a:lnTo>
                  <a:pt x="844085" y="79929"/>
                </a:lnTo>
                <a:close/>
                <a:moveTo>
                  <a:pt x="850082" y="79041"/>
                </a:moveTo>
                <a:lnTo>
                  <a:pt x="850582" y="79041"/>
                </a:lnTo>
                <a:lnTo>
                  <a:pt x="850582" y="79929"/>
                </a:lnTo>
                <a:lnTo>
                  <a:pt x="850082" y="79929"/>
                </a:lnTo>
                <a:close/>
                <a:moveTo>
                  <a:pt x="852081" y="79929"/>
                </a:moveTo>
                <a:lnTo>
                  <a:pt x="852581" y="79929"/>
                </a:lnTo>
                <a:lnTo>
                  <a:pt x="852581" y="80817"/>
                </a:lnTo>
                <a:lnTo>
                  <a:pt x="852081" y="80817"/>
                </a:lnTo>
                <a:close/>
                <a:moveTo>
                  <a:pt x="855080" y="80817"/>
                </a:moveTo>
                <a:lnTo>
                  <a:pt x="855579" y="80817"/>
                </a:lnTo>
                <a:lnTo>
                  <a:pt x="855579" y="81705"/>
                </a:lnTo>
                <a:lnTo>
                  <a:pt x="855080" y="81705"/>
                </a:lnTo>
                <a:close/>
                <a:moveTo>
                  <a:pt x="841586" y="80817"/>
                </a:moveTo>
                <a:lnTo>
                  <a:pt x="842086" y="80817"/>
                </a:lnTo>
                <a:lnTo>
                  <a:pt x="842086" y="81705"/>
                </a:lnTo>
                <a:lnTo>
                  <a:pt x="841586" y="81705"/>
                </a:lnTo>
                <a:close/>
                <a:moveTo>
                  <a:pt x="732638" y="80817"/>
                </a:moveTo>
                <a:lnTo>
                  <a:pt x="733138" y="80817"/>
                </a:lnTo>
                <a:lnTo>
                  <a:pt x="733138" y="81705"/>
                </a:lnTo>
                <a:lnTo>
                  <a:pt x="732638" y="81705"/>
                </a:lnTo>
                <a:close/>
                <a:moveTo>
                  <a:pt x="840087" y="80817"/>
                </a:moveTo>
                <a:lnTo>
                  <a:pt x="840587" y="80817"/>
                </a:lnTo>
                <a:lnTo>
                  <a:pt x="840587" y="81705"/>
                </a:lnTo>
                <a:lnTo>
                  <a:pt x="840087" y="81705"/>
                </a:lnTo>
                <a:close/>
                <a:moveTo>
                  <a:pt x="771620" y="80817"/>
                </a:moveTo>
                <a:lnTo>
                  <a:pt x="772119" y="80817"/>
                </a:lnTo>
                <a:lnTo>
                  <a:pt x="772119" y="81705"/>
                </a:lnTo>
                <a:lnTo>
                  <a:pt x="771620" y="81705"/>
                </a:lnTo>
                <a:close/>
                <a:moveTo>
                  <a:pt x="758126" y="81705"/>
                </a:moveTo>
                <a:lnTo>
                  <a:pt x="758626" y="81705"/>
                </a:lnTo>
                <a:lnTo>
                  <a:pt x="758626" y="82593"/>
                </a:lnTo>
                <a:lnTo>
                  <a:pt x="758126" y="82593"/>
                </a:lnTo>
                <a:close/>
                <a:moveTo>
                  <a:pt x="838587" y="81705"/>
                </a:moveTo>
                <a:lnTo>
                  <a:pt x="839087" y="81705"/>
                </a:lnTo>
                <a:lnTo>
                  <a:pt x="839087" y="82593"/>
                </a:lnTo>
                <a:lnTo>
                  <a:pt x="838587" y="82593"/>
                </a:lnTo>
                <a:close/>
                <a:moveTo>
                  <a:pt x="770120" y="81705"/>
                </a:moveTo>
                <a:lnTo>
                  <a:pt x="770620" y="81705"/>
                </a:lnTo>
                <a:lnTo>
                  <a:pt x="770620" y="82593"/>
                </a:lnTo>
                <a:lnTo>
                  <a:pt x="770120" y="82593"/>
                </a:lnTo>
                <a:close/>
                <a:moveTo>
                  <a:pt x="772619" y="81705"/>
                </a:moveTo>
                <a:lnTo>
                  <a:pt x="773119" y="81705"/>
                </a:lnTo>
                <a:lnTo>
                  <a:pt x="773119" y="82593"/>
                </a:lnTo>
                <a:lnTo>
                  <a:pt x="772619" y="82593"/>
                </a:lnTo>
                <a:close/>
                <a:moveTo>
                  <a:pt x="857578" y="82593"/>
                </a:moveTo>
                <a:lnTo>
                  <a:pt x="858078" y="82593"/>
                </a:lnTo>
                <a:lnTo>
                  <a:pt x="858078" y="83481"/>
                </a:lnTo>
                <a:lnTo>
                  <a:pt x="857578" y="83481"/>
                </a:lnTo>
                <a:close/>
                <a:moveTo>
                  <a:pt x="773619" y="82593"/>
                </a:moveTo>
                <a:lnTo>
                  <a:pt x="774118" y="82593"/>
                </a:lnTo>
                <a:lnTo>
                  <a:pt x="774118" y="83481"/>
                </a:lnTo>
                <a:lnTo>
                  <a:pt x="773619" y="83481"/>
                </a:lnTo>
                <a:close/>
                <a:moveTo>
                  <a:pt x="761125" y="82593"/>
                </a:moveTo>
                <a:lnTo>
                  <a:pt x="761624" y="82593"/>
                </a:lnTo>
                <a:lnTo>
                  <a:pt x="761624" y="83481"/>
                </a:lnTo>
                <a:lnTo>
                  <a:pt x="761125" y="83481"/>
                </a:lnTo>
                <a:close/>
                <a:moveTo>
                  <a:pt x="940539" y="82593"/>
                </a:moveTo>
                <a:lnTo>
                  <a:pt x="941038" y="82593"/>
                </a:lnTo>
                <a:lnTo>
                  <a:pt x="941038" y="83481"/>
                </a:lnTo>
                <a:lnTo>
                  <a:pt x="940539" y="83481"/>
                </a:lnTo>
                <a:close/>
                <a:moveTo>
                  <a:pt x="731639" y="83481"/>
                </a:moveTo>
                <a:lnTo>
                  <a:pt x="732139" y="83481"/>
                </a:lnTo>
                <a:lnTo>
                  <a:pt x="732139" y="84369"/>
                </a:lnTo>
                <a:lnTo>
                  <a:pt x="731639" y="84369"/>
                </a:lnTo>
                <a:close/>
                <a:moveTo>
                  <a:pt x="735637" y="83481"/>
                </a:moveTo>
                <a:lnTo>
                  <a:pt x="736137" y="83481"/>
                </a:lnTo>
                <a:lnTo>
                  <a:pt x="736137" y="84369"/>
                </a:lnTo>
                <a:lnTo>
                  <a:pt x="735637" y="84369"/>
                </a:lnTo>
                <a:close/>
                <a:moveTo>
                  <a:pt x="835589" y="84369"/>
                </a:moveTo>
                <a:lnTo>
                  <a:pt x="836089" y="84369"/>
                </a:lnTo>
                <a:lnTo>
                  <a:pt x="836089" y="85258"/>
                </a:lnTo>
                <a:lnTo>
                  <a:pt x="835589" y="85258"/>
                </a:lnTo>
                <a:close/>
                <a:moveTo>
                  <a:pt x="764623" y="84369"/>
                </a:moveTo>
                <a:lnTo>
                  <a:pt x="765123" y="84369"/>
                </a:lnTo>
                <a:lnTo>
                  <a:pt x="765123" y="85258"/>
                </a:lnTo>
                <a:lnTo>
                  <a:pt x="764623" y="85258"/>
                </a:lnTo>
                <a:close/>
                <a:moveTo>
                  <a:pt x="922547" y="86146"/>
                </a:moveTo>
                <a:lnTo>
                  <a:pt x="923047" y="86146"/>
                </a:lnTo>
                <a:lnTo>
                  <a:pt x="923047" y="87034"/>
                </a:lnTo>
                <a:lnTo>
                  <a:pt x="922547" y="87034"/>
                </a:lnTo>
                <a:close/>
                <a:moveTo>
                  <a:pt x="929544" y="86146"/>
                </a:moveTo>
                <a:lnTo>
                  <a:pt x="930044" y="86146"/>
                </a:lnTo>
                <a:lnTo>
                  <a:pt x="930044" y="87034"/>
                </a:lnTo>
                <a:lnTo>
                  <a:pt x="929544" y="87034"/>
                </a:lnTo>
                <a:close/>
                <a:moveTo>
                  <a:pt x="915551" y="86146"/>
                </a:moveTo>
                <a:lnTo>
                  <a:pt x="917050" y="86146"/>
                </a:lnTo>
                <a:lnTo>
                  <a:pt x="917050" y="87034"/>
                </a:lnTo>
                <a:lnTo>
                  <a:pt x="915551" y="87034"/>
                </a:lnTo>
                <a:close/>
                <a:moveTo>
                  <a:pt x="921548" y="86146"/>
                </a:moveTo>
                <a:lnTo>
                  <a:pt x="922047" y="86146"/>
                </a:lnTo>
                <a:lnTo>
                  <a:pt x="922047" y="87034"/>
                </a:lnTo>
                <a:lnTo>
                  <a:pt x="921548" y="87034"/>
                </a:lnTo>
                <a:close/>
                <a:moveTo>
                  <a:pt x="773119" y="87034"/>
                </a:moveTo>
                <a:lnTo>
                  <a:pt x="773619" y="87034"/>
                </a:lnTo>
                <a:lnTo>
                  <a:pt x="773619" y="87922"/>
                </a:lnTo>
                <a:lnTo>
                  <a:pt x="773119" y="87922"/>
                </a:lnTo>
                <a:close/>
                <a:moveTo>
                  <a:pt x="756127" y="87034"/>
                </a:moveTo>
                <a:lnTo>
                  <a:pt x="756627" y="87034"/>
                </a:lnTo>
                <a:lnTo>
                  <a:pt x="756627" y="87922"/>
                </a:lnTo>
                <a:lnTo>
                  <a:pt x="756127" y="87922"/>
                </a:lnTo>
                <a:close/>
                <a:moveTo>
                  <a:pt x="861576" y="86146"/>
                </a:moveTo>
                <a:lnTo>
                  <a:pt x="862076" y="86146"/>
                </a:lnTo>
                <a:lnTo>
                  <a:pt x="862076" y="87922"/>
                </a:lnTo>
                <a:lnTo>
                  <a:pt x="861576" y="87922"/>
                </a:lnTo>
                <a:close/>
                <a:moveTo>
                  <a:pt x="747631" y="87034"/>
                </a:moveTo>
                <a:lnTo>
                  <a:pt x="748131" y="87034"/>
                </a:lnTo>
                <a:lnTo>
                  <a:pt x="748131" y="87922"/>
                </a:lnTo>
                <a:lnTo>
                  <a:pt x="747631" y="87922"/>
                </a:lnTo>
                <a:close/>
                <a:moveTo>
                  <a:pt x="775118" y="87922"/>
                </a:moveTo>
                <a:lnTo>
                  <a:pt x="775618" y="87922"/>
                </a:lnTo>
                <a:lnTo>
                  <a:pt x="775618" y="88810"/>
                </a:lnTo>
                <a:lnTo>
                  <a:pt x="775118" y="88810"/>
                </a:lnTo>
                <a:close/>
                <a:moveTo>
                  <a:pt x="762624" y="87922"/>
                </a:moveTo>
                <a:lnTo>
                  <a:pt x="763124" y="87922"/>
                </a:lnTo>
                <a:lnTo>
                  <a:pt x="763124" y="88810"/>
                </a:lnTo>
                <a:lnTo>
                  <a:pt x="762624" y="88810"/>
                </a:lnTo>
                <a:close/>
                <a:moveTo>
                  <a:pt x="817598" y="88810"/>
                </a:moveTo>
                <a:lnTo>
                  <a:pt x="818097" y="88810"/>
                </a:lnTo>
                <a:lnTo>
                  <a:pt x="818097" y="89698"/>
                </a:lnTo>
                <a:lnTo>
                  <a:pt x="817598" y="89698"/>
                </a:lnTo>
                <a:close/>
                <a:moveTo>
                  <a:pt x="947035" y="87034"/>
                </a:moveTo>
                <a:lnTo>
                  <a:pt x="947535" y="87034"/>
                </a:lnTo>
                <a:lnTo>
                  <a:pt x="947535" y="89698"/>
                </a:lnTo>
                <a:lnTo>
                  <a:pt x="947035" y="89698"/>
                </a:lnTo>
                <a:close/>
                <a:moveTo>
                  <a:pt x="772119" y="89698"/>
                </a:moveTo>
                <a:lnTo>
                  <a:pt x="772619" y="89698"/>
                </a:lnTo>
                <a:lnTo>
                  <a:pt x="772619" y="90586"/>
                </a:lnTo>
                <a:lnTo>
                  <a:pt x="772119" y="90586"/>
                </a:lnTo>
                <a:close/>
                <a:moveTo>
                  <a:pt x="839087" y="89698"/>
                </a:moveTo>
                <a:lnTo>
                  <a:pt x="839587" y="89698"/>
                </a:lnTo>
                <a:lnTo>
                  <a:pt x="839587" y="90586"/>
                </a:lnTo>
                <a:lnTo>
                  <a:pt x="839087" y="90586"/>
                </a:lnTo>
                <a:close/>
                <a:moveTo>
                  <a:pt x="767122" y="89698"/>
                </a:moveTo>
                <a:lnTo>
                  <a:pt x="767622" y="89698"/>
                </a:lnTo>
                <a:lnTo>
                  <a:pt x="767622" y="90586"/>
                </a:lnTo>
                <a:lnTo>
                  <a:pt x="767122" y="90586"/>
                </a:lnTo>
                <a:close/>
                <a:moveTo>
                  <a:pt x="730639" y="89698"/>
                </a:moveTo>
                <a:lnTo>
                  <a:pt x="731139" y="89698"/>
                </a:lnTo>
                <a:lnTo>
                  <a:pt x="731139" y="90586"/>
                </a:lnTo>
                <a:lnTo>
                  <a:pt x="730639" y="90586"/>
                </a:lnTo>
                <a:close/>
                <a:moveTo>
                  <a:pt x="756627" y="89698"/>
                </a:moveTo>
                <a:lnTo>
                  <a:pt x="757127" y="89698"/>
                </a:lnTo>
                <a:lnTo>
                  <a:pt x="757127" y="90586"/>
                </a:lnTo>
                <a:lnTo>
                  <a:pt x="756627" y="90586"/>
                </a:lnTo>
                <a:close/>
                <a:moveTo>
                  <a:pt x="747131" y="90586"/>
                </a:moveTo>
                <a:lnTo>
                  <a:pt x="747631" y="90586"/>
                </a:lnTo>
                <a:lnTo>
                  <a:pt x="747631" y="91474"/>
                </a:lnTo>
                <a:lnTo>
                  <a:pt x="747131" y="91474"/>
                </a:lnTo>
                <a:close/>
                <a:moveTo>
                  <a:pt x="947035" y="90586"/>
                </a:moveTo>
                <a:lnTo>
                  <a:pt x="947535" y="90586"/>
                </a:lnTo>
                <a:lnTo>
                  <a:pt x="947535" y="91474"/>
                </a:lnTo>
                <a:lnTo>
                  <a:pt x="947035" y="91474"/>
                </a:lnTo>
                <a:close/>
                <a:moveTo>
                  <a:pt x="732139" y="91474"/>
                </a:moveTo>
                <a:lnTo>
                  <a:pt x="732638" y="91474"/>
                </a:lnTo>
                <a:lnTo>
                  <a:pt x="732638" y="92362"/>
                </a:lnTo>
                <a:lnTo>
                  <a:pt x="732139" y="92362"/>
                </a:lnTo>
                <a:close/>
                <a:moveTo>
                  <a:pt x="759126" y="91474"/>
                </a:moveTo>
                <a:lnTo>
                  <a:pt x="759625" y="91474"/>
                </a:lnTo>
                <a:lnTo>
                  <a:pt x="759625" y="92362"/>
                </a:lnTo>
                <a:lnTo>
                  <a:pt x="759126" y="92362"/>
                </a:lnTo>
                <a:close/>
                <a:moveTo>
                  <a:pt x="820596" y="91474"/>
                </a:moveTo>
                <a:lnTo>
                  <a:pt x="821096" y="91474"/>
                </a:lnTo>
                <a:lnTo>
                  <a:pt x="821096" y="92362"/>
                </a:lnTo>
                <a:lnTo>
                  <a:pt x="820596" y="92362"/>
                </a:lnTo>
                <a:close/>
                <a:moveTo>
                  <a:pt x="835089" y="91474"/>
                </a:moveTo>
                <a:lnTo>
                  <a:pt x="835589" y="91474"/>
                </a:lnTo>
                <a:lnTo>
                  <a:pt x="835589" y="92362"/>
                </a:lnTo>
                <a:lnTo>
                  <a:pt x="835089" y="92362"/>
                </a:lnTo>
                <a:close/>
                <a:moveTo>
                  <a:pt x="821096" y="92362"/>
                </a:moveTo>
                <a:lnTo>
                  <a:pt x="821596" y="92362"/>
                </a:lnTo>
                <a:lnTo>
                  <a:pt x="821596" y="93250"/>
                </a:lnTo>
                <a:lnTo>
                  <a:pt x="821096" y="93250"/>
                </a:lnTo>
                <a:close/>
                <a:moveTo>
                  <a:pt x="773619" y="92362"/>
                </a:moveTo>
                <a:lnTo>
                  <a:pt x="774118" y="92362"/>
                </a:lnTo>
                <a:lnTo>
                  <a:pt x="774118" y="93250"/>
                </a:lnTo>
                <a:lnTo>
                  <a:pt x="773619" y="93250"/>
                </a:lnTo>
                <a:close/>
                <a:moveTo>
                  <a:pt x="760125" y="92362"/>
                </a:moveTo>
                <a:lnTo>
                  <a:pt x="760625" y="92362"/>
                </a:lnTo>
                <a:lnTo>
                  <a:pt x="760625" y="93250"/>
                </a:lnTo>
                <a:lnTo>
                  <a:pt x="760125" y="93250"/>
                </a:lnTo>
                <a:close/>
                <a:moveTo>
                  <a:pt x="834589" y="93250"/>
                </a:moveTo>
                <a:lnTo>
                  <a:pt x="835089" y="93250"/>
                </a:lnTo>
                <a:lnTo>
                  <a:pt x="835089" y="94139"/>
                </a:lnTo>
                <a:lnTo>
                  <a:pt x="834589" y="94139"/>
                </a:lnTo>
                <a:close/>
                <a:moveTo>
                  <a:pt x="934541" y="93250"/>
                </a:moveTo>
                <a:lnTo>
                  <a:pt x="935041" y="93250"/>
                </a:lnTo>
                <a:lnTo>
                  <a:pt x="935041" y="94139"/>
                </a:lnTo>
                <a:lnTo>
                  <a:pt x="934541" y="94139"/>
                </a:lnTo>
                <a:close/>
                <a:moveTo>
                  <a:pt x="866074" y="93250"/>
                </a:moveTo>
                <a:lnTo>
                  <a:pt x="866574" y="93250"/>
                </a:lnTo>
                <a:lnTo>
                  <a:pt x="866574" y="94139"/>
                </a:lnTo>
                <a:lnTo>
                  <a:pt x="866074" y="94139"/>
                </a:lnTo>
                <a:close/>
                <a:moveTo>
                  <a:pt x="758626" y="94139"/>
                </a:moveTo>
                <a:lnTo>
                  <a:pt x="759126" y="94139"/>
                </a:lnTo>
                <a:lnTo>
                  <a:pt x="759126" y="95027"/>
                </a:lnTo>
                <a:lnTo>
                  <a:pt x="758626" y="95027"/>
                </a:lnTo>
                <a:close/>
                <a:moveTo>
                  <a:pt x="816598" y="94139"/>
                </a:moveTo>
                <a:lnTo>
                  <a:pt x="817098" y="94139"/>
                </a:lnTo>
                <a:lnTo>
                  <a:pt x="817098" y="95027"/>
                </a:lnTo>
                <a:lnTo>
                  <a:pt x="816598" y="95027"/>
                </a:lnTo>
                <a:close/>
                <a:moveTo>
                  <a:pt x="820596" y="94139"/>
                </a:moveTo>
                <a:lnTo>
                  <a:pt x="821096" y="94139"/>
                </a:lnTo>
                <a:lnTo>
                  <a:pt x="821096" y="95027"/>
                </a:lnTo>
                <a:lnTo>
                  <a:pt x="820596" y="95027"/>
                </a:lnTo>
                <a:close/>
                <a:moveTo>
                  <a:pt x="947035" y="93250"/>
                </a:moveTo>
                <a:lnTo>
                  <a:pt x="947535" y="93250"/>
                </a:lnTo>
                <a:lnTo>
                  <a:pt x="947535" y="95027"/>
                </a:lnTo>
                <a:lnTo>
                  <a:pt x="947035" y="95027"/>
                </a:lnTo>
                <a:close/>
                <a:moveTo>
                  <a:pt x="834090" y="94139"/>
                </a:moveTo>
                <a:lnTo>
                  <a:pt x="834589" y="94139"/>
                </a:lnTo>
                <a:lnTo>
                  <a:pt x="834589" y="95027"/>
                </a:lnTo>
                <a:lnTo>
                  <a:pt x="834090" y="95027"/>
                </a:lnTo>
                <a:close/>
                <a:moveTo>
                  <a:pt x="867574" y="95027"/>
                </a:moveTo>
                <a:lnTo>
                  <a:pt x="868073" y="95027"/>
                </a:lnTo>
                <a:lnTo>
                  <a:pt x="868073" y="95915"/>
                </a:lnTo>
                <a:lnTo>
                  <a:pt x="867574" y="95915"/>
                </a:lnTo>
                <a:close/>
                <a:moveTo>
                  <a:pt x="928045" y="92362"/>
                </a:moveTo>
                <a:lnTo>
                  <a:pt x="928544" y="92362"/>
                </a:lnTo>
                <a:lnTo>
                  <a:pt x="928544" y="95915"/>
                </a:lnTo>
                <a:lnTo>
                  <a:pt x="928045" y="95915"/>
                </a:lnTo>
                <a:close/>
                <a:moveTo>
                  <a:pt x="759625" y="95915"/>
                </a:moveTo>
                <a:lnTo>
                  <a:pt x="760125" y="95915"/>
                </a:lnTo>
                <a:lnTo>
                  <a:pt x="760125" y="96803"/>
                </a:lnTo>
                <a:lnTo>
                  <a:pt x="759625" y="96803"/>
                </a:lnTo>
                <a:close/>
                <a:moveTo>
                  <a:pt x="868073" y="95915"/>
                </a:moveTo>
                <a:lnTo>
                  <a:pt x="868573" y="95915"/>
                </a:lnTo>
                <a:lnTo>
                  <a:pt x="868573" y="96803"/>
                </a:lnTo>
                <a:lnTo>
                  <a:pt x="868073" y="96803"/>
                </a:lnTo>
                <a:close/>
                <a:moveTo>
                  <a:pt x="928045" y="96803"/>
                </a:moveTo>
                <a:lnTo>
                  <a:pt x="928544" y="96803"/>
                </a:lnTo>
                <a:lnTo>
                  <a:pt x="928544" y="97691"/>
                </a:lnTo>
                <a:lnTo>
                  <a:pt x="928045" y="97691"/>
                </a:lnTo>
                <a:close/>
                <a:moveTo>
                  <a:pt x="947035" y="95915"/>
                </a:moveTo>
                <a:lnTo>
                  <a:pt x="947535" y="95915"/>
                </a:lnTo>
                <a:lnTo>
                  <a:pt x="947535" y="97691"/>
                </a:lnTo>
                <a:lnTo>
                  <a:pt x="947035" y="97691"/>
                </a:lnTo>
                <a:close/>
                <a:moveTo>
                  <a:pt x="758126" y="97691"/>
                </a:moveTo>
                <a:lnTo>
                  <a:pt x="758626" y="97691"/>
                </a:lnTo>
                <a:lnTo>
                  <a:pt x="758626" y="98579"/>
                </a:lnTo>
                <a:lnTo>
                  <a:pt x="758126" y="98579"/>
                </a:lnTo>
                <a:close/>
                <a:moveTo>
                  <a:pt x="836089" y="97691"/>
                </a:moveTo>
                <a:lnTo>
                  <a:pt x="836588" y="97691"/>
                </a:lnTo>
                <a:lnTo>
                  <a:pt x="836588" y="98579"/>
                </a:lnTo>
                <a:lnTo>
                  <a:pt x="836089" y="98579"/>
                </a:lnTo>
                <a:close/>
                <a:moveTo>
                  <a:pt x="739635" y="96803"/>
                </a:moveTo>
                <a:lnTo>
                  <a:pt x="740135" y="96803"/>
                </a:lnTo>
                <a:lnTo>
                  <a:pt x="740135" y="99467"/>
                </a:lnTo>
                <a:lnTo>
                  <a:pt x="739635" y="99467"/>
                </a:lnTo>
                <a:close/>
                <a:moveTo>
                  <a:pt x="839587" y="98579"/>
                </a:moveTo>
                <a:lnTo>
                  <a:pt x="840587" y="98579"/>
                </a:lnTo>
                <a:lnTo>
                  <a:pt x="840587" y="99467"/>
                </a:lnTo>
                <a:lnTo>
                  <a:pt x="839587" y="99467"/>
                </a:lnTo>
                <a:close/>
                <a:moveTo>
                  <a:pt x="947035" y="98579"/>
                </a:moveTo>
                <a:lnTo>
                  <a:pt x="947535" y="98579"/>
                </a:lnTo>
                <a:lnTo>
                  <a:pt x="947535" y="99467"/>
                </a:lnTo>
                <a:lnTo>
                  <a:pt x="947035" y="99467"/>
                </a:lnTo>
                <a:close/>
                <a:moveTo>
                  <a:pt x="761125" y="99467"/>
                </a:moveTo>
                <a:lnTo>
                  <a:pt x="761624" y="99467"/>
                </a:lnTo>
                <a:lnTo>
                  <a:pt x="761624" y="100355"/>
                </a:lnTo>
                <a:lnTo>
                  <a:pt x="761125" y="100355"/>
                </a:lnTo>
                <a:close/>
                <a:moveTo>
                  <a:pt x="817098" y="99467"/>
                </a:moveTo>
                <a:lnTo>
                  <a:pt x="817598" y="99467"/>
                </a:lnTo>
                <a:lnTo>
                  <a:pt x="817598" y="100355"/>
                </a:lnTo>
                <a:lnTo>
                  <a:pt x="817098" y="100355"/>
                </a:lnTo>
                <a:close/>
                <a:moveTo>
                  <a:pt x="970024" y="101243"/>
                </a:moveTo>
                <a:lnTo>
                  <a:pt x="970524" y="101243"/>
                </a:lnTo>
                <a:lnTo>
                  <a:pt x="970524" y="102131"/>
                </a:lnTo>
                <a:lnTo>
                  <a:pt x="970024" y="102131"/>
                </a:lnTo>
                <a:close/>
                <a:moveTo>
                  <a:pt x="754628" y="101243"/>
                </a:moveTo>
                <a:lnTo>
                  <a:pt x="755128" y="101243"/>
                </a:lnTo>
                <a:lnTo>
                  <a:pt x="755128" y="102131"/>
                </a:lnTo>
                <a:lnTo>
                  <a:pt x="754628" y="102131"/>
                </a:lnTo>
                <a:close/>
                <a:moveTo>
                  <a:pt x="963528" y="101243"/>
                </a:moveTo>
                <a:lnTo>
                  <a:pt x="964027" y="101243"/>
                </a:lnTo>
                <a:lnTo>
                  <a:pt x="964027" y="102131"/>
                </a:lnTo>
                <a:lnTo>
                  <a:pt x="963528" y="102131"/>
                </a:lnTo>
                <a:close/>
                <a:moveTo>
                  <a:pt x="929044" y="102131"/>
                </a:moveTo>
                <a:lnTo>
                  <a:pt x="929544" y="102131"/>
                </a:lnTo>
                <a:lnTo>
                  <a:pt x="929544" y="103020"/>
                </a:lnTo>
                <a:lnTo>
                  <a:pt x="929044" y="103020"/>
                </a:lnTo>
                <a:close/>
                <a:moveTo>
                  <a:pt x="871572" y="102131"/>
                </a:moveTo>
                <a:lnTo>
                  <a:pt x="872071" y="102131"/>
                </a:lnTo>
                <a:lnTo>
                  <a:pt x="872071" y="103020"/>
                </a:lnTo>
                <a:lnTo>
                  <a:pt x="871572" y="103020"/>
                </a:lnTo>
                <a:close/>
                <a:moveTo>
                  <a:pt x="747131" y="102131"/>
                </a:moveTo>
                <a:lnTo>
                  <a:pt x="747631" y="102131"/>
                </a:lnTo>
                <a:lnTo>
                  <a:pt x="747631" y="103020"/>
                </a:lnTo>
                <a:lnTo>
                  <a:pt x="747131" y="103020"/>
                </a:lnTo>
                <a:close/>
                <a:moveTo>
                  <a:pt x="753628" y="102131"/>
                </a:moveTo>
                <a:lnTo>
                  <a:pt x="754128" y="102131"/>
                </a:lnTo>
                <a:lnTo>
                  <a:pt x="754128" y="103020"/>
                </a:lnTo>
                <a:lnTo>
                  <a:pt x="753628" y="103020"/>
                </a:lnTo>
                <a:close/>
                <a:moveTo>
                  <a:pt x="821096" y="103020"/>
                </a:moveTo>
                <a:lnTo>
                  <a:pt x="821596" y="103020"/>
                </a:lnTo>
                <a:lnTo>
                  <a:pt x="821596" y="103908"/>
                </a:lnTo>
                <a:lnTo>
                  <a:pt x="821096" y="103908"/>
                </a:lnTo>
                <a:close/>
                <a:moveTo>
                  <a:pt x="760125" y="103020"/>
                </a:moveTo>
                <a:lnTo>
                  <a:pt x="760625" y="103020"/>
                </a:lnTo>
                <a:lnTo>
                  <a:pt x="760625" y="103908"/>
                </a:lnTo>
                <a:lnTo>
                  <a:pt x="760125" y="103908"/>
                </a:lnTo>
                <a:close/>
                <a:moveTo>
                  <a:pt x="816098" y="103020"/>
                </a:moveTo>
                <a:lnTo>
                  <a:pt x="816598" y="103020"/>
                </a:lnTo>
                <a:lnTo>
                  <a:pt x="816598" y="103908"/>
                </a:lnTo>
                <a:lnTo>
                  <a:pt x="816098" y="103908"/>
                </a:lnTo>
                <a:close/>
                <a:moveTo>
                  <a:pt x="743133" y="104796"/>
                </a:moveTo>
                <a:lnTo>
                  <a:pt x="743633" y="104796"/>
                </a:lnTo>
                <a:lnTo>
                  <a:pt x="743633" y="105684"/>
                </a:lnTo>
                <a:lnTo>
                  <a:pt x="743133" y="105684"/>
                </a:lnTo>
                <a:close/>
                <a:moveTo>
                  <a:pt x="749630" y="105684"/>
                </a:moveTo>
                <a:lnTo>
                  <a:pt x="750130" y="105684"/>
                </a:lnTo>
                <a:lnTo>
                  <a:pt x="750130" y="106572"/>
                </a:lnTo>
                <a:lnTo>
                  <a:pt x="749630" y="106572"/>
                </a:lnTo>
                <a:close/>
                <a:moveTo>
                  <a:pt x="970024" y="105684"/>
                </a:moveTo>
                <a:lnTo>
                  <a:pt x="970524" y="105684"/>
                </a:lnTo>
                <a:lnTo>
                  <a:pt x="970524" y="106572"/>
                </a:lnTo>
                <a:lnTo>
                  <a:pt x="970024" y="106572"/>
                </a:lnTo>
                <a:close/>
                <a:moveTo>
                  <a:pt x="963528" y="105684"/>
                </a:moveTo>
                <a:lnTo>
                  <a:pt x="964027" y="105684"/>
                </a:lnTo>
                <a:lnTo>
                  <a:pt x="964027" y="106572"/>
                </a:lnTo>
                <a:lnTo>
                  <a:pt x="963528" y="106572"/>
                </a:lnTo>
                <a:close/>
                <a:moveTo>
                  <a:pt x="874070" y="106572"/>
                </a:moveTo>
                <a:lnTo>
                  <a:pt x="874570" y="106572"/>
                </a:lnTo>
                <a:lnTo>
                  <a:pt x="874570" y="107460"/>
                </a:lnTo>
                <a:lnTo>
                  <a:pt x="874070" y="107460"/>
                </a:lnTo>
                <a:close/>
                <a:moveTo>
                  <a:pt x="748131" y="106572"/>
                </a:moveTo>
                <a:lnTo>
                  <a:pt x="748631" y="106572"/>
                </a:lnTo>
                <a:lnTo>
                  <a:pt x="748631" y="107460"/>
                </a:lnTo>
                <a:lnTo>
                  <a:pt x="748131" y="107460"/>
                </a:lnTo>
                <a:close/>
                <a:moveTo>
                  <a:pt x="816098" y="106572"/>
                </a:moveTo>
                <a:lnTo>
                  <a:pt x="816598" y="106572"/>
                </a:lnTo>
                <a:lnTo>
                  <a:pt x="816598" y="107460"/>
                </a:lnTo>
                <a:lnTo>
                  <a:pt x="816098" y="107460"/>
                </a:lnTo>
                <a:close/>
                <a:moveTo>
                  <a:pt x="947035" y="106572"/>
                </a:moveTo>
                <a:lnTo>
                  <a:pt x="947535" y="106572"/>
                </a:lnTo>
                <a:lnTo>
                  <a:pt x="947535" y="107460"/>
                </a:lnTo>
                <a:lnTo>
                  <a:pt x="947035" y="107460"/>
                </a:lnTo>
                <a:close/>
                <a:moveTo>
                  <a:pt x="821096" y="107460"/>
                </a:moveTo>
                <a:lnTo>
                  <a:pt x="821596" y="107460"/>
                </a:lnTo>
                <a:lnTo>
                  <a:pt x="821596" y="108348"/>
                </a:lnTo>
                <a:lnTo>
                  <a:pt x="821096" y="108348"/>
                </a:lnTo>
                <a:close/>
                <a:moveTo>
                  <a:pt x="932043" y="107460"/>
                </a:moveTo>
                <a:lnTo>
                  <a:pt x="932542" y="107460"/>
                </a:lnTo>
                <a:lnTo>
                  <a:pt x="932542" y="108348"/>
                </a:lnTo>
                <a:lnTo>
                  <a:pt x="932043" y="108348"/>
                </a:lnTo>
                <a:close/>
                <a:moveTo>
                  <a:pt x="815099" y="107460"/>
                </a:moveTo>
                <a:lnTo>
                  <a:pt x="815599" y="107460"/>
                </a:lnTo>
                <a:lnTo>
                  <a:pt x="815599" y="108348"/>
                </a:lnTo>
                <a:lnTo>
                  <a:pt x="815099" y="108348"/>
                </a:lnTo>
                <a:close/>
                <a:moveTo>
                  <a:pt x="746632" y="107460"/>
                </a:moveTo>
                <a:lnTo>
                  <a:pt x="747131" y="107460"/>
                </a:lnTo>
                <a:lnTo>
                  <a:pt x="747131" y="108348"/>
                </a:lnTo>
                <a:lnTo>
                  <a:pt x="746632" y="108348"/>
                </a:lnTo>
                <a:close/>
                <a:moveTo>
                  <a:pt x="947035" y="108348"/>
                </a:moveTo>
                <a:lnTo>
                  <a:pt x="947535" y="108348"/>
                </a:lnTo>
                <a:lnTo>
                  <a:pt x="947535" y="109236"/>
                </a:lnTo>
                <a:lnTo>
                  <a:pt x="947035" y="109236"/>
                </a:lnTo>
                <a:close/>
                <a:moveTo>
                  <a:pt x="738635" y="109236"/>
                </a:moveTo>
                <a:lnTo>
                  <a:pt x="739135" y="109236"/>
                </a:lnTo>
                <a:lnTo>
                  <a:pt x="739135" y="110124"/>
                </a:lnTo>
                <a:lnTo>
                  <a:pt x="738635" y="110124"/>
                </a:lnTo>
                <a:close/>
                <a:moveTo>
                  <a:pt x="933542" y="109236"/>
                </a:moveTo>
                <a:lnTo>
                  <a:pt x="934042" y="109236"/>
                </a:lnTo>
                <a:lnTo>
                  <a:pt x="934042" y="110124"/>
                </a:lnTo>
                <a:lnTo>
                  <a:pt x="933542" y="110124"/>
                </a:lnTo>
                <a:close/>
                <a:moveTo>
                  <a:pt x="902557" y="109236"/>
                </a:moveTo>
                <a:lnTo>
                  <a:pt x="915551" y="109236"/>
                </a:lnTo>
                <a:lnTo>
                  <a:pt x="915551" y="110124"/>
                </a:lnTo>
                <a:lnTo>
                  <a:pt x="902557" y="110124"/>
                </a:lnTo>
                <a:close/>
                <a:moveTo>
                  <a:pt x="916050" y="109236"/>
                </a:moveTo>
                <a:lnTo>
                  <a:pt x="916550" y="109236"/>
                </a:lnTo>
                <a:lnTo>
                  <a:pt x="916550" y="110124"/>
                </a:lnTo>
                <a:lnTo>
                  <a:pt x="916050" y="110124"/>
                </a:lnTo>
                <a:close/>
                <a:moveTo>
                  <a:pt x="849582" y="110124"/>
                </a:moveTo>
                <a:lnTo>
                  <a:pt x="850082" y="110124"/>
                </a:lnTo>
                <a:lnTo>
                  <a:pt x="850082" y="111012"/>
                </a:lnTo>
                <a:lnTo>
                  <a:pt x="849582" y="111012"/>
                </a:lnTo>
                <a:close/>
                <a:moveTo>
                  <a:pt x="816598" y="111012"/>
                </a:moveTo>
                <a:lnTo>
                  <a:pt x="817098" y="111012"/>
                </a:lnTo>
                <a:lnTo>
                  <a:pt x="817098" y="111901"/>
                </a:lnTo>
                <a:lnTo>
                  <a:pt x="816598" y="111901"/>
                </a:lnTo>
                <a:close/>
                <a:moveTo>
                  <a:pt x="850582" y="110124"/>
                </a:moveTo>
                <a:lnTo>
                  <a:pt x="851081" y="110124"/>
                </a:lnTo>
                <a:lnTo>
                  <a:pt x="851081" y="111901"/>
                </a:lnTo>
                <a:lnTo>
                  <a:pt x="850582" y="111901"/>
                </a:lnTo>
                <a:close/>
                <a:moveTo>
                  <a:pt x="878568" y="111012"/>
                </a:moveTo>
                <a:lnTo>
                  <a:pt x="879068" y="111012"/>
                </a:lnTo>
                <a:lnTo>
                  <a:pt x="879068" y="111901"/>
                </a:lnTo>
                <a:lnTo>
                  <a:pt x="878568" y="111901"/>
                </a:lnTo>
                <a:close/>
                <a:moveTo>
                  <a:pt x="762124" y="111012"/>
                </a:moveTo>
                <a:lnTo>
                  <a:pt x="762624" y="111012"/>
                </a:lnTo>
                <a:lnTo>
                  <a:pt x="762624" y="111901"/>
                </a:lnTo>
                <a:lnTo>
                  <a:pt x="762124" y="111901"/>
                </a:lnTo>
                <a:close/>
                <a:moveTo>
                  <a:pt x="935041" y="111012"/>
                </a:moveTo>
                <a:lnTo>
                  <a:pt x="935541" y="111012"/>
                </a:lnTo>
                <a:lnTo>
                  <a:pt x="935541" y="111901"/>
                </a:lnTo>
                <a:lnTo>
                  <a:pt x="935041" y="111901"/>
                </a:lnTo>
                <a:close/>
                <a:moveTo>
                  <a:pt x="762624" y="111901"/>
                </a:moveTo>
                <a:lnTo>
                  <a:pt x="763124" y="111901"/>
                </a:lnTo>
                <a:lnTo>
                  <a:pt x="763124" y="112789"/>
                </a:lnTo>
                <a:lnTo>
                  <a:pt x="762624" y="112789"/>
                </a:lnTo>
                <a:close/>
                <a:moveTo>
                  <a:pt x="879068" y="111901"/>
                </a:moveTo>
                <a:lnTo>
                  <a:pt x="879568" y="111901"/>
                </a:lnTo>
                <a:lnTo>
                  <a:pt x="879568" y="112789"/>
                </a:lnTo>
                <a:lnTo>
                  <a:pt x="879068" y="112789"/>
                </a:lnTo>
                <a:close/>
                <a:moveTo>
                  <a:pt x="817098" y="111901"/>
                </a:moveTo>
                <a:lnTo>
                  <a:pt x="817598" y="111901"/>
                </a:lnTo>
                <a:lnTo>
                  <a:pt x="817598" y="112789"/>
                </a:lnTo>
                <a:lnTo>
                  <a:pt x="817098" y="112789"/>
                </a:lnTo>
                <a:close/>
                <a:moveTo>
                  <a:pt x="870572" y="112789"/>
                </a:moveTo>
                <a:lnTo>
                  <a:pt x="871072" y="112789"/>
                </a:lnTo>
                <a:lnTo>
                  <a:pt x="871072" y="113677"/>
                </a:lnTo>
                <a:lnTo>
                  <a:pt x="870572" y="113677"/>
                </a:lnTo>
                <a:close/>
                <a:moveTo>
                  <a:pt x="857079" y="112789"/>
                </a:moveTo>
                <a:lnTo>
                  <a:pt x="857578" y="112789"/>
                </a:lnTo>
                <a:lnTo>
                  <a:pt x="857578" y="113677"/>
                </a:lnTo>
                <a:lnTo>
                  <a:pt x="857079" y="113677"/>
                </a:lnTo>
                <a:close/>
                <a:moveTo>
                  <a:pt x="760125" y="112789"/>
                </a:moveTo>
                <a:lnTo>
                  <a:pt x="760625" y="112789"/>
                </a:lnTo>
                <a:lnTo>
                  <a:pt x="760625" y="113677"/>
                </a:lnTo>
                <a:lnTo>
                  <a:pt x="760125" y="113677"/>
                </a:lnTo>
                <a:close/>
                <a:moveTo>
                  <a:pt x="854080" y="114565"/>
                </a:moveTo>
                <a:lnTo>
                  <a:pt x="854580" y="114565"/>
                </a:lnTo>
                <a:lnTo>
                  <a:pt x="854580" y="115453"/>
                </a:lnTo>
                <a:lnTo>
                  <a:pt x="854080" y="115453"/>
                </a:lnTo>
                <a:close/>
                <a:moveTo>
                  <a:pt x="732638" y="114565"/>
                </a:moveTo>
                <a:lnTo>
                  <a:pt x="733138" y="114565"/>
                </a:lnTo>
                <a:lnTo>
                  <a:pt x="733138" y="115453"/>
                </a:lnTo>
                <a:lnTo>
                  <a:pt x="732638" y="115453"/>
                </a:lnTo>
                <a:close/>
                <a:moveTo>
                  <a:pt x="815099" y="114565"/>
                </a:moveTo>
                <a:lnTo>
                  <a:pt x="815599" y="114565"/>
                </a:lnTo>
                <a:lnTo>
                  <a:pt x="815599" y="115453"/>
                </a:lnTo>
                <a:lnTo>
                  <a:pt x="815099" y="115453"/>
                </a:lnTo>
                <a:close/>
                <a:moveTo>
                  <a:pt x="840087" y="115453"/>
                </a:moveTo>
                <a:lnTo>
                  <a:pt x="840587" y="115453"/>
                </a:lnTo>
                <a:lnTo>
                  <a:pt x="840587" y="116341"/>
                </a:lnTo>
                <a:lnTo>
                  <a:pt x="840087" y="116341"/>
                </a:lnTo>
                <a:close/>
                <a:moveTo>
                  <a:pt x="967526" y="115453"/>
                </a:moveTo>
                <a:lnTo>
                  <a:pt x="968025" y="115453"/>
                </a:lnTo>
                <a:lnTo>
                  <a:pt x="968025" y="116341"/>
                </a:lnTo>
                <a:lnTo>
                  <a:pt x="967526" y="116341"/>
                </a:lnTo>
                <a:close/>
                <a:moveTo>
                  <a:pt x="811101" y="116341"/>
                </a:moveTo>
                <a:lnTo>
                  <a:pt x="811600" y="116341"/>
                </a:lnTo>
                <a:lnTo>
                  <a:pt x="811600" y="117229"/>
                </a:lnTo>
                <a:lnTo>
                  <a:pt x="811101" y="117229"/>
                </a:lnTo>
                <a:close/>
                <a:moveTo>
                  <a:pt x="856079" y="116341"/>
                </a:moveTo>
                <a:lnTo>
                  <a:pt x="856579" y="116341"/>
                </a:lnTo>
                <a:lnTo>
                  <a:pt x="856579" y="117229"/>
                </a:lnTo>
                <a:lnTo>
                  <a:pt x="856079" y="117229"/>
                </a:lnTo>
                <a:close/>
                <a:moveTo>
                  <a:pt x="967026" y="116341"/>
                </a:moveTo>
                <a:lnTo>
                  <a:pt x="967526" y="116341"/>
                </a:lnTo>
                <a:lnTo>
                  <a:pt x="967526" y="117229"/>
                </a:lnTo>
                <a:lnTo>
                  <a:pt x="967026" y="117229"/>
                </a:lnTo>
                <a:close/>
                <a:moveTo>
                  <a:pt x="816098" y="116341"/>
                </a:moveTo>
                <a:lnTo>
                  <a:pt x="816598" y="116341"/>
                </a:lnTo>
                <a:lnTo>
                  <a:pt x="816598" y="117229"/>
                </a:lnTo>
                <a:lnTo>
                  <a:pt x="816098" y="117229"/>
                </a:lnTo>
                <a:close/>
                <a:moveTo>
                  <a:pt x="843585" y="117229"/>
                </a:moveTo>
                <a:lnTo>
                  <a:pt x="844085" y="117229"/>
                </a:lnTo>
                <a:lnTo>
                  <a:pt x="844085" y="118117"/>
                </a:lnTo>
                <a:lnTo>
                  <a:pt x="843585" y="118117"/>
                </a:lnTo>
                <a:close/>
                <a:moveTo>
                  <a:pt x="845584" y="117229"/>
                </a:moveTo>
                <a:lnTo>
                  <a:pt x="846084" y="117229"/>
                </a:lnTo>
                <a:lnTo>
                  <a:pt x="846084" y="118117"/>
                </a:lnTo>
                <a:lnTo>
                  <a:pt x="845584" y="118117"/>
                </a:lnTo>
                <a:close/>
                <a:moveTo>
                  <a:pt x="838587" y="118117"/>
                </a:moveTo>
                <a:lnTo>
                  <a:pt x="839087" y="118117"/>
                </a:lnTo>
                <a:lnTo>
                  <a:pt x="839087" y="119005"/>
                </a:lnTo>
                <a:lnTo>
                  <a:pt x="838587" y="119005"/>
                </a:lnTo>
                <a:close/>
                <a:moveTo>
                  <a:pt x="965027" y="119005"/>
                </a:moveTo>
                <a:lnTo>
                  <a:pt x="965527" y="119005"/>
                </a:lnTo>
                <a:lnTo>
                  <a:pt x="965527" y="119893"/>
                </a:lnTo>
                <a:lnTo>
                  <a:pt x="965027" y="119893"/>
                </a:lnTo>
                <a:close/>
                <a:moveTo>
                  <a:pt x="817598" y="119005"/>
                </a:moveTo>
                <a:lnTo>
                  <a:pt x="818097" y="119005"/>
                </a:lnTo>
                <a:lnTo>
                  <a:pt x="818097" y="119893"/>
                </a:lnTo>
                <a:lnTo>
                  <a:pt x="817598" y="119893"/>
                </a:lnTo>
                <a:close/>
                <a:moveTo>
                  <a:pt x="848083" y="119005"/>
                </a:moveTo>
                <a:lnTo>
                  <a:pt x="848583" y="119005"/>
                </a:lnTo>
                <a:lnTo>
                  <a:pt x="848583" y="119893"/>
                </a:lnTo>
                <a:lnTo>
                  <a:pt x="848083" y="119893"/>
                </a:lnTo>
                <a:close/>
                <a:moveTo>
                  <a:pt x="937540" y="119893"/>
                </a:moveTo>
                <a:lnTo>
                  <a:pt x="938040" y="119893"/>
                </a:lnTo>
                <a:lnTo>
                  <a:pt x="938040" y="120782"/>
                </a:lnTo>
                <a:lnTo>
                  <a:pt x="937540" y="120782"/>
                </a:lnTo>
                <a:close/>
                <a:moveTo>
                  <a:pt x="945036" y="119893"/>
                </a:moveTo>
                <a:lnTo>
                  <a:pt x="945536" y="119893"/>
                </a:lnTo>
                <a:lnTo>
                  <a:pt x="945536" y="120782"/>
                </a:lnTo>
                <a:lnTo>
                  <a:pt x="945036" y="120782"/>
                </a:lnTo>
                <a:close/>
                <a:moveTo>
                  <a:pt x="850082" y="119893"/>
                </a:moveTo>
                <a:lnTo>
                  <a:pt x="850582" y="119893"/>
                </a:lnTo>
                <a:lnTo>
                  <a:pt x="850582" y="120782"/>
                </a:lnTo>
                <a:lnTo>
                  <a:pt x="850082" y="120782"/>
                </a:lnTo>
                <a:close/>
                <a:moveTo>
                  <a:pt x="902057" y="120782"/>
                </a:moveTo>
                <a:lnTo>
                  <a:pt x="902557" y="120782"/>
                </a:lnTo>
                <a:lnTo>
                  <a:pt x="902557" y="121670"/>
                </a:lnTo>
                <a:lnTo>
                  <a:pt x="902057" y="121670"/>
                </a:lnTo>
                <a:close/>
                <a:moveTo>
                  <a:pt x="958030" y="121670"/>
                </a:moveTo>
                <a:lnTo>
                  <a:pt x="958530" y="121670"/>
                </a:lnTo>
                <a:lnTo>
                  <a:pt x="958530" y="122558"/>
                </a:lnTo>
                <a:lnTo>
                  <a:pt x="958030" y="122558"/>
                </a:lnTo>
                <a:close/>
                <a:moveTo>
                  <a:pt x="733138" y="122558"/>
                </a:moveTo>
                <a:lnTo>
                  <a:pt x="733638" y="122558"/>
                </a:lnTo>
                <a:lnTo>
                  <a:pt x="733638" y="123446"/>
                </a:lnTo>
                <a:lnTo>
                  <a:pt x="733138" y="123446"/>
                </a:lnTo>
                <a:close/>
                <a:moveTo>
                  <a:pt x="730140" y="122558"/>
                </a:moveTo>
                <a:lnTo>
                  <a:pt x="730639" y="122558"/>
                </a:lnTo>
                <a:lnTo>
                  <a:pt x="730639" y="123446"/>
                </a:lnTo>
                <a:lnTo>
                  <a:pt x="730140" y="123446"/>
                </a:lnTo>
                <a:close/>
                <a:moveTo>
                  <a:pt x="936540" y="123446"/>
                </a:moveTo>
                <a:lnTo>
                  <a:pt x="937040" y="123446"/>
                </a:lnTo>
                <a:lnTo>
                  <a:pt x="937040" y="124334"/>
                </a:lnTo>
                <a:lnTo>
                  <a:pt x="936540" y="124334"/>
                </a:lnTo>
                <a:close/>
                <a:moveTo>
                  <a:pt x="947035" y="122558"/>
                </a:moveTo>
                <a:lnTo>
                  <a:pt x="947535" y="122558"/>
                </a:lnTo>
                <a:lnTo>
                  <a:pt x="947535" y="124334"/>
                </a:lnTo>
                <a:lnTo>
                  <a:pt x="947035" y="124334"/>
                </a:lnTo>
                <a:close/>
                <a:moveTo>
                  <a:pt x="919549" y="124334"/>
                </a:moveTo>
                <a:lnTo>
                  <a:pt x="920048" y="124334"/>
                </a:lnTo>
                <a:lnTo>
                  <a:pt x="920048" y="125222"/>
                </a:lnTo>
                <a:lnTo>
                  <a:pt x="919549" y="125222"/>
                </a:lnTo>
                <a:close/>
                <a:moveTo>
                  <a:pt x="947035" y="125222"/>
                </a:moveTo>
                <a:lnTo>
                  <a:pt x="947535" y="125222"/>
                </a:lnTo>
                <a:lnTo>
                  <a:pt x="947535" y="126110"/>
                </a:lnTo>
                <a:lnTo>
                  <a:pt x="947035" y="126110"/>
                </a:lnTo>
                <a:close/>
                <a:moveTo>
                  <a:pt x="943037" y="126110"/>
                </a:moveTo>
                <a:lnTo>
                  <a:pt x="943537" y="126110"/>
                </a:lnTo>
                <a:lnTo>
                  <a:pt x="943537" y="126998"/>
                </a:lnTo>
                <a:lnTo>
                  <a:pt x="943037" y="126998"/>
                </a:lnTo>
                <a:close/>
                <a:moveTo>
                  <a:pt x="942538" y="127886"/>
                </a:moveTo>
                <a:lnTo>
                  <a:pt x="943037" y="127886"/>
                </a:lnTo>
                <a:lnTo>
                  <a:pt x="943037" y="128774"/>
                </a:lnTo>
                <a:lnTo>
                  <a:pt x="942538" y="128774"/>
                </a:lnTo>
                <a:close/>
                <a:moveTo>
                  <a:pt x="931043" y="127886"/>
                </a:moveTo>
                <a:lnTo>
                  <a:pt x="931543" y="127886"/>
                </a:lnTo>
                <a:lnTo>
                  <a:pt x="931543" y="128774"/>
                </a:lnTo>
                <a:lnTo>
                  <a:pt x="931043" y="128774"/>
                </a:lnTo>
                <a:close/>
                <a:moveTo>
                  <a:pt x="932043" y="127886"/>
                </a:moveTo>
                <a:lnTo>
                  <a:pt x="933042" y="127886"/>
                </a:lnTo>
                <a:lnTo>
                  <a:pt x="933042" y="128774"/>
                </a:lnTo>
                <a:lnTo>
                  <a:pt x="932043" y="128774"/>
                </a:lnTo>
                <a:close/>
                <a:moveTo>
                  <a:pt x="921048" y="129663"/>
                </a:moveTo>
                <a:lnTo>
                  <a:pt x="921548" y="129663"/>
                </a:lnTo>
                <a:lnTo>
                  <a:pt x="921548" y="130551"/>
                </a:lnTo>
                <a:lnTo>
                  <a:pt x="921048" y="130551"/>
                </a:lnTo>
                <a:close/>
                <a:moveTo>
                  <a:pt x="941538" y="130551"/>
                </a:moveTo>
                <a:lnTo>
                  <a:pt x="942038" y="130551"/>
                </a:lnTo>
                <a:lnTo>
                  <a:pt x="942038" y="131439"/>
                </a:lnTo>
                <a:lnTo>
                  <a:pt x="941538" y="131439"/>
                </a:lnTo>
                <a:close/>
                <a:moveTo>
                  <a:pt x="961029" y="131439"/>
                </a:moveTo>
                <a:lnTo>
                  <a:pt x="961528" y="131439"/>
                </a:lnTo>
                <a:lnTo>
                  <a:pt x="961528" y="132327"/>
                </a:lnTo>
                <a:lnTo>
                  <a:pt x="961029" y="132327"/>
                </a:lnTo>
                <a:close/>
                <a:moveTo>
                  <a:pt x="968525" y="132327"/>
                </a:moveTo>
                <a:lnTo>
                  <a:pt x="969025" y="132327"/>
                </a:lnTo>
                <a:lnTo>
                  <a:pt x="969025" y="133215"/>
                </a:lnTo>
                <a:lnTo>
                  <a:pt x="968525" y="133215"/>
                </a:lnTo>
                <a:close/>
                <a:moveTo>
                  <a:pt x="749630" y="134991"/>
                </a:moveTo>
                <a:lnTo>
                  <a:pt x="750130" y="134991"/>
                </a:lnTo>
                <a:lnTo>
                  <a:pt x="750130" y="135879"/>
                </a:lnTo>
                <a:lnTo>
                  <a:pt x="749630" y="135879"/>
                </a:lnTo>
                <a:close/>
                <a:moveTo>
                  <a:pt x="947035" y="126998"/>
                </a:moveTo>
                <a:lnTo>
                  <a:pt x="947535" y="126998"/>
                </a:lnTo>
                <a:lnTo>
                  <a:pt x="947535" y="135879"/>
                </a:lnTo>
                <a:lnTo>
                  <a:pt x="947035" y="135879"/>
                </a:lnTo>
                <a:close/>
                <a:moveTo>
                  <a:pt x="738635" y="135879"/>
                </a:moveTo>
                <a:lnTo>
                  <a:pt x="739135" y="135879"/>
                </a:lnTo>
                <a:lnTo>
                  <a:pt x="739135" y="136767"/>
                </a:lnTo>
                <a:lnTo>
                  <a:pt x="738635" y="136767"/>
                </a:lnTo>
                <a:close/>
                <a:moveTo>
                  <a:pt x="735137" y="135879"/>
                </a:moveTo>
                <a:lnTo>
                  <a:pt x="735637" y="135879"/>
                </a:lnTo>
                <a:lnTo>
                  <a:pt x="735637" y="136767"/>
                </a:lnTo>
                <a:lnTo>
                  <a:pt x="735137" y="136767"/>
                </a:lnTo>
                <a:close/>
                <a:moveTo>
                  <a:pt x="776117" y="136767"/>
                </a:moveTo>
                <a:lnTo>
                  <a:pt x="776617" y="136767"/>
                </a:lnTo>
                <a:lnTo>
                  <a:pt x="776617" y="137655"/>
                </a:lnTo>
                <a:lnTo>
                  <a:pt x="776117" y="137655"/>
                </a:lnTo>
                <a:close/>
                <a:moveTo>
                  <a:pt x="734637" y="136767"/>
                </a:moveTo>
                <a:lnTo>
                  <a:pt x="735137" y="136767"/>
                </a:lnTo>
                <a:lnTo>
                  <a:pt x="735137" y="137655"/>
                </a:lnTo>
                <a:lnTo>
                  <a:pt x="734637" y="137655"/>
                </a:lnTo>
                <a:close/>
                <a:moveTo>
                  <a:pt x="766622" y="136767"/>
                </a:moveTo>
                <a:lnTo>
                  <a:pt x="767122" y="136767"/>
                </a:lnTo>
                <a:lnTo>
                  <a:pt x="767122" y="137655"/>
                </a:lnTo>
                <a:lnTo>
                  <a:pt x="766622" y="137655"/>
                </a:lnTo>
                <a:close/>
                <a:moveTo>
                  <a:pt x="748631" y="137655"/>
                </a:moveTo>
                <a:lnTo>
                  <a:pt x="749130" y="137655"/>
                </a:lnTo>
                <a:lnTo>
                  <a:pt x="749130" y="138544"/>
                </a:lnTo>
                <a:lnTo>
                  <a:pt x="748631" y="138544"/>
                </a:lnTo>
                <a:close/>
                <a:moveTo>
                  <a:pt x="750630" y="137655"/>
                </a:moveTo>
                <a:lnTo>
                  <a:pt x="751129" y="137655"/>
                </a:lnTo>
                <a:lnTo>
                  <a:pt x="751129" y="138544"/>
                </a:lnTo>
                <a:lnTo>
                  <a:pt x="750630" y="138544"/>
                </a:lnTo>
                <a:close/>
                <a:moveTo>
                  <a:pt x="759126" y="137655"/>
                </a:moveTo>
                <a:lnTo>
                  <a:pt x="759625" y="137655"/>
                </a:lnTo>
                <a:lnTo>
                  <a:pt x="759625" y="138544"/>
                </a:lnTo>
                <a:lnTo>
                  <a:pt x="759126" y="138544"/>
                </a:lnTo>
                <a:close/>
                <a:moveTo>
                  <a:pt x="775618" y="138544"/>
                </a:moveTo>
                <a:lnTo>
                  <a:pt x="776117" y="138544"/>
                </a:lnTo>
                <a:lnTo>
                  <a:pt x="776117" y="139432"/>
                </a:lnTo>
                <a:lnTo>
                  <a:pt x="775618" y="139432"/>
                </a:lnTo>
                <a:close/>
                <a:moveTo>
                  <a:pt x="947035" y="136767"/>
                </a:moveTo>
                <a:lnTo>
                  <a:pt x="947535" y="136767"/>
                </a:lnTo>
                <a:lnTo>
                  <a:pt x="947535" y="139432"/>
                </a:lnTo>
                <a:lnTo>
                  <a:pt x="947035" y="139432"/>
                </a:lnTo>
                <a:close/>
                <a:moveTo>
                  <a:pt x="770620" y="138544"/>
                </a:moveTo>
                <a:lnTo>
                  <a:pt x="771120" y="138544"/>
                </a:lnTo>
                <a:lnTo>
                  <a:pt x="771120" y="139432"/>
                </a:lnTo>
                <a:lnTo>
                  <a:pt x="770620" y="139432"/>
                </a:lnTo>
                <a:close/>
                <a:moveTo>
                  <a:pt x="963528" y="138544"/>
                </a:moveTo>
                <a:lnTo>
                  <a:pt x="967526" y="138544"/>
                </a:lnTo>
                <a:lnTo>
                  <a:pt x="967526" y="139432"/>
                </a:lnTo>
                <a:lnTo>
                  <a:pt x="963528" y="139432"/>
                </a:lnTo>
                <a:close/>
                <a:moveTo>
                  <a:pt x="969025" y="138544"/>
                </a:moveTo>
                <a:lnTo>
                  <a:pt x="970524" y="138544"/>
                </a:lnTo>
                <a:lnTo>
                  <a:pt x="970524" y="139432"/>
                </a:lnTo>
                <a:lnTo>
                  <a:pt x="969025" y="139432"/>
                </a:lnTo>
                <a:close/>
                <a:moveTo>
                  <a:pt x="968025" y="138544"/>
                </a:moveTo>
                <a:lnTo>
                  <a:pt x="968525" y="138544"/>
                </a:lnTo>
                <a:lnTo>
                  <a:pt x="968525" y="139432"/>
                </a:lnTo>
                <a:lnTo>
                  <a:pt x="968025" y="139432"/>
                </a:lnTo>
                <a:close/>
                <a:moveTo>
                  <a:pt x="749630" y="139432"/>
                </a:moveTo>
                <a:lnTo>
                  <a:pt x="750130" y="139432"/>
                </a:lnTo>
                <a:lnTo>
                  <a:pt x="750130" y="140320"/>
                </a:lnTo>
                <a:lnTo>
                  <a:pt x="749630" y="140320"/>
                </a:lnTo>
                <a:close/>
                <a:moveTo>
                  <a:pt x="740634" y="139432"/>
                </a:moveTo>
                <a:lnTo>
                  <a:pt x="741134" y="139432"/>
                </a:lnTo>
                <a:lnTo>
                  <a:pt x="741134" y="140320"/>
                </a:lnTo>
                <a:lnTo>
                  <a:pt x="740634" y="140320"/>
                </a:lnTo>
                <a:close/>
                <a:moveTo>
                  <a:pt x="841586" y="139432"/>
                </a:moveTo>
                <a:lnTo>
                  <a:pt x="842086" y="139432"/>
                </a:lnTo>
                <a:lnTo>
                  <a:pt x="842086" y="140320"/>
                </a:lnTo>
                <a:lnTo>
                  <a:pt x="841586" y="140320"/>
                </a:lnTo>
                <a:close/>
                <a:moveTo>
                  <a:pt x="851081" y="139432"/>
                </a:moveTo>
                <a:lnTo>
                  <a:pt x="851581" y="139432"/>
                </a:lnTo>
                <a:lnTo>
                  <a:pt x="851581" y="140320"/>
                </a:lnTo>
                <a:lnTo>
                  <a:pt x="851081" y="140320"/>
                </a:lnTo>
                <a:close/>
                <a:moveTo>
                  <a:pt x="775118" y="140320"/>
                </a:moveTo>
                <a:lnTo>
                  <a:pt x="775618" y="140320"/>
                </a:lnTo>
                <a:lnTo>
                  <a:pt x="775618" y="141208"/>
                </a:lnTo>
                <a:lnTo>
                  <a:pt x="775118" y="141208"/>
                </a:lnTo>
                <a:close/>
                <a:moveTo>
                  <a:pt x="752629" y="140320"/>
                </a:moveTo>
                <a:lnTo>
                  <a:pt x="753129" y="140320"/>
                </a:lnTo>
                <a:lnTo>
                  <a:pt x="753129" y="141208"/>
                </a:lnTo>
                <a:lnTo>
                  <a:pt x="752629" y="141208"/>
                </a:lnTo>
                <a:close/>
                <a:moveTo>
                  <a:pt x="738635" y="141208"/>
                </a:moveTo>
                <a:lnTo>
                  <a:pt x="739135" y="141208"/>
                </a:lnTo>
                <a:lnTo>
                  <a:pt x="739135" y="142096"/>
                </a:lnTo>
                <a:lnTo>
                  <a:pt x="738635" y="142096"/>
                </a:lnTo>
                <a:close/>
                <a:moveTo>
                  <a:pt x="745632" y="141208"/>
                </a:moveTo>
                <a:lnTo>
                  <a:pt x="746132" y="141208"/>
                </a:lnTo>
                <a:lnTo>
                  <a:pt x="746132" y="142096"/>
                </a:lnTo>
                <a:lnTo>
                  <a:pt x="745632" y="142096"/>
                </a:lnTo>
                <a:close/>
                <a:moveTo>
                  <a:pt x="749630" y="142096"/>
                </a:moveTo>
                <a:lnTo>
                  <a:pt x="750130" y="142096"/>
                </a:lnTo>
                <a:lnTo>
                  <a:pt x="750130" y="142984"/>
                </a:lnTo>
                <a:lnTo>
                  <a:pt x="749630" y="142984"/>
                </a:lnTo>
                <a:close/>
                <a:moveTo>
                  <a:pt x="839087" y="142096"/>
                </a:moveTo>
                <a:lnTo>
                  <a:pt x="839587" y="142096"/>
                </a:lnTo>
                <a:lnTo>
                  <a:pt x="839587" y="142984"/>
                </a:lnTo>
                <a:lnTo>
                  <a:pt x="839087" y="142984"/>
                </a:lnTo>
                <a:close/>
                <a:moveTo>
                  <a:pt x="758126" y="142984"/>
                </a:moveTo>
                <a:lnTo>
                  <a:pt x="758626" y="142984"/>
                </a:lnTo>
                <a:lnTo>
                  <a:pt x="758626" y="143872"/>
                </a:lnTo>
                <a:lnTo>
                  <a:pt x="758126" y="143872"/>
                </a:lnTo>
                <a:close/>
                <a:moveTo>
                  <a:pt x="775618" y="142984"/>
                </a:moveTo>
                <a:lnTo>
                  <a:pt x="776117" y="142984"/>
                </a:lnTo>
                <a:lnTo>
                  <a:pt x="776117" y="143872"/>
                </a:lnTo>
                <a:lnTo>
                  <a:pt x="775618" y="143872"/>
                </a:lnTo>
                <a:close/>
                <a:moveTo>
                  <a:pt x="770120" y="142984"/>
                </a:moveTo>
                <a:lnTo>
                  <a:pt x="770620" y="142984"/>
                </a:lnTo>
                <a:lnTo>
                  <a:pt x="770620" y="143872"/>
                </a:lnTo>
                <a:lnTo>
                  <a:pt x="770120" y="143872"/>
                </a:lnTo>
                <a:close/>
                <a:moveTo>
                  <a:pt x="734637" y="142984"/>
                </a:moveTo>
                <a:lnTo>
                  <a:pt x="735137" y="142984"/>
                </a:lnTo>
                <a:lnTo>
                  <a:pt x="735137" y="143872"/>
                </a:lnTo>
                <a:lnTo>
                  <a:pt x="734637" y="143872"/>
                </a:lnTo>
                <a:close/>
                <a:moveTo>
                  <a:pt x="776117" y="143872"/>
                </a:moveTo>
                <a:lnTo>
                  <a:pt x="776617" y="143872"/>
                </a:lnTo>
                <a:lnTo>
                  <a:pt x="776617" y="144760"/>
                </a:lnTo>
                <a:lnTo>
                  <a:pt x="776117" y="144760"/>
                </a:lnTo>
                <a:close/>
                <a:moveTo>
                  <a:pt x="734138" y="143872"/>
                </a:moveTo>
                <a:lnTo>
                  <a:pt x="734637" y="143872"/>
                </a:lnTo>
                <a:lnTo>
                  <a:pt x="734637" y="144760"/>
                </a:lnTo>
                <a:lnTo>
                  <a:pt x="734138" y="144760"/>
                </a:lnTo>
                <a:close/>
                <a:moveTo>
                  <a:pt x="747131" y="143872"/>
                </a:moveTo>
                <a:lnTo>
                  <a:pt x="747631" y="143872"/>
                </a:lnTo>
                <a:lnTo>
                  <a:pt x="747631" y="144760"/>
                </a:lnTo>
                <a:lnTo>
                  <a:pt x="747131" y="144760"/>
                </a:lnTo>
                <a:close/>
                <a:moveTo>
                  <a:pt x="865075" y="143872"/>
                </a:moveTo>
                <a:lnTo>
                  <a:pt x="865575" y="143872"/>
                </a:lnTo>
                <a:lnTo>
                  <a:pt x="865575" y="144760"/>
                </a:lnTo>
                <a:lnTo>
                  <a:pt x="865075" y="144760"/>
                </a:lnTo>
                <a:close/>
                <a:moveTo>
                  <a:pt x="778117" y="144760"/>
                </a:moveTo>
                <a:lnTo>
                  <a:pt x="778616" y="144760"/>
                </a:lnTo>
                <a:lnTo>
                  <a:pt x="778616" y="145648"/>
                </a:lnTo>
                <a:lnTo>
                  <a:pt x="778117" y="145648"/>
                </a:lnTo>
                <a:close/>
                <a:moveTo>
                  <a:pt x="739135" y="144760"/>
                </a:moveTo>
                <a:lnTo>
                  <a:pt x="739635" y="144760"/>
                </a:lnTo>
                <a:lnTo>
                  <a:pt x="739635" y="145648"/>
                </a:lnTo>
                <a:lnTo>
                  <a:pt x="739135" y="145648"/>
                </a:lnTo>
                <a:close/>
                <a:moveTo>
                  <a:pt x="845584" y="144760"/>
                </a:moveTo>
                <a:lnTo>
                  <a:pt x="846084" y="144760"/>
                </a:lnTo>
                <a:lnTo>
                  <a:pt x="846084" y="145648"/>
                </a:lnTo>
                <a:lnTo>
                  <a:pt x="845584" y="145648"/>
                </a:lnTo>
                <a:close/>
                <a:moveTo>
                  <a:pt x="764123" y="145648"/>
                </a:moveTo>
                <a:lnTo>
                  <a:pt x="764623" y="145648"/>
                </a:lnTo>
                <a:lnTo>
                  <a:pt x="764623" y="146536"/>
                </a:lnTo>
                <a:lnTo>
                  <a:pt x="764123" y="146536"/>
                </a:lnTo>
                <a:close/>
                <a:moveTo>
                  <a:pt x="735137" y="145648"/>
                </a:moveTo>
                <a:lnTo>
                  <a:pt x="735637" y="145648"/>
                </a:lnTo>
                <a:lnTo>
                  <a:pt x="735637" y="146536"/>
                </a:lnTo>
                <a:lnTo>
                  <a:pt x="735137" y="146536"/>
                </a:lnTo>
                <a:close/>
                <a:moveTo>
                  <a:pt x="747131" y="145648"/>
                </a:moveTo>
                <a:lnTo>
                  <a:pt x="747631" y="145648"/>
                </a:lnTo>
                <a:lnTo>
                  <a:pt x="747631" y="146536"/>
                </a:lnTo>
                <a:lnTo>
                  <a:pt x="747131" y="146536"/>
                </a:lnTo>
                <a:close/>
                <a:moveTo>
                  <a:pt x="917050" y="146536"/>
                </a:moveTo>
                <a:lnTo>
                  <a:pt x="917550" y="146536"/>
                </a:lnTo>
                <a:lnTo>
                  <a:pt x="917550" y="147425"/>
                </a:lnTo>
                <a:lnTo>
                  <a:pt x="917050" y="147425"/>
                </a:lnTo>
                <a:close/>
                <a:moveTo>
                  <a:pt x="745132" y="146536"/>
                </a:moveTo>
                <a:lnTo>
                  <a:pt x="745632" y="146536"/>
                </a:lnTo>
                <a:lnTo>
                  <a:pt x="745632" y="147425"/>
                </a:lnTo>
                <a:lnTo>
                  <a:pt x="745132" y="147425"/>
                </a:lnTo>
                <a:close/>
                <a:moveTo>
                  <a:pt x="734637" y="146536"/>
                </a:moveTo>
                <a:lnTo>
                  <a:pt x="735137" y="146536"/>
                </a:lnTo>
                <a:lnTo>
                  <a:pt x="735137" y="147425"/>
                </a:lnTo>
                <a:lnTo>
                  <a:pt x="734637" y="147425"/>
                </a:lnTo>
                <a:close/>
                <a:moveTo>
                  <a:pt x="865075" y="146536"/>
                </a:moveTo>
                <a:lnTo>
                  <a:pt x="865575" y="146536"/>
                </a:lnTo>
                <a:lnTo>
                  <a:pt x="865575" y="147425"/>
                </a:lnTo>
                <a:lnTo>
                  <a:pt x="865075" y="147425"/>
                </a:lnTo>
                <a:close/>
                <a:moveTo>
                  <a:pt x="897059" y="146536"/>
                </a:moveTo>
                <a:lnTo>
                  <a:pt x="897559" y="146536"/>
                </a:lnTo>
                <a:lnTo>
                  <a:pt x="897559" y="147425"/>
                </a:lnTo>
                <a:lnTo>
                  <a:pt x="897059" y="147425"/>
                </a:lnTo>
                <a:close/>
                <a:moveTo>
                  <a:pt x="901557" y="146536"/>
                </a:moveTo>
                <a:lnTo>
                  <a:pt x="902057" y="146536"/>
                </a:lnTo>
                <a:lnTo>
                  <a:pt x="902057" y="147425"/>
                </a:lnTo>
                <a:lnTo>
                  <a:pt x="901557" y="147425"/>
                </a:lnTo>
                <a:close/>
                <a:moveTo>
                  <a:pt x="723643" y="146536"/>
                </a:moveTo>
                <a:lnTo>
                  <a:pt x="724142" y="146536"/>
                </a:lnTo>
                <a:lnTo>
                  <a:pt x="724142" y="147425"/>
                </a:lnTo>
                <a:lnTo>
                  <a:pt x="723643" y="147425"/>
                </a:lnTo>
                <a:close/>
                <a:moveTo>
                  <a:pt x="827593" y="146536"/>
                </a:moveTo>
                <a:lnTo>
                  <a:pt x="828093" y="146536"/>
                </a:lnTo>
                <a:lnTo>
                  <a:pt x="828093" y="147425"/>
                </a:lnTo>
                <a:lnTo>
                  <a:pt x="827593" y="147425"/>
                </a:lnTo>
                <a:close/>
                <a:moveTo>
                  <a:pt x="932043" y="146536"/>
                </a:moveTo>
                <a:lnTo>
                  <a:pt x="932542" y="146536"/>
                </a:lnTo>
                <a:lnTo>
                  <a:pt x="932542" y="147425"/>
                </a:lnTo>
                <a:lnTo>
                  <a:pt x="932043" y="147425"/>
                </a:lnTo>
                <a:close/>
                <a:moveTo>
                  <a:pt x="740135" y="147425"/>
                </a:moveTo>
                <a:lnTo>
                  <a:pt x="740634" y="147425"/>
                </a:lnTo>
                <a:lnTo>
                  <a:pt x="740634" y="148313"/>
                </a:lnTo>
                <a:lnTo>
                  <a:pt x="740135" y="148313"/>
                </a:lnTo>
                <a:close/>
                <a:moveTo>
                  <a:pt x="776617" y="146536"/>
                </a:moveTo>
                <a:lnTo>
                  <a:pt x="777117" y="146536"/>
                </a:lnTo>
                <a:lnTo>
                  <a:pt x="777117" y="148313"/>
                </a:lnTo>
                <a:lnTo>
                  <a:pt x="776617" y="148313"/>
                </a:lnTo>
                <a:close/>
                <a:moveTo>
                  <a:pt x="920048" y="147425"/>
                </a:moveTo>
                <a:lnTo>
                  <a:pt x="922047" y="147425"/>
                </a:lnTo>
                <a:lnTo>
                  <a:pt x="922047" y="148313"/>
                </a:lnTo>
                <a:lnTo>
                  <a:pt x="920048" y="148313"/>
                </a:lnTo>
                <a:close/>
                <a:moveTo>
                  <a:pt x="760625" y="147425"/>
                </a:moveTo>
                <a:lnTo>
                  <a:pt x="761125" y="147425"/>
                </a:lnTo>
                <a:lnTo>
                  <a:pt x="761125" y="148313"/>
                </a:lnTo>
                <a:lnTo>
                  <a:pt x="760625" y="148313"/>
                </a:lnTo>
                <a:close/>
                <a:moveTo>
                  <a:pt x="943037" y="147425"/>
                </a:moveTo>
                <a:lnTo>
                  <a:pt x="943537" y="147425"/>
                </a:lnTo>
                <a:lnTo>
                  <a:pt x="943537" y="148313"/>
                </a:lnTo>
                <a:lnTo>
                  <a:pt x="943037" y="148313"/>
                </a:lnTo>
                <a:close/>
                <a:moveTo>
                  <a:pt x="947535" y="147425"/>
                </a:moveTo>
                <a:lnTo>
                  <a:pt x="948535" y="147425"/>
                </a:lnTo>
                <a:lnTo>
                  <a:pt x="948535" y="148313"/>
                </a:lnTo>
                <a:lnTo>
                  <a:pt x="947535" y="148313"/>
                </a:lnTo>
                <a:close/>
                <a:moveTo>
                  <a:pt x="908054" y="147425"/>
                </a:moveTo>
                <a:lnTo>
                  <a:pt x="909553" y="147425"/>
                </a:lnTo>
                <a:lnTo>
                  <a:pt x="909553" y="148313"/>
                </a:lnTo>
                <a:lnTo>
                  <a:pt x="908054" y="148313"/>
                </a:lnTo>
                <a:close/>
                <a:moveTo>
                  <a:pt x="850582" y="147425"/>
                </a:moveTo>
                <a:lnTo>
                  <a:pt x="851081" y="147425"/>
                </a:lnTo>
                <a:lnTo>
                  <a:pt x="851081" y="148313"/>
                </a:lnTo>
                <a:lnTo>
                  <a:pt x="850582" y="148313"/>
                </a:lnTo>
                <a:close/>
                <a:moveTo>
                  <a:pt x="841586" y="147425"/>
                </a:moveTo>
                <a:lnTo>
                  <a:pt x="842086" y="147425"/>
                </a:lnTo>
                <a:lnTo>
                  <a:pt x="842086" y="148313"/>
                </a:lnTo>
                <a:lnTo>
                  <a:pt x="841586" y="148313"/>
                </a:lnTo>
                <a:close/>
                <a:moveTo>
                  <a:pt x="910553" y="147425"/>
                </a:moveTo>
                <a:lnTo>
                  <a:pt x="911053" y="147425"/>
                </a:lnTo>
                <a:lnTo>
                  <a:pt x="911053" y="148313"/>
                </a:lnTo>
                <a:lnTo>
                  <a:pt x="910553" y="148313"/>
                </a:lnTo>
                <a:close/>
                <a:moveTo>
                  <a:pt x="944037" y="147425"/>
                </a:moveTo>
                <a:lnTo>
                  <a:pt x="944537" y="147425"/>
                </a:lnTo>
                <a:lnTo>
                  <a:pt x="944537" y="148313"/>
                </a:lnTo>
                <a:lnTo>
                  <a:pt x="944037" y="148313"/>
                </a:lnTo>
                <a:close/>
                <a:moveTo>
                  <a:pt x="969025" y="147425"/>
                </a:moveTo>
                <a:lnTo>
                  <a:pt x="969525" y="147425"/>
                </a:lnTo>
                <a:lnTo>
                  <a:pt x="969525" y="148313"/>
                </a:lnTo>
                <a:lnTo>
                  <a:pt x="969025" y="148313"/>
                </a:lnTo>
                <a:close/>
                <a:moveTo>
                  <a:pt x="956531" y="147425"/>
                </a:moveTo>
                <a:lnTo>
                  <a:pt x="957031" y="147425"/>
                </a:lnTo>
                <a:lnTo>
                  <a:pt x="957031" y="148313"/>
                </a:lnTo>
                <a:lnTo>
                  <a:pt x="956531" y="148313"/>
                </a:lnTo>
                <a:close/>
                <a:moveTo>
                  <a:pt x="925546" y="147425"/>
                </a:moveTo>
                <a:lnTo>
                  <a:pt x="926046" y="147425"/>
                </a:lnTo>
                <a:lnTo>
                  <a:pt x="926046" y="148313"/>
                </a:lnTo>
                <a:lnTo>
                  <a:pt x="925546" y="148313"/>
                </a:lnTo>
                <a:close/>
                <a:moveTo>
                  <a:pt x="954032" y="147425"/>
                </a:moveTo>
                <a:lnTo>
                  <a:pt x="954532" y="147425"/>
                </a:lnTo>
                <a:lnTo>
                  <a:pt x="954532" y="148313"/>
                </a:lnTo>
                <a:lnTo>
                  <a:pt x="954032" y="148313"/>
                </a:lnTo>
                <a:close/>
                <a:moveTo>
                  <a:pt x="914051" y="146536"/>
                </a:moveTo>
                <a:lnTo>
                  <a:pt x="914551" y="146536"/>
                </a:lnTo>
                <a:lnTo>
                  <a:pt x="914551" y="148313"/>
                </a:lnTo>
                <a:lnTo>
                  <a:pt x="914051" y="148313"/>
                </a:lnTo>
                <a:close/>
                <a:moveTo>
                  <a:pt x="968025" y="147425"/>
                </a:moveTo>
                <a:lnTo>
                  <a:pt x="968525" y="147425"/>
                </a:lnTo>
                <a:lnTo>
                  <a:pt x="968525" y="148313"/>
                </a:lnTo>
                <a:lnTo>
                  <a:pt x="968025" y="148313"/>
                </a:lnTo>
                <a:close/>
                <a:moveTo>
                  <a:pt x="915051" y="148313"/>
                </a:moveTo>
                <a:lnTo>
                  <a:pt x="915551" y="148313"/>
                </a:lnTo>
                <a:lnTo>
                  <a:pt x="915551" y="149201"/>
                </a:lnTo>
                <a:lnTo>
                  <a:pt x="915051" y="149201"/>
                </a:lnTo>
                <a:close/>
                <a:moveTo>
                  <a:pt x="735137" y="148313"/>
                </a:moveTo>
                <a:lnTo>
                  <a:pt x="735637" y="148313"/>
                </a:lnTo>
                <a:lnTo>
                  <a:pt x="735637" y="149201"/>
                </a:lnTo>
                <a:lnTo>
                  <a:pt x="735137" y="149201"/>
                </a:lnTo>
                <a:close/>
                <a:moveTo>
                  <a:pt x="961528" y="148313"/>
                </a:moveTo>
                <a:lnTo>
                  <a:pt x="962028" y="148313"/>
                </a:lnTo>
                <a:lnTo>
                  <a:pt x="962028" y="149201"/>
                </a:lnTo>
                <a:lnTo>
                  <a:pt x="961528" y="149201"/>
                </a:lnTo>
                <a:close/>
                <a:moveTo>
                  <a:pt x="903057" y="148313"/>
                </a:moveTo>
                <a:lnTo>
                  <a:pt x="903556" y="148313"/>
                </a:lnTo>
                <a:lnTo>
                  <a:pt x="903556" y="149201"/>
                </a:lnTo>
                <a:lnTo>
                  <a:pt x="903057" y="149201"/>
                </a:lnTo>
                <a:close/>
                <a:moveTo>
                  <a:pt x="746132" y="148313"/>
                </a:moveTo>
                <a:lnTo>
                  <a:pt x="746632" y="148313"/>
                </a:lnTo>
                <a:lnTo>
                  <a:pt x="746632" y="149201"/>
                </a:lnTo>
                <a:lnTo>
                  <a:pt x="746132" y="149201"/>
                </a:lnTo>
                <a:close/>
                <a:moveTo>
                  <a:pt x="764123" y="148313"/>
                </a:moveTo>
                <a:lnTo>
                  <a:pt x="764623" y="148313"/>
                </a:lnTo>
                <a:lnTo>
                  <a:pt x="764623" y="149201"/>
                </a:lnTo>
                <a:lnTo>
                  <a:pt x="764123" y="149201"/>
                </a:lnTo>
                <a:close/>
                <a:moveTo>
                  <a:pt x="863076" y="149201"/>
                </a:moveTo>
                <a:lnTo>
                  <a:pt x="863575" y="149201"/>
                </a:lnTo>
                <a:lnTo>
                  <a:pt x="863575" y="150089"/>
                </a:lnTo>
                <a:lnTo>
                  <a:pt x="863076" y="150089"/>
                </a:lnTo>
                <a:close/>
                <a:moveTo>
                  <a:pt x="922547" y="149201"/>
                </a:moveTo>
                <a:lnTo>
                  <a:pt x="923047" y="149201"/>
                </a:lnTo>
                <a:lnTo>
                  <a:pt x="923047" y="150089"/>
                </a:lnTo>
                <a:lnTo>
                  <a:pt x="922547" y="150089"/>
                </a:lnTo>
                <a:close/>
                <a:moveTo>
                  <a:pt x="738136" y="149201"/>
                </a:moveTo>
                <a:lnTo>
                  <a:pt x="738635" y="149201"/>
                </a:lnTo>
                <a:lnTo>
                  <a:pt x="738635" y="150089"/>
                </a:lnTo>
                <a:lnTo>
                  <a:pt x="738136" y="150089"/>
                </a:lnTo>
                <a:close/>
                <a:moveTo>
                  <a:pt x="917550" y="148313"/>
                </a:moveTo>
                <a:lnTo>
                  <a:pt x="918049" y="148313"/>
                </a:lnTo>
                <a:lnTo>
                  <a:pt x="918049" y="150089"/>
                </a:lnTo>
                <a:lnTo>
                  <a:pt x="917550" y="150089"/>
                </a:lnTo>
                <a:close/>
                <a:moveTo>
                  <a:pt x="775118" y="149201"/>
                </a:moveTo>
                <a:lnTo>
                  <a:pt x="775618" y="149201"/>
                </a:lnTo>
                <a:lnTo>
                  <a:pt x="775618" y="150089"/>
                </a:lnTo>
                <a:lnTo>
                  <a:pt x="775118" y="150089"/>
                </a:lnTo>
                <a:close/>
                <a:moveTo>
                  <a:pt x="941038" y="147425"/>
                </a:moveTo>
                <a:lnTo>
                  <a:pt x="941538" y="147425"/>
                </a:lnTo>
                <a:lnTo>
                  <a:pt x="941538" y="150089"/>
                </a:lnTo>
                <a:lnTo>
                  <a:pt x="941038" y="150089"/>
                </a:lnTo>
                <a:close/>
                <a:moveTo>
                  <a:pt x="934042" y="149201"/>
                </a:moveTo>
                <a:lnTo>
                  <a:pt x="934541" y="149201"/>
                </a:lnTo>
                <a:lnTo>
                  <a:pt x="934541" y="150089"/>
                </a:lnTo>
                <a:lnTo>
                  <a:pt x="934042" y="150089"/>
                </a:lnTo>
                <a:close/>
                <a:moveTo>
                  <a:pt x="929044" y="150089"/>
                </a:moveTo>
                <a:lnTo>
                  <a:pt x="929544" y="150089"/>
                </a:lnTo>
                <a:lnTo>
                  <a:pt x="929544" y="150977"/>
                </a:lnTo>
                <a:lnTo>
                  <a:pt x="929044" y="150977"/>
                </a:lnTo>
                <a:close/>
                <a:moveTo>
                  <a:pt x="778117" y="150089"/>
                </a:moveTo>
                <a:lnTo>
                  <a:pt x="778616" y="150089"/>
                </a:lnTo>
                <a:lnTo>
                  <a:pt x="778616" y="150977"/>
                </a:lnTo>
                <a:lnTo>
                  <a:pt x="778117" y="150977"/>
                </a:lnTo>
                <a:close/>
                <a:moveTo>
                  <a:pt x="925546" y="150089"/>
                </a:moveTo>
                <a:lnTo>
                  <a:pt x="926046" y="150089"/>
                </a:lnTo>
                <a:lnTo>
                  <a:pt x="926046" y="150977"/>
                </a:lnTo>
                <a:lnTo>
                  <a:pt x="925546" y="150977"/>
                </a:lnTo>
                <a:close/>
                <a:moveTo>
                  <a:pt x="847083" y="150089"/>
                </a:moveTo>
                <a:lnTo>
                  <a:pt x="847583" y="150089"/>
                </a:lnTo>
                <a:lnTo>
                  <a:pt x="847583" y="150977"/>
                </a:lnTo>
                <a:lnTo>
                  <a:pt x="847083" y="150977"/>
                </a:lnTo>
                <a:close/>
                <a:moveTo>
                  <a:pt x="745632" y="150089"/>
                </a:moveTo>
                <a:lnTo>
                  <a:pt x="746132" y="150089"/>
                </a:lnTo>
                <a:lnTo>
                  <a:pt x="746132" y="150977"/>
                </a:lnTo>
                <a:lnTo>
                  <a:pt x="745632" y="150977"/>
                </a:lnTo>
                <a:close/>
                <a:moveTo>
                  <a:pt x="828592" y="150089"/>
                </a:moveTo>
                <a:lnTo>
                  <a:pt x="829092" y="150089"/>
                </a:lnTo>
                <a:lnTo>
                  <a:pt x="829092" y="150977"/>
                </a:lnTo>
                <a:lnTo>
                  <a:pt x="828592" y="150977"/>
                </a:lnTo>
                <a:close/>
                <a:moveTo>
                  <a:pt x="759126" y="150089"/>
                </a:moveTo>
                <a:lnTo>
                  <a:pt x="759625" y="150089"/>
                </a:lnTo>
                <a:lnTo>
                  <a:pt x="759625" y="150977"/>
                </a:lnTo>
                <a:lnTo>
                  <a:pt x="759126" y="150977"/>
                </a:lnTo>
                <a:close/>
                <a:moveTo>
                  <a:pt x="917050" y="150977"/>
                </a:moveTo>
                <a:lnTo>
                  <a:pt x="917550" y="150977"/>
                </a:lnTo>
                <a:lnTo>
                  <a:pt x="917550" y="151865"/>
                </a:lnTo>
                <a:lnTo>
                  <a:pt x="917050" y="151865"/>
                </a:lnTo>
                <a:close/>
                <a:moveTo>
                  <a:pt x="928045" y="150977"/>
                </a:moveTo>
                <a:lnTo>
                  <a:pt x="928544" y="150977"/>
                </a:lnTo>
                <a:lnTo>
                  <a:pt x="928544" y="151865"/>
                </a:lnTo>
                <a:lnTo>
                  <a:pt x="928045" y="151865"/>
                </a:lnTo>
                <a:close/>
                <a:moveTo>
                  <a:pt x="922547" y="150977"/>
                </a:moveTo>
                <a:lnTo>
                  <a:pt x="923047" y="150977"/>
                </a:lnTo>
                <a:lnTo>
                  <a:pt x="923047" y="151865"/>
                </a:lnTo>
                <a:lnTo>
                  <a:pt x="922547" y="151865"/>
                </a:lnTo>
                <a:close/>
                <a:moveTo>
                  <a:pt x="958530" y="150977"/>
                </a:moveTo>
                <a:lnTo>
                  <a:pt x="959030" y="150977"/>
                </a:lnTo>
                <a:lnTo>
                  <a:pt x="959030" y="151865"/>
                </a:lnTo>
                <a:lnTo>
                  <a:pt x="958530" y="151865"/>
                </a:lnTo>
                <a:close/>
                <a:moveTo>
                  <a:pt x="914051" y="150977"/>
                </a:moveTo>
                <a:lnTo>
                  <a:pt x="914551" y="150977"/>
                </a:lnTo>
                <a:lnTo>
                  <a:pt x="914551" y="151865"/>
                </a:lnTo>
                <a:lnTo>
                  <a:pt x="914051" y="151865"/>
                </a:lnTo>
                <a:close/>
                <a:moveTo>
                  <a:pt x="830092" y="150977"/>
                </a:moveTo>
                <a:lnTo>
                  <a:pt x="830591" y="150977"/>
                </a:lnTo>
                <a:lnTo>
                  <a:pt x="830591" y="151865"/>
                </a:lnTo>
                <a:lnTo>
                  <a:pt x="830092" y="151865"/>
                </a:lnTo>
                <a:close/>
                <a:moveTo>
                  <a:pt x="902557" y="150977"/>
                </a:moveTo>
                <a:lnTo>
                  <a:pt x="903057" y="150977"/>
                </a:lnTo>
                <a:lnTo>
                  <a:pt x="903057" y="151865"/>
                </a:lnTo>
                <a:lnTo>
                  <a:pt x="902557" y="151865"/>
                </a:lnTo>
                <a:close/>
                <a:moveTo>
                  <a:pt x="753129" y="151865"/>
                </a:moveTo>
                <a:lnTo>
                  <a:pt x="753628" y="151865"/>
                </a:lnTo>
                <a:lnTo>
                  <a:pt x="753628" y="152753"/>
                </a:lnTo>
                <a:lnTo>
                  <a:pt x="753129" y="152753"/>
                </a:lnTo>
                <a:close/>
                <a:moveTo>
                  <a:pt x="904556" y="151865"/>
                </a:moveTo>
                <a:lnTo>
                  <a:pt x="905056" y="151865"/>
                </a:lnTo>
                <a:lnTo>
                  <a:pt x="905056" y="152753"/>
                </a:lnTo>
                <a:lnTo>
                  <a:pt x="904556" y="152753"/>
                </a:lnTo>
                <a:close/>
                <a:moveTo>
                  <a:pt x="738136" y="151865"/>
                </a:moveTo>
                <a:lnTo>
                  <a:pt x="738635" y="151865"/>
                </a:lnTo>
                <a:lnTo>
                  <a:pt x="738635" y="152753"/>
                </a:lnTo>
                <a:lnTo>
                  <a:pt x="738136" y="152753"/>
                </a:lnTo>
                <a:close/>
                <a:moveTo>
                  <a:pt x="959529" y="151865"/>
                </a:moveTo>
                <a:lnTo>
                  <a:pt x="960029" y="151865"/>
                </a:lnTo>
                <a:lnTo>
                  <a:pt x="960029" y="152753"/>
                </a:lnTo>
                <a:lnTo>
                  <a:pt x="959529" y="152753"/>
                </a:lnTo>
                <a:close/>
                <a:moveTo>
                  <a:pt x="919549" y="151865"/>
                </a:moveTo>
                <a:lnTo>
                  <a:pt x="920048" y="151865"/>
                </a:lnTo>
                <a:lnTo>
                  <a:pt x="920048" y="152753"/>
                </a:lnTo>
                <a:lnTo>
                  <a:pt x="919549" y="152753"/>
                </a:lnTo>
                <a:close/>
                <a:moveTo>
                  <a:pt x="942038" y="151865"/>
                </a:moveTo>
                <a:lnTo>
                  <a:pt x="942538" y="151865"/>
                </a:lnTo>
                <a:lnTo>
                  <a:pt x="942538" y="152753"/>
                </a:lnTo>
                <a:lnTo>
                  <a:pt x="942038" y="152753"/>
                </a:lnTo>
                <a:close/>
                <a:moveTo>
                  <a:pt x="924046" y="151865"/>
                </a:moveTo>
                <a:lnTo>
                  <a:pt x="924546" y="151865"/>
                </a:lnTo>
                <a:lnTo>
                  <a:pt x="924546" y="152753"/>
                </a:lnTo>
                <a:lnTo>
                  <a:pt x="924046" y="152753"/>
                </a:lnTo>
                <a:close/>
                <a:moveTo>
                  <a:pt x="750630" y="151865"/>
                </a:moveTo>
                <a:lnTo>
                  <a:pt x="751129" y="151865"/>
                </a:lnTo>
                <a:lnTo>
                  <a:pt x="751129" y="152753"/>
                </a:lnTo>
                <a:lnTo>
                  <a:pt x="750630" y="152753"/>
                </a:lnTo>
                <a:close/>
                <a:moveTo>
                  <a:pt x="957530" y="151865"/>
                </a:moveTo>
                <a:lnTo>
                  <a:pt x="958030" y="151865"/>
                </a:lnTo>
                <a:lnTo>
                  <a:pt x="958030" y="152753"/>
                </a:lnTo>
                <a:lnTo>
                  <a:pt x="957530" y="152753"/>
                </a:lnTo>
                <a:close/>
                <a:moveTo>
                  <a:pt x="917550" y="152753"/>
                </a:moveTo>
                <a:lnTo>
                  <a:pt x="918049" y="152753"/>
                </a:lnTo>
                <a:lnTo>
                  <a:pt x="918049" y="153641"/>
                </a:lnTo>
                <a:lnTo>
                  <a:pt x="917550" y="153641"/>
                </a:lnTo>
                <a:close/>
                <a:moveTo>
                  <a:pt x="915051" y="152753"/>
                </a:moveTo>
                <a:lnTo>
                  <a:pt x="915551" y="152753"/>
                </a:lnTo>
                <a:lnTo>
                  <a:pt x="915551" y="153641"/>
                </a:lnTo>
                <a:lnTo>
                  <a:pt x="915051" y="153641"/>
                </a:lnTo>
                <a:close/>
                <a:moveTo>
                  <a:pt x="941038" y="151865"/>
                </a:moveTo>
                <a:lnTo>
                  <a:pt x="941538" y="151865"/>
                </a:lnTo>
                <a:lnTo>
                  <a:pt x="941538" y="153641"/>
                </a:lnTo>
                <a:lnTo>
                  <a:pt x="941038" y="153641"/>
                </a:lnTo>
                <a:close/>
                <a:moveTo>
                  <a:pt x="930044" y="152753"/>
                </a:moveTo>
                <a:lnTo>
                  <a:pt x="931043" y="152753"/>
                </a:lnTo>
                <a:lnTo>
                  <a:pt x="931043" y="153641"/>
                </a:lnTo>
                <a:lnTo>
                  <a:pt x="930044" y="153641"/>
                </a:lnTo>
                <a:close/>
                <a:moveTo>
                  <a:pt x="895560" y="152753"/>
                </a:moveTo>
                <a:lnTo>
                  <a:pt x="896060" y="152753"/>
                </a:lnTo>
                <a:lnTo>
                  <a:pt x="896060" y="153641"/>
                </a:lnTo>
                <a:lnTo>
                  <a:pt x="895560" y="153641"/>
                </a:lnTo>
                <a:close/>
                <a:moveTo>
                  <a:pt x="958030" y="152753"/>
                </a:moveTo>
                <a:lnTo>
                  <a:pt x="958530" y="152753"/>
                </a:lnTo>
                <a:lnTo>
                  <a:pt x="958530" y="153641"/>
                </a:lnTo>
                <a:lnTo>
                  <a:pt x="958030" y="153641"/>
                </a:lnTo>
                <a:close/>
              </a:path>
            </a:pathLst>
          </a:custGeom>
          <a:solidFill>
            <a:srgbClr val="90A1AF"/>
          </a:solidFill>
          <a:ln>
            <a:noFill/>
          </a:ln>
        </p:spPr>
      </p:sp>
      <p:sp>
        <p:nvSpPr>
          <p:cNvPr id="48" name="Kimate circled colour correction 48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29640" y="68384"/>
                </a:moveTo>
                <a:lnTo>
                  <a:pt x="730140" y="68384"/>
                </a:lnTo>
                <a:lnTo>
                  <a:pt x="730140" y="69272"/>
                </a:lnTo>
                <a:lnTo>
                  <a:pt x="729640" y="69272"/>
                </a:lnTo>
                <a:close/>
                <a:moveTo>
                  <a:pt x="761125" y="68384"/>
                </a:moveTo>
                <a:lnTo>
                  <a:pt x="761624" y="68384"/>
                </a:lnTo>
                <a:lnTo>
                  <a:pt x="761624" y="69272"/>
                </a:lnTo>
                <a:lnTo>
                  <a:pt x="761125" y="69272"/>
                </a:lnTo>
                <a:close/>
                <a:moveTo>
                  <a:pt x="765123" y="69272"/>
                </a:moveTo>
                <a:lnTo>
                  <a:pt x="765623" y="69272"/>
                </a:lnTo>
                <a:lnTo>
                  <a:pt x="765623" y="70160"/>
                </a:lnTo>
                <a:lnTo>
                  <a:pt x="765123" y="70160"/>
                </a:lnTo>
                <a:close/>
                <a:moveTo>
                  <a:pt x="727141" y="71936"/>
                </a:moveTo>
                <a:lnTo>
                  <a:pt x="727641" y="71936"/>
                </a:lnTo>
                <a:lnTo>
                  <a:pt x="727641" y="72824"/>
                </a:lnTo>
                <a:lnTo>
                  <a:pt x="727141" y="72824"/>
                </a:lnTo>
                <a:close/>
                <a:moveTo>
                  <a:pt x="764623" y="73712"/>
                </a:moveTo>
                <a:lnTo>
                  <a:pt x="765123" y="73712"/>
                </a:lnTo>
                <a:lnTo>
                  <a:pt x="765123" y="74600"/>
                </a:lnTo>
                <a:lnTo>
                  <a:pt x="764623" y="74600"/>
                </a:lnTo>
                <a:close/>
                <a:moveTo>
                  <a:pt x="762124" y="75488"/>
                </a:moveTo>
                <a:lnTo>
                  <a:pt x="762624" y="75488"/>
                </a:lnTo>
                <a:lnTo>
                  <a:pt x="762624" y="76377"/>
                </a:lnTo>
                <a:lnTo>
                  <a:pt x="762124" y="76377"/>
                </a:lnTo>
                <a:close/>
                <a:moveTo>
                  <a:pt x="726641" y="75488"/>
                </a:moveTo>
                <a:lnTo>
                  <a:pt x="727141" y="75488"/>
                </a:lnTo>
                <a:lnTo>
                  <a:pt x="727141" y="76377"/>
                </a:lnTo>
                <a:lnTo>
                  <a:pt x="726641" y="76377"/>
                </a:lnTo>
                <a:close/>
                <a:moveTo>
                  <a:pt x="759126" y="76377"/>
                </a:moveTo>
                <a:lnTo>
                  <a:pt x="759625" y="76377"/>
                </a:lnTo>
                <a:lnTo>
                  <a:pt x="759625" y="77265"/>
                </a:lnTo>
                <a:lnTo>
                  <a:pt x="759126" y="77265"/>
                </a:lnTo>
                <a:close/>
                <a:moveTo>
                  <a:pt x="727141" y="77265"/>
                </a:moveTo>
                <a:lnTo>
                  <a:pt x="727641" y="77265"/>
                </a:lnTo>
                <a:lnTo>
                  <a:pt x="727641" y="78153"/>
                </a:lnTo>
                <a:lnTo>
                  <a:pt x="727141" y="78153"/>
                </a:lnTo>
                <a:close/>
                <a:moveTo>
                  <a:pt x="763124" y="77265"/>
                </a:moveTo>
                <a:lnTo>
                  <a:pt x="763623" y="77265"/>
                </a:lnTo>
                <a:lnTo>
                  <a:pt x="763623" y="78153"/>
                </a:lnTo>
                <a:lnTo>
                  <a:pt x="763124" y="78153"/>
                </a:lnTo>
                <a:close/>
                <a:moveTo>
                  <a:pt x="766122" y="79041"/>
                </a:moveTo>
                <a:lnTo>
                  <a:pt x="766622" y="79041"/>
                </a:lnTo>
                <a:lnTo>
                  <a:pt x="766622" y="79929"/>
                </a:lnTo>
                <a:lnTo>
                  <a:pt x="766122" y="79929"/>
                </a:lnTo>
                <a:close/>
                <a:moveTo>
                  <a:pt x="843585" y="79929"/>
                </a:moveTo>
                <a:lnTo>
                  <a:pt x="844085" y="79929"/>
                </a:lnTo>
                <a:lnTo>
                  <a:pt x="844085" y="80817"/>
                </a:lnTo>
                <a:lnTo>
                  <a:pt x="843585" y="80817"/>
                </a:lnTo>
                <a:close/>
                <a:moveTo>
                  <a:pt x="938040" y="80817"/>
                </a:moveTo>
                <a:lnTo>
                  <a:pt x="938540" y="80817"/>
                </a:lnTo>
                <a:lnTo>
                  <a:pt x="938540" y="81705"/>
                </a:lnTo>
                <a:lnTo>
                  <a:pt x="938040" y="81705"/>
                </a:lnTo>
                <a:close/>
                <a:moveTo>
                  <a:pt x="934042" y="80817"/>
                </a:moveTo>
                <a:lnTo>
                  <a:pt x="934541" y="80817"/>
                </a:lnTo>
                <a:lnTo>
                  <a:pt x="934541" y="81705"/>
                </a:lnTo>
                <a:lnTo>
                  <a:pt x="934042" y="81705"/>
                </a:lnTo>
                <a:close/>
                <a:moveTo>
                  <a:pt x="726641" y="80817"/>
                </a:moveTo>
                <a:lnTo>
                  <a:pt x="727141" y="80817"/>
                </a:lnTo>
                <a:lnTo>
                  <a:pt x="727141" y="81705"/>
                </a:lnTo>
                <a:lnTo>
                  <a:pt x="726641" y="81705"/>
                </a:lnTo>
                <a:close/>
                <a:moveTo>
                  <a:pt x="932542" y="81705"/>
                </a:moveTo>
                <a:lnTo>
                  <a:pt x="933042" y="81705"/>
                </a:lnTo>
                <a:lnTo>
                  <a:pt x="933042" y="82593"/>
                </a:lnTo>
                <a:lnTo>
                  <a:pt x="932542" y="82593"/>
                </a:lnTo>
                <a:close/>
                <a:moveTo>
                  <a:pt x="735137" y="81705"/>
                </a:moveTo>
                <a:lnTo>
                  <a:pt x="735637" y="81705"/>
                </a:lnTo>
                <a:lnTo>
                  <a:pt x="735637" y="82593"/>
                </a:lnTo>
                <a:lnTo>
                  <a:pt x="735137" y="82593"/>
                </a:lnTo>
                <a:close/>
                <a:moveTo>
                  <a:pt x="939539" y="81705"/>
                </a:moveTo>
                <a:lnTo>
                  <a:pt x="940039" y="81705"/>
                </a:lnTo>
                <a:lnTo>
                  <a:pt x="940039" y="82593"/>
                </a:lnTo>
                <a:lnTo>
                  <a:pt x="939539" y="82593"/>
                </a:lnTo>
                <a:close/>
                <a:moveTo>
                  <a:pt x="856579" y="82593"/>
                </a:moveTo>
                <a:lnTo>
                  <a:pt x="857079" y="82593"/>
                </a:lnTo>
                <a:lnTo>
                  <a:pt x="857079" y="83481"/>
                </a:lnTo>
                <a:lnTo>
                  <a:pt x="856579" y="83481"/>
                </a:lnTo>
                <a:close/>
                <a:moveTo>
                  <a:pt x="754628" y="82593"/>
                </a:moveTo>
                <a:lnTo>
                  <a:pt x="755128" y="82593"/>
                </a:lnTo>
                <a:lnTo>
                  <a:pt x="755128" y="83481"/>
                </a:lnTo>
                <a:lnTo>
                  <a:pt x="754628" y="83481"/>
                </a:lnTo>
                <a:close/>
                <a:moveTo>
                  <a:pt x="931043" y="83481"/>
                </a:moveTo>
                <a:lnTo>
                  <a:pt x="931543" y="83481"/>
                </a:lnTo>
                <a:lnTo>
                  <a:pt x="931543" y="84369"/>
                </a:lnTo>
                <a:lnTo>
                  <a:pt x="931043" y="84369"/>
                </a:lnTo>
                <a:close/>
                <a:moveTo>
                  <a:pt x="834589" y="84369"/>
                </a:moveTo>
                <a:lnTo>
                  <a:pt x="835089" y="84369"/>
                </a:lnTo>
                <a:lnTo>
                  <a:pt x="835089" y="85258"/>
                </a:lnTo>
                <a:lnTo>
                  <a:pt x="834589" y="85258"/>
                </a:lnTo>
                <a:close/>
                <a:moveTo>
                  <a:pt x="760625" y="84369"/>
                </a:moveTo>
                <a:lnTo>
                  <a:pt x="761125" y="84369"/>
                </a:lnTo>
                <a:lnTo>
                  <a:pt x="761125" y="85258"/>
                </a:lnTo>
                <a:lnTo>
                  <a:pt x="760625" y="85258"/>
                </a:lnTo>
                <a:close/>
                <a:moveTo>
                  <a:pt x="755627" y="84369"/>
                </a:moveTo>
                <a:lnTo>
                  <a:pt x="756127" y="84369"/>
                </a:lnTo>
                <a:lnTo>
                  <a:pt x="756127" y="85258"/>
                </a:lnTo>
                <a:lnTo>
                  <a:pt x="755627" y="85258"/>
                </a:lnTo>
                <a:close/>
                <a:moveTo>
                  <a:pt x="736636" y="85258"/>
                </a:moveTo>
                <a:lnTo>
                  <a:pt x="737136" y="85258"/>
                </a:lnTo>
                <a:lnTo>
                  <a:pt x="737136" y="86146"/>
                </a:lnTo>
                <a:lnTo>
                  <a:pt x="736636" y="86146"/>
                </a:lnTo>
                <a:close/>
                <a:moveTo>
                  <a:pt x="763124" y="85258"/>
                </a:moveTo>
                <a:lnTo>
                  <a:pt x="763623" y="85258"/>
                </a:lnTo>
                <a:lnTo>
                  <a:pt x="763623" y="86146"/>
                </a:lnTo>
                <a:lnTo>
                  <a:pt x="763124" y="86146"/>
                </a:lnTo>
                <a:close/>
                <a:moveTo>
                  <a:pt x="922047" y="86146"/>
                </a:moveTo>
                <a:lnTo>
                  <a:pt x="922547" y="86146"/>
                </a:lnTo>
                <a:lnTo>
                  <a:pt x="922547" y="87034"/>
                </a:lnTo>
                <a:lnTo>
                  <a:pt x="922047" y="87034"/>
                </a:lnTo>
                <a:close/>
                <a:moveTo>
                  <a:pt x="895560" y="86146"/>
                </a:moveTo>
                <a:lnTo>
                  <a:pt x="915551" y="86146"/>
                </a:lnTo>
                <a:lnTo>
                  <a:pt x="915551" y="87034"/>
                </a:lnTo>
                <a:lnTo>
                  <a:pt x="895560" y="87034"/>
                </a:lnTo>
                <a:close/>
                <a:moveTo>
                  <a:pt x="947035" y="86146"/>
                </a:moveTo>
                <a:lnTo>
                  <a:pt x="947535" y="86146"/>
                </a:lnTo>
                <a:lnTo>
                  <a:pt x="947535" y="87034"/>
                </a:lnTo>
                <a:lnTo>
                  <a:pt x="947035" y="87034"/>
                </a:lnTo>
                <a:close/>
                <a:moveTo>
                  <a:pt x="731139" y="86146"/>
                </a:moveTo>
                <a:lnTo>
                  <a:pt x="731639" y="86146"/>
                </a:lnTo>
                <a:lnTo>
                  <a:pt x="731639" y="87034"/>
                </a:lnTo>
                <a:lnTo>
                  <a:pt x="731139" y="87034"/>
                </a:lnTo>
                <a:close/>
                <a:moveTo>
                  <a:pt x="760125" y="86146"/>
                </a:moveTo>
                <a:lnTo>
                  <a:pt x="760625" y="86146"/>
                </a:lnTo>
                <a:lnTo>
                  <a:pt x="760625" y="87034"/>
                </a:lnTo>
                <a:lnTo>
                  <a:pt x="760125" y="87034"/>
                </a:lnTo>
                <a:close/>
                <a:moveTo>
                  <a:pt x="961528" y="86146"/>
                </a:moveTo>
                <a:lnTo>
                  <a:pt x="962028" y="86146"/>
                </a:lnTo>
                <a:lnTo>
                  <a:pt x="962028" y="87034"/>
                </a:lnTo>
                <a:lnTo>
                  <a:pt x="961528" y="87034"/>
                </a:lnTo>
                <a:close/>
                <a:moveTo>
                  <a:pt x="749630" y="87034"/>
                </a:moveTo>
                <a:lnTo>
                  <a:pt x="750130" y="87034"/>
                </a:lnTo>
                <a:lnTo>
                  <a:pt x="750130" y="87922"/>
                </a:lnTo>
                <a:lnTo>
                  <a:pt x="749630" y="87922"/>
                </a:lnTo>
                <a:close/>
                <a:moveTo>
                  <a:pt x="746632" y="87034"/>
                </a:moveTo>
                <a:lnTo>
                  <a:pt x="747131" y="87034"/>
                </a:lnTo>
                <a:lnTo>
                  <a:pt x="747131" y="87922"/>
                </a:lnTo>
                <a:lnTo>
                  <a:pt x="746632" y="87922"/>
                </a:lnTo>
                <a:close/>
                <a:moveTo>
                  <a:pt x="735637" y="87922"/>
                </a:moveTo>
                <a:lnTo>
                  <a:pt x="736137" y="87922"/>
                </a:lnTo>
                <a:lnTo>
                  <a:pt x="736137" y="88810"/>
                </a:lnTo>
                <a:lnTo>
                  <a:pt x="735637" y="88810"/>
                </a:lnTo>
                <a:close/>
                <a:moveTo>
                  <a:pt x="767622" y="88810"/>
                </a:moveTo>
                <a:lnTo>
                  <a:pt x="768121" y="88810"/>
                </a:lnTo>
                <a:lnTo>
                  <a:pt x="768121" y="89698"/>
                </a:lnTo>
                <a:lnTo>
                  <a:pt x="767622" y="89698"/>
                </a:lnTo>
                <a:close/>
                <a:moveTo>
                  <a:pt x="733138" y="88810"/>
                </a:moveTo>
                <a:lnTo>
                  <a:pt x="733638" y="88810"/>
                </a:lnTo>
                <a:lnTo>
                  <a:pt x="733638" y="89698"/>
                </a:lnTo>
                <a:lnTo>
                  <a:pt x="733138" y="89698"/>
                </a:lnTo>
                <a:close/>
                <a:moveTo>
                  <a:pt x="759625" y="88810"/>
                </a:moveTo>
                <a:lnTo>
                  <a:pt x="760125" y="88810"/>
                </a:lnTo>
                <a:lnTo>
                  <a:pt x="760125" y="89698"/>
                </a:lnTo>
                <a:lnTo>
                  <a:pt x="759625" y="89698"/>
                </a:lnTo>
                <a:close/>
                <a:moveTo>
                  <a:pt x="735137" y="88810"/>
                </a:moveTo>
                <a:lnTo>
                  <a:pt x="735637" y="88810"/>
                </a:lnTo>
                <a:lnTo>
                  <a:pt x="735637" y="89698"/>
                </a:lnTo>
                <a:lnTo>
                  <a:pt x="735137" y="89698"/>
                </a:lnTo>
                <a:close/>
                <a:moveTo>
                  <a:pt x="752629" y="88810"/>
                </a:moveTo>
                <a:lnTo>
                  <a:pt x="753129" y="88810"/>
                </a:lnTo>
                <a:lnTo>
                  <a:pt x="753129" y="89698"/>
                </a:lnTo>
                <a:lnTo>
                  <a:pt x="752629" y="89698"/>
                </a:lnTo>
                <a:close/>
                <a:moveTo>
                  <a:pt x="919049" y="89698"/>
                </a:moveTo>
                <a:lnTo>
                  <a:pt x="919549" y="89698"/>
                </a:lnTo>
                <a:lnTo>
                  <a:pt x="919549" y="90586"/>
                </a:lnTo>
                <a:lnTo>
                  <a:pt x="919049" y="90586"/>
                </a:lnTo>
                <a:close/>
                <a:moveTo>
                  <a:pt x="947035" y="89698"/>
                </a:moveTo>
                <a:lnTo>
                  <a:pt x="947535" y="89698"/>
                </a:lnTo>
                <a:lnTo>
                  <a:pt x="947535" y="90586"/>
                </a:lnTo>
                <a:lnTo>
                  <a:pt x="947035" y="90586"/>
                </a:lnTo>
                <a:close/>
                <a:moveTo>
                  <a:pt x="837588" y="89698"/>
                </a:moveTo>
                <a:lnTo>
                  <a:pt x="838088" y="89698"/>
                </a:lnTo>
                <a:lnTo>
                  <a:pt x="838088" y="90586"/>
                </a:lnTo>
                <a:lnTo>
                  <a:pt x="837588" y="90586"/>
                </a:lnTo>
                <a:close/>
                <a:moveTo>
                  <a:pt x="749130" y="89698"/>
                </a:moveTo>
                <a:lnTo>
                  <a:pt x="749630" y="89698"/>
                </a:lnTo>
                <a:lnTo>
                  <a:pt x="749630" y="90586"/>
                </a:lnTo>
                <a:lnTo>
                  <a:pt x="749130" y="90586"/>
                </a:lnTo>
                <a:close/>
                <a:moveTo>
                  <a:pt x="829092" y="89698"/>
                </a:moveTo>
                <a:lnTo>
                  <a:pt x="829592" y="89698"/>
                </a:lnTo>
                <a:lnTo>
                  <a:pt x="829592" y="90586"/>
                </a:lnTo>
                <a:lnTo>
                  <a:pt x="829092" y="90586"/>
                </a:lnTo>
                <a:close/>
                <a:moveTo>
                  <a:pt x="836588" y="90586"/>
                </a:moveTo>
                <a:lnTo>
                  <a:pt x="837088" y="90586"/>
                </a:lnTo>
                <a:lnTo>
                  <a:pt x="837088" y="91474"/>
                </a:lnTo>
                <a:lnTo>
                  <a:pt x="836588" y="91474"/>
                </a:lnTo>
                <a:close/>
                <a:moveTo>
                  <a:pt x="864575" y="89698"/>
                </a:moveTo>
                <a:lnTo>
                  <a:pt x="865075" y="89698"/>
                </a:lnTo>
                <a:lnTo>
                  <a:pt x="865075" y="91474"/>
                </a:lnTo>
                <a:lnTo>
                  <a:pt x="864575" y="91474"/>
                </a:lnTo>
                <a:close/>
                <a:moveTo>
                  <a:pt x="816098" y="90586"/>
                </a:moveTo>
                <a:lnTo>
                  <a:pt x="816598" y="90586"/>
                </a:lnTo>
                <a:lnTo>
                  <a:pt x="816598" y="91474"/>
                </a:lnTo>
                <a:lnTo>
                  <a:pt x="816098" y="91474"/>
                </a:lnTo>
                <a:close/>
                <a:moveTo>
                  <a:pt x="767122" y="91474"/>
                </a:moveTo>
                <a:lnTo>
                  <a:pt x="767622" y="91474"/>
                </a:lnTo>
                <a:lnTo>
                  <a:pt x="767622" y="92362"/>
                </a:lnTo>
                <a:lnTo>
                  <a:pt x="767122" y="92362"/>
                </a:lnTo>
                <a:close/>
                <a:moveTo>
                  <a:pt x="733138" y="92362"/>
                </a:moveTo>
                <a:lnTo>
                  <a:pt x="733638" y="92362"/>
                </a:lnTo>
                <a:lnTo>
                  <a:pt x="733638" y="93250"/>
                </a:lnTo>
                <a:lnTo>
                  <a:pt x="733138" y="93250"/>
                </a:lnTo>
                <a:close/>
                <a:moveTo>
                  <a:pt x="944037" y="92362"/>
                </a:moveTo>
                <a:lnTo>
                  <a:pt x="944537" y="92362"/>
                </a:lnTo>
                <a:lnTo>
                  <a:pt x="944537" y="93250"/>
                </a:lnTo>
                <a:lnTo>
                  <a:pt x="944037" y="93250"/>
                </a:lnTo>
                <a:close/>
                <a:moveTo>
                  <a:pt x="947035" y="91474"/>
                </a:moveTo>
                <a:lnTo>
                  <a:pt x="947535" y="91474"/>
                </a:lnTo>
                <a:lnTo>
                  <a:pt x="947535" y="93250"/>
                </a:lnTo>
                <a:lnTo>
                  <a:pt x="947035" y="93250"/>
                </a:lnTo>
                <a:close/>
                <a:moveTo>
                  <a:pt x="748631" y="93250"/>
                </a:moveTo>
                <a:lnTo>
                  <a:pt x="749130" y="93250"/>
                </a:lnTo>
                <a:lnTo>
                  <a:pt x="749130" y="94139"/>
                </a:lnTo>
                <a:lnTo>
                  <a:pt x="748631" y="94139"/>
                </a:lnTo>
                <a:close/>
                <a:moveTo>
                  <a:pt x="734637" y="93250"/>
                </a:moveTo>
                <a:lnTo>
                  <a:pt x="735137" y="93250"/>
                </a:lnTo>
                <a:lnTo>
                  <a:pt x="735137" y="94139"/>
                </a:lnTo>
                <a:lnTo>
                  <a:pt x="734637" y="94139"/>
                </a:lnTo>
                <a:close/>
                <a:moveTo>
                  <a:pt x="731639" y="94139"/>
                </a:moveTo>
                <a:lnTo>
                  <a:pt x="732139" y="94139"/>
                </a:lnTo>
                <a:lnTo>
                  <a:pt x="732139" y="95027"/>
                </a:lnTo>
                <a:lnTo>
                  <a:pt x="731639" y="95027"/>
                </a:lnTo>
                <a:close/>
                <a:moveTo>
                  <a:pt x="761624" y="95027"/>
                </a:moveTo>
                <a:lnTo>
                  <a:pt x="762124" y="95027"/>
                </a:lnTo>
                <a:lnTo>
                  <a:pt x="762124" y="95915"/>
                </a:lnTo>
                <a:lnTo>
                  <a:pt x="761624" y="95915"/>
                </a:lnTo>
                <a:close/>
                <a:moveTo>
                  <a:pt x="947035" y="95027"/>
                </a:moveTo>
                <a:lnTo>
                  <a:pt x="947535" y="95027"/>
                </a:lnTo>
                <a:lnTo>
                  <a:pt x="947535" y="95915"/>
                </a:lnTo>
                <a:lnTo>
                  <a:pt x="947035" y="95915"/>
                </a:lnTo>
                <a:close/>
                <a:moveTo>
                  <a:pt x="738635" y="95915"/>
                </a:moveTo>
                <a:lnTo>
                  <a:pt x="739135" y="95915"/>
                </a:lnTo>
                <a:lnTo>
                  <a:pt x="739135" y="96803"/>
                </a:lnTo>
                <a:lnTo>
                  <a:pt x="738635" y="96803"/>
                </a:lnTo>
                <a:close/>
                <a:moveTo>
                  <a:pt x="928045" y="95915"/>
                </a:moveTo>
                <a:lnTo>
                  <a:pt x="928544" y="95915"/>
                </a:lnTo>
                <a:lnTo>
                  <a:pt x="928544" y="96803"/>
                </a:lnTo>
                <a:lnTo>
                  <a:pt x="928045" y="96803"/>
                </a:lnTo>
                <a:close/>
                <a:moveTo>
                  <a:pt x="739635" y="95915"/>
                </a:moveTo>
                <a:lnTo>
                  <a:pt x="740135" y="95915"/>
                </a:lnTo>
                <a:lnTo>
                  <a:pt x="740135" y="96803"/>
                </a:lnTo>
                <a:lnTo>
                  <a:pt x="739635" y="96803"/>
                </a:lnTo>
                <a:close/>
                <a:moveTo>
                  <a:pt x="735137" y="96803"/>
                </a:moveTo>
                <a:lnTo>
                  <a:pt x="735637" y="96803"/>
                </a:lnTo>
                <a:lnTo>
                  <a:pt x="735637" y="97691"/>
                </a:lnTo>
                <a:lnTo>
                  <a:pt x="735137" y="97691"/>
                </a:lnTo>
                <a:close/>
                <a:moveTo>
                  <a:pt x="836588" y="96803"/>
                </a:moveTo>
                <a:lnTo>
                  <a:pt x="837088" y="96803"/>
                </a:lnTo>
                <a:lnTo>
                  <a:pt x="837088" y="97691"/>
                </a:lnTo>
                <a:lnTo>
                  <a:pt x="836588" y="97691"/>
                </a:lnTo>
                <a:close/>
                <a:moveTo>
                  <a:pt x="947035" y="97691"/>
                </a:moveTo>
                <a:lnTo>
                  <a:pt x="947535" y="97691"/>
                </a:lnTo>
                <a:lnTo>
                  <a:pt x="947535" y="98579"/>
                </a:lnTo>
                <a:lnTo>
                  <a:pt x="947035" y="98579"/>
                </a:lnTo>
                <a:close/>
                <a:moveTo>
                  <a:pt x="835589" y="97691"/>
                </a:moveTo>
                <a:lnTo>
                  <a:pt x="836089" y="97691"/>
                </a:lnTo>
                <a:lnTo>
                  <a:pt x="836089" y="98579"/>
                </a:lnTo>
                <a:lnTo>
                  <a:pt x="835589" y="98579"/>
                </a:lnTo>
                <a:close/>
                <a:moveTo>
                  <a:pt x="729640" y="97691"/>
                </a:moveTo>
                <a:lnTo>
                  <a:pt x="730140" y="97691"/>
                </a:lnTo>
                <a:lnTo>
                  <a:pt x="730140" y="98579"/>
                </a:lnTo>
                <a:lnTo>
                  <a:pt x="729640" y="98579"/>
                </a:lnTo>
                <a:close/>
                <a:moveTo>
                  <a:pt x="961528" y="97691"/>
                </a:moveTo>
                <a:lnTo>
                  <a:pt x="962028" y="97691"/>
                </a:lnTo>
                <a:lnTo>
                  <a:pt x="962028" y="98579"/>
                </a:lnTo>
                <a:lnTo>
                  <a:pt x="961528" y="98579"/>
                </a:lnTo>
                <a:close/>
                <a:moveTo>
                  <a:pt x="817098" y="97691"/>
                </a:moveTo>
                <a:lnTo>
                  <a:pt x="817598" y="97691"/>
                </a:lnTo>
                <a:lnTo>
                  <a:pt x="817598" y="98579"/>
                </a:lnTo>
                <a:lnTo>
                  <a:pt x="817098" y="98579"/>
                </a:lnTo>
                <a:close/>
                <a:moveTo>
                  <a:pt x="936041" y="98579"/>
                </a:moveTo>
                <a:lnTo>
                  <a:pt x="936540" y="98579"/>
                </a:lnTo>
                <a:lnTo>
                  <a:pt x="936540" y="99467"/>
                </a:lnTo>
                <a:lnTo>
                  <a:pt x="936041" y="99467"/>
                </a:lnTo>
                <a:close/>
                <a:moveTo>
                  <a:pt x="745632" y="99467"/>
                </a:moveTo>
                <a:lnTo>
                  <a:pt x="746132" y="99467"/>
                </a:lnTo>
                <a:lnTo>
                  <a:pt x="746132" y="100355"/>
                </a:lnTo>
                <a:lnTo>
                  <a:pt x="745632" y="100355"/>
                </a:lnTo>
                <a:close/>
                <a:moveTo>
                  <a:pt x="762624" y="100355"/>
                </a:moveTo>
                <a:lnTo>
                  <a:pt x="763124" y="100355"/>
                </a:lnTo>
                <a:lnTo>
                  <a:pt x="763124" y="101243"/>
                </a:lnTo>
                <a:lnTo>
                  <a:pt x="762624" y="101243"/>
                </a:lnTo>
                <a:close/>
                <a:moveTo>
                  <a:pt x="937540" y="100355"/>
                </a:moveTo>
                <a:lnTo>
                  <a:pt x="938040" y="100355"/>
                </a:lnTo>
                <a:lnTo>
                  <a:pt x="938040" y="101243"/>
                </a:lnTo>
                <a:lnTo>
                  <a:pt x="937540" y="101243"/>
                </a:lnTo>
                <a:close/>
                <a:moveTo>
                  <a:pt x="747131" y="101243"/>
                </a:moveTo>
                <a:lnTo>
                  <a:pt x="747631" y="101243"/>
                </a:lnTo>
                <a:lnTo>
                  <a:pt x="747631" y="102131"/>
                </a:lnTo>
                <a:lnTo>
                  <a:pt x="747131" y="102131"/>
                </a:lnTo>
                <a:close/>
                <a:moveTo>
                  <a:pt x="970024" y="102131"/>
                </a:moveTo>
                <a:lnTo>
                  <a:pt x="970524" y="102131"/>
                </a:lnTo>
                <a:lnTo>
                  <a:pt x="970524" y="103020"/>
                </a:lnTo>
                <a:lnTo>
                  <a:pt x="970024" y="103020"/>
                </a:lnTo>
                <a:close/>
                <a:moveTo>
                  <a:pt x="872071" y="103020"/>
                </a:moveTo>
                <a:lnTo>
                  <a:pt x="872571" y="103020"/>
                </a:lnTo>
                <a:lnTo>
                  <a:pt x="872571" y="103908"/>
                </a:lnTo>
                <a:lnTo>
                  <a:pt x="872071" y="103908"/>
                </a:lnTo>
                <a:close/>
                <a:moveTo>
                  <a:pt x="741134" y="103908"/>
                </a:moveTo>
                <a:lnTo>
                  <a:pt x="741634" y="103908"/>
                </a:lnTo>
                <a:lnTo>
                  <a:pt x="741634" y="104796"/>
                </a:lnTo>
                <a:lnTo>
                  <a:pt x="741134" y="104796"/>
                </a:lnTo>
                <a:close/>
                <a:moveTo>
                  <a:pt x="970024" y="104796"/>
                </a:moveTo>
                <a:lnTo>
                  <a:pt x="970524" y="104796"/>
                </a:lnTo>
                <a:lnTo>
                  <a:pt x="970524" y="105684"/>
                </a:lnTo>
                <a:lnTo>
                  <a:pt x="970024" y="105684"/>
                </a:lnTo>
                <a:close/>
                <a:moveTo>
                  <a:pt x="874070" y="105684"/>
                </a:moveTo>
                <a:lnTo>
                  <a:pt x="874570" y="105684"/>
                </a:lnTo>
                <a:lnTo>
                  <a:pt x="874570" y="106572"/>
                </a:lnTo>
                <a:lnTo>
                  <a:pt x="874070" y="106572"/>
                </a:lnTo>
                <a:close/>
                <a:moveTo>
                  <a:pt x="755128" y="105684"/>
                </a:moveTo>
                <a:lnTo>
                  <a:pt x="755627" y="105684"/>
                </a:lnTo>
                <a:lnTo>
                  <a:pt x="755627" y="106572"/>
                </a:lnTo>
                <a:lnTo>
                  <a:pt x="755128" y="106572"/>
                </a:lnTo>
                <a:close/>
                <a:moveTo>
                  <a:pt x="947035" y="99467"/>
                </a:moveTo>
                <a:lnTo>
                  <a:pt x="947535" y="99467"/>
                </a:lnTo>
                <a:lnTo>
                  <a:pt x="947535" y="106572"/>
                </a:lnTo>
                <a:lnTo>
                  <a:pt x="947035" y="106572"/>
                </a:lnTo>
                <a:close/>
                <a:moveTo>
                  <a:pt x="729640" y="106572"/>
                </a:moveTo>
                <a:lnTo>
                  <a:pt x="730140" y="106572"/>
                </a:lnTo>
                <a:lnTo>
                  <a:pt x="730140" y="107460"/>
                </a:lnTo>
                <a:lnTo>
                  <a:pt x="729640" y="107460"/>
                </a:lnTo>
                <a:close/>
                <a:moveTo>
                  <a:pt x="735137" y="106572"/>
                </a:moveTo>
                <a:lnTo>
                  <a:pt x="735637" y="106572"/>
                </a:lnTo>
                <a:lnTo>
                  <a:pt x="735637" y="107460"/>
                </a:lnTo>
                <a:lnTo>
                  <a:pt x="735137" y="107460"/>
                </a:lnTo>
                <a:close/>
                <a:moveTo>
                  <a:pt x="875570" y="106572"/>
                </a:moveTo>
                <a:lnTo>
                  <a:pt x="876069" y="106572"/>
                </a:lnTo>
                <a:lnTo>
                  <a:pt x="876069" y="107460"/>
                </a:lnTo>
                <a:lnTo>
                  <a:pt x="875570" y="107460"/>
                </a:lnTo>
                <a:close/>
                <a:moveTo>
                  <a:pt x="830092" y="107460"/>
                </a:moveTo>
                <a:lnTo>
                  <a:pt x="830591" y="107460"/>
                </a:lnTo>
                <a:lnTo>
                  <a:pt x="830591" y="108348"/>
                </a:lnTo>
                <a:lnTo>
                  <a:pt x="830092" y="108348"/>
                </a:lnTo>
                <a:close/>
                <a:moveTo>
                  <a:pt x="963028" y="107460"/>
                </a:moveTo>
                <a:lnTo>
                  <a:pt x="963528" y="107460"/>
                </a:lnTo>
                <a:lnTo>
                  <a:pt x="963528" y="108348"/>
                </a:lnTo>
                <a:lnTo>
                  <a:pt x="963028" y="108348"/>
                </a:lnTo>
                <a:close/>
                <a:moveTo>
                  <a:pt x="947035" y="107460"/>
                </a:moveTo>
                <a:lnTo>
                  <a:pt x="947535" y="107460"/>
                </a:lnTo>
                <a:lnTo>
                  <a:pt x="947535" y="108348"/>
                </a:lnTo>
                <a:lnTo>
                  <a:pt x="947035" y="108348"/>
                </a:lnTo>
                <a:close/>
                <a:moveTo>
                  <a:pt x="813599" y="108348"/>
                </a:moveTo>
                <a:lnTo>
                  <a:pt x="814099" y="108348"/>
                </a:lnTo>
                <a:lnTo>
                  <a:pt x="814099" y="109236"/>
                </a:lnTo>
                <a:lnTo>
                  <a:pt x="813599" y="109236"/>
                </a:lnTo>
                <a:close/>
                <a:moveTo>
                  <a:pt x="729640" y="108348"/>
                </a:moveTo>
                <a:lnTo>
                  <a:pt x="730140" y="108348"/>
                </a:lnTo>
                <a:lnTo>
                  <a:pt x="730140" y="109236"/>
                </a:lnTo>
                <a:lnTo>
                  <a:pt x="729640" y="109236"/>
                </a:lnTo>
                <a:close/>
                <a:moveTo>
                  <a:pt x="962528" y="108348"/>
                </a:moveTo>
                <a:lnTo>
                  <a:pt x="963028" y="108348"/>
                </a:lnTo>
                <a:lnTo>
                  <a:pt x="963028" y="109236"/>
                </a:lnTo>
                <a:lnTo>
                  <a:pt x="962528" y="109236"/>
                </a:lnTo>
                <a:close/>
                <a:moveTo>
                  <a:pt x="848583" y="109236"/>
                </a:moveTo>
                <a:lnTo>
                  <a:pt x="849082" y="109236"/>
                </a:lnTo>
                <a:lnTo>
                  <a:pt x="849082" y="110124"/>
                </a:lnTo>
                <a:lnTo>
                  <a:pt x="848583" y="110124"/>
                </a:lnTo>
                <a:close/>
                <a:moveTo>
                  <a:pt x="915551" y="109236"/>
                </a:moveTo>
                <a:lnTo>
                  <a:pt x="916050" y="109236"/>
                </a:lnTo>
                <a:lnTo>
                  <a:pt x="916050" y="110124"/>
                </a:lnTo>
                <a:lnTo>
                  <a:pt x="915551" y="110124"/>
                </a:lnTo>
                <a:close/>
                <a:moveTo>
                  <a:pt x="813100" y="109236"/>
                </a:moveTo>
                <a:lnTo>
                  <a:pt x="813599" y="109236"/>
                </a:lnTo>
                <a:lnTo>
                  <a:pt x="813599" y="110124"/>
                </a:lnTo>
                <a:lnTo>
                  <a:pt x="813100" y="110124"/>
                </a:lnTo>
                <a:close/>
                <a:moveTo>
                  <a:pt x="734637" y="110124"/>
                </a:moveTo>
                <a:lnTo>
                  <a:pt x="735137" y="110124"/>
                </a:lnTo>
                <a:lnTo>
                  <a:pt x="735137" y="111012"/>
                </a:lnTo>
                <a:lnTo>
                  <a:pt x="734637" y="111012"/>
                </a:lnTo>
                <a:close/>
                <a:moveTo>
                  <a:pt x="757626" y="111012"/>
                </a:moveTo>
                <a:lnTo>
                  <a:pt x="758126" y="111012"/>
                </a:lnTo>
                <a:lnTo>
                  <a:pt x="758126" y="111901"/>
                </a:lnTo>
                <a:lnTo>
                  <a:pt x="757626" y="111901"/>
                </a:lnTo>
                <a:close/>
                <a:moveTo>
                  <a:pt x="879568" y="111901"/>
                </a:moveTo>
                <a:lnTo>
                  <a:pt x="880068" y="111901"/>
                </a:lnTo>
                <a:lnTo>
                  <a:pt x="880068" y="112789"/>
                </a:lnTo>
                <a:lnTo>
                  <a:pt x="879568" y="112789"/>
                </a:lnTo>
                <a:close/>
                <a:moveTo>
                  <a:pt x="877069" y="112789"/>
                </a:moveTo>
                <a:lnTo>
                  <a:pt x="877569" y="112789"/>
                </a:lnTo>
                <a:lnTo>
                  <a:pt x="877569" y="113677"/>
                </a:lnTo>
                <a:lnTo>
                  <a:pt x="877069" y="113677"/>
                </a:lnTo>
                <a:close/>
                <a:moveTo>
                  <a:pt x="936540" y="112789"/>
                </a:moveTo>
                <a:lnTo>
                  <a:pt x="937040" y="112789"/>
                </a:lnTo>
                <a:lnTo>
                  <a:pt x="937040" y="113677"/>
                </a:lnTo>
                <a:lnTo>
                  <a:pt x="936540" y="113677"/>
                </a:lnTo>
                <a:close/>
                <a:moveTo>
                  <a:pt x="840087" y="113677"/>
                </a:moveTo>
                <a:lnTo>
                  <a:pt x="840587" y="113677"/>
                </a:lnTo>
                <a:lnTo>
                  <a:pt x="840587" y="114565"/>
                </a:lnTo>
                <a:lnTo>
                  <a:pt x="840087" y="114565"/>
                </a:lnTo>
                <a:close/>
                <a:moveTo>
                  <a:pt x="873071" y="113677"/>
                </a:moveTo>
                <a:lnTo>
                  <a:pt x="873571" y="113677"/>
                </a:lnTo>
                <a:lnTo>
                  <a:pt x="873571" y="114565"/>
                </a:lnTo>
                <a:lnTo>
                  <a:pt x="873071" y="114565"/>
                </a:lnTo>
                <a:close/>
                <a:moveTo>
                  <a:pt x="856079" y="113677"/>
                </a:moveTo>
                <a:lnTo>
                  <a:pt x="856579" y="113677"/>
                </a:lnTo>
                <a:lnTo>
                  <a:pt x="856579" y="114565"/>
                </a:lnTo>
                <a:lnTo>
                  <a:pt x="856079" y="114565"/>
                </a:lnTo>
                <a:close/>
                <a:moveTo>
                  <a:pt x="726141" y="113677"/>
                </a:moveTo>
                <a:lnTo>
                  <a:pt x="726641" y="113677"/>
                </a:lnTo>
                <a:lnTo>
                  <a:pt x="726641" y="114565"/>
                </a:lnTo>
                <a:lnTo>
                  <a:pt x="726141" y="114565"/>
                </a:lnTo>
                <a:close/>
                <a:moveTo>
                  <a:pt x="823595" y="114565"/>
                </a:moveTo>
                <a:lnTo>
                  <a:pt x="824094" y="114565"/>
                </a:lnTo>
                <a:lnTo>
                  <a:pt x="824094" y="115453"/>
                </a:lnTo>
                <a:lnTo>
                  <a:pt x="823595" y="115453"/>
                </a:lnTo>
                <a:close/>
                <a:moveTo>
                  <a:pt x="873571" y="114565"/>
                </a:moveTo>
                <a:lnTo>
                  <a:pt x="874070" y="114565"/>
                </a:lnTo>
                <a:lnTo>
                  <a:pt x="874070" y="115453"/>
                </a:lnTo>
                <a:lnTo>
                  <a:pt x="873571" y="115453"/>
                </a:lnTo>
                <a:close/>
                <a:moveTo>
                  <a:pt x="878069" y="114565"/>
                </a:moveTo>
                <a:lnTo>
                  <a:pt x="878568" y="114565"/>
                </a:lnTo>
                <a:lnTo>
                  <a:pt x="878568" y="115453"/>
                </a:lnTo>
                <a:lnTo>
                  <a:pt x="878069" y="115453"/>
                </a:lnTo>
                <a:close/>
                <a:moveTo>
                  <a:pt x="760625" y="114565"/>
                </a:moveTo>
                <a:lnTo>
                  <a:pt x="761125" y="114565"/>
                </a:lnTo>
                <a:lnTo>
                  <a:pt x="761125" y="115453"/>
                </a:lnTo>
                <a:lnTo>
                  <a:pt x="760625" y="115453"/>
                </a:lnTo>
                <a:close/>
                <a:moveTo>
                  <a:pt x="817098" y="114565"/>
                </a:moveTo>
                <a:lnTo>
                  <a:pt x="817598" y="114565"/>
                </a:lnTo>
                <a:lnTo>
                  <a:pt x="817598" y="115453"/>
                </a:lnTo>
                <a:lnTo>
                  <a:pt x="817098" y="115453"/>
                </a:lnTo>
                <a:close/>
                <a:moveTo>
                  <a:pt x="759625" y="115453"/>
                </a:moveTo>
                <a:lnTo>
                  <a:pt x="760125" y="115453"/>
                </a:lnTo>
                <a:lnTo>
                  <a:pt x="760125" y="116341"/>
                </a:lnTo>
                <a:lnTo>
                  <a:pt x="759625" y="116341"/>
                </a:lnTo>
                <a:close/>
                <a:moveTo>
                  <a:pt x="813100" y="115453"/>
                </a:moveTo>
                <a:lnTo>
                  <a:pt x="813599" y="115453"/>
                </a:lnTo>
                <a:lnTo>
                  <a:pt x="813599" y="116341"/>
                </a:lnTo>
                <a:lnTo>
                  <a:pt x="813100" y="116341"/>
                </a:lnTo>
                <a:close/>
                <a:moveTo>
                  <a:pt x="875570" y="115453"/>
                </a:moveTo>
                <a:lnTo>
                  <a:pt x="876069" y="115453"/>
                </a:lnTo>
                <a:lnTo>
                  <a:pt x="876069" y="116341"/>
                </a:lnTo>
                <a:lnTo>
                  <a:pt x="875570" y="116341"/>
                </a:lnTo>
                <a:close/>
                <a:moveTo>
                  <a:pt x="877569" y="115453"/>
                </a:moveTo>
                <a:lnTo>
                  <a:pt x="878069" y="115453"/>
                </a:lnTo>
                <a:lnTo>
                  <a:pt x="878069" y="116341"/>
                </a:lnTo>
                <a:lnTo>
                  <a:pt x="877569" y="116341"/>
                </a:lnTo>
                <a:close/>
                <a:moveTo>
                  <a:pt x="735637" y="116341"/>
                </a:moveTo>
                <a:lnTo>
                  <a:pt x="736636" y="116341"/>
                </a:lnTo>
                <a:lnTo>
                  <a:pt x="736636" y="117229"/>
                </a:lnTo>
                <a:lnTo>
                  <a:pt x="735637" y="117229"/>
                </a:lnTo>
                <a:close/>
                <a:moveTo>
                  <a:pt x="843085" y="116341"/>
                </a:moveTo>
                <a:lnTo>
                  <a:pt x="843585" y="116341"/>
                </a:lnTo>
                <a:lnTo>
                  <a:pt x="843585" y="117229"/>
                </a:lnTo>
                <a:lnTo>
                  <a:pt x="843085" y="117229"/>
                </a:lnTo>
                <a:close/>
                <a:moveTo>
                  <a:pt x="841586" y="116341"/>
                </a:moveTo>
                <a:lnTo>
                  <a:pt x="842086" y="116341"/>
                </a:lnTo>
                <a:lnTo>
                  <a:pt x="842086" y="117229"/>
                </a:lnTo>
                <a:lnTo>
                  <a:pt x="841586" y="117229"/>
                </a:lnTo>
                <a:close/>
                <a:moveTo>
                  <a:pt x="812600" y="116341"/>
                </a:moveTo>
                <a:lnTo>
                  <a:pt x="813100" y="116341"/>
                </a:lnTo>
                <a:lnTo>
                  <a:pt x="813100" y="117229"/>
                </a:lnTo>
                <a:lnTo>
                  <a:pt x="812600" y="117229"/>
                </a:lnTo>
                <a:close/>
                <a:moveTo>
                  <a:pt x="733138" y="117229"/>
                </a:moveTo>
                <a:lnTo>
                  <a:pt x="733638" y="117229"/>
                </a:lnTo>
                <a:lnTo>
                  <a:pt x="733638" y="118117"/>
                </a:lnTo>
                <a:lnTo>
                  <a:pt x="733138" y="118117"/>
                </a:lnTo>
                <a:close/>
                <a:moveTo>
                  <a:pt x="730639" y="117229"/>
                </a:moveTo>
                <a:lnTo>
                  <a:pt x="731139" y="117229"/>
                </a:lnTo>
                <a:lnTo>
                  <a:pt x="731139" y="118117"/>
                </a:lnTo>
                <a:lnTo>
                  <a:pt x="730639" y="118117"/>
                </a:lnTo>
                <a:close/>
                <a:moveTo>
                  <a:pt x="847583" y="118117"/>
                </a:moveTo>
                <a:lnTo>
                  <a:pt x="848083" y="118117"/>
                </a:lnTo>
                <a:lnTo>
                  <a:pt x="848083" y="119005"/>
                </a:lnTo>
                <a:lnTo>
                  <a:pt x="847583" y="119005"/>
                </a:lnTo>
                <a:close/>
                <a:moveTo>
                  <a:pt x="846084" y="118117"/>
                </a:moveTo>
                <a:lnTo>
                  <a:pt x="846584" y="118117"/>
                </a:lnTo>
                <a:lnTo>
                  <a:pt x="846584" y="119005"/>
                </a:lnTo>
                <a:lnTo>
                  <a:pt x="846084" y="119005"/>
                </a:lnTo>
                <a:close/>
                <a:moveTo>
                  <a:pt x="826593" y="119005"/>
                </a:moveTo>
                <a:lnTo>
                  <a:pt x="827093" y="119005"/>
                </a:lnTo>
                <a:lnTo>
                  <a:pt x="827093" y="119893"/>
                </a:lnTo>
                <a:lnTo>
                  <a:pt x="826593" y="119893"/>
                </a:lnTo>
                <a:close/>
                <a:moveTo>
                  <a:pt x="835589" y="119005"/>
                </a:moveTo>
                <a:lnTo>
                  <a:pt x="836588" y="119005"/>
                </a:lnTo>
                <a:lnTo>
                  <a:pt x="836588" y="119893"/>
                </a:lnTo>
                <a:lnTo>
                  <a:pt x="835589" y="119893"/>
                </a:lnTo>
                <a:close/>
                <a:moveTo>
                  <a:pt x="736636" y="119893"/>
                </a:moveTo>
                <a:lnTo>
                  <a:pt x="737136" y="119893"/>
                </a:lnTo>
                <a:lnTo>
                  <a:pt x="737136" y="120782"/>
                </a:lnTo>
                <a:lnTo>
                  <a:pt x="736636" y="120782"/>
                </a:lnTo>
                <a:close/>
                <a:moveTo>
                  <a:pt x="944037" y="119893"/>
                </a:moveTo>
                <a:lnTo>
                  <a:pt x="944537" y="119893"/>
                </a:lnTo>
                <a:lnTo>
                  <a:pt x="944537" y="120782"/>
                </a:lnTo>
                <a:lnTo>
                  <a:pt x="944037" y="120782"/>
                </a:lnTo>
                <a:close/>
                <a:moveTo>
                  <a:pt x="919049" y="120782"/>
                </a:moveTo>
                <a:lnTo>
                  <a:pt x="919549" y="120782"/>
                </a:lnTo>
                <a:lnTo>
                  <a:pt x="919549" y="121670"/>
                </a:lnTo>
                <a:lnTo>
                  <a:pt x="919049" y="121670"/>
                </a:lnTo>
                <a:close/>
                <a:moveTo>
                  <a:pt x="947035" y="121670"/>
                </a:moveTo>
                <a:lnTo>
                  <a:pt x="947535" y="121670"/>
                </a:lnTo>
                <a:lnTo>
                  <a:pt x="947535" y="122558"/>
                </a:lnTo>
                <a:lnTo>
                  <a:pt x="947035" y="122558"/>
                </a:lnTo>
                <a:close/>
                <a:moveTo>
                  <a:pt x="947035" y="124334"/>
                </a:moveTo>
                <a:lnTo>
                  <a:pt x="947535" y="124334"/>
                </a:lnTo>
                <a:lnTo>
                  <a:pt x="947535" y="125222"/>
                </a:lnTo>
                <a:lnTo>
                  <a:pt x="947035" y="125222"/>
                </a:lnTo>
                <a:close/>
                <a:moveTo>
                  <a:pt x="928045" y="126110"/>
                </a:moveTo>
                <a:lnTo>
                  <a:pt x="928544" y="126110"/>
                </a:lnTo>
                <a:lnTo>
                  <a:pt x="928544" y="126998"/>
                </a:lnTo>
                <a:lnTo>
                  <a:pt x="928045" y="126998"/>
                </a:lnTo>
                <a:close/>
                <a:moveTo>
                  <a:pt x="947035" y="126110"/>
                </a:moveTo>
                <a:lnTo>
                  <a:pt x="947535" y="126110"/>
                </a:lnTo>
                <a:lnTo>
                  <a:pt x="947535" y="126998"/>
                </a:lnTo>
                <a:lnTo>
                  <a:pt x="947035" y="126998"/>
                </a:lnTo>
                <a:close/>
                <a:moveTo>
                  <a:pt x="934042" y="126998"/>
                </a:moveTo>
                <a:lnTo>
                  <a:pt x="934541" y="126998"/>
                </a:lnTo>
                <a:lnTo>
                  <a:pt x="934541" y="127886"/>
                </a:lnTo>
                <a:lnTo>
                  <a:pt x="934042" y="127886"/>
                </a:lnTo>
                <a:close/>
                <a:moveTo>
                  <a:pt x="930543" y="127886"/>
                </a:moveTo>
                <a:lnTo>
                  <a:pt x="931043" y="127886"/>
                </a:lnTo>
                <a:lnTo>
                  <a:pt x="931043" y="128774"/>
                </a:lnTo>
                <a:lnTo>
                  <a:pt x="930543" y="128774"/>
                </a:lnTo>
                <a:close/>
                <a:moveTo>
                  <a:pt x="968025" y="130551"/>
                </a:moveTo>
                <a:lnTo>
                  <a:pt x="968525" y="130551"/>
                </a:lnTo>
                <a:lnTo>
                  <a:pt x="968525" y="131439"/>
                </a:lnTo>
                <a:lnTo>
                  <a:pt x="968025" y="131439"/>
                </a:lnTo>
                <a:close/>
                <a:moveTo>
                  <a:pt x="961528" y="133215"/>
                </a:moveTo>
                <a:lnTo>
                  <a:pt x="962028" y="133215"/>
                </a:lnTo>
                <a:lnTo>
                  <a:pt x="962028" y="134103"/>
                </a:lnTo>
                <a:lnTo>
                  <a:pt x="961528" y="134103"/>
                </a:lnTo>
                <a:close/>
                <a:moveTo>
                  <a:pt x="939539" y="134103"/>
                </a:moveTo>
                <a:lnTo>
                  <a:pt x="940039" y="134103"/>
                </a:lnTo>
                <a:lnTo>
                  <a:pt x="940039" y="134991"/>
                </a:lnTo>
                <a:lnTo>
                  <a:pt x="939539" y="134991"/>
                </a:lnTo>
                <a:close/>
                <a:moveTo>
                  <a:pt x="969025" y="134103"/>
                </a:moveTo>
                <a:lnTo>
                  <a:pt x="969525" y="134103"/>
                </a:lnTo>
                <a:lnTo>
                  <a:pt x="969525" y="134991"/>
                </a:lnTo>
                <a:lnTo>
                  <a:pt x="969025" y="134991"/>
                </a:lnTo>
                <a:close/>
                <a:moveTo>
                  <a:pt x="924046" y="134991"/>
                </a:moveTo>
                <a:lnTo>
                  <a:pt x="924546" y="134991"/>
                </a:lnTo>
                <a:lnTo>
                  <a:pt x="924546" y="135879"/>
                </a:lnTo>
                <a:lnTo>
                  <a:pt x="924046" y="135879"/>
                </a:lnTo>
                <a:close/>
                <a:moveTo>
                  <a:pt x="727141" y="135879"/>
                </a:moveTo>
                <a:lnTo>
                  <a:pt x="727641" y="135879"/>
                </a:lnTo>
                <a:lnTo>
                  <a:pt x="727641" y="136767"/>
                </a:lnTo>
                <a:lnTo>
                  <a:pt x="727141" y="136767"/>
                </a:lnTo>
                <a:close/>
                <a:moveTo>
                  <a:pt x="947035" y="135879"/>
                </a:moveTo>
                <a:lnTo>
                  <a:pt x="947535" y="135879"/>
                </a:lnTo>
                <a:lnTo>
                  <a:pt x="947535" y="136767"/>
                </a:lnTo>
                <a:lnTo>
                  <a:pt x="947035" y="136767"/>
                </a:lnTo>
                <a:close/>
                <a:moveTo>
                  <a:pt x="777617" y="136767"/>
                </a:moveTo>
                <a:lnTo>
                  <a:pt x="778117" y="136767"/>
                </a:lnTo>
                <a:lnTo>
                  <a:pt x="778117" y="137655"/>
                </a:lnTo>
                <a:lnTo>
                  <a:pt x="777617" y="137655"/>
                </a:lnTo>
                <a:close/>
                <a:moveTo>
                  <a:pt x="734138" y="137655"/>
                </a:moveTo>
                <a:lnTo>
                  <a:pt x="734637" y="137655"/>
                </a:lnTo>
                <a:lnTo>
                  <a:pt x="734637" y="138544"/>
                </a:lnTo>
                <a:lnTo>
                  <a:pt x="734138" y="138544"/>
                </a:lnTo>
                <a:close/>
                <a:moveTo>
                  <a:pt x="766622" y="137655"/>
                </a:moveTo>
                <a:lnTo>
                  <a:pt x="767122" y="137655"/>
                </a:lnTo>
                <a:lnTo>
                  <a:pt x="767122" y="138544"/>
                </a:lnTo>
                <a:lnTo>
                  <a:pt x="766622" y="138544"/>
                </a:lnTo>
                <a:close/>
                <a:moveTo>
                  <a:pt x="738635" y="138544"/>
                </a:moveTo>
                <a:lnTo>
                  <a:pt x="739135" y="138544"/>
                </a:lnTo>
                <a:lnTo>
                  <a:pt x="739135" y="139432"/>
                </a:lnTo>
                <a:lnTo>
                  <a:pt x="738635" y="139432"/>
                </a:lnTo>
                <a:close/>
                <a:moveTo>
                  <a:pt x="967526" y="138544"/>
                </a:moveTo>
                <a:lnTo>
                  <a:pt x="968025" y="138544"/>
                </a:lnTo>
                <a:lnTo>
                  <a:pt x="968025" y="139432"/>
                </a:lnTo>
                <a:lnTo>
                  <a:pt x="967526" y="139432"/>
                </a:lnTo>
                <a:close/>
                <a:moveTo>
                  <a:pt x="748131" y="138544"/>
                </a:moveTo>
                <a:lnTo>
                  <a:pt x="748631" y="138544"/>
                </a:lnTo>
                <a:lnTo>
                  <a:pt x="748631" y="139432"/>
                </a:lnTo>
                <a:lnTo>
                  <a:pt x="748131" y="139432"/>
                </a:lnTo>
                <a:close/>
                <a:moveTo>
                  <a:pt x="735637" y="138544"/>
                </a:moveTo>
                <a:lnTo>
                  <a:pt x="736137" y="138544"/>
                </a:lnTo>
                <a:lnTo>
                  <a:pt x="736137" y="139432"/>
                </a:lnTo>
                <a:lnTo>
                  <a:pt x="735637" y="139432"/>
                </a:lnTo>
                <a:close/>
                <a:moveTo>
                  <a:pt x="934541" y="138544"/>
                </a:moveTo>
                <a:lnTo>
                  <a:pt x="935041" y="138544"/>
                </a:lnTo>
                <a:lnTo>
                  <a:pt x="935041" y="139432"/>
                </a:lnTo>
                <a:lnTo>
                  <a:pt x="934541" y="139432"/>
                </a:lnTo>
                <a:close/>
                <a:moveTo>
                  <a:pt x="968525" y="138544"/>
                </a:moveTo>
                <a:lnTo>
                  <a:pt x="969025" y="138544"/>
                </a:lnTo>
                <a:lnTo>
                  <a:pt x="969025" y="139432"/>
                </a:lnTo>
                <a:lnTo>
                  <a:pt x="968525" y="139432"/>
                </a:lnTo>
                <a:close/>
                <a:moveTo>
                  <a:pt x="757127" y="138544"/>
                </a:moveTo>
                <a:lnTo>
                  <a:pt x="757626" y="138544"/>
                </a:lnTo>
                <a:lnTo>
                  <a:pt x="757626" y="139432"/>
                </a:lnTo>
                <a:lnTo>
                  <a:pt x="757127" y="139432"/>
                </a:lnTo>
                <a:close/>
                <a:moveTo>
                  <a:pt x="848583" y="139432"/>
                </a:moveTo>
                <a:lnTo>
                  <a:pt x="849082" y="139432"/>
                </a:lnTo>
                <a:lnTo>
                  <a:pt x="849082" y="140320"/>
                </a:lnTo>
                <a:lnTo>
                  <a:pt x="848583" y="140320"/>
                </a:lnTo>
                <a:close/>
                <a:moveTo>
                  <a:pt x="856079" y="139432"/>
                </a:moveTo>
                <a:lnTo>
                  <a:pt x="856579" y="139432"/>
                </a:lnTo>
                <a:lnTo>
                  <a:pt x="856579" y="140320"/>
                </a:lnTo>
                <a:lnTo>
                  <a:pt x="856079" y="140320"/>
                </a:lnTo>
                <a:close/>
                <a:moveTo>
                  <a:pt x="780116" y="139432"/>
                </a:moveTo>
                <a:lnTo>
                  <a:pt x="780615" y="139432"/>
                </a:lnTo>
                <a:lnTo>
                  <a:pt x="780615" y="140320"/>
                </a:lnTo>
                <a:lnTo>
                  <a:pt x="780116" y="140320"/>
                </a:lnTo>
                <a:close/>
                <a:moveTo>
                  <a:pt x="734637" y="139432"/>
                </a:moveTo>
                <a:lnTo>
                  <a:pt x="735137" y="139432"/>
                </a:lnTo>
                <a:lnTo>
                  <a:pt x="735137" y="140320"/>
                </a:lnTo>
                <a:lnTo>
                  <a:pt x="734637" y="140320"/>
                </a:lnTo>
                <a:close/>
                <a:moveTo>
                  <a:pt x="865075" y="139432"/>
                </a:moveTo>
                <a:lnTo>
                  <a:pt x="865575" y="139432"/>
                </a:lnTo>
                <a:lnTo>
                  <a:pt x="865575" y="140320"/>
                </a:lnTo>
                <a:lnTo>
                  <a:pt x="865075" y="140320"/>
                </a:lnTo>
                <a:close/>
                <a:moveTo>
                  <a:pt x="840087" y="140320"/>
                </a:moveTo>
                <a:lnTo>
                  <a:pt x="840587" y="140320"/>
                </a:lnTo>
                <a:lnTo>
                  <a:pt x="840587" y="141208"/>
                </a:lnTo>
                <a:lnTo>
                  <a:pt x="840087" y="141208"/>
                </a:lnTo>
                <a:close/>
                <a:moveTo>
                  <a:pt x="829592" y="140320"/>
                </a:moveTo>
                <a:lnTo>
                  <a:pt x="830092" y="140320"/>
                </a:lnTo>
                <a:lnTo>
                  <a:pt x="830092" y="141208"/>
                </a:lnTo>
                <a:lnTo>
                  <a:pt x="829592" y="141208"/>
                </a:lnTo>
                <a:close/>
                <a:moveTo>
                  <a:pt x="863575" y="140320"/>
                </a:moveTo>
                <a:lnTo>
                  <a:pt x="864075" y="140320"/>
                </a:lnTo>
                <a:lnTo>
                  <a:pt x="864075" y="141208"/>
                </a:lnTo>
                <a:lnTo>
                  <a:pt x="863575" y="141208"/>
                </a:lnTo>
                <a:close/>
                <a:moveTo>
                  <a:pt x="736636" y="141208"/>
                </a:moveTo>
                <a:lnTo>
                  <a:pt x="737136" y="141208"/>
                </a:lnTo>
                <a:lnTo>
                  <a:pt x="737136" y="142096"/>
                </a:lnTo>
                <a:lnTo>
                  <a:pt x="736636" y="142096"/>
                </a:lnTo>
                <a:close/>
                <a:moveTo>
                  <a:pt x="776617" y="141208"/>
                </a:moveTo>
                <a:lnTo>
                  <a:pt x="777117" y="141208"/>
                </a:lnTo>
                <a:lnTo>
                  <a:pt x="777117" y="142096"/>
                </a:lnTo>
                <a:lnTo>
                  <a:pt x="776617" y="142096"/>
                </a:lnTo>
                <a:close/>
                <a:moveTo>
                  <a:pt x="774118" y="142096"/>
                </a:moveTo>
                <a:lnTo>
                  <a:pt x="774618" y="142096"/>
                </a:lnTo>
                <a:lnTo>
                  <a:pt x="774618" y="142984"/>
                </a:lnTo>
                <a:lnTo>
                  <a:pt x="774118" y="142984"/>
                </a:lnTo>
                <a:close/>
                <a:moveTo>
                  <a:pt x="727641" y="142096"/>
                </a:moveTo>
                <a:lnTo>
                  <a:pt x="728140" y="142096"/>
                </a:lnTo>
                <a:lnTo>
                  <a:pt x="728140" y="142984"/>
                </a:lnTo>
                <a:lnTo>
                  <a:pt x="727641" y="142984"/>
                </a:lnTo>
                <a:close/>
                <a:moveTo>
                  <a:pt x="737636" y="143872"/>
                </a:moveTo>
                <a:lnTo>
                  <a:pt x="738136" y="143872"/>
                </a:lnTo>
                <a:lnTo>
                  <a:pt x="738136" y="144760"/>
                </a:lnTo>
                <a:lnTo>
                  <a:pt x="737636" y="144760"/>
                </a:lnTo>
                <a:close/>
                <a:moveTo>
                  <a:pt x="827593" y="143872"/>
                </a:moveTo>
                <a:lnTo>
                  <a:pt x="828093" y="143872"/>
                </a:lnTo>
                <a:lnTo>
                  <a:pt x="828093" y="144760"/>
                </a:lnTo>
                <a:lnTo>
                  <a:pt x="827593" y="144760"/>
                </a:lnTo>
                <a:close/>
                <a:moveTo>
                  <a:pt x="759126" y="143872"/>
                </a:moveTo>
                <a:lnTo>
                  <a:pt x="759625" y="143872"/>
                </a:lnTo>
                <a:lnTo>
                  <a:pt x="759625" y="144760"/>
                </a:lnTo>
                <a:lnTo>
                  <a:pt x="759126" y="144760"/>
                </a:lnTo>
                <a:close/>
                <a:moveTo>
                  <a:pt x="747631" y="144760"/>
                </a:moveTo>
                <a:lnTo>
                  <a:pt x="748131" y="144760"/>
                </a:lnTo>
                <a:lnTo>
                  <a:pt x="748131" y="145648"/>
                </a:lnTo>
                <a:lnTo>
                  <a:pt x="747631" y="145648"/>
                </a:lnTo>
                <a:close/>
                <a:moveTo>
                  <a:pt x="753129" y="145648"/>
                </a:moveTo>
                <a:lnTo>
                  <a:pt x="753628" y="145648"/>
                </a:lnTo>
                <a:lnTo>
                  <a:pt x="753628" y="146536"/>
                </a:lnTo>
                <a:lnTo>
                  <a:pt x="753129" y="146536"/>
                </a:lnTo>
                <a:close/>
                <a:moveTo>
                  <a:pt x="777117" y="145648"/>
                </a:moveTo>
                <a:lnTo>
                  <a:pt x="777617" y="145648"/>
                </a:lnTo>
                <a:lnTo>
                  <a:pt x="777617" y="146536"/>
                </a:lnTo>
                <a:lnTo>
                  <a:pt x="777117" y="146536"/>
                </a:lnTo>
                <a:close/>
                <a:moveTo>
                  <a:pt x="850582" y="145648"/>
                </a:moveTo>
                <a:lnTo>
                  <a:pt x="851081" y="145648"/>
                </a:lnTo>
                <a:lnTo>
                  <a:pt x="851081" y="146536"/>
                </a:lnTo>
                <a:lnTo>
                  <a:pt x="850582" y="146536"/>
                </a:lnTo>
                <a:close/>
                <a:moveTo>
                  <a:pt x="765623" y="145648"/>
                </a:moveTo>
                <a:lnTo>
                  <a:pt x="766122" y="145648"/>
                </a:lnTo>
                <a:lnTo>
                  <a:pt x="766122" y="146536"/>
                </a:lnTo>
                <a:lnTo>
                  <a:pt x="765623" y="146536"/>
                </a:lnTo>
                <a:close/>
                <a:moveTo>
                  <a:pt x="913551" y="146536"/>
                </a:moveTo>
                <a:lnTo>
                  <a:pt x="914051" y="146536"/>
                </a:lnTo>
                <a:lnTo>
                  <a:pt x="914051" y="147425"/>
                </a:lnTo>
                <a:lnTo>
                  <a:pt x="913551" y="147425"/>
                </a:lnTo>
                <a:close/>
                <a:moveTo>
                  <a:pt x="773619" y="146536"/>
                </a:moveTo>
                <a:lnTo>
                  <a:pt x="774118" y="146536"/>
                </a:lnTo>
                <a:lnTo>
                  <a:pt x="774118" y="147425"/>
                </a:lnTo>
                <a:lnTo>
                  <a:pt x="773619" y="147425"/>
                </a:lnTo>
                <a:close/>
                <a:moveTo>
                  <a:pt x="852581" y="146536"/>
                </a:moveTo>
                <a:lnTo>
                  <a:pt x="853081" y="146536"/>
                </a:lnTo>
                <a:lnTo>
                  <a:pt x="853081" y="147425"/>
                </a:lnTo>
                <a:lnTo>
                  <a:pt x="852581" y="147425"/>
                </a:lnTo>
                <a:close/>
                <a:moveTo>
                  <a:pt x="950534" y="146536"/>
                </a:moveTo>
                <a:lnTo>
                  <a:pt x="951034" y="146536"/>
                </a:lnTo>
                <a:lnTo>
                  <a:pt x="951034" y="147425"/>
                </a:lnTo>
                <a:lnTo>
                  <a:pt x="950534" y="147425"/>
                </a:lnTo>
                <a:close/>
                <a:moveTo>
                  <a:pt x="909553" y="146536"/>
                </a:moveTo>
                <a:lnTo>
                  <a:pt x="910553" y="146536"/>
                </a:lnTo>
                <a:lnTo>
                  <a:pt x="910553" y="147425"/>
                </a:lnTo>
                <a:lnTo>
                  <a:pt x="909553" y="147425"/>
                </a:lnTo>
                <a:close/>
                <a:moveTo>
                  <a:pt x="748631" y="146536"/>
                </a:moveTo>
                <a:lnTo>
                  <a:pt x="749630" y="146536"/>
                </a:lnTo>
                <a:lnTo>
                  <a:pt x="749630" y="147425"/>
                </a:lnTo>
                <a:lnTo>
                  <a:pt x="748631" y="147425"/>
                </a:lnTo>
                <a:close/>
                <a:moveTo>
                  <a:pt x="941038" y="146536"/>
                </a:moveTo>
                <a:lnTo>
                  <a:pt x="941538" y="146536"/>
                </a:lnTo>
                <a:lnTo>
                  <a:pt x="941538" y="147425"/>
                </a:lnTo>
                <a:lnTo>
                  <a:pt x="941038" y="147425"/>
                </a:lnTo>
                <a:close/>
                <a:moveTo>
                  <a:pt x="831591" y="146536"/>
                </a:moveTo>
                <a:lnTo>
                  <a:pt x="832091" y="146536"/>
                </a:lnTo>
                <a:lnTo>
                  <a:pt x="832091" y="147425"/>
                </a:lnTo>
                <a:lnTo>
                  <a:pt x="831591" y="147425"/>
                </a:lnTo>
                <a:close/>
                <a:moveTo>
                  <a:pt x="915551" y="147425"/>
                </a:moveTo>
                <a:lnTo>
                  <a:pt x="916050" y="147425"/>
                </a:lnTo>
                <a:lnTo>
                  <a:pt x="916050" y="148313"/>
                </a:lnTo>
                <a:lnTo>
                  <a:pt x="915551" y="148313"/>
                </a:lnTo>
                <a:close/>
                <a:moveTo>
                  <a:pt x="959529" y="147425"/>
                </a:moveTo>
                <a:lnTo>
                  <a:pt x="960029" y="147425"/>
                </a:lnTo>
                <a:lnTo>
                  <a:pt x="960029" y="148313"/>
                </a:lnTo>
                <a:lnTo>
                  <a:pt x="959529" y="148313"/>
                </a:lnTo>
                <a:close/>
                <a:moveTo>
                  <a:pt x="957031" y="147425"/>
                </a:moveTo>
                <a:lnTo>
                  <a:pt x="957530" y="147425"/>
                </a:lnTo>
                <a:lnTo>
                  <a:pt x="957530" y="148313"/>
                </a:lnTo>
                <a:lnTo>
                  <a:pt x="957031" y="148313"/>
                </a:lnTo>
                <a:close/>
                <a:moveTo>
                  <a:pt x="942538" y="147425"/>
                </a:moveTo>
                <a:lnTo>
                  <a:pt x="943037" y="147425"/>
                </a:lnTo>
                <a:lnTo>
                  <a:pt x="943037" y="148313"/>
                </a:lnTo>
                <a:lnTo>
                  <a:pt x="942538" y="148313"/>
                </a:lnTo>
                <a:close/>
                <a:moveTo>
                  <a:pt x="945036" y="147425"/>
                </a:moveTo>
                <a:lnTo>
                  <a:pt x="946036" y="147425"/>
                </a:lnTo>
                <a:lnTo>
                  <a:pt x="946036" y="148313"/>
                </a:lnTo>
                <a:lnTo>
                  <a:pt x="945036" y="148313"/>
                </a:lnTo>
                <a:close/>
                <a:moveTo>
                  <a:pt x="943537" y="147425"/>
                </a:moveTo>
                <a:lnTo>
                  <a:pt x="944037" y="147425"/>
                </a:lnTo>
                <a:lnTo>
                  <a:pt x="944037" y="148313"/>
                </a:lnTo>
                <a:lnTo>
                  <a:pt x="943537" y="148313"/>
                </a:lnTo>
                <a:close/>
                <a:moveTo>
                  <a:pt x="969525" y="147425"/>
                </a:moveTo>
                <a:lnTo>
                  <a:pt x="970024" y="147425"/>
                </a:lnTo>
                <a:lnTo>
                  <a:pt x="970024" y="148313"/>
                </a:lnTo>
                <a:lnTo>
                  <a:pt x="969525" y="148313"/>
                </a:lnTo>
                <a:close/>
                <a:moveTo>
                  <a:pt x="938540" y="147425"/>
                </a:moveTo>
                <a:lnTo>
                  <a:pt x="939039" y="147425"/>
                </a:lnTo>
                <a:lnTo>
                  <a:pt x="939039" y="148313"/>
                </a:lnTo>
                <a:lnTo>
                  <a:pt x="938540" y="148313"/>
                </a:lnTo>
                <a:close/>
                <a:moveTo>
                  <a:pt x="912552" y="147425"/>
                </a:moveTo>
                <a:lnTo>
                  <a:pt x="913551" y="147425"/>
                </a:lnTo>
                <a:lnTo>
                  <a:pt x="913551" y="148313"/>
                </a:lnTo>
                <a:lnTo>
                  <a:pt x="912552" y="148313"/>
                </a:lnTo>
                <a:close/>
                <a:moveTo>
                  <a:pt x="911053" y="147425"/>
                </a:moveTo>
                <a:lnTo>
                  <a:pt x="911552" y="147425"/>
                </a:lnTo>
                <a:lnTo>
                  <a:pt x="911552" y="148313"/>
                </a:lnTo>
                <a:lnTo>
                  <a:pt x="911053" y="148313"/>
                </a:lnTo>
                <a:close/>
                <a:moveTo>
                  <a:pt x="907554" y="147425"/>
                </a:moveTo>
                <a:lnTo>
                  <a:pt x="908054" y="147425"/>
                </a:lnTo>
                <a:lnTo>
                  <a:pt x="908054" y="148313"/>
                </a:lnTo>
                <a:lnTo>
                  <a:pt x="907554" y="148313"/>
                </a:lnTo>
                <a:close/>
                <a:moveTo>
                  <a:pt x="954532" y="147425"/>
                </a:moveTo>
                <a:lnTo>
                  <a:pt x="955032" y="147425"/>
                </a:lnTo>
                <a:lnTo>
                  <a:pt x="955032" y="148313"/>
                </a:lnTo>
                <a:lnTo>
                  <a:pt x="954532" y="148313"/>
                </a:lnTo>
                <a:close/>
                <a:moveTo>
                  <a:pt x="963528" y="147425"/>
                </a:moveTo>
                <a:lnTo>
                  <a:pt x="964527" y="147425"/>
                </a:lnTo>
                <a:lnTo>
                  <a:pt x="964527" y="148313"/>
                </a:lnTo>
                <a:lnTo>
                  <a:pt x="963528" y="148313"/>
                </a:lnTo>
                <a:close/>
                <a:moveTo>
                  <a:pt x="968525" y="147425"/>
                </a:moveTo>
                <a:lnTo>
                  <a:pt x="969025" y="147425"/>
                </a:lnTo>
                <a:lnTo>
                  <a:pt x="969025" y="148313"/>
                </a:lnTo>
                <a:lnTo>
                  <a:pt x="968525" y="148313"/>
                </a:lnTo>
                <a:close/>
                <a:moveTo>
                  <a:pt x="929044" y="148313"/>
                </a:moveTo>
                <a:lnTo>
                  <a:pt x="929544" y="148313"/>
                </a:lnTo>
                <a:lnTo>
                  <a:pt x="929544" y="149201"/>
                </a:lnTo>
                <a:lnTo>
                  <a:pt x="929044" y="149201"/>
                </a:lnTo>
                <a:close/>
                <a:moveTo>
                  <a:pt x="958530" y="148313"/>
                </a:moveTo>
                <a:lnTo>
                  <a:pt x="959030" y="148313"/>
                </a:lnTo>
                <a:lnTo>
                  <a:pt x="959030" y="149201"/>
                </a:lnTo>
                <a:lnTo>
                  <a:pt x="958530" y="149201"/>
                </a:lnTo>
                <a:close/>
                <a:moveTo>
                  <a:pt x="846084" y="148313"/>
                </a:moveTo>
                <a:lnTo>
                  <a:pt x="846584" y="148313"/>
                </a:lnTo>
                <a:lnTo>
                  <a:pt x="846584" y="149201"/>
                </a:lnTo>
                <a:lnTo>
                  <a:pt x="846084" y="149201"/>
                </a:lnTo>
                <a:close/>
                <a:moveTo>
                  <a:pt x="950034" y="148313"/>
                </a:moveTo>
                <a:lnTo>
                  <a:pt x="950534" y="148313"/>
                </a:lnTo>
                <a:lnTo>
                  <a:pt x="950534" y="149201"/>
                </a:lnTo>
                <a:lnTo>
                  <a:pt x="950034" y="149201"/>
                </a:lnTo>
                <a:close/>
                <a:moveTo>
                  <a:pt x="833590" y="148313"/>
                </a:moveTo>
                <a:lnTo>
                  <a:pt x="834090" y="148313"/>
                </a:lnTo>
                <a:lnTo>
                  <a:pt x="834090" y="149201"/>
                </a:lnTo>
                <a:lnTo>
                  <a:pt x="833590" y="149201"/>
                </a:lnTo>
                <a:close/>
                <a:moveTo>
                  <a:pt x="721144" y="149201"/>
                </a:moveTo>
                <a:lnTo>
                  <a:pt x="721644" y="149201"/>
                </a:lnTo>
                <a:lnTo>
                  <a:pt x="721644" y="150089"/>
                </a:lnTo>
                <a:lnTo>
                  <a:pt x="721144" y="150089"/>
                </a:lnTo>
                <a:close/>
                <a:moveTo>
                  <a:pt x="828093" y="149201"/>
                </a:moveTo>
                <a:lnTo>
                  <a:pt x="828592" y="149201"/>
                </a:lnTo>
                <a:lnTo>
                  <a:pt x="828592" y="150089"/>
                </a:lnTo>
                <a:lnTo>
                  <a:pt x="828093" y="150089"/>
                </a:lnTo>
                <a:close/>
                <a:moveTo>
                  <a:pt x="737136" y="149201"/>
                </a:moveTo>
                <a:lnTo>
                  <a:pt x="737636" y="149201"/>
                </a:lnTo>
                <a:lnTo>
                  <a:pt x="737636" y="150089"/>
                </a:lnTo>
                <a:lnTo>
                  <a:pt x="737136" y="150089"/>
                </a:lnTo>
                <a:close/>
                <a:moveTo>
                  <a:pt x="856079" y="149201"/>
                </a:moveTo>
                <a:lnTo>
                  <a:pt x="856579" y="149201"/>
                </a:lnTo>
                <a:lnTo>
                  <a:pt x="856579" y="150089"/>
                </a:lnTo>
                <a:lnTo>
                  <a:pt x="856079" y="150089"/>
                </a:lnTo>
                <a:close/>
                <a:moveTo>
                  <a:pt x="915051" y="149201"/>
                </a:moveTo>
                <a:lnTo>
                  <a:pt x="915551" y="149201"/>
                </a:lnTo>
                <a:lnTo>
                  <a:pt x="915551" y="150089"/>
                </a:lnTo>
                <a:lnTo>
                  <a:pt x="915051" y="150089"/>
                </a:lnTo>
                <a:close/>
                <a:moveTo>
                  <a:pt x="939039" y="149201"/>
                </a:moveTo>
                <a:lnTo>
                  <a:pt x="939539" y="149201"/>
                </a:lnTo>
                <a:lnTo>
                  <a:pt x="939539" y="150089"/>
                </a:lnTo>
                <a:lnTo>
                  <a:pt x="939039" y="150089"/>
                </a:lnTo>
                <a:close/>
                <a:moveTo>
                  <a:pt x="898059" y="149201"/>
                </a:moveTo>
                <a:lnTo>
                  <a:pt x="898559" y="149201"/>
                </a:lnTo>
                <a:lnTo>
                  <a:pt x="898559" y="150089"/>
                </a:lnTo>
                <a:lnTo>
                  <a:pt x="898059" y="150089"/>
                </a:lnTo>
                <a:close/>
                <a:moveTo>
                  <a:pt x="899058" y="149201"/>
                </a:moveTo>
                <a:lnTo>
                  <a:pt x="899558" y="149201"/>
                </a:lnTo>
                <a:lnTo>
                  <a:pt x="899558" y="150089"/>
                </a:lnTo>
                <a:lnTo>
                  <a:pt x="899058" y="150089"/>
                </a:lnTo>
                <a:close/>
                <a:moveTo>
                  <a:pt x="933042" y="149201"/>
                </a:moveTo>
                <a:lnTo>
                  <a:pt x="933542" y="149201"/>
                </a:lnTo>
                <a:lnTo>
                  <a:pt x="933542" y="150089"/>
                </a:lnTo>
                <a:lnTo>
                  <a:pt x="933042" y="150089"/>
                </a:lnTo>
                <a:close/>
                <a:moveTo>
                  <a:pt x="951034" y="150089"/>
                </a:moveTo>
                <a:lnTo>
                  <a:pt x="951533" y="150089"/>
                </a:lnTo>
                <a:lnTo>
                  <a:pt x="951533" y="150977"/>
                </a:lnTo>
                <a:lnTo>
                  <a:pt x="951034" y="150977"/>
                </a:lnTo>
                <a:close/>
                <a:moveTo>
                  <a:pt x="914051" y="148313"/>
                </a:moveTo>
                <a:lnTo>
                  <a:pt x="914551" y="148313"/>
                </a:lnTo>
                <a:lnTo>
                  <a:pt x="914551" y="150977"/>
                </a:lnTo>
                <a:lnTo>
                  <a:pt x="914051" y="150977"/>
                </a:lnTo>
                <a:close/>
                <a:moveTo>
                  <a:pt x="757626" y="150977"/>
                </a:moveTo>
                <a:lnTo>
                  <a:pt x="758126" y="150977"/>
                </a:lnTo>
                <a:lnTo>
                  <a:pt x="758126" y="151865"/>
                </a:lnTo>
                <a:lnTo>
                  <a:pt x="757626" y="151865"/>
                </a:lnTo>
                <a:close/>
                <a:moveTo>
                  <a:pt x="841586" y="150977"/>
                </a:moveTo>
                <a:lnTo>
                  <a:pt x="842086" y="150977"/>
                </a:lnTo>
                <a:lnTo>
                  <a:pt x="842086" y="151865"/>
                </a:lnTo>
                <a:lnTo>
                  <a:pt x="841586" y="151865"/>
                </a:lnTo>
                <a:close/>
                <a:moveTo>
                  <a:pt x="865075" y="150977"/>
                </a:moveTo>
                <a:lnTo>
                  <a:pt x="865575" y="150977"/>
                </a:lnTo>
                <a:lnTo>
                  <a:pt x="865575" y="151865"/>
                </a:lnTo>
                <a:lnTo>
                  <a:pt x="865075" y="151865"/>
                </a:lnTo>
                <a:close/>
                <a:moveTo>
                  <a:pt x="941038" y="150089"/>
                </a:moveTo>
                <a:lnTo>
                  <a:pt x="941538" y="150089"/>
                </a:lnTo>
                <a:lnTo>
                  <a:pt x="941538" y="151865"/>
                </a:lnTo>
                <a:lnTo>
                  <a:pt x="941038" y="151865"/>
                </a:lnTo>
                <a:close/>
                <a:moveTo>
                  <a:pt x="961528" y="150977"/>
                </a:moveTo>
                <a:lnTo>
                  <a:pt x="962028" y="150977"/>
                </a:lnTo>
                <a:lnTo>
                  <a:pt x="962028" y="151865"/>
                </a:lnTo>
                <a:lnTo>
                  <a:pt x="961528" y="151865"/>
                </a:lnTo>
                <a:close/>
                <a:moveTo>
                  <a:pt x="866574" y="150977"/>
                </a:moveTo>
                <a:lnTo>
                  <a:pt x="867074" y="150977"/>
                </a:lnTo>
                <a:lnTo>
                  <a:pt x="867074" y="151865"/>
                </a:lnTo>
                <a:lnTo>
                  <a:pt x="866574" y="151865"/>
                </a:lnTo>
                <a:close/>
                <a:moveTo>
                  <a:pt x="738635" y="151865"/>
                </a:moveTo>
                <a:lnTo>
                  <a:pt x="739135" y="151865"/>
                </a:lnTo>
                <a:lnTo>
                  <a:pt x="739135" y="152753"/>
                </a:lnTo>
                <a:lnTo>
                  <a:pt x="738635" y="152753"/>
                </a:lnTo>
                <a:close/>
                <a:moveTo>
                  <a:pt x="915051" y="151865"/>
                </a:moveTo>
                <a:lnTo>
                  <a:pt x="915551" y="151865"/>
                </a:lnTo>
                <a:lnTo>
                  <a:pt x="915551" y="152753"/>
                </a:lnTo>
                <a:lnTo>
                  <a:pt x="915051" y="152753"/>
                </a:lnTo>
                <a:close/>
                <a:moveTo>
                  <a:pt x="951533" y="151865"/>
                </a:moveTo>
                <a:lnTo>
                  <a:pt x="952033" y="151865"/>
                </a:lnTo>
                <a:lnTo>
                  <a:pt x="952033" y="152753"/>
                </a:lnTo>
                <a:lnTo>
                  <a:pt x="951533" y="152753"/>
                </a:lnTo>
                <a:close/>
                <a:moveTo>
                  <a:pt x="922547" y="152753"/>
                </a:moveTo>
                <a:lnTo>
                  <a:pt x="923047" y="152753"/>
                </a:lnTo>
                <a:lnTo>
                  <a:pt x="923047" y="153641"/>
                </a:lnTo>
                <a:lnTo>
                  <a:pt x="922547" y="153641"/>
                </a:lnTo>
                <a:close/>
                <a:moveTo>
                  <a:pt x="909553" y="152753"/>
                </a:moveTo>
                <a:lnTo>
                  <a:pt x="910053" y="152753"/>
                </a:lnTo>
                <a:lnTo>
                  <a:pt x="910053" y="153641"/>
                </a:lnTo>
                <a:lnTo>
                  <a:pt x="909553" y="153641"/>
                </a:lnTo>
                <a:close/>
                <a:moveTo>
                  <a:pt x="914051" y="151865"/>
                </a:moveTo>
                <a:lnTo>
                  <a:pt x="914551" y="151865"/>
                </a:lnTo>
                <a:lnTo>
                  <a:pt x="914551" y="153641"/>
                </a:lnTo>
                <a:lnTo>
                  <a:pt x="914051" y="153641"/>
                </a:lnTo>
                <a:close/>
              </a:path>
            </a:pathLst>
          </a:custGeom>
          <a:solidFill>
            <a:srgbClr val="9FAEBB"/>
          </a:solidFill>
          <a:ln>
            <a:noFill/>
          </a:ln>
        </p:spPr>
      </p:sp>
      <p:sp>
        <p:nvSpPr>
          <p:cNvPr id="49" name="Kimate circled colour correction 49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4623" y="66607"/>
                </a:moveTo>
                <a:lnTo>
                  <a:pt x="765123" y="66607"/>
                </a:lnTo>
                <a:lnTo>
                  <a:pt x="765123" y="67496"/>
                </a:lnTo>
                <a:lnTo>
                  <a:pt x="764623" y="67496"/>
                </a:lnTo>
                <a:close/>
                <a:moveTo>
                  <a:pt x="765623" y="65719"/>
                </a:moveTo>
                <a:lnTo>
                  <a:pt x="766122" y="65719"/>
                </a:lnTo>
                <a:lnTo>
                  <a:pt x="766122" y="67496"/>
                </a:lnTo>
                <a:lnTo>
                  <a:pt x="765623" y="67496"/>
                </a:lnTo>
                <a:close/>
                <a:moveTo>
                  <a:pt x="760125" y="69272"/>
                </a:moveTo>
                <a:lnTo>
                  <a:pt x="760625" y="69272"/>
                </a:lnTo>
                <a:lnTo>
                  <a:pt x="760625" y="70160"/>
                </a:lnTo>
                <a:lnTo>
                  <a:pt x="760125" y="70160"/>
                </a:lnTo>
                <a:close/>
                <a:moveTo>
                  <a:pt x="729140" y="69272"/>
                </a:moveTo>
                <a:lnTo>
                  <a:pt x="729640" y="69272"/>
                </a:lnTo>
                <a:lnTo>
                  <a:pt x="729640" y="70160"/>
                </a:lnTo>
                <a:lnTo>
                  <a:pt x="729140" y="70160"/>
                </a:lnTo>
                <a:close/>
                <a:moveTo>
                  <a:pt x="728640" y="70160"/>
                </a:moveTo>
                <a:lnTo>
                  <a:pt x="729140" y="70160"/>
                </a:lnTo>
                <a:lnTo>
                  <a:pt x="729140" y="71048"/>
                </a:lnTo>
                <a:lnTo>
                  <a:pt x="728640" y="71048"/>
                </a:lnTo>
                <a:close/>
                <a:moveTo>
                  <a:pt x="759126" y="70160"/>
                </a:moveTo>
                <a:lnTo>
                  <a:pt x="759625" y="70160"/>
                </a:lnTo>
                <a:lnTo>
                  <a:pt x="759625" y="71048"/>
                </a:lnTo>
                <a:lnTo>
                  <a:pt x="759126" y="71048"/>
                </a:lnTo>
                <a:close/>
                <a:moveTo>
                  <a:pt x="764123" y="71048"/>
                </a:moveTo>
                <a:lnTo>
                  <a:pt x="764623" y="71048"/>
                </a:lnTo>
                <a:lnTo>
                  <a:pt x="764623" y="71936"/>
                </a:lnTo>
                <a:lnTo>
                  <a:pt x="764123" y="71936"/>
                </a:lnTo>
                <a:close/>
                <a:moveTo>
                  <a:pt x="728140" y="71048"/>
                </a:moveTo>
                <a:lnTo>
                  <a:pt x="728640" y="71048"/>
                </a:lnTo>
                <a:lnTo>
                  <a:pt x="728640" y="71936"/>
                </a:lnTo>
                <a:lnTo>
                  <a:pt x="728140" y="71936"/>
                </a:lnTo>
                <a:close/>
                <a:moveTo>
                  <a:pt x="728640" y="71936"/>
                </a:moveTo>
                <a:lnTo>
                  <a:pt x="729140" y="71936"/>
                </a:lnTo>
                <a:lnTo>
                  <a:pt x="729140" y="72824"/>
                </a:lnTo>
                <a:lnTo>
                  <a:pt x="728640" y="72824"/>
                </a:lnTo>
                <a:close/>
                <a:moveTo>
                  <a:pt x="727141" y="73712"/>
                </a:moveTo>
                <a:lnTo>
                  <a:pt x="727641" y="73712"/>
                </a:lnTo>
                <a:lnTo>
                  <a:pt x="727641" y="74600"/>
                </a:lnTo>
                <a:lnTo>
                  <a:pt x="727141" y="74600"/>
                </a:lnTo>
                <a:close/>
                <a:moveTo>
                  <a:pt x="755128" y="76377"/>
                </a:moveTo>
                <a:lnTo>
                  <a:pt x="755627" y="76377"/>
                </a:lnTo>
                <a:lnTo>
                  <a:pt x="755627" y="77265"/>
                </a:lnTo>
                <a:lnTo>
                  <a:pt x="755128" y="77265"/>
                </a:lnTo>
                <a:close/>
                <a:moveTo>
                  <a:pt x="769121" y="76377"/>
                </a:moveTo>
                <a:lnTo>
                  <a:pt x="769621" y="76377"/>
                </a:lnTo>
                <a:lnTo>
                  <a:pt x="769621" y="77265"/>
                </a:lnTo>
                <a:lnTo>
                  <a:pt x="769121" y="77265"/>
                </a:lnTo>
                <a:close/>
                <a:moveTo>
                  <a:pt x="730140" y="77265"/>
                </a:moveTo>
                <a:lnTo>
                  <a:pt x="730639" y="77265"/>
                </a:lnTo>
                <a:lnTo>
                  <a:pt x="730639" y="78153"/>
                </a:lnTo>
                <a:lnTo>
                  <a:pt x="730140" y="78153"/>
                </a:lnTo>
                <a:close/>
                <a:moveTo>
                  <a:pt x="848583" y="78153"/>
                </a:moveTo>
                <a:lnTo>
                  <a:pt x="849582" y="78153"/>
                </a:lnTo>
                <a:lnTo>
                  <a:pt x="849582" y="79041"/>
                </a:lnTo>
                <a:lnTo>
                  <a:pt x="848583" y="79041"/>
                </a:lnTo>
                <a:close/>
                <a:moveTo>
                  <a:pt x="766622" y="78153"/>
                </a:moveTo>
                <a:lnTo>
                  <a:pt x="767122" y="78153"/>
                </a:lnTo>
                <a:lnTo>
                  <a:pt x="767122" y="79041"/>
                </a:lnTo>
                <a:lnTo>
                  <a:pt x="766622" y="79041"/>
                </a:lnTo>
                <a:close/>
                <a:moveTo>
                  <a:pt x="846084" y="79041"/>
                </a:moveTo>
                <a:lnTo>
                  <a:pt x="846584" y="79041"/>
                </a:lnTo>
                <a:lnTo>
                  <a:pt x="846584" y="79929"/>
                </a:lnTo>
                <a:lnTo>
                  <a:pt x="846084" y="79929"/>
                </a:lnTo>
                <a:close/>
                <a:moveTo>
                  <a:pt x="851581" y="79041"/>
                </a:moveTo>
                <a:lnTo>
                  <a:pt x="852081" y="79041"/>
                </a:lnTo>
                <a:lnTo>
                  <a:pt x="852081" y="79929"/>
                </a:lnTo>
                <a:lnTo>
                  <a:pt x="851581" y="79929"/>
                </a:lnTo>
                <a:close/>
                <a:moveTo>
                  <a:pt x="770620" y="79929"/>
                </a:moveTo>
                <a:lnTo>
                  <a:pt x="771120" y="79929"/>
                </a:lnTo>
                <a:lnTo>
                  <a:pt x="771120" y="80817"/>
                </a:lnTo>
                <a:lnTo>
                  <a:pt x="770620" y="80817"/>
                </a:lnTo>
                <a:close/>
                <a:moveTo>
                  <a:pt x="842086" y="79929"/>
                </a:moveTo>
                <a:lnTo>
                  <a:pt x="842586" y="79929"/>
                </a:lnTo>
                <a:lnTo>
                  <a:pt x="842586" y="80817"/>
                </a:lnTo>
                <a:lnTo>
                  <a:pt x="842086" y="80817"/>
                </a:lnTo>
                <a:close/>
                <a:moveTo>
                  <a:pt x="765623" y="79929"/>
                </a:moveTo>
                <a:lnTo>
                  <a:pt x="766122" y="79929"/>
                </a:lnTo>
                <a:lnTo>
                  <a:pt x="766122" y="80817"/>
                </a:lnTo>
                <a:lnTo>
                  <a:pt x="765623" y="80817"/>
                </a:lnTo>
                <a:close/>
                <a:moveTo>
                  <a:pt x="762124" y="79929"/>
                </a:moveTo>
                <a:lnTo>
                  <a:pt x="762624" y="79929"/>
                </a:lnTo>
                <a:lnTo>
                  <a:pt x="762624" y="80817"/>
                </a:lnTo>
                <a:lnTo>
                  <a:pt x="762124" y="80817"/>
                </a:lnTo>
                <a:close/>
                <a:moveTo>
                  <a:pt x="765123" y="81705"/>
                </a:moveTo>
                <a:lnTo>
                  <a:pt x="765623" y="81705"/>
                </a:lnTo>
                <a:lnTo>
                  <a:pt x="765623" y="82593"/>
                </a:lnTo>
                <a:lnTo>
                  <a:pt x="765123" y="82593"/>
                </a:lnTo>
                <a:close/>
                <a:moveTo>
                  <a:pt x="729640" y="81705"/>
                </a:moveTo>
                <a:lnTo>
                  <a:pt x="730140" y="81705"/>
                </a:lnTo>
                <a:lnTo>
                  <a:pt x="730140" y="82593"/>
                </a:lnTo>
                <a:lnTo>
                  <a:pt x="729640" y="82593"/>
                </a:lnTo>
                <a:close/>
                <a:moveTo>
                  <a:pt x="754128" y="82593"/>
                </a:moveTo>
                <a:lnTo>
                  <a:pt x="754628" y="82593"/>
                </a:lnTo>
                <a:lnTo>
                  <a:pt x="754628" y="83481"/>
                </a:lnTo>
                <a:lnTo>
                  <a:pt x="754128" y="83481"/>
                </a:lnTo>
                <a:close/>
                <a:moveTo>
                  <a:pt x="771120" y="82593"/>
                </a:moveTo>
                <a:lnTo>
                  <a:pt x="771620" y="82593"/>
                </a:lnTo>
                <a:lnTo>
                  <a:pt x="771620" y="83481"/>
                </a:lnTo>
                <a:lnTo>
                  <a:pt x="771120" y="83481"/>
                </a:lnTo>
                <a:close/>
                <a:moveTo>
                  <a:pt x="742634" y="82593"/>
                </a:moveTo>
                <a:lnTo>
                  <a:pt x="743133" y="82593"/>
                </a:lnTo>
                <a:lnTo>
                  <a:pt x="743133" y="83481"/>
                </a:lnTo>
                <a:lnTo>
                  <a:pt x="742634" y="83481"/>
                </a:lnTo>
                <a:close/>
                <a:moveTo>
                  <a:pt x="763623" y="82593"/>
                </a:moveTo>
                <a:lnTo>
                  <a:pt x="764123" y="82593"/>
                </a:lnTo>
                <a:lnTo>
                  <a:pt x="764123" y="83481"/>
                </a:lnTo>
                <a:lnTo>
                  <a:pt x="763623" y="83481"/>
                </a:lnTo>
                <a:close/>
                <a:moveTo>
                  <a:pt x="858578" y="83481"/>
                </a:moveTo>
                <a:lnTo>
                  <a:pt x="859078" y="83481"/>
                </a:lnTo>
                <a:lnTo>
                  <a:pt x="859078" y="84369"/>
                </a:lnTo>
                <a:lnTo>
                  <a:pt x="858578" y="84369"/>
                </a:lnTo>
                <a:close/>
                <a:moveTo>
                  <a:pt x="772119" y="83481"/>
                </a:moveTo>
                <a:lnTo>
                  <a:pt x="772619" y="83481"/>
                </a:lnTo>
                <a:lnTo>
                  <a:pt x="772619" y="84369"/>
                </a:lnTo>
                <a:lnTo>
                  <a:pt x="772119" y="84369"/>
                </a:lnTo>
                <a:close/>
                <a:moveTo>
                  <a:pt x="750630" y="84369"/>
                </a:moveTo>
                <a:lnTo>
                  <a:pt x="751129" y="84369"/>
                </a:lnTo>
                <a:lnTo>
                  <a:pt x="751129" y="85258"/>
                </a:lnTo>
                <a:lnTo>
                  <a:pt x="750630" y="85258"/>
                </a:lnTo>
                <a:close/>
                <a:moveTo>
                  <a:pt x="859577" y="84369"/>
                </a:moveTo>
                <a:lnTo>
                  <a:pt x="860077" y="84369"/>
                </a:lnTo>
                <a:lnTo>
                  <a:pt x="860077" y="85258"/>
                </a:lnTo>
                <a:lnTo>
                  <a:pt x="859577" y="85258"/>
                </a:lnTo>
                <a:close/>
                <a:moveTo>
                  <a:pt x="739135" y="84369"/>
                </a:moveTo>
                <a:lnTo>
                  <a:pt x="739635" y="84369"/>
                </a:lnTo>
                <a:lnTo>
                  <a:pt x="739635" y="85258"/>
                </a:lnTo>
                <a:lnTo>
                  <a:pt x="739135" y="85258"/>
                </a:lnTo>
                <a:close/>
                <a:moveTo>
                  <a:pt x="742134" y="84369"/>
                </a:moveTo>
                <a:lnTo>
                  <a:pt x="742634" y="84369"/>
                </a:lnTo>
                <a:lnTo>
                  <a:pt x="742634" y="85258"/>
                </a:lnTo>
                <a:lnTo>
                  <a:pt x="742134" y="85258"/>
                </a:lnTo>
                <a:close/>
                <a:moveTo>
                  <a:pt x="860577" y="85258"/>
                </a:moveTo>
                <a:lnTo>
                  <a:pt x="861077" y="85258"/>
                </a:lnTo>
                <a:lnTo>
                  <a:pt x="861077" y="86146"/>
                </a:lnTo>
                <a:lnTo>
                  <a:pt x="860577" y="86146"/>
                </a:lnTo>
                <a:close/>
                <a:moveTo>
                  <a:pt x="930044" y="85258"/>
                </a:moveTo>
                <a:lnTo>
                  <a:pt x="930543" y="85258"/>
                </a:lnTo>
                <a:lnTo>
                  <a:pt x="930543" y="86146"/>
                </a:lnTo>
                <a:lnTo>
                  <a:pt x="930044" y="86146"/>
                </a:lnTo>
                <a:close/>
                <a:moveTo>
                  <a:pt x="762124" y="85258"/>
                </a:moveTo>
                <a:lnTo>
                  <a:pt x="762624" y="85258"/>
                </a:lnTo>
                <a:lnTo>
                  <a:pt x="762624" y="86146"/>
                </a:lnTo>
                <a:lnTo>
                  <a:pt x="762124" y="86146"/>
                </a:lnTo>
                <a:close/>
                <a:moveTo>
                  <a:pt x="726641" y="81705"/>
                </a:moveTo>
                <a:lnTo>
                  <a:pt x="727141" y="81705"/>
                </a:lnTo>
                <a:lnTo>
                  <a:pt x="727141" y="86146"/>
                </a:lnTo>
                <a:lnTo>
                  <a:pt x="726641" y="86146"/>
                </a:lnTo>
                <a:close/>
                <a:moveTo>
                  <a:pt x="749630" y="86146"/>
                </a:moveTo>
                <a:lnTo>
                  <a:pt x="750130" y="86146"/>
                </a:lnTo>
                <a:lnTo>
                  <a:pt x="750130" y="87034"/>
                </a:lnTo>
                <a:lnTo>
                  <a:pt x="749630" y="87034"/>
                </a:lnTo>
                <a:close/>
                <a:moveTo>
                  <a:pt x="961029" y="86146"/>
                </a:moveTo>
                <a:lnTo>
                  <a:pt x="961528" y="86146"/>
                </a:lnTo>
                <a:lnTo>
                  <a:pt x="961528" y="87034"/>
                </a:lnTo>
                <a:lnTo>
                  <a:pt x="961029" y="87034"/>
                </a:lnTo>
                <a:close/>
                <a:moveTo>
                  <a:pt x="743633" y="86146"/>
                </a:moveTo>
                <a:lnTo>
                  <a:pt x="744133" y="86146"/>
                </a:lnTo>
                <a:lnTo>
                  <a:pt x="744133" y="87034"/>
                </a:lnTo>
                <a:lnTo>
                  <a:pt x="743633" y="87034"/>
                </a:lnTo>
                <a:close/>
                <a:moveTo>
                  <a:pt x="942538" y="86146"/>
                </a:moveTo>
                <a:lnTo>
                  <a:pt x="943037" y="86146"/>
                </a:lnTo>
                <a:lnTo>
                  <a:pt x="943037" y="87034"/>
                </a:lnTo>
                <a:lnTo>
                  <a:pt x="942538" y="87034"/>
                </a:lnTo>
                <a:close/>
                <a:moveTo>
                  <a:pt x="764123" y="87034"/>
                </a:moveTo>
                <a:lnTo>
                  <a:pt x="764623" y="87034"/>
                </a:lnTo>
                <a:lnTo>
                  <a:pt x="764623" y="87922"/>
                </a:lnTo>
                <a:lnTo>
                  <a:pt x="764123" y="87922"/>
                </a:lnTo>
                <a:close/>
                <a:moveTo>
                  <a:pt x="832091" y="87034"/>
                </a:moveTo>
                <a:lnTo>
                  <a:pt x="832590" y="87034"/>
                </a:lnTo>
                <a:lnTo>
                  <a:pt x="832590" y="87922"/>
                </a:lnTo>
                <a:lnTo>
                  <a:pt x="832091" y="87922"/>
                </a:lnTo>
                <a:close/>
                <a:moveTo>
                  <a:pt x="963528" y="87034"/>
                </a:moveTo>
                <a:lnTo>
                  <a:pt x="964027" y="87034"/>
                </a:lnTo>
                <a:lnTo>
                  <a:pt x="964027" y="87922"/>
                </a:lnTo>
                <a:lnTo>
                  <a:pt x="963528" y="87922"/>
                </a:lnTo>
                <a:close/>
                <a:moveTo>
                  <a:pt x="749630" y="87922"/>
                </a:moveTo>
                <a:lnTo>
                  <a:pt x="750130" y="87922"/>
                </a:lnTo>
                <a:lnTo>
                  <a:pt x="750130" y="88810"/>
                </a:lnTo>
                <a:lnTo>
                  <a:pt x="749630" y="88810"/>
                </a:lnTo>
                <a:close/>
                <a:moveTo>
                  <a:pt x="862576" y="87922"/>
                </a:moveTo>
                <a:lnTo>
                  <a:pt x="863076" y="87922"/>
                </a:lnTo>
                <a:lnTo>
                  <a:pt x="863076" y="88810"/>
                </a:lnTo>
                <a:lnTo>
                  <a:pt x="862576" y="88810"/>
                </a:lnTo>
                <a:close/>
                <a:moveTo>
                  <a:pt x="831091" y="87922"/>
                </a:moveTo>
                <a:lnTo>
                  <a:pt x="831591" y="87922"/>
                </a:lnTo>
                <a:lnTo>
                  <a:pt x="831591" y="88810"/>
                </a:lnTo>
                <a:lnTo>
                  <a:pt x="831091" y="88810"/>
                </a:lnTo>
                <a:close/>
                <a:moveTo>
                  <a:pt x="838088" y="88810"/>
                </a:moveTo>
                <a:lnTo>
                  <a:pt x="838587" y="88810"/>
                </a:lnTo>
                <a:lnTo>
                  <a:pt x="838587" y="89698"/>
                </a:lnTo>
                <a:lnTo>
                  <a:pt x="838088" y="89698"/>
                </a:lnTo>
                <a:close/>
                <a:moveTo>
                  <a:pt x="830092" y="88810"/>
                </a:moveTo>
                <a:lnTo>
                  <a:pt x="830591" y="88810"/>
                </a:lnTo>
                <a:lnTo>
                  <a:pt x="830591" y="89698"/>
                </a:lnTo>
                <a:lnTo>
                  <a:pt x="830092" y="89698"/>
                </a:lnTo>
                <a:close/>
                <a:moveTo>
                  <a:pt x="818097" y="89698"/>
                </a:moveTo>
                <a:lnTo>
                  <a:pt x="818597" y="89698"/>
                </a:lnTo>
                <a:lnTo>
                  <a:pt x="818597" y="90586"/>
                </a:lnTo>
                <a:lnTo>
                  <a:pt x="818097" y="90586"/>
                </a:lnTo>
                <a:close/>
                <a:moveTo>
                  <a:pt x="732638" y="89698"/>
                </a:moveTo>
                <a:lnTo>
                  <a:pt x="733138" y="89698"/>
                </a:lnTo>
                <a:lnTo>
                  <a:pt x="733138" y="90586"/>
                </a:lnTo>
                <a:lnTo>
                  <a:pt x="732638" y="90586"/>
                </a:lnTo>
                <a:close/>
                <a:moveTo>
                  <a:pt x="768621" y="89698"/>
                </a:moveTo>
                <a:lnTo>
                  <a:pt x="769121" y="89698"/>
                </a:lnTo>
                <a:lnTo>
                  <a:pt x="769121" y="90586"/>
                </a:lnTo>
                <a:lnTo>
                  <a:pt x="768621" y="90586"/>
                </a:lnTo>
                <a:close/>
                <a:moveTo>
                  <a:pt x="759625" y="89698"/>
                </a:moveTo>
                <a:lnTo>
                  <a:pt x="760125" y="89698"/>
                </a:lnTo>
                <a:lnTo>
                  <a:pt x="760125" y="90586"/>
                </a:lnTo>
                <a:lnTo>
                  <a:pt x="759625" y="90586"/>
                </a:lnTo>
                <a:close/>
                <a:moveTo>
                  <a:pt x="928544" y="89698"/>
                </a:moveTo>
                <a:lnTo>
                  <a:pt x="929044" y="89698"/>
                </a:lnTo>
                <a:lnTo>
                  <a:pt x="929044" y="90586"/>
                </a:lnTo>
                <a:lnTo>
                  <a:pt x="928544" y="90586"/>
                </a:lnTo>
                <a:close/>
                <a:moveTo>
                  <a:pt x="819097" y="90586"/>
                </a:moveTo>
                <a:lnTo>
                  <a:pt x="819597" y="90586"/>
                </a:lnTo>
                <a:lnTo>
                  <a:pt x="819597" y="91474"/>
                </a:lnTo>
                <a:lnTo>
                  <a:pt x="819097" y="91474"/>
                </a:lnTo>
                <a:close/>
                <a:moveTo>
                  <a:pt x="828093" y="90586"/>
                </a:moveTo>
                <a:lnTo>
                  <a:pt x="828592" y="90586"/>
                </a:lnTo>
                <a:lnTo>
                  <a:pt x="828592" y="91474"/>
                </a:lnTo>
                <a:lnTo>
                  <a:pt x="828093" y="91474"/>
                </a:lnTo>
                <a:close/>
                <a:moveTo>
                  <a:pt x="925046" y="90586"/>
                </a:moveTo>
                <a:lnTo>
                  <a:pt x="925546" y="90586"/>
                </a:lnTo>
                <a:lnTo>
                  <a:pt x="925546" y="91474"/>
                </a:lnTo>
                <a:lnTo>
                  <a:pt x="925046" y="91474"/>
                </a:lnTo>
                <a:close/>
                <a:moveTo>
                  <a:pt x="865075" y="90586"/>
                </a:moveTo>
                <a:lnTo>
                  <a:pt x="865575" y="90586"/>
                </a:lnTo>
                <a:lnTo>
                  <a:pt x="865575" y="91474"/>
                </a:lnTo>
                <a:lnTo>
                  <a:pt x="865075" y="91474"/>
                </a:lnTo>
                <a:close/>
                <a:moveTo>
                  <a:pt x="763623" y="90586"/>
                </a:moveTo>
                <a:lnTo>
                  <a:pt x="764123" y="90586"/>
                </a:lnTo>
                <a:lnTo>
                  <a:pt x="764123" y="91474"/>
                </a:lnTo>
                <a:lnTo>
                  <a:pt x="763623" y="91474"/>
                </a:lnTo>
                <a:close/>
                <a:moveTo>
                  <a:pt x="730639" y="90586"/>
                </a:moveTo>
                <a:lnTo>
                  <a:pt x="731139" y="90586"/>
                </a:lnTo>
                <a:lnTo>
                  <a:pt x="731139" y="91474"/>
                </a:lnTo>
                <a:lnTo>
                  <a:pt x="730639" y="91474"/>
                </a:lnTo>
                <a:close/>
                <a:moveTo>
                  <a:pt x="762124" y="91474"/>
                </a:moveTo>
                <a:lnTo>
                  <a:pt x="762624" y="91474"/>
                </a:lnTo>
                <a:lnTo>
                  <a:pt x="762624" y="92362"/>
                </a:lnTo>
                <a:lnTo>
                  <a:pt x="762124" y="92362"/>
                </a:lnTo>
                <a:close/>
                <a:moveTo>
                  <a:pt x="739635" y="87922"/>
                </a:moveTo>
                <a:lnTo>
                  <a:pt x="740135" y="87922"/>
                </a:lnTo>
                <a:lnTo>
                  <a:pt x="740135" y="92362"/>
                </a:lnTo>
                <a:lnTo>
                  <a:pt x="739635" y="92362"/>
                </a:lnTo>
                <a:close/>
                <a:moveTo>
                  <a:pt x="816098" y="91474"/>
                </a:moveTo>
                <a:lnTo>
                  <a:pt x="816598" y="91474"/>
                </a:lnTo>
                <a:lnTo>
                  <a:pt x="816598" y="92362"/>
                </a:lnTo>
                <a:lnTo>
                  <a:pt x="816098" y="92362"/>
                </a:lnTo>
                <a:close/>
                <a:moveTo>
                  <a:pt x="750130" y="91474"/>
                </a:moveTo>
                <a:lnTo>
                  <a:pt x="750630" y="91474"/>
                </a:lnTo>
                <a:lnTo>
                  <a:pt x="750630" y="92362"/>
                </a:lnTo>
                <a:lnTo>
                  <a:pt x="750130" y="92362"/>
                </a:lnTo>
                <a:close/>
                <a:moveTo>
                  <a:pt x="827093" y="91474"/>
                </a:moveTo>
                <a:lnTo>
                  <a:pt x="827593" y="91474"/>
                </a:lnTo>
                <a:lnTo>
                  <a:pt x="827593" y="92362"/>
                </a:lnTo>
                <a:lnTo>
                  <a:pt x="827093" y="92362"/>
                </a:lnTo>
                <a:close/>
                <a:moveTo>
                  <a:pt x="747131" y="91474"/>
                </a:moveTo>
                <a:lnTo>
                  <a:pt x="747631" y="91474"/>
                </a:lnTo>
                <a:lnTo>
                  <a:pt x="747631" y="93250"/>
                </a:lnTo>
                <a:lnTo>
                  <a:pt x="747131" y="93250"/>
                </a:lnTo>
                <a:close/>
                <a:moveTo>
                  <a:pt x="734637" y="92362"/>
                </a:moveTo>
                <a:lnTo>
                  <a:pt x="735137" y="92362"/>
                </a:lnTo>
                <a:lnTo>
                  <a:pt x="735137" y="93250"/>
                </a:lnTo>
                <a:lnTo>
                  <a:pt x="734637" y="93250"/>
                </a:lnTo>
                <a:close/>
                <a:moveTo>
                  <a:pt x="834589" y="92362"/>
                </a:moveTo>
                <a:lnTo>
                  <a:pt x="835089" y="92362"/>
                </a:lnTo>
                <a:lnTo>
                  <a:pt x="835089" y="93250"/>
                </a:lnTo>
                <a:lnTo>
                  <a:pt x="834589" y="93250"/>
                </a:lnTo>
                <a:close/>
                <a:moveTo>
                  <a:pt x="821096" y="93250"/>
                </a:moveTo>
                <a:lnTo>
                  <a:pt x="821596" y="93250"/>
                </a:lnTo>
                <a:lnTo>
                  <a:pt x="821596" y="94139"/>
                </a:lnTo>
                <a:lnTo>
                  <a:pt x="821096" y="94139"/>
                </a:lnTo>
                <a:close/>
                <a:moveTo>
                  <a:pt x="737136" y="93250"/>
                </a:moveTo>
                <a:lnTo>
                  <a:pt x="737636" y="93250"/>
                </a:lnTo>
                <a:lnTo>
                  <a:pt x="737636" y="94139"/>
                </a:lnTo>
                <a:lnTo>
                  <a:pt x="737136" y="94139"/>
                </a:lnTo>
                <a:close/>
                <a:moveTo>
                  <a:pt x="823095" y="93250"/>
                </a:moveTo>
                <a:lnTo>
                  <a:pt x="824594" y="93250"/>
                </a:lnTo>
                <a:lnTo>
                  <a:pt x="824594" y="94139"/>
                </a:lnTo>
                <a:lnTo>
                  <a:pt x="823095" y="94139"/>
                </a:lnTo>
                <a:close/>
                <a:moveTo>
                  <a:pt x="826093" y="92362"/>
                </a:moveTo>
                <a:lnTo>
                  <a:pt x="826593" y="92362"/>
                </a:lnTo>
                <a:lnTo>
                  <a:pt x="826593" y="94139"/>
                </a:lnTo>
                <a:lnTo>
                  <a:pt x="826093" y="94139"/>
                </a:lnTo>
                <a:close/>
                <a:moveTo>
                  <a:pt x="822095" y="94139"/>
                </a:moveTo>
                <a:lnTo>
                  <a:pt x="822595" y="94139"/>
                </a:lnTo>
                <a:lnTo>
                  <a:pt x="822595" y="95027"/>
                </a:lnTo>
                <a:lnTo>
                  <a:pt x="822095" y="95027"/>
                </a:lnTo>
                <a:close/>
                <a:moveTo>
                  <a:pt x="866574" y="94139"/>
                </a:moveTo>
                <a:lnTo>
                  <a:pt x="867574" y="94139"/>
                </a:lnTo>
                <a:lnTo>
                  <a:pt x="867574" y="95027"/>
                </a:lnTo>
                <a:lnTo>
                  <a:pt x="866574" y="95027"/>
                </a:lnTo>
                <a:close/>
                <a:moveTo>
                  <a:pt x="759126" y="94139"/>
                </a:moveTo>
                <a:lnTo>
                  <a:pt x="759625" y="94139"/>
                </a:lnTo>
                <a:lnTo>
                  <a:pt x="759625" y="95027"/>
                </a:lnTo>
                <a:lnTo>
                  <a:pt x="759126" y="95027"/>
                </a:lnTo>
                <a:close/>
                <a:moveTo>
                  <a:pt x="733138" y="93250"/>
                </a:moveTo>
                <a:lnTo>
                  <a:pt x="733638" y="93250"/>
                </a:lnTo>
                <a:lnTo>
                  <a:pt x="733638" y="95027"/>
                </a:lnTo>
                <a:lnTo>
                  <a:pt x="733138" y="95027"/>
                </a:lnTo>
                <a:close/>
                <a:moveTo>
                  <a:pt x="827593" y="94139"/>
                </a:moveTo>
                <a:lnTo>
                  <a:pt x="828093" y="94139"/>
                </a:lnTo>
                <a:lnTo>
                  <a:pt x="828093" y="95027"/>
                </a:lnTo>
                <a:lnTo>
                  <a:pt x="827593" y="95027"/>
                </a:lnTo>
                <a:close/>
                <a:moveTo>
                  <a:pt x="738635" y="94139"/>
                </a:moveTo>
                <a:lnTo>
                  <a:pt x="739135" y="94139"/>
                </a:lnTo>
                <a:lnTo>
                  <a:pt x="739135" y="95915"/>
                </a:lnTo>
                <a:lnTo>
                  <a:pt x="738635" y="95915"/>
                </a:lnTo>
                <a:close/>
                <a:moveTo>
                  <a:pt x="739635" y="95027"/>
                </a:moveTo>
                <a:lnTo>
                  <a:pt x="740135" y="95027"/>
                </a:lnTo>
                <a:lnTo>
                  <a:pt x="740135" y="95915"/>
                </a:lnTo>
                <a:lnTo>
                  <a:pt x="739635" y="95915"/>
                </a:lnTo>
                <a:close/>
                <a:moveTo>
                  <a:pt x="816598" y="95027"/>
                </a:moveTo>
                <a:lnTo>
                  <a:pt x="817098" y="95027"/>
                </a:lnTo>
                <a:lnTo>
                  <a:pt x="817098" y="95915"/>
                </a:lnTo>
                <a:lnTo>
                  <a:pt x="816598" y="95915"/>
                </a:lnTo>
                <a:close/>
                <a:moveTo>
                  <a:pt x="763124" y="95027"/>
                </a:moveTo>
                <a:lnTo>
                  <a:pt x="763623" y="95027"/>
                </a:lnTo>
                <a:lnTo>
                  <a:pt x="763623" y="95915"/>
                </a:lnTo>
                <a:lnTo>
                  <a:pt x="763124" y="95915"/>
                </a:lnTo>
                <a:close/>
                <a:moveTo>
                  <a:pt x="735137" y="95915"/>
                </a:moveTo>
                <a:lnTo>
                  <a:pt x="735637" y="95915"/>
                </a:lnTo>
                <a:lnTo>
                  <a:pt x="735637" y="96803"/>
                </a:lnTo>
                <a:lnTo>
                  <a:pt x="735137" y="96803"/>
                </a:lnTo>
                <a:close/>
                <a:moveTo>
                  <a:pt x="743133" y="88810"/>
                </a:moveTo>
                <a:lnTo>
                  <a:pt x="743633" y="88810"/>
                </a:lnTo>
                <a:lnTo>
                  <a:pt x="743633" y="97691"/>
                </a:lnTo>
                <a:lnTo>
                  <a:pt x="743133" y="97691"/>
                </a:lnTo>
                <a:close/>
                <a:moveTo>
                  <a:pt x="729640" y="95915"/>
                </a:moveTo>
                <a:lnTo>
                  <a:pt x="730140" y="95915"/>
                </a:lnTo>
                <a:lnTo>
                  <a:pt x="730140" y="97691"/>
                </a:lnTo>
                <a:lnTo>
                  <a:pt x="729640" y="97691"/>
                </a:lnTo>
                <a:close/>
                <a:moveTo>
                  <a:pt x="839587" y="91474"/>
                </a:moveTo>
                <a:lnTo>
                  <a:pt x="840087" y="91474"/>
                </a:lnTo>
                <a:lnTo>
                  <a:pt x="840087" y="97691"/>
                </a:lnTo>
                <a:lnTo>
                  <a:pt x="839587" y="97691"/>
                </a:lnTo>
                <a:close/>
                <a:moveTo>
                  <a:pt x="746632" y="95915"/>
                </a:moveTo>
                <a:lnTo>
                  <a:pt x="747131" y="95915"/>
                </a:lnTo>
                <a:lnTo>
                  <a:pt x="747131" y="97691"/>
                </a:lnTo>
                <a:lnTo>
                  <a:pt x="746632" y="97691"/>
                </a:lnTo>
                <a:close/>
                <a:moveTo>
                  <a:pt x="969525" y="97691"/>
                </a:moveTo>
                <a:lnTo>
                  <a:pt x="970024" y="97691"/>
                </a:lnTo>
                <a:lnTo>
                  <a:pt x="970024" y="98579"/>
                </a:lnTo>
                <a:lnTo>
                  <a:pt x="969525" y="98579"/>
                </a:lnTo>
                <a:close/>
                <a:moveTo>
                  <a:pt x="962528" y="98579"/>
                </a:moveTo>
                <a:lnTo>
                  <a:pt x="963028" y="98579"/>
                </a:lnTo>
                <a:lnTo>
                  <a:pt x="963028" y="99467"/>
                </a:lnTo>
                <a:lnTo>
                  <a:pt x="962528" y="99467"/>
                </a:lnTo>
                <a:close/>
                <a:moveTo>
                  <a:pt x="738635" y="96803"/>
                </a:moveTo>
                <a:lnTo>
                  <a:pt x="739135" y="96803"/>
                </a:lnTo>
                <a:lnTo>
                  <a:pt x="739135" y="100355"/>
                </a:lnTo>
                <a:lnTo>
                  <a:pt x="738635" y="100355"/>
                </a:lnTo>
                <a:close/>
                <a:moveTo>
                  <a:pt x="735137" y="97691"/>
                </a:moveTo>
                <a:lnTo>
                  <a:pt x="735637" y="97691"/>
                </a:lnTo>
                <a:lnTo>
                  <a:pt x="735637" y="100355"/>
                </a:lnTo>
                <a:lnTo>
                  <a:pt x="735137" y="100355"/>
                </a:lnTo>
                <a:close/>
                <a:moveTo>
                  <a:pt x="740634" y="95027"/>
                </a:moveTo>
                <a:lnTo>
                  <a:pt x="741134" y="95027"/>
                </a:lnTo>
                <a:lnTo>
                  <a:pt x="741134" y="101243"/>
                </a:lnTo>
                <a:lnTo>
                  <a:pt x="740634" y="101243"/>
                </a:lnTo>
                <a:close/>
                <a:moveTo>
                  <a:pt x="747131" y="99467"/>
                </a:moveTo>
                <a:lnTo>
                  <a:pt x="747631" y="99467"/>
                </a:lnTo>
                <a:lnTo>
                  <a:pt x="747631" y="101243"/>
                </a:lnTo>
                <a:lnTo>
                  <a:pt x="747131" y="101243"/>
                </a:lnTo>
                <a:close/>
                <a:moveTo>
                  <a:pt x="761125" y="100355"/>
                </a:moveTo>
                <a:lnTo>
                  <a:pt x="761624" y="100355"/>
                </a:lnTo>
                <a:lnTo>
                  <a:pt x="761624" y="101243"/>
                </a:lnTo>
                <a:lnTo>
                  <a:pt x="761125" y="101243"/>
                </a:lnTo>
                <a:close/>
                <a:moveTo>
                  <a:pt x="757626" y="101243"/>
                </a:moveTo>
                <a:lnTo>
                  <a:pt x="758126" y="101243"/>
                </a:lnTo>
                <a:lnTo>
                  <a:pt x="758126" y="102131"/>
                </a:lnTo>
                <a:lnTo>
                  <a:pt x="757626" y="102131"/>
                </a:lnTo>
                <a:close/>
                <a:moveTo>
                  <a:pt x="816598" y="101243"/>
                </a:moveTo>
                <a:lnTo>
                  <a:pt x="817098" y="101243"/>
                </a:lnTo>
                <a:lnTo>
                  <a:pt x="817098" y="102131"/>
                </a:lnTo>
                <a:lnTo>
                  <a:pt x="816598" y="102131"/>
                </a:lnTo>
                <a:close/>
                <a:moveTo>
                  <a:pt x="743133" y="97691"/>
                </a:moveTo>
                <a:lnTo>
                  <a:pt x="744133" y="97691"/>
                </a:lnTo>
                <a:lnTo>
                  <a:pt x="744133" y="102131"/>
                </a:lnTo>
                <a:lnTo>
                  <a:pt x="743133" y="102131"/>
                </a:lnTo>
                <a:close/>
                <a:moveTo>
                  <a:pt x="742134" y="101243"/>
                </a:moveTo>
                <a:lnTo>
                  <a:pt x="742634" y="101243"/>
                </a:lnTo>
                <a:lnTo>
                  <a:pt x="742634" y="102131"/>
                </a:lnTo>
                <a:lnTo>
                  <a:pt x="742134" y="102131"/>
                </a:lnTo>
                <a:close/>
                <a:moveTo>
                  <a:pt x="759625" y="102131"/>
                </a:moveTo>
                <a:lnTo>
                  <a:pt x="760125" y="102131"/>
                </a:lnTo>
                <a:lnTo>
                  <a:pt x="760125" y="103020"/>
                </a:lnTo>
                <a:lnTo>
                  <a:pt x="759625" y="103020"/>
                </a:lnTo>
                <a:close/>
                <a:moveTo>
                  <a:pt x="740135" y="103020"/>
                </a:moveTo>
                <a:lnTo>
                  <a:pt x="740634" y="103020"/>
                </a:lnTo>
                <a:lnTo>
                  <a:pt x="740634" y="103908"/>
                </a:lnTo>
                <a:lnTo>
                  <a:pt x="740135" y="103908"/>
                </a:lnTo>
                <a:close/>
                <a:moveTo>
                  <a:pt x="871572" y="103020"/>
                </a:moveTo>
                <a:lnTo>
                  <a:pt x="872071" y="103020"/>
                </a:lnTo>
                <a:lnTo>
                  <a:pt x="872071" y="103908"/>
                </a:lnTo>
                <a:lnTo>
                  <a:pt x="871572" y="103908"/>
                </a:lnTo>
                <a:close/>
                <a:moveTo>
                  <a:pt x="733138" y="103020"/>
                </a:moveTo>
                <a:lnTo>
                  <a:pt x="733638" y="103020"/>
                </a:lnTo>
                <a:lnTo>
                  <a:pt x="733638" y="104796"/>
                </a:lnTo>
                <a:lnTo>
                  <a:pt x="733138" y="104796"/>
                </a:lnTo>
                <a:close/>
                <a:moveTo>
                  <a:pt x="743133" y="102131"/>
                </a:moveTo>
                <a:lnTo>
                  <a:pt x="743633" y="102131"/>
                </a:lnTo>
                <a:lnTo>
                  <a:pt x="743633" y="104796"/>
                </a:lnTo>
                <a:lnTo>
                  <a:pt x="743133" y="104796"/>
                </a:lnTo>
                <a:close/>
                <a:moveTo>
                  <a:pt x="872071" y="103908"/>
                </a:moveTo>
                <a:lnTo>
                  <a:pt x="872571" y="103908"/>
                </a:lnTo>
                <a:lnTo>
                  <a:pt x="872571" y="104796"/>
                </a:lnTo>
                <a:lnTo>
                  <a:pt x="872071" y="104796"/>
                </a:lnTo>
                <a:close/>
                <a:moveTo>
                  <a:pt x="749130" y="104796"/>
                </a:moveTo>
                <a:lnTo>
                  <a:pt x="749630" y="104796"/>
                </a:lnTo>
                <a:lnTo>
                  <a:pt x="749630" y="105684"/>
                </a:lnTo>
                <a:lnTo>
                  <a:pt x="749130" y="105684"/>
                </a:lnTo>
                <a:close/>
                <a:moveTo>
                  <a:pt x="752129" y="104796"/>
                </a:moveTo>
                <a:lnTo>
                  <a:pt x="752629" y="104796"/>
                </a:lnTo>
                <a:lnTo>
                  <a:pt x="752629" y="105684"/>
                </a:lnTo>
                <a:lnTo>
                  <a:pt x="752129" y="105684"/>
                </a:lnTo>
                <a:close/>
                <a:moveTo>
                  <a:pt x="730639" y="105684"/>
                </a:moveTo>
                <a:lnTo>
                  <a:pt x="731139" y="105684"/>
                </a:lnTo>
                <a:lnTo>
                  <a:pt x="731139" y="106572"/>
                </a:lnTo>
                <a:lnTo>
                  <a:pt x="730639" y="106572"/>
                </a:lnTo>
                <a:close/>
                <a:moveTo>
                  <a:pt x="816098" y="105684"/>
                </a:moveTo>
                <a:lnTo>
                  <a:pt x="816598" y="105684"/>
                </a:lnTo>
                <a:lnTo>
                  <a:pt x="816598" y="106572"/>
                </a:lnTo>
                <a:lnTo>
                  <a:pt x="816098" y="106572"/>
                </a:lnTo>
                <a:close/>
                <a:moveTo>
                  <a:pt x="729640" y="98579"/>
                </a:moveTo>
                <a:lnTo>
                  <a:pt x="730140" y="98579"/>
                </a:lnTo>
                <a:lnTo>
                  <a:pt x="730140" y="106572"/>
                </a:lnTo>
                <a:lnTo>
                  <a:pt x="729640" y="106572"/>
                </a:lnTo>
                <a:close/>
                <a:moveTo>
                  <a:pt x="735137" y="104796"/>
                </a:moveTo>
                <a:lnTo>
                  <a:pt x="735637" y="104796"/>
                </a:lnTo>
                <a:lnTo>
                  <a:pt x="735637" y="106572"/>
                </a:lnTo>
                <a:lnTo>
                  <a:pt x="735137" y="106572"/>
                </a:lnTo>
                <a:close/>
                <a:moveTo>
                  <a:pt x="762124" y="105684"/>
                </a:moveTo>
                <a:lnTo>
                  <a:pt x="762624" y="105684"/>
                </a:lnTo>
                <a:lnTo>
                  <a:pt x="762624" y="106572"/>
                </a:lnTo>
                <a:lnTo>
                  <a:pt x="762124" y="106572"/>
                </a:lnTo>
                <a:close/>
                <a:moveTo>
                  <a:pt x="749630" y="106572"/>
                </a:moveTo>
                <a:lnTo>
                  <a:pt x="750130" y="106572"/>
                </a:lnTo>
                <a:lnTo>
                  <a:pt x="750130" y="107460"/>
                </a:lnTo>
                <a:lnTo>
                  <a:pt x="749630" y="107460"/>
                </a:lnTo>
                <a:close/>
                <a:moveTo>
                  <a:pt x="755128" y="106572"/>
                </a:moveTo>
                <a:lnTo>
                  <a:pt x="755627" y="106572"/>
                </a:lnTo>
                <a:lnTo>
                  <a:pt x="755627" y="107460"/>
                </a:lnTo>
                <a:lnTo>
                  <a:pt x="755128" y="107460"/>
                </a:lnTo>
                <a:close/>
                <a:moveTo>
                  <a:pt x="744633" y="106572"/>
                </a:moveTo>
                <a:lnTo>
                  <a:pt x="745132" y="106572"/>
                </a:lnTo>
                <a:lnTo>
                  <a:pt x="745132" y="107460"/>
                </a:lnTo>
                <a:lnTo>
                  <a:pt x="744633" y="107460"/>
                </a:lnTo>
                <a:close/>
                <a:moveTo>
                  <a:pt x="830092" y="106572"/>
                </a:moveTo>
                <a:lnTo>
                  <a:pt x="830591" y="106572"/>
                </a:lnTo>
                <a:lnTo>
                  <a:pt x="830591" y="107460"/>
                </a:lnTo>
                <a:lnTo>
                  <a:pt x="830092" y="107460"/>
                </a:lnTo>
                <a:close/>
                <a:moveTo>
                  <a:pt x="729640" y="107460"/>
                </a:moveTo>
                <a:lnTo>
                  <a:pt x="730140" y="107460"/>
                </a:lnTo>
                <a:lnTo>
                  <a:pt x="730140" y="108348"/>
                </a:lnTo>
                <a:lnTo>
                  <a:pt x="729640" y="108348"/>
                </a:lnTo>
                <a:close/>
                <a:moveTo>
                  <a:pt x="759126" y="107460"/>
                </a:moveTo>
                <a:lnTo>
                  <a:pt x="759625" y="107460"/>
                </a:lnTo>
                <a:lnTo>
                  <a:pt x="759625" y="108348"/>
                </a:lnTo>
                <a:lnTo>
                  <a:pt x="759126" y="108348"/>
                </a:lnTo>
                <a:close/>
                <a:moveTo>
                  <a:pt x="746132" y="107460"/>
                </a:moveTo>
                <a:lnTo>
                  <a:pt x="746632" y="107460"/>
                </a:lnTo>
                <a:lnTo>
                  <a:pt x="746632" y="108348"/>
                </a:lnTo>
                <a:lnTo>
                  <a:pt x="746132" y="108348"/>
                </a:lnTo>
                <a:close/>
                <a:moveTo>
                  <a:pt x="877069" y="108348"/>
                </a:moveTo>
                <a:lnTo>
                  <a:pt x="877569" y="108348"/>
                </a:lnTo>
                <a:lnTo>
                  <a:pt x="877569" y="109236"/>
                </a:lnTo>
                <a:lnTo>
                  <a:pt x="877069" y="109236"/>
                </a:lnTo>
                <a:close/>
                <a:moveTo>
                  <a:pt x="742634" y="108348"/>
                </a:moveTo>
                <a:lnTo>
                  <a:pt x="743133" y="108348"/>
                </a:lnTo>
                <a:lnTo>
                  <a:pt x="743133" y="109236"/>
                </a:lnTo>
                <a:lnTo>
                  <a:pt x="742634" y="109236"/>
                </a:lnTo>
                <a:close/>
                <a:moveTo>
                  <a:pt x="735637" y="108348"/>
                </a:moveTo>
                <a:lnTo>
                  <a:pt x="736137" y="108348"/>
                </a:lnTo>
                <a:lnTo>
                  <a:pt x="736137" y="109236"/>
                </a:lnTo>
                <a:lnTo>
                  <a:pt x="735637" y="109236"/>
                </a:lnTo>
                <a:close/>
                <a:moveTo>
                  <a:pt x="969525" y="109236"/>
                </a:moveTo>
                <a:lnTo>
                  <a:pt x="970024" y="109236"/>
                </a:lnTo>
                <a:lnTo>
                  <a:pt x="970024" y="110124"/>
                </a:lnTo>
                <a:lnTo>
                  <a:pt x="969525" y="110124"/>
                </a:lnTo>
                <a:close/>
                <a:moveTo>
                  <a:pt x="902057" y="109236"/>
                </a:moveTo>
                <a:lnTo>
                  <a:pt x="902557" y="109236"/>
                </a:lnTo>
                <a:lnTo>
                  <a:pt x="902557" y="110124"/>
                </a:lnTo>
                <a:lnTo>
                  <a:pt x="902057" y="110124"/>
                </a:lnTo>
                <a:close/>
                <a:moveTo>
                  <a:pt x="812100" y="110124"/>
                </a:moveTo>
                <a:lnTo>
                  <a:pt x="812600" y="110124"/>
                </a:lnTo>
                <a:lnTo>
                  <a:pt x="812600" y="111012"/>
                </a:lnTo>
                <a:lnTo>
                  <a:pt x="812100" y="111012"/>
                </a:lnTo>
                <a:close/>
                <a:moveTo>
                  <a:pt x="731139" y="110124"/>
                </a:moveTo>
                <a:lnTo>
                  <a:pt x="731639" y="110124"/>
                </a:lnTo>
                <a:lnTo>
                  <a:pt x="731639" y="111012"/>
                </a:lnTo>
                <a:lnTo>
                  <a:pt x="731139" y="111012"/>
                </a:lnTo>
                <a:close/>
                <a:moveTo>
                  <a:pt x="878568" y="110124"/>
                </a:moveTo>
                <a:lnTo>
                  <a:pt x="879068" y="110124"/>
                </a:lnTo>
                <a:lnTo>
                  <a:pt x="879068" y="111012"/>
                </a:lnTo>
                <a:lnTo>
                  <a:pt x="878568" y="111012"/>
                </a:lnTo>
                <a:close/>
                <a:moveTo>
                  <a:pt x="813599" y="111012"/>
                </a:moveTo>
                <a:lnTo>
                  <a:pt x="814599" y="111012"/>
                </a:lnTo>
                <a:lnTo>
                  <a:pt x="814599" y="111901"/>
                </a:lnTo>
                <a:lnTo>
                  <a:pt x="813599" y="111901"/>
                </a:lnTo>
                <a:close/>
                <a:moveTo>
                  <a:pt x="816098" y="111012"/>
                </a:moveTo>
                <a:lnTo>
                  <a:pt x="816598" y="111012"/>
                </a:lnTo>
                <a:lnTo>
                  <a:pt x="816598" y="111901"/>
                </a:lnTo>
                <a:lnTo>
                  <a:pt x="816098" y="111901"/>
                </a:lnTo>
                <a:close/>
                <a:moveTo>
                  <a:pt x="734637" y="111012"/>
                </a:moveTo>
                <a:lnTo>
                  <a:pt x="735137" y="111012"/>
                </a:lnTo>
                <a:lnTo>
                  <a:pt x="735137" y="111901"/>
                </a:lnTo>
                <a:lnTo>
                  <a:pt x="734637" y="111901"/>
                </a:lnTo>
                <a:close/>
                <a:moveTo>
                  <a:pt x="818097" y="111901"/>
                </a:moveTo>
                <a:lnTo>
                  <a:pt x="818597" y="111901"/>
                </a:lnTo>
                <a:lnTo>
                  <a:pt x="818597" y="112789"/>
                </a:lnTo>
                <a:lnTo>
                  <a:pt x="818097" y="112789"/>
                </a:lnTo>
                <a:close/>
                <a:moveTo>
                  <a:pt x="851581" y="111901"/>
                </a:moveTo>
                <a:lnTo>
                  <a:pt x="852081" y="111901"/>
                </a:lnTo>
                <a:lnTo>
                  <a:pt x="852081" y="112789"/>
                </a:lnTo>
                <a:lnTo>
                  <a:pt x="851581" y="112789"/>
                </a:lnTo>
                <a:close/>
                <a:moveTo>
                  <a:pt x="729640" y="109236"/>
                </a:moveTo>
                <a:lnTo>
                  <a:pt x="730140" y="109236"/>
                </a:lnTo>
                <a:lnTo>
                  <a:pt x="730140" y="112789"/>
                </a:lnTo>
                <a:lnTo>
                  <a:pt x="729640" y="112789"/>
                </a:lnTo>
                <a:close/>
                <a:moveTo>
                  <a:pt x="760125" y="111901"/>
                </a:moveTo>
                <a:lnTo>
                  <a:pt x="760625" y="111901"/>
                </a:lnTo>
                <a:lnTo>
                  <a:pt x="760625" y="112789"/>
                </a:lnTo>
                <a:lnTo>
                  <a:pt x="760125" y="112789"/>
                </a:lnTo>
                <a:close/>
                <a:moveTo>
                  <a:pt x="860577" y="112789"/>
                </a:moveTo>
                <a:lnTo>
                  <a:pt x="863076" y="112789"/>
                </a:lnTo>
                <a:lnTo>
                  <a:pt x="863076" y="113677"/>
                </a:lnTo>
                <a:lnTo>
                  <a:pt x="860577" y="113677"/>
                </a:lnTo>
                <a:close/>
                <a:moveTo>
                  <a:pt x="852581" y="112789"/>
                </a:moveTo>
                <a:lnTo>
                  <a:pt x="853081" y="112789"/>
                </a:lnTo>
                <a:lnTo>
                  <a:pt x="853081" y="113677"/>
                </a:lnTo>
                <a:lnTo>
                  <a:pt x="852581" y="113677"/>
                </a:lnTo>
                <a:close/>
                <a:moveTo>
                  <a:pt x="870072" y="112789"/>
                </a:moveTo>
                <a:lnTo>
                  <a:pt x="870572" y="112789"/>
                </a:lnTo>
                <a:lnTo>
                  <a:pt x="870572" y="113677"/>
                </a:lnTo>
                <a:lnTo>
                  <a:pt x="870072" y="113677"/>
                </a:lnTo>
                <a:close/>
                <a:moveTo>
                  <a:pt x="879568" y="112789"/>
                </a:moveTo>
                <a:lnTo>
                  <a:pt x="880068" y="112789"/>
                </a:lnTo>
                <a:lnTo>
                  <a:pt x="880068" y="113677"/>
                </a:lnTo>
                <a:lnTo>
                  <a:pt x="879568" y="113677"/>
                </a:lnTo>
                <a:close/>
                <a:moveTo>
                  <a:pt x="731639" y="112789"/>
                </a:moveTo>
                <a:lnTo>
                  <a:pt x="732139" y="112789"/>
                </a:lnTo>
                <a:lnTo>
                  <a:pt x="732139" y="113677"/>
                </a:lnTo>
                <a:lnTo>
                  <a:pt x="731639" y="113677"/>
                </a:lnTo>
                <a:close/>
                <a:moveTo>
                  <a:pt x="866074" y="112789"/>
                </a:moveTo>
                <a:lnTo>
                  <a:pt x="868073" y="112789"/>
                </a:lnTo>
                <a:lnTo>
                  <a:pt x="868073" y="113677"/>
                </a:lnTo>
                <a:lnTo>
                  <a:pt x="866074" y="113677"/>
                </a:lnTo>
                <a:close/>
                <a:moveTo>
                  <a:pt x="857578" y="112789"/>
                </a:moveTo>
                <a:lnTo>
                  <a:pt x="858578" y="112789"/>
                </a:lnTo>
                <a:lnTo>
                  <a:pt x="858578" y="113677"/>
                </a:lnTo>
                <a:lnTo>
                  <a:pt x="857578" y="113677"/>
                </a:lnTo>
                <a:close/>
                <a:moveTo>
                  <a:pt x="726141" y="105684"/>
                </a:moveTo>
                <a:lnTo>
                  <a:pt x="726641" y="105684"/>
                </a:lnTo>
                <a:lnTo>
                  <a:pt x="726641" y="113677"/>
                </a:lnTo>
                <a:lnTo>
                  <a:pt x="726141" y="113677"/>
                </a:lnTo>
                <a:close/>
                <a:moveTo>
                  <a:pt x="855579" y="113677"/>
                </a:moveTo>
                <a:lnTo>
                  <a:pt x="856079" y="113677"/>
                </a:lnTo>
                <a:lnTo>
                  <a:pt x="856079" y="114565"/>
                </a:lnTo>
                <a:lnTo>
                  <a:pt x="855579" y="114565"/>
                </a:lnTo>
                <a:close/>
                <a:moveTo>
                  <a:pt x="815599" y="112789"/>
                </a:moveTo>
                <a:lnTo>
                  <a:pt x="816098" y="112789"/>
                </a:lnTo>
                <a:lnTo>
                  <a:pt x="816098" y="114565"/>
                </a:lnTo>
                <a:lnTo>
                  <a:pt x="815599" y="114565"/>
                </a:lnTo>
                <a:close/>
                <a:moveTo>
                  <a:pt x="871572" y="113677"/>
                </a:moveTo>
                <a:lnTo>
                  <a:pt x="872071" y="113677"/>
                </a:lnTo>
                <a:lnTo>
                  <a:pt x="872071" y="114565"/>
                </a:lnTo>
                <a:lnTo>
                  <a:pt x="871572" y="114565"/>
                </a:lnTo>
                <a:close/>
                <a:moveTo>
                  <a:pt x="764123" y="114565"/>
                </a:moveTo>
                <a:lnTo>
                  <a:pt x="764623" y="114565"/>
                </a:lnTo>
                <a:lnTo>
                  <a:pt x="764623" y="115453"/>
                </a:lnTo>
                <a:lnTo>
                  <a:pt x="764123" y="115453"/>
                </a:lnTo>
                <a:close/>
                <a:moveTo>
                  <a:pt x="759625" y="114565"/>
                </a:moveTo>
                <a:lnTo>
                  <a:pt x="760125" y="114565"/>
                </a:lnTo>
                <a:lnTo>
                  <a:pt x="760125" y="115453"/>
                </a:lnTo>
                <a:lnTo>
                  <a:pt x="759625" y="115453"/>
                </a:lnTo>
                <a:close/>
                <a:moveTo>
                  <a:pt x="874570" y="114565"/>
                </a:moveTo>
                <a:lnTo>
                  <a:pt x="875070" y="114565"/>
                </a:lnTo>
                <a:lnTo>
                  <a:pt x="875070" y="115453"/>
                </a:lnTo>
                <a:lnTo>
                  <a:pt x="874570" y="115453"/>
                </a:lnTo>
                <a:close/>
                <a:moveTo>
                  <a:pt x="814599" y="115453"/>
                </a:moveTo>
                <a:lnTo>
                  <a:pt x="815099" y="115453"/>
                </a:lnTo>
                <a:lnTo>
                  <a:pt x="815099" y="116341"/>
                </a:lnTo>
                <a:lnTo>
                  <a:pt x="814599" y="116341"/>
                </a:lnTo>
                <a:close/>
                <a:moveTo>
                  <a:pt x="755128" y="115453"/>
                </a:moveTo>
                <a:lnTo>
                  <a:pt x="755627" y="115453"/>
                </a:lnTo>
                <a:lnTo>
                  <a:pt x="755627" y="116341"/>
                </a:lnTo>
                <a:lnTo>
                  <a:pt x="755128" y="116341"/>
                </a:lnTo>
                <a:close/>
                <a:moveTo>
                  <a:pt x="840587" y="115453"/>
                </a:moveTo>
                <a:lnTo>
                  <a:pt x="841086" y="115453"/>
                </a:lnTo>
                <a:lnTo>
                  <a:pt x="841086" y="116341"/>
                </a:lnTo>
                <a:lnTo>
                  <a:pt x="840587" y="116341"/>
                </a:lnTo>
                <a:close/>
                <a:moveTo>
                  <a:pt x="839587" y="115453"/>
                </a:moveTo>
                <a:lnTo>
                  <a:pt x="840087" y="115453"/>
                </a:lnTo>
                <a:lnTo>
                  <a:pt x="840087" y="116341"/>
                </a:lnTo>
                <a:lnTo>
                  <a:pt x="839587" y="116341"/>
                </a:lnTo>
                <a:close/>
                <a:moveTo>
                  <a:pt x="726141" y="114565"/>
                </a:moveTo>
                <a:lnTo>
                  <a:pt x="726641" y="114565"/>
                </a:lnTo>
                <a:lnTo>
                  <a:pt x="726641" y="116341"/>
                </a:lnTo>
                <a:lnTo>
                  <a:pt x="726141" y="116341"/>
                </a:lnTo>
                <a:close/>
                <a:moveTo>
                  <a:pt x="876069" y="115453"/>
                </a:moveTo>
                <a:lnTo>
                  <a:pt x="877569" y="115453"/>
                </a:lnTo>
                <a:lnTo>
                  <a:pt x="877569" y="116341"/>
                </a:lnTo>
                <a:lnTo>
                  <a:pt x="876069" y="116341"/>
                </a:lnTo>
                <a:close/>
                <a:moveTo>
                  <a:pt x="736636" y="116341"/>
                </a:moveTo>
                <a:lnTo>
                  <a:pt x="737136" y="116341"/>
                </a:lnTo>
                <a:lnTo>
                  <a:pt x="737136" y="117229"/>
                </a:lnTo>
                <a:lnTo>
                  <a:pt x="736636" y="117229"/>
                </a:lnTo>
                <a:close/>
                <a:moveTo>
                  <a:pt x="825594" y="116341"/>
                </a:moveTo>
                <a:lnTo>
                  <a:pt x="826093" y="116341"/>
                </a:lnTo>
                <a:lnTo>
                  <a:pt x="826093" y="117229"/>
                </a:lnTo>
                <a:lnTo>
                  <a:pt x="825594" y="117229"/>
                </a:lnTo>
                <a:close/>
                <a:moveTo>
                  <a:pt x="824594" y="116341"/>
                </a:moveTo>
                <a:lnTo>
                  <a:pt x="825094" y="116341"/>
                </a:lnTo>
                <a:lnTo>
                  <a:pt x="825094" y="117229"/>
                </a:lnTo>
                <a:lnTo>
                  <a:pt x="824594" y="117229"/>
                </a:lnTo>
                <a:close/>
                <a:moveTo>
                  <a:pt x="855579" y="116341"/>
                </a:moveTo>
                <a:lnTo>
                  <a:pt x="856079" y="116341"/>
                </a:lnTo>
                <a:lnTo>
                  <a:pt x="856079" y="117229"/>
                </a:lnTo>
                <a:lnTo>
                  <a:pt x="855579" y="117229"/>
                </a:lnTo>
                <a:close/>
                <a:moveTo>
                  <a:pt x="845084" y="117229"/>
                </a:moveTo>
                <a:lnTo>
                  <a:pt x="845584" y="117229"/>
                </a:lnTo>
                <a:lnTo>
                  <a:pt x="845584" y="118117"/>
                </a:lnTo>
                <a:lnTo>
                  <a:pt x="845084" y="118117"/>
                </a:lnTo>
                <a:close/>
                <a:moveTo>
                  <a:pt x="855080" y="117229"/>
                </a:moveTo>
                <a:lnTo>
                  <a:pt x="855579" y="117229"/>
                </a:lnTo>
                <a:lnTo>
                  <a:pt x="855579" y="119005"/>
                </a:lnTo>
                <a:lnTo>
                  <a:pt x="855080" y="119005"/>
                </a:lnTo>
                <a:close/>
                <a:moveTo>
                  <a:pt x="853580" y="118117"/>
                </a:moveTo>
                <a:lnTo>
                  <a:pt x="854080" y="118117"/>
                </a:lnTo>
                <a:lnTo>
                  <a:pt x="854080" y="119005"/>
                </a:lnTo>
                <a:lnTo>
                  <a:pt x="853580" y="119005"/>
                </a:lnTo>
                <a:close/>
                <a:moveTo>
                  <a:pt x="726641" y="118117"/>
                </a:moveTo>
                <a:lnTo>
                  <a:pt x="727141" y="118117"/>
                </a:lnTo>
                <a:lnTo>
                  <a:pt x="727141" y="119005"/>
                </a:lnTo>
                <a:lnTo>
                  <a:pt x="726641" y="119005"/>
                </a:lnTo>
                <a:close/>
                <a:moveTo>
                  <a:pt x="733138" y="119005"/>
                </a:moveTo>
                <a:lnTo>
                  <a:pt x="734138" y="119005"/>
                </a:lnTo>
                <a:lnTo>
                  <a:pt x="734138" y="119893"/>
                </a:lnTo>
                <a:lnTo>
                  <a:pt x="733138" y="119893"/>
                </a:lnTo>
                <a:close/>
                <a:moveTo>
                  <a:pt x="849582" y="119005"/>
                </a:moveTo>
                <a:lnTo>
                  <a:pt x="850082" y="119005"/>
                </a:lnTo>
                <a:lnTo>
                  <a:pt x="850082" y="119893"/>
                </a:lnTo>
                <a:lnTo>
                  <a:pt x="849582" y="119893"/>
                </a:lnTo>
                <a:close/>
                <a:moveTo>
                  <a:pt x="836588" y="119005"/>
                </a:moveTo>
                <a:lnTo>
                  <a:pt x="837088" y="119005"/>
                </a:lnTo>
                <a:lnTo>
                  <a:pt x="837088" y="119893"/>
                </a:lnTo>
                <a:lnTo>
                  <a:pt x="836588" y="119893"/>
                </a:lnTo>
                <a:close/>
                <a:moveTo>
                  <a:pt x="827093" y="119005"/>
                </a:moveTo>
                <a:lnTo>
                  <a:pt x="835589" y="119005"/>
                </a:lnTo>
                <a:lnTo>
                  <a:pt x="835589" y="119893"/>
                </a:lnTo>
                <a:lnTo>
                  <a:pt x="827093" y="119893"/>
                </a:lnTo>
                <a:close/>
                <a:moveTo>
                  <a:pt x="819097" y="119005"/>
                </a:moveTo>
                <a:lnTo>
                  <a:pt x="824594" y="119005"/>
                </a:lnTo>
                <a:lnTo>
                  <a:pt x="824594" y="119893"/>
                </a:lnTo>
                <a:lnTo>
                  <a:pt x="819097" y="119893"/>
                </a:lnTo>
                <a:close/>
                <a:moveTo>
                  <a:pt x="856079" y="119893"/>
                </a:moveTo>
                <a:lnTo>
                  <a:pt x="856579" y="119893"/>
                </a:lnTo>
                <a:lnTo>
                  <a:pt x="856579" y="120782"/>
                </a:lnTo>
                <a:lnTo>
                  <a:pt x="856079" y="120782"/>
                </a:lnTo>
                <a:close/>
                <a:moveTo>
                  <a:pt x="925546" y="120782"/>
                </a:moveTo>
                <a:lnTo>
                  <a:pt x="926046" y="120782"/>
                </a:lnTo>
                <a:lnTo>
                  <a:pt x="926046" y="121670"/>
                </a:lnTo>
                <a:lnTo>
                  <a:pt x="925546" y="121670"/>
                </a:lnTo>
                <a:close/>
                <a:moveTo>
                  <a:pt x="852081" y="120782"/>
                </a:moveTo>
                <a:lnTo>
                  <a:pt x="853081" y="120782"/>
                </a:lnTo>
                <a:lnTo>
                  <a:pt x="853081" y="121670"/>
                </a:lnTo>
                <a:lnTo>
                  <a:pt x="852081" y="121670"/>
                </a:lnTo>
                <a:close/>
                <a:moveTo>
                  <a:pt x="854080" y="120782"/>
                </a:moveTo>
                <a:lnTo>
                  <a:pt x="855080" y="120782"/>
                </a:lnTo>
                <a:lnTo>
                  <a:pt x="855080" y="121670"/>
                </a:lnTo>
                <a:lnTo>
                  <a:pt x="854080" y="121670"/>
                </a:lnTo>
                <a:close/>
                <a:moveTo>
                  <a:pt x="947035" y="120782"/>
                </a:moveTo>
                <a:lnTo>
                  <a:pt x="947535" y="120782"/>
                </a:lnTo>
                <a:lnTo>
                  <a:pt x="947535" y="121670"/>
                </a:lnTo>
                <a:lnTo>
                  <a:pt x="947035" y="121670"/>
                </a:lnTo>
                <a:close/>
                <a:moveTo>
                  <a:pt x="732638" y="122558"/>
                </a:moveTo>
                <a:lnTo>
                  <a:pt x="733138" y="122558"/>
                </a:lnTo>
                <a:lnTo>
                  <a:pt x="733138" y="123446"/>
                </a:lnTo>
                <a:lnTo>
                  <a:pt x="732638" y="123446"/>
                </a:lnTo>
                <a:close/>
                <a:moveTo>
                  <a:pt x="926046" y="122558"/>
                </a:moveTo>
                <a:lnTo>
                  <a:pt x="926545" y="122558"/>
                </a:lnTo>
                <a:lnTo>
                  <a:pt x="926545" y="123446"/>
                </a:lnTo>
                <a:lnTo>
                  <a:pt x="926046" y="123446"/>
                </a:lnTo>
                <a:close/>
                <a:moveTo>
                  <a:pt x="943537" y="123446"/>
                </a:moveTo>
                <a:lnTo>
                  <a:pt x="944037" y="123446"/>
                </a:lnTo>
                <a:lnTo>
                  <a:pt x="944037" y="124334"/>
                </a:lnTo>
                <a:lnTo>
                  <a:pt x="943537" y="124334"/>
                </a:lnTo>
                <a:close/>
                <a:moveTo>
                  <a:pt x="935041" y="126110"/>
                </a:moveTo>
                <a:lnTo>
                  <a:pt x="935541" y="126110"/>
                </a:lnTo>
                <a:lnTo>
                  <a:pt x="935541" y="126998"/>
                </a:lnTo>
                <a:lnTo>
                  <a:pt x="935041" y="126998"/>
                </a:lnTo>
                <a:close/>
                <a:moveTo>
                  <a:pt x="920548" y="127886"/>
                </a:moveTo>
                <a:lnTo>
                  <a:pt x="921048" y="127886"/>
                </a:lnTo>
                <a:lnTo>
                  <a:pt x="921048" y="128774"/>
                </a:lnTo>
                <a:lnTo>
                  <a:pt x="920548" y="128774"/>
                </a:lnTo>
                <a:close/>
                <a:moveTo>
                  <a:pt x="960529" y="129663"/>
                </a:moveTo>
                <a:lnTo>
                  <a:pt x="961029" y="129663"/>
                </a:lnTo>
                <a:lnTo>
                  <a:pt x="961029" y="130551"/>
                </a:lnTo>
                <a:lnTo>
                  <a:pt x="960529" y="130551"/>
                </a:lnTo>
                <a:close/>
                <a:moveTo>
                  <a:pt x="921548" y="130551"/>
                </a:moveTo>
                <a:lnTo>
                  <a:pt x="922047" y="130551"/>
                </a:lnTo>
                <a:lnTo>
                  <a:pt x="922047" y="131439"/>
                </a:lnTo>
                <a:lnTo>
                  <a:pt x="921548" y="131439"/>
                </a:lnTo>
                <a:close/>
                <a:moveTo>
                  <a:pt x="941038" y="131439"/>
                </a:moveTo>
                <a:lnTo>
                  <a:pt x="941538" y="131439"/>
                </a:lnTo>
                <a:lnTo>
                  <a:pt x="941538" y="132327"/>
                </a:lnTo>
                <a:lnTo>
                  <a:pt x="941038" y="132327"/>
                </a:lnTo>
                <a:close/>
                <a:moveTo>
                  <a:pt x="759625" y="135879"/>
                </a:moveTo>
                <a:lnTo>
                  <a:pt x="761125" y="135879"/>
                </a:lnTo>
                <a:lnTo>
                  <a:pt x="761125" y="136767"/>
                </a:lnTo>
                <a:lnTo>
                  <a:pt x="759625" y="136767"/>
                </a:lnTo>
                <a:close/>
                <a:moveTo>
                  <a:pt x="763124" y="135879"/>
                </a:moveTo>
                <a:lnTo>
                  <a:pt x="766122" y="135879"/>
                </a:lnTo>
                <a:lnTo>
                  <a:pt x="766122" y="136767"/>
                </a:lnTo>
                <a:lnTo>
                  <a:pt x="763124" y="136767"/>
                </a:lnTo>
                <a:close/>
                <a:moveTo>
                  <a:pt x="867574" y="135879"/>
                </a:moveTo>
                <a:lnTo>
                  <a:pt x="868073" y="135879"/>
                </a:lnTo>
                <a:lnTo>
                  <a:pt x="868073" y="136767"/>
                </a:lnTo>
                <a:lnTo>
                  <a:pt x="867574" y="136767"/>
                </a:lnTo>
                <a:close/>
                <a:moveTo>
                  <a:pt x="969525" y="135879"/>
                </a:moveTo>
                <a:lnTo>
                  <a:pt x="970024" y="135879"/>
                </a:lnTo>
                <a:lnTo>
                  <a:pt x="970024" y="136767"/>
                </a:lnTo>
                <a:lnTo>
                  <a:pt x="969525" y="136767"/>
                </a:lnTo>
                <a:close/>
                <a:moveTo>
                  <a:pt x="771120" y="136767"/>
                </a:moveTo>
                <a:lnTo>
                  <a:pt x="771620" y="136767"/>
                </a:lnTo>
                <a:lnTo>
                  <a:pt x="771620" y="137655"/>
                </a:lnTo>
                <a:lnTo>
                  <a:pt x="771120" y="137655"/>
                </a:lnTo>
                <a:close/>
                <a:moveTo>
                  <a:pt x="865075" y="136767"/>
                </a:moveTo>
                <a:lnTo>
                  <a:pt x="865575" y="136767"/>
                </a:lnTo>
                <a:lnTo>
                  <a:pt x="865575" y="137655"/>
                </a:lnTo>
                <a:lnTo>
                  <a:pt x="865075" y="137655"/>
                </a:lnTo>
                <a:close/>
                <a:moveTo>
                  <a:pt x="725642" y="136767"/>
                </a:moveTo>
                <a:lnTo>
                  <a:pt x="726141" y="136767"/>
                </a:lnTo>
                <a:lnTo>
                  <a:pt x="726141" y="137655"/>
                </a:lnTo>
                <a:lnTo>
                  <a:pt x="725642" y="137655"/>
                </a:lnTo>
                <a:close/>
                <a:moveTo>
                  <a:pt x="860577" y="136767"/>
                </a:moveTo>
                <a:lnTo>
                  <a:pt x="861077" y="136767"/>
                </a:lnTo>
                <a:lnTo>
                  <a:pt x="861077" y="137655"/>
                </a:lnTo>
                <a:lnTo>
                  <a:pt x="860577" y="137655"/>
                </a:lnTo>
                <a:close/>
                <a:moveTo>
                  <a:pt x="970024" y="137655"/>
                </a:moveTo>
                <a:lnTo>
                  <a:pt x="970524" y="137655"/>
                </a:lnTo>
                <a:lnTo>
                  <a:pt x="970524" y="138544"/>
                </a:lnTo>
                <a:lnTo>
                  <a:pt x="970024" y="138544"/>
                </a:lnTo>
                <a:close/>
                <a:moveTo>
                  <a:pt x="736137" y="137655"/>
                </a:moveTo>
                <a:lnTo>
                  <a:pt x="736636" y="137655"/>
                </a:lnTo>
                <a:lnTo>
                  <a:pt x="736636" y="138544"/>
                </a:lnTo>
                <a:lnTo>
                  <a:pt x="736137" y="138544"/>
                </a:lnTo>
                <a:close/>
                <a:moveTo>
                  <a:pt x="772119" y="137655"/>
                </a:moveTo>
                <a:lnTo>
                  <a:pt x="772619" y="137655"/>
                </a:lnTo>
                <a:lnTo>
                  <a:pt x="772619" y="138544"/>
                </a:lnTo>
                <a:lnTo>
                  <a:pt x="772119" y="138544"/>
                </a:lnTo>
                <a:close/>
                <a:moveTo>
                  <a:pt x="757127" y="137655"/>
                </a:moveTo>
                <a:lnTo>
                  <a:pt x="757626" y="137655"/>
                </a:lnTo>
                <a:lnTo>
                  <a:pt x="757626" y="138544"/>
                </a:lnTo>
                <a:lnTo>
                  <a:pt x="757127" y="138544"/>
                </a:lnTo>
                <a:close/>
                <a:moveTo>
                  <a:pt x="936041" y="137655"/>
                </a:moveTo>
                <a:lnTo>
                  <a:pt x="936540" y="137655"/>
                </a:lnTo>
                <a:lnTo>
                  <a:pt x="936540" y="138544"/>
                </a:lnTo>
                <a:lnTo>
                  <a:pt x="936041" y="138544"/>
                </a:lnTo>
                <a:close/>
                <a:moveTo>
                  <a:pt x="748631" y="138544"/>
                </a:moveTo>
                <a:lnTo>
                  <a:pt x="749130" y="138544"/>
                </a:lnTo>
                <a:lnTo>
                  <a:pt x="749130" y="139432"/>
                </a:lnTo>
                <a:lnTo>
                  <a:pt x="748631" y="139432"/>
                </a:lnTo>
                <a:close/>
                <a:moveTo>
                  <a:pt x="773619" y="137655"/>
                </a:moveTo>
                <a:lnTo>
                  <a:pt x="774118" y="137655"/>
                </a:lnTo>
                <a:lnTo>
                  <a:pt x="774118" y="139432"/>
                </a:lnTo>
                <a:lnTo>
                  <a:pt x="773619" y="139432"/>
                </a:lnTo>
                <a:close/>
                <a:moveTo>
                  <a:pt x="749630" y="138544"/>
                </a:moveTo>
                <a:lnTo>
                  <a:pt x="750130" y="138544"/>
                </a:lnTo>
                <a:lnTo>
                  <a:pt x="750130" y="139432"/>
                </a:lnTo>
                <a:lnTo>
                  <a:pt x="749630" y="139432"/>
                </a:lnTo>
                <a:close/>
                <a:moveTo>
                  <a:pt x="858578" y="138544"/>
                </a:moveTo>
                <a:lnTo>
                  <a:pt x="859078" y="138544"/>
                </a:lnTo>
                <a:lnTo>
                  <a:pt x="859078" y="139432"/>
                </a:lnTo>
                <a:lnTo>
                  <a:pt x="858578" y="139432"/>
                </a:lnTo>
                <a:close/>
                <a:moveTo>
                  <a:pt x="747131" y="138544"/>
                </a:moveTo>
                <a:lnTo>
                  <a:pt x="747631" y="138544"/>
                </a:lnTo>
                <a:lnTo>
                  <a:pt x="747631" y="139432"/>
                </a:lnTo>
                <a:lnTo>
                  <a:pt x="747131" y="139432"/>
                </a:lnTo>
                <a:close/>
                <a:moveTo>
                  <a:pt x="734138" y="138544"/>
                </a:moveTo>
                <a:lnTo>
                  <a:pt x="734637" y="138544"/>
                </a:lnTo>
                <a:lnTo>
                  <a:pt x="734637" y="139432"/>
                </a:lnTo>
                <a:lnTo>
                  <a:pt x="734138" y="139432"/>
                </a:lnTo>
                <a:close/>
                <a:moveTo>
                  <a:pt x="928544" y="138544"/>
                </a:moveTo>
                <a:lnTo>
                  <a:pt x="929044" y="138544"/>
                </a:lnTo>
                <a:lnTo>
                  <a:pt x="929044" y="139432"/>
                </a:lnTo>
                <a:lnTo>
                  <a:pt x="928544" y="139432"/>
                </a:lnTo>
                <a:close/>
                <a:moveTo>
                  <a:pt x="849082" y="139432"/>
                </a:moveTo>
                <a:lnTo>
                  <a:pt x="850082" y="139432"/>
                </a:lnTo>
                <a:lnTo>
                  <a:pt x="850082" y="140320"/>
                </a:lnTo>
                <a:lnTo>
                  <a:pt x="849082" y="140320"/>
                </a:lnTo>
                <a:close/>
                <a:moveTo>
                  <a:pt x="739135" y="139432"/>
                </a:moveTo>
                <a:lnTo>
                  <a:pt x="739635" y="139432"/>
                </a:lnTo>
                <a:lnTo>
                  <a:pt x="739635" y="140320"/>
                </a:lnTo>
                <a:lnTo>
                  <a:pt x="739135" y="140320"/>
                </a:lnTo>
                <a:close/>
                <a:moveTo>
                  <a:pt x="772119" y="139432"/>
                </a:moveTo>
                <a:lnTo>
                  <a:pt x="772619" y="139432"/>
                </a:lnTo>
                <a:lnTo>
                  <a:pt x="772619" y="140320"/>
                </a:lnTo>
                <a:lnTo>
                  <a:pt x="772119" y="140320"/>
                </a:lnTo>
                <a:close/>
                <a:moveTo>
                  <a:pt x="842086" y="139432"/>
                </a:moveTo>
                <a:lnTo>
                  <a:pt x="843085" y="139432"/>
                </a:lnTo>
                <a:lnTo>
                  <a:pt x="843085" y="140320"/>
                </a:lnTo>
                <a:lnTo>
                  <a:pt x="842086" y="140320"/>
                </a:lnTo>
                <a:close/>
                <a:moveTo>
                  <a:pt x="766622" y="139432"/>
                </a:moveTo>
                <a:lnTo>
                  <a:pt x="767122" y="139432"/>
                </a:lnTo>
                <a:lnTo>
                  <a:pt x="767122" y="140320"/>
                </a:lnTo>
                <a:lnTo>
                  <a:pt x="766622" y="140320"/>
                </a:lnTo>
                <a:close/>
                <a:moveTo>
                  <a:pt x="851581" y="139432"/>
                </a:moveTo>
                <a:lnTo>
                  <a:pt x="852081" y="139432"/>
                </a:lnTo>
                <a:lnTo>
                  <a:pt x="852081" y="140320"/>
                </a:lnTo>
                <a:lnTo>
                  <a:pt x="851581" y="140320"/>
                </a:lnTo>
                <a:close/>
                <a:moveTo>
                  <a:pt x="726641" y="139432"/>
                </a:moveTo>
                <a:lnTo>
                  <a:pt x="727141" y="139432"/>
                </a:lnTo>
                <a:lnTo>
                  <a:pt x="727141" y="140320"/>
                </a:lnTo>
                <a:lnTo>
                  <a:pt x="726641" y="140320"/>
                </a:lnTo>
                <a:close/>
                <a:moveTo>
                  <a:pt x="761125" y="139432"/>
                </a:moveTo>
                <a:lnTo>
                  <a:pt x="761624" y="139432"/>
                </a:lnTo>
                <a:lnTo>
                  <a:pt x="761624" y="140320"/>
                </a:lnTo>
                <a:lnTo>
                  <a:pt x="761125" y="140320"/>
                </a:lnTo>
                <a:close/>
                <a:moveTo>
                  <a:pt x="865575" y="139432"/>
                </a:moveTo>
                <a:lnTo>
                  <a:pt x="866074" y="139432"/>
                </a:lnTo>
                <a:lnTo>
                  <a:pt x="866074" y="140320"/>
                </a:lnTo>
                <a:lnTo>
                  <a:pt x="865575" y="140320"/>
                </a:lnTo>
                <a:close/>
                <a:moveTo>
                  <a:pt x="745132" y="140320"/>
                </a:moveTo>
                <a:lnTo>
                  <a:pt x="745632" y="140320"/>
                </a:lnTo>
                <a:lnTo>
                  <a:pt x="745632" y="141208"/>
                </a:lnTo>
                <a:lnTo>
                  <a:pt x="745132" y="141208"/>
                </a:lnTo>
                <a:close/>
                <a:moveTo>
                  <a:pt x="750630" y="140320"/>
                </a:moveTo>
                <a:lnTo>
                  <a:pt x="751129" y="140320"/>
                </a:lnTo>
                <a:lnTo>
                  <a:pt x="751129" y="141208"/>
                </a:lnTo>
                <a:lnTo>
                  <a:pt x="750630" y="141208"/>
                </a:lnTo>
                <a:close/>
                <a:moveTo>
                  <a:pt x="847083" y="140320"/>
                </a:moveTo>
                <a:lnTo>
                  <a:pt x="847583" y="140320"/>
                </a:lnTo>
                <a:lnTo>
                  <a:pt x="847583" y="141208"/>
                </a:lnTo>
                <a:lnTo>
                  <a:pt x="847083" y="141208"/>
                </a:lnTo>
                <a:close/>
                <a:moveTo>
                  <a:pt x="777117" y="141208"/>
                </a:moveTo>
                <a:lnTo>
                  <a:pt x="778117" y="141208"/>
                </a:lnTo>
                <a:lnTo>
                  <a:pt x="778117" y="142096"/>
                </a:lnTo>
                <a:lnTo>
                  <a:pt x="777117" y="142096"/>
                </a:lnTo>
                <a:close/>
                <a:moveTo>
                  <a:pt x="759126" y="141208"/>
                </a:moveTo>
                <a:lnTo>
                  <a:pt x="760125" y="141208"/>
                </a:lnTo>
                <a:lnTo>
                  <a:pt x="760125" y="142096"/>
                </a:lnTo>
                <a:lnTo>
                  <a:pt x="759126" y="142096"/>
                </a:lnTo>
                <a:close/>
                <a:moveTo>
                  <a:pt x="740135" y="141208"/>
                </a:moveTo>
                <a:lnTo>
                  <a:pt x="740634" y="141208"/>
                </a:lnTo>
                <a:lnTo>
                  <a:pt x="740634" y="142096"/>
                </a:lnTo>
                <a:lnTo>
                  <a:pt x="740135" y="142096"/>
                </a:lnTo>
                <a:close/>
                <a:moveTo>
                  <a:pt x="763623" y="141208"/>
                </a:moveTo>
                <a:lnTo>
                  <a:pt x="764123" y="141208"/>
                </a:lnTo>
                <a:lnTo>
                  <a:pt x="764123" y="142096"/>
                </a:lnTo>
                <a:lnTo>
                  <a:pt x="763623" y="142096"/>
                </a:lnTo>
                <a:close/>
                <a:moveTo>
                  <a:pt x="761624" y="141208"/>
                </a:moveTo>
                <a:lnTo>
                  <a:pt x="762124" y="141208"/>
                </a:lnTo>
                <a:lnTo>
                  <a:pt x="762124" y="142096"/>
                </a:lnTo>
                <a:lnTo>
                  <a:pt x="761624" y="142096"/>
                </a:lnTo>
                <a:close/>
                <a:moveTo>
                  <a:pt x="863076" y="141208"/>
                </a:moveTo>
                <a:lnTo>
                  <a:pt x="863575" y="141208"/>
                </a:lnTo>
                <a:lnTo>
                  <a:pt x="863575" y="142096"/>
                </a:lnTo>
                <a:lnTo>
                  <a:pt x="863076" y="142096"/>
                </a:lnTo>
                <a:close/>
                <a:moveTo>
                  <a:pt x="721644" y="141208"/>
                </a:moveTo>
                <a:lnTo>
                  <a:pt x="723143" y="141208"/>
                </a:lnTo>
                <a:lnTo>
                  <a:pt x="723143" y="142096"/>
                </a:lnTo>
                <a:lnTo>
                  <a:pt x="721644" y="142096"/>
                </a:lnTo>
                <a:close/>
                <a:moveTo>
                  <a:pt x="751629" y="141208"/>
                </a:moveTo>
                <a:lnTo>
                  <a:pt x="752129" y="141208"/>
                </a:lnTo>
                <a:lnTo>
                  <a:pt x="752129" y="142096"/>
                </a:lnTo>
                <a:lnTo>
                  <a:pt x="751629" y="142096"/>
                </a:lnTo>
                <a:close/>
                <a:moveTo>
                  <a:pt x="846084" y="142096"/>
                </a:moveTo>
                <a:lnTo>
                  <a:pt x="846584" y="142096"/>
                </a:lnTo>
                <a:lnTo>
                  <a:pt x="846584" y="142984"/>
                </a:lnTo>
                <a:lnTo>
                  <a:pt x="846084" y="142984"/>
                </a:lnTo>
                <a:close/>
                <a:moveTo>
                  <a:pt x="770120" y="142096"/>
                </a:moveTo>
                <a:lnTo>
                  <a:pt x="770620" y="142096"/>
                </a:lnTo>
                <a:lnTo>
                  <a:pt x="770620" y="142984"/>
                </a:lnTo>
                <a:lnTo>
                  <a:pt x="770120" y="142984"/>
                </a:lnTo>
                <a:close/>
                <a:moveTo>
                  <a:pt x="765623" y="142096"/>
                </a:moveTo>
                <a:lnTo>
                  <a:pt x="766122" y="142096"/>
                </a:lnTo>
                <a:lnTo>
                  <a:pt x="766122" y="142984"/>
                </a:lnTo>
                <a:lnTo>
                  <a:pt x="765623" y="142984"/>
                </a:lnTo>
                <a:close/>
                <a:moveTo>
                  <a:pt x="736137" y="142096"/>
                </a:moveTo>
                <a:lnTo>
                  <a:pt x="736636" y="142096"/>
                </a:lnTo>
                <a:lnTo>
                  <a:pt x="736636" y="142984"/>
                </a:lnTo>
                <a:lnTo>
                  <a:pt x="736137" y="142984"/>
                </a:lnTo>
                <a:close/>
                <a:moveTo>
                  <a:pt x="854580" y="142096"/>
                </a:moveTo>
                <a:lnTo>
                  <a:pt x="855080" y="142096"/>
                </a:lnTo>
                <a:lnTo>
                  <a:pt x="855080" y="142984"/>
                </a:lnTo>
                <a:lnTo>
                  <a:pt x="854580" y="142984"/>
                </a:lnTo>
                <a:close/>
                <a:moveTo>
                  <a:pt x="773619" y="142984"/>
                </a:moveTo>
                <a:lnTo>
                  <a:pt x="774118" y="142984"/>
                </a:lnTo>
                <a:lnTo>
                  <a:pt x="774118" y="143872"/>
                </a:lnTo>
                <a:lnTo>
                  <a:pt x="773619" y="143872"/>
                </a:lnTo>
                <a:close/>
                <a:moveTo>
                  <a:pt x="775118" y="142984"/>
                </a:moveTo>
                <a:lnTo>
                  <a:pt x="775618" y="142984"/>
                </a:lnTo>
                <a:lnTo>
                  <a:pt x="775618" y="143872"/>
                </a:lnTo>
                <a:lnTo>
                  <a:pt x="775118" y="143872"/>
                </a:lnTo>
                <a:close/>
                <a:moveTo>
                  <a:pt x="827593" y="140320"/>
                </a:moveTo>
                <a:lnTo>
                  <a:pt x="828093" y="140320"/>
                </a:lnTo>
                <a:lnTo>
                  <a:pt x="828093" y="143872"/>
                </a:lnTo>
                <a:lnTo>
                  <a:pt x="827593" y="143872"/>
                </a:lnTo>
                <a:close/>
                <a:moveTo>
                  <a:pt x="762124" y="143872"/>
                </a:moveTo>
                <a:lnTo>
                  <a:pt x="763124" y="143872"/>
                </a:lnTo>
                <a:lnTo>
                  <a:pt x="763124" y="144760"/>
                </a:lnTo>
                <a:lnTo>
                  <a:pt x="762124" y="144760"/>
                </a:lnTo>
                <a:close/>
                <a:moveTo>
                  <a:pt x="774118" y="143872"/>
                </a:moveTo>
                <a:lnTo>
                  <a:pt x="774618" y="143872"/>
                </a:lnTo>
                <a:lnTo>
                  <a:pt x="774618" y="144760"/>
                </a:lnTo>
                <a:lnTo>
                  <a:pt x="774118" y="144760"/>
                </a:lnTo>
                <a:close/>
                <a:moveTo>
                  <a:pt x="766122" y="143872"/>
                </a:moveTo>
                <a:lnTo>
                  <a:pt x="766622" y="143872"/>
                </a:lnTo>
                <a:lnTo>
                  <a:pt x="766622" y="144760"/>
                </a:lnTo>
                <a:lnTo>
                  <a:pt x="766122" y="144760"/>
                </a:lnTo>
                <a:close/>
                <a:moveTo>
                  <a:pt x="865575" y="143872"/>
                </a:moveTo>
                <a:lnTo>
                  <a:pt x="866074" y="143872"/>
                </a:lnTo>
                <a:lnTo>
                  <a:pt x="866074" y="144760"/>
                </a:lnTo>
                <a:lnTo>
                  <a:pt x="865575" y="144760"/>
                </a:lnTo>
                <a:close/>
                <a:moveTo>
                  <a:pt x="753129" y="143872"/>
                </a:moveTo>
                <a:lnTo>
                  <a:pt x="753628" y="143872"/>
                </a:lnTo>
                <a:lnTo>
                  <a:pt x="753628" y="145648"/>
                </a:lnTo>
                <a:lnTo>
                  <a:pt x="753129" y="145648"/>
                </a:lnTo>
                <a:close/>
                <a:moveTo>
                  <a:pt x="779116" y="142984"/>
                </a:moveTo>
                <a:lnTo>
                  <a:pt x="779616" y="142984"/>
                </a:lnTo>
                <a:lnTo>
                  <a:pt x="779616" y="145648"/>
                </a:lnTo>
                <a:lnTo>
                  <a:pt x="779116" y="145648"/>
                </a:lnTo>
                <a:close/>
                <a:moveTo>
                  <a:pt x="771120" y="144760"/>
                </a:moveTo>
                <a:lnTo>
                  <a:pt x="771620" y="144760"/>
                </a:lnTo>
                <a:lnTo>
                  <a:pt x="771620" y="145648"/>
                </a:lnTo>
                <a:lnTo>
                  <a:pt x="771120" y="145648"/>
                </a:lnTo>
                <a:close/>
                <a:moveTo>
                  <a:pt x="850582" y="143872"/>
                </a:moveTo>
                <a:lnTo>
                  <a:pt x="851081" y="143872"/>
                </a:lnTo>
                <a:lnTo>
                  <a:pt x="851081" y="145648"/>
                </a:lnTo>
                <a:lnTo>
                  <a:pt x="850582" y="145648"/>
                </a:lnTo>
                <a:close/>
                <a:moveTo>
                  <a:pt x="748131" y="144760"/>
                </a:moveTo>
                <a:lnTo>
                  <a:pt x="752129" y="144760"/>
                </a:lnTo>
                <a:lnTo>
                  <a:pt x="752129" y="145648"/>
                </a:lnTo>
                <a:lnTo>
                  <a:pt x="748131" y="145648"/>
                </a:lnTo>
                <a:close/>
                <a:moveTo>
                  <a:pt x="727141" y="144760"/>
                </a:moveTo>
                <a:lnTo>
                  <a:pt x="727641" y="144760"/>
                </a:lnTo>
                <a:lnTo>
                  <a:pt x="727641" y="145648"/>
                </a:lnTo>
                <a:lnTo>
                  <a:pt x="727141" y="145648"/>
                </a:lnTo>
                <a:close/>
                <a:moveTo>
                  <a:pt x="770620" y="145648"/>
                </a:moveTo>
                <a:lnTo>
                  <a:pt x="771120" y="145648"/>
                </a:lnTo>
                <a:lnTo>
                  <a:pt x="771120" y="146536"/>
                </a:lnTo>
                <a:lnTo>
                  <a:pt x="770620" y="146536"/>
                </a:lnTo>
                <a:close/>
                <a:moveTo>
                  <a:pt x="762624" y="145648"/>
                </a:moveTo>
                <a:lnTo>
                  <a:pt x="763124" y="145648"/>
                </a:lnTo>
                <a:lnTo>
                  <a:pt x="763124" y="146536"/>
                </a:lnTo>
                <a:lnTo>
                  <a:pt x="762624" y="146536"/>
                </a:lnTo>
                <a:close/>
                <a:moveTo>
                  <a:pt x="831591" y="140320"/>
                </a:moveTo>
                <a:lnTo>
                  <a:pt x="832091" y="140320"/>
                </a:lnTo>
                <a:lnTo>
                  <a:pt x="832091" y="146536"/>
                </a:lnTo>
                <a:lnTo>
                  <a:pt x="831591" y="146536"/>
                </a:lnTo>
                <a:close/>
                <a:moveTo>
                  <a:pt x="827593" y="144760"/>
                </a:moveTo>
                <a:lnTo>
                  <a:pt x="828093" y="144760"/>
                </a:lnTo>
                <a:lnTo>
                  <a:pt x="828093" y="146536"/>
                </a:lnTo>
                <a:lnTo>
                  <a:pt x="827593" y="146536"/>
                </a:lnTo>
                <a:close/>
                <a:moveTo>
                  <a:pt x="960529" y="146536"/>
                </a:moveTo>
                <a:lnTo>
                  <a:pt x="961029" y="146536"/>
                </a:lnTo>
                <a:lnTo>
                  <a:pt x="961029" y="147425"/>
                </a:lnTo>
                <a:lnTo>
                  <a:pt x="960529" y="147425"/>
                </a:lnTo>
                <a:close/>
                <a:moveTo>
                  <a:pt x="740135" y="146536"/>
                </a:moveTo>
                <a:lnTo>
                  <a:pt x="740634" y="146536"/>
                </a:lnTo>
                <a:lnTo>
                  <a:pt x="740634" y="147425"/>
                </a:lnTo>
                <a:lnTo>
                  <a:pt x="740135" y="147425"/>
                </a:lnTo>
                <a:close/>
                <a:moveTo>
                  <a:pt x="749630" y="146536"/>
                </a:moveTo>
                <a:lnTo>
                  <a:pt x="753129" y="146536"/>
                </a:lnTo>
                <a:lnTo>
                  <a:pt x="753129" y="147425"/>
                </a:lnTo>
                <a:lnTo>
                  <a:pt x="749630" y="147425"/>
                </a:lnTo>
                <a:close/>
                <a:moveTo>
                  <a:pt x="953033" y="146536"/>
                </a:moveTo>
                <a:lnTo>
                  <a:pt x="953532" y="146536"/>
                </a:lnTo>
                <a:lnTo>
                  <a:pt x="953532" y="147425"/>
                </a:lnTo>
                <a:lnTo>
                  <a:pt x="953033" y="147425"/>
                </a:lnTo>
                <a:close/>
                <a:moveTo>
                  <a:pt x="724142" y="146536"/>
                </a:moveTo>
                <a:lnTo>
                  <a:pt x="725142" y="146536"/>
                </a:lnTo>
                <a:lnTo>
                  <a:pt x="725142" y="147425"/>
                </a:lnTo>
                <a:lnTo>
                  <a:pt x="724142" y="147425"/>
                </a:lnTo>
                <a:close/>
                <a:moveTo>
                  <a:pt x="748131" y="147425"/>
                </a:moveTo>
                <a:lnTo>
                  <a:pt x="748631" y="147425"/>
                </a:lnTo>
                <a:lnTo>
                  <a:pt x="748631" y="148313"/>
                </a:lnTo>
                <a:lnTo>
                  <a:pt x="748131" y="148313"/>
                </a:lnTo>
                <a:close/>
                <a:moveTo>
                  <a:pt x="735637" y="147425"/>
                </a:moveTo>
                <a:lnTo>
                  <a:pt x="736137" y="147425"/>
                </a:lnTo>
                <a:lnTo>
                  <a:pt x="736137" y="148313"/>
                </a:lnTo>
                <a:lnTo>
                  <a:pt x="735637" y="148313"/>
                </a:lnTo>
                <a:close/>
                <a:moveTo>
                  <a:pt x="736636" y="147425"/>
                </a:moveTo>
                <a:lnTo>
                  <a:pt x="737136" y="147425"/>
                </a:lnTo>
                <a:lnTo>
                  <a:pt x="737136" y="148313"/>
                </a:lnTo>
                <a:lnTo>
                  <a:pt x="736636" y="148313"/>
                </a:lnTo>
                <a:close/>
                <a:moveTo>
                  <a:pt x="942038" y="147425"/>
                </a:moveTo>
                <a:lnTo>
                  <a:pt x="942538" y="147425"/>
                </a:lnTo>
                <a:lnTo>
                  <a:pt x="942538" y="148313"/>
                </a:lnTo>
                <a:lnTo>
                  <a:pt x="942038" y="148313"/>
                </a:lnTo>
                <a:close/>
                <a:moveTo>
                  <a:pt x="898559" y="147425"/>
                </a:moveTo>
                <a:lnTo>
                  <a:pt x="899058" y="147425"/>
                </a:lnTo>
                <a:lnTo>
                  <a:pt x="899058" y="148313"/>
                </a:lnTo>
                <a:lnTo>
                  <a:pt x="898559" y="148313"/>
                </a:lnTo>
                <a:close/>
                <a:moveTo>
                  <a:pt x="922547" y="147425"/>
                </a:moveTo>
                <a:lnTo>
                  <a:pt x="923047" y="147425"/>
                </a:lnTo>
                <a:lnTo>
                  <a:pt x="923047" y="148313"/>
                </a:lnTo>
                <a:lnTo>
                  <a:pt x="922547" y="148313"/>
                </a:lnTo>
                <a:close/>
                <a:moveTo>
                  <a:pt x="904556" y="147425"/>
                </a:moveTo>
                <a:lnTo>
                  <a:pt x="905056" y="147425"/>
                </a:lnTo>
                <a:lnTo>
                  <a:pt x="905056" y="148313"/>
                </a:lnTo>
                <a:lnTo>
                  <a:pt x="904556" y="148313"/>
                </a:lnTo>
                <a:close/>
                <a:moveTo>
                  <a:pt x="833590" y="141208"/>
                </a:moveTo>
                <a:lnTo>
                  <a:pt x="834090" y="141208"/>
                </a:lnTo>
                <a:lnTo>
                  <a:pt x="834090" y="148313"/>
                </a:lnTo>
                <a:lnTo>
                  <a:pt x="833590" y="148313"/>
                </a:lnTo>
                <a:close/>
                <a:moveTo>
                  <a:pt x="938040" y="147425"/>
                </a:moveTo>
                <a:lnTo>
                  <a:pt x="938540" y="147425"/>
                </a:lnTo>
                <a:lnTo>
                  <a:pt x="938540" y="148313"/>
                </a:lnTo>
                <a:lnTo>
                  <a:pt x="938040" y="148313"/>
                </a:lnTo>
                <a:close/>
                <a:moveTo>
                  <a:pt x="765623" y="147425"/>
                </a:moveTo>
                <a:lnTo>
                  <a:pt x="766122" y="147425"/>
                </a:lnTo>
                <a:lnTo>
                  <a:pt x="766122" y="148313"/>
                </a:lnTo>
                <a:lnTo>
                  <a:pt x="765623" y="148313"/>
                </a:lnTo>
                <a:close/>
                <a:moveTo>
                  <a:pt x="919549" y="147425"/>
                </a:moveTo>
                <a:lnTo>
                  <a:pt x="920048" y="147425"/>
                </a:lnTo>
                <a:lnTo>
                  <a:pt x="920048" y="148313"/>
                </a:lnTo>
                <a:lnTo>
                  <a:pt x="919549" y="148313"/>
                </a:lnTo>
                <a:close/>
                <a:moveTo>
                  <a:pt x="947035" y="147425"/>
                </a:moveTo>
                <a:lnTo>
                  <a:pt x="947535" y="147425"/>
                </a:lnTo>
                <a:lnTo>
                  <a:pt x="947535" y="148313"/>
                </a:lnTo>
                <a:lnTo>
                  <a:pt x="947035" y="148313"/>
                </a:lnTo>
                <a:close/>
                <a:moveTo>
                  <a:pt x="951533" y="147425"/>
                </a:moveTo>
                <a:lnTo>
                  <a:pt x="952033" y="147425"/>
                </a:lnTo>
                <a:lnTo>
                  <a:pt x="952033" y="148313"/>
                </a:lnTo>
                <a:lnTo>
                  <a:pt x="951533" y="148313"/>
                </a:lnTo>
                <a:close/>
                <a:moveTo>
                  <a:pt x="956031" y="147425"/>
                </a:moveTo>
                <a:lnTo>
                  <a:pt x="956531" y="147425"/>
                </a:lnTo>
                <a:lnTo>
                  <a:pt x="956531" y="148313"/>
                </a:lnTo>
                <a:lnTo>
                  <a:pt x="956031" y="148313"/>
                </a:lnTo>
                <a:close/>
                <a:moveTo>
                  <a:pt x="924046" y="147425"/>
                </a:moveTo>
                <a:lnTo>
                  <a:pt x="924546" y="147425"/>
                </a:lnTo>
                <a:lnTo>
                  <a:pt x="924546" y="148313"/>
                </a:lnTo>
                <a:lnTo>
                  <a:pt x="924046" y="148313"/>
                </a:lnTo>
                <a:close/>
                <a:moveTo>
                  <a:pt x="933542" y="147425"/>
                </a:moveTo>
                <a:lnTo>
                  <a:pt x="934042" y="147425"/>
                </a:lnTo>
                <a:lnTo>
                  <a:pt x="934042" y="148313"/>
                </a:lnTo>
                <a:lnTo>
                  <a:pt x="933542" y="148313"/>
                </a:lnTo>
                <a:close/>
                <a:moveTo>
                  <a:pt x="733138" y="147425"/>
                </a:moveTo>
                <a:lnTo>
                  <a:pt x="733638" y="147425"/>
                </a:lnTo>
                <a:lnTo>
                  <a:pt x="733638" y="148313"/>
                </a:lnTo>
                <a:lnTo>
                  <a:pt x="733138" y="148313"/>
                </a:lnTo>
                <a:close/>
                <a:moveTo>
                  <a:pt x="923547" y="148313"/>
                </a:moveTo>
                <a:lnTo>
                  <a:pt x="924046" y="148313"/>
                </a:lnTo>
                <a:lnTo>
                  <a:pt x="924046" y="149201"/>
                </a:lnTo>
                <a:lnTo>
                  <a:pt x="923547" y="149201"/>
                </a:lnTo>
                <a:close/>
                <a:moveTo>
                  <a:pt x="856079" y="144760"/>
                </a:moveTo>
                <a:lnTo>
                  <a:pt x="856579" y="144760"/>
                </a:lnTo>
                <a:lnTo>
                  <a:pt x="856579" y="149201"/>
                </a:lnTo>
                <a:lnTo>
                  <a:pt x="856079" y="149201"/>
                </a:lnTo>
                <a:close/>
                <a:moveTo>
                  <a:pt x="820596" y="134103"/>
                </a:moveTo>
                <a:lnTo>
                  <a:pt x="821096" y="134103"/>
                </a:lnTo>
                <a:lnTo>
                  <a:pt x="821096" y="149201"/>
                </a:lnTo>
                <a:lnTo>
                  <a:pt x="820596" y="149201"/>
                </a:lnTo>
                <a:close/>
                <a:moveTo>
                  <a:pt x="866074" y="148313"/>
                </a:moveTo>
                <a:lnTo>
                  <a:pt x="866574" y="148313"/>
                </a:lnTo>
                <a:lnTo>
                  <a:pt x="866574" y="149201"/>
                </a:lnTo>
                <a:lnTo>
                  <a:pt x="866074" y="149201"/>
                </a:lnTo>
                <a:close/>
                <a:moveTo>
                  <a:pt x="868073" y="148313"/>
                </a:moveTo>
                <a:lnTo>
                  <a:pt x="868573" y="148313"/>
                </a:lnTo>
                <a:lnTo>
                  <a:pt x="868573" y="149201"/>
                </a:lnTo>
                <a:lnTo>
                  <a:pt x="868073" y="149201"/>
                </a:lnTo>
                <a:close/>
                <a:moveTo>
                  <a:pt x="902057" y="148313"/>
                </a:moveTo>
                <a:lnTo>
                  <a:pt x="902557" y="148313"/>
                </a:lnTo>
                <a:lnTo>
                  <a:pt x="902557" y="149201"/>
                </a:lnTo>
                <a:lnTo>
                  <a:pt x="902057" y="149201"/>
                </a:lnTo>
                <a:close/>
                <a:moveTo>
                  <a:pt x="776117" y="148313"/>
                </a:moveTo>
                <a:lnTo>
                  <a:pt x="776617" y="148313"/>
                </a:lnTo>
                <a:lnTo>
                  <a:pt x="776617" y="149201"/>
                </a:lnTo>
                <a:lnTo>
                  <a:pt x="776117" y="149201"/>
                </a:lnTo>
                <a:close/>
                <a:moveTo>
                  <a:pt x="721644" y="149201"/>
                </a:moveTo>
                <a:lnTo>
                  <a:pt x="729140" y="149201"/>
                </a:lnTo>
                <a:lnTo>
                  <a:pt x="729140" y="150089"/>
                </a:lnTo>
                <a:lnTo>
                  <a:pt x="721644" y="150089"/>
                </a:lnTo>
                <a:close/>
                <a:moveTo>
                  <a:pt x="924546" y="149201"/>
                </a:moveTo>
                <a:lnTo>
                  <a:pt x="925046" y="149201"/>
                </a:lnTo>
                <a:lnTo>
                  <a:pt x="925046" y="150089"/>
                </a:lnTo>
                <a:lnTo>
                  <a:pt x="924546" y="150089"/>
                </a:lnTo>
                <a:close/>
                <a:moveTo>
                  <a:pt x="905056" y="149201"/>
                </a:moveTo>
                <a:lnTo>
                  <a:pt x="905555" y="149201"/>
                </a:lnTo>
                <a:lnTo>
                  <a:pt x="905555" y="150089"/>
                </a:lnTo>
                <a:lnTo>
                  <a:pt x="905056" y="150089"/>
                </a:lnTo>
                <a:close/>
                <a:moveTo>
                  <a:pt x="720644" y="149201"/>
                </a:moveTo>
                <a:lnTo>
                  <a:pt x="721144" y="149201"/>
                </a:lnTo>
                <a:lnTo>
                  <a:pt x="721144" y="150089"/>
                </a:lnTo>
                <a:lnTo>
                  <a:pt x="720644" y="150089"/>
                </a:lnTo>
                <a:close/>
                <a:moveTo>
                  <a:pt x="762124" y="149201"/>
                </a:moveTo>
                <a:lnTo>
                  <a:pt x="762624" y="149201"/>
                </a:lnTo>
                <a:lnTo>
                  <a:pt x="762624" y="150089"/>
                </a:lnTo>
                <a:lnTo>
                  <a:pt x="762124" y="150089"/>
                </a:lnTo>
                <a:close/>
                <a:moveTo>
                  <a:pt x="777117" y="149201"/>
                </a:moveTo>
                <a:lnTo>
                  <a:pt x="777617" y="149201"/>
                </a:lnTo>
                <a:lnTo>
                  <a:pt x="777617" y="150089"/>
                </a:lnTo>
                <a:lnTo>
                  <a:pt x="777117" y="150089"/>
                </a:lnTo>
                <a:close/>
                <a:moveTo>
                  <a:pt x="747631" y="149201"/>
                </a:moveTo>
                <a:lnTo>
                  <a:pt x="752629" y="149201"/>
                </a:lnTo>
                <a:lnTo>
                  <a:pt x="752629" y="150089"/>
                </a:lnTo>
                <a:lnTo>
                  <a:pt x="747631" y="150089"/>
                </a:lnTo>
                <a:close/>
                <a:moveTo>
                  <a:pt x="923547" y="150089"/>
                </a:moveTo>
                <a:lnTo>
                  <a:pt x="924046" y="150089"/>
                </a:lnTo>
                <a:lnTo>
                  <a:pt x="924046" y="150977"/>
                </a:lnTo>
                <a:lnTo>
                  <a:pt x="923547" y="150977"/>
                </a:lnTo>
                <a:close/>
                <a:moveTo>
                  <a:pt x="744133" y="150089"/>
                </a:moveTo>
                <a:lnTo>
                  <a:pt x="744633" y="150089"/>
                </a:lnTo>
                <a:lnTo>
                  <a:pt x="744633" y="150977"/>
                </a:lnTo>
                <a:lnTo>
                  <a:pt x="744133" y="150977"/>
                </a:lnTo>
                <a:close/>
                <a:moveTo>
                  <a:pt x="773619" y="147425"/>
                </a:moveTo>
                <a:lnTo>
                  <a:pt x="774118" y="147425"/>
                </a:lnTo>
                <a:lnTo>
                  <a:pt x="774118" y="150977"/>
                </a:lnTo>
                <a:lnTo>
                  <a:pt x="773619" y="150977"/>
                </a:lnTo>
                <a:close/>
                <a:moveTo>
                  <a:pt x="780116" y="149201"/>
                </a:moveTo>
                <a:lnTo>
                  <a:pt x="780615" y="149201"/>
                </a:lnTo>
                <a:lnTo>
                  <a:pt x="780615" y="150977"/>
                </a:lnTo>
                <a:lnTo>
                  <a:pt x="780116" y="150977"/>
                </a:lnTo>
                <a:close/>
                <a:moveTo>
                  <a:pt x="833090" y="150089"/>
                </a:moveTo>
                <a:lnTo>
                  <a:pt x="833590" y="150089"/>
                </a:lnTo>
                <a:lnTo>
                  <a:pt x="833590" y="150977"/>
                </a:lnTo>
                <a:lnTo>
                  <a:pt x="833090" y="150977"/>
                </a:lnTo>
                <a:close/>
                <a:moveTo>
                  <a:pt x="896060" y="150977"/>
                </a:moveTo>
                <a:lnTo>
                  <a:pt x="896560" y="150977"/>
                </a:lnTo>
                <a:lnTo>
                  <a:pt x="896560" y="151865"/>
                </a:lnTo>
                <a:lnTo>
                  <a:pt x="896060" y="151865"/>
                </a:lnTo>
                <a:close/>
                <a:moveTo>
                  <a:pt x="924546" y="150977"/>
                </a:moveTo>
                <a:lnTo>
                  <a:pt x="925046" y="150977"/>
                </a:lnTo>
                <a:lnTo>
                  <a:pt x="925046" y="151865"/>
                </a:lnTo>
                <a:lnTo>
                  <a:pt x="924546" y="151865"/>
                </a:lnTo>
                <a:close/>
                <a:moveTo>
                  <a:pt x="830591" y="150977"/>
                </a:moveTo>
                <a:lnTo>
                  <a:pt x="831591" y="150977"/>
                </a:lnTo>
                <a:lnTo>
                  <a:pt x="831591" y="151865"/>
                </a:lnTo>
                <a:lnTo>
                  <a:pt x="830591" y="151865"/>
                </a:lnTo>
                <a:close/>
                <a:moveTo>
                  <a:pt x="842086" y="150977"/>
                </a:moveTo>
                <a:lnTo>
                  <a:pt x="843085" y="150977"/>
                </a:lnTo>
                <a:lnTo>
                  <a:pt x="843085" y="151865"/>
                </a:lnTo>
                <a:lnTo>
                  <a:pt x="842086" y="151865"/>
                </a:lnTo>
                <a:close/>
                <a:moveTo>
                  <a:pt x="848583" y="150977"/>
                </a:moveTo>
                <a:lnTo>
                  <a:pt x="850082" y="150977"/>
                </a:lnTo>
                <a:lnTo>
                  <a:pt x="850082" y="151865"/>
                </a:lnTo>
                <a:lnTo>
                  <a:pt x="848583" y="151865"/>
                </a:lnTo>
                <a:close/>
                <a:moveTo>
                  <a:pt x="865575" y="150977"/>
                </a:moveTo>
                <a:lnTo>
                  <a:pt x="866574" y="150977"/>
                </a:lnTo>
                <a:lnTo>
                  <a:pt x="866574" y="151865"/>
                </a:lnTo>
                <a:lnTo>
                  <a:pt x="865575" y="151865"/>
                </a:lnTo>
                <a:close/>
                <a:moveTo>
                  <a:pt x="772619" y="150977"/>
                </a:moveTo>
                <a:lnTo>
                  <a:pt x="773119" y="150977"/>
                </a:lnTo>
                <a:lnTo>
                  <a:pt x="773119" y="151865"/>
                </a:lnTo>
                <a:lnTo>
                  <a:pt x="772619" y="151865"/>
                </a:lnTo>
                <a:close/>
                <a:moveTo>
                  <a:pt x="931043" y="150977"/>
                </a:moveTo>
                <a:lnTo>
                  <a:pt x="931543" y="150977"/>
                </a:lnTo>
                <a:lnTo>
                  <a:pt x="931543" y="151865"/>
                </a:lnTo>
                <a:lnTo>
                  <a:pt x="931043" y="151865"/>
                </a:lnTo>
                <a:close/>
                <a:moveTo>
                  <a:pt x="939539" y="150977"/>
                </a:moveTo>
                <a:lnTo>
                  <a:pt x="940039" y="150977"/>
                </a:lnTo>
                <a:lnTo>
                  <a:pt x="940039" y="151865"/>
                </a:lnTo>
                <a:lnTo>
                  <a:pt x="939539" y="151865"/>
                </a:lnTo>
                <a:close/>
                <a:moveTo>
                  <a:pt x="778616" y="151865"/>
                </a:moveTo>
                <a:lnTo>
                  <a:pt x="779616" y="151865"/>
                </a:lnTo>
                <a:lnTo>
                  <a:pt x="779616" y="152753"/>
                </a:lnTo>
                <a:lnTo>
                  <a:pt x="778616" y="152753"/>
                </a:lnTo>
                <a:close/>
                <a:moveTo>
                  <a:pt x="928544" y="151865"/>
                </a:moveTo>
                <a:lnTo>
                  <a:pt x="929044" y="151865"/>
                </a:lnTo>
                <a:lnTo>
                  <a:pt x="929044" y="152753"/>
                </a:lnTo>
                <a:lnTo>
                  <a:pt x="928544" y="152753"/>
                </a:lnTo>
                <a:close/>
                <a:moveTo>
                  <a:pt x="763124" y="151865"/>
                </a:moveTo>
                <a:lnTo>
                  <a:pt x="764123" y="151865"/>
                </a:lnTo>
                <a:lnTo>
                  <a:pt x="764123" y="152753"/>
                </a:lnTo>
                <a:lnTo>
                  <a:pt x="763124" y="152753"/>
                </a:lnTo>
                <a:close/>
                <a:moveTo>
                  <a:pt x="959030" y="151865"/>
                </a:moveTo>
                <a:lnTo>
                  <a:pt x="959529" y="151865"/>
                </a:lnTo>
                <a:lnTo>
                  <a:pt x="959529" y="152753"/>
                </a:lnTo>
                <a:lnTo>
                  <a:pt x="959030" y="152753"/>
                </a:lnTo>
                <a:close/>
                <a:moveTo>
                  <a:pt x="896560" y="152753"/>
                </a:moveTo>
                <a:lnTo>
                  <a:pt x="897059" y="152753"/>
                </a:lnTo>
                <a:lnTo>
                  <a:pt x="897059" y="153641"/>
                </a:lnTo>
                <a:lnTo>
                  <a:pt x="896560" y="153641"/>
                </a:lnTo>
                <a:close/>
                <a:moveTo>
                  <a:pt x="931543" y="152753"/>
                </a:moveTo>
                <a:lnTo>
                  <a:pt x="932043" y="152753"/>
                </a:lnTo>
                <a:lnTo>
                  <a:pt x="932043" y="153641"/>
                </a:lnTo>
                <a:lnTo>
                  <a:pt x="931543" y="153641"/>
                </a:lnTo>
                <a:close/>
              </a:path>
            </a:pathLst>
          </a:custGeom>
          <a:solidFill>
            <a:srgbClr val="AEBBC6"/>
          </a:solidFill>
          <a:ln>
            <a:noFill/>
          </a:ln>
        </p:spPr>
      </p:sp>
      <p:sp>
        <p:nvSpPr>
          <p:cNvPr id="50" name="Kimate circled colour correction 50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3124" y="67496"/>
                </a:moveTo>
                <a:lnTo>
                  <a:pt x="763623" y="67496"/>
                </a:lnTo>
                <a:lnTo>
                  <a:pt x="763623" y="68384"/>
                </a:lnTo>
                <a:lnTo>
                  <a:pt x="763124" y="68384"/>
                </a:lnTo>
                <a:close/>
                <a:moveTo>
                  <a:pt x="766622" y="68384"/>
                </a:moveTo>
                <a:lnTo>
                  <a:pt x="767122" y="68384"/>
                </a:lnTo>
                <a:lnTo>
                  <a:pt x="767122" y="69272"/>
                </a:lnTo>
                <a:lnTo>
                  <a:pt x="766622" y="69272"/>
                </a:lnTo>
                <a:close/>
                <a:moveTo>
                  <a:pt x="731639" y="69272"/>
                </a:moveTo>
                <a:lnTo>
                  <a:pt x="732139" y="69272"/>
                </a:lnTo>
                <a:lnTo>
                  <a:pt x="732139" y="70160"/>
                </a:lnTo>
                <a:lnTo>
                  <a:pt x="731639" y="70160"/>
                </a:lnTo>
                <a:close/>
                <a:moveTo>
                  <a:pt x="764623" y="70160"/>
                </a:moveTo>
                <a:lnTo>
                  <a:pt x="765123" y="70160"/>
                </a:lnTo>
                <a:lnTo>
                  <a:pt x="765123" y="71048"/>
                </a:lnTo>
                <a:lnTo>
                  <a:pt x="764623" y="71048"/>
                </a:lnTo>
                <a:close/>
                <a:moveTo>
                  <a:pt x="758626" y="71048"/>
                </a:moveTo>
                <a:lnTo>
                  <a:pt x="759126" y="71048"/>
                </a:lnTo>
                <a:lnTo>
                  <a:pt x="759126" y="71936"/>
                </a:lnTo>
                <a:lnTo>
                  <a:pt x="758626" y="71936"/>
                </a:lnTo>
                <a:close/>
                <a:moveTo>
                  <a:pt x="731139" y="71048"/>
                </a:moveTo>
                <a:lnTo>
                  <a:pt x="731639" y="71048"/>
                </a:lnTo>
                <a:lnTo>
                  <a:pt x="731639" y="71936"/>
                </a:lnTo>
                <a:lnTo>
                  <a:pt x="731139" y="71936"/>
                </a:lnTo>
                <a:close/>
                <a:moveTo>
                  <a:pt x="758126" y="71936"/>
                </a:moveTo>
                <a:lnTo>
                  <a:pt x="758626" y="71936"/>
                </a:lnTo>
                <a:lnTo>
                  <a:pt x="758626" y="72824"/>
                </a:lnTo>
                <a:lnTo>
                  <a:pt x="758126" y="72824"/>
                </a:lnTo>
                <a:close/>
                <a:moveTo>
                  <a:pt x="756127" y="73712"/>
                </a:moveTo>
                <a:lnTo>
                  <a:pt x="756627" y="73712"/>
                </a:lnTo>
                <a:lnTo>
                  <a:pt x="756627" y="74600"/>
                </a:lnTo>
                <a:lnTo>
                  <a:pt x="756127" y="74600"/>
                </a:lnTo>
                <a:close/>
                <a:moveTo>
                  <a:pt x="730639" y="73712"/>
                </a:moveTo>
                <a:lnTo>
                  <a:pt x="731139" y="73712"/>
                </a:lnTo>
                <a:lnTo>
                  <a:pt x="731139" y="74600"/>
                </a:lnTo>
                <a:lnTo>
                  <a:pt x="730639" y="74600"/>
                </a:lnTo>
                <a:close/>
                <a:moveTo>
                  <a:pt x="728140" y="73712"/>
                </a:moveTo>
                <a:lnTo>
                  <a:pt x="728640" y="73712"/>
                </a:lnTo>
                <a:lnTo>
                  <a:pt x="728640" y="74600"/>
                </a:lnTo>
                <a:lnTo>
                  <a:pt x="728140" y="74600"/>
                </a:lnTo>
                <a:close/>
                <a:moveTo>
                  <a:pt x="768121" y="74600"/>
                </a:moveTo>
                <a:lnTo>
                  <a:pt x="768621" y="74600"/>
                </a:lnTo>
                <a:lnTo>
                  <a:pt x="768621" y="75488"/>
                </a:lnTo>
                <a:lnTo>
                  <a:pt x="768121" y="75488"/>
                </a:lnTo>
                <a:close/>
                <a:moveTo>
                  <a:pt x="755627" y="74600"/>
                </a:moveTo>
                <a:lnTo>
                  <a:pt x="756127" y="74600"/>
                </a:lnTo>
                <a:lnTo>
                  <a:pt x="756127" y="75488"/>
                </a:lnTo>
                <a:lnTo>
                  <a:pt x="755627" y="75488"/>
                </a:lnTo>
                <a:close/>
                <a:moveTo>
                  <a:pt x="727641" y="75488"/>
                </a:moveTo>
                <a:lnTo>
                  <a:pt x="728140" y="75488"/>
                </a:lnTo>
                <a:lnTo>
                  <a:pt x="728140" y="76377"/>
                </a:lnTo>
                <a:lnTo>
                  <a:pt x="727641" y="76377"/>
                </a:lnTo>
                <a:close/>
                <a:moveTo>
                  <a:pt x="769621" y="76377"/>
                </a:moveTo>
                <a:lnTo>
                  <a:pt x="770620" y="76377"/>
                </a:lnTo>
                <a:lnTo>
                  <a:pt x="770620" y="77265"/>
                </a:lnTo>
                <a:lnTo>
                  <a:pt x="769621" y="77265"/>
                </a:lnTo>
                <a:close/>
                <a:moveTo>
                  <a:pt x="763623" y="76377"/>
                </a:moveTo>
                <a:lnTo>
                  <a:pt x="764123" y="76377"/>
                </a:lnTo>
                <a:lnTo>
                  <a:pt x="764123" y="77265"/>
                </a:lnTo>
                <a:lnTo>
                  <a:pt x="763623" y="77265"/>
                </a:lnTo>
                <a:close/>
                <a:moveTo>
                  <a:pt x="759126" y="77265"/>
                </a:moveTo>
                <a:lnTo>
                  <a:pt x="759625" y="77265"/>
                </a:lnTo>
                <a:lnTo>
                  <a:pt x="759625" y="78153"/>
                </a:lnTo>
                <a:lnTo>
                  <a:pt x="759126" y="78153"/>
                </a:lnTo>
                <a:close/>
                <a:moveTo>
                  <a:pt x="767122" y="78153"/>
                </a:moveTo>
                <a:lnTo>
                  <a:pt x="767622" y="78153"/>
                </a:lnTo>
                <a:lnTo>
                  <a:pt x="767622" y="79041"/>
                </a:lnTo>
                <a:lnTo>
                  <a:pt x="767122" y="79041"/>
                </a:lnTo>
                <a:close/>
                <a:moveTo>
                  <a:pt x="850582" y="79041"/>
                </a:moveTo>
                <a:lnTo>
                  <a:pt x="851081" y="79041"/>
                </a:lnTo>
                <a:lnTo>
                  <a:pt x="851081" y="79929"/>
                </a:lnTo>
                <a:lnTo>
                  <a:pt x="850582" y="79929"/>
                </a:lnTo>
                <a:close/>
                <a:moveTo>
                  <a:pt x="844585" y="79041"/>
                </a:moveTo>
                <a:lnTo>
                  <a:pt x="845084" y="79041"/>
                </a:lnTo>
                <a:lnTo>
                  <a:pt x="845084" y="79929"/>
                </a:lnTo>
                <a:lnTo>
                  <a:pt x="844585" y="79929"/>
                </a:lnTo>
                <a:close/>
                <a:moveTo>
                  <a:pt x="853081" y="79929"/>
                </a:moveTo>
                <a:lnTo>
                  <a:pt x="853580" y="79929"/>
                </a:lnTo>
                <a:lnTo>
                  <a:pt x="853580" y="80817"/>
                </a:lnTo>
                <a:lnTo>
                  <a:pt x="853081" y="80817"/>
                </a:lnTo>
                <a:close/>
                <a:moveTo>
                  <a:pt x="843085" y="79929"/>
                </a:moveTo>
                <a:lnTo>
                  <a:pt x="843585" y="79929"/>
                </a:lnTo>
                <a:lnTo>
                  <a:pt x="843585" y="80817"/>
                </a:lnTo>
                <a:lnTo>
                  <a:pt x="843085" y="80817"/>
                </a:lnTo>
                <a:close/>
                <a:moveTo>
                  <a:pt x="761125" y="79929"/>
                </a:moveTo>
                <a:lnTo>
                  <a:pt x="761624" y="79929"/>
                </a:lnTo>
                <a:lnTo>
                  <a:pt x="761624" y="80817"/>
                </a:lnTo>
                <a:lnTo>
                  <a:pt x="761125" y="80817"/>
                </a:lnTo>
                <a:close/>
                <a:moveTo>
                  <a:pt x="840587" y="80817"/>
                </a:moveTo>
                <a:lnTo>
                  <a:pt x="841586" y="80817"/>
                </a:lnTo>
                <a:lnTo>
                  <a:pt x="841586" y="81705"/>
                </a:lnTo>
                <a:lnTo>
                  <a:pt x="840587" y="81705"/>
                </a:lnTo>
                <a:close/>
                <a:moveTo>
                  <a:pt x="854080" y="80817"/>
                </a:moveTo>
                <a:lnTo>
                  <a:pt x="854580" y="80817"/>
                </a:lnTo>
                <a:lnTo>
                  <a:pt x="854580" y="81705"/>
                </a:lnTo>
                <a:lnTo>
                  <a:pt x="854080" y="81705"/>
                </a:lnTo>
                <a:close/>
                <a:moveTo>
                  <a:pt x="934541" y="80817"/>
                </a:moveTo>
                <a:lnTo>
                  <a:pt x="938040" y="80817"/>
                </a:lnTo>
                <a:lnTo>
                  <a:pt x="938040" y="81705"/>
                </a:lnTo>
                <a:lnTo>
                  <a:pt x="934541" y="81705"/>
                </a:lnTo>
                <a:close/>
                <a:moveTo>
                  <a:pt x="734637" y="80817"/>
                </a:moveTo>
                <a:lnTo>
                  <a:pt x="735137" y="80817"/>
                </a:lnTo>
                <a:lnTo>
                  <a:pt x="735137" y="81705"/>
                </a:lnTo>
                <a:lnTo>
                  <a:pt x="734637" y="81705"/>
                </a:lnTo>
                <a:close/>
                <a:moveTo>
                  <a:pt x="938540" y="81705"/>
                </a:moveTo>
                <a:lnTo>
                  <a:pt x="939539" y="81705"/>
                </a:lnTo>
                <a:lnTo>
                  <a:pt x="939539" y="82593"/>
                </a:lnTo>
                <a:lnTo>
                  <a:pt x="938540" y="82593"/>
                </a:lnTo>
                <a:close/>
                <a:moveTo>
                  <a:pt x="936540" y="81705"/>
                </a:moveTo>
                <a:lnTo>
                  <a:pt x="937040" y="81705"/>
                </a:lnTo>
                <a:lnTo>
                  <a:pt x="937040" y="82593"/>
                </a:lnTo>
                <a:lnTo>
                  <a:pt x="936540" y="82593"/>
                </a:lnTo>
                <a:close/>
                <a:moveTo>
                  <a:pt x="855579" y="81705"/>
                </a:moveTo>
                <a:lnTo>
                  <a:pt x="856579" y="81705"/>
                </a:lnTo>
                <a:lnTo>
                  <a:pt x="856579" y="82593"/>
                </a:lnTo>
                <a:lnTo>
                  <a:pt x="855579" y="82593"/>
                </a:lnTo>
                <a:close/>
                <a:moveTo>
                  <a:pt x="933542" y="81705"/>
                </a:moveTo>
                <a:lnTo>
                  <a:pt x="934541" y="81705"/>
                </a:lnTo>
                <a:lnTo>
                  <a:pt x="934541" y="82593"/>
                </a:lnTo>
                <a:lnTo>
                  <a:pt x="933542" y="82593"/>
                </a:lnTo>
                <a:close/>
                <a:moveTo>
                  <a:pt x="839587" y="81705"/>
                </a:moveTo>
                <a:lnTo>
                  <a:pt x="840087" y="81705"/>
                </a:lnTo>
                <a:lnTo>
                  <a:pt x="840087" y="82593"/>
                </a:lnTo>
                <a:lnTo>
                  <a:pt x="839587" y="82593"/>
                </a:lnTo>
                <a:close/>
                <a:moveTo>
                  <a:pt x="838088" y="82593"/>
                </a:moveTo>
                <a:lnTo>
                  <a:pt x="838587" y="82593"/>
                </a:lnTo>
                <a:lnTo>
                  <a:pt x="838587" y="83481"/>
                </a:lnTo>
                <a:lnTo>
                  <a:pt x="838088" y="83481"/>
                </a:lnTo>
                <a:close/>
                <a:moveTo>
                  <a:pt x="937040" y="82593"/>
                </a:moveTo>
                <a:lnTo>
                  <a:pt x="937540" y="82593"/>
                </a:lnTo>
                <a:lnTo>
                  <a:pt x="937540" y="83481"/>
                </a:lnTo>
                <a:lnTo>
                  <a:pt x="937040" y="83481"/>
                </a:lnTo>
                <a:close/>
                <a:moveTo>
                  <a:pt x="760625" y="82593"/>
                </a:moveTo>
                <a:lnTo>
                  <a:pt x="761125" y="82593"/>
                </a:lnTo>
                <a:lnTo>
                  <a:pt x="761125" y="83481"/>
                </a:lnTo>
                <a:lnTo>
                  <a:pt x="760625" y="83481"/>
                </a:lnTo>
                <a:close/>
                <a:moveTo>
                  <a:pt x="758126" y="82593"/>
                </a:moveTo>
                <a:lnTo>
                  <a:pt x="758626" y="82593"/>
                </a:lnTo>
                <a:lnTo>
                  <a:pt x="758626" y="83481"/>
                </a:lnTo>
                <a:lnTo>
                  <a:pt x="758126" y="83481"/>
                </a:lnTo>
                <a:close/>
                <a:moveTo>
                  <a:pt x="934042" y="82593"/>
                </a:moveTo>
                <a:lnTo>
                  <a:pt x="934541" y="82593"/>
                </a:lnTo>
                <a:lnTo>
                  <a:pt x="934541" y="83481"/>
                </a:lnTo>
                <a:lnTo>
                  <a:pt x="934042" y="83481"/>
                </a:lnTo>
                <a:close/>
                <a:moveTo>
                  <a:pt x="935041" y="82593"/>
                </a:moveTo>
                <a:lnTo>
                  <a:pt x="935541" y="82593"/>
                </a:lnTo>
                <a:lnTo>
                  <a:pt x="935541" y="83481"/>
                </a:lnTo>
                <a:lnTo>
                  <a:pt x="935041" y="83481"/>
                </a:lnTo>
                <a:close/>
                <a:moveTo>
                  <a:pt x="932043" y="82593"/>
                </a:moveTo>
                <a:lnTo>
                  <a:pt x="932542" y="82593"/>
                </a:lnTo>
                <a:lnTo>
                  <a:pt x="932542" y="83481"/>
                </a:lnTo>
                <a:lnTo>
                  <a:pt x="932043" y="83481"/>
                </a:lnTo>
                <a:close/>
                <a:moveTo>
                  <a:pt x="938040" y="82593"/>
                </a:moveTo>
                <a:lnTo>
                  <a:pt x="940539" y="82593"/>
                </a:lnTo>
                <a:lnTo>
                  <a:pt x="940539" y="83481"/>
                </a:lnTo>
                <a:lnTo>
                  <a:pt x="938040" y="83481"/>
                </a:lnTo>
                <a:close/>
                <a:moveTo>
                  <a:pt x="936041" y="82593"/>
                </a:moveTo>
                <a:lnTo>
                  <a:pt x="936540" y="82593"/>
                </a:lnTo>
                <a:lnTo>
                  <a:pt x="936540" y="83481"/>
                </a:lnTo>
                <a:lnTo>
                  <a:pt x="936041" y="83481"/>
                </a:lnTo>
                <a:close/>
                <a:moveTo>
                  <a:pt x="935541" y="83481"/>
                </a:moveTo>
                <a:lnTo>
                  <a:pt x="936041" y="83481"/>
                </a:lnTo>
                <a:lnTo>
                  <a:pt x="936041" y="84369"/>
                </a:lnTo>
                <a:lnTo>
                  <a:pt x="935541" y="84369"/>
                </a:lnTo>
                <a:close/>
                <a:moveTo>
                  <a:pt x="938540" y="83481"/>
                </a:moveTo>
                <a:lnTo>
                  <a:pt x="939539" y="83481"/>
                </a:lnTo>
                <a:lnTo>
                  <a:pt x="939539" y="84369"/>
                </a:lnTo>
                <a:lnTo>
                  <a:pt x="938540" y="84369"/>
                </a:lnTo>
                <a:close/>
                <a:moveTo>
                  <a:pt x="936540" y="83481"/>
                </a:moveTo>
                <a:lnTo>
                  <a:pt x="938040" y="83481"/>
                </a:lnTo>
                <a:lnTo>
                  <a:pt x="938040" y="84369"/>
                </a:lnTo>
                <a:lnTo>
                  <a:pt x="936540" y="84369"/>
                </a:lnTo>
                <a:close/>
                <a:moveTo>
                  <a:pt x="940039" y="83481"/>
                </a:moveTo>
                <a:lnTo>
                  <a:pt x="940539" y="83481"/>
                </a:lnTo>
                <a:lnTo>
                  <a:pt x="940539" y="84369"/>
                </a:lnTo>
                <a:lnTo>
                  <a:pt x="940039" y="84369"/>
                </a:lnTo>
                <a:close/>
                <a:moveTo>
                  <a:pt x="932043" y="83481"/>
                </a:moveTo>
                <a:lnTo>
                  <a:pt x="935041" y="83481"/>
                </a:lnTo>
                <a:lnTo>
                  <a:pt x="935041" y="84369"/>
                </a:lnTo>
                <a:lnTo>
                  <a:pt x="932043" y="84369"/>
                </a:lnTo>
                <a:close/>
                <a:moveTo>
                  <a:pt x="941038" y="83481"/>
                </a:moveTo>
                <a:lnTo>
                  <a:pt x="941538" y="83481"/>
                </a:lnTo>
                <a:lnTo>
                  <a:pt x="941538" y="84369"/>
                </a:lnTo>
                <a:lnTo>
                  <a:pt x="941038" y="84369"/>
                </a:lnTo>
                <a:close/>
                <a:moveTo>
                  <a:pt x="836588" y="83481"/>
                </a:moveTo>
                <a:lnTo>
                  <a:pt x="837088" y="83481"/>
                </a:lnTo>
                <a:lnTo>
                  <a:pt x="837088" y="84369"/>
                </a:lnTo>
                <a:lnTo>
                  <a:pt x="836588" y="84369"/>
                </a:lnTo>
                <a:close/>
                <a:moveTo>
                  <a:pt x="735637" y="84369"/>
                </a:moveTo>
                <a:lnTo>
                  <a:pt x="736137" y="84369"/>
                </a:lnTo>
                <a:lnTo>
                  <a:pt x="736137" y="85258"/>
                </a:lnTo>
                <a:lnTo>
                  <a:pt x="735637" y="85258"/>
                </a:lnTo>
                <a:close/>
                <a:moveTo>
                  <a:pt x="933542" y="84369"/>
                </a:moveTo>
                <a:lnTo>
                  <a:pt x="934541" y="84369"/>
                </a:lnTo>
                <a:lnTo>
                  <a:pt x="934541" y="85258"/>
                </a:lnTo>
                <a:lnTo>
                  <a:pt x="933542" y="85258"/>
                </a:lnTo>
                <a:close/>
                <a:moveTo>
                  <a:pt x="930543" y="84369"/>
                </a:moveTo>
                <a:lnTo>
                  <a:pt x="931043" y="84369"/>
                </a:lnTo>
                <a:lnTo>
                  <a:pt x="931043" y="85258"/>
                </a:lnTo>
                <a:lnTo>
                  <a:pt x="930543" y="85258"/>
                </a:lnTo>
                <a:close/>
                <a:moveTo>
                  <a:pt x="940539" y="84369"/>
                </a:moveTo>
                <a:lnTo>
                  <a:pt x="942038" y="84369"/>
                </a:lnTo>
                <a:lnTo>
                  <a:pt x="942038" y="85258"/>
                </a:lnTo>
                <a:lnTo>
                  <a:pt x="940539" y="85258"/>
                </a:lnTo>
                <a:close/>
                <a:moveTo>
                  <a:pt x="935041" y="84369"/>
                </a:moveTo>
                <a:lnTo>
                  <a:pt x="937040" y="84369"/>
                </a:lnTo>
                <a:lnTo>
                  <a:pt x="937040" y="85258"/>
                </a:lnTo>
                <a:lnTo>
                  <a:pt x="935041" y="85258"/>
                </a:lnTo>
                <a:close/>
                <a:moveTo>
                  <a:pt x="773119" y="84369"/>
                </a:moveTo>
                <a:lnTo>
                  <a:pt x="773619" y="84369"/>
                </a:lnTo>
                <a:lnTo>
                  <a:pt x="773619" y="85258"/>
                </a:lnTo>
                <a:lnTo>
                  <a:pt x="773119" y="85258"/>
                </a:lnTo>
                <a:close/>
                <a:moveTo>
                  <a:pt x="937540" y="84369"/>
                </a:moveTo>
                <a:lnTo>
                  <a:pt x="939039" y="84369"/>
                </a:lnTo>
                <a:lnTo>
                  <a:pt x="939039" y="85258"/>
                </a:lnTo>
                <a:lnTo>
                  <a:pt x="937540" y="85258"/>
                </a:lnTo>
                <a:close/>
                <a:moveTo>
                  <a:pt x="939539" y="84369"/>
                </a:moveTo>
                <a:lnTo>
                  <a:pt x="940039" y="84369"/>
                </a:lnTo>
                <a:lnTo>
                  <a:pt x="940039" y="85258"/>
                </a:lnTo>
                <a:lnTo>
                  <a:pt x="939539" y="85258"/>
                </a:lnTo>
                <a:close/>
                <a:moveTo>
                  <a:pt x="859078" y="84369"/>
                </a:moveTo>
                <a:lnTo>
                  <a:pt x="859577" y="84369"/>
                </a:lnTo>
                <a:lnTo>
                  <a:pt x="859577" y="85258"/>
                </a:lnTo>
                <a:lnTo>
                  <a:pt x="859078" y="85258"/>
                </a:lnTo>
                <a:close/>
                <a:moveTo>
                  <a:pt x="931543" y="84369"/>
                </a:moveTo>
                <a:lnTo>
                  <a:pt x="932043" y="84369"/>
                </a:lnTo>
                <a:lnTo>
                  <a:pt x="932043" y="85258"/>
                </a:lnTo>
                <a:lnTo>
                  <a:pt x="931543" y="85258"/>
                </a:lnTo>
                <a:close/>
                <a:moveTo>
                  <a:pt x="931043" y="85258"/>
                </a:moveTo>
                <a:lnTo>
                  <a:pt x="941538" y="85258"/>
                </a:lnTo>
                <a:lnTo>
                  <a:pt x="941538" y="86146"/>
                </a:lnTo>
                <a:lnTo>
                  <a:pt x="931043" y="86146"/>
                </a:lnTo>
                <a:close/>
                <a:moveTo>
                  <a:pt x="833590" y="85258"/>
                </a:moveTo>
                <a:lnTo>
                  <a:pt x="834589" y="85258"/>
                </a:lnTo>
                <a:lnTo>
                  <a:pt x="834589" y="86146"/>
                </a:lnTo>
                <a:lnTo>
                  <a:pt x="833590" y="86146"/>
                </a:lnTo>
                <a:close/>
                <a:moveTo>
                  <a:pt x="751629" y="85258"/>
                </a:moveTo>
                <a:lnTo>
                  <a:pt x="752129" y="85258"/>
                </a:lnTo>
                <a:lnTo>
                  <a:pt x="752129" y="86146"/>
                </a:lnTo>
                <a:lnTo>
                  <a:pt x="751629" y="86146"/>
                </a:lnTo>
                <a:close/>
                <a:moveTo>
                  <a:pt x="942038" y="85258"/>
                </a:moveTo>
                <a:lnTo>
                  <a:pt x="942538" y="85258"/>
                </a:lnTo>
                <a:lnTo>
                  <a:pt x="942538" y="86146"/>
                </a:lnTo>
                <a:lnTo>
                  <a:pt x="942038" y="86146"/>
                </a:lnTo>
                <a:close/>
                <a:moveTo>
                  <a:pt x="760125" y="85258"/>
                </a:moveTo>
                <a:lnTo>
                  <a:pt x="760625" y="85258"/>
                </a:lnTo>
                <a:lnTo>
                  <a:pt x="760625" y="86146"/>
                </a:lnTo>
                <a:lnTo>
                  <a:pt x="760125" y="86146"/>
                </a:lnTo>
                <a:close/>
                <a:moveTo>
                  <a:pt x="757626" y="86146"/>
                </a:moveTo>
                <a:lnTo>
                  <a:pt x="758126" y="86146"/>
                </a:lnTo>
                <a:lnTo>
                  <a:pt x="758126" y="87034"/>
                </a:lnTo>
                <a:lnTo>
                  <a:pt x="757626" y="87034"/>
                </a:lnTo>
                <a:close/>
                <a:moveTo>
                  <a:pt x="737136" y="86146"/>
                </a:moveTo>
                <a:lnTo>
                  <a:pt x="737636" y="86146"/>
                </a:lnTo>
                <a:lnTo>
                  <a:pt x="737636" y="87034"/>
                </a:lnTo>
                <a:lnTo>
                  <a:pt x="737136" y="87034"/>
                </a:lnTo>
                <a:close/>
                <a:moveTo>
                  <a:pt x="960529" y="86146"/>
                </a:moveTo>
                <a:lnTo>
                  <a:pt x="961029" y="86146"/>
                </a:lnTo>
                <a:lnTo>
                  <a:pt x="961029" y="87034"/>
                </a:lnTo>
                <a:lnTo>
                  <a:pt x="960529" y="87034"/>
                </a:lnTo>
                <a:close/>
                <a:moveTo>
                  <a:pt x="959529" y="86146"/>
                </a:moveTo>
                <a:lnTo>
                  <a:pt x="960029" y="86146"/>
                </a:lnTo>
                <a:lnTo>
                  <a:pt x="960029" y="87034"/>
                </a:lnTo>
                <a:lnTo>
                  <a:pt x="959529" y="87034"/>
                </a:lnTo>
                <a:close/>
                <a:moveTo>
                  <a:pt x="941038" y="86146"/>
                </a:moveTo>
                <a:lnTo>
                  <a:pt x="942538" y="86146"/>
                </a:lnTo>
                <a:lnTo>
                  <a:pt x="942538" y="87034"/>
                </a:lnTo>
                <a:lnTo>
                  <a:pt x="941038" y="87034"/>
                </a:lnTo>
                <a:close/>
                <a:moveTo>
                  <a:pt x="832590" y="86146"/>
                </a:moveTo>
                <a:lnTo>
                  <a:pt x="833590" y="86146"/>
                </a:lnTo>
                <a:lnTo>
                  <a:pt x="833590" y="87034"/>
                </a:lnTo>
                <a:lnTo>
                  <a:pt x="832590" y="87034"/>
                </a:lnTo>
                <a:close/>
                <a:moveTo>
                  <a:pt x="931543" y="86146"/>
                </a:moveTo>
                <a:lnTo>
                  <a:pt x="940539" y="86146"/>
                </a:lnTo>
                <a:lnTo>
                  <a:pt x="940539" y="87034"/>
                </a:lnTo>
                <a:lnTo>
                  <a:pt x="931543" y="87034"/>
                </a:lnTo>
                <a:close/>
                <a:moveTo>
                  <a:pt x="753129" y="87034"/>
                </a:moveTo>
                <a:lnTo>
                  <a:pt x="753628" y="87034"/>
                </a:lnTo>
                <a:lnTo>
                  <a:pt x="753628" y="87922"/>
                </a:lnTo>
                <a:lnTo>
                  <a:pt x="753129" y="87922"/>
                </a:lnTo>
                <a:close/>
                <a:moveTo>
                  <a:pt x="960029" y="87034"/>
                </a:moveTo>
                <a:lnTo>
                  <a:pt x="963528" y="87034"/>
                </a:lnTo>
                <a:lnTo>
                  <a:pt x="963528" y="87922"/>
                </a:lnTo>
                <a:lnTo>
                  <a:pt x="960029" y="87922"/>
                </a:lnTo>
                <a:close/>
                <a:moveTo>
                  <a:pt x="831591" y="87034"/>
                </a:moveTo>
                <a:lnTo>
                  <a:pt x="832091" y="87034"/>
                </a:lnTo>
                <a:lnTo>
                  <a:pt x="832091" y="87922"/>
                </a:lnTo>
                <a:lnTo>
                  <a:pt x="831591" y="87922"/>
                </a:lnTo>
                <a:close/>
                <a:moveTo>
                  <a:pt x="895560" y="87034"/>
                </a:moveTo>
                <a:lnTo>
                  <a:pt x="916550" y="87034"/>
                </a:lnTo>
                <a:lnTo>
                  <a:pt x="916550" y="87922"/>
                </a:lnTo>
                <a:lnTo>
                  <a:pt x="895560" y="87922"/>
                </a:lnTo>
                <a:close/>
                <a:moveTo>
                  <a:pt x="930044" y="86146"/>
                </a:moveTo>
                <a:lnTo>
                  <a:pt x="931043" y="86146"/>
                </a:lnTo>
                <a:lnTo>
                  <a:pt x="931043" y="87922"/>
                </a:lnTo>
                <a:lnTo>
                  <a:pt x="930044" y="87922"/>
                </a:lnTo>
                <a:close/>
                <a:moveTo>
                  <a:pt x="931543" y="87034"/>
                </a:moveTo>
                <a:lnTo>
                  <a:pt x="939539" y="87034"/>
                </a:lnTo>
                <a:lnTo>
                  <a:pt x="939539" y="87922"/>
                </a:lnTo>
                <a:lnTo>
                  <a:pt x="931543" y="87922"/>
                </a:lnTo>
                <a:close/>
                <a:moveTo>
                  <a:pt x="760125" y="87034"/>
                </a:moveTo>
                <a:lnTo>
                  <a:pt x="760625" y="87034"/>
                </a:lnTo>
                <a:lnTo>
                  <a:pt x="760625" y="87922"/>
                </a:lnTo>
                <a:lnTo>
                  <a:pt x="760125" y="87922"/>
                </a:lnTo>
                <a:close/>
                <a:moveTo>
                  <a:pt x="921048" y="87034"/>
                </a:moveTo>
                <a:lnTo>
                  <a:pt x="921548" y="87034"/>
                </a:lnTo>
                <a:lnTo>
                  <a:pt x="921548" y="87922"/>
                </a:lnTo>
                <a:lnTo>
                  <a:pt x="921048" y="87922"/>
                </a:lnTo>
                <a:close/>
                <a:moveTo>
                  <a:pt x="940039" y="87034"/>
                </a:moveTo>
                <a:lnTo>
                  <a:pt x="940539" y="87034"/>
                </a:lnTo>
                <a:lnTo>
                  <a:pt x="940539" y="87922"/>
                </a:lnTo>
                <a:lnTo>
                  <a:pt x="940039" y="87922"/>
                </a:lnTo>
                <a:close/>
                <a:moveTo>
                  <a:pt x="941038" y="87034"/>
                </a:moveTo>
                <a:lnTo>
                  <a:pt x="941538" y="87034"/>
                </a:lnTo>
                <a:lnTo>
                  <a:pt x="941538" y="87922"/>
                </a:lnTo>
                <a:lnTo>
                  <a:pt x="941038" y="87922"/>
                </a:lnTo>
                <a:close/>
                <a:moveTo>
                  <a:pt x="947535" y="87034"/>
                </a:moveTo>
                <a:lnTo>
                  <a:pt x="959529" y="87034"/>
                </a:lnTo>
                <a:lnTo>
                  <a:pt x="959529" y="87922"/>
                </a:lnTo>
                <a:lnTo>
                  <a:pt x="947535" y="87922"/>
                </a:lnTo>
                <a:close/>
                <a:moveTo>
                  <a:pt x="923047" y="87034"/>
                </a:moveTo>
                <a:lnTo>
                  <a:pt x="924046" y="87034"/>
                </a:lnTo>
                <a:lnTo>
                  <a:pt x="924046" y="87922"/>
                </a:lnTo>
                <a:lnTo>
                  <a:pt x="923047" y="87922"/>
                </a:lnTo>
                <a:close/>
                <a:moveTo>
                  <a:pt x="916050" y="87922"/>
                </a:moveTo>
                <a:lnTo>
                  <a:pt x="917050" y="87922"/>
                </a:lnTo>
                <a:lnTo>
                  <a:pt x="917050" y="88810"/>
                </a:lnTo>
                <a:lnTo>
                  <a:pt x="916050" y="88810"/>
                </a:lnTo>
                <a:close/>
                <a:moveTo>
                  <a:pt x="947535" y="87922"/>
                </a:moveTo>
                <a:lnTo>
                  <a:pt x="960529" y="87922"/>
                </a:lnTo>
                <a:lnTo>
                  <a:pt x="960529" y="88810"/>
                </a:lnTo>
                <a:lnTo>
                  <a:pt x="947535" y="88810"/>
                </a:lnTo>
                <a:close/>
                <a:moveTo>
                  <a:pt x="941538" y="87922"/>
                </a:moveTo>
                <a:lnTo>
                  <a:pt x="942538" y="87922"/>
                </a:lnTo>
                <a:lnTo>
                  <a:pt x="942538" y="88810"/>
                </a:lnTo>
                <a:lnTo>
                  <a:pt x="941538" y="88810"/>
                </a:lnTo>
                <a:close/>
                <a:moveTo>
                  <a:pt x="963528" y="87922"/>
                </a:moveTo>
                <a:lnTo>
                  <a:pt x="965027" y="87922"/>
                </a:lnTo>
                <a:lnTo>
                  <a:pt x="965027" y="88810"/>
                </a:lnTo>
                <a:lnTo>
                  <a:pt x="963528" y="88810"/>
                </a:lnTo>
                <a:close/>
                <a:moveTo>
                  <a:pt x="863076" y="87922"/>
                </a:moveTo>
                <a:lnTo>
                  <a:pt x="863575" y="87922"/>
                </a:lnTo>
                <a:lnTo>
                  <a:pt x="863575" y="88810"/>
                </a:lnTo>
                <a:lnTo>
                  <a:pt x="863076" y="88810"/>
                </a:lnTo>
                <a:close/>
                <a:moveTo>
                  <a:pt x="929044" y="87922"/>
                </a:moveTo>
                <a:lnTo>
                  <a:pt x="929544" y="87922"/>
                </a:lnTo>
                <a:lnTo>
                  <a:pt x="929544" y="88810"/>
                </a:lnTo>
                <a:lnTo>
                  <a:pt x="929044" y="88810"/>
                </a:lnTo>
                <a:close/>
                <a:moveTo>
                  <a:pt x="943037" y="87922"/>
                </a:moveTo>
                <a:lnTo>
                  <a:pt x="943537" y="87922"/>
                </a:lnTo>
                <a:lnTo>
                  <a:pt x="943537" y="88810"/>
                </a:lnTo>
                <a:lnTo>
                  <a:pt x="943037" y="88810"/>
                </a:lnTo>
                <a:close/>
                <a:moveTo>
                  <a:pt x="922047" y="87034"/>
                </a:moveTo>
                <a:lnTo>
                  <a:pt x="922547" y="87034"/>
                </a:lnTo>
                <a:lnTo>
                  <a:pt x="922547" y="88810"/>
                </a:lnTo>
                <a:lnTo>
                  <a:pt x="922047" y="88810"/>
                </a:lnTo>
                <a:close/>
                <a:moveTo>
                  <a:pt x="930044" y="87922"/>
                </a:moveTo>
                <a:lnTo>
                  <a:pt x="940039" y="87922"/>
                </a:lnTo>
                <a:lnTo>
                  <a:pt x="940039" y="88810"/>
                </a:lnTo>
                <a:lnTo>
                  <a:pt x="930044" y="88810"/>
                </a:lnTo>
                <a:close/>
                <a:moveTo>
                  <a:pt x="961528" y="87922"/>
                </a:moveTo>
                <a:lnTo>
                  <a:pt x="963028" y="87922"/>
                </a:lnTo>
                <a:lnTo>
                  <a:pt x="963028" y="88810"/>
                </a:lnTo>
                <a:lnTo>
                  <a:pt x="961528" y="88810"/>
                </a:lnTo>
                <a:close/>
                <a:moveTo>
                  <a:pt x="759625" y="87922"/>
                </a:moveTo>
                <a:lnTo>
                  <a:pt x="760125" y="87922"/>
                </a:lnTo>
                <a:lnTo>
                  <a:pt x="760125" y="88810"/>
                </a:lnTo>
                <a:lnTo>
                  <a:pt x="759625" y="88810"/>
                </a:lnTo>
                <a:close/>
                <a:moveTo>
                  <a:pt x="920048" y="87922"/>
                </a:moveTo>
                <a:lnTo>
                  <a:pt x="920548" y="87922"/>
                </a:lnTo>
                <a:lnTo>
                  <a:pt x="920548" y="89698"/>
                </a:lnTo>
                <a:lnTo>
                  <a:pt x="920048" y="89698"/>
                </a:lnTo>
                <a:close/>
                <a:moveTo>
                  <a:pt x="735637" y="88810"/>
                </a:moveTo>
                <a:lnTo>
                  <a:pt x="736137" y="88810"/>
                </a:lnTo>
                <a:lnTo>
                  <a:pt x="736137" y="89698"/>
                </a:lnTo>
                <a:lnTo>
                  <a:pt x="735637" y="89698"/>
                </a:lnTo>
                <a:close/>
                <a:moveTo>
                  <a:pt x="817098" y="88810"/>
                </a:moveTo>
                <a:lnTo>
                  <a:pt x="817598" y="88810"/>
                </a:lnTo>
                <a:lnTo>
                  <a:pt x="817598" y="89698"/>
                </a:lnTo>
                <a:lnTo>
                  <a:pt x="817098" y="89698"/>
                </a:lnTo>
                <a:close/>
                <a:moveTo>
                  <a:pt x="964027" y="88810"/>
                </a:moveTo>
                <a:lnTo>
                  <a:pt x="964527" y="88810"/>
                </a:lnTo>
                <a:lnTo>
                  <a:pt x="964527" y="89698"/>
                </a:lnTo>
                <a:lnTo>
                  <a:pt x="964027" y="89698"/>
                </a:lnTo>
                <a:close/>
                <a:moveTo>
                  <a:pt x="772619" y="88810"/>
                </a:moveTo>
                <a:lnTo>
                  <a:pt x="773119" y="88810"/>
                </a:lnTo>
                <a:lnTo>
                  <a:pt x="773119" y="89698"/>
                </a:lnTo>
                <a:lnTo>
                  <a:pt x="772619" y="89698"/>
                </a:lnTo>
                <a:close/>
                <a:moveTo>
                  <a:pt x="963028" y="88810"/>
                </a:moveTo>
                <a:lnTo>
                  <a:pt x="963528" y="88810"/>
                </a:lnTo>
                <a:lnTo>
                  <a:pt x="963528" y="89698"/>
                </a:lnTo>
                <a:lnTo>
                  <a:pt x="963028" y="89698"/>
                </a:lnTo>
                <a:close/>
                <a:moveTo>
                  <a:pt x="923547" y="88810"/>
                </a:moveTo>
                <a:lnTo>
                  <a:pt x="925046" y="88810"/>
                </a:lnTo>
                <a:lnTo>
                  <a:pt x="925046" y="89698"/>
                </a:lnTo>
                <a:lnTo>
                  <a:pt x="923547" y="89698"/>
                </a:lnTo>
                <a:close/>
                <a:moveTo>
                  <a:pt x="960029" y="88810"/>
                </a:moveTo>
                <a:lnTo>
                  <a:pt x="961528" y="88810"/>
                </a:lnTo>
                <a:lnTo>
                  <a:pt x="961528" y="89698"/>
                </a:lnTo>
                <a:lnTo>
                  <a:pt x="960029" y="89698"/>
                </a:lnTo>
                <a:close/>
                <a:moveTo>
                  <a:pt x="965527" y="88810"/>
                </a:moveTo>
                <a:lnTo>
                  <a:pt x="966026" y="88810"/>
                </a:lnTo>
                <a:lnTo>
                  <a:pt x="966026" y="89698"/>
                </a:lnTo>
                <a:lnTo>
                  <a:pt x="965527" y="89698"/>
                </a:lnTo>
                <a:close/>
                <a:moveTo>
                  <a:pt x="930543" y="88810"/>
                </a:moveTo>
                <a:lnTo>
                  <a:pt x="940539" y="88810"/>
                </a:lnTo>
                <a:lnTo>
                  <a:pt x="940539" y="89698"/>
                </a:lnTo>
                <a:lnTo>
                  <a:pt x="930543" y="89698"/>
                </a:lnTo>
                <a:close/>
                <a:moveTo>
                  <a:pt x="916550" y="88810"/>
                </a:moveTo>
                <a:lnTo>
                  <a:pt x="917050" y="88810"/>
                </a:lnTo>
                <a:lnTo>
                  <a:pt x="917050" y="89698"/>
                </a:lnTo>
                <a:lnTo>
                  <a:pt x="916550" y="89698"/>
                </a:lnTo>
                <a:close/>
                <a:moveTo>
                  <a:pt x="941038" y="88810"/>
                </a:moveTo>
                <a:lnTo>
                  <a:pt x="942038" y="88810"/>
                </a:lnTo>
                <a:lnTo>
                  <a:pt x="942038" y="89698"/>
                </a:lnTo>
                <a:lnTo>
                  <a:pt x="941038" y="89698"/>
                </a:lnTo>
                <a:close/>
                <a:moveTo>
                  <a:pt x="921048" y="88810"/>
                </a:moveTo>
                <a:lnTo>
                  <a:pt x="923047" y="88810"/>
                </a:lnTo>
                <a:lnTo>
                  <a:pt x="923047" y="89698"/>
                </a:lnTo>
                <a:lnTo>
                  <a:pt x="921048" y="89698"/>
                </a:lnTo>
                <a:close/>
                <a:moveTo>
                  <a:pt x="947535" y="88810"/>
                </a:moveTo>
                <a:lnTo>
                  <a:pt x="959529" y="88810"/>
                </a:lnTo>
                <a:lnTo>
                  <a:pt x="959529" y="89698"/>
                </a:lnTo>
                <a:lnTo>
                  <a:pt x="947535" y="89698"/>
                </a:lnTo>
                <a:close/>
                <a:moveTo>
                  <a:pt x="931043" y="89698"/>
                </a:moveTo>
                <a:lnTo>
                  <a:pt x="941038" y="89698"/>
                </a:lnTo>
                <a:lnTo>
                  <a:pt x="941038" y="90586"/>
                </a:lnTo>
                <a:lnTo>
                  <a:pt x="931043" y="90586"/>
                </a:lnTo>
                <a:close/>
                <a:moveTo>
                  <a:pt x="919549" y="89698"/>
                </a:moveTo>
                <a:lnTo>
                  <a:pt x="920048" y="89698"/>
                </a:lnTo>
                <a:lnTo>
                  <a:pt x="920048" y="90586"/>
                </a:lnTo>
                <a:lnTo>
                  <a:pt x="919549" y="90586"/>
                </a:lnTo>
                <a:close/>
                <a:moveTo>
                  <a:pt x="916050" y="89698"/>
                </a:moveTo>
                <a:lnTo>
                  <a:pt x="916550" y="89698"/>
                </a:lnTo>
                <a:lnTo>
                  <a:pt x="916550" y="90586"/>
                </a:lnTo>
                <a:lnTo>
                  <a:pt x="916050" y="90586"/>
                </a:lnTo>
                <a:close/>
                <a:moveTo>
                  <a:pt x="961029" y="89698"/>
                </a:moveTo>
                <a:lnTo>
                  <a:pt x="962028" y="89698"/>
                </a:lnTo>
                <a:lnTo>
                  <a:pt x="962028" y="90586"/>
                </a:lnTo>
                <a:lnTo>
                  <a:pt x="961029" y="90586"/>
                </a:lnTo>
                <a:close/>
                <a:moveTo>
                  <a:pt x="757127" y="89698"/>
                </a:moveTo>
                <a:lnTo>
                  <a:pt x="757626" y="89698"/>
                </a:lnTo>
                <a:lnTo>
                  <a:pt x="757626" y="90586"/>
                </a:lnTo>
                <a:lnTo>
                  <a:pt x="757127" y="90586"/>
                </a:lnTo>
                <a:close/>
                <a:moveTo>
                  <a:pt x="921048" y="89698"/>
                </a:moveTo>
                <a:lnTo>
                  <a:pt x="922047" y="89698"/>
                </a:lnTo>
                <a:lnTo>
                  <a:pt x="922047" y="90586"/>
                </a:lnTo>
                <a:lnTo>
                  <a:pt x="921048" y="90586"/>
                </a:lnTo>
                <a:close/>
                <a:moveTo>
                  <a:pt x="929544" y="88810"/>
                </a:moveTo>
                <a:lnTo>
                  <a:pt x="930044" y="88810"/>
                </a:lnTo>
                <a:lnTo>
                  <a:pt x="930044" y="90586"/>
                </a:lnTo>
                <a:lnTo>
                  <a:pt x="929544" y="90586"/>
                </a:lnTo>
                <a:close/>
                <a:moveTo>
                  <a:pt x="924046" y="89698"/>
                </a:moveTo>
                <a:lnTo>
                  <a:pt x="924546" y="89698"/>
                </a:lnTo>
                <a:lnTo>
                  <a:pt x="924546" y="90586"/>
                </a:lnTo>
                <a:lnTo>
                  <a:pt x="924046" y="90586"/>
                </a:lnTo>
                <a:close/>
                <a:moveTo>
                  <a:pt x="947535" y="89698"/>
                </a:moveTo>
                <a:lnTo>
                  <a:pt x="960029" y="89698"/>
                </a:lnTo>
                <a:lnTo>
                  <a:pt x="960029" y="90586"/>
                </a:lnTo>
                <a:lnTo>
                  <a:pt x="947535" y="90586"/>
                </a:lnTo>
                <a:close/>
                <a:moveTo>
                  <a:pt x="941538" y="89698"/>
                </a:moveTo>
                <a:lnTo>
                  <a:pt x="943537" y="89698"/>
                </a:lnTo>
                <a:lnTo>
                  <a:pt x="943537" y="90586"/>
                </a:lnTo>
                <a:lnTo>
                  <a:pt x="941538" y="90586"/>
                </a:lnTo>
                <a:close/>
                <a:moveTo>
                  <a:pt x="965027" y="89698"/>
                </a:moveTo>
                <a:lnTo>
                  <a:pt x="966526" y="89698"/>
                </a:lnTo>
                <a:lnTo>
                  <a:pt x="966526" y="90586"/>
                </a:lnTo>
                <a:lnTo>
                  <a:pt x="965027" y="90586"/>
                </a:lnTo>
                <a:close/>
                <a:moveTo>
                  <a:pt x="864075" y="89698"/>
                </a:moveTo>
                <a:lnTo>
                  <a:pt x="864575" y="89698"/>
                </a:lnTo>
                <a:lnTo>
                  <a:pt x="864575" y="90586"/>
                </a:lnTo>
                <a:lnTo>
                  <a:pt x="864075" y="90586"/>
                </a:lnTo>
                <a:close/>
                <a:moveTo>
                  <a:pt x="895560" y="87922"/>
                </a:moveTo>
                <a:lnTo>
                  <a:pt x="915551" y="87922"/>
                </a:lnTo>
                <a:lnTo>
                  <a:pt x="915551" y="90586"/>
                </a:lnTo>
                <a:lnTo>
                  <a:pt x="895560" y="90586"/>
                </a:lnTo>
                <a:close/>
                <a:moveTo>
                  <a:pt x="963528" y="89698"/>
                </a:moveTo>
                <a:lnTo>
                  <a:pt x="964027" y="89698"/>
                </a:lnTo>
                <a:lnTo>
                  <a:pt x="964027" y="90586"/>
                </a:lnTo>
                <a:lnTo>
                  <a:pt x="963528" y="90586"/>
                </a:lnTo>
                <a:close/>
                <a:moveTo>
                  <a:pt x="924046" y="90586"/>
                </a:moveTo>
                <a:lnTo>
                  <a:pt x="925046" y="90586"/>
                </a:lnTo>
                <a:lnTo>
                  <a:pt x="925046" y="91474"/>
                </a:lnTo>
                <a:lnTo>
                  <a:pt x="924046" y="91474"/>
                </a:lnTo>
                <a:close/>
                <a:moveTo>
                  <a:pt x="738635" y="90586"/>
                </a:moveTo>
                <a:lnTo>
                  <a:pt x="739135" y="90586"/>
                </a:lnTo>
                <a:lnTo>
                  <a:pt x="739135" y="91474"/>
                </a:lnTo>
                <a:lnTo>
                  <a:pt x="738635" y="91474"/>
                </a:lnTo>
                <a:close/>
                <a:moveTo>
                  <a:pt x="740135" y="90586"/>
                </a:moveTo>
                <a:lnTo>
                  <a:pt x="740634" y="90586"/>
                </a:lnTo>
                <a:lnTo>
                  <a:pt x="740634" y="91474"/>
                </a:lnTo>
                <a:lnTo>
                  <a:pt x="740135" y="91474"/>
                </a:lnTo>
                <a:close/>
                <a:moveTo>
                  <a:pt x="965027" y="90586"/>
                </a:moveTo>
                <a:lnTo>
                  <a:pt x="965527" y="90586"/>
                </a:lnTo>
                <a:lnTo>
                  <a:pt x="965527" y="91474"/>
                </a:lnTo>
                <a:lnTo>
                  <a:pt x="965027" y="91474"/>
                </a:lnTo>
                <a:close/>
                <a:moveTo>
                  <a:pt x="931543" y="90586"/>
                </a:moveTo>
                <a:lnTo>
                  <a:pt x="939539" y="90586"/>
                </a:lnTo>
                <a:lnTo>
                  <a:pt x="939539" y="91474"/>
                </a:lnTo>
                <a:lnTo>
                  <a:pt x="931543" y="91474"/>
                </a:lnTo>
                <a:close/>
                <a:moveTo>
                  <a:pt x="749130" y="90586"/>
                </a:moveTo>
                <a:lnTo>
                  <a:pt x="749630" y="90586"/>
                </a:lnTo>
                <a:lnTo>
                  <a:pt x="749630" y="91474"/>
                </a:lnTo>
                <a:lnTo>
                  <a:pt x="749130" y="91474"/>
                </a:lnTo>
                <a:close/>
                <a:moveTo>
                  <a:pt x="921548" y="90586"/>
                </a:moveTo>
                <a:lnTo>
                  <a:pt x="922047" y="90586"/>
                </a:lnTo>
                <a:lnTo>
                  <a:pt x="922047" y="91474"/>
                </a:lnTo>
                <a:lnTo>
                  <a:pt x="921548" y="91474"/>
                </a:lnTo>
                <a:close/>
                <a:moveTo>
                  <a:pt x="915551" y="90586"/>
                </a:moveTo>
                <a:lnTo>
                  <a:pt x="916550" y="90586"/>
                </a:lnTo>
                <a:lnTo>
                  <a:pt x="916550" y="91474"/>
                </a:lnTo>
                <a:lnTo>
                  <a:pt x="915551" y="91474"/>
                </a:lnTo>
                <a:close/>
                <a:moveTo>
                  <a:pt x="940039" y="90586"/>
                </a:moveTo>
                <a:lnTo>
                  <a:pt x="940539" y="90586"/>
                </a:lnTo>
                <a:lnTo>
                  <a:pt x="940539" y="91474"/>
                </a:lnTo>
                <a:lnTo>
                  <a:pt x="940039" y="91474"/>
                </a:lnTo>
                <a:close/>
                <a:moveTo>
                  <a:pt x="929044" y="90586"/>
                </a:moveTo>
                <a:lnTo>
                  <a:pt x="930543" y="90586"/>
                </a:lnTo>
                <a:lnTo>
                  <a:pt x="930543" y="91474"/>
                </a:lnTo>
                <a:lnTo>
                  <a:pt x="929044" y="91474"/>
                </a:lnTo>
                <a:close/>
                <a:moveTo>
                  <a:pt x="941038" y="90586"/>
                </a:moveTo>
                <a:lnTo>
                  <a:pt x="943037" y="90586"/>
                </a:lnTo>
                <a:lnTo>
                  <a:pt x="943037" y="91474"/>
                </a:lnTo>
                <a:lnTo>
                  <a:pt x="941038" y="91474"/>
                </a:lnTo>
                <a:close/>
                <a:moveTo>
                  <a:pt x="922547" y="90586"/>
                </a:moveTo>
                <a:lnTo>
                  <a:pt x="923547" y="90586"/>
                </a:lnTo>
                <a:lnTo>
                  <a:pt x="923547" y="91474"/>
                </a:lnTo>
                <a:lnTo>
                  <a:pt x="922547" y="91474"/>
                </a:lnTo>
                <a:close/>
                <a:moveTo>
                  <a:pt x="769621" y="90586"/>
                </a:moveTo>
                <a:lnTo>
                  <a:pt x="770120" y="90586"/>
                </a:lnTo>
                <a:lnTo>
                  <a:pt x="770120" y="91474"/>
                </a:lnTo>
                <a:lnTo>
                  <a:pt x="769621" y="91474"/>
                </a:lnTo>
                <a:close/>
                <a:moveTo>
                  <a:pt x="943537" y="90586"/>
                </a:moveTo>
                <a:lnTo>
                  <a:pt x="944037" y="90586"/>
                </a:lnTo>
                <a:lnTo>
                  <a:pt x="944037" y="91474"/>
                </a:lnTo>
                <a:lnTo>
                  <a:pt x="943537" y="91474"/>
                </a:lnTo>
                <a:close/>
                <a:moveTo>
                  <a:pt x="759126" y="90586"/>
                </a:moveTo>
                <a:lnTo>
                  <a:pt x="759625" y="90586"/>
                </a:lnTo>
                <a:lnTo>
                  <a:pt x="759625" y="91474"/>
                </a:lnTo>
                <a:lnTo>
                  <a:pt x="759126" y="91474"/>
                </a:lnTo>
                <a:close/>
                <a:moveTo>
                  <a:pt x="960529" y="90586"/>
                </a:moveTo>
                <a:lnTo>
                  <a:pt x="963528" y="90586"/>
                </a:lnTo>
                <a:lnTo>
                  <a:pt x="963528" y="91474"/>
                </a:lnTo>
                <a:lnTo>
                  <a:pt x="960529" y="91474"/>
                </a:lnTo>
                <a:close/>
                <a:moveTo>
                  <a:pt x="737636" y="90586"/>
                </a:moveTo>
                <a:lnTo>
                  <a:pt x="738136" y="90586"/>
                </a:lnTo>
                <a:lnTo>
                  <a:pt x="738136" y="91474"/>
                </a:lnTo>
                <a:lnTo>
                  <a:pt x="737636" y="91474"/>
                </a:lnTo>
                <a:close/>
                <a:moveTo>
                  <a:pt x="947535" y="90586"/>
                </a:moveTo>
                <a:lnTo>
                  <a:pt x="959529" y="90586"/>
                </a:lnTo>
                <a:lnTo>
                  <a:pt x="959529" y="91474"/>
                </a:lnTo>
                <a:lnTo>
                  <a:pt x="947535" y="91474"/>
                </a:lnTo>
                <a:close/>
                <a:moveTo>
                  <a:pt x="919049" y="90586"/>
                </a:moveTo>
                <a:lnTo>
                  <a:pt x="921048" y="90586"/>
                </a:lnTo>
                <a:lnTo>
                  <a:pt x="921048" y="91474"/>
                </a:lnTo>
                <a:lnTo>
                  <a:pt x="919049" y="91474"/>
                </a:lnTo>
                <a:close/>
                <a:moveTo>
                  <a:pt x="923547" y="91474"/>
                </a:moveTo>
                <a:lnTo>
                  <a:pt x="924046" y="91474"/>
                </a:lnTo>
                <a:lnTo>
                  <a:pt x="924046" y="92362"/>
                </a:lnTo>
                <a:lnTo>
                  <a:pt x="923547" y="92362"/>
                </a:lnTo>
                <a:close/>
                <a:moveTo>
                  <a:pt x="924546" y="91474"/>
                </a:moveTo>
                <a:lnTo>
                  <a:pt x="925046" y="91474"/>
                </a:lnTo>
                <a:lnTo>
                  <a:pt x="925046" y="92362"/>
                </a:lnTo>
                <a:lnTo>
                  <a:pt x="924546" y="92362"/>
                </a:lnTo>
                <a:close/>
                <a:moveTo>
                  <a:pt x="771120" y="91474"/>
                </a:moveTo>
                <a:lnTo>
                  <a:pt x="771620" y="91474"/>
                </a:lnTo>
                <a:lnTo>
                  <a:pt x="771620" y="92362"/>
                </a:lnTo>
                <a:lnTo>
                  <a:pt x="771120" y="92362"/>
                </a:lnTo>
                <a:close/>
                <a:moveTo>
                  <a:pt x="963528" y="91474"/>
                </a:moveTo>
                <a:lnTo>
                  <a:pt x="965527" y="91474"/>
                </a:lnTo>
                <a:lnTo>
                  <a:pt x="965527" y="92362"/>
                </a:lnTo>
                <a:lnTo>
                  <a:pt x="963528" y="92362"/>
                </a:lnTo>
                <a:close/>
                <a:moveTo>
                  <a:pt x="962028" y="91474"/>
                </a:moveTo>
                <a:lnTo>
                  <a:pt x="963028" y="91474"/>
                </a:lnTo>
                <a:lnTo>
                  <a:pt x="963028" y="92362"/>
                </a:lnTo>
                <a:lnTo>
                  <a:pt x="962028" y="92362"/>
                </a:lnTo>
                <a:close/>
                <a:moveTo>
                  <a:pt x="966026" y="91474"/>
                </a:moveTo>
                <a:lnTo>
                  <a:pt x="966526" y="91474"/>
                </a:lnTo>
                <a:lnTo>
                  <a:pt x="966526" y="92362"/>
                </a:lnTo>
                <a:lnTo>
                  <a:pt x="966026" y="92362"/>
                </a:lnTo>
                <a:close/>
                <a:moveTo>
                  <a:pt x="920048" y="91474"/>
                </a:moveTo>
                <a:lnTo>
                  <a:pt x="922547" y="91474"/>
                </a:lnTo>
                <a:lnTo>
                  <a:pt x="922547" y="92362"/>
                </a:lnTo>
                <a:lnTo>
                  <a:pt x="920048" y="92362"/>
                </a:lnTo>
                <a:close/>
                <a:moveTo>
                  <a:pt x="895560" y="91474"/>
                </a:moveTo>
                <a:lnTo>
                  <a:pt x="915551" y="91474"/>
                </a:lnTo>
                <a:lnTo>
                  <a:pt x="915551" y="92362"/>
                </a:lnTo>
                <a:lnTo>
                  <a:pt x="895560" y="92362"/>
                </a:lnTo>
                <a:close/>
                <a:moveTo>
                  <a:pt x="947535" y="91474"/>
                </a:moveTo>
                <a:lnTo>
                  <a:pt x="960529" y="91474"/>
                </a:lnTo>
                <a:lnTo>
                  <a:pt x="960529" y="92362"/>
                </a:lnTo>
                <a:lnTo>
                  <a:pt x="947535" y="92362"/>
                </a:lnTo>
                <a:close/>
                <a:moveTo>
                  <a:pt x="940039" y="91474"/>
                </a:moveTo>
                <a:lnTo>
                  <a:pt x="941038" y="91474"/>
                </a:lnTo>
                <a:lnTo>
                  <a:pt x="941038" y="92362"/>
                </a:lnTo>
                <a:lnTo>
                  <a:pt x="940039" y="92362"/>
                </a:lnTo>
                <a:close/>
                <a:moveTo>
                  <a:pt x="929544" y="91474"/>
                </a:moveTo>
                <a:lnTo>
                  <a:pt x="939539" y="91474"/>
                </a:lnTo>
                <a:lnTo>
                  <a:pt x="939539" y="92362"/>
                </a:lnTo>
                <a:lnTo>
                  <a:pt x="929544" y="92362"/>
                </a:lnTo>
                <a:close/>
                <a:moveTo>
                  <a:pt x="916550" y="91474"/>
                </a:moveTo>
                <a:lnTo>
                  <a:pt x="917050" y="91474"/>
                </a:lnTo>
                <a:lnTo>
                  <a:pt x="917050" y="92362"/>
                </a:lnTo>
                <a:lnTo>
                  <a:pt x="916550" y="92362"/>
                </a:lnTo>
                <a:close/>
                <a:moveTo>
                  <a:pt x="941538" y="91474"/>
                </a:moveTo>
                <a:lnTo>
                  <a:pt x="942038" y="91474"/>
                </a:lnTo>
                <a:lnTo>
                  <a:pt x="942038" y="92362"/>
                </a:lnTo>
                <a:lnTo>
                  <a:pt x="941538" y="92362"/>
                </a:lnTo>
                <a:close/>
                <a:moveTo>
                  <a:pt x="942538" y="91474"/>
                </a:moveTo>
                <a:lnTo>
                  <a:pt x="943537" y="91474"/>
                </a:lnTo>
                <a:lnTo>
                  <a:pt x="943537" y="92362"/>
                </a:lnTo>
                <a:lnTo>
                  <a:pt x="942538" y="92362"/>
                </a:lnTo>
                <a:close/>
                <a:moveTo>
                  <a:pt x="967026" y="91474"/>
                </a:moveTo>
                <a:lnTo>
                  <a:pt x="967526" y="91474"/>
                </a:lnTo>
                <a:lnTo>
                  <a:pt x="967526" y="92362"/>
                </a:lnTo>
                <a:lnTo>
                  <a:pt x="967026" y="92362"/>
                </a:lnTo>
                <a:close/>
                <a:moveTo>
                  <a:pt x="742134" y="91474"/>
                </a:moveTo>
                <a:lnTo>
                  <a:pt x="742634" y="91474"/>
                </a:lnTo>
                <a:lnTo>
                  <a:pt x="742634" y="92362"/>
                </a:lnTo>
                <a:lnTo>
                  <a:pt x="742134" y="92362"/>
                </a:lnTo>
                <a:close/>
                <a:moveTo>
                  <a:pt x="820596" y="92362"/>
                </a:moveTo>
                <a:lnTo>
                  <a:pt x="821096" y="92362"/>
                </a:lnTo>
                <a:lnTo>
                  <a:pt x="821096" y="93250"/>
                </a:lnTo>
                <a:lnTo>
                  <a:pt x="820596" y="93250"/>
                </a:lnTo>
                <a:close/>
                <a:moveTo>
                  <a:pt x="925046" y="92362"/>
                </a:moveTo>
                <a:lnTo>
                  <a:pt x="925546" y="92362"/>
                </a:lnTo>
                <a:lnTo>
                  <a:pt x="925546" y="93250"/>
                </a:lnTo>
                <a:lnTo>
                  <a:pt x="925046" y="93250"/>
                </a:lnTo>
                <a:close/>
                <a:moveTo>
                  <a:pt x="960529" y="92362"/>
                </a:moveTo>
                <a:lnTo>
                  <a:pt x="962528" y="92362"/>
                </a:lnTo>
                <a:lnTo>
                  <a:pt x="962528" y="93250"/>
                </a:lnTo>
                <a:lnTo>
                  <a:pt x="960529" y="93250"/>
                </a:lnTo>
                <a:close/>
                <a:moveTo>
                  <a:pt x="933542" y="92362"/>
                </a:moveTo>
                <a:lnTo>
                  <a:pt x="934541" y="92362"/>
                </a:lnTo>
                <a:lnTo>
                  <a:pt x="934541" y="93250"/>
                </a:lnTo>
                <a:lnTo>
                  <a:pt x="933542" y="93250"/>
                </a:lnTo>
                <a:close/>
                <a:moveTo>
                  <a:pt x="866074" y="92362"/>
                </a:moveTo>
                <a:lnTo>
                  <a:pt x="866574" y="92362"/>
                </a:lnTo>
                <a:lnTo>
                  <a:pt x="866574" y="93250"/>
                </a:lnTo>
                <a:lnTo>
                  <a:pt x="866074" y="93250"/>
                </a:lnTo>
                <a:close/>
                <a:moveTo>
                  <a:pt x="953033" y="92362"/>
                </a:moveTo>
                <a:lnTo>
                  <a:pt x="960029" y="92362"/>
                </a:lnTo>
                <a:lnTo>
                  <a:pt x="960029" y="93250"/>
                </a:lnTo>
                <a:lnTo>
                  <a:pt x="953033" y="93250"/>
                </a:lnTo>
                <a:close/>
                <a:moveTo>
                  <a:pt x="930543" y="92362"/>
                </a:moveTo>
                <a:lnTo>
                  <a:pt x="931043" y="92362"/>
                </a:lnTo>
                <a:lnTo>
                  <a:pt x="931043" y="93250"/>
                </a:lnTo>
                <a:lnTo>
                  <a:pt x="930543" y="93250"/>
                </a:lnTo>
                <a:close/>
                <a:moveTo>
                  <a:pt x="931543" y="92362"/>
                </a:moveTo>
                <a:lnTo>
                  <a:pt x="932542" y="92362"/>
                </a:lnTo>
                <a:lnTo>
                  <a:pt x="932542" y="93250"/>
                </a:lnTo>
                <a:lnTo>
                  <a:pt x="931543" y="93250"/>
                </a:lnTo>
                <a:close/>
                <a:moveTo>
                  <a:pt x="737136" y="92362"/>
                </a:moveTo>
                <a:lnTo>
                  <a:pt x="737636" y="92362"/>
                </a:lnTo>
                <a:lnTo>
                  <a:pt x="737636" y="93250"/>
                </a:lnTo>
                <a:lnTo>
                  <a:pt x="737136" y="93250"/>
                </a:lnTo>
                <a:close/>
                <a:moveTo>
                  <a:pt x="903556" y="92362"/>
                </a:moveTo>
                <a:lnTo>
                  <a:pt x="917050" y="92362"/>
                </a:lnTo>
                <a:lnTo>
                  <a:pt x="917050" y="93250"/>
                </a:lnTo>
                <a:lnTo>
                  <a:pt x="903556" y="93250"/>
                </a:lnTo>
                <a:close/>
                <a:moveTo>
                  <a:pt x="928544" y="92362"/>
                </a:moveTo>
                <a:lnTo>
                  <a:pt x="929544" y="92362"/>
                </a:lnTo>
                <a:lnTo>
                  <a:pt x="929544" y="93250"/>
                </a:lnTo>
                <a:lnTo>
                  <a:pt x="928544" y="93250"/>
                </a:lnTo>
                <a:close/>
                <a:moveTo>
                  <a:pt x="939539" y="92362"/>
                </a:moveTo>
                <a:lnTo>
                  <a:pt x="944037" y="92362"/>
                </a:lnTo>
                <a:lnTo>
                  <a:pt x="944037" y="93250"/>
                </a:lnTo>
                <a:lnTo>
                  <a:pt x="939539" y="93250"/>
                </a:lnTo>
                <a:close/>
                <a:moveTo>
                  <a:pt x="895560" y="92362"/>
                </a:moveTo>
                <a:lnTo>
                  <a:pt x="900058" y="92362"/>
                </a:lnTo>
                <a:lnTo>
                  <a:pt x="900058" y="93250"/>
                </a:lnTo>
                <a:lnTo>
                  <a:pt x="895560" y="93250"/>
                </a:lnTo>
                <a:close/>
                <a:moveTo>
                  <a:pt x="947535" y="92362"/>
                </a:moveTo>
                <a:lnTo>
                  <a:pt x="952033" y="92362"/>
                </a:lnTo>
                <a:lnTo>
                  <a:pt x="952033" y="93250"/>
                </a:lnTo>
                <a:lnTo>
                  <a:pt x="947535" y="93250"/>
                </a:lnTo>
                <a:close/>
                <a:moveTo>
                  <a:pt x="919549" y="92362"/>
                </a:moveTo>
                <a:lnTo>
                  <a:pt x="924546" y="92362"/>
                </a:lnTo>
                <a:lnTo>
                  <a:pt x="924546" y="93250"/>
                </a:lnTo>
                <a:lnTo>
                  <a:pt x="919549" y="93250"/>
                </a:lnTo>
                <a:close/>
                <a:moveTo>
                  <a:pt x="963528" y="92362"/>
                </a:moveTo>
                <a:lnTo>
                  <a:pt x="968025" y="92362"/>
                </a:lnTo>
                <a:lnTo>
                  <a:pt x="968025" y="93250"/>
                </a:lnTo>
                <a:lnTo>
                  <a:pt x="963528" y="93250"/>
                </a:lnTo>
                <a:close/>
                <a:moveTo>
                  <a:pt x="901057" y="92362"/>
                </a:moveTo>
                <a:lnTo>
                  <a:pt x="902057" y="92362"/>
                </a:lnTo>
                <a:lnTo>
                  <a:pt x="902057" y="93250"/>
                </a:lnTo>
                <a:lnTo>
                  <a:pt x="901057" y="93250"/>
                </a:lnTo>
                <a:close/>
                <a:moveTo>
                  <a:pt x="938040" y="92362"/>
                </a:moveTo>
                <a:lnTo>
                  <a:pt x="939039" y="92362"/>
                </a:lnTo>
                <a:lnTo>
                  <a:pt x="939039" y="93250"/>
                </a:lnTo>
                <a:lnTo>
                  <a:pt x="938040" y="93250"/>
                </a:lnTo>
                <a:close/>
                <a:moveTo>
                  <a:pt x="835089" y="92362"/>
                </a:moveTo>
                <a:lnTo>
                  <a:pt x="835589" y="92362"/>
                </a:lnTo>
                <a:lnTo>
                  <a:pt x="835589" y="93250"/>
                </a:lnTo>
                <a:lnTo>
                  <a:pt x="835089" y="93250"/>
                </a:lnTo>
                <a:close/>
                <a:moveTo>
                  <a:pt x="824594" y="93250"/>
                </a:moveTo>
                <a:lnTo>
                  <a:pt x="825094" y="93250"/>
                </a:lnTo>
                <a:lnTo>
                  <a:pt x="825094" y="94139"/>
                </a:lnTo>
                <a:lnTo>
                  <a:pt x="824594" y="94139"/>
                </a:lnTo>
                <a:close/>
                <a:moveTo>
                  <a:pt x="924546" y="93250"/>
                </a:moveTo>
                <a:lnTo>
                  <a:pt x="925046" y="93250"/>
                </a:lnTo>
                <a:lnTo>
                  <a:pt x="925046" y="94139"/>
                </a:lnTo>
                <a:lnTo>
                  <a:pt x="924546" y="94139"/>
                </a:lnTo>
                <a:close/>
                <a:moveTo>
                  <a:pt x="834090" y="93250"/>
                </a:moveTo>
                <a:lnTo>
                  <a:pt x="834589" y="93250"/>
                </a:lnTo>
                <a:lnTo>
                  <a:pt x="834589" y="94139"/>
                </a:lnTo>
                <a:lnTo>
                  <a:pt x="834090" y="94139"/>
                </a:lnTo>
                <a:close/>
                <a:moveTo>
                  <a:pt x="961528" y="93250"/>
                </a:moveTo>
                <a:lnTo>
                  <a:pt x="962028" y="93250"/>
                </a:lnTo>
                <a:lnTo>
                  <a:pt x="962028" y="94139"/>
                </a:lnTo>
                <a:lnTo>
                  <a:pt x="961528" y="94139"/>
                </a:lnTo>
                <a:close/>
                <a:moveTo>
                  <a:pt x="866574" y="93250"/>
                </a:moveTo>
                <a:lnTo>
                  <a:pt x="867074" y="93250"/>
                </a:lnTo>
                <a:lnTo>
                  <a:pt x="867074" y="94139"/>
                </a:lnTo>
                <a:lnTo>
                  <a:pt x="866574" y="94139"/>
                </a:lnTo>
                <a:close/>
                <a:moveTo>
                  <a:pt x="758626" y="93250"/>
                </a:moveTo>
                <a:lnTo>
                  <a:pt x="759126" y="93250"/>
                </a:lnTo>
                <a:lnTo>
                  <a:pt x="759126" y="94139"/>
                </a:lnTo>
                <a:lnTo>
                  <a:pt x="758626" y="94139"/>
                </a:lnTo>
                <a:close/>
                <a:moveTo>
                  <a:pt x="952533" y="93250"/>
                </a:moveTo>
                <a:lnTo>
                  <a:pt x="953033" y="93250"/>
                </a:lnTo>
                <a:lnTo>
                  <a:pt x="953033" y="94139"/>
                </a:lnTo>
                <a:lnTo>
                  <a:pt x="952533" y="94139"/>
                </a:lnTo>
                <a:close/>
                <a:moveTo>
                  <a:pt x="955032" y="93250"/>
                </a:moveTo>
                <a:lnTo>
                  <a:pt x="959529" y="93250"/>
                </a:lnTo>
                <a:lnTo>
                  <a:pt x="959529" y="94139"/>
                </a:lnTo>
                <a:lnTo>
                  <a:pt x="955032" y="94139"/>
                </a:lnTo>
                <a:close/>
                <a:moveTo>
                  <a:pt x="932542" y="93250"/>
                </a:moveTo>
                <a:lnTo>
                  <a:pt x="933542" y="93250"/>
                </a:lnTo>
                <a:lnTo>
                  <a:pt x="933542" y="94139"/>
                </a:lnTo>
                <a:lnTo>
                  <a:pt x="932542" y="94139"/>
                </a:lnTo>
                <a:close/>
                <a:moveTo>
                  <a:pt x="900558" y="93250"/>
                </a:moveTo>
                <a:lnTo>
                  <a:pt x="901557" y="93250"/>
                </a:lnTo>
                <a:lnTo>
                  <a:pt x="901557" y="94139"/>
                </a:lnTo>
                <a:lnTo>
                  <a:pt x="900558" y="94139"/>
                </a:lnTo>
                <a:close/>
                <a:moveTo>
                  <a:pt x="960029" y="93250"/>
                </a:moveTo>
                <a:lnTo>
                  <a:pt x="961029" y="93250"/>
                </a:lnTo>
                <a:lnTo>
                  <a:pt x="961029" y="94139"/>
                </a:lnTo>
                <a:lnTo>
                  <a:pt x="960029" y="94139"/>
                </a:lnTo>
                <a:close/>
                <a:moveTo>
                  <a:pt x="947535" y="93250"/>
                </a:moveTo>
                <a:lnTo>
                  <a:pt x="951533" y="93250"/>
                </a:lnTo>
                <a:lnTo>
                  <a:pt x="951533" y="94139"/>
                </a:lnTo>
                <a:lnTo>
                  <a:pt x="947535" y="94139"/>
                </a:lnTo>
                <a:close/>
                <a:moveTo>
                  <a:pt x="938040" y="93250"/>
                </a:moveTo>
                <a:lnTo>
                  <a:pt x="938540" y="93250"/>
                </a:lnTo>
                <a:lnTo>
                  <a:pt x="938540" y="94139"/>
                </a:lnTo>
                <a:lnTo>
                  <a:pt x="938040" y="94139"/>
                </a:lnTo>
                <a:close/>
                <a:moveTo>
                  <a:pt x="953532" y="93250"/>
                </a:moveTo>
                <a:lnTo>
                  <a:pt x="954032" y="93250"/>
                </a:lnTo>
                <a:lnTo>
                  <a:pt x="954032" y="94139"/>
                </a:lnTo>
                <a:lnTo>
                  <a:pt x="953532" y="94139"/>
                </a:lnTo>
                <a:close/>
                <a:moveTo>
                  <a:pt x="903556" y="93250"/>
                </a:moveTo>
                <a:lnTo>
                  <a:pt x="915551" y="93250"/>
                </a:lnTo>
                <a:lnTo>
                  <a:pt x="915551" y="94139"/>
                </a:lnTo>
                <a:lnTo>
                  <a:pt x="903556" y="94139"/>
                </a:lnTo>
                <a:close/>
                <a:moveTo>
                  <a:pt x="902557" y="92362"/>
                </a:moveTo>
                <a:lnTo>
                  <a:pt x="903057" y="92362"/>
                </a:lnTo>
                <a:lnTo>
                  <a:pt x="903057" y="94139"/>
                </a:lnTo>
                <a:lnTo>
                  <a:pt x="902557" y="94139"/>
                </a:lnTo>
                <a:close/>
                <a:moveTo>
                  <a:pt x="919049" y="93250"/>
                </a:moveTo>
                <a:lnTo>
                  <a:pt x="923547" y="93250"/>
                </a:lnTo>
                <a:lnTo>
                  <a:pt x="923547" y="94139"/>
                </a:lnTo>
                <a:lnTo>
                  <a:pt x="919049" y="94139"/>
                </a:lnTo>
                <a:close/>
                <a:moveTo>
                  <a:pt x="962528" y="93250"/>
                </a:moveTo>
                <a:lnTo>
                  <a:pt x="968525" y="93250"/>
                </a:lnTo>
                <a:lnTo>
                  <a:pt x="968525" y="94139"/>
                </a:lnTo>
                <a:lnTo>
                  <a:pt x="962528" y="94139"/>
                </a:lnTo>
                <a:close/>
                <a:moveTo>
                  <a:pt x="939039" y="93250"/>
                </a:moveTo>
                <a:lnTo>
                  <a:pt x="944037" y="93250"/>
                </a:lnTo>
                <a:lnTo>
                  <a:pt x="944037" y="94139"/>
                </a:lnTo>
                <a:lnTo>
                  <a:pt x="939039" y="94139"/>
                </a:lnTo>
                <a:close/>
                <a:moveTo>
                  <a:pt x="773119" y="93250"/>
                </a:moveTo>
                <a:lnTo>
                  <a:pt x="773619" y="93250"/>
                </a:lnTo>
                <a:lnTo>
                  <a:pt x="773619" y="94139"/>
                </a:lnTo>
                <a:lnTo>
                  <a:pt x="773119" y="94139"/>
                </a:lnTo>
                <a:close/>
                <a:moveTo>
                  <a:pt x="930543" y="93250"/>
                </a:moveTo>
                <a:lnTo>
                  <a:pt x="932043" y="93250"/>
                </a:lnTo>
                <a:lnTo>
                  <a:pt x="932043" y="94139"/>
                </a:lnTo>
                <a:lnTo>
                  <a:pt x="930543" y="94139"/>
                </a:lnTo>
                <a:close/>
                <a:moveTo>
                  <a:pt x="960529" y="94139"/>
                </a:moveTo>
                <a:lnTo>
                  <a:pt x="961029" y="94139"/>
                </a:lnTo>
                <a:lnTo>
                  <a:pt x="961029" y="95027"/>
                </a:lnTo>
                <a:lnTo>
                  <a:pt x="960529" y="95027"/>
                </a:lnTo>
                <a:close/>
                <a:moveTo>
                  <a:pt x="900558" y="94139"/>
                </a:moveTo>
                <a:lnTo>
                  <a:pt x="901057" y="94139"/>
                </a:lnTo>
                <a:lnTo>
                  <a:pt x="901057" y="95027"/>
                </a:lnTo>
                <a:lnTo>
                  <a:pt x="900558" y="95027"/>
                </a:lnTo>
                <a:close/>
                <a:moveTo>
                  <a:pt x="947535" y="94139"/>
                </a:moveTo>
                <a:lnTo>
                  <a:pt x="952533" y="94139"/>
                </a:lnTo>
                <a:lnTo>
                  <a:pt x="952533" y="95027"/>
                </a:lnTo>
                <a:lnTo>
                  <a:pt x="947535" y="95027"/>
                </a:lnTo>
                <a:close/>
                <a:moveTo>
                  <a:pt x="929044" y="93250"/>
                </a:moveTo>
                <a:lnTo>
                  <a:pt x="930044" y="93250"/>
                </a:lnTo>
                <a:lnTo>
                  <a:pt x="930044" y="95027"/>
                </a:lnTo>
                <a:lnTo>
                  <a:pt x="929044" y="95027"/>
                </a:lnTo>
                <a:close/>
                <a:moveTo>
                  <a:pt x="901557" y="94139"/>
                </a:moveTo>
                <a:lnTo>
                  <a:pt x="902057" y="94139"/>
                </a:lnTo>
                <a:lnTo>
                  <a:pt x="902057" y="95027"/>
                </a:lnTo>
                <a:lnTo>
                  <a:pt x="901557" y="95027"/>
                </a:lnTo>
                <a:close/>
                <a:moveTo>
                  <a:pt x="938540" y="94139"/>
                </a:moveTo>
                <a:lnTo>
                  <a:pt x="943537" y="94139"/>
                </a:lnTo>
                <a:lnTo>
                  <a:pt x="943537" y="95027"/>
                </a:lnTo>
                <a:lnTo>
                  <a:pt x="938540" y="95027"/>
                </a:lnTo>
                <a:close/>
                <a:moveTo>
                  <a:pt x="930543" y="94139"/>
                </a:moveTo>
                <a:lnTo>
                  <a:pt x="932542" y="94139"/>
                </a:lnTo>
                <a:lnTo>
                  <a:pt x="932542" y="95027"/>
                </a:lnTo>
                <a:lnTo>
                  <a:pt x="930543" y="95027"/>
                </a:lnTo>
                <a:close/>
                <a:moveTo>
                  <a:pt x="968025" y="94139"/>
                </a:moveTo>
                <a:lnTo>
                  <a:pt x="969025" y="94139"/>
                </a:lnTo>
                <a:lnTo>
                  <a:pt x="969025" y="95027"/>
                </a:lnTo>
                <a:lnTo>
                  <a:pt x="968025" y="95027"/>
                </a:lnTo>
                <a:close/>
                <a:moveTo>
                  <a:pt x="963528" y="94139"/>
                </a:moveTo>
                <a:lnTo>
                  <a:pt x="967526" y="94139"/>
                </a:lnTo>
                <a:lnTo>
                  <a:pt x="967526" y="95027"/>
                </a:lnTo>
                <a:lnTo>
                  <a:pt x="963528" y="95027"/>
                </a:lnTo>
                <a:close/>
                <a:moveTo>
                  <a:pt x="772619" y="94139"/>
                </a:moveTo>
                <a:lnTo>
                  <a:pt x="773119" y="94139"/>
                </a:lnTo>
                <a:lnTo>
                  <a:pt x="773119" y="95027"/>
                </a:lnTo>
                <a:lnTo>
                  <a:pt x="772619" y="95027"/>
                </a:lnTo>
                <a:close/>
                <a:moveTo>
                  <a:pt x="833590" y="94139"/>
                </a:moveTo>
                <a:lnTo>
                  <a:pt x="834090" y="94139"/>
                </a:lnTo>
                <a:lnTo>
                  <a:pt x="834090" y="95027"/>
                </a:lnTo>
                <a:lnTo>
                  <a:pt x="833590" y="95027"/>
                </a:lnTo>
                <a:close/>
                <a:moveTo>
                  <a:pt x="903057" y="94139"/>
                </a:moveTo>
                <a:lnTo>
                  <a:pt x="915551" y="94139"/>
                </a:lnTo>
                <a:lnTo>
                  <a:pt x="915551" y="95027"/>
                </a:lnTo>
                <a:lnTo>
                  <a:pt x="903057" y="95027"/>
                </a:lnTo>
                <a:close/>
                <a:moveTo>
                  <a:pt x="770620" y="94139"/>
                </a:moveTo>
                <a:lnTo>
                  <a:pt x="771120" y="94139"/>
                </a:lnTo>
                <a:lnTo>
                  <a:pt x="771120" y="95027"/>
                </a:lnTo>
                <a:lnTo>
                  <a:pt x="770620" y="95027"/>
                </a:lnTo>
                <a:close/>
                <a:moveTo>
                  <a:pt x="916050" y="93250"/>
                </a:moveTo>
                <a:lnTo>
                  <a:pt x="916550" y="93250"/>
                </a:lnTo>
                <a:lnTo>
                  <a:pt x="916550" y="95027"/>
                </a:lnTo>
                <a:lnTo>
                  <a:pt x="916050" y="95027"/>
                </a:lnTo>
                <a:close/>
                <a:moveTo>
                  <a:pt x="955032" y="94139"/>
                </a:moveTo>
                <a:lnTo>
                  <a:pt x="960029" y="94139"/>
                </a:lnTo>
                <a:lnTo>
                  <a:pt x="960029" y="95027"/>
                </a:lnTo>
                <a:lnTo>
                  <a:pt x="955032" y="95027"/>
                </a:lnTo>
                <a:close/>
                <a:moveTo>
                  <a:pt x="933542" y="94139"/>
                </a:moveTo>
                <a:lnTo>
                  <a:pt x="934042" y="94139"/>
                </a:lnTo>
                <a:lnTo>
                  <a:pt x="934042" y="95027"/>
                </a:lnTo>
                <a:lnTo>
                  <a:pt x="933542" y="95027"/>
                </a:lnTo>
                <a:close/>
                <a:moveTo>
                  <a:pt x="739635" y="92362"/>
                </a:moveTo>
                <a:lnTo>
                  <a:pt x="740135" y="92362"/>
                </a:lnTo>
                <a:lnTo>
                  <a:pt x="740135" y="95027"/>
                </a:lnTo>
                <a:lnTo>
                  <a:pt x="739635" y="95027"/>
                </a:lnTo>
                <a:close/>
                <a:moveTo>
                  <a:pt x="740634" y="94139"/>
                </a:moveTo>
                <a:lnTo>
                  <a:pt x="741134" y="94139"/>
                </a:lnTo>
                <a:lnTo>
                  <a:pt x="741134" y="95027"/>
                </a:lnTo>
                <a:lnTo>
                  <a:pt x="740634" y="95027"/>
                </a:lnTo>
                <a:close/>
                <a:moveTo>
                  <a:pt x="919549" y="94139"/>
                </a:moveTo>
                <a:lnTo>
                  <a:pt x="924546" y="94139"/>
                </a:lnTo>
                <a:lnTo>
                  <a:pt x="924546" y="95027"/>
                </a:lnTo>
                <a:lnTo>
                  <a:pt x="919549" y="95027"/>
                </a:lnTo>
                <a:close/>
                <a:moveTo>
                  <a:pt x="954032" y="94139"/>
                </a:moveTo>
                <a:lnTo>
                  <a:pt x="954532" y="94139"/>
                </a:lnTo>
                <a:lnTo>
                  <a:pt x="954532" y="95027"/>
                </a:lnTo>
                <a:lnTo>
                  <a:pt x="954032" y="95027"/>
                </a:lnTo>
                <a:close/>
                <a:moveTo>
                  <a:pt x="954532" y="95027"/>
                </a:moveTo>
                <a:lnTo>
                  <a:pt x="959529" y="95027"/>
                </a:lnTo>
                <a:lnTo>
                  <a:pt x="959529" y="95915"/>
                </a:lnTo>
                <a:lnTo>
                  <a:pt x="954532" y="95915"/>
                </a:lnTo>
                <a:close/>
                <a:moveTo>
                  <a:pt x="895560" y="93250"/>
                </a:moveTo>
                <a:lnTo>
                  <a:pt x="899558" y="93250"/>
                </a:lnTo>
                <a:lnTo>
                  <a:pt x="899558" y="95915"/>
                </a:lnTo>
                <a:lnTo>
                  <a:pt x="895560" y="95915"/>
                </a:lnTo>
                <a:close/>
                <a:moveTo>
                  <a:pt x="759625" y="95027"/>
                </a:moveTo>
                <a:lnTo>
                  <a:pt x="760125" y="95027"/>
                </a:lnTo>
                <a:lnTo>
                  <a:pt x="760125" y="95915"/>
                </a:lnTo>
                <a:lnTo>
                  <a:pt x="759625" y="95915"/>
                </a:lnTo>
                <a:close/>
                <a:moveTo>
                  <a:pt x="960029" y="95027"/>
                </a:moveTo>
                <a:lnTo>
                  <a:pt x="961029" y="95027"/>
                </a:lnTo>
                <a:lnTo>
                  <a:pt x="961029" y="95915"/>
                </a:lnTo>
                <a:lnTo>
                  <a:pt x="960029" y="95915"/>
                </a:lnTo>
                <a:close/>
                <a:moveTo>
                  <a:pt x="932043" y="95027"/>
                </a:moveTo>
                <a:lnTo>
                  <a:pt x="932542" y="95027"/>
                </a:lnTo>
                <a:lnTo>
                  <a:pt x="932542" y="95915"/>
                </a:lnTo>
                <a:lnTo>
                  <a:pt x="932043" y="95915"/>
                </a:lnTo>
                <a:close/>
                <a:moveTo>
                  <a:pt x="933042" y="95027"/>
                </a:moveTo>
                <a:lnTo>
                  <a:pt x="933542" y="95027"/>
                </a:lnTo>
                <a:lnTo>
                  <a:pt x="933542" y="95915"/>
                </a:lnTo>
                <a:lnTo>
                  <a:pt x="933042" y="95915"/>
                </a:lnTo>
                <a:close/>
                <a:moveTo>
                  <a:pt x="947535" y="95027"/>
                </a:moveTo>
                <a:lnTo>
                  <a:pt x="951533" y="95027"/>
                </a:lnTo>
                <a:lnTo>
                  <a:pt x="951533" y="95915"/>
                </a:lnTo>
                <a:lnTo>
                  <a:pt x="947535" y="95915"/>
                </a:lnTo>
                <a:close/>
                <a:moveTo>
                  <a:pt x="903556" y="95027"/>
                </a:moveTo>
                <a:lnTo>
                  <a:pt x="917050" y="95027"/>
                </a:lnTo>
                <a:lnTo>
                  <a:pt x="917050" y="95915"/>
                </a:lnTo>
                <a:lnTo>
                  <a:pt x="903556" y="95915"/>
                </a:lnTo>
                <a:close/>
                <a:moveTo>
                  <a:pt x="867074" y="95027"/>
                </a:moveTo>
                <a:lnTo>
                  <a:pt x="867574" y="95027"/>
                </a:lnTo>
                <a:lnTo>
                  <a:pt x="867574" y="95915"/>
                </a:lnTo>
                <a:lnTo>
                  <a:pt x="867074" y="95915"/>
                </a:lnTo>
                <a:close/>
                <a:moveTo>
                  <a:pt x="944037" y="95027"/>
                </a:moveTo>
                <a:lnTo>
                  <a:pt x="944537" y="95027"/>
                </a:lnTo>
                <a:lnTo>
                  <a:pt x="944537" y="95915"/>
                </a:lnTo>
                <a:lnTo>
                  <a:pt x="944037" y="95915"/>
                </a:lnTo>
                <a:close/>
                <a:moveTo>
                  <a:pt x="919049" y="95027"/>
                </a:moveTo>
                <a:lnTo>
                  <a:pt x="923547" y="95027"/>
                </a:lnTo>
                <a:lnTo>
                  <a:pt x="923547" y="95915"/>
                </a:lnTo>
                <a:lnTo>
                  <a:pt x="919049" y="95915"/>
                </a:lnTo>
                <a:close/>
                <a:moveTo>
                  <a:pt x="900058" y="95027"/>
                </a:moveTo>
                <a:lnTo>
                  <a:pt x="902557" y="95027"/>
                </a:lnTo>
                <a:lnTo>
                  <a:pt x="902557" y="95915"/>
                </a:lnTo>
                <a:lnTo>
                  <a:pt x="900058" y="95915"/>
                </a:lnTo>
                <a:close/>
                <a:moveTo>
                  <a:pt x="963528" y="95027"/>
                </a:moveTo>
                <a:lnTo>
                  <a:pt x="968025" y="95027"/>
                </a:lnTo>
                <a:lnTo>
                  <a:pt x="968025" y="95915"/>
                </a:lnTo>
                <a:lnTo>
                  <a:pt x="963528" y="95915"/>
                </a:lnTo>
                <a:close/>
                <a:moveTo>
                  <a:pt x="953033" y="94139"/>
                </a:moveTo>
                <a:lnTo>
                  <a:pt x="953532" y="94139"/>
                </a:lnTo>
                <a:lnTo>
                  <a:pt x="953532" y="95915"/>
                </a:lnTo>
                <a:lnTo>
                  <a:pt x="953033" y="95915"/>
                </a:lnTo>
                <a:close/>
                <a:moveTo>
                  <a:pt x="929044" y="95027"/>
                </a:moveTo>
                <a:lnTo>
                  <a:pt x="931043" y="95027"/>
                </a:lnTo>
                <a:lnTo>
                  <a:pt x="931043" y="95915"/>
                </a:lnTo>
                <a:lnTo>
                  <a:pt x="929044" y="95915"/>
                </a:lnTo>
                <a:close/>
                <a:moveTo>
                  <a:pt x="961528" y="94139"/>
                </a:moveTo>
                <a:lnTo>
                  <a:pt x="963028" y="94139"/>
                </a:lnTo>
                <a:lnTo>
                  <a:pt x="963028" y="95915"/>
                </a:lnTo>
                <a:lnTo>
                  <a:pt x="961528" y="95915"/>
                </a:lnTo>
                <a:close/>
                <a:moveTo>
                  <a:pt x="960529" y="95915"/>
                </a:moveTo>
                <a:lnTo>
                  <a:pt x="961029" y="95915"/>
                </a:lnTo>
                <a:lnTo>
                  <a:pt x="961029" y="96803"/>
                </a:lnTo>
                <a:lnTo>
                  <a:pt x="960529" y="96803"/>
                </a:lnTo>
                <a:close/>
                <a:moveTo>
                  <a:pt x="925046" y="94139"/>
                </a:moveTo>
                <a:lnTo>
                  <a:pt x="925546" y="94139"/>
                </a:lnTo>
                <a:lnTo>
                  <a:pt x="925546" y="96803"/>
                </a:lnTo>
                <a:lnTo>
                  <a:pt x="925046" y="96803"/>
                </a:lnTo>
                <a:close/>
                <a:moveTo>
                  <a:pt x="933542" y="95915"/>
                </a:moveTo>
                <a:lnTo>
                  <a:pt x="934541" y="95915"/>
                </a:lnTo>
                <a:lnTo>
                  <a:pt x="934541" y="96803"/>
                </a:lnTo>
                <a:lnTo>
                  <a:pt x="933542" y="96803"/>
                </a:lnTo>
                <a:close/>
                <a:moveTo>
                  <a:pt x="939539" y="95027"/>
                </a:moveTo>
                <a:lnTo>
                  <a:pt x="943537" y="95027"/>
                </a:lnTo>
                <a:lnTo>
                  <a:pt x="943537" y="96803"/>
                </a:lnTo>
                <a:lnTo>
                  <a:pt x="939539" y="96803"/>
                </a:lnTo>
                <a:close/>
                <a:moveTo>
                  <a:pt x="867574" y="95915"/>
                </a:moveTo>
                <a:lnTo>
                  <a:pt x="868073" y="95915"/>
                </a:lnTo>
                <a:lnTo>
                  <a:pt x="868073" y="96803"/>
                </a:lnTo>
                <a:lnTo>
                  <a:pt x="867574" y="96803"/>
                </a:lnTo>
                <a:close/>
                <a:moveTo>
                  <a:pt x="947535" y="95915"/>
                </a:moveTo>
                <a:lnTo>
                  <a:pt x="954532" y="95915"/>
                </a:lnTo>
                <a:lnTo>
                  <a:pt x="954532" y="96803"/>
                </a:lnTo>
                <a:lnTo>
                  <a:pt x="947535" y="96803"/>
                </a:lnTo>
                <a:close/>
                <a:moveTo>
                  <a:pt x="903057" y="95915"/>
                </a:moveTo>
                <a:lnTo>
                  <a:pt x="915551" y="95915"/>
                </a:lnTo>
                <a:lnTo>
                  <a:pt x="915551" y="96803"/>
                </a:lnTo>
                <a:lnTo>
                  <a:pt x="903057" y="96803"/>
                </a:lnTo>
                <a:close/>
                <a:moveTo>
                  <a:pt x="961528" y="95915"/>
                </a:moveTo>
                <a:lnTo>
                  <a:pt x="968525" y="95915"/>
                </a:lnTo>
                <a:lnTo>
                  <a:pt x="968525" y="96803"/>
                </a:lnTo>
                <a:lnTo>
                  <a:pt x="961528" y="96803"/>
                </a:lnTo>
                <a:close/>
                <a:moveTo>
                  <a:pt x="955032" y="95915"/>
                </a:moveTo>
                <a:lnTo>
                  <a:pt x="960029" y="95915"/>
                </a:lnTo>
                <a:lnTo>
                  <a:pt x="960029" y="96803"/>
                </a:lnTo>
                <a:lnTo>
                  <a:pt x="955032" y="96803"/>
                </a:lnTo>
                <a:close/>
                <a:moveTo>
                  <a:pt x="932043" y="95915"/>
                </a:moveTo>
                <a:lnTo>
                  <a:pt x="933042" y="95915"/>
                </a:lnTo>
                <a:lnTo>
                  <a:pt x="933042" y="96803"/>
                </a:lnTo>
                <a:lnTo>
                  <a:pt x="932043" y="96803"/>
                </a:lnTo>
                <a:close/>
                <a:moveTo>
                  <a:pt x="895560" y="95915"/>
                </a:moveTo>
                <a:lnTo>
                  <a:pt x="900058" y="95915"/>
                </a:lnTo>
                <a:lnTo>
                  <a:pt x="900058" y="96803"/>
                </a:lnTo>
                <a:lnTo>
                  <a:pt x="895560" y="96803"/>
                </a:lnTo>
                <a:close/>
                <a:moveTo>
                  <a:pt x="919549" y="95915"/>
                </a:moveTo>
                <a:lnTo>
                  <a:pt x="924546" y="95915"/>
                </a:lnTo>
                <a:lnTo>
                  <a:pt x="924546" y="96803"/>
                </a:lnTo>
                <a:lnTo>
                  <a:pt x="919549" y="96803"/>
                </a:lnTo>
                <a:close/>
                <a:moveTo>
                  <a:pt x="928544" y="95915"/>
                </a:moveTo>
                <a:lnTo>
                  <a:pt x="931043" y="95915"/>
                </a:lnTo>
                <a:lnTo>
                  <a:pt x="931043" y="96803"/>
                </a:lnTo>
                <a:lnTo>
                  <a:pt x="928544" y="96803"/>
                </a:lnTo>
                <a:close/>
                <a:moveTo>
                  <a:pt x="901057" y="95915"/>
                </a:moveTo>
                <a:lnTo>
                  <a:pt x="902057" y="95915"/>
                </a:lnTo>
                <a:lnTo>
                  <a:pt x="902057" y="96803"/>
                </a:lnTo>
                <a:lnTo>
                  <a:pt x="901057" y="96803"/>
                </a:lnTo>
                <a:close/>
                <a:moveTo>
                  <a:pt x="938040" y="95027"/>
                </a:moveTo>
                <a:lnTo>
                  <a:pt x="939039" y="95027"/>
                </a:lnTo>
                <a:lnTo>
                  <a:pt x="939039" y="96803"/>
                </a:lnTo>
                <a:lnTo>
                  <a:pt x="938040" y="96803"/>
                </a:lnTo>
                <a:close/>
                <a:moveTo>
                  <a:pt x="924046" y="96803"/>
                </a:moveTo>
                <a:lnTo>
                  <a:pt x="925046" y="96803"/>
                </a:lnTo>
                <a:lnTo>
                  <a:pt x="925046" y="97691"/>
                </a:lnTo>
                <a:lnTo>
                  <a:pt x="924046" y="97691"/>
                </a:lnTo>
                <a:close/>
                <a:moveTo>
                  <a:pt x="919049" y="96803"/>
                </a:moveTo>
                <a:lnTo>
                  <a:pt x="919549" y="96803"/>
                </a:lnTo>
                <a:lnTo>
                  <a:pt x="919549" y="97691"/>
                </a:lnTo>
                <a:lnTo>
                  <a:pt x="919049" y="97691"/>
                </a:lnTo>
                <a:close/>
                <a:moveTo>
                  <a:pt x="963028" y="96803"/>
                </a:moveTo>
                <a:lnTo>
                  <a:pt x="967526" y="96803"/>
                </a:lnTo>
                <a:lnTo>
                  <a:pt x="967526" y="97691"/>
                </a:lnTo>
                <a:lnTo>
                  <a:pt x="963028" y="97691"/>
                </a:lnTo>
                <a:close/>
                <a:moveTo>
                  <a:pt x="952533" y="96803"/>
                </a:moveTo>
                <a:lnTo>
                  <a:pt x="953033" y="96803"/>
                </a:lnTo>
                <a:lnTo>
                  <a:pt x="953033" y="97691"/>
                </a:lnTo>
                <a:lnTo>
                  <a:pt x="952533" y="97691"/>
                </a:lnTo>
                <a:close/>
                <a:moveTo>
                  <a:pt x="954032" y="96803"/>
                </a:moveTo>
                <a:lnTo>
                  <a:pt x="955531" y="96803"/>
                </a:lnTo>
                <a:lnTo>
                  <a:pt x="955531" y="97691"/>
                </a:lnTo>
                <a:lnTo>
                  <a:pt x="954032" y="97691"/>
                </a:lnTo>
                <a:close/>
                <a:moveTo>
                  <a:pt x="929544" y="96803"/>
                </a:moveTo>
                <a:lnTo>
                  <a:pt x="932043" y="96803"/>
                </a:lnTo>
                <a:lnTo>
                  <a:pt x="932043" y="97691"/>
                </a:lnTo>
                <a:lnTo>
                  <a:pt x="929544" y="97691"/>
                </a:lnTo>
                <a:close/>
                <a:moveTo>
                  <a:pt x="959529" y="96803"/>
                </a:moveTo>
                <a:lnTo>
                  <a:pt x="960029" y="96803"/>
                </a:lnTo>
                <a:lnTo>
                  <a:pt x="960029" y="97691"/>
                </a:lnTo>
                <a:lnTo>
                  <a:pt x="959529" y="97691"/>
                </a:lnTo>
                <a:close/>
                <a:moveTo>
                  <a:pt x="758126" y="96803"/>
                </a:moveTo>
                <a:lnTo>
                  <a:pt x="758626" y="96803"/>
                </a:lnTo>
                <a:lnTo>
                  <a:pt x="758626" y="97691"/>
                </a:lnTo>
                <a:lnTo>
                  <a:pt x="758126" y="97691"/>
                </a:lnTo>
                <a:close/>
                <a:moveTo>
                  <a:pt x="944037" y="96803"/>
                </a:moveTo>
                <a:lnTo>
                  <a:pt x="944537" y="96803"/>
                </a:lnTo>
                <a:lnTo>
                  <a:pt x="944537" y="97691"/>
                </a:lnTo>
                <a:lnTo>
                  <a:pt x="944037" y="97691"/>
                </a:lnTo>
                <a:close/>
                <a:moveTo>
                  <a:pt x="836089" y="96803"/>
                </a:moveTo>
                <a:lnTo>
                  <a:pt x="836588" y="96803"/>
                </a:lnTo>
                <a:lnTo>
                  <a:pt x="836588" y="97691"/>
                </a:lnTo>
                <a:lnTo>
                  <a:pt x="836089" y="97691"/>
                </a:lnTo>
                <a:close/>
                <a:moveTo>
                  <a:pt x="895560" y="96803"/>
                </a:moveTo>
                <a:lnTo>
                  <a:pt x="901557" y="96803"/>
                </a:lnTo>
                <a:lnTo>
                  <a:pt x="901557" y="97691"/>
                </a:lnTo>
                <a:lnTo>
                  <a:pt x="895560" y="97691"/>
                </a:lnTo>
                <a:close/>
                <a:moveTo>
                  <a:pt x="947535" y="96803"/>
                </a:moveTo>
                <a:lnTo>
                  <a:pt x="952033" y="96803"/>
                </a:lnTo>
                <a:lnTo>
                  <a:pt x="952033" y="97691"/>
                </a:lnTo>
                <a:lnTo>
                  <a:pt x="947535" y="97691"/>
                </a:lnTo>
                <a:close/>
                <a:moveTo>
                  <a:pt x="969025" y="95915"/>
                </a:moveTo>
                <a:lnTo>
                  <a:pt x="969525" y="95915"/>
                </a:lnTo>
                <a:lnTo>
                  <a:pt x="969525" y="97691"/>
                </a:lnTo>
                <a:lnTo>
                  <a:pt x="969025" y="97691"/>
                </a:lnTo>
                <a:close/>
                <a:moveTo>
                  <a:pt x="961029" y="96803"/>
                </a:moveTo>
                <a:lnTo>
                  <a:pt x="961528" y="96803"/>
                </a:lnTo>
                <a:lnTo>
                  <a:pt x="961528" y="97691"/>
                </a:lnTo>
                <a:lnTo>
                  <a:pt x="961029" y="97691"/>
                </a:lnTo>
                <a:close/>
                <a:moveTo>
                  <a:pt x="816598" y="96803"/>
                </a:moveTo>
                <a:lnTo>
                  <a:pt x="817098" y="96803"/>
                </a:lnTo>
                <a:lnTo>
                  <a:pt x="817098" y="97691"/>
                </a:lnTo>
                <a:lnTo>
                  <a:pt x="816598" y="97691"/>
                </a:lnTo>
                <a:close/>
                <a:moveTo>
                  <a:pt x="932542" y="96803"/>
                </a:moveTo>
                <a:lnTo>
                  <a:pt x="934042" y="96803"/>
                </a:lnTo>
                <a:lnTo>
                  <a:pt x="934042" y="97691"/>
                </a:lnTo>
                <a:lnTo>
                  <a:pt x="932542" y="97691"/>
                </a:lnTo>
                <a:close/>
                <a:moveTo>
                  <a:pt x="916550" y="95915"/>
                </a:moveTo>
                <a:lnTo>
                  <a:pt x="917050" y="95915"/>
                </a:lnTo>
                <a:lnTo>
                  <a:pt x="917050" y="97691"/>
                </a:lnTo>
                <a:lnTo>
                  <a:pt x="916550" y="97691"/>
                </a:lnTo>
                <a:close/>
                <a:moveTo>
                  <a:pt x="902057" y="96803"/>
                </a:moveTo>
                <a:lnTo>
                  <a:pt x="903556" y="96803"/>
                </a:lnTo>
                <a:lnTo>
                  <a:pt x="903556" y="97691"/>
                </a:lnTo>
                <a:lnTo>
                  <a:pt x="902057" y="97691"/>
                </a:lnTo>
                <a:close/>
                <a:moveTo>
                  <a:pt x="938040" y="96803"/>
                </a:moveTo>
                <a:lnTo>
                  <a:pt x="943537" y="96803"/>
                </a:lnTo>
                <a:lnTo>
                  <a:pt x="943537" y="97691"/>
                </a:lnTo>
                <a:lnTo>
                  <a:pt x="938040" y="97691"/>
                </a:lnTo>
                <a:close/>
                <a:moveTo>
                  <a:pt x="895560" y="97691"/>
                </a:moveTo>
                <a:lnTo>
                  <a:pt x="900558" y="97691"/>
                </a:lnTo>
                <a:lnTo>
                  <a:pt x="900558" y="98579"/>
                </a:lnTo>
                <a:lnTo>
                  <a:pt x="895560" y="98579"/>
                </a:lnTo>
                <a:close/>
                <a:moveTo>
                  <a:pt x="939039" y="97691"/>
                </a:moveTo>
                <a:lnTo>
                  <a:pt x="944537" y="97691"/>
                </a:lnTo>
                <a:lnTo>
                  <a:pt x="944537" y="98579"/>
                </a:lnTo>
                <a:lnTo>
                  <a:pt x="939039" y="98579"/>
                </a:lnTo>
                <a:close/>
                <a:moveTo>
                  <a:pt x="962028" y="97691"/>
                </a:moveTo>
                <a:lnTo>
                  <a:pt x="969525" y="97691"/>
                </a:lnTo>
                <a:lnTo>
                  <a:pt x="969525" y="98579"/>
                </a:lnTo>
                <a:lnTo>
                  <a:pt x="962028" y="98579"/>
                </a:lnTo>
                <a:close/>
                <a:moveTo>
                  <a:pt x="934541" y="97691"/>
                </a:moveTo>
                <a:lnTo>
                  <a:pt x="935041" y="97691"/>
                </a:lnTo>
                <a:lnTo>
                  <a:pt x="935041" y="98579"/>
                </a:lnTo>
                <a:lnTo>
                  <a:pt x="934541" y="98579"/>
                </a:lnTo>
                <a:close/>
                <a:moveTo>
                  <a:pt x="929544" y="97691"/>
                </a:moveTo>
                <a:lnTo>
                  <a:pt x="931543" y="97691"/>
                </a:lnTo>
                <a:lnTo>
                  <a:pt x="931543" y="98579"/>
                </a:lnTo>
                <a:lnTo>
                  <a:pt x="929544" y="98579"/>
                </a:lnTo>
                <a:close/>
                <a:moveTo>
                  <a:pt x="901557" y="97691"/>
                </a:moveTo>
                <a:lnTo>
                  <a:pt x="902057" y="97691"/>
                </a:lnTo>
                <a:lnTo>
                  <a:pt x="902057" y="98579"/>
                </a:lnTo>
                <a:lnTo>
                  <a:pt x="901557" y="98579"/>
                </a:lnTo>
                <a:close/>
                <a:moveTo>
                  <a:pt x="952533" y="97691"/>
                </a:moveTo>
                <a:lnTo>
                  <a:pt x="953532" y="97691"/>
                </a:lnTo>
                <a:lnTo>
                  <a:pt x="953532" y="98579"/>
                </a:lnTo>
                <a:lnTo>
                  <a:pt x="952533" y="98579"/>
                </a:lnTo>
                <a:close/>
                <a:moveTo>
                  <a:pt x="932043" y="97691"/>
                </a:moveTo>
                <a:lnTo>
                  <a:pt x="932542" y="97691"/>
                </a:lnTo>
                <a:lnTo>
                  <a:pt x="932542" y="98579"/>
                </a:lnTo>
                <a:lnTo>
                  <a:pt x="932043" y="98579"/>
                </a:lnTo>
                <a:close/>
                <a:moveTo>
                  <a:pt x="928544" y="96803"/>
                </a:moveTo>
                <a:lnTo>
                  <a:pt x="929044" y="96803"/>
                </a:lnTo>
                <a:lnTo>
                  <a:pt x="929044" y="98579"/>
                </a:lnTo>
                <a:lnTo>
                  <a:pt x="928544" y="98579"/>
                </a:lnTo>
                <a:close/>
                <a:moveTo>
                  <a:pt x="947535" y="97691"/>
                </a:moveTo>
                <a:lnTo>
                  <a:pt x="951533" y="97691"/>
                </a:lnTo>
                <a:lnTo>
                  <a:pt x="951533" y="98579"/>
                </a:lnTo>
                <a:lnTo>
                  <a:pt x="947535" y="98579"/>
                </a:lnTo>
                <a:close/>
                <a:moveTo>
                  <a:pt x="746632" y="97691"/>
                </a:moveTo>
                <a:lnTo>
                  <a:pt x="747131" y="97691"/>
                </a:lnTo>
                <a:lnTo>
                  <a:pt x="747131" y="98579"/>
                </a:lnTo>
                <a:lnTo>
                  <a:pt x="746632" y="98579"/>
                </a:lnTo>
                <a:close/>
                <a:moveTo>
                  <a:pt x="938040" y="98579"/>
                </a:moveTo>
                <a:lnTo>
                  <a:pt x="938540" y="98579"/>
                </a:lnTo>
                <a:lnTo>
                  <a:pt x="938540" y="99467"/>
                </a:lnTo>
                <a:lnTo>
                  <a:pt x="938040" y="99467"/>
                </a:lnTo>
                <a:close/>
                <a:moveTo>
                  <a:pt x="969525" y="98579"/>
                </a:moveTo>
                <a:lnTo>
                  <a:pt x="970024" y="98579"/>
                </a:lnTo>
                <a:lnTo>
                  <a:pt x="970024" y="99467"/>
                </a:lnTo>
                <a:lnTo>
                  <a:pt x="969525" y="99467"/>
                </a:lnTo>
                <a:close/>
                <a:moveTo>
                  <a:pt x="944037" y="98579"/>
                </a:moveTo>
                <a:lnTo>
                  <a:pt x="944537" y="98579"/>
                </a:lnTo>
                <a:lnTo>
                  <a:pt x="944537" y="99467"/>
                </a:lnTo>
                <a:lnTo>
                  <a:pt x="944037" y="99467"/>
                </a:lnTo>
                <a:close/>
                <a:moveTo>
                  <a:pt x="900058" y="98579"/>
                </a:moveTo>
                <a:lnTo>
                  <a:pt x="901057" y="98579"/>
                </a:lnTo>
                <a:lnTo>
                  <a:pt x="901057" y="99467"/>
                </a:lnTo>
                <a:lnTo>
                  <a:pt x="900058" y="99467"/>
                </a:lnTo>
                <a:close/>
                <a:moveTo>
                  <a:pt x="931043" y="98579"/>
                </a:moveTo>
                <a:lnTo>
                  <a:pt x="932043" y="98579"/>
                </a:lnTo>
                <a:lnTo>
                  <a:pt x="932043" y="99467"/>
                </a:lnTo>
                <a:lnTo>
                  <a:pt x="931043" y="99467"/>
                </a:lnTo>
                <a:close/>
                <a:moveTo>
                  <a:pt x="947535" y="98579"/>
                </a:moveTo>
                <a:lnTo>
                  <a:pt x="953532" y="98579"/>
                </a:lnTo>
                <a:lnTo>
                  <a:pt x="953532" y="99467"/>
                </a:lnTo>
                <a:lnTo>
                  <a:pt x="947535" y="99467"/>
                </a:lnTo>
                <a:close/>
                <a:moveTo>
                  <a:pt x="934541" y="98579"/>
                </a:moveTo>
                <a:lnTo>
                  <a:pt x="936041" y="98579"/>
                </a:lnTo>
                <a:lnTo>
                  <a:pt x="936041" y="99467"/>
                </a:lnTo>
                <a:lnTo>
                  <a:pt x="934541" y="99467"/>
                </a:lnTo>
                <a:close/>
                <a:moveTo>
                  <a:pt x="939039" y="98579"/>
                </a:moveTo>
                <a:lnTo>
                  <a:pt x="943537" y="98579"/>
                </a:lnTo>
                <a:lnTo>
                  <a:pt x="943537" y="99467"/>
                </a:lnTo>
                <a:lnTo>
                  <a:pt x="939039" y="99467"/>
                </a:lnTo>
                <a:close/>
                <a:moveTo>
                  <a:pt x="933042" y="98579"/>
                </a:moveTo>
                <a:lnTo>
                  <a:pt x="934042" y="98579"/>
                </a:lnTo>
                <a:lnTo>
                  <a:pt x="934042" y="99467"/>
                </a:lnTo>
                <a:lnTo>
                  <a:pt x="933042" y="99467"/>
                </a:lnTo>
                <a:close/>
                <a:moveTo>
                  <a:pt x="963028" y="98579"/>
                </a:moveTo>
                <a:lnTo>
                  <a:pt x="967526" y="98579"/>
                </a:lnTo>
                <a:lnTo>
                  <a:pt x="967526" y="99467"/>
                </a:lnTo>
                <a:lnTo>
                  <a:pt x="963028" y="99467"/>
                </a:lnTo>
                <a:close/>
                <a:moveTo>
                  <a:pt x="895560" y="98579"/>
                </a:moveTo>
                <a:lnTo>
                  <a:pt x="899558" y="98579"/>
                </a:lnTo>
                <a:lnTo>
                  <a:pt x="899558" y="99467"/>
                </a:lnTo>
                <a:lnTo>
                  <a:pt x="895560" y="99467"/>
                </a:lnTo>
                <a:close/>
                <a:moveTo>
                  <a:pt x="929044" y="98579"/>
                </a:moveTo>
                <a:lnTo>
                  <a:pt x="930543" y="98579"/>
                </a:lnTo>
                <a:lnTo>
                  <a:pt x="930543" y="99467"/>
                </a:lnTo>
                <a:lnTo>
                  <a:pt x="929044" y="99467"/>
                </a:lnTo>
                <a:close/>
                <a:moveTo>
                  <a:pt x="968025" y="98579"/>
                </a:moveTo>
                <a:lnTo>
                  <a:pt x="968525" y="98579"/>
                </a:lnTo>
                <a:lnTo>
                  <a:pt x="968525" y="99467"/>
                </a:lnTo>
                <a:lnTo>
                  <a:pt x="968025" y="99467"/>
                </a:lnTo>
                <a:close/>
                <a:moveTo>
                  <a:pt x="963028" y="99467"/>
                </a:moveTo>
                <a:lnTo>
                  <a:pt x="963528" y="99467"/>
                </a:lnTo>
                <a:lnTo>
                  <a:pt x="963528" y="100355"/>
                </a:lnTo>
                <a:lnTo>
                  <a:pt x="963028" y="100355"/>
                </a:lnTo>
                <a:close/>
                <a:moveTo>
                  <a:pt x="931543" y="99467"/>
                </a:moveTo>
                <a:lnTo>
                  <a:pt x="936540" y="99467"/>
                </a:lnTo>
                <a:lnTo>
                  <a:pt x="936540" y="100355"/>
                </a:lnTo>
                <a:lnTo>
                  <a:pt x="931543" y="100355"/>
                </a:lnTo>
                <a:close/>
                <a:moveTo>
                  <a:pt x="938540" y="99467"/>
                </a:moveTo>
                <a:lnTo>
                  <a:pt x="944537" y="99467"/>
                </a:lnTo>
                <a:lnTo>
                  <a:pt x="944537" y="100355"/>
                </a:lnTo>
                <a:lnTo>
                  <a:pt x="938540" y="100355"/>
                </a:lnTo>
                <a:close/>
                <a:moveTo>
                  <a:pt x="762624" y="99467"/>
                </a:moveTo>
                <a:lnTo>
                  <a:pt x="763124" y="99467"/>
                </a:lnTo>
                <a:lnTo>
                  <a:pt x="763124" y="100355"/>
                </a:lnTo>
                <a:lnTo>
                  <a:pt x="762624" y="100355"/>
                </a:lnTo>
                <a:close/>
                <a:moveTo>
                  <a:pt x="966526" y="99467"/>
                </a:moveTo>
                <a:lnTo>
                  <a:pt x="969525" y="99467"/>
                </a:lnTo>
                <a:lnTo>
                  <a:pt x="969525" y="100355"/>
                </a:lnTo>
                <a:lnTo>
                  <a:pt x="966526" y="100355"/>
                </a:lnTo>
                <a:close/>
                <a:moveTo>
                  <a:pt x="929544" y="99467"/>
                </a:moveTo>
                <a:lnTo>
                  <a:pt x="931043" y="99467"/>
                </a:lnTo>
                <a:lnTo>
                  <a:pt x="931043" y="100355"/>
                </a:lnTo>
                <a:lnTo>
                  <a:pt x="929544" y="100355"/>
                </a:lnTo>
                <a:close/>
                <a:moveTo>
                  <a:pt x="964527" y="99467"/>
                </a:moveTo>
                <a:lnTo>
                  <a:pt x="966026" y="99467"/>
                </a:lnTo>
                <a:lnTo>
                  <a:pt x="966026" y="100355"/>
                </a:lnTo>
                <a:lnTo>
                  <a:pt x="964527" y="100355"/>
                </a:lnTo>
                <a:close/>
                <a:moveTo>
                  <a:pt x="928544" y="99467"/>
                </a:moveTo>
                <a:lnTo>
                  <a:pt x="929044" y="99467"/>
                </a:lnTo>
                <a:lnTo>
                  <a:pt x="929044" y="100355"/>
                </a:lnTo>
                <a:lnTo>
                  <a:pt x="928544" y="100355"/>
                </a:lnTo>
                <a:close/>
                <a:moveTo>
                  <a:pt x="931043" y="100355"/>
                </a:moveTo>
                <a:lnTo>
                  <a:pt x="935541" y="100355"/>
                </a:lnTo>
                <a:lnTo>
                  <a:pt x="935541" y="101243"/>
                </a:lnTo>
                <a:lnTo>
                  <a:pt x="931043" y="101243"/>
                </a:lnTo>
                <a:close/>
                <a:moveTo>
                  <a:pt x="937040" y="100355"/>
                </a:moveTo>
                <a:lnTo>
                  <a:pt x="937540" y="100355"/>
                </a:lnTo>
                <a:lnTo>
                  <a:pt x="937540" y="101243"/>
                </a:lnTo>
                <a:lnTo>
                  <a:pt x="937040" y="101243"/>
                </a:lnTo>
                <a:close/>
                <a:moveTo>
                  <a:pt x="939539" y="100355"/>
                </a:moveTo>
                <a:lnTo>
                  <a:pt x="944537" y="100355"/>
                </a:lnTo>
                <a:lnTo>
                  <a:pt x="944537" y="101243"/>
                </a:lnTo>
                <a:lnTo>
                  <a:pt x="939539" y="101243"/>
                </a:lnTo>
                <a:close/>
                <a:moveTo>
                  <a:pt x="963528" y="100355"/>
                </a:moveTo>
                <a:lnTo>
                  <a:pt x="965027" y="100355"/>
                </a:lnTo>
                <a:lnTo>
                  <a:pt x="965027" y="101243"/>
                </a:lnTo>
                <a:lnTo>
                  <a:pt x="963528" y="101243"/>
                </a:lnTo>
                <a:close/>
                <a:moveTo>
                  <a:pt x="969025" y="100355"/>
                </a:moveTo>
                <a:lnTo>
                  <a:pt x="970024" y="100355"/>
                </a:lnTo>
                <a:lnTo>
                  <a:pt x="970024" y="101243"/>
                </a:lnTo>
                <a:lnTo>
                  <a:pt x="969025" y="101243"/>
                </a:lnTo>
                <a:close/>
                <a:moveTo>
                  <a:pt x="929044" y="100355"/>
                </a:moveTo>
                <a:lnTo>
                  <a:pt x="929544" y="100355"/>
                </a:lnTo>
                <a:lnTo>
                  <a:pt x="929544" y="101243"/>
                </a:lnTo>
                <a:lnTo>
                  <a:pt x="929044" y="101243"/>
                </a:lnTo>
                <a:close/>
                <a:moveTo>
                  <a:pt x="965527" y="100355"/>
                </a:moveTo>
                <a:lnTo>
                  <a:pt x="966026" y="100355"/>
                </a:lnTo>
                <a:lnTo>
                  <a:pt x="966026" y="101243"/>
                </a:lnTo>
                <a:lnTo>
                  <a:pt x="965527" y="101243"/>
                </a:lnTo>
                <a:close/>
                <a:moveTo>
                  <a:pt x="840087" y="100355"/>
                </a:moveTo>
                <a:lnTo>
                  <a:pt x="840587" y="100355"/>
                </a:lnTo>
                <a:lnTo>
                  <a:pt x="840587" y="101243"/>
                </a:lnTo>
                <a:lnTo>
                  <a:pt x="840087" y="101243"/>
                </a:lnTo>
                <a:close/>
                <a:moveTo>
                  <a:pt x="938040" y="100355"/>
                </a:moveTo>
                <a:lnTo>
                  <a:pt x="939039" y="100355"/>
                </a:lnTo>
                <a:lnTo>
                  <a:pt x="939039" y="101243"/>
                </a:lnTo>
                <a:lnTo>
                  <a:pt x="938040" y="101243"/>
                </a:lnTo>
                <a:close/>
                <a:moveTo>
                  <a:pt x="966526" y="100355"/>
                </a:moveTo>
                <a:lnTo>
                  <a:pt x="967526" y="100355"/>
                </a:lnTo>
                <a:lnTo>
                  <a:pt x="967526" y="101243"/>
                </a:lnTo>
                <a:lnTo>
                  <a:pt x="966526" y="101243"/>
                </a:lnTo>
                <a:close/>
                <a:moveTo>
                  <a:pt x="936041" y="100355"/>
                </a:moveTo>
                <a:lnTo>
                  <a:pt x="936540" y="100355"/>
                </a:lnTo>
                <a:lnTo>
                  <a:pt x="936540" y="101243"/>
                </a:lnTo>
                <a:lnTo>
                  <a:pt x="936041" y="101243"/>
                </a:lnTo>
                <a:close/>
                <a:moveTo>
                  <a:pt x="938540" y="101243"/>
                </a:moveTo>
                <a:lnTo>
                  <a:pt x="944537" y="101243"/>
                </a:lnTo>
                <a:lnTo>
                  <a:pt x="944537" y="102131"/>
                </a:lnTo>
                <a:lnTo>
                  <a:pt x="938540" y="102131"/>
                </a:lnTo>
                <a:close/>
                <a:moveTo>
                  <a:pt x="936540" y="101243"/>
                </a:moveTo>
                <a:lnTo>
                  <a:pt x="938040" y="101243"/>
                </a:lnTo>
                <a:lnTo>
                  <a:pt x="938040" y="102131"/>
                </a:lnTo>
                <a:lnTo>
                  <a:pt x="936540" y="102131"/>
                </a:lnTo>
                <a:close/>
                <a:moveTo>
                  <a:pt x="965027" y="101243"/>
                </a:moveTo>
                <a:lnTo>
                  <a:pt x="965527" y="101243"/>
                </a:lnTo>
                <a:lnTo>
                  <a:pt x="965527" y="102131"/>
                </a:lnTo>
                <a:lnTo>
                  <a:pt x="965027" y="102131"/>
                </a:lnTo>
                <a:close/>
                <a:moveTo>
                  <a:pt x="969525" y="101243"/>
                </a:moveTo>
                <a:lnTo>
                  <a:pt x="970024" y="101243"/>
                </a:lnTo>
                <a:lnTo>
                  <a:pt x="970024" y="102131"/>
                </a:lnTo>
                <a:lnTo>
                  <a:pt x="969525" y="102131"/>
                </a:lnTo>
                <a:close/>
                <a:moveTo>
                  <a:pt x="930543" y="101243"/>
                </a:moveTo>
                <a:lnTo>
                  <a:pt x="936041" y="101243"/>
                </a:lnTo>
                <a:lnTo>
                  <a:pt x="936041" y="102131"/>
                </a:lnTo>
                <a:lnTo>
                  <a:pt x="930543" y="102131"/>
                </a:lnTo>
                <a:close/>
                <a:moveTo>
                  <a:pt x="929544" y="101243"/>
                </a:moveTo>
                <a:lnTo>
                  <a:pt x="930044" y="101243"/>
                </a:lnTo>
                <a:lnTo>
                  <a:pt x="930044" y="102131"/>
                </a:lnTo>
                <a:lnTo>
                  <a:pt x="929544" y="102131"/>
                </a:lnTo>
                <a:close/>
                <a:moveTo>
                  <a:pt x="966026" y="101243"/>
                </a:moveTo>
                <a:lnTo>
                  <a:pt x="968025" y="101243"/>
                </a:lnTo>
                <a:lnTo>
                  <a:pt x="968025" y="102131"/>
                </a:lnTo>
                <a:lnTo>
                  <a:pt x="966026" y="102131"/>
                </a:lnTo>
                <a:close/>
                <a:moveTo>
                  <a:pt x="967026" y="102131"/>
                </a:moveTo>
                <a:lnTo>
                  <a:pt x="969025" y="102131"/>
                </a:lnTo>
                <a:lnTo>
                  <a:pt x="969025" y="103020"/>
                </a:lnTo>
                <a:lnTo>
                  <a:pt x="967026" y="103020"/>
                </a:lnTo>
                <a:close/>
                <a:moveTo>
                  <a:pt x="939539" y="102131"/>
                </a:moveTo>
                <a:lnTo>
                  <a:pt x="944537" y="102131"/>
                </a:lnTo>
                <a:lnTo>
                  <a:pt x="944537" y="103020"/>
                </a:lnTo>
                <a:lnTo>
                  <a:pt x="939539" y="103020"/>
                </a:lnTo>
                <a:close/>
                <a:moveTo>
                  <a:pt x="964527" y="102131"/>
                </a:moveTo>
                <a:lnTo>
                  <a:pt x="965527" y="102131"/>
                </a:lnTo>
                <a:lnTo>
                  <a:pt x="965527" y="103020"/>
                </a:lnTo>
                <a:lnTo>
                  <a:pt x="964527" y="103020"/>
                </a:lnTo>
                <a:close/>
                <a:moveTo>
                  <a:pt x="937540" y="102131"/>
                </a:moveTo>
                <a:lnTo>
                  <a:pt x="938040" y="102131"/>
                </a:lnTo>
                <a:lnTo>
                  <a:pt x="938040" y="103020"/>
                </a:lnTo>
                <a:lnTo>
                  <a:pt x="937540" y="103020"/>
                </a:lnTo>
                <a:close/>
                <a:moveTo>
                  <a:pt x="938540" y="102131"/>
                </a:moveTo>
                <a:lnTo>
                  <a:pt x="939039" y="102131"/>
                </a:lnTo>
                <a:lnTo>
                  <a:pt x="939039" y="103020"/>
                </a:lnTo>
                <a:lnTo>
                  <a:pt x="938540" y="103020"/>
                </a:lnTo>
                <a:close/>
                <a:moveTo>
                  <a:pt x="966026" y="102131"/>
                </a:moveTo>
                <a:lnTo>
                  <a:pt x="966526" y="102131"/>
                </a:lnTo>
                <a:lnTo>
                  <a:pt x="966526" y="103020"/>
                </a:lnTo>
                <a:lnTo>
                  <a:pt x="966026" y="103020"/>
                </a:lnTo>
                <a:close/>
                <a:moveTo>
                  <a:pt x="936041" y="102131"/>
                </a:moveTo>
                <a:lnTo>
                  <a:pt x="937040" y="102131"/>
                </a:lnTo>
                <a:lnTo>
                  <a:pt x="937040" y="103020"/>
                </a:lnTo>
                <a:lnTo>
                  <a:pt x="936041" y="103020"/>
                </a:lnTo>
                <a:close/>
                <a:moveTo>
                  <a:pt x="931543" y="102131"/>
                </a:moveTo>
                <a:lnTo>
                  <a:pt x="935541" y="102131"/>
                </a:lnTo>
                <a:lnTo>
                  <a:pt x="935541" y="103020"/>
                </a:lnTo>
                <a:lnTo>
                  <a:pt x="931543" y="103020"/>
                </a:lnTo>
                <a:close/>
                <a:moveTo>
                  <a:pt x="930044" y="102131"/>
                </a:moveTo>
                <a:lnTo>
                  <a:pt x="930543" y="102131"/>
                </a:lnTo>
                <a:lnTo>
                  <a:pt x="930543" y="103020"/>
                </a:lnTo>
                <a:lnTo>
                  <a:pt x="930044" y="103020"/>
                </a:lnTo>
                <a:close/>
                <a:moveTo>
                  <a:pt x="938040" y="103020"/>
                </a:moveTo>
                <a:lnTo>
                  <a:pt x="938540" y="103020"/>
                </a:lnTo>
                <a:lnTo>
                  <a:pt x="938540" y="103908"/>
                </a:lnTo>
                <a:lnTo>
                  <a:pt x="938040" y="103908"/>
                </a:lnTo>
                <a:close/>
                <a:moveTo>
                  <a:pt x="919049" y="103020"/>
                </a:moveTo>
                <a:lnTo>
                  <a:pt x="919549" y="103020"/>
                </a:lnTo>
                <a:lnTo>
                  <a:pt x="919549" y="103908"/>
                </a:lnTo>
                <a:lnTo>
                  <a:pt x="919049" y="103908"/>
                </a:lnTo>
                <a:close/>
                <a:moveTo>
                  <a:pt x="923547" y="103020"/>
                </a:moveTo>
                <a:lnTo>
                  <a:pt x="925546" y="103020"/>
                </a:lnTo>
                <a:lnTo>
                  <a:pt x="925546" y="103908"/>
                </a:lnTo>
                <a:lnTo>
                  <a:pt x="923547" y="103908"/>
                </a:lnTo>
                <a:close/>
                <a:moveTo>
                  <a:pt x="820596" y="103020"/>
                </a:moveTo>
                <a:lnTo>
                  <a:pt x="821096" y="103020"/>
                </a:lnTo>
                <a:lnTo>
                  <a:pt x="821096" y="103908"/>
                </a:lnTo>
                <a:lnTo>
                  <a:pt x="820596" y="103908"/>
                </a:lnTo>
                <a:close/>
                <a:moveTo>
                  <a:pt x="939039" y="103020"/>
                </a:moveTo>
                <a:lnTo>
                  <a:pt x="944537" y="103020"/>
                </a:lnTo>
                <a:lnTo>
                  <a:pt x="944537" y="103908"/>
                </a:lnTo>
                <a:lnTo>
                  <a:pt x="939039" y="103908"/>
                </a:lnTo>
                <a:close/>
                <a:moveTo>
                  <a:pt x="760625" y="103020"/>
                </a:moveTo>
                <a:lnTo>
                  <a:pt x="761125" y="103020"/>
                </a:lnTo>
                <a:lnTo>
                  <a:pt x="761125" y="103908"/>
                </a:lnTo>
                <a:lnTo>
                  <a:pt x="760625" y="103908"/>
                </a:lnTo>
                <a:close/>
                <a:moveTo>
                  <a:pt x="965527" y="103020"/>
                </a:moveTo>
                <a:lnTo>
                  <a:pt x="966526" y="103020"/>
                </a:lnTo>
                <a:lnTo>
                  <a:pt x="966526" y="103908"/>
                </a:lnTo>
                <a:lnTo>
                  <a:pt x="965527" y="103908"/>
                </a:lnTo>
                <a:close/>
                <a:moveTo>
                  <a:pt x="929544" y="103020"/>
                </a:moveTo>
                <a:lnTo>
                  <a:pt x="930044" y="103020"/>
                </a:lnTo>
                <a:lnTo>
                  <a:pt x="930044" y="103908"/>
                </a:lnTo>
                <a:lnTo>
                  <a:pt x="929544" y="103908"/>
                </a:lnTo>
                <a:close/>
                <a:moveTo>
                  <a:pt x="930543" y="103020"/>
                </a:moveTo>
                <a:lnTo>
                  <a:pt x="936041" y="103020"/>
                </a:lnTo>
                <a:lnTo>
                  <a:pt x="936041" y="103908"/>
                </a:lnTo>
                <a:lnTo>
                  <a:pt x="930543" y="103908"/>
                </a:lnTo>
                <a:close/>
                <a:moveTo>
                  <a:pt x="964027" y="103020"/>
                </a:moveTo>
                <a:lnTo>
                  <a:pt x="965027" y="103020"/>
                </a:lnTo>
                <a:lnTo>
                  <a:pt x="965027" y="103908"/>
                </a:lnTo>
                <a:lnTo>
                  <a:pt x="964027" y="103908"/>
                </a:lnTo>
                <a:close/>
                <a:moveTo>
                  <a:pt x="936540" y="103020"/>
                </a:moveTo>
                <a:lnTo>
                  <a:pt x="937040" y="103020"/>
                </a:lnTo>
                <a:lnTo>
                  <a:pt x="937040" y="103908"/>
                </a:lnTo>
                <a:lnTo>
                  <a:pt x="936540" y="103908"/>
                </a:lnTo>
                <a:close/>
                <a:moveTo>
                  <a:pt x="967026" y="103020"/>
                </a:moveTo>
                <a:lnTo>
                  <a:pt x="970524" y="103020"/>
                </a:lnTo>
                <a:lnTo>
                  <a:pt x="970524" y="103908"/>
                </a:lnTo>
                <a:lnTo>
                  <a:pt x="967026" y="103908"/>
                </a:lnTo>
                <a:close/>
                <a:moveTo>
                  <a:pt x="919549" y="103908"/>
                </a:moveTo>
                <a:lnTo>
                  <a:pt x="923547" y="103908"/>
                </a:lnTo>
                <a:lnTo>
                  <a:pt x="923547" y="104796"/>
                </a:lnTo>
                <a:lnTo>
                  <a:pt x="919549" y="104796"/>
                </a:lnTo>
                <a:close/>
                <a:moveTo>
                  <a:pt x="969025" y="103908"/>
                </a:moveTo>
                <a:lnTo>
                  <a:pt x="970024" y="103908"/>
                </a:lnTo>
                <a:lnTo>
                  <a:pt x="970024" y="104796"/>
                </a:lnTo>
                <a:lnTo>
                  <a:pt x="969025" y="104796"/>
                </a:lnTo>
                <a:close/>
                <a:moveTo>
                  <a:pt x="872571" y="103908"/>
                </a:moveTo>
                <a:lnTo>
                  <a:pt x="873071" y="103908"/>
                </a:lnTo>
                <a:lnTo>
                  <a:pt x="873071" y="104796"/>
                </a:lnTo>
                <a:lnTo>
                  <a:pt x="872571" y="104796"/>
                </a:lnTo>
                <a:close/>
                <a:moveTo>
                  <a:pt x="930543" y="103908"/>
                </a:moveTo>
                <a:lnTo>
                  <a:pt x="931043" y="103908"/>
                </a:lnTo>
                <a:lnTo>
                  <a:pt x="931043" y="104796"/>
                </a:lnTo>
                <a:lnTo>
                  <a:pt x="930543" y="104796"/>
                </a:lnTo>
                <a:close/>
                <a:moveTo>
                  <a:pt x="967026" y="103908"/>
                </a:moveTo>
                <a:lnTo>
                  <a:pt x="968025" y="103908"/>
                </a:lnTo>
                <a:lnTo>
                  <a:pt x="968025" y="104796"/>
                </a:lnTo>
                <a:lnTo>
                  <a:pt x="967026" y="104796"/>
                </a:lnTo>
                <a:close/>
                <a:moveTo>
                  <a:pt x="964027" y="103908"/>
                </a:moveTo>
                <a:lnTo>
                  <a:pt x="966526" y="103908"/>
                </a:lnTo>
                <a:lnTo>
                  <a:pt x="966526" y="104796"/>
                </a:lnTo>
                <a:lnTo>
                  <a:pt x="964027" y="104796"/>
                </a:lnTo>
                <a:close/>
                <a:moveTo>
                  <a:pt x="816098" y="103908"/>
                </a:moveTo>
                <a:lnTo>
                  <a:pt x="816598" y="103908"/>
                </a:lnTo>
                <a:lnTo>
                  <a:pt x="816598" y="104796"/>
                </a:lnTo>
                <a:lnTo>
                  <a:pt x="816098" y="104796"/>
                </a:lnTo>
                <a:close/>
                <a:moveTo>
                  <a:pt x="931543" y="103908"/>
                </a:moveTo>
                <a:lnTo>
                  <a:pt x="935541" y="103908"/>
                </a:lnTo>
                <a:lnTo>
                  <a:pt x="935541" y="104796"/>
                </a:lnTo>
                <a:lnTo>
                  <a:pt x="931543" y="104796"/>
                </a:lnTo>
                <a:close/>
                <a:moveTo>
                  <a:pt x="937040" y="103908"/>
                </a:moveTo>
                <a:lnTo>
                  <a:pt x="944537" y="103908"/>
                </a:lnTo>
                <a:lnTo>
                  <a:pt x="944537" y="104796"/>
                </a:lnTo>
                <a:lnTo>
                  <a:pt x="937040" y="104796"/>
                </a:lnTo>
                <a:close/>
                <a:moveTo>
                  <a:pt x="750130" y="103908"/>
                </a:moveTo>
                <a:lnTo>
                  <a:pt x="750630" y="103908"/>
                </a:lnTo>
                <a:lnTo>
                  <a:pt x="750630" y="104796"/>
                </a:lnTo>
                <a:lnTo>
                  <a:pt x="750130" y="104796"/>
                </a:lnTo>
                <a:close/>
                <a:moveTo>
                  <a:pt x="741634" y="104796"/>
                </a:moveTo>
                <a:lnTo>
                  <a:pt x="742134" y="104796"/>
                </a:lnTo>
                <a:lnTo>
                  <a:pt x="742134" y="105684"/>
                </a:lnTo>
                <a:lnTo>
                  <a:pt x="741634" y="105684"/>
                </a:lnTo>
                <a:close/>
                <a:moveTo>
                  <a:pt x="967026" y="104796"/>
                </a:moveTo>
                <a:lnTo>
                  <a:pt x="968525" y="104796"/>
                </a:lnTo>
                <a:lnTo>
                  <a:pt x="968525" y="105684"/>
                </a:lnTo>
                <a:lnTo>
                  <a:pt x="967026" y="105684"/>
                </a:lnTo>
                <a:close/>
                <a:moveTo>
                  <a:pt x="919049" y="104796"/>
                </a:moveTo>
                <a:lnTo>
                  <a:pt x="925546" y="104796"/>
                </a:lnTo>
                <a:lnTo>
                  <a:pt x="925546" y="105684"/>
                </a:lnTo>
                <a:lnTo>
                  <a:pt x="919049" y="105684"/>
                </a:lnTo>
                <a:close/>
                <a:moveTo>
                  <a:pt x="937540" y="104796"/>
                </a:moveTo>
                <a:lnTo>
                  <a:pt x="938040" y="104796"/>
                </a:lnTo>
                <a:lnTo>
                  <a:pt x="938040" y="105684"/>
                </a:lnTo>
                <a:lnTo>
                  <a:pt x="937540" y="105684"/>
                </a:lnTo>
                <a:close/>
                <a:moveTo>
                  <a:pt x="930543" y="104796"/>
                </a:moveTo>
                <a:lnTo>
                  <a:pt x="935541" y="104796"/>
                </a:lnTo>
                <a:lnTo>
                  <a:pt x="935541" y="105684"/>
                </a:lnTo>
                <a:lnTo>
                  <a:pt x="930543" y="105684"/>
                </a:lnTo>
                <a:close/>
                <a:moveTo>
                  <a:pt x="964527" y="104796"/>
                </a:moveTo>
                <a:lnTo>
                  <a:pt x="966526" y="104796"/>
                </a:lnTo>
                <a:lnTo>
                  <a:pt x="966526" y="105684"/>
                </a:lnTo>
                <a:lnTo>
                  <a:pt x="964527" y="105684"/>
                </a:lnTo>
                <a:close/>
                <a:moveTo>
                  <a:pt x="936041" y="103908"/>
                </a:moveTo>
                <a:lnTo>
                  <a:pt x="936540" y="103908"/>
                </a:lnTo>
                <a:lnTo>
                  <a:pt x="936540" y="105684"/>
                </a:lnTo>
                <a:lnTo>
                  <a:pt x="936041" y="105684"/>
                </a:lnTo>
                <a:close/>
                <a:moveTo>
                  <a:pt x="919549" y="105684"/>
                </a:moveTo>
                <a:lnTo>
                  <a:pt x="923547" y="105684"/>
                </a:lnTo>
                <a:lnTo>
                  <a:pt x="923547" y="106572"/>
                </a:lnTo>
                <a:lnTo>
                  <a:pt x="919549" y="106572"/>
                </a:lnTo>
                <a:close/>
                <a:moveTo>
                  <a:pt x="966026" y="105684"/>
                </a:moveTo>
                <a:lnTo>
                  <a:pt x="968525" y="105684"/>
                </a:lnTo>
                <a:lnTo>
                  <a:pt x="968525" y="106572"/>
                </a:lnTo>
                <a:lnTo>
                  <a:pt x="966026" y="106572"/>
                </a:lnTo>
                <a:close/>
                <a:moveTo>
                  <a:pt x="939039" y="104796"/>
                </a:moveTo>
                <a:lnTo>
                  <a:pt x="944537" y="104796"/>
                </a:lnTo>
                <a:lnTo>
                  <a:pt x="944537" y="106572"/>
                </a:lnTo>
                <a:lnTo>
                  <a:pt x="939039" y="106572"/>
                </a:lnTo>
                <a:close/>
                <a:moveTo>
                  <a:pt x="947535" y="99467"/>
                </a:moveTo>
                <a:lnTo>
                  <a:pt x="952533" y="99467"/>
                </a:lnTo>
                <a:lnTo>
                  <a:pt x="952533" y="106572"/>
                </a:lnTo>
                <a:lnTo>
                  <a:pt x="947535" y="106572"/>
                </a:lnTo>
                <a:close/>
                <a:moveTo>
                  <a:pt x="895560" y="99467"/>
                </a:moveTo>
                <a:lnTo>
                  <a:pt x="901557" y="99467"/>
                </a:lnTo>
                <a:lnTo>
                  <a:pt x="901557" y="106572"/>
                </a:lnTo>
                <a:lnTo>
                  <a:pt x="895560" y="106572"/>
                </a:lnTo>
                <a:close/>
                <a:moveTo>
                  <a:pt x="969025" y="104796"/>
                </a:moveTo>
                <a:lnTo>
                  <a:pt x="969525" y="104796"/>
                </a:lnTo>
                <a:lnTo>
                  <a:pt x="969525" y="106572"/>
                </a:lnTo>
                <a:lnTo>
                  <a:pt x="969025" y="106572"/>
                </a:lnTo>
                <a:close/>
                <a:moveTo>
                  <a:pt x="744133" y="105684"/>
                </a:moveTo>
                <a:lnTo>
                  <a:pt x="744633" y="105684"/>
                </a:lnTo>
                <a:lnTo>
                  <a:pt x="744633" y="106572"/>
                </a:lnTo>
                <a:lnTo>
                  <a:pt x="744133" y="106572"/>
                </a:lnTo>
                <a:close/>
                <a:moveTo>
                  <a:pt x="740634" y="105684"/>
                </a:moveTo>
                <a:lnTo>
                  <a:pt x="741134" y="105684"/>
                </a:lnTo>
                <a:lnTo>
                  <a:pt x="741134" y="106572"/>
                </a:lnTo>
                <a:lnTo>
                  <a:pt x="740634" y="106572"/>
                </a:lnTo>
                <a:close/>
                <a:moveTo>
                  <a:pt x="937040" y="105684"/>
                </a:moveTo>
                <a:lnTo>
                  <a:pt x="938540" y="105684"/>
                </a:lnTo>
                <a:lnTo>
                  <a:pt x="938540" y="106572"/>
                </a:lnTo>
                <a:lnTo>
                  <a:pt x="937040" y="106572"/>
                </a:lnTo>
                <a:close/>
                <a:moveTo>
                  <a:pt x="953033" y="99467"/>
                </a:moveTo>
                <a:lnTo>
                  <a:pt x="953532" y="99467"/>
                </a:lnTo>
                <a:lnTo>
                  <a:pt x="953532" y="106572"/>
                </a:lnTo>
                <a:lnTo>
                  <a:pt x="953033" y="106572"/>
                </a:lnTo>
                <a:close/>
                <a:moveTo>
                  <a:pt x="964027" y="105684"/>
                </a:moveTo>
                <a:lnTo>
                  <a:pt x="964527" y="105684"/>
                </a:lnTo>
                <a:lnTo>
                  <a:pt x="964527" y="106572"/>
                </a:lnTo>
                <a:lnTo>
                  <a:pt x="964027" y="106572"/>
                </a:lnTo>
                <a:close/>
                <a:moveTo>
                  <a:pt x="931043" y="105684"/>
                </a:moveTo>
                <a:lnTo>
                  <a:pt x="936540" y="105684"/>
                </a:lnTo>
                <a:lnTo>
                  <a:pt x="936540" y="106572"/>
                </a:lnTo>
                <a:lnTo>
                  <a:pt x="931043" y="106572"/>
                </a:lnTo>
                <a:close/>
                <a:moveTo>
                  <a:pt x="751629" y="105684"/>
                </a:moveTo>
                <a:lnTo>
                  <a:pt x="752129" y="105684"/>
                </a:lnTo>
                <a:lnTo>
                  <a:pt x="752129" y="106572"/>
                </a:lnTo>
                <a:lnTo>
                  <a:pt x="751629" y="106572"/>
                </a:lnTo>
                <a:close/>
                <a:moveTo>
                  <a:pt x="924546" y="105684"/>
                </a:moveTo>
                <a:lnTo>
                  <a:pt x="925546" y="105684"/>
                </a:lnTo>
                <a:lnTo>
                  <a:pt x="925546" y="106572"/>
                </a:lnTo>
                <a:lnTo>
                  <a:pt x="924546" y="106572"/>
                </a:lnTo>
                <a:close/>
                <a:moveTo>
                  <a:pt x="963528" y="106572"/>
                </a:moveTo>
                <a:lnTo>
                  <a:pt x="968525" y="106572"/>
                </a:lnTo>
                <a:lnTo>
                  <a:pt x="968525" y="107460"/>
                </a:lnTo>
                <a:lnTo>
                  <a:pt x="963528" y="107460"/>
                </a:lnTo>
                <a:close/>
                <a:moveTo>
                  <a:pt x="874570" y="106572"/>
                </a:moveTo>
                <a:lnTo>
                  <a:pt x="875070" y="106572"/>
                </a:lnTo>
                <a:lnTo>
                  <a:pt x="875070" y="107460"/>
                </a:lnTo>
                <a:lnTo>
                  <a:pt x="874570" y="107460"/>
                </a:lnTo>
                <a:close/>
                <a:moveTo>
                  <a:pt x="919049" y="106572"/>
                </a:moveTo>
                <a:lnTo>
                  <a:pt x="925546" y="106572"/>
                </a:lnTo>
                <a:lnTo>
                  <a:pt x="925546" y="107460"/>
                </a:lnTo>
                <a:lnTo>
                  <a:pt x="919049" y="107460"/>
                </a:lnTo>
                <a:close/>
                <a:moveTo>
                  <a:pt x="931543" y="106572"/>
                </a:moveTo>
                <a:lnTo>
                  <a:pt x="933042" y="106572"/>
                </a:lnTo>
                <a:lnTo>
                  <a:pt x="933042" y="107460"/>
                </a:lnTo>
                <a:lnTo>
                  <a:pt x="931543" y="107460"/>
                </a:lnTo>
                <a:close/>
                <a:moveTo>
                  <a:pt x="969525" y="106572"/>
                </a:moveTo>
                <a:lnTo>
                  <a:pt x="970024" y="106572"/>
                </a:lnTo>
                <a:lnTo>
                  <a:pt x="970024" y="107460"/>
                </a:lnTo>
                <a:lnTo>
                  <a:pt x="969525" y="107460"/>
                </a:lnTo>
                <a:close/>
                <a:moveTo>
                  <a:pt x="900058" y="106572"/>
                </a:moveTo>
                <a:lnTo>
                  <a:pt x="901057" y="106572"/>
                </a:lnTo>
                <a:lnTo>
                  <a:pt x="901057" y="107460"/>
                </a:lnTo>
                <a:lnTo>
                  <a:pt x="900058" y="107460"/>
                </a:lnTo>
                <a:close/>
                <a:moveTo>
                  <a:pt x="895560" y="106572"/>
                </a:moveTo>
                <a:lnTo>
                  <a:pt x="899558" y="106572"/>
                </a:lnTo>
                <a:lnTo>
                  <a:pt x="899558" y="107460"/>
                </a:lnTo>
                <a:lnTo>
                  <a:pt x="895560" y="107460"/>
                </a:lnTo>
                <a:close/>
                <a:moveTo>
                  <a:pt x="937540" y="106572"/>
                </a:moveTo>
                <a:lnTo>
                  <a:pt x="944037" y="106572"/>
                </a:lnTo>
                <a:lnTo>
                  <a:pt x="944037" y="107460"/>
                </a:lnTo>
                <a:lnTo>
                  <a:pt x="937540" y="107460"/>
                </a:lnTo>
                <a:close/>
                <a:moveTo>
                  <a:pt x="933542" y="106572"/>
                </a:moveTo>
                <a:lnTo>
                  <a:pt x="935541" y="106572"/>
                </a:lnTo>
                <a:lnTo>
                  <a:pt x="935541" y="107460"/>
                </a:lnTo>
                <a:lnTo>
                  <a:pt x="933542" y="107460"/>
                </a:lnTo>
                <a:close/>
                <a:moveTo>
                  <a:pt x="952533" y="106572"/>
                </a:moveTo>
                <a:lnTo>
                  <a:pt x="953033" y="106572"/>
                </a:lnTo>
                <a:lnTo>
                  <a:pt x="953033" y="107460"/>
                </a:lnTo>
                <a:lnTo>
                  <a:pt x="952533" y="107460"/>
                </a:lnTo>
                <a:close/>
                <a:moveTo>
                  <a:pt x="936041" y="106572"/>
                </a:moveTo>
                <a:lnTo>
                  <a:pt x="937040" y="106572"/>
                </a:lnTo>
                <a:lnTo>
                  <a:pt x="937040" y="107460"/>
                </a:lnTo>
                <a:lnTo>
                  <a:pt x="936041" y="107460"/>
                </a:lnTo>
                <a:close/>
                <a:moveTo>
                  <a:pt x="947535" y="106572"/>
                </a:moveTo>
                <a:lnTo>
                  <a:pt x="951533" y="106572"/>
                </a:lnTo>
                <a:lnTo>
                  <a:pt x="951533" y="107460"/>
                </a:lnTo>
                <a:lnTo>
                  <a:pt x="947535" y="107460"/>
                </a:lnTo>
                <a:close/>
                <a:moveTo>
                  <a:pt x="751129" y="106572"/>
                </a:moveTo>
                <a:lnTo>
                  <a:pt x="751629" y="106572"/>
                </a:lnTo>
                <a:lnTo>
                  <a:pt x="751629" y="107460"/>
                </a:lnTo>
                <a:lnTo>
                  <a:pt x="751129" y="107460"/>
                </a:lnTo>
                <a:close/>
                <a:moveTo>
                  <a:pt x="932542" y="107460"/>
                </a:moveTo>
                <a:lnTo>
                  <a:pt x="933042" y="107460"/>
                </a:lnTo>
                <a:lnTo>
                  <a:pt x="933042" y="108348"/>
                </a:lnTo>
                <a:lnTo>
                  <a:pt x="932542" y="108348"/>
                </a:lnTo>
                <a:close/>
                <a:moveTo>
                  <a:pt x="968025" y="107460"/>
                </a:moveTo>
                <a:lnTo>
                  <a:pt x="970024" y="107460"/>
                </a:lnTo>
                <a:lnTo>
                  <a:pt x="970024" y="108348"/>
                </a:lnTo>
                <a:lnTo>
                  <a:pt x="968025" y="108348"/>
                </a:lnTo>
                <a:close/>
                <a:moveTo>
                  <a:pt x="938540" y="107460"/>
                </a:moveTo>
                <a:lnTo>
                  <a:pt x="944537" y="107460"/>
                </a:lnTo>
                <a:lnTo>
                  <a:pt x="944537" y="108348"/>
                </a:lnTo>
                <a:lnTo>
                  <a:pt x="938540" y="108348"/>
                </a:lnTo>
                <a:close/>
                <a:moveTo>
                  <a:pt x="937540" y="107460"/>
                </a:moveTo>
                <a:lnTo>
                  <a:pt x="938040" y="107460"/>
                </a:lnTo>
                <a:lnTo>
                  <a:pt x="938040" y="108348"/>
                </a:lnTo>
                <a:lnTo>
                  <a:pt x="937540" y="108348"/>
                </a:lnTo>
                <a:close/>
                <a:moveTo>
                  <a:pt x="731639" y="107460"/>
                </a:moveTo>
                <a:lnTo>
                  <a:pt x="732139" y="107460"/>
                </a:lnTo>
                <a:lnTo>
                  <a:pt x="732139" y="108348"/>
                </a:lnTo>
                <a:lnTo>
                  <a:pt x="731639" y="108348"/>
                </a:lnTo>
                <a:close/>
                <a:moveTo>
                  <a:pt x="934042" y="107460"/>
                </a:moveTo>
                <a:lnTo>
                  <a:pt x="934541" y="107460"/>
                </a:lnTo>
                <a:lnTo>
                  <a:pt x="934541" y="108348"/>
                </a:lnTo>
                <a:lnTo>
                  <a:pt x="934042" y="108348"/>
                </a:lnTo>
                <a:close/>
                <a:moveTo>
                  <a:pt x="947535" y="107460"/>
                </a:moveTo>
                <a:lnTo>
                  <a:pt x="953532" y="107460"/>
                </a:lnTo>
                <a:lnTo>
                  <a:pt x="953532" y="108348"/>
                </a:lnTo>
                <a:lnTo>
                  <a:pt x="947535" y="108348"/>
                </a:lnTo>
                <a:close/>
                <a:moveTo>
                  <a:pt x="901057" y="107460"/>
                </a:moveTo>
                <a:lnTo>
                  <a:pt x="902057" y="107460"/>
                </a:lnTo>
                <a:lnTo>
                  <a:pt x="902057" y="108348"/>
                </a:lnTo>
                <a:lnTo>
                  <a:pt x="901057" y="108348"/>
                </a:lnTo>
                <a:close/>
                <a:moveTo>
                  <a:pt x="963528" y="107460"/>
                </a:moveTo>
                <a:lnTo>
                  <a:pt x="967526" y="107460"/>
                </a:lnTo>
                <a:lnTo>
                  <a:pt x="967526" y="108348"/>
                </a:lnTo>
                <a:lnTo>
                  <a:pt x="963528" y="108348"/>
                </a:lnTo>
                <a:close/>
                <a:moveTo>
                  <a:pt x="814599" y="108348"/>
                </a:moveTo>
                <a:lnTo>
                  <a:pt x="815099" y="108348"/>
                </a:lnTo>
                <a:lnTo>
                  <a:pt x="815099" y="109236"/>
                </a:lnTo>
                <a:lnTo>
                  <a:pt x="814599" y="109236"/>
                </a:lnTo>
                <a:close/>
                <a:moveTo>
                  <a:pt x="815599" y="108348"/>
                </a:moveTo>
                <a:lnTo>
                  <a:pt x="816098" y="108348"/>
                </a:lnTo>
                <a:lnTo>
                  <a:pt x="816098" y="109236"/>
                </a:lnTo>
                <a:lnTo>
                  <a:pt x="815599" y="109236"/>
                </a:lnTo>
                <a:close/>
                <a:moveTo>
                  <a:pt x="820596" y="108348"/>
                </a:moveTo>
                <a:lnTo>
                  <a:pt x="821096" y="108348"/>
                </a:lnTo>
                <a:lnTo>
                  <a:pt x="821096" y="109236"/>
                </a:lnTo>
                <a:lnTo>
                  <a:pt x="820596" y="109236"/>
                </a:lnTo>
                <a:close/>
                <a:moveTo>
                  <a:pt x="939539" y="108348"/>
                </a:moveTo>
                <a:lnTo>
                  <a:pt x="944537" y="108348"/>
                </a:lnTo>
                <a:lnTo>
                  <a:pt x="944537" y="109236"/>
                </a:lnTo>
                <a:lnTo>
                  <a:pt x="939539" y="109236"/>
                </a:lnTo>
                <a:close/>
                <a:moveTo>
                  <a:pt x="901557" y="108348"/>
                </a:moveTo>
                <a:lnTo>
                  <a:pt x="902057" y="108348"/>
                </a:lnTo>
                <a:lnTo>
                  <a:pt x="902057" y="109236"/>
                </a:lnTo>
                <a:lnTo>
                  <a:pt x="901557" y="109236"/>
                </a:lnTo>
                <a:close/>
                <a:moveTo>
                  <a:pt x="969525" y="108348"/>
                </a:moveTo>
                <a:lnTo>
                  <a:pt x="970024" y="108348"/>
                </a:lnTo>
                <a:lnTo>
                  <a:pt x="970024" y="109236"/>
                </a:lnTo>
                <a:lnTo>
                  <a:pt x="969525" y="109236"/>
                </a:lnTo>
                <a:close/>
                <a:moveTo>
                  <a:pt x="934042" y="108348"/>
                </a:moveTo>
                <a:lnTo>
                  <a:pt x="936041" y="108348"/>
                </a:lnTo>
                <a:lnTo>
                  <a:pt x="936041" y="109236"/>
                </a:lnTo>
                <a:lnTo>
                  <a:pt x="934042" y="109236"/>
                </a:lnTo>
                <a:close/>
                <a:moveTo>
                  <a:pt x="876569" y="108348"/>
                </a:moveTo>
                <a:lnTo>
                  <a:pt x="877069" y="108348"/>
                </a:lnTo>
                <a:lnTo>
                  <a:pt x="877069" y="109236"/>
                </a:lnTo>
                <a:lnTo>
                  <a:pt x="876569" y="109236"/>
                </a:lnTo>
                <a:close/>
                <a:moveTo>
                  <a:pt x="933042" y="108348"/>
                </a:moveTo>
                <a:lnTo>
                  <a:pt x="933542" y="108348"/>
                </a:lnTo>
                <a:lnTo>
                  <a:pt x="933542" y="109236"/>
                </a:lnTo>
                <a:lnTo>
                  <a:pt x="933042" y="109236"/>
                </a:lnTo>
                <a:close/>
                <a:moveTo>
                  <a:pt x="919549" y="107460"/>
                </a:moveTo>
                <a:lnTo>
                  <a:pt x="925546" y="107460"/>
                </a:lnTo>
                <a:lnTo>
                  <a:pt x="925546" y="109236"/>
                </a:lnTo>
                <a:lnTo>
                  <a:pt x="919549" y="109236"/>
                </a:lnTo>
                <a:close/>
                <a:moveTo>
                  <a:pt x="938040" y="108348"/>
                </a:moveTo>
                <a:lnTo>
                  <a:pt x="938540" y="108348"/>
                </a:lnTo>
                <a:lnTo>
                  <a:pt x="938540" y="109236"/>
                </a:lnTo>
                <a:lnTo>
                  <a:pt x="938040" y="109236"/>
                </a:lnTo>
                <a:close/>
                <a:moveTo>
                  <a:pt x="936540" y="108348"/>
                </a:moveTo>
                <a:lnTo>
                  <a:pt x="937540" y="108348"/>
                </a:lnTo>
                <a:lnTo>
                  <a:pt x="937540" y="109236"/>
                </a:lnTo>
                <a:lnTo>
                  <a:pt x="936540" y="109236"/>
                </a:lnTo>
                <a:close/>
                <a:moveTo>
                  <a:pt x="947535" y="108348"/>
                </a:moveTo>
                <a:lnTo>
                  <a:pt x="952033" y="108348"/>
                </a:lnTo>
                <a:lnTo>
                  <a:pt x="952033" y="109236"/>
                </a:lnTo>
                <a:lnTo>
                  <a:pt x="947535" y="109236"/>
                </a:lnTo>
                <a:close/>
                <a:moveTo>
                  <a:pt x="952533" y="108348"/>
                </a:moveTo>
                <a:lnTo>
                  <a:pt x="953532" y="108348"/>
                </a:lnTo>
                <a:lnTo>
                  <a:pt x="953532" y="109236"/>
                </a:lnTo>
                <a:lnTo>
                  <a:pt x="952533" y="109236"/>
                </a:lnTo>
                <a:close/>
                <a:moveTo>
                  <a:pt x="895560" y="107460"/>
                </a:moveTo>
                <a:lnTo>
                  <a:pt x="900058" y="107460"/>
                </a:lnTo>
                <a:lnTo>
                  <a:pt x="900058" y="109236"/>
                </a:lnTo>
                <a:lnTo>
                  <a:pt x="895560" y="109236"/>
                </a:lnTo>
                <a:close/>
                <a:moveTo>
                  <a:pt x="963028" y="108348"/>
                </a:moveTo>
                <a:lnTo>
                  <a:pt x="968025" y="108348"/>
                </a:lnTo>
                <a:lnTo>
                  <a:pt x="968025" y="109236"/>
                </a:lnTo>
                <a:lnTo>
                  <a:pt x="963028" y="109236"/>
                </a:lnTo>
                <a:close/>
                <a:moveTo>
                  <a:pt x="945036" y="108348"/>
                </a:moveTo>
                <a:lnTo>
                  <a:pt x="945536" y="108348"/>
                </a:lnTo>
                <a:lnTo>
                  <a:pt x="945536" y="109236"/>
                </a:lnTo>
                <a:lnTo>
                  <a:pt x="945036" y="109236"/>
                </a:lnTo>
                <a:close/>
                <a:moveTo>
                  <a:pt x="812100" y="109236"/>
                </a:moveTo>
                <a:lnTo>
                  <a:pt x="812600" y="109236"/>
                </a:lnTo>
                <a:lnTo>
                  <a:pt x="812600" y="110124"/>
                </a:lnTo>
                <a:lnTo>
                  <a:pt x="812100" y="110124"/>
                </a:lnTo>
                <a:close/>
                <a:moveTo>
                  <a:pt x="935041" y="109236"/>
                </a:moveTo>
                <a:lnTo>
                  <a:pt x="935541" y="109236"/>
                </a:lnTo>
                <a:lnTo>
                  <a:pt x="935541" y="110124"/>
                </a:lnTo>
                <a:lnTo>
                  <a:pt x="935041" y="110124"/>
                </a:lnTo>
                <a:close/>
                <a:moveTo>
                  <a:pt x="969025" y="109236"/>
                </a:moveTo>
                <a:lnTo>
                  <a:pt x="969525" y="109236"/>
                </a:lnTo>
                <a:lnTo>
                  <a:pt x="969525" y="110124"/>
                </a:lnTo>
                <a:lnTo>
                  <a:pt x="969025" y="110124"/>
                </a:lnTo>
                <a:close/>
                <a:moveTo>
                  <a:pt x="938540" y="109236"/>
                </a:moveTo>
                <a:lnTo>
                  <a:pt x="943537" y="109236"/>
                </a:lnTo>
                <a:lnTo>
                  <a:pt x="943537" y="110124"/>
                </a:lnTo>
                <a:lnTo>
                  <a:pt x="938540" y="110124"/>
                </a:lnTo>
                <a:close/>
                <a:moveTo>
                  <a:pt x="736137" y="109236"/>
                </a:moveTo>
                <a:lnTo>
                  <a:pt x="736636" y="109236"/>
                </a:lnTo>
                <a:lnTo>
                  <a:pt x="736636" y="110124"/>
                </a:lnTo>
                <a:lnTo>
                  <a:pt x="736137" y="110124"/>
                </a:lnTo>
                <a:close/>
                <a:moveTo>
                  <a:pt x="945036" y="109236"/>
                </a:moveTo>
                <a:lnTo>
                  <a:pt x="953532" y="109236"/>
                </a:lnTo>
                <a:lnTo>
                  <a:pt x="953532" y="110124"/>
                </a:lnTo>
                <a:lnTo>
                  <a:pt x="945036" y="110124"/>
                </a:lnTo>
                <a:close/>
                <a:moveTo>
                  <a:pt x="732638" y="109236"/>
                </a:moveTo>
                <a:lnTo>
                  <a:pt x="733138" y="109236"/>
                </a:lnTo>
                <a:lnTo>
                  <a:pt x="733138" y="110124"/>
                </a:lnTo>
                <a:lnTo>
                  <a:pt x="732638" y="110124"/>
                </a:lnTo>
                <a:close/>
                <a:moveTo>
                  <a:pt x="895560" y="109236"/>
                </a:moveTo>
                <a:lnTo>
                  <a:pt x="899558" y="109236"/>
                </a:lnTo>
                <a:lnTo>
                  <a:pt x="899558" y="110124"/>
                </a:lnTo>
                <a:lnTo>
                  <a:pt x="895560" y="110124"/>
                </a:lnTo>
                <a:close/>
                <a:moveTo>
                  <a:pt x="962028" y="109236"/>
                </a:moveTo>
                <a:lnTo>
                  <a:pt x="968525" y="109236"/>
                </a:lnTo>
                <a:lnTo>
                  <a:pt x="968525" y="110124"/>
                </a:lnTo>
                <a:lnTo>
                  <a:pt x="962028" y="110124"/>
                </a:lnTo>
                <a:close/>
                <a:moveTo>
                  <a:pt x="901057" y="109236"/>
                </a:moveTo>
                <a:lnTo>
                  <a:pt x="901557" y="109236"/>
                </a:lnTo>
                <a:lnTo>
                  <a:pt x="901557" y="110124"/>
                </a:lnTo>
                <a:lnTo>
                  <a:pt x="901057" y="110124"/>
                </a:lnTo>
                <a:close/>
                <a:moveTo>
                  <a:pt x="963528" y="110124"/>
                </a:moveTo>
                <a:lnTo>
                  <a:pt x="968525" y="110124"/>
                </a:lnTo>
                <a:lnTo>
                  <a:pt x="968525" y="111012"/>
                </a:lnTo>
                <a:lnTo>
                  <a:pt x="963528" y="111012"/>
                </a:lnTo>
                <a:close/>
                <a:moveTo>
                  <a:pt x="919049" y="109236"/>
                </a:moveTo>
                <a:lnTo>
                  <a:pt x="925546" y="109236"/>
                </a:lnTo>
                <a:lnTo>
                  <a:pt x="925546" y="111012"/>
                </a:lnTo>
                <a:lnTo>
                  <a:pt x="919049" y="111012"/>
                </a:lnTo>
                <a:close/>
                <a:moveTo>
                  <a:pt x="955032" y="110124"/>
                </a:moveTo>
                <a:lnTo>
                  <a:pt x="959529" y="110124"/>
                </a:lnTo>
                <a:lnTo>
                  <a:pt x="959529" y="111012"/>
                </a:lnTo>
                <a:lnTo>
                  <a:pt x="955032" y="111012"/>
                </a:lnTo>
                <a:close/>
                <a:moveTo>
                  <a:pt x="878069" y="110124"/>
                </a:moveTo>
                <a:lnTo>
                  <a:pt x="878568" y="110124"/>
                </a:lnTo>
                <a:lnTo>
                  <a:pt x="878568" y="111012"/>
                </a:lnTo>
                <a:lnTo>
                  <a:pt x="878069" y="111012"/>
                </a:lnTo>
                <a:close/>
                <a:moveTo>
                  <a:pt x="902057" y="110124"/>
                </a:moveTo>
                <a:lnTo>
                  <a:pt x="903057" y="110124"/>
                </a:lnTo>
                <a:lnTo>
                  <a:pt x="903057" y="111012"/>
                </a:lnTo>
                <a:lnTo>
                  <a:pt x="902057" y="111012"/>
                </a:lnTo>
                <a:close/>
                <a:moveTo>
                  <a:pt x="810601" y="110124"/>
                </a:moveTo>
                <a:lnTo>
                  <a:pt x="811101" y="110124"/>
                </a:lnTo>
                <a:lnTo>
                  <a:pt x="811101" y="111012"/>
                </a:lnTo>
                <a:lnTo>
                  <a:pt x="810601" y="111012"/>
                </a:lnTo>
                <a:close/>
                <a:moveTo>
                  <a:pt x="934541" y="110124"/>
                </a:moveTo>
                <a:lnTo>
                  <a:pt x="935041" y="110124"/>
                </a:lnTo>
                <a:lnTo>
                  <a:pt x="935041" y="111012"/>
                </a:lnTo>
                <a:lnTo>
                  <a:pt x="934541" y="111012"/>
                </a:lnTo>
                <a:close/>
                <a:moveTo>
                  <a:pt x="938040" y="110124"/>
                </a:moveTo>
                <a:lnTo>
                  <a:pt x="944537" y="110124"/>
                </a:lnTo>
                <a:lnTo>
                  <a:pt x="944537" y="111012"/>
                </a:lnTo>
                <a:lnTo>
                  <a:pt x="938040" y="111012"/>
                </a:lnTo>
                <a:close/>
                <a:moveTo>
                  <a:pt x="947035" y="110124"/>
                </a:moveTo>
                <a:lnTo>
                  <a:pt x="952033" y="110124"/>
                </a:lnTo>
                <a:lnTo>
                  <a:pt x="952033" y="111012"/>
                </a:lnTo>
                <a:lnTo>
                  <a:pt x="947035" y="111012"/>
                </a:lnTo>
                <a:close/>
                <a:moveTo>
                  <a:pt x="960029" y="110124"/>
                </a:moveTo>
                <a:lnTo>
                  <a:pt x="961528" y="110124"/>
                </a:lnTo>
                <a:lnTo>
                  <a:pt x="961528" y="111012"/>
                </a:lnTo>
                <a:lnTo>
                  <a:pt x="960029" y="111012"/>
                </a:lnTo>
                <a:close/>
                <a:moveTo>
                  <a:pt x="895560" y="110124"/>
                </a:moveTo>
                <a:lnTo>
                  <a:pt x="901557" y="110124"/>
                </a:lnTo>
                <a:lnTo>
                  <a:pt x="901557" y="111012"/>
                </a:lnTo>
                <a:lnTo>
                  <a:pt x="895560" y="111012"/>
                </a:lnTo>
                <a:close/>
                <a:moveTo>
                  <a:pt x="936041" y="109236"/>
                </a:moveTo>
                <a:lnTo>
                  <a:pt x="937540" y="109236"/>
                </a:lnTo>
                <a:lnTo>
                  <a:pt x="937540" y="111012"/>
                </a:lnTo>
                <a:lnTo>
                  <a:pt x="936041" y="111012"/>
                </a:lnTo>
                <a:close/>
                <a:moveTo>
                  <a:pt x="953532" y="110124"/>
                </a:moveTo>
                <a:lnTo>
                  <a:pt x="954532" y="110124"/>
                </a:lnTo>
                <a:lnTo>
                  <a:pt x="954532" y="111012"/>
                </a:lnTo>
                <a:lnTo>
                  <a:pt x="953532" y="111012"/>
                </a:lnTo>
                <a:close/>
                <a:moveTo>
                  <a:pt x="945036" y="110124"/>
                </a:moveTo>
                <a:lnTo>
                  <a:pt x="945536" y="110124"/>
                </a:lnTo>
                <a:lnTo>
                  <a:pt x="945536" y="111012"/>
                </a:lnTo>
                <a:lnTo>
                  <a:pt x="945036" y="111012"/>
                </a:lnTo>
                <a:close/>
                <a:moveTo>
                  <a:pt x="903556" y="110124"/>
                </a:moveTo>
                <a:lnTo>
                  <a:pt x="916050" y="110124"/>
                </a:lnTo>
                <a:lnTo>
                  <a:pt x="916050" y="111012"/>
                </a:lnTo>
                <a:lnTo>
                  <a:pt x="903556" y="111012"/>
                </a:lnTo>
                <a:close/>
                <a:moveTo>
                  <a:pt x="962528" y="110124"/>
                </a:moveTo>
                <a:lnTo>
                  <a:pt x="963028" y="110124"/>
                </a:lnTo>
                <a:lnTo>
                  <a:pt x="963028" y="111012"/>
                </a:lnTo>
                <a:lnTo>
                  <a:pt x="962528" y="111012"/>
                </a:lnTo>
                <a:close/>
                <a:moveTo>
                  <a:pt x="814599" y="111012"/>
                </a:moveTo>
                <a:lnTo>
                  <a:pt x="815099" y="111012"/>
                </a:lnTo>
                <a:lnTo>
                  <a:pt x="815099" y="111901"/>
                </a:lnTo>
                <a:lnTo>
                  <a:pt x="814599" y="111901"/>
                </a:lnTo>
                <a:close/>
                <a:moveTo>
                  <a:pt x="954532" y="111012"/>
                </a:moveTo>
                <a:lnTo>
                  <a:pt x="959529" y="111012"/>
                </a:lnTo>
                <a:lnTo>
                  <a:pt x="959529" y="111901"/>
                </a:lnTo>
                <a:lnTo>
                  <a:pt x="954532" y="111901"/>
                </a:lnTo>
                <a:close/>
                <a:moveTo>
                  <a:pt x="903556" y="111012"/>
                </a:moveTo>
                <a:lnTo>
                  <a:pt x="916550" y="111012"/>
                </a:lnTo>
                <a:lnTo>
                  <a:pt x="916550" y="111901"/>
                </a:lnTo>
                <a:lnTo>
                  <a:pt x="903556" y="111901"/>
                </a:lnTo>
                <a:close/>
                <a:moveTo>
                  <a:pt x="879068" y="111012"/>
                </a:moveTo>
                <a:lnTo>
                  <a:pt x="879568" y="111012"/>
                </a:lnTo>
                <a:lnTo>
                  <a:pt x="879568" y="111901"/>
                </a:lnTo>
                <a:lnTo>
                  <a:pt x="879068" y="111901"/>
                </a:lnTo>
                <a:close/>
                <a:moveTo>
                  <a:pt x="963528" y="111012"/>
                </a:moveTo>
                <a:lnTo>
                  <a:pt x="967526" y="111012"/>
                </a:lnTo>
                <a:lnTo>
                  <a:pt x="967526" y="111901"/>
                </a:lnTo>
                <a:lnTo>
                  <a:pt x="963528" y="111901"/>
                </a:lnTo>
                <a:close/>
                <a:moveTo>
                  <a:pt x="935541" y="111012"/>
                </a:moveTo>
                <a:lnTo>
                  <a:pt x="936041" y="111012"/>
                </a:lnTo>
                <a:lnTo>
                  <a:pt x="936041" y="111901"/>
                </a:lnTo>
                <a:lnTo>
                  <a:pt x="935541" y="111901"/>
                </a:lnTo>
                <a:close/>
                <a:moveTo>
                  <a:pt x="947535" y="111012"/>
                </a:moveTo>
                <a:lnTo>
                  <a:pt x="953033" y="111012"/>
                </a:lnTo>
                <a:lnTo>
                  <a:pt x="953033" y="111901"/>
                </a:lnTo>
                <a:lnTo>
                  <a:pt x="947535" y="111901"/>
                </a:lnTo>
                <a:close/>
                <a:moveTo>
                  <a:pt x="960029" y="111012"/>
                </a:moveTo>
                <a:lnTo>
                  <a:pt x="961029" y="111012"/>
                </a:lnTo>
                <a:lnTo>
                  <a:pt x="961029" y="111901"/>
                </a:lnTo>
                <a:lnTo>
                  <a:pt x="960029" y="111901"/>
                </a:lnTo>
                <a:close/>
                <a:moveTo>
                  <a:pt x="901057" y="111012"/>
                </a:moveTo>
                <a:lnTo>
                  <a:pt x="901557" y="111012"/>
                </a:lnTo>
                <a:lnTo>
                  <a:pt x="901557" y="111901"/>
                </a:lnTo>
                <a:lnTo>
                  <a:pt x="901057" y="111901"/>
                </a:lnTo>
                <a:close/>
                <a:moveTo>
                  <a:pt x="936540" y="111012"/>
                </a:moveTo>
                <a:lnTo>
                  <a:pt x="937040" y="111012"/>
                </a:lnTo>
                <a:lnTo>
                  <a:pt x="937040" y="111901"/>
                </a:lnTo>
                <a:lnTo>
                  <a:pt x="936540" y="111901"/>
                </a:lnTo>
                <a:close/>
                <a:moveTo>
                  <a:pt x="919549" y="111012"/>
                </a:moveTo>
                <a:lnTo>
                  <a:pt x="925546" y="111012"/>
                </a:lnTo>
                <a:lnTo>
                  <a:pt x="925546" y="111901"/>
                </a:lnTo>
                <a:lnTo>
                  <a:pt x="919549" y="111901"/>
                </a:lnTo>
                <a:close/>
                <a:moveTo>
                  <a:pt x="953532" y="111012"/>
                </a:moveTo>
                <a:lnTo>
                  <a:pt x="954032" y="111012"/>
                </a:lnTo>
                <a:lnTo>
                  <a:pt x="954032" y="111901"/>
                </a:lnTo>
                <a:lnTo>
                  <a:pt x="953532" y="111901"/>
                </a:lnTo>
                <a:close/>
                <a:moveTo>
                  <a:pt x="902557" y="111012"/>
                </a:moveTo>
                <a:lnTo>
                  <a:pt x="903057" y="111012"/>
                </a:lnTo>
                <a:lnTo>
                  <a:pt x="903057" y="111901"/>
                </a:lnTo>
                <a:lnTo>
                  <a:pt x="902557" y="111901"/>
                </a:lnTo>
                <a:close/>
                <a:moveTo>
                  <a:pt x="944037" y="111012"/>
                </a:moveTo>
                <a:lnTo>
                  <a:pt x="944537" y="111012"/>
                </a:lnTo>
                <a:lnTo>
                  <a:pt x="944537" y="111901"/>
                </a:lnTo>
                <a:lnTo>
                  <a:pt x="944037" y="111901"/>
                </a:lnTo>
                <a:close/>
                <a:moveTo>
                  <a:pt x="969025" y="111012"/>
                </a:moveTo>
                <a:lnTo>
                  <a:pt x="969525" y="111012"/>
                </a:lnTo>
                <a:lnTo>
                  <a:pt x="969525" y="111901"/>
                </a:lnTo>
                <a:lnTo>
                  <a:pt x="969025" y="111901"/>
                </a:lnTo>
                <a:close/>
                <a:moveTo>
                  <a:pt x="895560" y="111012"/>
                </a:moveTo>
                <a:lnTo>
                  <a:pt x="900058" y="111012"/>
                </a:lnTo>
                <a:lnTo>
                  <a:pt x="900058" y="111901"/>
                </a:lnTo>
                <a:lnTo>
                  <a:pt x="895560" y="111901"/>
                </a:lnTo>
                <a:close/>
                <a:moveTo>
                  <a:pt x="945036" y="111012"/>
                </a:moveTo>
                <a:lnTo>
                  <a:pt x="947035" y="111012"/>
                </a:lnTo>
                <a:lnTo>
                  <a:pt x="947035" y="111901"/>
                </a:lnTo>
                <a:lnTo>
                  <a:pt x="945036" y="111901"/>
                </a:lnTo>
                <a:close/>
                <a:moveTo>
                  <a:pt x="961528" y="111012"/>
                </a:moveTo>
                <a:lnTo>
                  <a:pt x="963028" y="111012"/>
                </a:lnTo>
                <a:lnTo>
                  <a:pt x="963028" y="111901"/>
                </a:lnTo>
                <a:lnTo>
                  <a:pt x="961528" y="111901"/>
                </a:lnTo>
                <a:close/>
                <a:moveTo>
                  <a:pt x="938040" y="111012"/>
                </a:moveTo>
                <a:lnTo>
                  <a:pt x="943537" y="111012"/>
                </a:lnTo>
                <a:lnTo>
                  <a:pt x="943537" y="111901"/>
                </a:lnTo>
                <a:lnTo>
                  <a:pt x="938040" y="111901"/>
                </a:lnTo>
                <a:close/>
                <a:moveTo>
                  <a:pt x="815599" y="111901"/>
                </a:moveTo>
                <a:lnTo>
                  <a:pt x="816098" y="111901"/>
                </a:lnTo>
                <a:lnTo>
                  <a:pt x="816098" y="112789"/>
                </a:lnTo>
                <a:lnTo>
                  <a:pt x="815599" y="112789"/>
                </a:lnTo>
                <a:close/>
                <a:moveTo>
                  <a:pt x="939039" y="111901"/>
                </a:moveTo>
                <a:lnTo>
                  <a:pt x="946036" y="111901"/>
                </a:lnTo>
                <a:lnTo>
                  <a:pt x="946036" y="112789"/>
                </a:lnTo>
                <a:lnTo>
                  <a:pt x="939039" y="112789"/>
                </a:lnTo>
                <a:close/>
                <a:moveTo>
                  <a:pt x="937540" y="111901"/>
                </a:moveTo>
                <a:lnTo>
                  <a:pt x="938040" y="111901"/>
                </a:lnTo>
                <a:lnTo>
                  <a:pt x="938040" y="112789"/>
                </a:lnTo>
                <a:lnTo>
                  <a:pt x="937540" y="112789"/>
                </a:lnTo>
                <a:close/>
                <a:moveTo>
                  <a:pt x="961029" y="111901"/>
                </a:moveTo>
                <a:lnTo>
                  <a:pt x="962028" y="111901"/>
                </a:lnTo>
                <a:lnTo>
                  <a:pt x="962028" y="112789"/>
                </a:lnTo>
                <a:lnTo>
                  <a:pt x="961029" y="112789"/>
                </a:lnTo>
                <a:close/>
                <a:moveTo>
                  <a:pt x="901557" y="111901"/>
                </a:moveTo>
                <a:lnTo>
                  <a:pt x="916050" y="111901"/>
                </a:lnTo>
                <a:lnTo>
                  <a:pt x="916050" y="112789"/>
                </a:lnTo>
                <a:lnTo>
                  <a:pt x="901557" y="112789"/>
                </a:lnTo>
                <a:close/>
                <a:moveTo>
                  <a:pt x="959529" y="111901"/>
                </a:moveTo>
                <a:lnTo>
                  <a:pt x="960529" y="111901"/>
                </a:lnTo>
                <a:lnTo>
                  <a:pt x="960529" y="112789"/>
                </a:lnTo>
                <a:lnTo>
                  <a:pt x="959529" y="112789"/>
                </a:lnTo>
                <a:close/>
                <a:moveTo>
                  <a:pt x="963028" y="111901"/>
                </a:moveTo>
                <a:lnTo>
                  <a:pt x="967526" y="111901"/>
                </a:lnTo>
                <a:lnTo>
                  <a:pt x="967526" y="112789"/>
                </a:lnTo>
                <a:lnTo>
                  <a:pt x="963028" y="112789"/>
                </a:lnTo>
                <a:close/>
                <a:moveTo>
                  <a:pt x="876569" y="111901"/>
                </a:moveTo>
                <a:lnTo>
                  <a:pt x="877069" y="111901"/>
                </a:lnTo>
                <a:lnTo>
                  <a:pt x="877069" y="112789"/>
                </a:lnTo>
                <a:lnTo>
                  <a:pt x="876569" y="112789"/>
                </a:lnTo>
                <a:close/>
                <a:moveTo>
                  <a:pt x="936041" y="111901"/>
                </a:moveTo>
                <a:lnTo>
                  <a:pt x="937040" y="111901"/>
                </a:lnTo>
                <a:lnTo>
                  <a:pt x="937040" y="112789"/>
                </a:lnTo>
                <a:lnTo>
                  <a:pt x="936041" y="112789"/>
                </a:lnTo>
                <a:close/>
                <a:moveTo>
                  <a:pt x="895560" y="111901"/>
                </a:moveTo>
                <a:lnTo>
                  <a:pt x="901057" y="111901"/>
                </a:lnTo>
                <a:lnTo>
                  <a:pt x="901057" y="112789"/>
                </a:lnTo>
                <a:lnTo>
                  <a:pt x="895560" y="112789"/>
                </a:lnTo>
                <a:close/>
                <a:moveTo>
                  <a:pt x="953532" y="111901"/>
                </a:moveTo>
                <a:lnTo>
                  <a:pt x="955531" y="111901"/>
                </a:lnTo>
                <a:lnTo>
                  <a:pt x="955531" y="112789"/>
                </a:lnTo>
                <a:lnTo>
                  <a:pt x="953532" y="112789"/>
                </a:lnTo>
                <a:close/>
                <a:moveTo>
                  <a:pt x="947535" y="111901"/>
                </a:moveTo>
                <a:lnTo>
                  <a:pt x="951533" y="111901"/>
                </a:lnTo>
                <a:lnTo>
                  <a:pt x="951533" y="112789"/>
                </a:lnTo>
                <a:lnTo>
                  <a:pt x="947535" y="112789"/>
                </a:lnTo>
                <a:close/>
                <a:moveTo>
                  <a:pt x="968025" y="111012"/>
                </a:moveTo>
                <a:lnTo>
                  <a:pt x="968525" y="111012"/>
                </a:lnTo>
                <a:lnTo>
                  <a:pt x="968525" y="112789"/>
                </a:lnTo>
                <a:lnTo>
                  <a:pt x="968025" y="112789"/>
                </a:lnTo>
                <a:close/>
                <a:moveTo>
                  <a:pt x="860077" y="112789"/>
                </a:moveTo>
                <a:lnTo>
                  <a:pt x="860577" y="112789"/>
                </a:lnTo>
                <a:lnTo>
                  <a:pt x="860577" y="113677"/>
                </a:lnTo>
                <a:lnTo>
                  <a:pt x="860077" y="113677"/>
                </a:lnTo>
                <a:close/>
                <a:moveTo>
                  <a:pt x="946036" y="112789"/>
                </a:moveTo>
                <a:lnTo>
                  <a:pt x="954532" y="112789"/>
                </a:lnTo>
                <a:lnTo>
                  <a:pt x="954532" y="113677"/>
                </a:lnTo>
                <a:lnTo>
                  <a:pt x="946036" y="113677"/>
                </a:lnTo>
                <a:close/>
                <a:moveTo>
                  <a:pt x="960529" y="112789"/>
                </a:moveTo>
                <a:lnTo>
                  <a:pt x="961029" y="112789"/>
                </a:lnTo>
                <a:lnTo>
                  <a:pt x="961029" y="113677"/>
                </a:lnTo>
                <a:lnTo>
                  <a:pt x="960529" y="113677"/>
                </a:lnTo>
                <a:close/>
                <a:moveTo>
                  <a:pt x="900558" y="112789"/>
                </a:moveTo>
                <a:lnTo>
                  <a:pt x="901057" y="112789"/>
                </a:lnTo>
                <a:lnTo>
                  <a:pt x="901057" y="113677"/>
                </a:lnTo>
                <a:lnTo>
                  <a:pt x="900558" y="113677"/>
                </a:lnTo>
                <a:close/>
                <a:moveTo>
                  <a:pt x="869573" y="112789"/>
                </a:moveTo>
                <a:lnTo>
                  <a:pt x="870072" y="112789"/>
                </a:lnTo>
                <a:lnTo>
                  <a:pt x="870072" y="113677"/>
                </a:lnTo>
                <a:lnTo>
                  <a:pt x="869573" y="113677"/>
                </a:lnTo>
                <a:close/>
                <a:moveTo>
                  <a:pt x="919049" y="111901"/>
                </a:moveTo>
                <a:lnTo>
                  <a:pt x="925546" y="111901"/>
                </a:lnTo>
                <a:lnTo>
                  <a:pt x="925546" y="113677"/>
                </a:lnTo>
                <a:lnTo>
                  <a:pt x="919049" y="113677"/>
                </a:lnTo>
                <a:close/>
                <a:moveTo>
                  <a:pt x="895560" y="112789"/>
                </a:moveTo>
                <a:lnTo>
                  <a:pt x="899558" y="112789"/>
                </a:lnTo>
                <a:lnTo>
                  <a:pt x="899558" y="113677"/>
                </a:lnTo>
                <a:lnTo>
                  <a:pt x="895560" y="113677"/>
                </a:lnTo>
                <a:close/>
                <a:moveTo>
                  <a:pt x="937040" y="112789"/>
                </a:moveTo>
                <a:lnTo>
                  <a:pt x="938040" y="112789"/>
                </a:lnTo>
                <a:lnTo>
                  <a:pt x="938040" y="113677"/>
                </a:lnTo>
                <a:lnTo>
                  <a:pt x="937040" y="113677"/>
                </a:lnTo>
                <a:close/>
                <a:moveTo>
                  <a:pt x="963028" y="112789"/>
                </a:moveTo>
                <a:lnTo>
                  <a:pt x="969025" y="112789"/>
                </a:lnTo>
                <a:lnTo>
                  <a:pt x="969025" y="113677"/>
                </a:lnTo>
                <a:lnTo>
                  <a:pt x="963028" y="113677"/>
                </a:lnTo>
                <a:close/>
                <a:moveTo>
                  <a:pt x="961528" y="112789"/>
                </a:moveTo>
                <a:lnTo>
                  <a:pt x="962528" y="112789"/>
                </a:lnTo>
                <a:lnTo>
                  <a:pt x="962528" y="113677"/>
                </a:lnTo>
                <a:lnTo>
                  <a:pt x="961528" y="113677"/>
                </a:lnTo>
                <a:close/>
                <a:moveTo>
                  <a:pt x="902057" y="112789"/>
                </a:moveTo>
                <a:lnTo>
                  <a:pt x="903057" y="112789"/>
                </a:lnTo>
                <a:lnTo>
                  <a:pt x="903057" y="113677"/>
                </a:lnTo>
                <a:lnTo>
                  <a:pt x="902057" y="113677"/>
                </a:lnTo>
                <a:close/>
                <a:moveTo>
                  <a:pt x="758126" y="112789"/>
                </a:moveTo>
                <a:lnTo>
                  <a:pt x="758626" y="112789"/>
                </a:lnTo>
                <a:lnTo>
                  <a:pt x="758626" y="113677"/>
                </a:lnTo>
                <a:lnTo>
                  <a:pt x="758126" y="113677"/>
                </a:lnTo>
                <a:close/>
                <a:moveTo>
                  <a:pt x="938540" y="112789"/>
                </a:moveTo>
                <a:lnTo>
                  <a:pt x="944037" y="112789"/>
                </a:lnTo>
                <a:lnTo>
                  <a:pt x="944037" y="113677"/>
                </a:lnTo>
                <a:lnTo>
                  <a:pt x="938540" y="113677"/>
                </a:lnTo>
                <a:close/>
                <a:moveTo>
                  <a:pt x="955032" y="112789"/>
                </a:moveTo>
                <a:lnTo>
                  <a:pt x="960029" y="112789"/>
                </a:lnTo>
                <a:lnTo>
                  <a:pt x="960029" y="113677"/>
                </a:lnTo>
                <a:lnTo>
                  <a:pt x="955032" y="113677"/>
                </a:lnTo>
                <a:close/>
                <a:moveTo>
                  <a:pt x="868073" y="112789"/>
                </a:moveTo>
                <a:lnTo>
                  <a:pt x="868573" y="112789"/>
                </a:lnTo>
                <a:lnTo>
                  <a:pt x="868573" y="113677"/>
                </a:lnTo>
                <a:lnTo>
                  <a:pt x="868073" y="113677"/>
                </a:lnTo>
                <a:close/>
                <a:moveTo>
                  <a:pt x="853081" y="112789"/>
                </a:moveTo>
                <a:lnTo>
                  <a:pt x="853580" y="112789"/>
                </a:lnTo>
                <a:lnTo>
                  <a:pt x="853580" y="113677"/>
                </a:lnTo>
                <a:lnTo>
                  <a:pt x="853081" y="113677"/>
                </a:lnTo>
                <a:close/>
                <a:moveTo>
                  <a:pt x="729640" y="112789"/>
                </a:moveTo>
                <a:lnTo>
                  <a:pt x="730140" y="112789"/>
                </a:lnTo>
                <a:lnTo>
                  <a:pt x="730140" y="113677"/>
                </a:lnTo>
                <a:lnTo>
                  <a:pt x="729640" y="113677"/>
                </a:lnTo>
                <a:close/>
                <a:moveTo>
                  <a:pt x="903556" y="112789"/>
                </a:moveTo>
                <a:lnTo>
                  <a:pt x="916050" y="112789"/>
                </a:lnTo>
                <a:lnTo>
                  <a:pt x="916050" y="113677"/>
                </a:lnTo>
                <a:lnTo>
                  <a:pt x="903556" y="113677"/>
                </a:lnTo>
                <a:close/>
                <a:moveTo>
                  <a:pt x="854080" y="113677"/>
                </a:moveTo>
                <a:lnTo>
                  <a:pt x="854580" y="113677"/>
                </a:lnTo>
                <a:lnTo>
                  <a:pt x="854580" y="114565"/>
                </a:lnTo>
                <a:lnTo>
                  <a:pt x="854080" y="114565"/>
                </a:lnTo>
                <a:close/>
                <a:moveTo>
                  <a:pt x="938040" y="113677"/>
                </a:moveTo>
                <a:lnTo>
                  <a:pt x="945036" y="113677"/>
                </a:lnTo>
                <a:lnTo>
                  <a:pt x="945036" y="114565"/>
                </a:lnTo>
                <a:lnTo>
                  <a:pt x="938040" y="114565"/>
                </a:lnTo>
                <a:close/>
                <a:moveTo>
                  <a:pt x="925046" y="113677"/>
                </a:moveTo>
                <a:lnTo>
                  <a:pt x="925546" y="113677"/>
                </a:lnTo>
                <a:lnTo>
                  <a:pt x="925546" y="114565"/>
                </a:lnTo>
                <a:lnTo>
                  <a:pt x="925046" y="114565"/>
                </a:lnTo>
                <a:close/>
                <a:moveTo>
                  <a:pt x="919049" y="113677"/>
                </a:moveTo>
                <a:lnTo>
                  <a:pt x="923547" y="113677"/>
                </a:lnTo>
                <a:lnTo>
                  <a:pt x="923547" y="114565"/>
                </a:lnTo>
                <a:lnTo>
                  <a:pt x="919049" y="114565"/>
                </a:lnTo>
                <a:close/>
                <a:moveTo>
                  <a:pt x="872571" y="113677"/>
                </a:moveTo>
                <a:lnTo>
                  <a:pt x="873071" y="113677"/>
                </a:lnTo>
                <a:lnTo>
                  <a:pt x="873071" y="114565"/>
                </a:lnTo>
                <a:lnTo>
                  <a:pt x="872571" y="114565"/>
                </a:lnTo>
                <a:close/>
                <a:moveTo>
                  <a:pt x="924046" y="113677"/>
                </a:moveTo>
                <a:lnTo>
                  <a:pt x="924546" y="113677"/>
                </a:lnTo>
                <a:lnTo>
                  <a:pt x="924546" y="114565"/>
                </a:lnTo>
                <a:lnTo>
                  <a:pt x="924046" y="114565"/>
                </a:lnTo>
                <a:close/>
                <a:moveTo>
                  <a:pt x="945536" y="113677"/>
                </a:moveTo>
                <a:lnTo>
                  <a:pt x="946536" y="113677"/>
                </a:lnTo>
                <a:lnTo>
                  <a:pt x="946536" y="114565"/>
                </a:lnTo>
                <a:lnTo>
                  <a:pt x="945536" y="114565"/>
                </a:lnTo>
                <a:close/>
                <a:moveTo>
                  <a:pt x="878568" y="113677"/>
                </a:moveTo>
                <a:lnTo>
                  <a:pt x="879068" y="113677"/>
                </a:lnTo>
                <a:lnTo>
                  <a:pt x="879068" y="114565"/>
                </a:lnTo>
                <a:lnTo>
                  <a:pt x="878568" y="114565"/>
                </a:lnTo>
                <a:close/>
                <a:moveTo>
                  <a:pt x="895560" y="113677"/>
                </a:moveTo>
                <a:lnTo>
                  <a:pt x="915551" y="113677"/>
                </a:lnTo>
                <a:lnTo>
                  <a:pt x="915551" y="114565"/>
                </a:lnTo>
                <a:lnTo>
                  <a:pt x="895560" y="114565"/>
                </a:lnTo>
                <a:close/>
                <a:moveTo>
                  <a:pt x="964527" y="113677"/>
                </a:moveTo>
                <a:lnTo>
                  <a:pt x="967526" y="113677"/>
                </a:lnTo>
                <a:lnTo>
                  <a:pt x="967526" y="114565"/>
                </a:lnTo>
                <a:lnTo>
                  <a:pt x="964527" y="114565"/>
                </a:lnTo>
                <a:close/>
                <a:moveTo>
                  <a:pt x="968025" y="113677"/>
                </a:moveTo>
                <a:lnTo>
                  <a:pt x="968525" y="113677"/>
                </a:lnTo>
                <a:lnTo>
                  <a:pt x="968525" y="114565"/>
                </a:lnTo>
                <a:lnTo>
                  <a:pt x="968025" y="114565"/>
                </a:lnTo>
                <a:close/>
                <a:moveTo>
                  <a:pt x="965527" y="114565"/>
                </a:moveTo>
                <a:lnTo>
                  <a:pt x="966526" y="114565"/>
                </a:lnTo>
                <a:lnTo>
                  <a:pt x="966526" y="115453"/>
                </a:lnTo>
                <a:lnTo>
                  <a:pt x="965527" y="115453"/>
                </a:lnTo>
                <a:close/>
                <a:moveTo>
                  <a:pt x="839587" y="114565"/>
                </a:moveTo>
                <a:lnTo>
                  <a:pt x="840087" y="114565"/>
                </a:lnTo>
                <a:lnTo>
                  <a:pt x="840087" y="115453"/>
                </a:lnTo>
                <a:lnTo>
                  <a:pt x="839587" y="115453"/>
                </a:lnTo>
                <a:close/>
                <a:moveTo>
                  <a:pt x="895560" y="114565"/>
                </a:moveTo>
                <a:lnTo>
                  <a:pt x="916050" y="114565"/>
                </a:lnTo>
                <a:lnTo>
                  <a:pt x="916050" y="115453"/>
                </a:lnTo>
                <a:lnTo>
                  <a:pt x="895560" y="115453"/>
                </a:lnTo>
                <a:close/>
                <a:moveTo>
                  <a:pt x="816598" y="114565"/>
                </a:moveTo>
                <a:lnTo>
                  <a:pt x="817098" y="114565"/>
                </a:lnTo>
                <a:lnTo>
                  <a:pt x="817098" y="115453"/>
                </a:lnTo>
                <a:lnTo>
                  <a:pt x="816598" y="115453"/>
                </a:lnTo>
                <a:close/>
                <a:moveTo>
                  <a:pt x="919549" y="114565"/>
                </a:moveTo>
                <a:lnTo>
                  <a:pt x="924546" y="114565"/>
                </a:lnTo>
                <a:lnTo>
                  <a:pt x="924546" y="115453"/>
                </a:lnTo>
                <a:lnTo>
                  <a:pt x="919549" y="115453"/>
                </a:lnTo>
                <a:close/>
                <a:moveTo>
                  <a:pt x="878568" y="114565"/>
                </a:moveTo>
                <a:lnTo>
                  <a:pt x="879568" y="114565"/>
                </a:lnTo>
                <a:lnTo>
                  <a:pt x="879568" y="115453"/>
                </a:lnTo>
                <a:lnTo>
                  <a:pt x="878568" y="115453"/>
                </a:lnTo>
                <a:close/>
                <a:moveTo>
                  <a:pt x="947035" y="113677"/>
                </a:moveTo>
                <a:lnTo>
                  <a:pt x="964027" y="113677"/>
                </a:lnTo>
                <a:lnTo>
                  <a:pt x="964027" y="115453"/>
                </a:lnTo>
                <a:lnTo>
                  <a:pt x="947035" y="115453"/>
                </a:lnTo>
                <a:close/>
                <a:moveTo>
                  <a:pt x="939539" y="114565"/>
                </a:moveTo>
                <a:lnTo>
                  <a:pt x="946536" y="114565"/>
                </a:lnTo>
                <a:lnTo>
                  <a:pt x="946536" y="115453"/>
                </a:lnTo>
                <a:lnTo>
                  <a:pt x="939539" y="115453"/>
                </a:lnTo>
                <a:close/>
                <a:moveTo>
                  <a:pt x="815599" y="115453"/>
                </a:moveTo>
                <a:lnTo>
                  <a:pt x="816098" y="115453"/>
                </a:lnTo>
                <a:lnTo>
                  <a:pt x="816098" y="116341"/>
                </a:lnTo>
                <a:lnTo>
                  <a:pt x="815599" y="116341"/>
                </a:lnTo>
                <a:close/>
                <a:moveTo>
                  <a:pt x="947535" y="115453"/>
                </a:moveTo>
                <a:lnTo>
                  <a:pt x="963528" y="115453"/>
                </a:lnTo>
                <a:lnTo>
                  <a:pt x="963528" y="116341"/>
                </a:lnTo>
                <a:lnTo>
                  <a:pt x="947535" y="116341"/>
                </a:lnTo>
                <a:close/>
                <a:moveTo>
                  <a:pt x="916050" y="115453"/>
                </a:moveTo>
                <a:lnTo>
                  <a:pt x="916550" y="115453"/>
                </a:lnTo>
                <a:lnTo>
                  <a:pt x="916550" y="116341"/>
                </a:lnTo>
                <a:lnTo>
                  <a:pt x="916050" y="116341"/>
                </a:lnTo>
                <a:close/>
                <a:moveTo>
                  <a:pt x="919049" y="115453"/>
                </a:moveTo>
                <a:lnTo>
                  <a:pt x="925046" y="115453"/>
                </a:lnTo>
                <a:lnTo>
                  <a:pt x="925046" y="116341"/>
                </a:lnTo>
                <a:lnTo>
                  <a:pt x="919049" y="116341"/>
                </a:lnTo>
                <a:close/>
                <a:moveTo>
                  <a:pt x="945036" y="115453"/>
                </a:moveTo>
                <a:lnTo>
                  <a:pt x="947035" y="115453"/>
                </a:lnTo>
                <a:lnTo>
                  <a:pt x="947035" y="116341"/>
                </a:lnTo>
                <a:lnTo>
                  <a:pt x="945036" y="116341"/>
                </a:lnTo>
                <a:close/>
                <a:moveTo>
                  <a:pt x="939539" y="115453"/>
                </a:moveTo>
                <a:lnTo>
                  <a:pt x="943537" y="115453"/>
                </a:lnTo>
                <a:lnTo>
                  <a:pt x="943537" y="116341"/>
                </a:lnTo>
                <a:lnTo>
                  <a:pt x="939539" y="116341"/>
                </a:lnTo>
                <a:close/>
                <a:moveTo>
                  <a:pt x="966026" y="115453"/>
                </a:moveTo>
                <a:lnTo>
                  <a:pt x="967526" y="115453"/>
                </a:lnTo>
                <a:lnTo>
                  <a:pt x="967526" y="116341"/>
                </a:lnTo>
                <a:lnTo>
                  <a:pt x="966026" y="116341"/>
                </a:lnTo>
                <a:close/>
                <a:moveTo>
                  <a:pt x="895560" y="115453"/>
                </a:moveTo>
                <a:lnTo>
                  <a:pt x="915551" y="115453"/>
                </a:lnTo>
                <a:lnTo>
                  <a:pt x="915551" y="116341"/>
                </a:lnTo>
                <a:lnTo>
                  <a:pt x="895560" y="116341"/>
                </a:lnTo>
                <a:close/>
                <a:moveTo>
                  <a:pt x="944537" y="116341"/>
                </a:moveTo>
                <a:lnTo>
                  <a:pt x="946036" y="116341"/>
                </a:lnTo>
                <a:lnTo>
                  <a:pt x="946036" y="117229"/>
                </a:lnTo>
                <a:lnTo>
                  <a:pt x="944537" y="117229"/>
                </a:lnTo>
                <a:close/>
                <a:moveTo>
                  <a:pt x="842586" y="116341"/>
                </a:moveTo>
                <a:lnTo>
                  <a:pt x="843085" y="116341"/>
                </a:lnTo>
                <a:lnTo>
                  <a:pt x="843085" y="117229"/>
                </a:lnTo>
                <a:lnTo>
                  <a:pt x="842586" y="117229"/>
                </a:lnTo>
                <a:close/>
                <a:moveTo>
                  <a:pt x="730140" y="116341"/>
                </a:moveTo>
                <a:lnTo>
                  <a:pt x="730639" y="116341"/>
                </a:lnTo>
                <a:lnTo>
                  <a:pt x="730639" y="117229"/>
                </a:lnTo>
                <a:lnTo>
                  <a:pt x="730140" y="117229"/>
                </a:lnTo>
                <a:close/>
                <a:moveTo>
                  <a:pt x="965527" y="116341"/>
                </a:moveTo>
                <a:lnTo>
                  <a:pt x="966526" y="116341"/>
                </a:lnTo>
                <a:lnTo>
                  <a:pt x="966526" y="117229"/>
                </a:lnTo>
                <a:lnTo>
                  <a:pt x="965527" y="117229"/>
                </a:lnTo>
                <a:close/>
                <a:moveTo>
                  <a:pt x="938540" y="114565"/>
                </a:moveTo>
                <a:lnTo>
                  <a:pt x="939039" y="114565"/>
                </a:lnTo>
                <a:lnTo>
                  <a:pt x="939039" y="117229"/>
                </a:lnTo>
                <a:lnTo>
                  <a:pt x="938540" y="117229"/>
                </a:lnTo>
                <a:close/>
                <a:moveTo>
                  <a:pt x="755627" y="116341"/>
                </a:moveTo>
                <a:lnTo>
                  <a:pt x="756127" y="116341"/>
                </a:lnTo>
                <a:lnTo>
                  <a:pt x="756127" y="117229"/>
                </a:lnTo>
                <a:lnTo>
                  <a:pt x="755627" y="117229"/>
                </a:lnTo>
                <a:close/>
                <a:moveTo>
                  <a:pt x="895560" y="116341"/>
                </a:moveTo>
                <a:lnTo>
                  <a:pt x="916050" y="116341"/>
                </a:lnTo>
                <a:lnTo>
                  <a:pt x="916050" y="117229"/>
                </a:lnTo>
                <a:lnTo>
                  <a:pt x="895560" y="117229"/>
                </a:lnTo>
                <a:close/>
                <a:moveTo>
                  <a:pt x="939539" y="116341"/>
                </a:moveTo>
                <a:lnTo>
                  <a:pt x="944037" y="116341"/>
                </a:lnTo>
                <a:lnTo>
                  <a:pt x="944037" y="117229"/>
                </a:lnTo>
                <a:lnTo>
                  <a:pt x="939539" y="117229"/>
                </a:lnTo>
                <a:close/>
                <a:moveTo>
                  <a:pt x="964527" y="114565"/>
                </a:moveTo>
                <a:lnTo>
                  <a:pt x="965027" y="114565"/>
                </a:lnTo>
                <a:lnTo>
                  <a:pt x="965027" y="117229"/>
                </a:lnTo>
                <a:lnTo>
                  <a:pt x="964527" y="117229"/>
                </a:lnTo>
                <a:close/>
                <a:moveTo>
                  <a:pt x="947035" y="116341"/>
                </a:moveTo>
                <a:lnTo>
                  <a:pt x="964027" y="116341"/>
                </a:lnTo>
                <a:lnTo>
                  <a:pt x="964027" y="117229"/>
                </a:lnTo>
                <a:lnTo>
                  <a:pt x="947035" y="117229"/>
                </a:lnTo>
                <a:close/>
                <a:moveTo>
                  <a:pt x="919549" y="116341"/>
                </a:moveTo>
                <a:lnTo>
                  <a:pt x="923547" y="116341"/>
                </a:lnTo>
                <a:lnTo>
                  <a:pt x="923547" y="118117"/>
                </a:lnTo>
                <a:lnTo>
                  <a:pt x="919549" y="118117"/>
                </a:lnTo>
                <a:close/>
                <a:moveTo>
                  <a:pt x="856079" y="117229"/>
                </a:moveTo>
                <a:lnTo>
                  <a:pt x="856579" y="117229"/>
                </a:lnTo>
                <a:lnTo>
                  <a:pt x="856579" y="118117"/>
                </a:lnTo>
                <a:lnTo>
                  <a:pt x="856079" y="118117"/>
                </a:lnTo>
                <a:close/>
                <a:moveTo>
                  <a:pt x="944037" y="117229"/>
                </a:moveTo>
                <a:lnTo>
                  <a:pt x="945036" y="117229"/>
                </a:lnTo>
                <a:lnTo>
                  <a:pt x="945036" y="118117"/>
                </a:lnTo>
                <a:lnTo>
                  <a:pt x="944037" y="118117"/>
                </a:lnTo>
                <a:close/>
                <a:moveTo>
                  <a:pt x="947035" y="117229"/>
                </a:moveTo>
                <a:lnTo>
                  <a:pt x="963528" y="117229"/>
                </a:lnTo>
                <a:lnTo>
                  <a:pt x="963528" y="118117"/>
                </a:lnTo>
                <a:lnTo>
                  <a:pt x="947035" y="118117"/>
                </a:lnTo>
                <a:close/>
                <a:moveTo>
                  <a:pt x="964027" y="117229"/>
                </a:moveTo>
                <a:lnTo>
                  <a:pt x="966526" y="117229"/>
                </a:lnTo>
                <a:lnTo>
                  <a:pt x="966526" y="118117"/>
                </a:lnTo>
                <a:lnTo>
                  <a:pt x="964027" y="118117"/>
                </a:lnTo>
                <a:close/>
                <a:moveTo>
                  <a:pt x="844085" y="117229"/>
                </a:moveTo>
                <a:lnTo>
                  <a:pt x="844585" y="117229"/>
                </a:lnTo>
                <a:lnTo>
                  <a:pt x="844585" y="118117"/>
                </a:lnTo>
                <a:lnTo>
                  <a:pt x="844085" y="118117"/>
                </a:lnTo>
                <a:close/>
                <a:moveTo>
                  <a:pt x="939039" y="117229"/>
                </a:moveTo>
                <a:lnTo>
                  <a:pt x="943537" y="117229"/>
                </a:lnTo>
                <a:lnTo>
                  <a:pt x="943537" y="118117"/>
                </a:lnTo>
                <a:lnTo>
                  <a:pt x="939039" y="118117"/>
                </a:lnTo>
                <a:close/>
                <a:moveTo>
                  <a:pt x="838587" y="117229"/>
                </a:moveTo>
                <a:lnTo>
                  <a:pt x="839087" y="117229"/>
                </a:lnTo>
                <a:lnTo>
                  <a:pt x="839087" y="118117"/>
                </a:lnTo>
                <a:lnTo>
                  <a:pt x="838587" y="118117"/>
                </a:lnTo>
                <a:close/>
                <a:moveTo>
                  <a:pt x="938040" y="117229"/>
                </a:moveTo>
                <a:lnTo>
                  <a:pt x="938540" y="117229"/>
                </a:lnTo>
                <a:lnTo>
                  <a:pt x="938540" y="119005"/>
                </a:lnTo>
                <a:lnTo>
                  <a:pt x="938040" y="119005"/>
                </a:lnTo>
                <a:close/>
                <a:moveTo>
                  <a:pt x="737136" y="118117"/>
                </a:moveTo>
                <a:lnTo>
                  <a:pt x="737636" y="118117"/>
                </a:lnTo>
                <a:lnTo>
                  <a:pt x="737636" y="119005"/>
                </a:lnTo>
                <a:lnTo>
                  <a:pt x="737136" y="119005"/>
                </a:lnTo>
                <a:close/>
                <a:moveTo>
                  <a:pt x="895560" y="117229"/>
                </a:moveTo>
                <a:lnTo>
                  <a:pt x="916550" y="117229"/>
                </a:lnTo>
                <a:lnTo>
                  <a:pt x="916550" y="119005"/>
                </a:lnTo>
                <a:lnTo>
                  <a:pt x="895560" y="119005"/>
                </a:lnTo>
                <a:close/>
                <a:moveTo>
                  <a:pt x="944037" y="118117"/>
                </a:moveTo>
                <a:lnTo>
                  <a:pt x="944537" y="118117"/>
                </a:lnTo>
                <a:lnTo>
                  <a:pt x="944537" y="119005"/>
                </a:lnTo>
                <a:lnTo>
                  <a:pt x="944037" y="119005"/>
                </a:lnTo>
                <a:close/>
                <a:moveTo>
                  <a:pt x="919049" y="118117"/>
                </a:moveTo>
                <a:lnTo>
                  <a:pt x="923547" y="118117"/>
                </a:lnTo>
                <a:lnTo>
                  <a:pt x="923547" y="119005"/>
                </a:lnTo>
                <a:lnTo>
                  <a:pt x="919049" y="119005"/>
                </a:lnTo>
                <a:close/>
                <a:moveTo>
                  <a:pt x="816598" y="118117"/>
                </a:moveTo>
                <a:lnTo>
                  <a:pt x="817098" y="118117"/>
                </a:lnTo>
                <a:lnTo>
                  <a:pt x="817098" y="119005"/>
                </a:lnTo>
                <a:lnTo>
                  <a:pt x="816598" y="119005"/>
                </a:lnTo>
                <a:close/>
                <a:moveTo>
                  <a:pt x="939539" y="118117"/>
                </a:moveTo>
                <a:lnTo>
                  <a:pt x="943537" y="118117"/>
                </a:lnTo>
                <a:lnTo>
                  <a:pt x="943537" y="119005"/>
                </a:lnTo>
                <a:lnTo>
                  <a:pt x="939539" y="119005"/>
                </a:lnTo>
                <a:close/>
                <a:moveTo>
                  <a:pt x="924046" y="116341"/>
                </a:moveTo>
                <a:lnTo>
                  <a:pt x="925546" y="116341"/>
                </a:lnTo>
                <a:lnTo>
                  <a:pt x="925546" y="119005"/>
                </a:lnTo>
                <a:lnTo>
                  <a:pt x="924046" y="119005"/>
                </a:lnTo>
                <a:close/>
                <a:moveTo>
                  <a:pt x="947535" y="118117"/>
                </a:moveTo>
                <a:lnTo>
                  <a:pt x="964527" y="118117"/>
                </a:lnTo>
                <a:lnTo>
                  <a:pt x="964527" y="119005"/>
                </a:lnTo>
                <a:lnTo>
                  <a:pt x="947535" y="119005"/>
                </a:lnTo>
                <a:close/>
                <a:moveTo>
                  <a:pt x="945536" y="117229"/>
                </a:moveTo>
                <a:lnTo>
                  <a:pt x="946036" y="117229"/>
                </a:lnTo>
                <a:lnTo>
                  <a:pt x="946036" y="119005"/>
                </a:lnTo>
                <a:lnTo>
                  <a:pt x="945536" y="119005"/>
                </a:lnTo>
                <a:close/>
                <a:moveTo>
                  <a:pt x="965027" y="118117"/>
                </a:moveTo>
                <a:lnTo>
                  <a:pt x="966026" y="118117"/>
                </a:lnTo>
                <a:lnTo>
                  <a:pt x="966026" y="119005"/>
                </a:lnTo>
                <a:lnTo>
                  <a:pt x="965027" y="119005"/>
                </a:lnTo>
                <a:close/>
                <a:moveTo>
                  <a:pt x="856079" y="119005"/>
                </a:moveTo>
                <a:lnTo>
                  <a:pt x="856579" y="119005"/>
                </a:lnTo>
                <a:lnTo>
                  <a:pt x="856579" y="119893"/>
                </a:lnTo>
                <a:lnTo>
                  <a:pt x="856079" y="119893"/>
                </a:lnTo>
                <a:close/>
                <a:moveTo>
                  <a:pt x="919049" y="119005"/>
                </a:moveTo>
                <a:lnTo>
                  <a:pt x="924046" y="119005"/>
                </a:lnTo>
                <a:lnTo>
                  <a:pt x="924046" y="119893"/>
                </a:lnTo>
                <a:lnTo>
                  <a:pt x="919049" y="119893"/>
                </a:lnTo>
                <a:close/>
                <a:moveTo>
                  <a:pt x="826093" y="119005"/>
                </a:moveTo>
                <a:lnTo>
                  <a:pt x="826593" y="119005"/>
                </a:lnTo>
                <a:lnTo>
                  <a:pt x="826593" y="119893"/>
                </a:lnTo>
                <a:lnTo>
                  <a:pt x="826093" y="119893"/>
                </a:lnTo>
                <a:close/>
                <a:moveTo>
                  <a:pt x="895560" y="119005"/>
                </a:moveTo>
                <a:lnTo>
                  <a:pt x="916050" y="119005"/>
                </a:lnTo>
                <a:lnTo>
                  <a:pt x="916050" y="119893"/>
                </a:lnTo>
                <a:lnTo>
                  <a:pt x="895560" y="119893"/>
                </a:lnTo>
                <a:close/>
                <a:moveTo>
                  <a:pt x="939039" y="119005"/>
                </a:moveTo>
                <a:lnTo>
                  <a:pt x="944037" y="119005"/>
                </a:lnTo>
                <a:lnTo>
                  <a:pt x="944037" y="119893"/>
                </a:lnTo>
                <a:lnTo>
                  <a:pt x="939039" y="119893"/>
                </a:lnTo>
                <a:close/>
                <a:moveTo>
                  <a:pt x="848583" y="119005"/>
                </a:moveTo>
                <a:lnTo>
                  <a:pt x="849082" y="119005"/>
                </a:lnTo>
                <a:lnTo>
                  <a:pt x="849082" y="119893"/>
                </a:lnTo>
                <a:lnTo>
                  <a:pt x="848583" y="119893"/>
                </a:lnTo>
                <a:close/>
                <a:moveTo>
                  <a:pt x="944537" y="119005"/>
                </a:moveTo>
                <a:lnTo>
                  <a:pt x="945536" y="119005"/>
                </a:lnTo>
                <a:lnTo>
                  <a:pt x="945536" y="119893"/>
                </a:lnTo>
                <a:lnTo>
                  <a:pt x="944537" y="119893"/>
                </a:lnTo>
                <a:close/>
                <a:moveTo>
                  <a:pt x="837088" y="119005"/>
                </a:moveTo>
                <a:lnTo>
                  <a:pt x="837588" y="119005"/>
                </a:lnTo>
                <a:lnTo>
                  <a:pt x="837588" y="119893"/>
                </a:lnTo>
                <a:lnTo>
                  <a:pt x="837088" y="119893"/>
                </a:lnTo>
                <a:close/>
                <a:moveTo>
                  <a:pt x="946036" y="119005"/>
                </a:moveTo>
                <a:lnTo>
                  <a:pt x="964527" y="119005"/>
                </a:lnTo>
                <a:lnTo>
                  <a:pt x="964527" y="119893"/>
                </a:lnTo>
                <a:lnTo>
                  <a:pt x="946036" y="119893"/>
                </a:lnTo>
                <a:close/>
                <a:moveTo>
                  <a:pt x="924546" y="119005"/>
                </a:moveTo>
                <a:lnTo>
                  <a:pt x="925546" y="119005"/>
                </a:lnTo>
                <a:lnTo>
                  <a:pt x="925546" y="119893"/>
                </a:lnTo>
                <a:lnTo>
                  <a:pt x="924546" y="119893"/>
                </a:lnTo>
                <a:close/>
                <a:moveTo>
                  <a:pt x="947535" y="119893"/>
                </a:moveTo>
                <a:lnTo>
                  <a:pt x="964027" y="119893"/>
                </a:lnTo>
                <a:lnTo>
                  <a:pt x="964027" y="120782"/>
                </a:lnTo>
                <a:lnTo>
                  <a:pt x="947535" y="120782"/>
                </a:lnTo>
                <a:close/>
                <a:moveTo>
                  <a:pt x="854080" y="119893"/>
                </a:moveTo>
                <a:lnTo>
                  <a:pt x="854580" y="119893"/>
                </a:lnTo>
                <a:lnTo>
                  <a:pt x="854580" y="120782"/>
                </a:lnTo>
                <a:lnTo>
                  <a:pt x="854080" y="120782"/>
                </a:lnTo>
                <a:close/>
                <a:moveTo>
                  <a:pt x="946036" y="119893"/>
                </a:moveTo>
                <a:lnTo>
                  <a:pt x="946536" y="119893"/>
                </a:lnTo>
                <a:lnTo>
                  <a:pt x="946536" y="120782"/>
                </a:lnTo>
                <a:lnTo>
                  <a:pt x="946036" y="120782"/>
                </a:lnTo>
                <a:close/>
                <a:moveTo>
                  <a:pt x="734637" y="119893"/>
                </a:moveTo>
                <a:lnTo>
                  <a:pt x="735137" y="119893"/>
                </a:lnTo>
                <a:lnTo>
                  <a:pt x="735137" y="120782"/>
                </a:lnTo>
                <a:lnTo>
                  <a:pt x="734637" y="120782"/>
                </a:lnTo>
                <a:close/>
                <a:moveTo>
                  <a:pt x="895560" y="119893"/>
                </a:moveTo>
                <a:lnTo>
                  <a:pt x="916550" y="119893"/>
                </a:lnTo>
                <a:lnTo>
                  <a:pt x="916550" y="120782"/>
                </a:lnTo>
                <a:lnTo>
                  <a:pt x="895560" y="120782"/>
                </a:lnTo>
                <a:close/>
                <a:moveTo>
                  <a:pt x="919049" y="119893"/>
                </a:moveTo>
                <a:lnTo>
                  <a:pt x="925546" y="119893"/>
                </a:lnTo>
                <a:lnTo>
                  <a:pt x="925546" y="120782"/>
                </a:lnTo>
                <a:lnTo>
                  <a:pt x="919049" y="120782"/>
                </a:lnTo>
                <a:close/>
                <a:moveTo>
                  <a:pt x="939539" y="119893"/>
                </a:moveTo>
                <a:lnTo>
                  <a:pt x="944037" y="119893"/>
                </a:lnTo>
                <a:lnTo>
                  <a:pt x="944037" y="120782"/>
                </a:lnTo>
                <a:lnTo>
                  <a:pt x="939539" y="120782"/>
                </a:lnTo>
                <a:close/>
                <a:moveTo>
                  <a:pt x="736137" y="119893"/>
                </a:moveTo>
                <a:lnTo>
                  <a:pt x="736636" y="119893"/>
                </a:lnTo>
                <a:lnTo>
                  <a:pt x="736636" y="120782"/>
                </a:lnTo>
                <a:lnTo>
                  <a:pt x="736137" y="120782"/>
                </a:lnTo>
                <a:close/>
                <a:moveTo>
                  <a:pt x="938040" y="119893"/>
                </a:moveTo>
                <a:lnTo>
                  <a:pt x="939039" y="119893"/>
                </a:lnTo>
                <a:lnTo>
                  <a:pt x="939039" y="120782"/>
                </a:lnTo>
                <a:lnTo>
                  <a:pt x="938040" y="120782"/>
                </a:lnTo>
                <a:close/>
                <a:moveTo>
                  <a:pt x="850582" y="119893"/>
                </a:moveTo>
                <a:lnTo>
                  <a:pt x="851581" y="119893"/>
                </a:lnTo>
                <a:lnTo>
                  <a:pt x="851581" y="120782"/>
                </a:lnTo>
                <a:lnTo>
                  <a:pt x="850582" y="120782"/>
                </a:lnTo>
                <a:close/>
                <a:moveTo>
                  <a:pt x="940539" y="120782"/>
                </a:moveTo>
                <a:lnTo>
                  <a:pt x="941038" y="120782"/>
                </a:lnTo>
                <a:lnTo>
                  <a:pt x="941038" y="121670"/>
                </a:lnTo>
                <a:lnTo>
                  <a:pt x="940539" y="121670"/>
                </a:lnTo>
                <a:close/>
                <a:moveTo>
                  <a:pt x="964527" y="120782"/>
                </a:moveTo>
                <a:lnTo>
                  <a:pt x="965527" y="120782"/>
                </a:lnTo>
                <a:lnTo>
                  <a:pt x="965527" y="121670"/>
                </a:lnTo>
                <a:lnTo>
                  <a:pt x="964527" y="121670"/>
                </a:lnTo>
                <a:close/>
                <a:moveTo>
                  <a:pt x="937540" y="120782"/>
                </a:moveTo>
                <a:lnTo>
                  <a:pt x="938040" y="120782"/>
                </a:lnTo>
                <a:lnTo>
                  <a:pt x="938040" y="121670"/>
                </a:lnTo>
                <a:lnTo>
                  <a:pt x="937540" y="121670"/>
                </a:lnTo>
                <a:close/>
                <a:moveTo>
                  <a:pt x="942038" y="120782"/>
                </a:moveTo>
                <a:lnTo>
                  <a:pt x="942538" y="120782"/>
                </a:lnTo>
                <a:lnTo>
                  <a:pt x="942538" y="121670"/>
                </a:lnTo>
                <a:lnTo>
                  <a:pt x="942038" y="121670"/>
                </a:lnTo>
                <a:close/>
                <a:moveTo>
                  <a:pt x="922047" y="120782"/>
                </a:moveTo>
                <a:lnTo>
                  <a:pt x="923047" y="120782"/>
                </a:lnTo>
                <a:lnTo>
                  <a:pt x="923047" y="121670"/>
                </a:lnTo>
                <a:lnTo>
                  <a:pt x="922047" y="121670"/>
                </a:lnTo>
                <a:close/>
                <a:moveTo>
                  <a:pt x="953033" y="120782"/>
                </a:moveTo>
                <a:lnTo>
                  <a:pt x="958530" y="120782"/>
                </a:lnTo>
                <a:lnTo>
                  <a:pt x="958530" y="121670"/>
                </a:lnTo>
                <a:lnTo>
                  <a:pt x="953033" y="121670"/>
                </a:lnTo>
                <a:close/>
                <a:moveTo>
                  <a:pt x="900058" y="120782"/>
                </a:moveTo>
                <a:lnTo>
                  <a:pt x="900558" y="120782"/>
                </a:lnTo>
                <a:lnTo>
                  <a:pt x="900558" y="121670"/>
                </a:lnTo>
                <a:lnTo>
                  <a:pt x="900058" y="121670"/>
                </a:lnTo>
                <a:close/>
                <a:moveTo>
                  <a:pt x="901057" y="120782"/>
                </a:moveTo>
                <a:lnTo>
                  <a:pt x="901557" y="120782"/>
                </a:lnTo>
                <a:lnTo>
                  <a:pt x="901557" y="121670"/>
                </a:lnTo>
                <a:lnTo>
                  <a:pt x="901057" y="121670"/>
                </a:lnTo>
                <a:close/>
                <a:moveTo>
                  <a:pt x="938540" y="120782"/>
                </a:moveTo>
                <a:lnTo>
                  <a:pt x="939539" y="120782"/>
                </a:lnTo>
                <a:lnTo>
                  <a:pt x="939539" y="121670"/>
                </a:lnTo>
                <a:lnTo>
                  <a:pt x="938540" y="121670"/>
                </a:lnTo>
                <a:close/>
                <a:moveTo>
                  <a:pt x="919549" y="120782"/>
                </a:moveTo>
                <a:lnTo>
                  <a:pt x="920048" y="120782"/>
                </a:lnTo>
                <a:lnTo>
                  <a:pt x="920048" y="121670"/>
                </a:lnTo>
                <a:lnTo>
                  <a:pt x="919549" y="121670"/>
                </a:lnTo>
                <a:close/>
                <a:moveTo>
                  <a:pt x="959030" y="120782"/>
                </a:moveTo>
                <a:lnTo>
                  <a:pt x="960529" y="120782"/>
                </a:lnTo>
                <a:lnTo>
                  <a:pt x="960529" y="121670"/>
                </a:lnTo>
                <a:lnTo>
                  <a:pt x="959030" y="121670"/>
                </a:lnTo>
                <a:close/>
                <a:moveTo>
                  <a:pt x="728140" y="120782"/>
                </a:moveTo>
                <a:lnTo>
                  <a:pt x="728640" y="120782"/>
                </a:lnTo>
                <a:lnTo>
                  <a:pt x="728640" y="121670"/>
                </a:lnTo>
                <a:lnTo>
                  <a:pt x="728140" y="121670"/>
                </a:lnTo>
                <a:close/>
                <a:moveTo>
                  <a:pt x="920548" y="120782"/>
                </a:moveTo>
                <a:lnTo>
                  <a:pt x="921048" y="120782"/>
                </a:lnTo>
                <a:lnTo>
                  <a:pt x="921048" y="121670"/>
                </a:lnTo>
                <a:lnTo>
                  <a:pt x="920548" y="121670"/>
                </a:lnTo>
                <a:close/>
                <a:moveTo>
                  <a:pt x="853081" y="120782"/>
                </a:moveTo>
                <a:lnTo>
                  <a:pt x="853580" y="120782"/>
                </a:lnTo>
                <a:lnTo>
                  <a:pt x="853580" y="121670"/>
                </a:lnTo>
                <a:lnTo>
                  <a:pt x="853081" y="121670"/>
                </a:lnTo>
                <a:close/>
                <a:moveTo>
                  <a:pt x="961528" y="120782"/>
                </a:moveTo>
                <a:lnTo>
                  <a:pt x="963028" y="120782"/>
                </a:lnTo>
                <a:lnTo>
                  <a:pt x="963028" y="121670"/>
                </a:lnTo>
                <a:lnTo>
                  <a:pt x="961528" y="121670"/>
                </a:lnTo>
                <a:close/>
                <a:moveTo>
                  <a:pt x="963528" y="120782"/>
                </a:moveTo>
                <a:lnTo>
                  <a:pt x="964027" y="120782"/>
                </a:lnTo>
                <a:lnTo>
                  <a:pt x="964027" y="121670"/>
                </a:lnTo>
                <a:lnTo>
                  <a:pt x="963528" y="121670"/>
                </a:lnTo>
                <a:close/>
                <a:moveTo>
                  <a:pt x="937540" y="121670"/>
                </a:moveTo>
                <a:lnTo>
                  <a:pt x="938540" y="121670"/>
                </a:lnTo>
                <a:lnTo>
                  <a:pt x="938540" y="122558"/>
                </a:lnTo>
                <a:lnTo>
                  <a:pt x="937540" y="122558"/>
                </a:lnTo>
                <a:close/>
                <a:moveTo>
                  <a:pt x="947535" y="120782"/>
                </a:moveTo>
                <a:lnTo>
                  <a:pt x="952533" y="120782"/>
                </a:lnTo>
                <a:lnTo>
                  <a:pt x="952533" y="122558"/>
                </a:lnTo>
                <a:lnTo>
                  <a:pt x="947535" y="122558"/>
                </a:lnTo>
                <a:close/>
                <a:moveTo>
                  <a:pt x="939039" y="121670"/>
                </a:moveTo>
                <a:lnTo>
                  <a:pt x="939539" y="121670"/>
                </a:lnTo>
                <a:lnTo>
                  <a:pt x="939539" y="122558"/>
                </a:lnTo>
                <a:lnTo>
                  <a:pt x="939039" y="122558"/>
                </a:lnTo>
                <a:close/>
                <a:moveTo>
                  <a:pt x="901557" y="121670"/>
                </a:moveTo>
                <a:lnTo>
                  <a:pt x="902057" y="121670"/>
                </a:lnTo>
                <a:lnTo>
                  <a:pt x="902057" y="122558"/>
                </a:lnTo>
                <a:lnTo>
                  <a:pt x="901557" y="122558"/>
                </a:lnTo>
                <a:close/>
                <a:moveTo>
                  <a:pt x="965027" y="121670"/>
                </a:moveTo>
                <a:lnTo>
                  <a:pt x="965527" y="121670"/>
                </a:lnTo>
                <a:lnTo>
                  <a:pt x="965527" y="122558"/>
                </a:lnTo>
                <a:lnTo>
                  <a:pt x="965027" y="122558"/>
                </a:lnTo>
                <a:close/>
                <a:moveTo>
                  <a:pt x="919549" y="121670"/>
                </a:moveTo>
                <a:lnTo>
                  <a:pt x="923047" y="121670"/>
                </a:lnTo>
                <a:lnTo>
                  <a:pt x="923047" y="122558"/>
                </a:lnTo>
                <a:lnTo>
                  <a:pt x="919549" y="122558"/>
                </a:lnTo>
                <a:close/>
                <a:moveTo>
                  <a:pt x="940039" y="121670"/>
                </a:moveTo>
                <a:lnTo>
                  <a:pt x="942538" y="121670"/>
                </a:lnTo>
                <a:lnTo>
                  <a:pt x="942538" y="122558"/>
                </a:lnTo>
                <a:lnTo>
                  <a:pt x="940039" y="122558"/>
                </a:lnTo>
                <a:close/>
                <a:moveTo>
                  <a:pt x="953033" y="121670"/>
                </a:moveTo>
                <a:lnTo>
                  <a:pt x="953532" y="121670"/>
                </a:lnTo>
                <a:lnTo>
                  <a:pt x="953532" y="122558"/>
                </a:lnTo>
                <a:lnTo>
                  <a:pt x="953033" y="122558"/>
                </a:lnTo>
                <a:close/>
                <a:moveTo>
                  <a:pt x="943037" y="120782"/>
                </a:moveTo>
                <a:lnTo>
                  <a:pt x="943537" y="120782"/>
                </a:lnTo>
                <a:lnTo>
                  <a:pt x="943537" y="122558"/>
                </a:lnTo>
                <a:lnTo>
                  <a:pt x="943037" y="122558"/>
                </a:lnTo>
                <a:close/>
                <a:moveTo>
                  <a:pt x="962028" y="121670"/>
                </a:moveTo>
                <a:lnTo>
                  <a:pt x="962528" y="121670"/>
                </a:lnTo>
                <a:lnTo>
                  <a:pt x="962528" y="122558"/>
                </a:lnTo>
                <a:lnTo>
                  <a:pt x="962028" y="122558"/>
                </a:lnTo>
                <a:close/>
                <a:moveTo>
                  <a:pt x="963028" y="121670"/>
                </a:moveTo>
                <a:lnTo>
                  <a:pt x="964527" y="121670"/>
                </a:lnTo>
                <a:lnTo>
                  <a:pt x="964527" y="122558"/>
                </a:lnTo>
                <a:lnTo>
                  <a:pt x="963028" y="122558"/>
                </a:lnTo>
                <a:close/>
                <a:moveTo>
                  <a:pt x="895560" y="120782"/>
                </a:moveTo>
                <a:lnTo>
                  <a:pt x="899558" y="120782"/>
                </a:lnTo>
                <a:lnTo>
                  <a:pt x="899558" y="122558"/>
                </a:lnTo>
                <a:lnTo>
                  <a:pt x="895560" y="122558"/>
                </a:lnTo>
                <a:close/>
                <a:moveTo>
                  <a:pt x="924046" y="120782"/>
                </a:moveTo>
                <a:lnTo>
                  <a:pt x="925546" y="120782"/>
                </a:lnTo>
                <a:lnTo>
                  <a:pt x="925546" y="122558"/>
                </a:lnTo>
                <a:lnTo>
                  <a:pt x="924046" y="122558"/>
                </a:lnTo>
                <a:close/>
                <a:moveTo>
                  <a:pt x="960529" y="121670"/>
                </a:moveTo>
                <a:lnTo>
                  <a:pt x="961528" y="121670"/>
                </a:lnTo>
                <a:lnTo>
                  <a:pt x="961528" y="122558"/>
                </a:lnTo>
                <a:lnTo>
                  <a:pt x="960529" y="122558"/>
                </a:lnTo>
                <a:close/>
                <a:moveTo>
                  <a:pt x="919549" y="122558"/>
                </a:moveTo>
                <a:lnTo>
                  <a:pt x="920548" y="122558"/>
                </a:lnTo>
                <a:lnTo>
                  <a:pt x="920548" y="123446"/>
                </a:lnTo>
                <a:lnTo>
                  <a:pt x="919549" y="123446"/>
                </a:lnTo>
                <a:close/>
                <a:moveTo>
                  <a:pt x="924046" y="122558"/>
                </a:moveTo>
                <a:lnTo>
                  <a:pt x="925046" y="122558"/>
                </a:lnTo>
                <a:lnTo>
                  <a:pt x="925046" y="123446"/>
                </a:lnTo>
                <a:lnTo>
                  <a:pt x="924046" y="123446"/>
                </a:lnTo>
                <a:close/>
                <a:moveTo>
                  <a:pt x="952033" y="122558"/>
                </a:moveTo>
                <a:lnTo>
                  <a:pt x="953033" y="122558"/>
                </a:lnTo>
                <a:lnTo>
                  <a:pt x="953033" y="123446"/>
                </a:lnTo>
                <a:lnTo>
                  <a:pt x="952033" y="123446"/>
                </a:lnTo>
                <a:close/>
                <a:moveTo>
                  <a:pt x="942038" y="122558"/>
                </a:moveTo>
                <a:lnTo>
                  <a:pt x="942538" y="122558"/>
                </a:lnTo>
                <a:lnTo>
                  <a:pt x="942538" y="123446"/>
                </a:lnTo>
                <a:lnTo>
                  <a:pt x="942038" y="123446"/>
                </a:lnTo>
                <a:close/>
                <a:moveTo>
                  <a:pt x="938540" y="122558"/>
                </a:moveTo>
                <a:lnTo>
                  <a:pt x="939039" y="122558"/>
                </a:lnTo>
                <a:lnTo>
                  <a:pt x="939039" y="123446"/>
                </a:lnTo>
                <a:lnTo>
                  <a:pt x="938540" y="123446"/>
                </a:lnTo>
                <a:close/>
                <a:moveTo>
                  <a:pt x="964027" y="122558"/>
                </a:moveTo>
                <a:lnTo>
                  <a:pt x="964527" y="122558"/>
                </a:lnTo>
                <a:lnTo>
                  <a:pt x="964527" y="123446"/>
                </a:lnTo>
                <a:lnTo>
                  <a:pt x="964027" y="123446"/>
                </a:lnTo>
                <a:close/>
                <a:moveTo>
                  <a:pt x="939539" y="122558"/>
                </a:moveTo>
                <a:lnTo>
                  <a:pt x="940539" y="122558"/>
                </a:lnTo>
                <a:lnTo>
                  <a:pt x="940539" y="123446"/>
                </a:lnTo>
                <a:lnTo>
                  <a:pt x="939539" y="123446"/>
                </a:lnTo>
                <a:close/>
                <a:moveTo>
                  <a:pt x="937040" y="122558"/>
                </a:moveTo>
                <a:lnTo>
                  <a:pt x="938040" y="122558"/>
                </a:lnTo>
                <a:lnTo>
                  <a:pt x="938040" y="123446"/>
                </a:lnTo>
                <a:lnTo>
                  <a:pt x="937040" y="123446"/>
                </a:lnTo>
                <a:close/>
                <a:moveTo>
                  <a:pt x="941038" y="122558"/>
                </a:moveTo>
                <a:lnTo>
                  <a:pt x="941538" y="122558"/>
                </a:lnTo>
                <a:lnTo>
                  <a:pt x="941538" y="123446"/>
                </a:lnTo>
                <a:lnTo>
                  <a:pt x="941038" y="123446"/>
                </a:lnTo>
                <a:close/>
                <a:moveTo>
                  <a:pt x="961029" y="122558"/>
                </a:moveTo>
                <a:lnTo>
                  <a:pt x="962528" y="122558"/>
                </a:lnTo>
                <a:lnTo>
                  <a:pt x="962528" y="123446"/>
                </a:lnTo>
                <a:lnTo>
                  <a:pt x="961029" y="123446"/>
                </a:lnTo>
                <a:close/>
                <a:moveTo>
                  <a:pt x="947535" y="122558"/>
                </a:moveTo>
                <a:lnTo>
                  <a:pt x="951533" y="122558"/>
                </a:lnTo>
                <a:lnTo>
                  <a:pt x="951533" y="123446"/>
                </a:lnTo>
                <a:lnTo>
                  <a:pt x="947535" y="123446"/>
                </a:lnTo>
                <a:close/>
                <a:moveTo>
                  <a:pt x="965027" y="122558"/>
                </a:moveTo>
                <a:lnTo>
                  <a:pt x="966026" y="122558"/>
                </a:lnTo>
                <a:lnTo>
                  <a:pt x="966026" y="123446"/>
                </a:lnTo>
                <a:lnTo>
                  <a:pt x="965027" y="123446"/>
                </a:lnTo>
                <a:close/>
                <a:moveTo>
                  <a:pt x="943537" y="122558"/>
                </a:moveTo>
                <a:lnTo>
                  <a:pt x="944037" y="122558"/>
                </a:lnTo>
                <a:lnTo>
                  <a:pt x="944037" y="123446"/>
                </a:lnTo>
                <a:lnTo>
                  <a:pt x="943537" y="123446"/>
                </a:lnTo>
                <a:close/>
                <a:moveTo>
                  <a:pt x="959030" y="122558"/>
                </a:moveTo>
                <a:lnTo>
                  <a:pt x="960529" y="122558"/>
                </a:lnTo>
                <a:lnTo>
                  <a:pt x="960529" y="123446"/>
                </a:lnTo>
                <a:lnTo>
                  <a:pt x="959030" y="123446"/>
                </a:lnTo>
                <a:close/>
                <a:moveTo>
                  <a:pt x="895560" y="122558"/>
                </a:moveTo>
                <a:lnTo>
                  <a:pt x="901557" y="122558"/>
                </a:lnTo>
                <a:lnTo>
                  <a:pt x="901557" y="123446"/>
                </a:lnTo>
                <a:lnTo>
                  <a:pt x="895560" y="123446"/>
                </a:lnTo>
                <a:close/>
                <a:moveTo>
                  <a:pt x="921048" y="122558"/>
                </a:moveTo>
                <a:lnTo>
                  <a:pt x="921548" y="122558"/>
                </a:lnTo>
                <a:lnTo>
                  <a:pt x="921548" y="123446"/>
                </a:lnTo>
                <a:lnTo>
                  <a:pt x="921048" y="123446"/>
                </a:lnTo>
                <a:close/>
                <a:moveTo>
                  <a:pt x="925546" y="122558"/>
                </a:moveTo>
                <a:lnTo>
                  <a:pt x="926046" y="122558"/>
                </a:lnTo>
                <a:lnTo>
                  <a:pt x="926046" y="123446"/>
                </a:lnTo>
                <a:lnTo>
                  <a:pt x="925546" y="123446"/>
                </a:lnTo>
                <a:close/>
                <a:moveTo>
                  <a:pt x="922047" y="122558"/>
                </a:moveTo>
                <a:lnTo>
                  <a:pt x="922547" y="122558"/>
                </a:lnTo>
                <a:lnTo>
                  <a:pt x="922547" y="123446"/>
                </a:lnTo>
                <a:lnTo>
                  <a:pt x="922047" y="123446"/>
                </a:lnTo>
                <a:close/>
                <a:moveTo>
                  <a:pt x="730639" y="122558"/>
                </a:moveTo>
                <a:lnTo>
                  <a:pt x="731139" y="122558"/>
                </a:lnTo>
                <a:lnTo>
                  <a:pt x="731139" y="123446"/>
                </a:lnTo>
                <a:lnTo>
                  <a:pt x="730639" y="123446"/>
                </a:lnTo>
                <a:close/>
                <a:moveTo>
                  <a:pt x="960029" y="123446"/>
                </a:moveTo>
                <a:lnTo>
                  <a:pt x="960529" y="123446"/>
                </a:lnTo>
                <a:lnTo>
                  <a:pt x="960529" y="124334"/>
                </a:lnTo>
                <a:lnTo>
                  <a:pt x="960029" y="124334"/>
                </a:lnTo>
                <a:close/>
                <a:moveTo>
                  <a:pt x="895560" y="123446"/>
                </a:moveTo>
                <a:lnTo>
                  <a:pt x="900558" y="123446"/>
                </a:lnTo>
                <a:lnTo>
                  <a:pt x="900558" y="124334"/>
                </a:lnTo>
                <a:lnTo>
                  <a:pt x="895560" y="124334"/>
                </a:lnTo>
                <a:close/>
                <a:moveTo>
                  <a:pt x="963028" y="122558"/>
                </a:moveTo>
                <a:lnTo>
                  <a:pt x="963528" y="122558"/>
                </a:lnTo>
                <a:lnTo>
                  <a:pt x="963528" y="124334"/>
                </a:lnTo>
                <a:lnTo>
                  <a:pt x="963028" y="124334"/>
                </a:lnTo>
                <a:close/>
                <a:moveTo>
                  <a:pt x="919549" y="123446"/>
                </a:moveTo>
                <a:lnTo>
                  <a:pt x="920048" y="123446"/>
                </a:lnTo>
                <a:lnTo>
                  <a:pt x="920048" y="124334"/>
                </a:lnTo>
                <a:lnTo>
                  <a:pt x="919549" y="124334"/>
                </a:lnTo>
                <a:close/>
                <a:moveTo>
                  <a:pt x="920548" y="123446"/>
                </a:moveTo>
                <a:lnTo>
                  <a:pt x="924546" y="123446"/>
                </a:lnTo>
                <a:lnTo>
                  <a:pt x="924546" y="124334"/>
                </a:lnTo>
                <a:lnTo>
                  <a:pt x="920548" y="124334"/>
                </a:lnTo>
                <a:close/>
                <a:moveTo>
                  <a:pt x="901557" y="123446"/>
                </a:moveTo>
                <a:lnTo>
                  <a:pt x="902057" y="123446"/>
                </a:lnTo>
                <a:lnTo>
                  <a:pt x="902057" y="124334"/>
                </a:lnTo>
                <a:lnTo>
                  <a:pt x="901557" y="124334"/>
                </a:lnTo>
                <a:close/>
                <a:moveTo>
                  <a:pt x="925546" y="123446"/>
                </a:moveTo>
                <a:lnTo>
                  <a:pt x="926545" y="123446"/>
                </a:lnTo>
                <a:lnTo>
                  <a:pt x="926545" y="124334"/>
                </a:lnTo>
                <a:lnTo>
                  <a:pt x="925546" y="124334"/>
                </a:lnTo>
                <a:close/>
                <a:moveTo>
                  <a:pt x="965027" y="123446"/>
                </a:moveTo>
                <a:lnTo>
                  <a:pt x="965527" y="123446"/>
                </a:lnTo>
                <a:lnTo>
                  <a:pt x="965527" y="124334"/>
                </a:lnTo>
                <a:lnTo>
                  <a:pt x="965027" y="124334"/>
                </a:lnTo>
                <a:close/>
                <a:moveTo>
                  <a:pt x="952533" y="123446"/>
                </a:moveTo>
                <a:lnTo>
                  <a:pt x="953532" y="123446"/>
                </a:lnTo>
                <a:lnTo>
                  <a:pt x="953532" y="124334"/>
                </a:lnTo>
                <a:lnTo>
                  <a:pt x="952533" y="124334"/>
                </a:lnTo>
                <a:close/>
                <a:moveTo>
                  <a:pt x="961029" y="123446"/>
                </a:moveTo>
                <a:lnTo>
                  <a:pt x="961528" y="123446"/>
                </a:lnTo>
                <a:lnTo>
                  <a:pt x="961528" y="124334"/>
                </a:lnTo>
                <a:lnTo>
                  <a:pt x="961029" y="124334"/>
                </a:lnTo>
                <a:close/>
                <a:moveTo>
                  <a:pt x="943037" y="123446"/>
                </a:moveTo>
                <a:lnTo>
                  <a:pt x="943537" y="123446"/>
                </a:lnTo>
                <a:lnTo>
                  <a:pt x="943537" y="124334"/>
                </a:lnTo>
                <a:lnTo>
                  <a:pt x="943037" y="124334"/>
                </a:lnTo>
                <a:close/>
                <a:moveTo>
                  <a:pt x="937040" y="123446"/>
                </a:moveTo>
                <a:lnTo>
                  <a:pt x="940039" y="123446"/>
                </a:lnTo>
                <a:lnTo>
                  <a:pt x="940039" y="124334"/>
                </a:lnTo>
                <a:lnTo>
                  <a:pt x="937040" y="124334"/>
                </a:lnTo>
                <a:close/>
                <a:moveTo>
                  <a:pt x="940539" y="123446"/>
                </a:moveTo>
                <a:lnTo>
                  <a:pt x="941538" y="123446"/>
                </a:lnTo>
                <a:lnTo>
                  <a:pt x="941538" y="124334"/>
                </a:lnTo>
                <a:lnTo>
                  <a:pt x="940539" y="124334"/>
                </a:lnTo>
                <a:close/>
                <a:moveTo>
                  <a:pt x="963028" y="124334"/>
                </a:moveTo>
                <a:lnTo>
                  <a:pt x="965527" y="124334"/>
                </a:lnTo>
                <a:lnTo>
                  <a:pt x="965527" y="125222"/>
                </a:lnTo>
                <a:lnTo>
                  <a:pt x="963028" y="125222"/>
                </a:lnTo>
                <a:close/>
                <a:moveTo>
                  <a:pt x="925046" y="124334"/>
                </a:moveTo>
                <a:lnTo>
                  <a:pt x="925546" y="124334"/>
                </a:lnTo>
                <a:lnTo>
                  <a:pt x="925546" y="125222"/>
                </a:lnTo>
                <a:lnTo>
                  <a:pt x="925046" y="125222"/>
                </a:lnTo>
                <a:close/>
                <a:moveTo>
                  <a:pt x="937540" y="124334"/>
                </a:moveTo>
                <a:lnTo>
                  <a:pt x="938040" y="124334"/>
                </a:lnTo>
                <a:lnTo>
                  <a:pt x="938040" y="125222"/>
                </a:lnTo>
                <a:lnTo>
                  <a:pt x="937540" y="125222"/>
                </a:lnTo>
                <a:close/>
                <a:moveTo>
                  <a:pt x="952533" y="124334"/>
                </a:moveTo>
                <a:lnTo>
                  <a:pt x="953033" y="124334"/>
                </a:lnTo>
                <a:lnTo>
                  <a:pt x="953033" y="125222"/>
                </a:lnTo>
                <a:lnTo>
                  <a:pt x="952533" y="125222"/>
                </a:lnTo>
                <a:close/>
                <a:moveTo>
                  <a:pt x="923047" y="124334"/>
                </a:moveTo>
                <a:lnTo>
                  <a:pt x="924546" y="124334"/>
                </a:lnTo>
                <a:lnTo>
                  <a:pt x="924546" y="125222"/>
                </a:lnTo>
                <a:lnTo>
                  <a:pt x="923047" y="125222"/>
                </a:lnTo>
                <a:close/>
                <a:moveTo>
                  <a:pt x="895560" y="124334"/>
                </a:moveTo>
                <a:lnTo>
                  <a:pt x="899558" y="124334"/>
                </a:lnTo>
                <a:lnTo>
                  <a:pt x="899558" y="125222"/>
                </a:lnTo>
                <a:lnTo>
                  <a:pt x="895560" y="125222"/>
                </a:lnTo>
                <a:close/>
                <a:moveTo>
                  <a:pt x="936540" y="124334"/>
                </a:moveTo>
                <a:lnTo>
                  <a:pt x="937040" y="124334"/>
                </a:lnTo>
                <a:lnTo>
                  <a:pt x="937040" y="125222"/>
                </a:lnTo>
                <a:lnTo>
                  <a:pt x="936540" y="125222"/>
                </a:lnTo>
                <a:close/>
                <a:moveTo>
                  <a:pt x="960529" y="124334"/>
                </a:moveTo>
                <a:lnTo>
                  <a:pt x="961528" y="124334"/>
                </a:lnTo>
                <a:lnTo>
                  <a:pt x="961528" y="125222"/>
                </a:lnTo>
                <a:lnTo>
                  <a:pt x="960529" y="125222"/>
                </a:lnTo>
                <a:close/>
                <a:moveTo>
                  <a:pt x="959529" y="124334"/>
                </a:moveTo>
                <a:lnTo>
                  <a:pt x="960029" y="124334"/>
                </a:lnTo>
                <a:lnTo>
                  <a:pt x="960029" y="125222"/>
                </a:lnTo>
                <a:lnTo>
                  <a:pt x="959529" y="125222"/>
                </a:lnTo>
                <a:close/>
                <a:moveTo>
                  <a:pt x="920548" y="124334"/>
                </a:moveTo>
                <a:lnTo>
                  <a:pt x="922547" y="124334"/>
                </a:lnTo>
                <a:lnTo>
                  <a:pt x="922547" y="125222"/>
                </a:lnTo>
                <a:lnTo>
                  <a:pt x="920548" y="125222"/>
                </a:lnTo>
                <a:close/>
                <a:moveTo>
                  <a:pt x="947535" y="123446"/>
                </a:moveTo>
                <a:lnTo>
                  <a:pt x="952033" y="123446"/>
                </a:lnTo>
                <a:lnTo>
                  <a:pt x="952033" y="125222"/>
                </a:lnTo>
                <a:lnTo>
                  <a:pt x="947535" y="125222"/>
                </a:lnTo>
                <a:close/>
                <a:moveTo>
                  <a:pt x="940539" y="124334"/>
                </a:moveTo>
                <a:lnTo>
                  <a:pt x="942038" y="124334"/>
                </a:lnTo>
                <a:lnTo>
                  <a:pt x="942038" y="125222"/>
                </a:lnTo>
                <a:lnTo>
                  <a:pt x="940539" y="125222"/>
                </a:lnTo>
                <a:close/>
                <a:moveTo>
                  <a:pt x="962028" y="123446"/>
                </a:moveTo>
                <a:lnTo>
                  <a:pt x="962528" y="123446"/>
                </a:lnTo>
                <a:lnTo>
                  <a:pt x="962528" y="125222"/>
                </a:lnTo>
                <a:lnTo>
                  <a:pt x="962028" y="125222"/>
                </a:lnTo>
                <a:close/>
                <a:moveTo>
                  <a:pt x="901057" y="124334"/>
                </a:moveTo>
                <a:lnTo>
                  <a:pt x="902057" y="124334"/>
                </a:lnTo>
                <a:lnTo>
                  <a:pt x="902057" y="125222"/>
                </a:lnTo>
                <a:lnTo>
                  <a:pt x="901057" y="125222"/>
                </a:lnTo>
                <a:close/>
                <a:moveTo>
                  <a:pt x="942538" y="124334"/>
                </a:moveTo>
                <a:lnTo>
                  <a:pt x="943537" y="124334"/>
                </a:lnTo>
                <a:lnTo>
                  <a:pt x="943537" y="125222"/>
                </a:lnTo>
                <a:lnTo>
                  <a:pt x="942538" y="125222"/>
                </a:lnTo>
                <a:close/>
                <a:moveTo>
                  <a:pt x="939039" y="124334"/>
                </a:moveTo>
                <a:lnTo>
                  <a:pt x="940039" y="124334"/>
                </a:lnTo>
                <a:lnTo>
                  <a:pt x="940039" y="125222"/>
                </a:lnTo>
                <a:lnTo>
                  <a:pt x="939039" y="125222"/>
                </a:lnTo>
                <a:close/>
                <a:moveTo>
                  <a:pt x="939539" y="125222"/>
                </a:moveTo>
                <a:lnTo>
                  <a:pt x="941538" y="125222"/>
                </a:lnTo>
                <a:lnTo>
                  <a:pt x="941538" y="126110"/>
                </a:lnTo>
                <a:lnTo>
                  <a:pt x="939539" y="126110"/>
                </a:lnTo>
                <a:close/>
                <a:moveTo>
                  <a:pt x="960029" y="125222"/>
                </a:moveTo>
                <a:lnTo>
                  <a:pt x="960529" y="125222"/>
                </a:lnTo>
                <a:lnTo>
                  <a:pt x="960529" y="126110"/>
                </a:lnTo>
                <a:lnTo>
                  <a:pt x="960029" y="126110"/>
                </a:lnTo>
                <a:close/>
                <a:moveTo>
                  <a:pt x="922547" y="125222"/>
                </a:moveTo>
                <a:lnTo>
                  <a:pt x="923547" y="125222"/>
                </a:lnTo>
                <a:lnTo>
                  <a:pt x="923547" y="126110"/>
                </a:lnTo>
                <a:lnTo>
                  <a:pt x="922547" y="126110"/>
                </a:lnTo>
                <a:close/>
                <a:moveTo>
                  <a:pt x="961029" y="125222"/>
                </a:moveTo>
                <a:lnTo>
                  <a:pt x="962028" y="125222"/>
                </a:lnTo>
                <a:lnTo>
                  <a:pt x="962028" y="126110"/>
                </a:lnTo>
                <a:lnTo>
                  <a:pt x="961029" y="126110"/>
                </a:lnTo>
                <a:close/>
                <a:moveTo>
                  <a:pt x="927045" y="125222"/>
                </a:moveTo>
                <a:lnTo>
                  <a:pt x="927545" y="125222"/>
                </a:lnTo>
                <a:lnTo>
                  <a:pt x="927545" y="126110"/>
                </a:lnTo>
                <a:lnTo>
                  <a:pt x="927045" y="126110"/>
                </a:lnTo>
                <a:close/>
                <a:moveTo>
                  <a:pt x="895560" y="125222"/>
                </a:moveTo>
                <a:lnTo>
                  <a:pt x="901557" y="125222"/>
                </a:lnTo>
                <a:lnTo>
                  <a:pt x="901557" y="126110"/>
                </a:lnTo>
                <a:lnTo>
                  <a:pt x="895560" y="126110"/>
                </a:lnTo>
                <a:close/>
                <a:moveTo>
                  <a:pt x="926046" y="125222"/>
                </a:moveTo>
                <a:lnTo>
                  <a:pt x="926545" y="125222"/>
                </a:lnTo>
                <a:lnTo>
                  <a:pt x="926545" y="126110"/>
                </a:lnTo>
                <a:lnTo>
                  <a:pt x="926046" y="126110"/>
                </a:lnTo>
                <a:close/>
                <a:moveTo>
                  <a:pt x="962528" y="125222"/>
                </a:moveTo>
                <a:lnTo>
                  <a:pt x="963528" y="125222"/>
                </a:lnTo>
                <a:lnTo>
                  <a:pt x="963528" y="126110"/>
                </a:lnTo>
                <a:lnTo>
                  <a:pt x="962528" y="126110"/>
                </a:lnTo>
                <a:close/>
                <a:moveTo>
                  <a:pt x="920048" y="125222"/>
                </a:moveTo>
                <a:lnTo>
                  <a:pt x="921048" y="125222"/>
                </a:lnTo>
                <a:lnTo>
                  <a:pt x="921048" y="126110"/>
                </a:lnTo>
                <a:lnTo>
                  <a:pt x="920048" y="126110"/>
                </a:lnTo>
                <a:close/>
                <a:moveTo>
                  <a:pt x="924046" y="125222"/>
                </a:moveTo>
                <a:lnTo>
                  <a:pt x="925546" y="125222"/>
                </a:lnTo>
                <a:lnTo>
                  <a:pt x="925546" y="126110"/>
                </a:lnTo>
                <a:lnTo>
                  <a:pt x="924046" y="126110"/>
                </a:lnTo>
                <a:close/>
                <a:moveTo>
                  <a:pt x="964527" y="125222"/>
                </a:moveTo>
                <a:lnTo>
                  <a:pt x="966026" y="125222"/>
                </a:lnTo>
                <a:lnTo>
                  <a:pt x="966026" y="126110"/>
                </a:lnTo>
                <a:lnTo>
                  <a:pt x="964527" y="126110"/>
                </a:lnTo>
                <a:close/>
                <a:moveTo>
                  <a:pt x="952033" y="125222"/>
                </a:moveTo>
                <a:lnTo>
                  <a:pt x="953532" y="125222"/>
                </a:lnTo>
                <a:lnTo>
                  <a:pt x="953532" y="126110"/>
                </a:lnTo>
                <a:lnTo>
                  <a:pt x="952033" y="126110"/>
                </a:lnTo>
                <a:close/>
                <a:moveTo>
                  <a:pt x="947535" y="125222"/>
                </a:moveTo>
                <a:lnTo>
                  <a:pt x="951533" y="125222"/>
                </a:lnTo>
                <a:lnTo>
                  <a:pt x="951533" y="126110"/>
                </a:lnTo>
                <a:lnTo>
                  <a:pt x="947535" y="126110"/>
                </a:lnTo>
                <a:close/>
                <a:moveTo>
                  <a:pt x="936540" y="125222"/>
                </a:moveTo>
                <a:lnTo>
                  <a:pt x="938540" y="125222"/>
                </a:lnTo>
                <a:lnTo>
                  <a:pt x="938540" y="126110"/>
                </a:lnTo>
                <a:lnTo>
                  <a:pt x="936540" y="126110"/>
                </a:lnTo>
                <a:close/>
                <a:moveTo>
                  <a:pt x="920048" y="126110"/>
                </a:moveTo>
                <a:lnTo>
                  <a:pt x="920548" y="126110"/>
                </a:lnTo>
                <a:lnTo>
                  <a:pt x="920548" y="126998"/>
                </a:lnTo>
                <a:lnTo>
                  <a:pt x="920048" y="126998"/>
                </a:lnTo>
                <a:close/>
                <a:moveTo>
                  <a:pt x="961528" y="126110"/>
                </a:moveTo>
                <a:lnTo>
                  <a:pt x="962028" y="126110"/>
                </a:lnTo>
                <a:lnTo>
                  <a:pt x="962028" y="126998"/>
                </a:lnTo>
                <a:lnTo>
                  <a:pt x="961528" y="126998"/>
                </a:lnTo>
                <a:close/>
                <a:moveTo>
                  <a:pt x="922047" y="126110"/>
                </a:moveTo>
                <a:lnTo>
                  <a:pt x="923047" y="126110"/>
                </a:lnTo>
                <a:lnTo>
                  <a:pt x="923047" y="126998"/>
                </a:lnTo>
                <a:lnTo>
                  <a:pt x="922047" y="126998"/>
                </a:lnTo>
                <a:close/>
                <a:moveTo>
                  <a:pt x="925546" y="126110"/>
                </a:moveTo>
                <a:lnTo>
                  <a:pt x="928045" y="126110"/>
                </a:lnTo>
                <a:lnTo>
                  <a:pt x="928045" y="126998"/>
                </a:lnTo>
                <a:lnTo>
                  <a:pt x="925546" y="126998"/>
                </a:lnTo>
                <a:close/>
                <a:moveTo>
                  <a:pt x="923547" y="126110"/>
                </a:moveTo>
                <a:lnTo>
                  <a:pt x="924546" y="126110"/>
                </a:lnTo>
                <a:lnTo>
                  <a:pt x="924546" y="126998"/>
                </a:lnTo>
                <a:lnTo>
                  <a:pt x="923547" y="126998"/>
                </a:lnTo>
                <a:close/>
                <a:moveTo>
                  <a:pt x="959529" y="126110"/>
                </a:moveTo>
                <a:lnTo>
                  <a:pt x="961029" y="126110"/>
                </a:lnTo>
                <a:lnTo>
                  <a:pt x="961029" y="126998"/>
                </a:lnTo>
                <a:lnTo>
                  <a:pt x="959529" y="126998"/>
                </a:lnTo>
                <a:close/>
                <a:moveTo>
                  <a:pt x="940539" y="126110"/>
                </a:moveTo>
                <a:lnTo>
                  <a:pt x="941538" y="126110"/>
                </a:lnTo>
                <a:lnTo>
                  <a:pt x="941538" y="126998"/>
                </a:lnTo>
                <a:lnTo>
                  <a:pt x="940539" y="126998"/>
                </a:lnTo>
                <a:close/>
                <a:moveTo>
                  <a:pt x="963528" y="126110"/>
                </a:moveTo>
                <a:lnTo>
                  <a:pt x="964527" y="126110"/>
                </a:lnTo>
                <a:lnTo>
                  <a:pt x="964527" y="126998"/>
                </a:lnTo>
                <a:lnTo>
                  <a:pt x="963528" y="126998"/>
                </a:lnTo>
                <a:close/>
                <a:moveTo>
                  <a:pt x="947535" y="126110"/>
                </a:moveTo>
                <a:lnTo>
                  <a:pt x="953033" y="126110"/>
                </a:lnTo>
                <a:lnTo>
                  <a:pt x="953033" y="126998"/>
                </a:lnTo>
                <a:lnTo>
                  <a:pt x="947535" y="126998"/>
                </a:lnTo>
                <a:close/>
                <a:moveTo>
                  <a:pt x="895560" y="126110"/>
                </a:moveTo>
                <a:lnTo>
                  <a:pt x="899558" y="126110"/>
                </a:lnTo>
                <a:lnTo>
                  <a:pt x="899558" y="126998"/>
                </a:lnTo>
                <a:lnTo>
                  <a:pt x="895560" y="126998"/>
                </a:lnTo>
                <a:close/>
                <a:moveTo>
                  <a:pt x="937040" y="126110"/>
                </a:moveTo>
                <a:lnTo>
                  <a:pt x="938040" y="126110"/>
                </a:lnTo>
                <a:lnTo>
                  <a:pt x="938040" y="126998"/>
                </a:lnTo>
                <a:lnTo>
                  <a:pt x="937040" y="126998"/>
                </a:lnTo>
                <a:close/>
                <a:moveTo>
                  <a:pt x="966026" y="126110"/>
                </a:moveTo>
                <a:lnTo>
                  <a:pt x="967026" y="126110"/>
                </a:lnTo>
                <a:lnTo>
                  <a:pt x="967026" y="126998"/>
                </a:lnTo>
                <a:lnTo>
                  <a:pt x="966026" y="126998"/>
                </a:lnTo>
                <a:close/>
                <a:moveTo>
                  <a:pt x="942038" y="125222"/>
                </a:moveTo>
                <a:lnTo>
                  <a:pt x="943037" y="125222"/>
                </a:lnTo>
                <a:lnTo>
                  <a:pt x="943037" y="126998"/>
                </a:lnTo>
                <a:lnTo>
                  <a:pt x="942038" y="126998"/>
                </a:lnTo>
                <a:close/>
                <a:moveTo>
                  <a:pt x="935541" y="126110"/>
                </a:moveTo>
                <a:lnTo>
                  <a:pt x="936540" y="126110"/>
                </a:lnTo>
                <a:lnTo>
                  <a:pt x="936540" y="126998"/>
                </a:lnTo>
                <a:lnTo>
                  <a:pt x="935541" y="126998"/>
                </a:lnTo>
                <a:close/>
                <a:moveTo>
                  <a:pt x="901057" y="126110"/>
                </a:moveTo>
                <a:lnTo>
                  <a:pt x="902057" y="126110"/>
                </a:lnTo>
                <a:lnTo>
                  <a:pt x="902057" y="126998"/>
                </a:lnTo>
                <a:lnTo>
                  <a:pt x="901057" y="126998"/>
                </a:lnTo>
                <a:close/>
                <a:moveTo>
                  <a:pt x="939039" y="126110"/>
                </a:moveTo>
                <a:lnTo>
                  <a:pt x="940039" y="126110"/>
                </a:lnTo>
                <a:lnTo>
                  <a:pt x="940039" y="126998"/>
                </a:lnTo>
                <a:lnTo>
                  <a:pt x="939039" y="126998"/>
                </a:lnTo>
                <a:close/>
                <a:moveTo>
                  <a:pt x="962528" y="126110"/>
                </a:moveTo>
                <a:lnTo>
                  <a:pt x="963028" y="126110"/>
                </a:lnTo>
                <a:lnTo>
                  <a:pt x="963028" y="126998"/>
                </a:lnTo>
                <a:lnTo>
                  <a:pt x="962528" y="126998"/>
                </a:lnTo>
                <a:close/>
                <a:moveTo>
                  <a:pt x="924046" y="126998"/>
                </a:moveTo>
                <a:lnTo>
                  <a:pt x="925046" y="126998"/>
                </a:lnTo>
                <a:lnTo>
                  <a:pt x="925046" y="127886"/>
                </a:lnTo>
                <a:lnTo>
                  <a:pt x="924046" y="127886"/>
                </a:lnTo>
                <a:close/>
                <a:moveTo>
                  <a:pt x="960029" y="126998"/>
                </a:moveTo>
                <a:lnTo>
                  <a:pt x="960529" y="126998"/>
                </a:lnTo>
                <a:lnTo>
                  <a:pt x="960529" y="127886"/>
                </a:lnTo>
                <a:lnTo>
                  <a:pt x="960029" y="127886"/>
                </a:lnTo>
                <a:close/>
                <a:moveTo>
                  <a:pt x="927045" y="126998"/>
                </a:moveTo>
                <a:lnTo>
                  <a:pt x="929044" y="126998"/>
                </a:lnTo>
                <a:lnTo>
                  <a:pt x="929044" y="127886"/>
                </a:lnTo>
                <a:lnTo>
                  <a:pt x="927045" y="127886"/>
                </a:lnTo>
                <a:close/>
                <a:moveTo>
                  <a:pt x="937040" y="126998"/>
                </a:moveTo>
                <a:lnTo>
                  <a:pt x="939039" y="126998"/>
                </a:lnTo>
                <a:lnTo>
                  <a:pt x="939039" y="127886"/>
                </a:lnTo>
                <a:lnTo>
                  <a:pt x="937040" y="127886"/>
                </a:lnTo>
                <a:close/>
                <a:moveTo>
                  <a:pt x="965027" y="126998"/>
                </a:moveTo>
                <a:lnTo>
                  <a:pt x="965527" y="126998"/>
                </a:lnTo>
                <a:lnTo>
                  <a:pt x="965527" y="127886"/>
                </a:lnTo>
                <a:lnTo>
                  <a:pt x="965027" y="127886"/>
                </a:lnTo>
                <a:close/>
                <a:moveTo>
                  <a:pt x="926046" y="126998"/>
                </a:moveTo>
                <a:lnTo>
                  <a:pt x="926545" y="126998"/>
                </a:lnTo>
                <a:lnTo>
                  <a:pt x="926545" y="127886"/>
                </a:lnTo>
                <a:lnTo>
                  <a:pt x="926046" y="127886"/>
                </a:lnTo>
                <a:close/>
                <a:moveTo>
                  <a:pt x="939539" y="126998"/>
                </a:moveTo>
                <a:lnTo>
                  <a:pt x="942038" y="126998"/>
                </a:lnTo>
                <a:lnTo>
                  <a:pt x="942038" y="127886"/>
                </a:lnTo>
                <a:lnTo>
                  <a:pt x="939539" y="127886"/>
                </a:lnTo>
                <a:close/>
                <a:moveTo>
                  <a:pt x="961029" y="126998"/>
                </a:moveTo>
                <a:lnTo>
                  <a:pt x="962528" y="126998"/>
                </a:lnTo>
                <a:lnTo>
                  <a:pt x="962528" y="127886"/>
                </a:lnTo>
                <a:lnTo>
                  <a:pt x="961029" y="127886"/>
                </a:lnTo>
                <a:close/>
                <a:moveTo>
                  <a:pt x="895560" y="126998"/>
                </a:moveTo>
                <a:lnTo>
                  <a:pt x="901057" y="126998"/>
                </a:lnTo>
                <a:lnTo>
                  <a:pt x="901057" y="127886"/>
                </a:lnTo>
                <a:lnTo>
                  <a:pt x="895560" y="127886"/>
                </a:lnTo>
                <a:close/>
                <a:moveTo>
                  <a:pt x="966526" y="126998"/>
                </a:moveTo>
                <a:lnTo>
                  <a:pt x="967026" y="126998"/>
                </a:lnTo>
                <a:lnTo>
                  <a:pt x="967026" y="127886"/>
                </a:lnTo>
                <a:lnTo>
                  <a:pt x="966526" y="127886"/>
                </a:lnTo>
                <a:close/>
                <a:moveTo>
                  <a:pt x="923047" y="126998"/>
                </a:moveTo>
                <a:lnTo>
                  <a:pt x="923547" y="126998"/>
                </a:lnTo>
                <a:lnTo>
                  <a:pt x="923547" y="127886"/>
                </a:lnTo>
                <a:lnTo>
                  <a:pt x="923047" y="127886"/>
                </a:lnTo>
                <a:close/>
                <a:moveTo>
                  <a:pt x="934541" y="126998"/>
                </a:moveTo>
                <a:lnTo>
                  <a:pt x="936540" y="126998"/>
                </a:lnTo>
                <a:lnTo>
                  <a:pt x="936540" y="127886"/>
                </a:lnTo>
                <a:lnTo>
                  <a:pt x="934541" y="127886"/>
                </a:lnTo>
                <a:close/>
                <a:moveTo>
                  <a:pt x="942538" y="126998"/>
                </a:moveTo>
                <a:lnTo>
                  <a:pt x="943037" y="126998"/>
                </a:lnTo>
                <a:lnTo>
                  <a:pt x="943037" y="127886"/>
                </a:lnTo>
                <a:lnTo>
                  <a:pt x="942538" y="127886"/>
                </a:lnTo>
                <a:close/>
                <a:moveTo>
                  <a:pt x="920548" y="126998"/>
                </a:moveTo>
                <a:lnTo>
                  <a:pt x="922547" y="126998"/>
                </a:lnTo>
                <a:lnTo>
                  <a:pt x="922547" y="127886"/>
                </a:lnTo>
                <a:lnTo>
                  <a:pt x="920548" y="127886"/>
                </a:lnTo>
                <a:close/>
                <a:moveTo>
                  <a:pt x="947535" y="126998"/>
                </a:moveTo>
                <a:lnTo>
                  <a:pt x="952033" y="126998"/>
                </a:lnTo>
                <a:lnTo>
                  <a:pt x="952033" y="127886"/>
                </a:lnTo>
                <a:lnTo>
                  <a:pt x="947535" y="127886"/>
                </a:lnTo>
                <a:close/>
                <a:moveTo>
                  <a:pt x="963528" y="126998"/>
                </a:moveTo>
                <a:lnTo>
                  <a:pt x="964027" y="126998"/>
                </a:lnTo>
                <a:lnTo>
                  <a:pt x="964027" y="127886"/>
                </a:lnTo>
                <a:lnTo>
                  <a:pt x="963528" y="127886"/>
                </a:lnTo>
                <a:close/>
                <a:moveTo>
                  <a:pt x="928045" y="127886"/>
                </a:moveTo>
                <a:lnTo>
                  <a:pt x="928544" y="127886"/>
                </a:lnTo>
                <a:lnTo>
                  <a:pt x="928544" y="128774"/>
                </a:lnTo>
                <a:lnTo>
                  <a:pt x="928045" y="128774"/>
                </a:lnTo>
                <a:close/>
                <a:moveTo>
                  <a:pt x="933542" y="127886"/>
                </a:moveTo>
                <a:lnTo>
                  <a:pt x="934541" y="127886"/>
                </a:lnTo>
                <a:lnTo>
                  <a:pt x="934541" y="128774"/>
                </a:lnTo>
                <a:lnTo>
                  <a:pt x="933542" y="128774"/>
                </a:lnTo>
                <a:close/>
                <a:moveTo>
                  <a:pt x="940039" y="127886"/>
                </a:moveTo>
                <a:lnTo>
                  <a:pt x="941038" y="127886"/>
                </a:lnTo>
                <a:lnTo>
                  <a:pt x="941038" y="128774"/>
                </a:lnTo>
                <a:lnTo>
                  <a:pt x="940039" y="128774"/>
                </a:lnTo>
                <a:close/>
                <a:moveTo>
                  <a:pt x="962028" y="127886"/>
                </a:moveTo>
                <a:lnTo>
                  <a:pt x="963028" y="127886"/>
                </a:lnTo>
                <a:lnTo>
                  <a:pt x="963028" y="128774"/>
                </a:lnTo>
                <a:lnTo>
                  <a:pt x="962028" y="128774"/>
                </a:lnTo>
                <a:close/>
                <a:moveTo>
                  <a:pt x="930044" y="127886"/>
                </a:moveTo>
                <a:lnTo>
                  <a:pt x="930543" y="127886"/>
                </a:lnTo>
                <a:lnTo>
                  <a:pt x="930543" y="128774"/>
                </a:lnTo>
                <a:lnTo>
                  <a:pt x="930044" y="128774"/>
                </a:lnTo>
                <a:close/>
                <a:moveTo>
                  <a:pt x="922047" y="127886"/>
                </a:moveTo>
                <a:lnTo>
                  <a:pt x="923047" y="127886"/>
                </a:lnTo>
                <a:lnTo>
                  <a:pt x="923047" y="128774"/>
                </a:lnTo>
                <a:lnTo>
                  <a:pt x="922047" y="128774"/>
                </a:lnTo>
                <a:close/>
                <a:moveTo>
                  <a:pt x="963528" y="127886"/>
                </a:moveTo>
                <a:lnTo>
                  <a:pt x="967526" y="127886"/>
                </a:lnTo>
                <a:lnTo>
                  <a:pt x="967526" y="128774"/>
                </a:lnTo>
                <a:lnTo>
                  <a:pt x="963528" y="128774"/>
                </a:lnTo>
                <a:close/>
                <a:moveTo>
                  <a:pt x="960029" y="127886"/>
                </a:moveTo>
                <a:lnTo>
                  <a:pt x="961029" y="127886"/>
                </a:lnTo>
                <a:lnTo>
                  <a:pt x="961029" y="128774"/>
                </a:lnTo>
                <a:lnTo>
                  <a:pt x="960029" y="128774"/>
                </a:lnTo>
                <a:close/>
                <a:moveTo>
                  <a:pt x="923547" y="127886"/>
                </a:moveTo>
                <a:lnTo>
                  <a:pt x="927545" y="127886"/>
                </a:lnTo>
                <a:lnTo>
                  <a:pt x="927545" y="128774"/>
                </a:lnTo>
                <a:lnTo>
                  <a:pt x="923547" y="128774"/>
                </a:lnTo>
                <a:close/>
                <a:moveTo>
                  <a:pt x="933042" y="128774"/>
                </a:moveTo>
                <a:lnTo>
                  <a:pt x="935041" y="128774"/>
                </a:lnTo>
                <a:lnTo>
                  <a:pt x="935041" y="129663"/>
                </a:lnTo>
                <a:lnTo>
                  <a:pt x="933042" y="129663"/>
                </a:lnTo>
                <a:close/>
                <a:moveTo>
                  <a:pt x="962528" y="128774"/>
                </a:moveTo>
                <a:lnTo>
                  <a:pt x="967526" y="128774"/>
                </a:lnTo>
                <a:lnTo>
                  <a:pt x="967526" y="129663"/>
                </a:lnTo>
                <a:lnTo>
                  <a:pt x="962528" y="129663"/>
                </a:lnTo>
                <a:close/>
                <a:moveTo>
                  <a:pt x="941538" y="127886"/>
                </a:moveTo>
                <a:lnTo>
                  <a:pt x="942538" y="127886"/>
                </a:lnTo>
                <a:lnTo>
                  <a:pt x="942538" y="129663"/>
                </a:lnTo>
                <a:lnTo>
                  <a:pt x="941538" y="129663"/>
                </a:lnTo>
                <a:close/>
                <a:moveTo>
                  <a:pt x="961029" y="128774"/>
                </a:moveTo>
                <a:lnTo>
                  <a:pt x="961528" y="128774"/>
                </a:lnTo>
                <a:lnTo>
                  <a:pt x="961528" y="129663"/>
                </a:lnTo>
                <a:lnTo>
                  <a:pt x="961029" y="129663"/>
                </a:lnTo>
                <a:close/>
                <a:moveTo>
                  <a:pt x="921048" y="127886"/>
                </a:moveTo>
                <a:lnTo>
                  <a:pt x="921548" y="127886"/>
                </a:lnTo>
                <a:lnTo>
                  <a:pt x="921548" y="129663"/>
                </a:lnTo>
                <a:lnTo>
                  <a:pt x="921048" y="129663"/>
                </a:lnTo>
                <a:close/>
                <a:moveTo>
                  <a:pt x="935541" y="127886"/>
                </a:moveTo>
                <a:lnTo>
                  <a:pt x="939539" y="127886"/>
                </a:lnTo>
                <a:lnTo>
                  <a:pt x="939539" y="129663"/>
                </a:lnTo>
                <a:lnTo>
                  <a:pt x="935541" y="129663"/>
                </a:lnTo>
                <a:close/>
                <a:moveTo>
                  <a:pt x="929044" y="128774"/>
                </a:moveTo>
                <a:lnTo>
                  <a:pt x="931043" y="128774"/>
                </a:lnTo>
                <a:lnTo>
                  <a:pt x="931043" y="129663"/>
                </a:lnTo>
                <a:lnTo>
                  <a:pt x="929044" y="129663"/>
                </a:lnTo>
                <a:close/>
                <a:moveTo>
                  <a:pt x="940039" y="128774"/>
                </a:moveTo>
                <a:lnTo>
                  <a:pt x="940539" y="128774"/>
                </a:lnTo>
                <a:lnTo>
                  <a:pt x="940539" y="129663"/>
                </a:lnTo>
                <a:lnTo>
                  <a:pt x="940039" y="129663"/>
                </a:lnTo>
                <a:close/>
                <a:moveTo>
                  <a:pt x="922047" y="128774"/>
                </a:moveTo>
                <a:lnTo>
                  <a:pt x="928544" y="128774"/>
                </a:lnTo>
                <a:lnTo>
                  <a:pt x="928544" y="129663"/>
                </a:lnTo>
                <a:lnTo>
                  <a:pt x="922047" y="129663"/>
                </a:lnTo>
                <a:close/>
                <a:moveTo>
                  <a:pt x="931543" y="128774"/>
                </a:moveTo>
                <a:lnTo>
                  <a:pt x="932043" y="128774"/>
                </a:lnTo>
                <a:lnTo>
                  <a:pt x="932043" y="129663"/>
                </a:lnTo>
                <a:lnTo>
                  <a:pt x="931543" y="129663"/>
                </a:lnTo>
                <a:close/>
                <a:moveTo>
                  <a:pt x="961029" y="129663"/>
                </a:moveTo>
                <a:lnTo>
                  <a:pt x="962028" y="129663"/>
                </a:lnTo>
                <a:lnTo>
                  <a:pt x="962028" y="130551"/>
                </a:lnTo>
                <a:lnTo>
                  <a:pt x="961029" y="130551"/>
                </a:lnTo>
                <a:close/>
                <a:moveTo>
                  <a:pt x="934541" y="129663"/>
                </a:moveTo>
                <a:lnTo>
                  <a:pt x="941038" y="129663"/>
                </a:lnTo>
                <a:lnTo>
                  <a:pt x="941038" y="130551"/>
                </a:lnTo>
                <a:lnTo>
                  <a:pt x="934541" y="130551"/>
                </a:lnTo>
                <a:close/>
                <a:moveTo>
                  <a:pt x="921548" y="129663"/>
                </a:moveTo>
                <a:lnTo>
                  <a:pt x="922047" y="129663"/>
                </a:lnTo>
                <a:lnTo>
                  <a:pt x="922047" y="130551"/>
                </a:lnTo>
                <a:lnTo>
                  <a:pt x="921548" y="130551"/>
                </a:lnTo>
                <a:close/>
                <a:moveTo>
                  <a:pt x="962528" y="129663"/>
                </a:moveTo>
                <a:lnTo>
                  <a:pt x="968025" y="129663"/>
                </a:lnTo>
                <a:lnTo>
                  <a:pt x="968025" y="130551"/>
                </a:lnTo>
                <a:lnTo>
                  <a:pt x="962528" y="130551"/>
                </a:lnTo>
                <a:close/>
                <a:moveTo>
                  <a:pt x="922547" y="129663"/>
                </a:moveTo>
                <a:lnTo>
                  <a:pt x="927545" y="129663"/>
                </a:lnTo>
                <a:lnTo>
                  <a:pt x="927545" y="130551"/>
                </a:lnTo>
                <a:lnTo>
                  <a:pt x="922547" y="130551"/>
                </a:lnTo>
                <a:close/>
                <a:moveTo>
                  <a:pt x="941538" y="129663"/>
                </a:moveTo>
                <a:lnTo>
                  <a:pt x="942038" y="129663"/>
                </a:lnTo>
                <a:lnTo>
                  <a:pt x="942038" y="130551"/>
                </a:lnTo>
                <a:lnTo>
                  <a:pt x="941538" y="130551"/>
                </a:lnTo>
                <a:close/>
                <a:moveTo>
                  <a:pt x="928544" y="129663"/>
                </a:moveTo>
                <a:lnTo>
                  <a:pt x="930543" y="129663"/>
                </a:lnTo>
                <a:lnTo>
                  <a:pt x="930543" y="130551"/>
                </a:lnTo>
                <a:lnTo>
                  <a:pt x="928544" y="130551"/>
                </a:lnTo>
                <a:close/>
                <a:moveTo>
                  <a:pt x="932043" y="129663"/>
                </a:moveTo>
                <a:lnTo>
                  <a:pt x="932542" y="129663"/>
                </a:lnTo>
                <a:lnTo>
                  <a:pt x="932542" y="130551"/>
                </a:lnTo>
                <a:lnTo>
                  <a:pt x="932043" y="130551"/>
                </a:lnTo>
                <a:close/>
                <a:moveTo>
                  <a:pt x="931043" y="129663"/>
                </a:moveTo>
                <a:lnTo>
                  <a:pt x="931543" y="129663"/>
                </a:lnTo>
                <a:lnTo>
                  <a:pt x="931543" y="130551"/>
                </a:lnTo>
                <a:lnTo>
                  <a:pt x="931043" y="130551"/>
                </a:lnTo>
                <a:close/>
                <a:moveTo>
                  <a:pt x="933042" y="129663"/>
                </a:moveTo>
                <a:lnTo>
                  <a:pt x="933542" y="129663"/>
                </a:lnTo>
                <a:lnTo>
                  <a:pt x="933542" y="130551"/>
                </a:lnTo>
                <a:lnTo>
                  <a:pt x="933042" y="130551"/>
                </a:lnTo>
                <a:close/>
                <a:moveTo>
                  <a:pt x="932542" y="130551"/>
                </a:moveTo>
                <a:lnTo>
                  <a:pt x="933042" y="130551"/>
                </a:lnTo>
                <a:lnTo>
                  <a:pt x="933042" y="131439"/>
                </a:lnTo>
                <a:lnTo>
                  <a:pt x="932542" y="131439"/>
                </a:lnTo>
                <a:close/>
                <a:moveTo>
                  <a:pt x="924546" y="130551"/>
                </a:moveTo>
                <a:lnTo>
                  <a:pt x="928045" y="130551"/>
                </a:lnTo>
                <a:lnTo>
                  <a:pt x="928045" y="131439"/>
                </a:lnTo>
                <a:lnTo>
                  <a:pt x="924546" y="131439"/>
                </a:lnTo>
                <a:close/>
                <a:moveTo>
                  <a:pt x="928544" y="130551"/>
                </a:moveTo>
                <a:lnTo>
                  <a:pt x="929544" y="130551"/>
                </a:lnTo>
                <a:lnTo>
                  <a:pt x="929544" y="131439"/>
                </a:lnTo>
                <a:lnTo>
                  <a:pt x="928544" y="131439"/>
                </a:lnTo>
                <a:close/>
                <a:moveTo>
                  <a:pt x="931043" y="130551"/>
                </a:moveTo>
                <a:lnTo>
                  <a:pt x="932043" y="130551"/>
                </a:lnTo>
                <a:lnTo>
                  <a:pt x="932043" y="131439"/>
                </a:lnTo>
                <a:lnTo>
                  <a:pt x="931043" y="131439"/>
                </a:lnTo>
                <a:close/>
                <a:moveTo>
                  <a:pt x="922547" y="130551"/>
                </a:moveTo>
                <a:lnTo>
                  <a:pt x="923047" y="130551"/>
                </a:lnTo>
                <a:lnTo>
                  <a:pt x="923047" y="131439"/>
                </a:lnTo>
                <a:lnTo>
                  <a:pt x="922547" y="131439"/>
                </a:lnTo>
                <a:close/>
                <a:moveTo>
                  <a:pt x="933542" y="130551"/>
                </a:moveTo>
                <a:lnTo>
                  <a:pt x="934042" y="130551"/>
                </a:lnTo>
                <a:lnTo>
                  <a:pt x="934042" y="131439"/>
                </a:lnTo>
                <a:lnTo>
                  <a:pt x="933542" y="131439"/>
                </a:lnTo>
                <a:close/>
                <a:moveTo>
                  <a:pt x="935041" y="130551"/>
                </a:moveTo>
                <a:lnTo>
                  <a:pt x="940039" y="130551"/>
                </a:lnTo>
                <a:lnTo>
                  <a:pt x="940039" y="131439"/>
                </a:lnTo>
                <a:lnTo>
                  <a:pt x="935041" y="131439"/>
                </a:lnTo>
                <a:close/>
                <a:moveTo>
                  <a:pt x="961029" y="130551"/>
                </a:moveTo>
                <a:lnTo>
                  <a:pt x="961528" y="130551"/>
                </a:lnTo>
                <a:lnTo>
                  <a:pt x="961528" y="131439"/>
                </a:lnTo>
                <a:lnTo>
                  <a:pt x="961029" y="131439"/>
                </a:lnTo>
                <a:close/>
                <a:moveTo>
                  <a:pt x="963028" y="130551"/>
                </a:moveTo>
                <a:lnTo>
                  <a:pt x="968025" y="130551"/>
                </a:lnTo>
                <a:lnTo>
                  <a:pt x="968025" y="131439"/>
                </a:lnTo>
                <a:lnTo>
                  <a:pt x="963028" y="131439"/>
                </a:lnTo>
                <a:close/>
                <a:moveTo>
                  <a:pt x="940539" y="130551"/>
                </a:moveTo>
                <a:lnTo>
                  <a:pt x="941538" y="130551"/>
                </a:lnTo>
                <a:lnTo>
                  <a:pt x="941538" y="131439"/>
                </a:lnTo>
                <a:lnTo>
                  <a:pt x="940539" y="131439"/>
                </a:lnTo>
                <a:close/>
                <a:moveTo>
                  <a:pt x="930044" y="130551"/>
                </a:moveTo>
                <a:lnTo>
                  <a:pt x="930543" y="130551"/>
                </a:lnTo>
                <a:lnTo>
                  <a:pt x="930543" y="131439"/>
                </a:lnTo>
                <a:lnTo>
                  <a:pt x="930044" y="131439"/>
                </a:lnTo>
                <a:close/>
                <a:moveTo>
                  <a:pt x="931543" y="131439"/>
                </a:moveTo>
                <a:lnTo>
                  <a:pt x="941038" y="131439"/>
                </a:lnTo>
                <a:lnTo>
                  <a:pt x="941038" y="132327"/>
                </a:lnTo>
                <a:lnTo>
                  <a:pt x="931543" y="132327"/>
                </a:lnTo>
                <a:close/>
                <a:moveTo>
                  <a:pt x="963028" y="131439"/>
                </a:moveTo>
                <a:lnTo>
                  <a:pt x="967526" y="131439"/>
                </a:lnTo>
                <a:lnTo>
                  <a:pt x="967526" y="132327"/>
                </a:lnTo>
                <a:lnTo>
                  <a:pt x="963028" y="132327"/>
                </a:lnTo>
                <a:close/>
                <a:moveTo>
                  <a:pt x="922047" y="131439"/>
                </a:moveTo>
                <a:lnTo>
                  <a:pt x="929044" y="131439"/>
                </a:lnTo>
                <a:lnTo>
                  <a:pt x="929044" y="132327"/>
                </a:lnTo>
                <a:lnTo>
                  <a:pt x="922047" y="132327"/>
                </a:lnTo>
                <a:close/>
                <a:moveTo>
                  <a:pt x="929544" y="131439"/>
                </a:moveTo>
                <a:lnTo>
                  <a:pt x="930543" y="131439"/>
                </a:lnTo>
                <a:lnTo>
                  <a:pt x="930543" y="132327"/>
                </a:lnTo>
                <a:lnTo>
                  <a:pt x="929544" y="132327"/>
                </a:lnTo>
                <a:close/>
                <a:moveTo>
                  <a:pt x="963028" y="132327"/>
                </a:moveTo>
                <a:lnTo>
                  <a:pt x="968525" y="132327"/>
                </a:lnTo>
                <a:lnTo>
                  <a:pt x="968525" y="133215"/>
                </a:lnTo>
                <a:lnTo>
                  <a:pt x="963028" y="133215"/>
                </a:lnTo>
                <a:close/>
                <a:moveTo>
                  <a:pt x="940539" y="132327"/>
                </a:moveTo>
                <a:lnTo>
                  <a:pt x="941038" y="132327"/>
                </a:lnTo>
                <a:lnTo>
                  <a:pt x="941038" y="133215"/>
                </a:lnTo>
                <a:lnTo>
                  <a:pt x="940539" y="133215"/>
                </a:lnTo>
                <a:close/>
                <a:moveTo>
                  <a:pt x="923047" y="132327"/>
                </a:moveTo>
                <a:lnTo>
                  <a:pt x="930044" y="132327"/>
                </a:lnTo>
                <a:lnTo>
                  <a:pt x="930044" y="133215"/>
                </a:lnTo>
                <a:lnTo>
                  <a:pt x="923047" y="133215"/>
                </a:lnTo>
                <a:close/>
                <a:moveTo>
                  <a:pt x="930543" y="132327"/>
                </a:moveTo>
                <a:lnTo>
                  <a:pt x="931543" y="132327"/>
                </a:lnTo>
                <a:lnTo>
                  <a:pt x="931543" y="133215"/>
                </a:lnTo>
                <a:lnTo>
                  <a:pt x="930543" y="133215"/>
                </a:lnTo>
                <a:close/>
                <a:moveTo>
                  <a:pt x="932043" y="132327"/>
                </a:moveTo>
                <a:lnTo>
                  <a:pt x="934541" y="132327"/>
                </a:lnTo>
                <a:lnTo>
                  <a:pt x="934541" y="133215"/>
                </a:lnTo>
                <a:lnTo>
                  <a:pt x="932043" y="133215"/>
                </a:lnTo>
                <a:close/>
                <a:moveTo>
                  <a:pt x="935541" y="132327"/>
                </a:moveTo>
                <a:lnTo>
                  <a:pt x="939539" y="132327"/>
                </a:lnTo>
                <a:lnTo>
                  <a:pt x="939539" y="133215"/>
                </a:lnTo>
                <a:lnTo>
                  <a:pt x="935541" y="133215"/>
                </a:lnTo>
                <a:close/>
                <a:moveTo>
                  <a:pt x="932542" y="133215"/>
                </a:moveTo>
                <a:lnTo>
                  <a:pt x="933042" y="133215"/>
                </a:lnTo>
                <a:lnTo>
                  <a:pt x="933042" y="134103"/>
                </a:lnTo>
                <a:lnTo>
                  <a:pt x="932542" y="134103"/>
                </a:lnTo>
                <a:close/>
                <a:moveTo>
                  <a:pt x="923047" y="133215"/>
                </a:moveTo>
                <a:lnTo>
                  <a:pt x="925546" y="133215"/>
                </a:lnTo>
                <a:lnTo>
                  <a:pt x="925546" y="134103"/>
                </a:lnTo>
                <a:lnTo>
                  <a:pt x="923047" y="134103"/>
                </a:lnTo>
                <a:close/>
                <a:moveTo>
                  <a:pt x="935041" y="133215"/>
                </a:moveTo>
                <a:lnTo>
                  <a:pt x="940539" y="133215"/>
                </a:lnTo>
                <a:lnTo>
                  <a:pt x="940539" y="134103"/>
                </a:lnTo>
                <a:lnTo>
                  <a:pt x="935041" y="134103"/>
                </a:lnTo>
                <a:close/>
                <a:moveTo>
                  <a:pt x="963028" y="133215"/>
                </a:moveTo>
                <a:lnTo>
                  <a:pt x="968025" y="133215"/>
                </a:lnTo>
                <a:lnTo>
                  <a:pt x="968025" y="134103"/>
                </a:lnTo>
                <a:lnTo>
                  <a:pt x="963028" y="134103"/>
                </a:lnTo>
                <a:close/>
                <a:moveTo>
                  <a:pt x="933542" y="133215"/>
                </a:moveTo>
                <a:lnTo>
                  <a:pt x="934042" y="133215"/>
                </a:lnTo>
                <a:lnTo>
                  <a:pt x="934042" y="134103"/>
                </a:lnTo>
                <a:lnTo>
                  <a:pt x="933542" y="134103"/>
                </a:lnTo>
                <a:close/>
                <a:moveTo>
                  <a:pt x="962028" y="130551"/>
                </a:moveTo>
                <a:lnTo>
                  <a:pt x="962528" y="130551"/>
                </a:lnTo>
                <a:lnTo>
                  <a:pt x="962528" y="134103"/>
                </a:lnTo>
                <a:lnTo>
                  <a:pt x="962028" y="134103"/>
                </a:lnTo>
                <a:close/>
                <a:moveTo>
                  <a:pt x="929544" y="133215"/>
                </a:moveTo>
                <a:lnTo>
                  <a:pt x="931043" y="133215"/>
                </a:lnTo>
                <a:lnTo>
                  <a:pt x="931043" y="134103"/>
                </a:lnTo>
                <a:lnTo>
                  <a:pt x="929544" y="134103"/>
                </a:lnTo>
                <a:close/>
                <a:moveTo>
                  <a:pt x="926046" y="133215"/>
                </a:moveTo>
                <a:lnTo>
                  <a:pt x="927545" y="133215"/>
                </a:lnTo>
                <a:lnTo>
                  <a:pt x="927545" y="134103"/>
                </a:lnTo>
                <a:lnTo>
                  <a:pt x="926046" y="134103"/>
                </a:lnTo>
                <a:close/>
                <a:moveTo>
                  <a:pt x="931543" y="133215"/>
                </a:moveTo>
                <a:lnTo>
                  <a:pt x="932043" y="133215"/>
                </a:lnTo>
                <a:lnTo>
                  <a:pt x="932043" y="134103"/>
                </a:lnTo>
                <a:lnTo>
                  <a:pt x="931543" y="134103"/>
                </a:lnTo>
                <a:close/>
                <a:moveTo>
                  <a:pt x="935041" y="134103"/>
                </a:moveTo>
                <a:lnTo>
                  <a:pt x="939539" y="134103"/>
                </a:lnTo>
                <a:lnTo>
                  <a:pt x="939539" y="134991"/>
                </a:lnTo>
                <a:lnTo>
                  <a:pt x="935041" y="134991"/>
                </a:lnTo>
                <a:close/>
                <a:moveTo>
                  <a:pt x="962528" y="134103"/>
                </a:moveTo>
                <a:lnTo>
                  <a:pt x="967526" y="134103"/>
                </a:lnTo>
                <a:lnTo>
                  <a:pt x="967526" y="134991"/>
                </a:lnTo>
                <a:lnTo>
                  <a:pt x="962528" y="134991"/>
                </a:lnTo>
                <a:close/>
                <a:moveTo>
                  <a:pt x="923547" y="134103"/>
                </a:moveTo>
                <a:lnTo>
                  <a:pt x="925546" y="134103"/>
                </a:lnTo>
                <a:lnTo>
                  <a:pt x="925546" y="134991"/>
                </a:lnTo>
                <a:lnTo>
                  <a:pt x="923547" y="134991"/>
                </a:lnTo>
                <a:close/>
                <a:moveTo>
                  <a:pt x="947535" y="127886"/>
                </a:moveTo>
                <a:lnTo>
                  <a:pt x="952533" y="127886"/>
                </a:lnTo>
                <a:lnTo>
                  <a:pt x="952533" y="134991"/>
                </a:lnTo>
                <a:lnTo>
                  <a:pt x="947535" y="134991"/>
                </a:lnTo>
                <a:close/>
                <a:moveTo>
                  <a:pt x="933542" y="134103"/>
                </a:moveTo>
                <a:lnTo>
                  <a:pt x="934541" y="134103"/>
                </a:lnTo>
                <a:lnTo>
                  <a:pt x="934541" y="134991"/>
                </a:lnTo>
                <a:lnTo>
                  <a:pt x="933542" y="134991"/>
                </a:lnTo>
                <a:close/>
                <a:moveTo>
                  <a:pt x="895560" y="127886"/>
                </a:moveTo>
                <a:lnTo>
                  <a:pt x="901557" y="127886"/>
                </a:lnTo>
                <a:lnTo>
                  <a:pt x="901557" y="134991"/>
                </a:lnTo>
                <a:lnTo>
                  <a:pt x="895560" y="134991"/>
                </a:lnTo>
                <a:close/>
                <a:moveTo>
                  <a:pt x="762124" y="134103"/>
                </a:moveTo>
                <a:lnTo>
                  <a:pt x="762624" y="134103"/>
                </a:lnTo>
                <a:lnTo>
                  <a:pt x="762624" y="134991"/>
                </a:lnTo>
                <a:lnTo>
                  <a:pt x="762124" y="134991"/>
                </a:lnTo>
                <a:close/>
                <a:moveTo>
                  <a:pt x="866574" y="134103"/>
                </a:moveTo>
                <a:lnTo>
                  <a:pt x="867074" y="134103"/>
                </a:lnTo>
                <a:lnTo>
                  <a:pt x="867074" y="134991"/>
                </a:lnTo>
                <a:lnTo>
                  <a:pt x="866574" y="134991"/>
                </a:lnTo>
                <a:close/>
                <a:moveTo>
                  <a:pt x="930044" y="134103"/>
                </a:moveTo>
                <a:lnTo>
                  <a:pt x="932542" y="134103"/>
                </a:lnTo>
                <a:lnTo>
                  <a:pt x="932542" y="134991"/>
                </a:lnTo>
                <a:lnTo>
                  <a:pt x="930044" y="134991"/>
                </a:lnTo>
                <a:close/>
                <a:moveTo>
                  <a:pt x="926545" y="134103"/>
                </a:moveTo>
                <a:lnTo>
                  <a:pt x="929044" y="134103"/>
                </a:lnTo>
                <a:lnTo>
                  <a:pt x="929044" y="134991"/>
                </a:lnTo>
                <a:lnTo>
                  <a:pt x="926545" y="134991"/>
                </a:lnTo>
                <a:close/>
                <a:moveTo>
                  <a:pt x="953033" y="126998"/>
                </a:moveTo>
                <a:lnTo>
                  <a:pt x="953532" y="126998"/>
                </a:lnTo>
                <a:lnTo>
                  <a:pt x="953532" y="134991"/>
                </a:lnTo>
                <a:lnTo>
                  <a:pt x="953033" y="134991"/>
                </a:lnTo>
                <a:close/>
                <a:moveTo>
                  <a:pt x="968025" y="134103"/>
                </a:moveTo>
                <a:lnTo>
                  <a:pt x="969025" y="134103"/>
                </a:lnTo>
                <a:lnTo>
                  <a:pt x="969025" y="134991"/>
                </a:lnTo>
                <a:lnTo>
                  <a:pt x="968025" y="134991"/>
                </a:lnTo>
                <a:close/>
                <a:moveTo>
                  <a:pt x="750130" y="134103"/>
                </a:moveTo>
                <a:lnTo>
                  <a:pt x="750630" y="134103"/>
                </a:lnTo>
                <a:lnTo>
                  <a:pt x="750630" y="134991"/>
                </a:lnTo>
                <a:lnTo>
                  <a:pt x="750130" y="134991"/>
                </a:lnTo>
                <a:close/>
                <a:moveTo>
                  <a:pt x="926545" y="134991"/>
                </a:moveTo>
                <a:lnTo>
                  <a:pt x="928045" y="134991"/>
                </a:lnTo>
                <a:lnTo>
                  <a:pt x="928045" y="135879"/>
                </a:lnTo>
                <a:lnTo>
                  <a:pt x="926545" y="135879"/>
                </a:lnTo>
                <a:close/>
                <a:moveTo>
                  <a:pt x="928544" y="134991"/>
                </a:moveTo>
                <a:lnTo>
                  <a:pt x="929044" y="134991"/>
                </a:lnTo>
                <a:lnTo>
                  <a:pt x="929044" y="135879"/>
                </a:lnTo>
                <a:lnTo>
                  <a:pt x="928544" y="135879"/>
                </a:lnTo>
                <a:close/>
                <a:moveTo>
                  <a:pt x="935541" y="134991"/>
                </a:moveTo>
                <a:lnTo>
                  <a:pt x="936540" y="134991"/>
                </a:lnTo>
                <a:lnTo>
                  <a:pt x="936540" y="135879"/>
                </a:lnTo>
                <a:lnTo>
                  <a:pt x="935541" y="135879"/>
                </a:lnTo>
                <a:close/>
                <a:moveTo>
                  <a:pt x="899558" y="134991"/>
                </a:moveTo>
                <a:lnTo>
                  <a:pt x="902057" y="134991"/>
                </a:lnTo>
                <a:lnTo>
                  <a:pt x="902057" y="135879"/>
                </a:lnTo>
                <a:lnTo>
                  <a:pt x="899558" y="135879"/>
                </a:lnTo>
                <a:close/>
                <a:moveTo>
                  <a:pt x="932043" y="134991"/>
                </a:moveTo>
                <a:lnTo>
                  <a:pt x="934541" y="134991"/>
                </a:lnTo>
                <a:lnTo>
                  <a:pt x="934541" y="135879"/>
                </a:lnTo>
                <a:lnTo>
                  <a:pt x="932043" y="135879"/>
                </a:lnTo>
                <a:close/>
                <a:moveTo>
                  <a:pt x="937040" y="134991"/>
                </a:moveTo>
                <a:lnTo>
                  <a:pt x="938540" y="134991"/>
                </a:lnTo>
                <a:lnTo>
                  <a:pt x="938540" y="135879"/>
                </a:lnTo>
                <a:lnTo>
                  <a:pt x="937040" y="135879"/>
                </a:lnTo>
                <a:close/>
                <a:moveTo>
                  <a:pt x="737636" y="134991"/>
                </a:moveTo>
                <a:lnTo>
                  <a:pt x="738136" y="134991"/>
                </a:lnTo>
                <a:lnTo>
                  <a:pt x="738136" y="135879"/>
                </a:lnTo>
                <a:lnTo>
                  <a:pt x="737636" y="135879"/>
                </a:lnTo>
                <a:close/>
                <a:moveTo>
                  <a:pt x="962528" y="134991"/>
                </a:moveTo>
                <a:lnTo>
                  <a:pt x="963028" y="134991"/>
                </a:lnTo>
                <a:lnTo>
                  <a:pt x="963028" y="135879"/>
                </a:lnTo>
                <a:lnTo>
                  <a:pt x="962528" y="135879"/>
                </a:lnTo>
                <a:close/>
                <a:moveTo>
                  <a:pt x="930044" y="134991"/>
                </a:moveTo>
                <a:lnTo>
                  <a:pt x="930543" y="134991"/>
                </a:lnTo>
                <a:lnTo>
                  <a:pt x="930543" y="135879"/>
                </a:lnTo>
                <a:lnTo>
                  <a:pt x="930044" y="135879"/>
                </a:lnTo>
                <a:close/>
                <a:moveTo>
                  <a:pt x="952033" y="134991"/>
                </a:moveTo>
                <a:lnTo>
                  <a:pt x="953532" y="134991"/>
                </a:lnTo>
                <a:lnTo>
                  <a:pt x="953532" y="135879"/>
                </a:lnTo>
                <a:lnTo>
                  <a:pt x="952033" y="135879"/>
                </a:lnTo>
                <a:close/>
                <a:moveTo>
                  <a:pt x="963528" y="134991"/>
                </a:moveTo>
                <a:lnTo>
                  <a:pt x="969025" y="134991"/>
                </a:lnTo>
                <a:lnTo>
                  <a:pt x="969025" y="135879"/>
                </a:lnTo>
                <a:lnTo>
                  <a:pt x="963528" y="135879"/>
                </a:lnTo>
                <a:close/>
                <a:moveTo>
                  <a:pt x="925046" y="134991"/>
                </a:moveTo>
                <a:lnTo>
                  <a:pt x="926046" y="134991"/>
                </a:lnTo>
                <a:lnTo>
                  <a:pt x="926046" y="135879"/>
                </a:lnTo>
                <a:lnTo>
                  <a:pt x="925046" y="135879"/>
                </a:lnTo>
                <a:close/>
                <a:moveTo>
                  <a:pt x="895560" y="135879"/>
                </a:moveTo>
                <a:lnTo>
                  <a:pt x="900558" y="135879"/>
                </a:lnTo>
                <a:lnTo>
                  <a:pt x="900558" y="136767"/>
                </a:lnTo>
                <a:lnTo>
                  <a:pt x="895560" y="136767"/>
                </a:lnTo>
                <a:close/>
                <a:moveTo>
                  <a:pt x="925046" y="135879"/>
                </a:moveTo>
                <a:lnTo>
                  <a:pt x="925546" y="135879"/>
                </a:lnTo>
                <a:lnTo>
                  <a:pt x="925546" y="136767"/>
                </a:lnTo>
                <a:lnTo>
                  <a:pt x="925046" y="136767"/>
                </a:lnTo>
                <a:close/>
                <a:moveTo>
                  <a:pt x="937040" y="135879"/>
                </a:moveTo>
                <a:lnTo>
                  <a:pt x="937540" y="135879"/>
                </a:lnTo>
                <a:lnTo>
                  <a:pt x="937540" y="136767"/>
                </a:lnTo>
                <a:lnTo>
                  <a:pt x="937040" y="136767"/>
                </a:lnTo>
                <a:close/>
                <a:moveTo>
                  <a:pt x="947535" y="135879"/>
                </a:moveTo>
                <a:lnTo>
                  <a:pt x="952533" y="135879"/>
                </a:lnTo>
                <a:lnTo>
                  <a:pt x="952533" y="136767"/>
                </a:lnTo>
                <a:lnTo>
                  <a:pt x="947535" y="136767"/>
                </a:lnTo>
                <a:close/>
                <a:moveTo>
                  <a:pt x="901557" y="135879"/>
                </a:moveTo>
                <a:lnTo>
                  <a:pt x="902057" y="135879"/>
                </a:lnTo>
                <a:lnTo>
                  <a:pt x="902057" y="136767"/>
                </a:lnTo>
                <a:lnTo>
                  <a:pt x="901557" y="136767"/>
                </a:lnTo>
                <a:close/>
                <a:moveTo>
                  <a:pt x="927545" y="135879"/>
                </a:moveTo>
                <a:lnTo>
                  <a:pt x="932043" y="135879"/>
                </a:lnTo>
                <a:lnTo>
                  <a:pt x="932043" y="136767"/>
                </a:lnTo>
                <a:lnTo>
                  <a:pt x="927545" y="136767"/>
                </a:lnTo>
                <a:close/>
                <a:moveTo>
                  <a:pt x="933042" y="135879"/>
                </a:moveTo>
                <a:lnTo>
                  <a:pt x="933542" y="135879"/>
                </a:lnTo>
                <a:lnTo>
                  <a:pt x="933542" y="136767"/>
                </a:lnTo>
                <a:lnTo>
                  <a:pt x="933042" y="136767"/>
                </a:lnTo>
                <a:close/>
                <a:moveTo>
                  <a:pt x="761125" y="135879"/>
                </a:moveTo>
                <a:lnTo>
                  <a:pt x="761624" y="135879"/>
                </a:lnTo>
                <a:lnTo>
                  <a:pt x="761624" y="136767"/>
                </a:lnTo>
                <a:lnTo>
                  <a:pt x="761125" y="136767"/>
                </a:lnTo>
                <a:close/>
                <a:moveTo>
                  <a:pt x="938040" y="135879"/>
                </a:moveTo>
                <a:lnTo>
                  <a:pt x="938540" y="135879"/>
                </a:lnTo>
                <a:lnTo>
                  <a:pt x="938540" y="136767"/>
                </a:lnTo>
                <a:lnTo>
                  <a:pt x="938040" y="136767"/>
                </a:lnTo>
                <a:close/>
                <a:moveTo>
                  <a:pt x="857578" y="135879"/>
                </a:moveTo>
                <a:lnTo>
                  <a:pt x="858078" y="135879"/>
                </a:lnTo>
                <a:lnTo>
                  <a:pt x="858078" y="136767"/>
                </a:lnTo>
                <a:lnTo>
                  <a:pt x="857578" y="136767"/>
                </a:lnTo>
                <a:close/>
                <a:moveTo>
                  <a:pt x="762624" y="135879"/>
                </a:moveTo>
                <a:lnTo>
                  <a:pt x="763124" y="135879"/>
                </a:lnTo>
                <a:lnTo>
                  <a:pt x="763124" y="136767"/>
                </a:lnTo>
                <a:lnTo>
                  <a:pt x="762624" y="136767"/>
                </a:lnTo>
                <a:close/>
                <a:moveTo>
                  <a:pt x="963028" y="135879"/>
                </a:moveTo>
                <a:lnTo>
                  <a:pt x="968025" y="135879"/>
                </a:lnTo>
                <a:lnTo>
                  <a:pt x="968025" y="136767"/>
                </a:lnTo>
                <a:lnTo>
                  <a:pt x="963028" y="136767"/>
                </a:lnTo>
                <a:close/>
                <a:moveTo>
                  <a:pt x="969025" y="135879"/>
                </a:moveTo>
                <a:lnTo>
                  <a:pt x="969525" y="135879"/>
                </a:lnTo>
                <a:lnTo>
                  <a:pt x="969525" y="136767"/>
                </a:lnTo>
                <a:lnTo>
                  <a:pt x="969025" y="136767"/>
                </a:lnTo>
                <a:close/>
                <a:moveTo>
                  <a:pt x="745632" y="135879"/>
                </a:moveTo>
                <a:lnTo>
                  <a:pt x="746132" y="135879"/>
                </a:lnTo>
                <a:lnTo>
                  <a:pt x="746132" y="136767"/>
                </a:lnTo>
                <a:lnTo>
                  <a:pt x="745632" y="136767"/>
                </a:lnTo>
                <a:close/>
                <a:moveTo>
                  <a:pt x="934541" y="135879"/>
                </a:moveTo>
                <a:lnTo>
                  <a:pt x="935541" y="135879"/>
                </a:lnTo>
                <a:lnTo>
                  <a:pt x="935541" y="136767"/>
                </a:lnTo>
                <a:lnTo>
                  <a:pt x="934541" y="136767"/>
                </a:lnTo>
                <a:close/>
                <a:moveTo>
                  <a:pt x="722643" y="135879"/>
                </a:moveTo>
                <a:lnTo>
                  <a:pt x="723643" y="135879"/>
                </a:lnTo>
                <a:lnTo>
                  <a:pt x="723643" y="136767"/>
                </a:lnTo>
                <a:lnTo>
                  <a:pt x="722643" y="136767"/>
                </a:lnTo>
                <a:close/>
                <a:moveTo>
                  <a:pt x="936041" y="135879"/>
                </a:moveTo>
                <a:lnTo>
                  <a:pt x="936540" y="135879"/>
                </a:lnTo>
                <a:lnTo>
                  <a:pt x="936540" y="136767"/>
                </a:lnTo>
                <a:lnTo>
                  <a:pt x="936041" y="136767"/>
                </a:lnTo>
                <a:close/>
                <a:moveTo>
                  <a:pt x="744633" y="136767"/>
                </a:moveTo>
                <a:lnTo>
                  <a:pt x="745132" y="136767"/>
                </a:lnTo>
                <a:lnTo>
                  <a:pt x="745132" y="137655"/>
                </a:lnTo>
                <a:lnTo>
                  <a:pt x="744633" y="137655"/>
                </a:lnTo>
                <a:close/>
                <a:moveTo>
                  <a:pt x="758126" y="136767"/>
                </a:moveTo>
                <a:lnTo>
                  <a:pt x="758626" y="136767"/>
                </a:lnTo>
                <a:lnTo>
                  <a:pt x="758626" y="137655"/>
                </a:lnTo>
                <a:lnTo>
                  <a:pt x="758126" y="137655"/>
                </a:lnTo>
                <a:close/>
                <a:moveTo>
                  <a:pt x="929544" y="136767"/>
                </a:moveTo>
                <a:lnTo>
                  <a:pt x="930044" y="136767"/>
                </a:lnTo>
                <a:lnTo>
                  <a:pt x="930044" y="137655"/>
                </a:lnTo>
                <a:lnTo>
                  <a:pt x="929544" y="137655"/>
                </a:lnTo>
                <a:close/>
                <a:moveTo>
                  <a:pt x="931043" y="136767"/>
                </a:moveTo>
                <a:lnTo>
                  <a:pt x="932043" y="136767"/>
                </a:lnTo>
                <a:lnTo>
                  <a:pt x="932043" y="137655"/>
                </a:lnTo>
                <a:lnTo>
                  <a:pt x="931043" y="137655"/>
                </a:lnTo>
                <a:close/>
                <a:moveTo>
                  <a:pt x="926046" y="135879"/>
                </a:moveTo>
                <a:lnTo>
                  <a:pt x="926545" y="135879"/>
                </a:lnTo>
                <a:lnTo>
                  <a:pt x="926545" y="137655"/>
                </a:lnTo>
                <a:lnTo>
                  <a:pt x="926046" y="137655"/>
                </a:lnTo>
                <a:close/>
                <a:moveTo>
                  <a:pt x="934042" y="136767"/>
                </a:moveTo>
                <a:lnTo>
                  <a:pt x="937540" y="136767"/>
                </a:lnTo>
                <a:lnTo>
                  <a:pt x="937540" y="137655"/>
                </a:lnTo>
                <a:lnTo>
                  <a:pt x="934042" y="137655"/>
                </a:lnTo>
                <a:close/>
                <a:moveTo>
                  <a:pt x="739635" y="136767"/>
                </a:moveTo>
                <a:lnTo>
                  <a:pt x="740135" y="136767"/>
                </a:lnTo>
                <a:lnTo>
                  <a:pt x="740135" y="137655"/>
                </a:lnTo>
                <a:lnTo>
                  <a:pt x="739635" y="137655"/>
                </a:lnTo>
                <a:close/>
                <a:moveTo>
                  <a:pt x="927045" y="136767"/>
                </a:moveTo>
                <a:lnTo>
                  <a:pt x="928045" y="136767"/>
                </a:lnTo>
                <a:lnTo>
                  <a:pt x="928045" y="137655"/>
                </a:lnTo>
                <a:lnTo>
                  <a:pt x="927045" y="137655"/>
                </a:lnTo>
                <a:close/>
                <a:moveTo>
                  <a:pt x="932542" y="136767"/>
                </a:moveTo>
                <a:lnTo>
                  <a:pt x="933542" y="136767"/>
                </a:lnTo>
                <a:lnTo>
                  <a:pt x="933542" y="137655"/>
                </a:lnTo>
                <a:lnTo>
                  <a:pt x="932542" y="137655"/>
                </a:lnTo>
                <a:close/>
                <a:moveTo>
                  <a:pt x="901057" y="136767"/>
                </a:moveTo>
                <a:lnTo>
                  <a:pt x="902057" y="136767"/>
                </a:lnTo>
                <a:lnTo>
                  <a:pt x="902057" y="137655"/>
                </a:lnTo>
                <a:lnTo>
                  <a:pt x="901057" y="137655"/>
                </a:lnTo>
                <a:close/>
                <a:moveTo>
                  <a:pt x="895560" y="136767"/>
                </a:moveTo>
                <a:lnTo>
                  <a:pt x="899558" y="136767"/>
                </a:lnTo>
                <a:lnTo>
                  <a:pt x="899558" y="137655"/>
                </a:lnTo>
                <a:lnTo>
                  <a:pt x="895560" y="137655"/>
                </a:lnTo>
                <a:close/>
                <a:moveTo>
                  <a:pt x="947535" y="136767"/>
                </a:moveTo>
                <a:lnTo>
                  <a:pt x="953033" y="136767"/>
                </a:lnTo>
                <a:lnTo>
                  <a:pt x="953033" y="137655"/>
                </a:lnTo>
                <a:lnTo>
                  <a:pt x="947535" y="137655"/>
                </a:lnTo>
                <a:close/>
                <a:moveTo>
                  <a:pt x="963528" y="136767"/>
                </a:moveTo>
                <a:lnTo>
                  <a:pt x="969025" y="136767"/>
                </a:lnTo>
                <a:lnTo>
                  <a:pt x="969025" y="137655"/>
                </a:lnTo>
                <a:lnTo>
                  <a:pt x="963528" y="137655"/>
                </a:lnTo>
                <a:close/>
                <a:moveTo>
                  <a:pt x="745132" y="137655"/>
                </a:moveTo>
                <a:lnTo>
                  <a:pt x="745632" y="137655"/>
                </a:lnTo>
                <a:lnTo>
                  <a:pt x="745632" y="138544"/>
                </a:lnTo>
                <a:lnTo>
                  <a:pt x="745132" y="138544"/>
                </a:lnTo>
                <a:close/>
                <a:moveTo>
                  <a:pt x="968025" y="137655"/>
                </a:moveTo>
                <a:lnTo>
                  <a:pt x="970024" y="137655"/>
                </a:lnTo>
                <a:lnTo>
                  <a:pt x="970024" y="138544"/>
                </a:lnTo>
                <a:lnTo>
                  <a:pt x="968025" y="138544"/>
                </a:lnTo>
                <a:close/>
                <a:moveTo>
                  <a:pt x="895560" y="137655"/>
                </a:moveTo>
                <a:lnTo>
                  <a:pt x="902057" y="137655"/>
                </a:lnTo>
                <a:lnTo>
                  <a:pt x="902057" y="138544"/>
                </a:lnTo>
                <a:lnTo>
                  <a:pt x="895560" y="138544"/>
                </a:lnTo>
                <a:close/>
                <a:moveTo>
                  <a:pt x="928544" y="137655"/>
                </a:moveTo>
                <a:lnTo>
                  <a:pt x="930044" y="137655"/>
                </a:lnTo>
                <a:lnTo>
                  <a:pt x="930044" y="138544"/>
                </a:lnTo>
                <a:lnTo>
                  <a:pt x="928544" y="138544"/>
                </a:lnTo>
                <a:close/>
                <a:moveTo>
                  <a:pt x="723643" y="137655"/>
                </a:moveTo>
                <a:lnTo>
                  <a:pt x="724142" y="137655"/>
                </a:lnTo>
                <a:lnTo>
                  <a:pt x="724142" y="138544"/>
                </a:lnTo>
                <a:lnTo>
                  <a:pt x="723643" y="138544"/>
                </a:lnTo>
                <a:close/>
                <a:moveTo>
                  <a:pt x="947535" y="137655"/>
                </a:moveTo>
                <a:lnTo>
                  <a:pt x="952033" y="137655"/>
                </a:lnTo>
                <a:lnTo>
                  <a:pt x="952033" y="138544"/>
                </a:lnTo>
                <a:lnTo>
                  <a:pt x="947535" y="138544"/>
                </a:lnTo>
                <a:close/>
                <a:moveTo>
                  <a:pt x="932542" y="137655"/>
                </a:moveTo>
                <a:lnTo>
                  <a:pt x="934042" y="137655"/>
                </a:lnTo>
                <a:lnTo>
                  <a:pt x="934042" y="138544"/>
                </a:lnTo>
                <a:lnTo>
                  <a:pt x="932542" y="138544"/>
                </a:lnTo>
                <a:close/>
                <a:moveTo>
                  <a:pt x="963028" y="137655"/>
                </a:moveTo>
                <a:lnTo>
                  <a:pt x="967526" y="137655"/>
                </a:lnTo>
                <a:lnTo>
                  <a:pt x="967526" y="138544"/>
                </a:lnTo>
                <a:lnTo>
                  <a:pt x="963028" y="138544"/>
                </a:lnTo>
                <a:close/>
                <a:moveTo>
                  <a:pt x="952533" y="137655"/>
                </a:moveTo>
                <a:lnTo>
                  <a:pt x="953033" y="137655"/>
                </a:lnTo>
                <a:lnTo>
                  <a:pt x="953033" y="138544"/>
                </a:lnTo>
                <a:lnTo>
                  <a:pt x="952533" y="138544"/>
                </a:lnTo>
                <a:close/>
                <a:moveTo>
                  <a:pt x="930543" y="137655"/>
                </a:moveTo>
                <a:lnTo>
                  <a:pt x="932043" y="137655"/>
                </a:lnTo>
                <a:lnTo>
                  <a:pt x="932043" y="138544"/>
                </a:lnTo>
                <a:lnTo>
                  <a:pt x="930543" y="138544"/>
                </a:lnTo>
                <a:close/>
                <a:moveTo>
                  <a:pt x="927045" y="137655"/>
                </a:moveTo>
                <a:lnTo>
                  <a:pt x="927545" y="137655"/>
                </a:lnTo>
                <a:lnTo>
                  <a:pt x="927545" y="138544"/>
                </a:lnTo>
                <a:lnTo>
                  <a:pt x="927045" y="138544"/>
                </a:lnTo>
                <a:close/>
                <a:moveTo>
                  <a:pt x="931043" y="138544"/>
                </a:moveTo>
                <a:lnTo>
                  <a:pt x="932542" y="138544"/>
                </a:lnTo>
                <a:lnTo>
                  <a:pt x="932542" y="139432"/>
                </a:lnTo>
                <a:lnTo>
                  <a:pt x="931043" y="139432"/>
                </a:lnTo>
                <a:close/>
                <a:moveTo>
                  <a:pt x="901557" y="138544"/>
                </a:moveTo>
                <a:lnTo>
                  <a:pt x="902057" y="138544"/>
                </a:lnTo>
                <a:lnTo>
                  <a:pt x="902057" y="139432"/>
                </a:lnTo>
                <a:lnTo>
                  <a:pt x="901557" y="139432"/>
                </a:lnTo>
                <a:close/>
                <a:moveTo>
                  <a:pt x="933542" y="138544"/>
                </a:moveTo>
                <a:lnTo>
                  <a:pt x="934541" y="138544"/>
                </a:lnTo>
                <a:lnTo>
                  <a:pt x="934541" y="139432"/>
                </a:lnTo>
                <a:lnTo>
                  <a:pt x="933542" y="139432"/>
                </a:lnTo>
                <a:close/>
                <a:moveTo>
                  <a:pt x="777117" y="138544"/>
                </a:moveTo>
                <a:lnTo>
                  <a:pt x="777617" y="138544"/>
                </a:lnTo>
                <a:lnTo>
                  <a:pt x="777617" y="139432"/>
                </a:lnTo>
                <a:lnTo>
                  <a:pt x="777117" y="139432"/>
                </a:lnTo>
                <a:close/>
                <a:moveTo>
                  <a:pt x="740634" y="138544"/>
                </a:moveTo>
                <a:lnTo>
                  <a:pt x="741134" y="138544"/>
                </a:lnTo>
                <a:lnTo>
                  <a:pt x="741134" y="139432"/>
                </a:lnTo>
                <a:lnTo>
                  <a:pt x="740634" y="139432"/>
                </a:lnTo>
                <a:close/>
                <a:moveTo>
                  <a:pt x="895560" y="138544"/>
                </a:moveTo>
                <a:lnTo>
                  <a:pt x="901057" y="138544"/>
                </a:lnTo>
                <a:lnTo>
                  <a:pt x="901057" y="139432"/>
                </a:lnTo>
                <a:lnTo>
                  <a:pt x="895560" y="139432"/>
                </a:lnTo>
                <a:close/>
                <a:moveTo>
                  <a:pt x="952033" y="138544"/>
                </a:moveTo>
                <a:lnTo>
                  <a:pt x="953532" y="138544"/>
                </a:lnTo>
                <a:lnTo>
                  <a:pt x="953532" y="139432"/>
                </a:lnTo>
                <a:lnTo>
                  <a:pt x="952033" y="139432"/>
                </a:lnTo>
                <a:close/>
                <a:moveTo>
                  <a:pt x="947535" y="138544"/>
                </a:moveTo>
                <a:lnTo>
                  <a:pt x="951533" y="138544"/>
                </a:lnTo>
                <a:lnTo>
                  <a:pt x="951533" y="139432"/>
                </a:lnTo>
                <a:lnTo>
                  <a:pt x="947535" y="139432"/>
                </a:lnTo>
                <a:close/>
                <a:moveTo>
                  <a:pt x="929544" y="138544"/>
                </a:moveTo>
                <a:lnTo>
                  <a:pt x="930543" y="138544"/>
                </a:lnTo>
                <a:lnTo>
                  <a:pt x="930543" y="139432"/>
                </a:lnTo>
                <a:lnTo>
                  <a:pt x="929544" y="139432"/>
                </a:lnTo>
                <a:close/>
                <a:moveTo>
                  <a:pt x="773619" y="139432"/>
                </a:moveTo>
                <a:lnTo>
                  <a:pt x="774118" y="139432"/>
                </a:lnTo>
                <a:lnTo>
                  <a:pt x="774118" y="140320"/>
                </a:lnTo>
                <a:lnTo>
                  <a:pt x="773619" y="140320"/>
                </a:lnTo>
                <a:close/>
                <a:moveTo>
                  <a:pt x="747131" y="139432"/>
                </a:moveTo>
                <a:lnTo>
                  <a:pt x="747631" y="139432"/>
                </a:lnTo>
                <a:lnTo>
                  <a:pt x="747631" y="140320"/>
                </a:lnTo>
                <a:lnTo>
                  <a:pt x="747131" y="140320"/>
                </a:lnTo>
                <a:close/>
                <a:moveTo>
                  <a:pt x="725142" y="139432"/>
                </a:moveTo>
                <a:lnTo>
                  <a:pt x="725642" y="139432"/>
                </a:lnTo>
                <a:lnTo>
                  <a:pt x="725642" y="140320"/>
                </a:lnTo>
                <a:lnTo>
                  <a:pt x="725142" y="140320"/>
                </a:lnTo>
                <a:close/>
                <a:moveTo>
                  <a:pt x="748131" y="140320"/>
                </a:moveTo>
                <a:lnTo>
                  <a:pt x="748631" y="140320"/>
                </a:lnTo>
                <a:lnTo>
                  <a:pt x="748631" y="141208"/>
                </a:lnTo>
                <a:lnTo>
                  <a:pt x="748131" y="141208"/>
                </a:lnTo>
                <a:close/>
                <a:moveTo>
                  <a:pt x="843585" y="140320"/>
                </a:moveTo>
                <a:lnTo>
                  <a:pt x="844085" y="140320"/>
                </a:lnTo>
                <a:lnTo>
                  <a:pt x="844085" y="141208"/>
                </a:lnTo>
                <a:lnTo>
                  <a:pt x="843585" y="141208"/>
                </a:lnTo>
                <a:close/>
                <a:moveTo>
                  <a:pt x="758626" y="141208"/>
                </a:moveTo>
                <a:lnTo>
                  <a:pt x="759126" y="141208"/>
                </a:lnTo>
                <a:lnTo>
                  <a:pt x="759126" y="142096"/>
                </a:lnTo>
                <a:lnTo>
                  <a:pt x="758626" y="142096"/>
                </a:lnTo>
                <a:close/>
                <a:moveTo>
                  <a:pt x="744133" y="141208"/>
                </a:moveTo>
                <a:lnTo>
                  <a:pt x="744633" y="141208"/>
                </a:lnTo>
                <a:lnTo>
                  <a:pt x="744633" y="142096"/>
                </a:lnTo>
                <a:lnTo>
                  <a:pt x="744133" y="142096"/>
                </a:lnTo>
                <a:close/>
                <a:moveTo>
                  <a:pt x="839587" y="141208"/>
                </a:moveTo>
                <a:lnTo>
                  <a:pt x="840087" y="141208"/>
                </a:lnTo>
                <a:lnTo>
                  <a:pt x="840087" y="142096"/>
                </a:lnTo>
                <a:lnTo>
                  <a:pt x="839587" y="142096"/>
                </a:lnTo>
                <a:close/>
                <a:moveTo>
                  <a:pt x="747131" y="141208"/>
                </a:moveTo>
                <a:lnTo>
                  <a:pt x="747631" y="141208"/>
                </a:lnTo>
                <a:lnTo>
                  <a:pt x="747631" y="142096"/>
                </a:lnTo>
                <a:lnTo>
                  <a:pt x="747131" y="142096"/>
                </a:lnTo>
                <a:close/>
                <a:moveTo>
                  <a:pt x="776117" y="142096"/>
                </a:moveTo>
                <a:lnTo>
                  <a:pt x="776617" y="142096"/>
                </a:lnTo>
                <a:lnTo>
                  <a:pt x="776617" y="142984"/>
                </a:lnTo>
                <a:lnTo>
                  <a:pt x="776117" y="142984"/>
                </a:lnTo>
                <a:close/>
                <a:moveTo>
                  <a:pt x="745132" y="142096"/>
                </a:moveTo>
                <a:lnTo>
                  <a:pt x="745632" y="142096"/>
                </a:lnTo>
                <a:lnTo>
                  <a:pt x="745632" y="142984"/>
                </a:lnTo>
                <a:lnTo>
                  <a:pt x="745132" y="142984"/>
                </a:lnTo>
                <a:close/>
                <a:moveTo>
                  <a:pt x="865075" y="142096"/>
                </a:moveTo>
                <a:lnTo>
                  <a:pt x="866074" y="142096"/>
                </a:lnTo>
                <a:lnTo>
                  <a:pt x="866074" y="142984"/>
                </a:lnTo>
                <a:lnTo>
                  <a:pt x="865075" y="142984"/>
                </a:lnTo>
                <a:close/>
                <a:moveTo>
                  <a:pt x="735637" y="142096"/>
                </a:moveTo>
                <a:lnTo>
                  <a:pt x="736137" y="142096"/>
                </a:lnTo>
                <a:lnTo>
                  <a:pt x="736137" y="142984"/>
                </a:lnTo>
                <a:lnTo>
                  <a:pt x="735637" y="142984"/>
                </a:lnTo>
                <a:close/>
                <a:moveTo>
                  <a:pt x="738635" y="142984"/>
                </a:moveTo>
                <a:lnTo>
                  <a:pt x="739135" y="142984"/>
                </a:lnTo>
                <a:lnTo>
                  <a:pt x="739135" y="143872"/>
                </a:lnTo>
                <a:lnTo>
                  <a:pt x="738635" y="143872"/>
                </a:lnTo>
                <a:close/>
                <a:moveTo>
                  <a:pt x="747131" y="142984"/>
                </a:moveTo>
                <a:lnTo>
                  <a:pt x="747631" y="142984"/>
                </a:lnTo>
                <a:lnTo>
                  <a:pt x="747631" y="143872"/>
                </a:lnTo>
                <a:lnTo>
                  <a:pt x="747131" y="143872"/>
                </a:lnTo>
                <a:close/>
                <a:moveTo>
                  <a:pt x="739635" y="142984"/>
                </a:moveTo>
                <a:lnTo>
                  <a:pt x="740135" y="142984"/>
                </a:lnTo>
                <a:lnTo>
                  <a:pt x="740135" y="143872"/>
                </a:lnTo>
                <a:lnTo>
                  <a:pt x="739635" y="143872"/>
                </a:lnTo>
                <a:close/>
                <a:moveTo>
                  <a:pt x="850582" y="142984"/>
                </a:moveTo>
                <a:lnTo>
                  <a:pt x="851081" y="142984"/>
                </a:lnTo>
                <a:lnTo>
                  <a:pt x="851081" y="143872"/>
                </a:lnTo>
                <a:lnTo>
                  <a:pt x="850582" y="143872"/>
                </a:lnTo>
                <a:close/>
                <a:moveTo>
                  <a:pt x="737136" y="143872"/>
                </a:moveTo>
                <a:lnTo>
                  <a:pt x="737636" y="143872"/>
                </a:lnTo>
                <a:lnTo>
                  <a:pt x="737636" y="144760"/>
                </a:lnTo>
                <a:lnTo>
                  <a:pt x="737136" y="144760"/>
                </a:lnTo>
                <a:close/>
                <a:moveTo>
                  <a:pt x="736137" y="143872"/>
                </a:moveTo>
                <a:lnTo>
                  <a:pt x="736636" y="143872"/>
                </a:lnTo>
                <a:lnTo>
                  <a:pt x="736636" y="144760"/>
                </a:lnTo>
                <a:lnTo>
                  <a:pt x="736137" y="144760"/>
                </a:lnTo>
                <a:close/>
                <a:moveTo>
                  <a:pt x="856079" y="143872"/>
                </a:moveTo>
                <a:lnTo>
                  <a:pt x="856579" y="143872"/>
                </a:lnTo>
                <a:lnTo>
                  <a:pt x="856579" y="144760"/>
                </a:lnTo>
                <a:lnTo>
                  <a:pt x="856079" y="144760"/>
                </a:lnTo>
                <a:close/>
                <a:moveTo>
                  <a:pt x="763124" y="143872"/>
                </a:moveTo>
                <a:lnTo>
                  <a:pt x="763623" y="143872"/>
                </a:lnTo>
                <a:lnTo>
                  <a:pt x="763623" y="144760"/>
                </a:lnTo>
                <a:lnTo>
                  <a:pt x="763124" y="144760"/>
                </a:lnTo>
                <a:close/>
                <a:moveTo>
                  <a:pt x="736636" y="144760"/>
                </a:moveTo>
                <a:lnTo>
                  <a:pt x="737136" y="144760"/>
                </a:lnTo>
                <a:lnTo>
                  <a:pt x="737136" y="145648"/>
                </a:lnTo>
                <a:lnTo>
                  <a:pt x="736636" y="145648"/>
                </a:lnTo>
                <a:close/>
                <a:moveTo>
                  <a:pt x="733638" y="144760"/>
                </a:moveTo>
                <a:lnTo>
                  <a:pt x="734138" y="144760"/>
                </a:lnTo>
                <a:lnTo>
                  <a:pt x="734138" y="145648"/>
                </a:lnTo>
                <a:lnTo>
                  <a:pt x="733638" y="145648"/>
                </a:lnTo>
                <a:close/>
                <a:moveTo>
                  <a:pt x="735637" y="144760"/>
                </a:moveTo>
                <a:lnTo>
                  <a:pt x="736137" y="144760"/>
                </a:lnTo>
                <a:lnTo>
                  <a:pt x="736137" y="145648"/>
                </a:lnTo>
                <a:lnTo>
                  <a:pt x="735637" y="145648"/>
                </a:lnTo>
                <a:close/>
                <a:moveTo>
                  <a:pt x="776617" y="144760"/>
                </a:moveTo>
                <a:lnTo>
                  <a:pt x="777117" y="144760"/>
                </a:lnTo>
                <a:lnTo>
                  <a:pt x="777117" y="145648"/>
                </a:lnTo>
                <a:lnTo>
                  <a:pt x="776617" y="145648"/>
                </a:lnTo>
                <a:close/>
                <a:moveTo>
                  <a:pt x="733138" y="145648"/>
                </a:moveTo>
                <a:lnTo>
                  <a:pt x="733638" y="145648"/>
                </a:lnTo>
                <a:lnTo>
                  <a:pt x="733638" y="146536"/>
                </a:lnTo>
                <a:lnTo>
                  <a:pt x="733138" y="146536"/>
                </a:lnTo>
                <a:close/>
                <a:moveTo>
                  <a:pt x="764623" y="145648"/>
                </a:moveTo>
                <a:lnTo>
                  <a:pt x="765123" y="145648"/>
                </a:lnTo>
                <a:lnTo>
                  <a:pt x="765123" y="146536"/>
                </a:lnTo>
                <a:lnTo>
                  <a:pt x="764623" y="146536"/>
                </a:lnTo>
                <a:close/>
                <a:moveTo>
                  <a:pt x="919549" y="146536"/>
                </a:moveTo>
                <a:lnTo>
                  <a:pt x="920548" y="146536"/>
                </a:lnTo>
                <a:lnTo>
                  <a:pt x="920548" y="147425"/>
                </a:lnTo>
                <a:lnTo>
                  <a:pt x="919549" y="147425"/>
                </a:lnTo>
                <a:close/>
                <a:moveTo>
                  <a:pt x="932542" y="146536"/>
                </a:moveTo>
                <a:lnTo>
                  <a:pt x="933042" y="146536"/>
                </a:lnTo>
                <a:lnTo>
                  <a:pt x="933042" y="147425"/>
                </a:lnTo>
                <a:lnTo>
                  <a:pt x="932542" y="147425"/>
                </a:lnTo>
                <a:close/>
                <a:moveTo>
                  <a:pt x="963028" y="146536"/>
                </a:moveTo>
                <a:lnTo>
                  <a:pt x="965527" y="146536"/>
                </a:lnTo>
                <a:lnTo>
                  <a:pt x="965527" y="147425"/>
                </a:lnTo>
                <a:lnTo>
                  <a:pt x="963028" y="147425"/>
                </a:lnTo>
                <a:close/>
                <a:moveTo>
                  <a:pt x="772119" y="146536"/>
                </a:moveTo>
                <a:lnTo>
                  <a:pt x="772619" y="146536"/>
                </a:lnTo>
                <a:lnTo>
                  <a:pt x="772619" y="147425"/>
                </a:lnTo>
                <a:lnTo>
                  <a:pt x="772119" y="147425"/>
                </a:lnTo>
                <a:close/>
                <a:moveTo>
                  <a:pt x="945536" y="146536"/>
                </a:moveTo>
                <a:lnTo>
                  <a:pt x="947035" y="146536"/>
                </a:lnTo>
                <a:lnTo>
                  <a:pt x="947035" y="147425"/>
                </a:lnTo>
                <a:lnTo>
                  <a:pt x="945536" y="147425"/>
                </a:lnTo>
                <a:close/>
                <a:moveTo>
                  <a:pt x="926545" y="146536"/>
                </a:moveTo>
                <a:lnTo>
                  <a:pt x="927545" y="146536"/>
                </a:lnTo>
                <a:lnTo>
                  <a:pt x="927545" y="147425"/>
                </a:lnTo>
                <a:lnTo>
                  <a:pt x="926545" y="147425"/>
                </a:lnTo>
                <a:close/>
                <a:moveTo>
                  <a:pt x="758626" y="146536"/>
                </a:moveTo>
                <a:lnTo>
                  <a:pt x="759126" y="146536"/>
                </a:lnTo>
                <a:lnTo>
                  <a:pt x="759126" y="147425"/>
                </a:lnTo>
                <a:lnTo>
                  <a:pt x="758626" y="147425"/>
                </a:lnTo>
                <a:close/>
                <a:moveTo>
                  <a:pt x="959030" y="146536"/>
                </a:moveTo>
                <a:lnTo>
                  <a:pt x="960029" y="146536"/>
                </a:lnTo>
                <a:lnTo>
                  <a:pt x="960029" y="147425"/>
                </a:lnTo>
                <a:lnTo>
                  <a:pt x="959030" y="147425"/>
                </a:lnTo>
                <a:close/>
                <a:moveTo>
                  <a:pt x="907554" y="146536"/>
                </a:moveTo>
                <a:lnTo>
                  <a:pt x="909553" y="146536"/>
                </a:lnTo>
                <a:lnTo>
                  <a:pt x="909553" y="147425"/>
                </a:lnTo>
                <a:lnTo>
                  <a:pt x="907554" y="147425"/>
                </a:lnTo>
                <a:close/>
                <a:moveTo>
                  <a:pt x="864575" y="146536"/>
                </a:moveTo>
                <a:lnTo>
                  <a:pt x="865075" y="146536"/>
                </a:lnTo>
                <a:lnTo>
                  <a:pt x="865075" y="147425"/>
                </a:lnTo>
                <a:lnTo>
                  <a:pt x="864575" y="147425"/>
                </a:lnTo>
                <a:close/>
                <a:moveTo>
                  <a:pt x="902057" y="146536"/>
                </a:moveTo>
                <a:lnTo>
                  <a:pt x="903057" y="146536"/>
                </a:lnTo>
                <a:lnTo>
                  <a:pt x="903057" y="147425"/>
                </a:lnTo>
                <a:lnTo>
                  <a:pt x="902057" y="147425"/>
                </a:lnTo>
                <a:close/>
                <a:moveTo>
                  <a:pt x="775118" y="146536"/>
                </a:moveTo>
                <a:lnTo>
                  <a:pt x="775618" y="146536"/>
                </a:lnTo>
                <a:lnTo>
                  <a:pt x="775618" y="147425"/>
                </a:lnTo>
                <a:lnTo>
                  <a:pt x="775118" y="147425"/>
                </a:lnTo>
                <a:close/>
                <a:moveTo>
                  <a:pt x="929044" y="146536"/>
                </a:moveTo>
                <a:lnTo>
                  <a:pt x="929544" y="146536"/>
                </a:lnTo>
                <a:lnTo>
                  <a:pt x="929544" y="147425"/>
                </a:lnTo>
                <a:lnTo>
                  <a:pt x="929044" y="147425"/>
                </a:lnTo>
                <a:close/>
                <a:moveTo>
                  <a:pt x="897559" y="146536"/>
                </a:moveTo>
                <a:lnTo>
                  <a:pt x="898559" y="146536"/>
                </a:lnTo>
                <a:lnTo>
                  <a:pt x="898559" y="147425"/>
                </a:lnTo>
                <a:lnTo>
                  <a:pt x="897559" y="147425"/>
                </a:lnTo>
                <a:close/>
                <a:moveTo>
                  <a:pt x="954532" y="146536"/>
                </a:moveTo>
                <a:lnTo>
                  <a:pt x="956531" y="146536"/>
                </a:lnTo>
                <a:lnTo>
                  <a:pt x="956531" y="147425"/>
                </a:lnTo>
                <a:lnTo>
                  <a:pt x="954532" y="147425"/>
                </a:lnTo>
                <a:close/>
                <a:moveTo>
                  <a:pt x="914551" y="146536"/>
                </a:moveTo>
                <a:lnTo>
                  <a:pt x="916050" y="146536"/>
                </a:lnTo>
                <a:lnTo>
                  <a:pt x="916050" y="147425"/>
                </a:lnTo>
                <a:lnTo>
                  <a:pt x="914551" y="147425"/>
                </a:lnTo>
                <a:close/>
                <a:moveTo>
                  <a:pt x="923047" y="146536"/>
                </a:moveTo>
                <a:lnTo>
                  <a:pt x="924046" y="146536"/>
                </a:lnTo>
                <a:lnTo>
                  <a:pt x="924046" y="147425"/>
                </a:lnTo>
                <a:lnTo>
                  <a:pt x="923047" y="147425"/>
                </a:lnTo>
                <a:close/>
                <a:moveTo>
                  <a:pt x="925046" y="146536"/>
                </a:moveTo>
                <a:lnTo>
                  <a:pt x="925546" y="146536"/>
                </a:lnTo>
                <a:lnTo>
                  <a:pt x="925546" y="147425"/>
                </a:lnTo>
                <a:lnTo>
                  <a:pt x="925046" y="147425"/>
                </a:lnTo>
                <a:close/>
                <a:moveTo>
                  <a:pt x="957031" y="146536"/>
                </a:moveTo>
                <a:lnTo>
                  <a:pt x="957530" y="146536"/>
                </a:lnTo>
                <a:lnTo>
                  <a:pt x="957530" y="147425"/>
                </a:lnTo>
                <a:lnTo>
                  <a:pt x="957031" y="147425"/>
                </a:lnTo>
                <a:close/>
                <a:moveTo>
                  <a:pt x="941538" y="146536"/>
                </a:moveTo>
                <a:lnTo>
                  <a:pt x="942538" y="146536"/>
                </a:lnTo>
                <a:lnTo>
                  <a:pt x="942538" y="147425"/>
                </a:lnTo>
                <a:lnTo>
                  <a:pt x="941538" y="147425"/>
                </a:lnTo>
                <a:close/>
                <a:moveTo>
                  <a:pt x="725142" y="146536"/>
                </a:moveTo>
                <a:lnTo>
                  <a:pt x="725642" y="146536"/>
                </a:lnTo>
                <a:lnTo>
                  <a:pt x="725642" y="147425"/>
                </a:lnTo>
                <a:lnTo>
                  <a:pt x="725142" y="147425"/>
                </a:lnTo>
                <a:close/>
                <a:moveTo>
                  <a:pt x="921048" y="146536"/>
                </a:moveTo>
                <a:lnTo>
                  <a:pt x="922047" y="146536"/>
                </a:lnTo>
                <a:lnTo>
                  <a:pt x="922047" y="147425"/>
                </a:lnTo>
                <a:lnTo>
                  <a:pt x="921048" y="147425"/>
                </a:lnTo>
                <a:close/>
                <a:moveTo>
                  <a:pt x="906555" y="146536"/>
                </a:moveTo>
                <a:lnTo>
                  <a:pt x="907055" y="146536"/>
                </a:lnTo>
                <a:lnTo>
                  <a:pt x="907055" y="147425"/>
                </a:lnTo>
                <a:lnTo>
                  <a:pt x="906555" y="147425"/>
                </a:lnTo>
                <a:close/>
                <a:moveTo>
                  <a:pt x="967026" y="146536"/>
                </a:moveTo>
                <a:lnTo>
                  <a:pt x="968025" y="146536"/>
                </a:lnTo>
                <a:lnTo>
                  <a:pt x="968025" y="147425"/>
                </a:lnTo>
                <a:lnTo>
                  <a:pt x="967026" y="147425"/>
                </a:lnTo>
                <a:close/>
                <a:moveTo>
                  <a:pt x="911053" y="146536"/>
                </a:moveTo>
                <a:lnTo>
                  <a:pt x="913052" y="146536"/>
                </a:lnTo>
                <a:lnTo>
                  <a:pt x="913052" y="147425"/>
                </a:lnTo>
                <a:lnTo>
                  <a:pt x="911053" y="147425"/>
                </a:lnTo>
                <a:close/>
                <a:moveTo>
                  <a:pt x="948035" y="146536"/>
                </a:moveTo>
                <a:lnTo>
                  <a:pt x="948535" y="146536"/>
                </a:lnTo>
                <a:lnTo>
                  <a:pt x="948535" y="147425"/>
                </a:lnTo>
                <a:lnTo>
                  <a:pt x="948035" y="147425"/>
                </a:lnTo>
                <a:close/>
                <a:moveTo>
                  <a:pt x="905056" y="146536"/>
                </a:moveTo>
                <a:lnTo>
                  <a:pt x="906055" y="146536"/>
                </a:lnTo>
                <a:lnTo>
                  <a:pt x="906055" y="147425"/>
                </a:lnTo>
                <a:lnTo>
                  <a:pt x="905056" y="147425"/>
                </a:lnTo>
                <a:close/>
                <a:moveTo>
                  <a:pt x="937040" y="146536"/>
                </a:moveTo>
                <a:lnTo>
                  <a:pt x="938040" y="146536"/>
                </a:lnTo>
                <a:lnTo>
                  <a:pt x="938040" y="147425"/>
                </a:lnTo>
                <a:lnTo>
                  <a:pt x="937040" y="147425"/>
                </a:lnTo>
                <a:close/>
                <a:moveTo>
                  <a:pt x="918549" y="146536"/>
                </a:moveTo>
                <a:lnTo>
                  <a:pt x="919049" y="146536"/>
                </a:lnTo>
                <a:lnTo>
                  <a:pt x="919049" y="147425"/>
                </a:lnTo>
                <a:lnTo>
                  <a:pt x="918549" y="147425"/>
                </a:lnTo>
                <a:close/>
                <a:moveTo>
                  <a:pt x="938540" y="146536"/>
                </a:moveTo>
                <a:lnTo>
                  <a:pt x="940039" y="146536"/>
                </a:lnTo>
                <a:lnTo>
                  <a:pt x="940039" y="147425"/>
                </a:lnTo>
                <a:lnTo>
                  <a:pt x="938540" y="147425"/>
                </a:lnTo>
                <a:close/>
                <a:moveTo>
                  <a:pt x="951034" y="146536"/>
                </a:moveTo>
                <a:lnTo>
                  <a:pt x="951533" y="146536"/>
                </a:lnTo>
                <a:lnTo>
                  <a:pt x="951533" y="147425"/>
                </a:lnTo>
                <a:lnTo>
                  <a:pt x="951034" y="147425"/>
                </a:lnTo>
                <a:close/>
                <a:moveTo>
                  <a:pt x="943037" y="146536"/>
                </a:moveTo>
                <a:lnTo>
                  <a:pt x="944537" y="146536"/>
                </a:lnTo>
                <a:lnTo>
                  <a:pt x="944537" y="147425"/>
                </a:lnTo>
                <a:lnTo>
                  <a:pt x="943037" y="147425"/>
                </a:lnTo>
                <a:close/>
                <a:moveTo>
                  <a:pt x="955531" y="147425"/>
                </a:moveTo>
                <a:lnTo>
                  <a:pt x="956031" y="147425"/>
                </a:lnTo>
                <a:lnTo>
                  <a:pt x="956031" y="148313"/>
                </a:lnTo>
                <a:lnTo>
                  <a:pt x="955531" y="148313"/>
                </a:lnTo>
                <a:close/>
                <a:moveTo>
                  <a:pt x="738635" y="147425"/>
                </a:moveTo>
                <a:lnTo>
                  <a:pt x="739135" y="147425"/>
                </a:lnTo>
                <a:lnTo>
                  <a:pt x="739135" y="148313"/>
                </a:lnTo>
                <a:lnTo>
                  <a:pt x="738635" y="148313"/>
                </a:lnTo>
                <a:close/>
                <a:moveTo>
                  <a:pt x="924546" y="147425"/>
                </a:moveTo>
                <a:lnTo>
                  <a:pt x="925046" y="147425"/>
                </a:lnTo>
                <a:lnTo>
                  <a:pt x="925046" y="148313"/>
                </a:lnTo>
                <a:lnTo>
                  <a:pt x="924546" y="148313"/>
                </a:lnTo>
                <a:close/>
                <a:moveTo>
                  <a:pt x="960529" y="147425"/>
                </a:moveTo>
                <a:lnTo>
                  <a:pt x="961029" y="147425"/>
                </a:lnTo>
                <a:lnTo>
                  <a:pt x="961029" y="148313"/>
                </a:lnTo>
                <a:lnTo>
                  <a:pt x="960529" y="148313"/>
                </a:lnTo>
                <a:close/>
                <a:moveTo>
                  <a:pt x="831591" y="147425"/>
                </a:moveTo>
                <a:lnTo>
                  <a:pt x="832091" y="147425"/>
                </a:lnTo>
                <a:lnTo>
                  <a:pt x="832091" y="148313"/>
                </a:lnTo>
                <a:lnTo>
                  <a:pt x="831591" y="148313"/>
                </a:lnTo>
                <a:close/>
                <a:moveTo>
                  <a:pt x="932043" y="147425"/>
                </a:moveTo>
                <a:lnTo>
                  <a:pt x="933542" y="147425"/>
                </a:lnTo>
                <a:lnTo>
                  <a:pt x="933542" y="148313"/>
                </a:lnTo>
                <a:lnTo>
                  <a:pt x="932043" y="148313"/>
                </a:lnTo>
                <a:close/>
                <a:moveTo>
                  <a:pt x="746132" y="147425"/>
                </a:moveTo>
                <a:lnTo>
                  <a:pt x="746632" y="147425"/>
                </a:lnTo>
                <a:lnTo>
                  <a:pt x="746632" y="148313"/>
                </a:lnTo>
                <a:lnTo>
                  <a:pt x="746132" y="148313"/>
                </a:lnTo>
                <a:close/>
                <a:moveTo>
                  <a:pt x="778117" y="147425"/>
                </a:moveTo>
                <a:lnTo>
                  <a:pt x="778616" y="147425"/>
                </a:lnTo>
                <a:lnTo>
                  <a:pt x="778616" y="148313"/>
                </a:lnTo>
                <a:lnTo>
                  <a:pt x="778117" y="148313"/>
                </a:lnTo>
                <a:close/>
                <a:moveTo>
                  <a:pt x="939539" y="147425"/>
                </a:moveTo>
                <a:lnTo>
                  <a:pt x="940539" y="147425"/>
                </a:lnTo>
                <a:lnTo>
                  <a:pt x="940539" y="148313"/>
                </a:lnTo>
                <a:lnTo>
                  <a:pt x="939539" y="148313"/>
                </a:lnTo>
                <a:close/>
                <a:moveTo>
                  <a:pt x="916050" y="147425"/>
                </a:moveTo>
                <a:lnTo>
                  <a:pt x="917550" y="147425"/>
                </a:lnTo>
                <a:lnTo>
                  <a:pt x="917550" y="148313"/>
                </a:lnTo>
                <a:lnTo>
                  <a:pt x="916050" y="148313"/>
                </a:lnTo>
                <a:close/>
                <a:moveTo>
                  <a:pt x="952033" y="147425"/>
                </a:moveTo>
                <a:lnTo>
                  <a:pt x="953532" y="147425"/>
                </a:lnTo>
                <a:lnTo>
                  <a:pt x="953532" y="148313"/>
                </a:lnTo>
                <a:lnTo>
                  <a:pt x="952033" y="148313"/>
                </a:lnTo>
                <a:close/>
                <a:moveTo>
                  <a:pt x="928544" y="147425"/>
                </a:moveTo>
                <a:lnTo>
                  <a:pt x="929044" y="147425"/>
                </a:lnTo>
                <a:lnTo>
                  <a:pt x="929044" y="148313"/>
                </a:lnTo>
                <a:lnTo>
                  <a:pt x="928544" y="148313"/>
                </a:lnTo>
                <a:close/>
                <a:moveTo>
                  <a:pt x="958530" y="147425"/>
                </a:moveTo>
                <a:lnTo>
                  <a:pt x="959030" y="147425"/>
                </a:lnTo>
                <a:lnTo>
                  <a:pt x="959030" y="148313"/>
                </a:lnTo>
                <a:lnTo>
                  <a:pt x="958530" y="148313"/>
                </a:lnTo>
                <a:close/>
                <a:moveTo>
                  <a:pt x="906555" y="147425"/>
                </a:moveTo>
                <a:lnTo>
                  <a:pt x="907554" y="147425"/>
                </a:lnTo>
                <a:lnTo>
                  <a:pt x="907554" y="148313"/>
                </a:lnTo>
                <a:lnTo>
                  <a:pt x="906555" y="148313"/>
                </a:lnTo>
                <a:close/>
                <a:moveTo>
                  <a:pt x="915051" y="147425"/>
                </a:moveTo>
                <a:lnTo>
                  <a:pt x="915551" y="147425"/>
                </a:lnTo>
                <a:lnTo>
                  <a:pt x="915551" y="148313"/>
                </a:lnTo>
                <a:lnTo>
                  <a:pt x="915051" y="148313"/>
                </a:lnTo>
                <a:close/>
                <a:moveTo>
                  <a:pt x="964527" y="147425"/>
                </a:moveTo>
                <a:lnTo>
                  <a:pt x="965027" y="147425"/>
                </a:lnTo>
                <a:lnTo>
                  <a:pt x="965027" y="148313"/>
                </a:lnTo>
                <a:lnTo>
                  <a:pt x="964527" y="148313"/>
                </a:lnTo>
                <a:close/>
                <a:moveTo>
                  <a:pt x="965527" y="147425"/>
                </a:moveTo>
                <a:lnTo>
                  <a:pt x="966026" y="147425"/>
                </a:lnTo>
                <a:lnTo>
                  <a:pt x="966026" y="148313"/>
                </a:lnTo>
                <a:lnTo>
                  <a:pt x="965527" y="148313"/>
                </a:lnTo>
                <a:close/>
                <a:moveTo>
                  <a:pt x="898059" y="147425"/>
                </a:moveTo>
                <a:lnTo>
                  <a:pt x="898559" y="147425"/>
                </a:lnTo>
                <a:lnTo>
                  <a:pt x="898559" y="148313"/>
                </a:lnTo>
                <a:lnTo>
                  <a:pt x="898059" y="148313"/>
                </a:lnTo>
                <a:close/>
                <a:moveTo>
                  <a:pt x="780116" y="148313"/>
                </a:moveTo>
                <a:lnTo>
                  <a:pt x="780615" y="148313"/>
                </a:lnTo>
                <a:lnTo>
                  <a:pt x="780615" y="149201"/>
                </a:lnTo>
                <a:lnTo>
                  <a:pt x="780116" y="149201"/>
                </a:lnTo>
                <a:close/>
                <a:moveTo>
                  <a:pt x="744633" y="148313"/>
                </a:moveTo>
                <a:lnTo>
                  <a:pt x="745132" y="148313"/>
                </a:lnTo>
                <a:lnTo>
                  <a:pt x="745132" y="149201"/>
                </a:lnTo>
                <a:lnTo>
                  <a:pt x="744633" y="149201"/>
                </a:lnTo>
                <a:close/>
                <a:moveTo>
                  <a:pt x="897059" y="148313"/>
                </a:moveTo>
                <a:lnTo>
                  <a:pt x="899058" y="148313"/>
                </a:lnTo>
                <a:lnTo>
                  <a:pt x="899058" y="149201"/>
                </a:lnTo>
                <a:lnTo>
                  <a:pt x="897059" y="149201"/>
                </a:lnTo>
                <a:close/>
                <a:moveTo>
                  <a:pt x="937540" y="148313"/>
                </a:moveTo>
                <a:lnTo>
                  <a:pt x="938040" y="148313"/>
                </a:lnTo>
                <a:lnTo>
                  <a:pt x="938040" y="149201"/>
                </a:lnTo>
                <a:lnTo>
                  <a:pt x="937540" y="149201"/>
                </a:lnTo>
                <a:close/>
                <a:moveTo>
                  <a:pt x="946536" y="148313"/>
                </a:moveTo>
                <a:lnTo>
                  <a:pt x="947035" y="148313"/>
                </a:lnTo>
                <a:lnTo>
                  <a:pt x="947035" y="149201"/>
                </a:lnTo>
                <a:lnTo>
                  <a:pt x="946536" y="149201"/>
                </a:lnTo>
                <a:close/>
                <a:moveTo>
                  <a:pt x="965027" y="148313"/>
                </a:moveTo>
                <a:lnTo>
                  <a:pt x="965527" y="148313"/>
                </a:lnTo>
                <a:lnTo>
                  <a:pt x="965527" y="149201"/>
                </a:lnTo>
                <a:lnTo>
                  <a:pt x="965027" y="149201"/>
                </a:lnTo>
                <a:close/>
                <a:moveTo>
                  <a:pt x="926545" y="148313"/>
                </a:moveTo>
                <a:lnTo>
                  <a:pt x="927545" y="148313"/>
                </a:lnTo>
                <a:lnTo>
                  <a:pt x="927545" y="149201"/>
                </a:lnTo>
                <a:lnTo>
                  <a:pt x="926545" y="149201"/>
                </a:lnTo>
                <a:close/>
                <a:moveTo>
                  <a:pt x="922547" y="148313"/>
                </a:moveTo>
                <a:lnTo>
                  <a:pt x="923047" y="148313"/>
                </a:lnTo>
                <a:lnTo>
                  <a:pt x="923047" y="149201"/>
                </a:lnTo>
                <a:lnTo>
                  <a:pt x="922547" y="149201"/>
                </a:lnTo>
                <a:close/>
                <a:moveTo>
                  <a:pt x="932542" y="148313"/>
                </a:moveTo>
                <a:lnTo>
                  <a:pt x="933542" y="148313"/>
                </a:lnTo>
                <a:lnTo>
                  <a:pt x="933542" y="149201"/>
                </a:lnTo>
                <a:lnTo>
                  <a:pt x="932542" y="149201"/>
                </a:lnTo>
                <a:close/>
                <a:moveTo>
                  <a:pt x="758126" y="148313"/>
                </a:moveTo>
                <a:lnTo>
                  <a:pt x="758626" y="148313"/>
                </a:lnTo>
                <a:lnTo>
                  <a:pt x="758626" y="149201"/>
                </a:lnTo>
                <a:lnTo>
                  <a:pt x="758126" y="149201"/>
                </a:lnTo>
                <a:close/>
                <a:moveTo>
                  <a:pt x="911552" y="148313"/>
                </a:moveTo>
                <a:lnTo>
                  <a:pt x="912052" y="148313"/>
                </a:lnTo>
                <a:lnTo>
                  <a:pt x="912052" y="149201"/>
                </a:lnTo>
                <a:lnTo>
                  <a:pt x="911552" y="149201"/>
                </a:lnTo>
                <a:close/>
                <a:moveTo>
                  <a:pt x="939539" y="148313"/>
                </a:moveTo>
                <a:lnTo>
                  <a:pt x="940039" y="148313"/>
                </a:lnTo>
                <a:lnTo>
                  <a:pt x="940039" y="149201"/>
                </a:lnTo>
                <a:lnTo>
                  <a:pt x="939539" y="149201"/>
                </a:lnTo>
                <a:close/>
                <a:moveTo>
                  <a:pt x="916550" y="148313"/>
                </a:moveTo>
                <a:lnTo>
                  <a:pt x="917050" y="148313"/>
                </a:lnTo>
                <a:lnTo>
                  <a:pt x="917050" y="149201"/>
                </a:lnTo>
                <a:lnTo>
                  <a:pt x="916550" y="149201"/>
                </a:lnTo>
                <a:close/>
                <a:moveTo>
                  <a:pt x="962528" y="147425"/>
                </a:moveTo>
                <a:lnTo>
                  <a:pt x="963028" y="147425"/>
                </a:lnTo>
                <a:lnTo>
                  <a:pt x="963028" y="149201"/>
                </a:lnTo>
                <a:lnTo>
                  <a:pt x="962528" y="149201"/>
                </a:lnTo>
                <a:close/>
                <a:moveTo>
                  <a:pt x="950534" y="147425"/>
                </a:moveTo>
                <a:lnTo>
                  <a:pt x="951533" y="147425"/>
                </a:lnTo>
                <a:lnTo>
                  <a:pt x="951533" y="149201"/>
                </a:lnTo>
                <a:lnTo>
                  <a:pt x="950534" y="149201"/>
                </a:lnTo>
                <a:close/>
                <a:moveTo>
                  <a:pt x="951533" y="149201"/>
                </a:moveTo>
                <a:lnTo>
                  <a:pt x="952533" y="149201"/>
                </a:lnTo>
                <a:lnTo>
                  <a:pt x="952533" y="150089"/>
                </a:lnTo>
                <a:lnTo>
                  <a:pt x="951533" y="150089"/>
                </a:lnTo>
                <a:close/>
                <a:moveTo>
                  <a:pt x="923547" y="149201"/>
                </a:moveTo>
                <a:lnTo>
                  <a:pt x="924046" y="149201"/>
                </a:lnTo>
                <a:lnTo>
                  <a:pt x="924046" y="150089"/>
                </a:lnTo>
                <a:lnTo>
                  <a:pt x="923547" y="150089"/>
                </a:lnTo>
                <a:close/>
                <a:moveTo>
                  <a:pt x="735637" y="149201"/>
                </a:moveTo>
                <a:lnTo>
                  <a:pt x="736137" y="149201"/>
                </a:lnTo>
                <a:lnTo>
                  <a:pt x="736137" y="150089"/>
                </a:lnTo>
                <a:lnTo>
                  <a:pt x="735637" y="150089"/>
                </a:lnTo>
                <a:close/>
                <a:moveTo>
                  <a:pt x="968525" y="149201"/>
                </a:moveTo>
                <a:lnTo>
                  <a:pt x="970024" y="149201"/>
                </a:lnTo>
                <a:lnTo>
                  <a:pt x="970024" y="150089"/>
                </a:lnTo>
                <a:lnTo>
                  <a:pt x="968525" y="150089"/>
                </a:lnTo>
                <a:close/>
                <a:moveTo>
                  <a:pt x="760625" y="149201"/>
                </a:moveTo>
                <a:lnTo>
                  <a:pt x="761125" y="149201"/>
                </a:lnTo>
                <a:lnTo>
                  <a:pt x="761125" y="150089"/>
                </a:lnTo>
                <a:lnTo>
                  <a:pt x="760625" y="150089"/>
                </a:lnTo>
                <a:close/>
                <a:moveTo>
                  <a:pt x="961029" y="149201"/>
                </a:moveTo>
                <a:lnTo>
                  <a:pt x="962028" y="149201"/>
                </a:lnTo>
                <a:lnTo>
                  <a:pt x="962028" y="150089"/>
                </a:lnTo>
                <a:lnTo>
                  <a:pt x="961029" y="150089"/>
                </a:lnTo>
                <a:close/>
                <a:moveTo>
                  <a:pt x="898559" y="149201"/>
                </a:moveTo>
                <a:lnTo>
                  <a:pt x="899058" y="149201"/>
                </a:lnTo>
                <a:lnTo>
                  <a:pt x="899058" y="150089"/>
                </a:lnTo>
                <a:lnTo>
                  <a:pt x="898559" y="150089"/>
                </a:lnTo>
                <a:close/>
                <a:moveTo>
                  <a:pt x="927045" y="149201"/>
                </a:moveTo>
                <a:lnTo>
                  <a:pt x="928045" y="149201"/>
                </a:lnTo>
                <a:lnTo>
                  <a:pt x="928045" y="150089"/>
                </a:lnTo>
                <a:lnTo>
                  <a:pt x="927045" y="150089"/>
                </a:lnTo>
                <a:close/>
                <a:moveTo>
                  <a:pt x="914551" y="148313"/>
                </a:moveTo>
                <a:lnTo>
                  <a:pt x="915051" y="148313"/>
                </a:lnTo>
                <a:lnTo>
                  <a:pt x="915051" y="150089"/>
                </a:lnTo>
                <a:lnTo>
                  <a:pt x="914551" y="150089"/>
                </a:lnTo>
                <a:close/>
                <a:moveTo>
                  <a:pt x="931543" y="149201"/>
                </a:moveTo>
                <a:lnTo>
                  <a:pt x="932542" y="149201"/>
                </a:lnTo>
                <a:lnTo>
                  <a:pt x="932542" y="150089"/>
                </a:lnTo>
                <a:lnTo>
                  <a:pt x="931543" y="150089"/>
                </a:lnTo>
                <a:close/>
                <a:moveTo>
                  <a:pt x="896560" y="149201"/>
                </a:moveTo>
                <a:lnTo>
                  <a:pt x="897059" y="149201"/>
                </a:lnTo>
                <a:lnTo>
                  <a:pt x="897059" y="150089"/>
                </a:lnTo>
                <a:lnTo>
                  <a:pt x="896560" y="150089"/>
                </a:lnTo>
                <a:close/>
                <a:moveTo>
                  <a:pt x="906555" y="149201"/>
                </a:moveTo>
                <a:lnTo>
                  <a:pt x="907554" y="149201"/>
                </a:lnTo>
                <a:lnTo>
                  <a:pt x="907554" y="150089"/>
                </a:lnTo>
                <a:lnTo>
                  <a:pt x="906555" y="150089"/>
                </a:lnTo>
                <a:close/>
                <a:moveTo>
                  <a:pt x="839587" y="149201"/>
                </a:moveTo>
                <a:lnTo>
                  <a:pt x="840087" y="149201"/>
                </a:lnTo>
                <a:lnTo>
                  <a:pt x="840087" y="150089"/>
                </a:lnTo>
                <a:lnTo>
                  <a:pt x="839587" y="150089"/>
                </a:lnTo>
                <a:close/>
                <a:moveTo>
                  <a:pt x="908054" y="149201"/>
                </a:moveTo>
                <a:lnTo>
                  <a:pt x="908554" y="149201"/>
                </a:lnTo>
                <a:lnTo>
                  <a:pt x="908554" y="150089"/>
                </a:lnTo>
                <a:lnTo>
                  <a:pt x="908054" y="150089"/>
                </a:lnTo>
                <a:close/>
                <a:moveTo>
                  <a:pt x="946036" y="149201"/>
                </a:moveTo>
                <a:lnTo>
                  <a:pt x="947035" y="149201"/>
                </a:lnTo>
                <a:lnTo>
                  <a:pt x="947035" y="150089"/>
                </a:lnTo>
                <a:lnTo>
                  <a:pt x="946036" y="150089"/>
                </a:lnTo>
                <a:close/>
                <a:moveTo>
                  <a:pt x="851081" y="149201"/>
                </a:moveTo>
                <a:lnTo>
                  <a:pt x="851581" y="149201"/>
                </a:lnTo>
                <a:lnTo>
                  <a:pt x="851581" y="150089"/>
                </a:lnTo>
                <a:lnTo>
                  <a:pt x="851081" y="150089"/>
                </a:lnTo>
                <a:close/>
                <a:moveTo>
                  <a:pt x="916550" y="149201"/>
                </a:moveTo>
                <a:lnTo>
                  <a:pt x="917550" y="149201"/>
                </a:lnTo>
                <a:lnTo>
                  <a:pt x="917550" y="150089"/>
                </a:lnTo>
                <a:lnTo>
                  <a:pt x="916550" y="150089"/>
                </a:lnTo>
                <a:close/>
                <a:moveTo>
                  <a:pt x="957530" y="149201"/>
                </a:moveTo>
                <a:lnTo>
                  <a:pt x="958530" y="149201"/>
                </a:lnTo>
                <a:lnTo>
                  <a:pt x="958530" y="150089"/>
                </a:lnTo>
                <a:lnTo>
                  <a:pt x="957530" y="150089"/>
                </a:lnTo>
                <a:close/>
                <a:moveTo>
                  <a:pt x="918549" y="147425"/>
                </a:moveTo>
                <a:lnTo>
                  <a:pt x="919549" y="147425"/>
                </a:lnTo>
                <a:lnTo>
                  <a:pt x="919549" y="150089"/>
                </a:lnTo>
                <a:lnTo>
                  <a:pt x="918549" y="150089"/>
                </a:lnTo>
                <a:close/>
                <a:moveTo>
                  <a:pt x="937040" y="149201"/>
                </a:moveTo>
                <a:lnTo>
                  <a:pt x="938040" y="149201"/>
                </a:lnTo>
                <a:lnTo>
                  <a:pt x="938040" y="150089"/>
                </a:lnTo>
                <a:lnTo>
                  <a:pt x="937040" y="150089"/>
                </a:lnTo>
                <a:close/>
                <a:moveTo>
                  <a:pt x="909054" y="149201"/>
                </a:moveTo>
                <a:lnTo>
                  <a:pt x="909553" y="149201"/>
                </a:lnTo>
                <a:lnTo>
                  <a:pt x="909553" y="150089"/>
                </a:lnTo>
                <a:lnTo>
                  <a:pt x="909054" y="150089"/>
                </a:lnTo>
                <a:close/>
                <a:moveTo>
                  <a:pt x="904556" y="148313"/>
                </a:moveTo>
                <a:lnTo>
                  <a:pt x="905056" y="148313"/>
                </a:lnTo>
                <a:lnTo>
                  <a:pt x="905056" y="150089"/>
                </a:lnTo>
                <a:lnTo>
                  <a:pt x="904556" y="150089"/>
                </a:lnTo>
                <a:close/>
                <a:moveTo>
                  <a:pt x="950534" y="149201"/>
                </a:moveTo>
                <a:lnTo>
                  <a:pt x="951034" y="149201"/>
                </a:lnTo>
                <a:lnTo>
                  <a:pt x="951034" y="150089"/>
                </a:lnTo>
                <a:lnTo>
                  <a:pt x="950534" y="150089"/>
                </a:lnTo>
                <a:close/>
                <a:moveTo>
                  <a:pt x="902557" y="148313"/>
                </a:moveTo>
                <a:lnTo>
                  <a:pt x="903057" y="148313"/>
                </a:lnTo>
                <a:lnTo>
                  <a:pt x="903057" y="150089"/>
                </a:lnTo>
                <a:lnTo>
                  <a:pt x="902557" y="150089"/>
                </a:lnTo>
                <a:close/>
                <a:moveTo>
                  <a:pt x="943537" y="149201"/>
                </a:moveTo>
                <a:lnTo>
                  <a:pt x="944037" y="149201"/>
                </a:lnTo>
                <a:lnTo>
                  <a:pt x="944037" y="150089"/>
                </a:lnTo>
                <a:lnTo>
                  <a:pt x="943537" y="150089"/>
                </a:lnTo>
                <a:close/>
                <a:moveTo>
                  <a:pt x="868073" y="149201"/>
                </a:moveTo>
                <a:lnTo>
                  <a:pt x="868573" y="149201"/>
                </a:lnTo>
                <a:lnTo>
                  <a:pt x="868573" y="150089"/>
                </a:lnTo>
                <a:lnTo>
                  <a:pt x="868073" y="150089"/>
                </a:lnTo>
                <a:close/>
                <a:moveTo>
                  <a:pt x="920048" y="149201"/>
                </a:moveTo>
                <a:lnTo>
                  <a:pt x="921548" y="149201"/>
                </a:lnTo>
                <a:lnTo>
                  <a:pt x="921548" y="150089"/>
                </a:lnTo>
                <a:lnTo>
                  <a:pt x="920048" y="150089"/>
                </a:lnTo>
                <a:close/>
                <a:moveTo>
                  <a:pt x="739635" y="149201"/>
                </a:moveTo>
                <a:lnTo>
                  <a:pt x="740135" y="149201"/>
                </a:lnTo>
                <a:lnTo>
                  <a:pt x="740135" y="150089"/>
                </a:lnTo>
                <a:lnTo>
                  <a:pt x="739635" y="150089"/>
                </a:lnTo>
                <a:close/>
                <a:moveTo>
                  <a:pt x="967026" y="148313"/>
                </a:moveTo>
                <a:lnTo>
                  <a:pt x="967526" y="148313"/>
                </a:lnTo>
                <a:lnTo>
                  <a:pt x="967526" y="150089"/>
                </a:lnTo>
                <a:lnTo>
                  <a:pt x="967026" y="150089"/>
                </a:lnTo>
                <a:close/>
                <a:moveTo>
                  <a:pt x="852581" y="150089"/>
                </a:moveTo>
                <a:lnTo>
                  <a:pt x="853081" y="150089"/>
                </a:lnTo>
                <a:lnTo>
                  <a:pt x="853081" y="150977"/>
                </a:lnTo>
                <a:lnTo>
                  <a:pt x="852581" y="150977"/>
                </a:lnTo>
                <a:close/>
                <a:moveTo>
                  <a:pt x="925046" y="150089"/>
                </a:moveTo>
                <a:lnTo>
                  <a:pt x="925546" y="150089"/>
                </a:lnTo>
                <a:lnTo>
                  <a:pt x="925546" y="150977"/>
                </a:lnTo>
                <a:lnTo>
                  <a:pt x="925046" y="150977"/>
                </a:lnTo>
                <a:close/>
                <a:moveTo>
                  <a:pt x="941538" y="149201"/>
                </a:moveTo>
                <a:lnTo>
                  <a:pt x="942538" y="149201"/>
                </a:lnTo>
                <a:lnTo>
                  <a:pt x="942538" y="150977"/>
                </a:lnTo>
                <a:lnTo>
                  <a:pt x="941538" y="150977"/>
                </a:lnTo>
                <a:close/>
                <a:moveTo>
                  <a:pt x="906555" y="150089"/>
                </a:moveTo>
                <a:lnTo>
                  <a:pt x="907055" y="150089"/>
                </a:lnTo>
                <a:lnTo>
                  <a:pt x="907055" y="150977"/>
                </a:lnTo>
                <a:lnTo>
                  <a:pt x="906555" y="150977"/>
                </a:lnTo>
                <a:close/>
                <a:moveTo>
                  <a:pt x="938540" y="150089"/>
                </a:moveTo>
                <a:lnTo>
                  <a:pt x="939039" y="150089"/>
                </a:lnTo>
                <a:lnTo>
                  <a:pt x="939039" y="150977"/>
                </a:lnTo>
                <a:lnTo>
                  <a:pt x="938540" y="150977"/>
                </a:lnTo>
                <a:close/>
                <a:moveTo>
                  <a:pt x="903057" y="150089"/>
                </a:moveTo>
                <a:lnTo>
                  <a:pt x="903556" y="150089"/>
                </a:lnTo>
                <a:lnTo>
                  <a:pt x="903556" y="150977"/>
                </a:lnTo>
                <a:lnTo>
                  <a:pt x="903057" y="150977"/>
                </a:lnTo>
                <a:close/>
                <a:moveTo>
                  <a:pt x="967526" y="150089"/>
                </a:moveTo>
                <a:lnTo>
                  <a:pt x="968025" y="150089"/>
                </a:lnTo>
                <a:lnTo>
                  <a:pt x="968025" y="150977"/>
                </a:lnTo>
                <a:lnTo>
                  <a:pt x="967526" y="150977"/>
                </a:lnTo>
                <a:close/>
                <a:moveTo>
                  <a:pt x="915051" y="150089"/>
                </a:moveTo>
                <a:lnTo>
                  <a:pt x="916550" y="150089"/>
                </a:lnTo>
                <a:lnTo>
                  <a:pt x="916550" y="150977"/>
                </a:lnTo>
                <a:lnTo>
                  <a:pt x="915051" y="150977"/>
                </a:lnTo>
                <a:close/>
                <a:moveTo>
                  <a:pt x="919049" y="150089"/>
                </a:moveTo>
                <a:lnTo>
                  <a:pt x="920048" y="150089"/>
                </a:lnTo>
                <a:lnTo>
                  <a:pt x="920048" y="150977"/>
                </a:lnTo>
                <a:lnTo>
                  <a:pt x="919049" y="150977"/>
                </a:lnTo>
                <a:close/>
                <a:moveTo>
                  <a:pt x="851581" y="150089"/>
                </a:moveTo>
                <a:lnTo>
                  <a:pt x="852081" y="150089"/>
                </a:lnTo>
                <a:lnTo>
                  <a:pt x="852081" y="150977"/>
                </a:lnTo>
                <a:lnTo>
                  <a:pt x="851581" y="150977"/>
                </a:lnTo>
                <a:close/>
                <a:moveTo>
                  <a:pt x="939539" y="149201"/>
                </a:moveTo>
                <a:lnTo>
                  <a:pt x="940539" y="149201"/>
                </a:lnTo>
                <a:lnTo>
                  <a:pt x="940539" y="150977"/>
                </a:lnTo>
                <a:lnTo>
                  <a:pt x="939539" y="150977"/>
                </a:lnTo>
                <a:close/>
                <a:moveTo>
                  <a:pt x="904056" y="150089"/>
                </a:moveTo>
                <a:lnTo>
                  <a:pt x="905056" y="150089"/>
                </a:lnTo>
                <a:lnTo>
                  <a:pt x="905056" y="150977"/>
                </a:lnTo>
                <a:lnTo>
                  <a:pt x="904056" y="150977"/>
                </a:lnTo>
                <a:close/>
                <a:moveTo>
                  <a:pt x="932043" y="150089"/>
                </a:moveTo>
                <a:lnTo>
                  <a:pt x="932542" y="150089"/>
                </a:lnTo>
                <a:lnTo>
                  <a:pt x="932542" y="150977"/>
                </a:lnTo>
                <a:lnTo>
                  <a:pt x="932043" y="150977"/>
                </a:lnTo>
                <a:close/>
                <a:moveTo>
                  <a:pt x="757626" y="150089"/>
                </a:moveTo>
                <a:lnTo>
                  <a:pt x="758126" y="150089"/>
                </a:lnTo>
                <a:lnTo>
                  <a:pt x="758126" y="150977"/>
                </a:lnTo>
                <a:lnTo>
                  <a:pt x="757626" y="150977"/>
                </a:lnTo>
                <a:close/>
                <a:moveTo>
                  <a:pt x="963028" y="150089"/>
                </a:moveTo>
                <a:lnTo>
                  <a:pt x="963528" y="150089"/>
                </a:lnTo>
                <a:lnTo>
                  <a:pt x="963528" y="150977"/>
                </a:lnTo>
                <a:lnTo>
                  <a:pt x="963028" y="150977"/>
                </a:lnTo>
                <a:close/>
                <a:moveTo>
                  <a:pt x="943037" y="150089"/>
                </a:moveTo>
                <a:lnTo>
                  <a:pt x="944037" y="150089"/>
                </a:lnTo>
                <a:lnTo>
                  <a:pt x="944037" y="150977"/>
                </a:lnTo>
                <a:lnTo>
                  <a:pt x="943037" y="150977"/>
                </a:lnTo>
                <a:close/>
                <a:moveTo>
                  <a:pt x="907554" y="150089"/>
                </a:moveTo>
                <a:lnTo>
                  <a:pt x="908554" y="150089"/>
                </a:lnTo>
                <a:lnTo>
                  <a:pt x="908554" y="150977"/>
                </a:lnTo>
                <a:lnTo>
                  <a:pt x="907554" y="150977"/>
                </a:lnTo>
                <a:close/>
                <a:moveTo>
                  <a:pt x="911552" y="150089"/>
                </a:moveTo>
                <a:lnTo>
                  <a:pt x="912052" y="150089"/>
                </a:lnTo>
                <a:lnTo>
                  <a:pt x="912052" y="150977"/>
                </a:lnTo>
                <a:lnTo>
                  <a:pt x="911552" y="150977"/>
                </a:lnTo>
                <a:close/>
                <a:moveTo>
                  <a:pt x="964027" y="150089"/>
                </a:moveTo>
                <a:lnTo>
                  <a:pt x="965027" y="150089"/>
                </a:lnTo>
                <a:lnTo>
                  <a:pt x="965027" y="150977"/>
                </a:lnTo>
                <a:lnTo>
                  <a:pt x="964027" y="150977"/>
                </a:lnTo>
                <a:close/>
                <a:moveTo>
                  <a:pt x="924046" y="150089"/>
                </a:moveTo>
                <a:lnTo>
                  <a:pt x="924546" y="150089"/>
                </a:lnTo>
                <a:lnTo>
                  <a:pt x="924546" y="150977"/>
                </a:lnTo>
                <a:lnTo>
                  <a:pt x="924046" y="150977"/>
                </a:lnTo>
                <a:close/>
                <a:moveTo>
                  <a:pt x="969025" y="150089"/>
                </a:moveTo>
                <a:lnTo>
                  <a:pt x="969525" y="150089"/>
                </a:lnTo>
                <a:lnTo>
                  <a:pt x="969525" y="150977"/>
                </a:lnTo>
                <a:lnTo>
                  <a:pt x="969025" y="150977"/>
                </a:lnTo>
                <a:close/>
                <a:moveTo>
                  <a:pt x="933542" y="150089"/>
                </a:moveTo>
                <a:lnTo>
                  <a:pt x="934042" y="150089"/>
                </a:lnTo>
                <a:lnTo>
                  <a:pt x="934042" y="150977"/>
                </a:lnTo>
                <a:lnTo>
                  <a:pt x="933542" y="150977"/>
                </a:lnTo>
                <a:close/>
                <a:moveTo>
                  <a:pt x="952033" y="150089"/>
                </a:moveTo>
                <a:lnTo>
                  <a:pt x="952533" y="150089"/>
                </a:lnTo>
                <a:lnTo>
                  <a:pt x="952533" y="150977"/>
                </a:lnTo>
                <a:lnTo>
                  <a:pt x="952033" y="150977"/>
                </a:lnTo>
                <a:close/>
                <a:moveTo>
                  <a:pt x="965527" y="149201"/>
                </a:moveTo>
                <a:lnTo>
                  <a:pt x="966026" y="149201"/>
                </a:lnTo>
                <a:lnTo>
                  <a:pt x="966026" y="150977"/>
                </a:lnTo>
                <a:lnTo>
                  <a:pt x="965527" y="150977"/>
                </a:lnTo>
                <a:close/>
                <a:moveTo>
                  <a:pt x="921048" y="150089"/>
                </a:moveTo>
                <a:lnTo>
                  <a:pt x="921548" y="150089"/>
                </a:lnTo>
                <a:lnTo>
                  <a:pt x="921548" y="150977"/>
                </a:lnTo>
                <a:lnTo>
                  <a:pt x="921048" y="150977"/>
                </a:lnTo>
                <a:close/>
                <a:moveTo>
                  <a:pt x="957530" y="150089"/>
                </a:moveTo>
                <a:lnTo>
                  <a:pt x="958030" y="150089"/>
                </a:lnTo>
                <a:lnTo>
                  <a:pt x="958030" y="150977"/>
                </a:lnTo>
                <a:lnTo>
                  <a:pt x="957530" y="150977"/>
                </a:lnTo>
                <a:close/>
                <a:moveTo>
                  <a:pt x="926545" y="150089"/>
                </a:moveTo>
                <a:lnTo>
                  <a:pt x="928544" y="150089"/>
                </a:lnTo>
                <a:lnTo>
                  <a:pt x="928544" y="150977"/>
                </a:lnTo>
                <a:lnTo>
                  <a:pt x="926545" y="150977"/>
                </a:lnTo>
                <a:close/>
                <a:moveTo>
                  <a:pt x="955032" y="150089"/>
                </a:moveTo>
                <a:lnTo>
                  <a:pt x="956031" y="150089"/>
                </a:lnTo>
                <a:lnTo>
                  <a:pt x="956031" y="150977"/>
                </a:lnTo>
                <a:lnTo>
                  <a:pt x="955032" y="150977"/>
                </a:lnTo>
                <a:close/>
                <a:moveTo>
                  <a:pt x="903057" y="150977"/>
                </a:moveTo>
                <a:lnTo>
                  <a:pt x="904556" y="150977"/>
                </a:lnTo>
                <a:lnTo>
                  <a:pt x="904556" y="151865"/>
                </a:lnTo>
                <a:lnTo>
                  <a:pt x="903057" y="151865"/>
                </a:lnTo>
                <a:close/>
                <a:moveTo>
                  <a:pt x="960529" y="150977"/>
                </a:moveTo>
                <a:lnTo>
                  <a:pt x="961029" y="150977"/>
                </a:lnTo>
                <a:lnTo>
                  <a:pt x="961029" y="151865"/>
                </a:lnTo>
                <a:lnTo>
                  <a:pt x="960529" y="151865"/>
                </a:lnTo>
                <a:close/>
                <a:moveTo>
                  <a:pt x="912052" y="150977"/>
                </a:moveTo>
                <a:lnTo>
                  <a:pt x="912552" y="150977"/>
                </a:lnTo>
                <a:lnTo>
                  <a:pt x="912552" y="151865"/>
                </a:lnTo>
                <a:lnTo>
                  <a:pt x="912052" y="151865"/>
                </a:lnTo>
                <a:close/>
                <a:moveTo>
                  <a:pt x="937040" y="150089"/>
                </a:moveTo>
                <a:lnTo>
                  <a:pt x="937540" y="150089"/>
                </a:lnTo>
                <a:lnTo>
                  <a:pt x="937540" y="151865"/>
                </a:lnTo>
                <a:lnTo>
                  <a:pt x="937040" y="151865"/>
                </a:lnTo>
                <a:close/>
                <a:moveTo>
                  <a:pt x="933542" y="150977"/>
                </a:moveTo>
                <a:lnTo>
                  <a:pt x="934541" y="150977"/>
                </a:lnTo>
                <a:lnTo>
                  <a:pt x="934541" y="151865"/>
                </a:lnTo>
                <a:lnTo>
                  <a:pt x="933542" y="151865"/>
                </a:lnTo>
                <a:close/>
                <a:moveTo>
                  <a:pt x="957530" y="150977"/>
                </a:moveTo>
                <a:lnTo>
                  <a:pt x="958530" y="150977"/>
                </a:lnTo>
                <a:lnTo>
                  <a:pt x="958530" y="151865"/>
                </a:lnTo>
                <a:lnTo>
                  <a:pt x="957530" y="151865"/>
                </a:lnTo>
                <a:close/>
                <a:moveTo>
                  <a:pt x="914551" y="150977"/>
                </a:moveTo>
                <a:lnTo>
                  <a:pt x="916550" y="150977"/>
                </a:lnTo>
                <a:lnTo>
                  <a:pt x="916550" y="151865"/>
                </a:lnTo>
                <a:lnTo>
                  <a:pt x="914551" y="151865"/>
                </a:lnTo>
                <a:close/>
                <a:moveTo>
                  <a:pt x="918549" y="150977"/>
                </a:moveTo>
                <a:lnTo>
                  <a:pt x="919549" y="150977"/>
                </a:lnTo>
                <a:lnTo>
                  <a:pt x="919549" y="151865"/>
                </a:lnTo>
                <a:lnTo>
                  <a:pt x="918549" y="151865"/>
                </a:lnTo>
                <a:close/>
                <a:moveTo>
                  <a:pt x="931543" y="150977"/>
                </a:moveTo>
                <a:lnTo>
                  <a:pt x="932542" y="150977"/>
                </a:lnTo>
                <a:lnTo>
                  <a:pt x="932542" y="151865"/>
                </a:lnTo>
                <a:lnTo>
                  <a:pt x="931543" y="151865"/>
                </a:lnTo>
                <a:close/>
                <a:moveTo>
                  <a:pt x="938040" y="150977"/>
                </a:moveTo>
                <a:lnTo>
                  <a:pt x="938540" y="150977"/>
                </a:lnTo>
                <a:lnTo>
                  <a:pt x="938540" y="151865"/>
                </a:lnTo>
                <a:lnTo>
                  <a:pt x="938040" y="151865"/>
                </a:lnTo>
                <a:close/>
                <a:moveTo>
                  <a:pt x="896560" y="150977"/>
                </a:moveTo>
                <a:lnTo>
                  <a:pt x="898559" y="150977"/>
                </a:lnTo>
                <a:lnTo>
                  <a:pt x="898559" y="151865"/>
                </a:lnTo>
                <a:lnTo>
                  <a:pt x="896560" y="151865"/>
                </a:lnTo>
                <a:close/>
                <a:moveTo>
                  <a:pt x="899058" y="150977"/>
                </a:moveTo>
                <a:lnTo>
                  <a:pt x="899558" y="150977"/>
                </a:lnTo>
                <a:lnTo>
                  <a:pt x="899558" y="151865"/>
                </a:lnTo>
                <a:lnTo>
                  <a:pt x="899058" y="151865"/>
                </a:lnTo>
                <a:close/>
                <a:moveTo>
                  <a:pt x="729140" y="150977"/>
                </a:moveTo>
                <a:lnTo>
                  <a:pt x="729640" y="150977"/>
                </a:lnTo>
                <a:lnTo>
                  <a:pt x="729640" y="151865"/>
                </a:lnTo>
                <a:lnTo>
                  <a:pt x="729140" y="151865"/>
                </a:lnTo>
                <a:close/>
                <a:moveTo>
                  <a:pt x="955032" y="150977"/>
                </a:moveTo>
                <a:lnTo>
                  <a:pt x="955531" y="150977"/>
                </a:lnTo>
                <a:lnTo>
                  <a:pt x="955531" y="151865"/>
                </a:lnTo>
                <a:lnTo>
                  <a:pt x="955032" y="151865"/>
                </a:lnTo>
                <a:close/>
                <a:moveTo>
                  <a:pt x="939039" y="150977"/>
                </a:moveTo>
                <a:lnTo>
                  <a:pt x="939539" y="150977"/>
                </a:lnTo>
                <a:lnTo>
                  <a:pt x="939539" y="151865"/>
                </a:lnTo>
                <a:lnTo>
                  <a:pt x="939039" y="151865"/>
                </a:lnTo>
                <a:close/>
                <a:moveTo>
                  <a:pt x="927545" y="150977"/>
                </a:moveTo>
                <a:lnTo>
                  <a:pt x="928045" y="150977"/>
                </a:lnTo>
                <a:lnTo>
                  <a:pt x="928045" y="151865"/>
                </a:lnTo>
                <a:lnTo>
                  <a:pt x="927545" y="151865"/>
                </a:lnTo>
                <a:close/>
                <a:moveTo>
                  <a:pt x="964527" y="150977"/>
                </a:moveTo>
                <a:lnTo>
                  <a:pt x="965027" y="150977"/>
                </a:lnTo>
                <a:lnTo>
                  <a:pt x="965027" y="151865"/>
                </a:lnTo>
                <a:lnTo>
                  <a:pt x="964527" y="151865"/>
                </a:lnTo>
                <a:close/>
                <a:moveTo>
                  <a:pt x="720144" y="150977"/>
                </a:moveTo>
                <a:lnTo>
                  <a:pt x="720644" y="150977"/>
                </a:lnTo>
                <a:lnTo>
                  <a:pt x="720644" y="151865"/>
                </a:lnTo>
                <a:lnTo>
                  <a:pt x="720144" y="151865"/>
                </a:lnTo>
                <a:close/>
                <a:moveTo>
                  <a:pt x="929044" y="150977"/>
                </a:moveTo>
                <a:lnTo>
                  <a:pt x="929544" y="150977"/>
                </a:lnTo>
                <a:lnTo>
                  <a:pt x="929544" y="151865"/>
                </a:lnTo>
                <a:lnTo>
                  <a:pt x="929044" y="151865"/>
                </a:lnTo>
                <a:close/>
                <a:moveTo>
                  <a:pt x="926545" y="150977"/>
                </a:moveTo>
                <a:lnTo>
                  <a:pt x="927045" y="150977"/>
                </a:lnTo>
                <a:lnTo>
                  <a:pt x="927045" y="151865"/>
                </a:lnTo>
                <a:lnTo>
                  <a:pt x="926545" y="151865"/>
                </a:lnTo>
                <a:close/>
                <a:moveTo>
                  <a:pt x="962528" y="150977"/>
                </a:moveTo>
                <a:lnTo>
                  <a:pt x="963028" y="150977"/>
                </a:lnTo>
                <a:lnTo>
                  <a:pt x="963028" y="151865"/>
                </a:lnTo>
                <a:lnTo>
                  <a:pt x="962528" y="151865"/>
                </a:lnTo>
                <a:close/>
                <a:moveTo>
                  <a:pt x="963528" y="150977"/>
                </a:moveTo>
                <a:lnTo>
                  <a:pt x="964027" y="150977"/>
                </a:lnTo>
                <a:lnTo>
                  <a:pt x="964027" y="151865"/>
                </a:lnTo>
                <a:lnTo>
                  <a:pt x="963528" y="151865"/>
                </a:lnTo>
                <a:close/>
                <a:moveTo>
                  <a:pt x="960029" y="151865"/>
                </a:moveTo>
                <a:lnTo>
                  <a:pt x="960529" y="151865"/>
                </a:lnTo>
                <a:lnTo>
                  <a:pt x="960529" y="152753"/>
                </a:lnTo>
                <a:lnTo>
                  <a:pt x="960029" y="152753"/>
                </a:lnTo>
                <a:close/>
                <a:moveTo>
                  <a:pt x="946036" y="151865"/>
                </a:moveTo>
                <a:lnTo>
                  <a:pt x="947035" y="151865"/>
                </a:lnTo>
                <a:lnTo>
                  <a:pt x="947035" y="152753"/>
                </a:lnTo>
                <a:lnTo>
                  <a:pt x="946036" y="152753"/>
                </a:lnTo>
                <a:close/>
                <a:moveTo>
                  <a:pt x="916550" y="151865"/>
                </a:moveTo>
                <a:lnTo>
                  <a:pt x="917550" y="151865"/>
                </a:lnTo>
                <a:lnTo>
                  <a:pt x="917550" y="152753"/>
                </a:lnTo>
                <a:lnTo>
                  <a:pt x="916550" y="152753"/>
                </a:lnTo>
                <a:close/>
                <a:moveTo>
                  <a:pt x="964527" y="151865"/>
                </a:moveTo>
                <a:lnTo>
                  <a:pt x="965527" y="151865"/>
                </a:lnTo>
                <a:lnTo>
                  <a:pt x="965527" y="152753"/>
                </a:lnTo>
                <a:lnTo>
                  <a:pt x="964527" y="152753"/>
                </a:lnTo>
                <a:close/>
                <a:moveTo>
                  <a:pt x="950034" y="151865"/>
                </a:moveTo>
                <a:lnTo>
                  <a:pt x="950534" y="151865"/>
                </a:lnTo>
                <a:lnTo>
                  <a:pt x="950534" y="152753"/>
                </a:lnTo>
                <a:lnTo>
                  <a:pt x="950034" y="152753"/>
                </a:lnTo>
                <a:close/>
                <a:moveTo>
                  <a:pt x="929044" y="151865"/>
                </a:moveTo>
                <a:lnTo>
                  <a:pt x="930044" y="151865"/>
                </a:lnTo>
                <a:lnTo>
                  <a:pt x="930044" y="152753"/>
                </a:lnTo>
                <a:lnTo>
                  <a:pt x="929044" y="152753"/>
                </a:lnTo>
                <a:close/>
                <a:moveTo>
                  <a:pt x="926545" y="151865"/>
                </a:moveTo>
                <a:lnTo>
                  <a:pt x="927545" y="151865"/>
                </a:lnTo>
                <a:lnTo>
                  <a:pt x="927545" y="152753"/>
                </a:lnTo>
                <a:lnTo>
                  <a:pt x="926545" y="152753"/>
                </a:lnTo>
                <a:close/>
                <a:moveTo>
                  <a:pt x="967026" y="151865"/>
                </a:moveTo>
                <a:lnTo>
                  <a:pt x="968025" y="151865"/>
                </a:lnTo>
                <a:lnTo>
                  <a:pt x="968025" y="152753"/>
                </a:lnTo>
                <a:lnTo>
                  <a:pt x="967026" y="152753"/>
                </a:lnTo>
                <a:close/>
                <a:moveTo>
                  <a:pt x="931543" y="151865"/>
                </a:moveTo>
                <a:lnTo>
                  <a:pt x="934042" y="151865"/>
                </a:lnTo>
                <a:lnTo>
                  <a:pt x="934042" y="152753"/>
                </a:lnTo>
                <a:lnTo>
                  <a:pt x="931543" y="152753"/>
                </a:lnTo>
                <a:close/>
                <a:moveTo>
                  <a:pt x="896060" y="151865"/>
                </a:moveTo>
                <a:lnTo>
                  <a:pt x="897059" y="151865"/>
                </a:lnTo>
                <a:lnTo>
                  <a:pt x="897059" y="152753"/>
                </a:lnTo>
                <a:lnTo>
                  <a:pt x="896060" y="152753"/>
                </a:lnTo>
                <a:close/>
                <a:moveTo>
                  <a:pt x="934541" y="151865"/>
                </a:moveTo>
                <a:lnTo>
                  <a:pt x="935041" y="151865"/>
                </a:lnTo>
                <a:lnTo>
                  <a:pt x="935041" y="152753"/>
                </a:lnTo>
                <a:lnTo>
                  <a:pt x="934541" y="152753"/>
                </a:lnTo>
                <a:close/>
                <a:moveTo>
                  <a:pt x="903556" y="151865"/>
                </a:moveTo>
                <a:lnTo>
                  <a:pt x="904056" y="151865"/>
                </a:lnTo>
                <a:lnTo>
                  <a:pt x="904056" y="152753"/>
                </a:lnTo>
                <a:lnTo>
                  <a:pt x="903556" y="152753"/>
                </a:lnTo>
                <a:close/>
                <a:moveTo>
                  <a:pt x="952033" y="151865"/>
                </a:moveTo>
                <a:lnTo>
                  <a:pt x="952533" y="151865"/>
                </a:lnTo>
                <a:lnTo>
                  <a:pt x="952533" y="152753"/>
                </a:lnTo>
                <a:lnTo>
                  <a:pt x="952033" y="152753"/>
                </a:lnTo>
                <a:close/>
                <a:moveTo>
                  <a:pt x="925546" y="150977"/>
                </a:moveTo>
                <a:lnTo>
                  <a:pt x="926046" y="150977"/>
                </a:lnTo>
                <a:lnTo>
                  <a:pt x="926046" y="152753"/>
                </a:lnTo>
                <a:lnTo>
                  <a:pt x="925546" y="152753"/>
                </a:lnTo>
                <a:close/>
                <a:moveTo>
                  <a:pt x="953033" y="150089"/>
                </a:moveTo>
                <a:lnTo>
                  <a:pt x="953532" y="150089"/>
                </a:lnTo>
                <a:lnTo>
                  <a:pt x="953532" y="152753"/>
                </a:lnTo>
                <a:lnTo>
                  <a:pt x="953033" y="152753"/>
                </a:lnTo>
                <a:close/>
                <a:moveTo>
                  <a:pt x="918549" y="151865"/>
                </a:moveTo>
                <a:lnTo>
                  <a:pt x="919049" y="151865"/>
                </a:lnTo>
                <a:lnTo>
                  <a:pt x="919049" y="152753"/>
                </a:lnTo>
                <a:lnTo>
                  <a:pt x="918549" y="152753"/>
                </a:lnTo>
                <a:close/>
                <a:moveTo>
                  <a:pt x="922547" y="151865"/>
                </a:moveTo>
                <a:lnTo>
                  <a:pt x="924046" y="151865"/>
                </a:lnTo>
                <a:lnTo>
                  <a:pt x="924046" y="152753"/>
                </a:lnTo>
                <a:lnTo>
                  <a:pt x="922547" y="152753"/>
                </a:lnTo>
                <a:close/>
                <a:moveTo>
                  <a:pt x="898059" y="151865"/>
                </a:moveTo>
                <a:lnTo>
                  <a:pt x="900058" y="151865"/>
                </a:lnTo>
                <a:lnTo>
                  <a:pt x="900058" y="152753"/>
                </a:lnTo>
                <a:lnTo>
                  <a:pt x="898059" y="152753"/>
                </a:lnTo>
                <a:close/>
                <a:moveTo>
                  <a:pt x="896060" y="152753"/>
                </a:moveTo>
                <a:lnTo>
                  <a:pt x="896560" y="152753"/>
                </a:lnTo>
                <a:lnTo>
                  <a:pt x="896560" y="153641"/>
                </a:lnTo>
                <a:lnTo>
                  <a:pt x="896060" y="153641"/>
                </a:lnTo>
                <a:close/>
                <a:moveTo>
                  <a:pt x="919049" y="152753"/>
                </a:moveTo>
                <a:lnTo>
                  <a:pt x="919549" y="152753"/>
                </a:lnTo>
                <a:lnTo>
                  <a:pt x="919549" y="153641"/>
                </a:lnTo>
                <a:lnTo>
                  <a:pt x="919049" y="153641"/>
                </a:lnTo>
                <a:close/>
                <a:moveTo>
                  <a:pt x="955531" y="151865"/>
                </a:moveTo>
                <a:lnTo>
                  <a:pt x="956031" y="151865"/>
                </a:lnTo>
                <a:lnTo>
                  <a:pt x="956031" y="153641"/>
                </a:lnTo>
                <a:lnTo>
                  <a:pt x="955531" y="153641"/>
                </a:lnTo>
                <a:close/>
                <a:moveTo>
                  <a:pt x="911552" y="152753"/>
                </a:moveTo>
                <a:lnTo>
                  <a:pt x="912552" y="152753"/>
                </a:lnTo>
                <a:lnTo>
                  <a:pt x="912552" y="153641"/>
                </a:lnTo>
                <a:lnTo>
                  <a:pt x="911552" y="153641"/>
                </a:lnTo>
                <a:close/>
                <a:moveTo>
                  <a:pt x="924546" y="151865"/>
                </a:moveTo>
                <a:lnTo>
                  <a:pt x="925046" y="151865"/>
                </a:lnTo>
                <a:lnTo>
                  <a:pt x="925046" y="153641"/>
                </a:lnTo>
                <a:lnTo>
                  <a:pt x="924546" y="153641"/>
                </a:lnTo>
                <a:close/>
                <a:moveTo>
                  <a:pt x="969025" y="152753"/>
                </a:moveTo>
                <a:lnTo>
                  <a:pt x="970024" y="152753"/>
                </a:lnTo>
                <a:lnTo>
                  <a:pt x="970024" y="153641"/>
                </a:lnTo>
                <a:lnTo>
                  <a:pt x="969025" y="153641"/>
                </a:lnTo>
                <a:close/>
                <a:moveTo>
                  <a:pt x="929544" y="152753"/>
                </a:moveTo>
                <a:lnTo>
                  <a:pt x="930044" y="152753"/>
                </a:lnTo>
                <a:lnTo>
                  <a:pt x="930044" y="153641"/>
                </a:lnTo>
                <a:lnTo>
                  <a:pt x="929544" y="153641"/>
                </a:lnTo>
                <a:close/>
                <a:moveTo>
                  <a:pt x="903057" y="152753"/>
                </a:moveTo>
                <a:lnTo>
                  <a:pt x="903556" y="152753"/>
                </a:lnTo>
                <a:lnTo>
                  <a:pt x="903556" y="153641"/>
                </a:lnTo>
                <a:lnTo>
                  <a:pt x="903057" y="153641"/>
                </a:lnTo>
                <a:close/>
                <a:moveTo>
                  <a:pt x="921548" y="152753"/>
                </a:moveTo>
                <a:lnTo>
                  <a:pt x="922047" y="152753"/>
                </a:lnTo>
                <a:lnTo>
                  <a:pt x="922047" y="153641"/>
                </a:lnTo>
                <a:lnTo>
                  <a:pt x="921548" y="153641"/>
                </a:lnTo>
                <a:close/>
                <a:moveTo>
                  <a:pt x="962528" y="152753"/>
                </a:moveTo>
                <a:lnTo>
                  <a:pt x="963528" y="152753"/>
                </a:lnTo>
                <a:lnTo>
                  <a:pt x="963528" y="153641"/>
                </a:lnTo>
                <a:lnTo>
                  <a:pt x="962528" y="153641"/>
                </a:lnTo>
                <a:close/>
                <a:moveTo>
                  <a:pt x="914551" y="151865"/>
                </a:moveTo>
                <a:lnTo>
                  <a:pt x="915051" y="151865"/>
                </a:lnTo>
                <a:lnTo>
                  <a:pt x="915051" y="153641"/>
                </a:lnTo>
                <a:lnTo>
                  <a:pt x="914551" y="153641"/>
                </a:lnTo>
                <a:close/>
                <a:moveTo>
                  <a:pt x="931043" y="152753"/>
                </a:moveTo>
                <a:lnTo>
                  <a:pt x="931543" y="152753"/>
                </a:lnTo>
                <a:lnTo>
                  <a:pt x="931543" y="153641"/>
                </a:lnTo>
                <a:lnTo>
                  <a:pt x="931043" y="153641"/>
                </a:lnTo>
                <a:close/>
                <a:moveTo>
                  <a:pt x="959529" y="152753"/>
                </a:moveTo>
                <a:lnTo>
                  <a:pt x="961029" y="152753"/>
                </a:lnTo>
                <a:lnTo>
                  <a:pt x="961029" y="153641"/>
                </a:lnTo>
                <a:lnTo>
                  <a:pt x="959529" y="153641"/>
                </a:lnTo>
                <a:close/>
                <a:moveTo>
                  <a:pt x="899558" y="152753"/>
                </a:moveTo>
                <a:lnTo>
                  <a:pt x="900058" y="152753"/>
                </a:lnTo>
                <a:lnTo>
                  <a:pt x="900058" y="153641"/>
                </a:lnTo>
                <a:lnTo>
                  <a:pt x="899558" y="153641"/>
                </a:lnTo>
                <a:close/>
                <a:moveTo>
                  <a:pt x="937040" y="152753"/>
                </a:moveTo>
                <a:lnTo>
                  <a:pt x="938040" y="152753"/>
                </a:lnTo>
                <a:lnTo>
                  <a:pt x="938040" y="153641"/>
                </a:lnTo>
                <a:lnTo>
                  <a:pt x="937040" y="153641"/>
                </a:lnTo>
                <a:close/>
                <a:moveTo>
                  <a:pt x="909054" y="152753"/>
                </a:moveTo>
                <a:lnTo>
                  <a:pt x="909553" y="152753"/>
                </a:lnTo>
                <a:lnTo>
                  <a:pt x="909553" y="153641"/>
                </a:lnTo>
                <a:lnTo>
                  <a:pt x="909054" y="153641"/>
                </a:lnTo>
                <a:close/>
                <a:moveTo>
                  <a:pt x="920048" y="152753"/>
                </a:moveTo>
                <a:lnTo>
                  <a:pt x="921048" y="152753"/>
                </a:lnTo>
                <a:lnTo>
                  <a:pt x="921048" y="153641"/>
                </a:lnTo>
                <a:lnTo>
                  <a:pt x="920048" y="153641"/>
                </a:lnTo>
                <a:close/>
                <a:moveTo>
                  <a:pt x="965027" y="152753"/>
                </a:moveTo>
                <a:lnTo>
                  <a:pt x="966026" y="152753"/>
                </a:lnTo>
                <a:lnTo>
                  <a:pt x="966026" y="153641"/>
                </a:lnTo>
                <a:lnTo>
                  <a:pt x="965027" y="153641"/>
                </a:lnTo>
                <a:close/>
                <a:moveTo>
                  <a:pt x="958530" y="151865"/>
                </a:moveTo>
                <a:lnTo>
                  <a:pt x="959030" y="151865"/>
                </a:lnTo>
                <a:lnTo>
                  <a:pt x="959030" y="153641"/>
                </a:lnTo>
                <a:lnTo>
                  <a:pt x="958530" y="153641"/>
                </a:lnTo>
                <a:close/>
                <a:moveTo>
                  <a:pt x="942538" y="152753"/>
                </a:moveTo>
                <a:lnTo>
                  <a:pt x="944537" y="152753"/>
                </a:lnTo>
                <a:lnTo>
                  <a:pt x="944537" y="153641"/>
                </a:lnTo>
                <a:lnTo>
                  <a:pt x="942538" y="153641"/>
                </a:lnTo>
                <a:close/>
                <a:moveTo>
                  <a:pt x="923047" y="152753"/>
                </a:moveTo>
                <a:lnTo>
                  <a:pt x="923547" y="152753"/>
                </a:lnTo>
                <a:lnTo>
                  <a:pt x="923547" y="153641"/>
                </a:lnTo>
                <a:lnTo>
                  <a:pt x="923047" y="153641"/>
                </a:lnTo>
                <a:close/>
                <a:moveTo>
                  <a:pt x="906555" y="151865"/>
                </a:moveTo>
                <a:lnTo>
                  <a:pt x="907554" y="151865"/>
                </a:lnTo>
                <a:lnTo>
                  <a:pt x="907554" y="153641"/>
                </a:lnTo>
                <a:lnTo>
                  <a:pt x="906555" y="153641"/>
                </a:lnTo>
                <a:close/>
                <a:moveTo>
                  <a:pt x="946036" y="152753"/>
                </a:moveTo>
                <a:lnTo>
                  <a:pt x="946536" y="152753"/>
                </a:lnTo>
                <a:lnTo>
                  <a:pt x="946536" y="153641"/>
                </a:lnTo>
                <a:lnTo>
                  <a:pt x="946036" y="153641"/>
                </a:lnTo>
                <a:close/>
                <a:moveTo>
                  <a:pt x="967526" y="152753"/>
                </a:moveTo>
                <a:lnTo>
                  <a:pt x="968525" y="152753"/>
                </a:lnTo>
                <a:lnTo>
                  <a:pt x="968525" y="153641"/>
                </a:lnTo>
                <a:lnTo>
                  <a:pt x="967526" y="153641"/>
                </a:lnTo>
                <a:close/>
                <a:moveTo>
                  <a:pt x="916550" y="152753"/>
                </a:moveTo>
                <a:lnTo>
                  <a:pt x="917050" y="152753"/>
                </a:lnTo>
                <a:lnTo>
                  <a:pt x="917050" y="153641"/>
                </a:lnTo>
                <a:lnTo>
                  <a:pt x="916550" y="153641"/>
                </a:lnTo>
                <a:close/>
                <a:moveTo>
                  <a:pt x="941538" y="150977"/>
                </a:moveTo>
                <a:lnTo>
                  <a:pt x="942038" y="150977"/>
                </a:lnTo>
                <a:lnTo>
                  <a:pt x="942038" y="153641"/>
                </a:lnTo>
                <a:lnTo>
                  <a:pt x="941538" y="153641"/>
                </a:lnTo>
                <a:close/>
                <a:moveTo>
                  <a:pt x="926545" y="152753"/>
                </a:moveTo>
                <a:lnTo>
                  <a:pt x="927045" y="152753"/>
                </a:lnTo>
                <a:lnTo>
                  <a:pt x="927045" y="153641"/>
                </a:lnTo>
                <a:lnTo>
                  <a:pt x="926545" y="153641"/>
                </a:lnTo>
                <a:close/>
                <a:moveTo>
                  <a:pt x="951034" y="152753"/>
                </a:moveTo>
                <a:lnTo>
                  <a:pt x="953033" y="152753"/>
                </a:lnTo>
                <a:lnTo>
                  <a:pt x="953033" y="153641"/>
                </a:lnTo>
                <a:lnTo>
                  <a:pt x="951034" y="153641"/>
                </a:lnTo>
                <a:close/>
              </a:path>
            </a:pathLst>
          </a:custGeom>
          <a:solidFill>
            <a:srgbClr val="BEC8D2"/>
          </a:solidFill>
          <a:ln>
            <a:noFill/>
          </a:ln>
        </p:spPr>
      </p:sp>
      <p:sp>
        <p:nvSpPr>
          <p:cNvPr id="51" name="Kimate circled colour correction 51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690159" y="0"/>
                </a:moveTo>
                <a:lnTo>
                  <a:pt x="1000000" y="0"/>
                </a:lnTo>
                <a:lnTo>
                  <a:pt x="1000000" y="888"/>
                </a:lnTo>
                <a:lnTo>
                  <a:pt x="690159" y="888"/>
                </a:lnTo>
                <a:close/>
                <a:moveTo>
                  <a:pt x="732139" y="67496"/>
                </a:moveTo>
                <a:lnTo>
                  <a:pt x="732638" y="67496"/>
                </a:lnTo>
                <a:lnTo>
                  <a:pt x="732638" y="68384"/>
                </a:lnTo>
                <a:lnTo>
                  <a:pt x="732139" y="68384"/>
                </a:lnTo>
                <a:close/>
                <a:moveTo>
                  <a:pt x="761624" y="68384"/>
                </a:moveTo>
                <a:lnTo>
                  <a:pt x="762124" y="68384"/>
                </a:lnTo>
                <a:lnTo>
                  <a:pt x="762124" y="69272"/>
                </a:lnTo>
                <a:lnTo>
                  <a:pt x="761624" y="69272"/>
                </a:lnTo>
                <a:close/>
                <a:moveTo>
                  <a:pt x="730639" y="68384"/>
                </a:moveTo>
                <a:lnTo>
                  <a:pt x="731139" y="68384"/>
                </a:lnTo>
                <a:lnTo>
                  <a:pt x="731139" y="69272"/>
                </a:lnTo>
                <a:lnTo>
                  <a:pt x="730639" y="69272"/>
                </a:lnTo>
                <a:close/>
                <a:moveTo>
                  <a:pt x="730140" y="69272"/>
                </a:moveTo>
                <a:lnTo>
                  <a:pt x="730639" y="69272"/>
                </a:lnTo>
                <a:lnTo>
                  <a:pt x="730639" y="70160"/>
                </a:lnTo>
                <a:lnTo>
                  <a:pt x="730140" y="70160"/>
                </a:lnTo>
                <a:close/>
                <a:moveTo>
                  <a:pt x="729640" y="70160"/>
                </a:moveTo>
                <a:lnTo>
                  <a:pt x="730140" y="70160"/>
                </a:lnTo>
                <a:lnTo>
                  <a:pt x="730140" y="71048"/>
                </a:lnTo>
                <a:lnTo>
                  <a:pt x="729640" y="71048"/>
                </a:lnTo>
                <a:close/>
                <a:moveTo>
                  <a:pt x="765623" y="70160"/>
                </a:moveTo>
                <a:lnTo>
                  <a:pt x="766122" y="70160"/>
                </a:lnTo>
                <a:lnTo>
                  <a:pt x="766122" y="71048"/>
                </a:lnTo>
                <a:lnTo>
                  <a:pt x="765623" y="71048"/>
                </a:lnTo>
                <a:close/>
                <a:moveTo>
                  <a:pt x="729140" y="71048"/>
                </a:moveTo>
                <a:lnTo>
                  <a:pt x="729640" y="71048"/>
                </a:lnTo>
                <a:lnTo>
                  <a:pt x="729640" y="71936"/>
                </a:lnTo>
                <a:lnTo>
                  <a:pt x="729140" y="71936"/>
                </a:lnTo>
                <a:close/>
                <a:moveTo>
                  <a:pt x="766622" y="72824"/>
                </a:moveTo>
                <a:lnTo>
                  <a:pt x="767122" y="72824"/>
                </a:lnTo>
                <a:lnTo>
                  <a:pt x="767122" y="73712"/>
                </a:lnTo>
                <a:lnTo>
                  <a:pt x="766622" y="73712"/>
                </a:lnTo>
                <a:close/>
                <a:moveTo>
                  <a:pt x="764123" y="75488"/>
                </a:moveTo>
                <a:lnTo>
                  <a:pt x="764623" y="75488"/>
                </a:lnTo>
                <a:lnTo>
                  <a:pt x="764623" y="76377"/>
                </a:lnTo>
                <a:lnTo>
                  <a:pt x="764123" y="76377"/>
                </a:lnTo>
                <a:close/>
                <a:moveTo>
                  <a:pt x="758626" y="76377"/>
                </a:moveTo>
                <a:lnTo>
                  <a:pt x="759126" y="76377"/>
                </a:lnTo>
                <a:lnTo>
                  <a:pt x="759126" y="77265"/>
                </a:lnTo>
                <a:lnTo>
                  <a:pt x="758626" y="77265"/>
                </a:lnTo>
                <a:close/>
                <a:moveTo>
                  <a:pt x="761624" y="77265"/>
                </a:moveTo>
                <a:lnTo>
                  <a:pt x="762124" y="77265"/>
                </a:lnTo>
                <a:lnTo>
                  <a:pt x="762124" y="78153"/>
                </a:lnTo>
                <a:lnTo>
                  <a:pt x="761624" y="78153"/>
                </a:lnTo>
                <a:close/>
                <a:moveTo>
                  <a:pt x="769121" y="78153"/>
                </a:moveTo>
                <a:lnTo>
                  <a:pt x="769621" y="78153"/>
                </a:lnTo>
                <a:lnTo>
                  <a:pt x="769621" y="79041"/>
                </a:lnTo>
                <a:lnTo>
                  <a:pt x="769121" y="79041"/>
                </a:lnTo>
                <a:close/>
                <a:moveTo>
                  <a:pt x="845584" y="79041"/>
                </a:moveTo>
                <a:lnTo>
                  <a:pt x="846084" y="79041"/>
                </a:lnTo>
                <a:lnTo>
                  <a:pt x="846084" y="79929"/>
                </a:lnTo>
                <a:lnTo>
                  <a:pt x="845584" y="79929"/>
                </a:lnTo>
                <a:close/>
                <a:moveTo>
                  <a:pt x="758626" y="79929"/>
                </a:moveTo>
                <a:lnTo>
                  <a:pt x="759126" y="79929"/>
                </a:lnTo>
                <a:lnTo>
                  <a:pt x="759126" y="80817"/>
                </a:lnTo>
                <a:lnTo>
                  <a:pt x="758626" y="80817"/>
                </a:lnTo>
                <a:close/>
                <a:moveTo>
                  <a:pt x="852581" y="79929"/>
                </a:moveTo>
                <a:lnTo>
                  <a:pt x="853081" y="79929"/>
                </a:lnTo>
                <a:lnTo>
                  <a:pt x="853081" y="80817"/>
                </a:lnTo>
                <a:lnTo>
                  <a:pt x="852581" y="80817"/>
                </a:lnTo>
                <a:close/>
                <a:moveTo>
                  <a:pt x="769621" y="80817"/>
                </a:moveTo>
                <a:lnTo>
                  <a:pt x="770120" y="80817"/>
                </a:lnTo>
                <a:lnTo>
                  <a:pt x="770120" y="81705"/>
                </a:lnTo>
                <a:lnTo>
                  <a:pt x="769621" y="81705"/>
                </a:lnTo>
                <a:close/>
                <a:moveTo>
                  <a:pt x="729640" y="80817"/>
                </a:moveTo>
                <a:lnTo>
                  <a:pt x="730140" y="80817"/>
                </a:lnTo>
                <a:lnTo>
                  <a:pt x="730140" y="81705"/>
                </a:lnTo>
                <a:lnTo>
                  <a:pt x="729640" y="81705"/>
                </a:lnTo>
                <a:close/>
                <a:moveTo>
                  <a:pt x="854580" y="80817"/>
                </a:moveTo>
                <a:lnTo>
                  <a:pt x="855080" y="80817"/>
                </a:lnTo>
                <a:lnTo>
                  <a:pt x="855080" y="81705"/>
                </a:lnTo>
                <a:lnTo>
                  <a:pt x="854580" y="81705"/>
                </a:lnTo>
                <a:close/>
                <a:moveTo>
                  <a:pt x="839087" y="81705"/>
                </a:moveTo>
                <a:lnTo>
                  <a:pt x="839587" y="81705"/>
                </a:lnTo>
                <a:lnTo>
                  <a:pt x="839587" y="82593"/>
                </a:lnTo>
                <a:lnTo>
                  <a:pt x="839087" y="82593"/>
                </a:lnTo>
                <a:close/>
                <a:moveTo>
                  <a:pt x="937040" y="81705"/>
                </a:moveTo>
                <a:lnTo>
                  <a:pt x="938540" y="81705"/>
                </a:lnTo>
                <a:lnTo>
                  <a:pt x="938540" y="82593"/>
                </a:lnTo>
                <a:lnTo>
                  <a:pt x="937040" y="82593"/>
                </a:lnTo>
                <a:close/>
                <a:moveTo>
                  <a:pt x="933042" y="81705"/>
                </a:moveTo>
                <a:lnTo>
                  <a:pt x="933542" y="81705"/>
                </a:lnTo>
                <a:lnTo>
                  <a:pt x="933542" y="82593"/>
                </a:lnTo>
                <a:lnTo>
                  <a:pt x="933042" y="82593"/>
                </a:lnTo>
                <a:close/>
                <a:moveTo>
                  <a:pt x="934541" y="81705"/>
                </a:moveTo>
                <a:lnTo>
                  <a:pt x="936540" y="81705"/>
                </a:lnTo>
                <a:lnTo>
                  <a:pt x="936540" y="82593"/>
                </a:lnTo>
                <a:lnTo>
                  <a:pt x="934541" y="82593"/>
                </a:lnTo>
                <a:close/>
                <a:moveTo>
                  <a:pt x="935541" y="82593"/>
                </a:moveTo>
                <a:lnTo>
                  <a:pt x="936041" y="82593"/>
                </a:lnTo>
                <a:lnTo>
                  <a:pt x="936041" y="83481"/>
                </a:lnTo>
                <a:lnTo>
                  <a:pt x="935541" y="83481"/>
                </a:lnTo>
                <a:close/>
                <a:moveTo>
                  <a:pt x="932542" y="82593"/>
                </a:moveTo>
                <a:lnTo>
                  <a:pt x="934042" y="82593"/>
                </a:lnTo>
                <a:lnTo>
                  <a:pt x="934042" y="83481"/>
                </a:lnTo>
                <a:lnTo>
                  <a:pt x="932542" y="83481"/>
                </a:lnTo>
                <a:close/>
                <a:moveTo>
                  <a:pt x="936540" y="82593"/>
                </a:moveTo>
                <a:lnTo>
                  <a:pt x="937040" y="82593"/>
                </a:lnTo>
                <a:lnTo>
                  <a:pt x="937040" y="83481"/>
                </a:lnTo>
                <a:lnTo>
                  <a:pt x="936540" y="83481"/>
                </a:lnTo>
                <a:close/>
                <a:moveTo>
                  <a:pt x="934541" y="82593"/>
                </a:moveTo>
                <a:lnTo>
                  <a:pt x="935041" y="82593"/>
                </a:lnTo>
                <a:lnTo>
                  <a:pt x="935041" y="83481"/>
                </a:lnTo>
                <a:lnTo>
                  <a:pt x="934541" y="83481"/>
                </a:lnTo>
                <a:close/>
                <a:moveTo>
                  <a:pt x="837588" y="82593"/>
                </a:moveTo>
                <a:lnTo>
                  <a:pt x="838088" y="82593"/>
                </a:lnTo>
                <a:lnTo>
                  <a:pt x="838088" y="83481"/>
                </a:lnTo>
                <a:lnTo>
                  <a:pt x="837588" y="83481"/>
                </a:lnTo>
                <a:close/>
                <a:moveTo>
                  <a:pt x="937540" y="82593"/>
                </a:moveTo>
                <a:lnTo>
                  <a:pt x="938040" y="82593"/>
                </a:lnTo>
                <a:lnTo>
                  <a:pt x="938040" y="83481"/>
                </a:lnTo>
                <a:lnTo>
                  <a:pt x="937540" y="83481"/>
                </a:lnTo>
                <a:close/>
                <a:moveTo>
                  <a:pt x="938040" y="83481"/>
                </a:moveTo>
                <a:lnTo>
                  <a:pt x="938540" y="83481"/>
                </a:lnTo>
                <a:lnTo>
                  <a:pt x="938540" y="84369"/>
                </a:lnTo>
                <a:lnTo>
                  <a:pt x="938040" y="84369"/>
                </a:lnTo>
                <a:close/>
                <a:moveTo>
                  <a:pt x="931543" y="83481"/>
                </a:moveTo>
                <a:lnTo>
                  <a:pt x="932043" y="83481"/>
                </a:lnTo>
                <a:lnTo>
                  <a:pt x="932043" y="84369"/>
                </a:lnTo>
                <a:lnTo>
                  <a:pt x="931543" y="84369"/>
                </a:lnTo>
                <a:close/>
                <a:moveTo>
                  <a:pt x="940539" y="83481"/>
                </a:moveTo>
                <a:lnTo>
                  <a:pt x="941038" y="83481"/>
                </a:lnTo>
                <a:lnTo>
                  <a:pt x="941038" y="84369"/>
                </a:lnTo>
                <a:lnTo>
                  <a:pt x="940539" y="84369"/>
                </a:lnTo>
                <a:close/>
                <a:moveTo>
                  <a:pt x="763623" y="83481"/>
                </a:moveTo>
                <a:lnTo>
                  <a:pt x="764123" y="83481"/>
                </a:lnTo>
                <a:lnTo>
                  <a:pt x="764123" y="84369"/>
                </a:lnTo>
                <a:lnTo>
                  <a:pt x="763623" y="84369"/>
                </a:lnTo>
                <a:close/>
                <a:moveTo>
                  <a:pt x="836089" y="83481"/>
                </a:moveTo>
                <a:lnTo>
                  <a:pt x="836588" y="83481"/>
                </a:lnTo>
                <a:lnTo>
                  <a:pt x="836588" y="84369"/>
                </a:lnTo>
                <a:lnTo>
                  <a:pt x="836089" y="84369"/>
                </a:lnTo>
                <a:close/>
                <a:moveTo>
                  <a:pt x="858078" y="83481"/>
                </a:moveTo>
                <a:lnTo>
                  <a:pt x="858578" y="83481"/>
                </a:lnTo>
                <a:lnTo>
                  <a:pt x="858578" y="84369"/>
                </a:lnTo>
                <a:lnTo>
                  <a:pt x="858078" y="84369"/>
                </a:lnTo>
                <a:close/>
                <a:moveTo>
                  <a:pt x="935041" y="83481"/>
                </a:moveTo>
                <a:lnTo>
                  <a:pt x="935541" y="83481"/>
                </a:lnTo>
                <a:lnTo>
                  <a:pt x="935541" y="84369"/>
                </a:lnTo>
                <a:lnTo>
                  <a:pt x="935041" y="84369"/>
                </a:lnTo>
                <a:close/>
                <a:moveTo>
                  <a:pt x="755128" y="83481"/>
                </a:moveTo>
                <a:lnTo>
                  <a:pt x="755627" y="83481"/>
                </a:lnTo>
                <a:lnTo>
                  <a:pt x="755627" y="84369"/>
                </a:lnTo>
                <a:lnTo>
                  <a:pt x="755128" y="84369"/>
                </a:lnTo>
                <a:close/>
                <a:moveTo>
                  <a:pt x="764623" y="83481"/>
                </a:moveTo>
                <a:lnTo>
                  <a:pt x="765123" y="83481"/>
                </a:lnTo>
                <a:lnTo>
                  <a:pt x="765123" y="84369"/>
                </a:lnTo>
                <a:lnTo>
                  <a:pt x="764623" y="84369"/>
                </a:lnTo>
                <a:close/>
                <a:moveTo>
                  <a:pt x="939539" y="83481"/>
                </a:moveTo>
                <a:lnTo>
                  <a:pt x="940039" y="83481"/>
                </a:lnTo>
                <a:lnTo>
                  <a:pt x="940039" y="84369"/>
                </a:lnTo>
                <a:lnTo>
                  <a:pt x="939539" y="84369"/>
                </a:lnTo>
                <a:close/>
                <a:moveTo>
                  <a:pt x="936041" y="83481"/>
                </a:moveTo>
                <a:lnTo>
                  <a:pt x="936540" y="83481"/>
                </a:lnTo>
                <a:lnTo>
                  <a:pt x="936540" y="84369"/>
                </a:lnTo>
                <a:lnTo>
                  <a:pt x="936041" y="84369"/>
                </a:lnTo>
                <a:close/>
                <a:moveTo>
                  <a:pt x="932043" y="84369"/>
                </a:moveTo>
                <a:lnTo>
                  <a:pt x="933542" y="84369"/>
                </a:lnTo>
                <a:lnTo>
                  <a:pt x="933542" y="85258"/>
                </a:lnTo>
                <a:lnTo>
                  <a:pt x="932043" y="85258"/>
                </a:lnTo>
                <a:close/>
                <a:moveTo>
                  <a:pt x="775118" y="84369"/>
                </a:moveTo>
                <a:lnTo>
                  <a:pt x="775618" y="84369"/>
                </a:lnTo>
                <a:lnTo>
                  <a:pt x="775618" y="85258"/>
                </a:lnTo>
                <a:lnTo>
                  <a:pt x="775118" y="85258"/>
                </a:lnTo>
                <a:close/>
                <a:moveTo>
                  <a:pt x="934541" y="84369"/>
                </a:moveTo>
                <a:lnTo>
                  <a:pt x="935041" y="84369"/>
                </a:lnTo>
                <a:lnTo>
                  <a:pt x="935041" y="85258"/>
                </a:lnTo>
                <a:lnTo>
                  <a:pt x="934541" y="85258"/>
                </a:lnTo>
                <a:close/>
                <a:moveTo>
                  <a:pt x="937040" y="84369"/>
                </a:moveTo>
                <a:lnTo>
                  <a:pt x="937540" y="84369"/>
                </a:lnTo>
                <a:lnTo>
                  <a:pt x="937540" y="85258"/>
                </a:lnTo>
                <a:lnTo>
                  <a:pt x="937040" y="85258"/>
                </a:lnTo>
                <a:close/>
                <a:moveTo>
                  <a:pt x="939039" y="84369"/>
                </a:moveTo>
                <a:lnTo>
                  <a:pt x="939539" y="84369"/>
                </a:lnTo>
                <a:lnTo>
                  <a:pt x="939539" y="85258"/>
                </a:lnTo>
                <a:lnTo>
                  <a:pt x="939039" y="85258"/>
                </a:lnTo>
                <a:close/>
                <a:moveTo>
                  <a:pt x="731639" y="84369"/>
                </a:moveTo>
                <a:lnTo>
                  <a:pt x="732139" y="84369"/>
                </a:lnTo>
                <a:lnTo>
                  <a:pt x="732139" y="85258"/>
                </a:lnTo>
                <a:lnTo>
                  <a:pt x="731639" y="85258"/>
                </a:lnTo>
                <a:close/>
                <a:moveTo>
                  <a:pt x="940039" y="84369"/>
                </a:moveTo>
                <a:lnTo>
                  <a:pt x="940539" y="84369"/>
                </a:lnTo>
                <a:lnTo>
                  <a:pt x="940539" y="85258"/>
                </a:lnTo>
                <a:lnTo>
                  <a:pt x="940039" y="85258"/>
                </a:lnTo>
                <a:close/>
                <a:moveTo>
                  <a:pt x="931043" y="84369"/>
                </a:moveTo>
                <a:lnTo>
                  <a:pt x="931543" y="84369"/>
                </a:lnTo>
                <a:lnTo>
                  <a:pt x="931543" y="85258"/>
                </a:lnTo>
                <a:lnTo>
                  <a:pt x="931043" y="85258"/>
                </a:lnTo>
                <a:close/>
                <a:moveTo>
                  <a:pt x="835089" y="84369"/>
                </a:moveTo>
                <a:lnTo>
                  <a:pt x="835589" y="84369"/>
                </a:lnTo>
                <a:lnTo>
                  <a:pt x="835589" y="85258"/>
                </a:lnTo>
                <a:lnTo>
                  <a:pt x="835089" y="85258"/>
                </a:lnTo>
                <a:close/>
                <a:moveTo>
                  <a:pt x="860077" y="85258"/>
                </a:moveTo>
                <a:lnTo>
                  <a:pt x="860577" y="85258"/>
                </a:lnTo>
                <a:lnTo>
                  <a:pt x="860577" y="86146"/>
                </a:lnTo>
                <a:lnTo>
                  <a:pt x="860077" y="86146"/>
                </a:lnTo>
                <a:close/>
                <a:moveTo>
                  <a:pt x="941538" y="85258"/>
                </a:moveTo>
                <a:lnTo>
                  <a:pt x="942038" y="85258"/>
                </a:lnTo>
                <a:lnTo>
                  <a:pt x="942038" y="86146"/>
                </a:lnTo>
                <a:lnTo>
                  <a:pt x="941538" y="86146"/>
                </a:lnTo>
                <a:close/>
                <a:moveTo>
                  <a:pt x="742134" y="85258"/>
                </a:moveTo>
                <a:lnTo>
                  <a:pt x="742634" y="85258"/>
                </a:lnTo>
                <a:lnTo>
                  <a:pt x="742634" y="86146"/>
                </a:lnTo>
                <a:lnTo>
                  <a:pt x="742134" y="86146"/>
                </a:lnTo>
                <a:close/>
                <a:moveTo>
                  <a:pt x="755627" y="85258"/>
                </a:moveTo>
                <a:lnTo>
                  <a:pt x="756127" y="85258"/>
                </a:lnTo>
                <a:lnTo>
                  <a:pt x="756127" y="86146"/>
                </a:lnTo>
                <a:lnTo>
                  <a:pt x="755627" y="86146"/>
                </a:lnTo>
                <a:close/>
                <a:moveTo>
                  <a:pt x="930543" y="85258"/>
                </a:moveTo>
                <a:lnTo>
                  <a:pt x="931043" y="85258"/>
                </a:lnTo>
                <a:lnTo>
                  <a:pt x="931043" y="86146"/>
                </a:lnTo>
                <a:lnTo>
                  <a:pt x="930543" y="86146"/>
                </a:lnTo>
                <a:close/>
                <a:moveTo>
                  <a:pt x="960029" y="86146"/>
                </a:moveTo>
                <a:lnTo>
                  <a:pt x="960529" y="86146"/>
                </a:lnTo>
                <a:lnTo>
                  <a:pt x="960529" y="87034"/>
                </a:lnTo>
                <a:lnTo>
                  <a:pt x="960029" y="87034"/>
                </a:lnTo>
                <a:close/>
                <a:moveTo>
                  <a:pt x="726641" y="86146"/>
                </a:moveTo>
                <a:lnTo>
                  <a:pt x="727141" y="86146"/>
                </a:lnTo>
                <a:lnTo>
                  <a:pt x="727141" y="87034"/>
                </a:lnTo>
                <a:lnTo>
                  <a:pt x="726641" y="87034"/>
                </a:lnTo>
                <a:close/>
                <a:moveTo>
                  <a:pt x="947535" y="86146"/>
                </a:moveTo>
                <a:lnTo>
                  <a:pt x="959529" y="86146"/>
                </a:lnTo>
                <a:lnTo>
                  <a:pt x="959529" y="87034"/>
                </a:lnTo>
                <a:lnTo>
                  <a:pt x="947535" y="87034"/>
                </a:lnTo>
                <a:close/>
                <a:moveTo>
                  <a:pt x="861077" y="86146"/>
                </a:moveTo>
                <a:lnTo>
                  <a:pt x="861576" y="86146"/>
                </a:lnTo>
                <a:lnTo>
                  <a:pt x="861576" y="87034"/>
                </a:lnTo>
                <a:lnTo>
                  <a:pt x="861077" y="87034"/>
                </a:lnTo>
                <a:close/>
                <a:moveTo>
                  <a:pt x="862076" y="87034"/>
                </a:moveTo>
                <a:lnTo>
                  <a:pt x="862576" y="87034"/>
                </a:lnTo>
                <a:lnTo>
                  <a:pt x="862576" y="87922"/>
                </a:lnTo>
                <a:lnTo>
                  <a:pt x="862076" y="87922"/>
                </a:lnTo>
                <a:close/>
                <a:moveTo>
                  <a:pt x="941538" y="87034"/>
                </a:moveTo>
                <a:lnTo>
                  <a:pt x="943037" y="87034"/>
                </a:lnTo>
                <a:lnTo>
                  <a:pt x="943037" y="87922"/>
                </a:lnTo>
                <a:lnTo>
                  <a:pt x="941538" y="87922"/>
                </a:lnTo>
                <a:close/>
                <a:moveTo>
                  <a:pt x="743633" y="87034"/>
                </a:moveTo>
                <a:lnTo>
                  <a:pt x="744133" y="87034"/>
                </a:lnTo>
                <a:lnTo>
                  <a:pt x="744133" y="87922"/>
                </a:lnTo>
                <a:lnTo>
                  <a:pt x="743633" y="87922"/>
                </a:lnTo>
                <a:close/>
                <a:moveTo>
                  <a:pt x="959529" y="87034"/>
                </a:moveTo>
                <a:lnTo>
                  <a:pt x="960029" y="87034"/>
                </a:lnTo>
                <a:lnTo>
                  <a:pt x="960029" y="87922"/>
                </a:lnTo>
                <a:lnTo>
                  <a:pt x="959529" y="87922"/>
                </a:lnTo>
                <a:close/>
                <a:moveTo>
                  <a:pt x="735637" y="87034"/>
                </a:moveTo>
                <a:lnTo>
                  <a:pt x="736137" y="87034"/>
                </a:lnTo>
                <a:lnTo>
                  <a:pt x="736137" y="87922"/>
                </a:lnTo>
                <a:lnTo>
                  <a:pt x="735637" y="87922"/>
                </a:lnTo>
                <a:close/>
                <a:moveTo>
                  <a:pt x="940539" y="86146"/>
                </a:moveTo>
                <a:lnTo>
                  <a:pt x="941038" y="86146"/>
                </a:lnTo>
                <a:lnTo>
                  <a:pt x="941038" y="87922"/>
                </a:lnTo>
                <a:lnTo>
                  <a:pt x="940539" y="87922"/>
                </a:lnTo>
                <a:close/>
                <a:moveTo>
                  <a:pt x="921548" y="87034"/>
                </a:moveTo>
                <a:lnTo>
                  <a:pt x="922047" y="87034"/>
                </a:lnTo>
                <a:lnTo>
                  <a:pt x="922047" y="87922"/>
                </a:lnTo>
                <a:lnTo>
                  <a:pt x="921548" y="87922"/>
                </a:lnTo>
                <a:close/>
                <a:moveTo>
                  <a:pt x="920548" y="87034"/>
                </a:moveTo>
                <a:lnTo>
                  <a:pt x="921048" y="87034"/>
                </a:lnTo>
                <a:lnTo>
                  <a:pt x="921048" y="87922"/>
                </a:lnTo>
                <a:lnTo>
                  <a:pt x="920548" y="87922"/>
                </a:lnTo>
                <a:close/>
                <a:moveTo>
                  <a:pt x="922547" y="87034"/>
                </a:moveTo>
                <a:lnTo>
                  <a:pt x="923047" y="87034"/>
                </a:lnTo>
                <a:lnTo>
                  <a:pt x="923047" y="87922"/>
                </a:lnTo>
                <a:lnTo>
                  <a:pt x="922547" y="87922"/>
                </a:lnTo>
                <a:close/>
                <a:moveTo>
                  <a:pt x="916550" y="87034"/>
                </a:moveTo>
                <a:lnTo>
                  <a:pt x="917050" y="87034"/>
                </a:lnTo>
                <a:lnTo>
                  <a:pt x="917050" y="87922"/>
                </a:lnTo>
                <a:lnTo>
                  <a:pt x="916550" y="87922"/>
                </a:lnTo>
                <a:close/>
                <a:moveTo>
                  <a:pt x="731139" y="87034"/>
                </a:moveTo>
                <a:lnTo>
                  <a:pt x="731639" y="87034"/>
                </a:lnTo>
                <a:lnTo>
                  <a:pt x="731639" y="87922"/>
                </a:lnTo>
                <a:lnTo>
                  <a:pt x="731139" y="87922"/>
                </a:lnTo>
                <a:close/>
                <a:moveTo>
                  <a:pt x="931043" y="86146"/>
                </a:moveTo>
                <a:lnTo>
                  <a:pt x="931543" y="86146"/>
                </a:lnTo>
                <a:lnTo>
                  <a:pt x="931543" y="87922"/>
                </a:lnTo>
                <a:lnTo>
                  <a:pt x="931043" y="87922"/>
                </a:lnTo>
                <a:close/>
                <a:moveTo>
                  <a:pt x="939539" y="87034"/>
                </a:moveTo>
                <a:lnTo>
                  <a:pt x="940039" y="87034"/>
                </a:lnTo>
                <a:lnTo>
                  <a:pt x="940039" y="87922"/>
                </a:lnTo>
                <a:lnTo>
                  <a:pt x="939539" y="87922"/>
                </a:lnTo>
                <a:close/>
                <a:moveTo>
                  <a:pt x="752129" y="87034"/>
                </a:moveTo>
                <a:lnTo>
                  <a:pt x="752629" y="87034"/>
                </a:lnTo>
                <a:lnTo>
                  <a:pt x="752629" y="87922"/>
                </a:lnTo>
                <a:lnTo>
                  <a:pt x="752129" y="87922"/>
                </a:lnTo>
                <a:close/>
                <a:moveTo>
                  <a:pt x="915551" y="87922"/>
                </a:moveTo>
                <a:lnTo>
                  <a:pt x="916050" y="87922"/>
                </a:lnTo>
                <a:lnTo>
                  <a:pt x="916050" y="88810"/>
                </a:lnTo>
                <a:lnTo>
                  <a:pt x="915551" y="88810"/>
                </a:lnTo>
                <a:close/>
                <a:moveTo>
                  <a:pt x="940039" y="87922"/>
                </a:moveTo>
                <a:lnTo>
                  <a:pt x="941538" y="87922"/>
                </a:lnTo>
                <a:lnTo>
                  <a:pt x="941538" y="88810"/>
                </a:lnTo>
                <a:lnTo>
                  <a:pt x="940039" y="88810"/>
                </a:lnTo>
                <a:close/>
                <a:moveTo>
                  <a:pt x="963028" y="87922"/>
                </a:moveTo>
                <a:lnTo>
                  <a:pt x="963528" y="87922"/>
                </a:lnTo>
                <a:lnTo>
                  <a:pt x="963528" y="88810"/>
                </a:lnTo>
                <a:lnTo>
                  <a:pt x="963028" y="88810"/>
                </a:lnTo>
                <a:close/>
                <a:moveTo>
                  <a:pt x="942538" y="87922"/>
                </a:moveTo>
                <a:lnTo>
                  <a:pt x="943037" y="87922"/>
                </a:lnTo>
                <a:lnTo>
                  <a:pt x="943037" y="88810"/>
                </a:lnTo>
                <a:lnTo>
                  <a:pt x="942538" y="88810"/>
                </a:lnTo>
                <a:close/>
                <a:moveTo>
                  <a:pt x="756127" y="87922"/>
                </a:moveTo>
                <a:lnTo>
                  <a:pt x="756627" y="87922"/>
                </a:lnTo>
                <a:lnTo>
                  <a:pt x="756627" y="88810"/>
                </a:lnTo>
                <a:lnTo>
                  <a:pt x="756127" y="88810"/>
                </a:lnTo>
                <a:close/>
                <a:moveTo>
                  <a:pt x="929544" y="87034"/>
                </a:moveTo>
                <a:lnTo>
                  <a:pt x="930044" y="87034"/>
                </a:lnTo>
                <a:lnTo>
                  <a:pt x="930044" y="88810"/>
                </a:lnTo>
                <a:lnTo>
                  <a:pt x="929544" y="88810"/>
                </a:lnTo>
                <a:close/>
                <a:moveTo>
                  <a:pt x="830591" y="87922"/>
                </a:moveTo>
                <a:lnTo>
                  <a:pt x="831091" y="87922"/>
                </a:lnTo>
                <a:lnTo>
                  <a:pt x="831091" y="88810"/>
                </a:lnTo>
                <a:lnTo>
                  <a:pt x="830591" y="88810"/>
                </a:lnTo>
                <a:close/>
                <a:moveTo>
                  <a:pt x="922547" y="87922"/>
                </a:moveTo>
                <a:lnTo>
                  <a:pt x="924546" y="87922"/>
                </a:lnTo>
                <a:lnTo>
                  <a:pt x="924546" y="88810"/>
                </a:lnTo>
                <a:lnTo>
                  <a:pt x="922547" y="88810"/>
                </a:lnTo>
                <a:close/>
                <a:moveTo>
                  <a:pt x="920548" y="87922"/>
                </a:moveTo>
                <a:lnTo>
                  <a:pt x="922047" y="87922"/>
                </a:lnTo>
                <a:lnTo>
                  <a:pt x="922047" y="88810"/>
                </a:lnTo>
                <a:lnTo>
                  <a:pt x="920548" y="88810"/>
                </a:lnTo>
                <a:close/>
                <a:moveTo>
                  <a:pt x="960529" y="87922"/>
                </a:moveTo>
                <a:lnTo>
                  <a:pt x="961528" y="87922"/>
                </a:lnTo>
                <a:lnTo>
                  <a:pt x="961528" y="88810"/>
                </a:lnTo>
                <a:lnTo>
                  <a:pt x="960529" y="88810"/>
                </a:lnTo>
                <a:close/>
                <a:moveTo>
                  <a:pt x="761125" y="87922"/>
                </a:moveTo>
                <a:lnTo>
                  <a:pt x="761624" y="87922"/>
                </a:lnTo>
                <a:lnTo>
                  <a:pt x="761624" y="88810"/>
                </a:lnTo>
                <a:lnTo>
                  <a:pt x="761125" y="88810"/>
                </a:lnTo>
                <a:close/>
                <a:moveTo>
                  <a:pt x="923047" y="88810"/>
                </a:moveTo>
                <a:lnTo>
                  <a:pt x="923547" y="88810"/>
                </a:lnTo>
                <a:lnTo>
                  <a:pt x="923547" y="89698"/>
                </a:lnTo>
                <a:lnTo>
                  <a:pt x="923047" y="89698"/>
                </a:lnTo>
                <a:close/>
                <a:moveTo>
                  <a:pt x="940539" y="88810"/>
                </a:moveTo>
                <a:lnTo>
                  <a:pt x="941038" y="88810"/>
                </a:lnTo>
                <a:lnTo>
                  <a:pt x="941038" y="89698"/>
                </a:lnTo>
                <a:lnTo>
                  <a:pt x="940539" y="89698"/>
                </a:lnTo>
                <a:close/>
                <a:moveTo>
                  <a:pt x="919549" y="88810"/>
                </a:moveTo>
                <a:lnTo>
                  <a:pt x="920048" y="88810"/>
                </a:lnTo>
                <a:lnTo>
                  <a:pt x="920048" y="89698"/>
                </a:lnTo>
                <a:lnTo>
                  <a:pt x="919549" y="89698"/>
                </a:lnTo>
                <a:close/>
                <a:moveTo>
                  <a:pt x="959529" y="88810"/>
                </a:moveTo>
                <a:lnTo>
                  <a:pt x="960029" y="88810"/>
                </a:lnTo>
                <a:lnTo>
                  <a:pt x="960029" y="89698"/>
                </a:lnTo>
                <a:lnTo>
                  <a:pt x="959529" y="89698"/>
                </a:lnTo>
                <a:close/>
                <a:moveTo>
                  <a:pt x="964527" y="88810"/>
                </a:moveTo>
                <a:lnTo>
                  <a:pt x="965527" y="88810"/>
                </a:lnTo>
                <a:lnTo>
                  <a:pt x="965527" y="89698"/>
                </a:lnTo>
                <a:lnTo>
                  <a:pt x="964527" y="89698"/>
                </a:lnTo>
                <a:close/>
                <a:moveTo>
                  <a:pt x="762624" y="88810"/>
                </a:moveTo>
                <a:lnTo>
                  <a:pt x="763124" y="88810"/>
                </a:lnTo>
                <a:lnTo>
                  <a:pt x="763124" y="89698"/>
                </a:lnTo>
                <a:lnTo>
                  <a:pt x="762624" y="89698"/>
                </a:lnTo>
                <a:close/>
                <a:moveTo>
                  <a:pt x="829592" y="88810"/>
                </a:moveTo>
                <a:lnTo>
                  <a:pt x="830092" y="88810"/>
                </a:lnTo>
                <a:lnTo>
                  <a:pt x="830092" y="89698"/>
                </a:lnTo>
                <a:lnTo>
                  <a:pt x="829592" y="89698"/>
                </a:lnTo>
                <a:close/>
                <a:moveTo>
                  <a:pt x="920548" y="88810"/>
                </a:moveTo>
                <a:lnTo>
                  <a:pt x="921048" y="88810"/>
                </a:lnTo>
                <a:lnTo>
                  <a:pt x="921048" y="89698"/>
                </a:lnTo>
                <a:lnTo>
                  <a:pt x="920548" y="89698"/>
                </a:lnTo>
                <a:close/>
                <a:moveTo>
                  <a:pt x="915551" y="88810"/>
                </a:moveTo>
                <a:lnTo>
                  <a:pt x="916550" y="88810"/>
                </a:lnTo>
                <a:lnTo>
                  <a:pt x="916550" y="89698"/>
                </a:lnTo>
                <a:lnTo>
                  <a:pt x="915551" y="89698"/>
                </a:lnTo>
                <a:close/>
                <a:moveTo>
                  <a:pt x="942038" y="88810"/>
                </a:moveTo>
                <a:lnTo>
                  <a:pt x="943537" y="88810"/>
                </a:lnTo>
                <a:lnTo>
                  <a:pt x="943537" y="89698"/>
                </a:lnTo>
                <a:lnTo>
                  <a:pt x="942038" y="89698"/>
                </a:lnTo>
                <a:close/>
                <a:moveTo>
                  <a:pt x="961528" y="88810"/>
                </a:moveTo>
                <a:lnTo>
                  <a:pt x="963028" y="88810"/>
                </a:lnTo>
                <a:lnTo>
                  <a:pt x="963028" y="89698"/>
                </a:lnTo>
                <a:lnTo>
                  <a:pt x="961528" y="89698"/>
                </a:lnTo>
                <a:close/>
                <a:moveTo>
                  <a:pt x="930044" y="88810"/>
                </a:moveTo>
                <a:lnTo>
                  <a:pt x="930543" y="88810"/>
                </a:lnTo>
                <a:lnTo>
                  <a:pt x="930543" y="89698"/>
                </a:lnTo>
                <a:lnTo>
                  <a:pt x="930044" y="89698"/>
                </a:lnTo>
                <a:close/>
                <a:moveTo>
                  <a:pt x="863575" y="88810"/>
                </a:moveTo>
                <a:lnTo>
                  <a:pt x="864075" y="88810"/>
                </a:lnTo>
                <a:lnTo>
                  <a:pt x="864075" y="89698"/>
                </a:lnTo>
                <a:lnTo>
                  <a:pt x="863575" y="89698"/>
                </a:lnTo>
                <a:close/>
                <a:moveTo>
                  <a:pt x="963528" y="88810"/>
                </a:moveTo>
                <a:lnTo>
                  <a:pt x="964027" y="88810"/>
                </a:lnTo>
                <a:lnTo>
                  <a:pt x="964027" y="89698"/>
                </a:lnTo>
                <a:lnTo>
                  <a:pt x="963528" y="89698"/>
                </a:lnTo>
                <a:close/>
                <a:moveTo>
                  <a:pt x="915551" y="89698"/>
                </a:moveTo>
                <a:lnTo>
                  <a:pt x="916050" y="89698"/>
                </a:lnTo>
                <a:lnTo>
                  <a:pt x="916050" y="90586"/>
                </a:lnTo>
                <a:lnTo>
                  <a:pt x="915551" y="90586"/>
                </a:lnTo>
                <a:close/>
                <a:moveTo>
                  <a:pt x="924546" y="89698"/>
                </a:moveTo>
                <a:lnTo>
                  <a:pt x="925046" y="89698"/>
                </a:lnTo>
                <a:lnTo>
                  <a:pt x="925046" y="90586"/>
                </a:lnTo>
                <a:lnTo>
                  <a:pt x="924546" y="90586"/>
                </a:lnTo>
                <a:close/>
                <a:moveTo>
                  <a:pt x="760625" y="89698"/>
                </a:moveTo>
                <a:lnTo>
                  <a:pt x="761125" y="89698"/>
                </a:lnTo>
                <a:lnTo>
                  <a:pt x="761125" y="90586"/>
                </a:lnTo>
                <a:lnTo>
                  <a:pt x="760625" y="90586"/>
                </a:lnTo>
                <a:close/>
                <a:moveTo>
                  <a:pt x="930044" y="89698"/>
                </a:moveTo>
                <a:lnTo>
                  <a:pt x="931043" y="89698"/>
                </a:lnTo>
                <a:lnTo>
                  <a:pt x="931043" y="90586"/>
                </a:lnTo>
                <a:lnTo>
                  <a:pt x="930044" y="90586"/>
                </a:lnTo>
                <a:close/>
                <a:moveTo>
                  <a:pt x="960029" y="89698"/>
                </a:moveTo>
                <a:lnTo>
                  <a:pt x="961029" y="89698"/>
                </a:lnTo>
                <a:lnTo>
                  <a:pt x="961029" y="90586"/>
                </a:lnTo>
                <a:lnTo>
                  <a:pt x="960029" y="90586"/>
                </a:lnTo>
                <a:close/>
                <a:moveTo>
                  <a:pt x="941038" y="89698"/>
                </a:moveTo>
                <a:lnTo>
                  <a:pt x="941538" y="89698"/>
                </a:lnTo>
                <a:lnTo>
                  <a:pt x="941538" y="90586"/>
                </a:lnTo>
                <a:lnTo>
                  <a:pt x="941038" y="90586"/>
                </a:lnTo>
                <a:close/>
                <a:moveTo>
                  <a:pt x="920048" y="89698"/>
                </a:moveTo>
                <a:lnTo>
                  <a:pt x="921048" y="89698"/>
                </a:lnTo>
                <a:lnTo>
                  <a:pt x="921048" y="90586"/>
                </a:lnTo>
                <a:lnTo>
                  <a:pt x="920048" y="90586"/>
                </a:lnTo>
                <a:close/>
                <a:moveTo>
                  <a:pt x="828592" y="89698"/>
                </a:moveTo>
                <a:lnTo>
                  <a:pt x="829092" y="89698"/>
                </a:lnTo>
                <a:lnTo>
                  <a:pt x="829092" y="90586"/>
                </a:lnTo>
                <a:lnTo>
                  <a:pt x="828592" y="90586"/>
                </a:lnTo>
                <a:close/>
                <a:moveTo>
                  <a:pt x="962028" y="89698"/>
                </a:moveTo>
                <a:lnTo>
                  <a:pt x="963528" y="89698"/>
                </a:lnTo>
                <a:lnTo>
                  <a:pt x="963528" y="90586"/>
                </a:lnTo>
                <a:lnTo>
                  <a:pt x="962028" y="90586"/>
                </a:lnTo>
                <a:close/>
                <a:moveTo>
                  <a:pt x="741634" y="89698"/>
                </a:moveTo>
                <a:lnTo>
                  <a:pt x="742134" y="89698"/>
                </a:lnTo>
                <a:lnTo>
                  <a:pt x="742134" y="90586"/>
                </a:lnTo>
                <a:lnTo>
                  <a:pt x="741634" y="90586"/>
                </a:lnTo>
                <a:close/>
                <a:moveTo>
                  <a:pt x="818597" y="89698"/>
                </a:moveTo>
                <a:lnTo>
                  <a:pt x="819097" y="89698"/>
                </a:lnTo>
                <a:lnTo>
                  <a:pt x="819097" y="90586"/>
                </a:lnTo>
                <a:lnTo>
                  <a:pt x="818597" y="90586"/>
                </a:lnTo>
                <a:close/>
                <a:moveTo>
                  <a:pt x="943537" y="89698"/>
                </a:moveTo>
                <a:lnTo>
                  <a:pt x="944037" y="89698"/>
                </a:lnTo>
                <a:lnTo>
                  <a:pt x="944037" y="90586"/>
                </a:lnTo>
                <a:lnTo>
                  <a:pt x="943537" y="90586"/>
                </a:lnTo>
                <a:close/>
                <a:moveTo>
                  <a:pt x="964027" y="89698"/>
                </a:moveTo>
                <a:lnTo>
                  <a:pt x="965027" y="89698"/>
                </a:lnTo>
                <a:lnTo>
                  <a:pt x="965027" y="90586"/>
                </a:lnTo>
                <a:lnTo>
                  <a:pt x="964027" y="90586"/>
                </a:lnTo>
                <a:close/>
                <a:moveTo>
                  <a:pt x="929044" y="88810"/>
                </a:moveTo>
                <a:lnTo>
                  <a:pt x="929544" y="88810"/>
                </a:lnTo>
                <a:lnTo>
                  <a:pt x="929544" y="90586"/>
                </a:lnTo>
                <a:lnTo>
                  <a:pt x="929044" y="90586"/>
                </a:lnTo>
                <a:close/>
                <a:moveTo>
                  <a:pt x="922047" y="89698"/>
                </a:moveTo>
                <a:lnTo>
                  <a:pt x="924046" y="89698"/>
                </a:lnTo>
                <a:lnTo>
                  <a:pt x="924046" y="90586"/>
                </a:lnTo>
                <a:lnTo>
                  <a:pt x="922047" y="90586"/>
                </a:lnTo>
                <a:close/>
                <a:moveTo>
                  <a:pt x="923547" y="90586"/>
                </a:moveTo>
                <a:lnTo>
                  <a:pt x="924046" y="90586"/>
                </a:lnTo>
                <a:lnTo>
                  <a:pt x="924046" y="91474"/>
                </a:lnTo>
                <a:lnTo>
                  <a:pt x="923547" y="91474"/>
                </a:lnTo>
                <a:close/>
                <a:moveTo>
                  <a:pt x="940539" y="90586"/>
                </a:moveTo>
                <a:lnTo>
                  <a:pt x="941038" y="90586"/>
                </a:lnTo>
                <a:lnTo>
                  <a:pt x="941038" y="91474"/>
                </a:lnTo>
                <a:lnTo>
                  <a:pt x="940539" y="91474"/>
                </a:lnTo>
                <a:close/>
                <a:moveTo>
                  <a:pt x="943037" y="90586"/>
                </a:moveTo>
                <a:lnTo>
                  <a:pt x="943537" y="90586"/>
                </a:lnTo>
                <a:lnTo>
                  <a:pt x="943537" y="91474"/>
                </a:lnTo>
                <a:lnTo>
                  <a:pt x="943037" y="91474"/>
                </a:lnTo>
                <a:close/>
                <a:moveTo>
                  <a:pt x="819597" y="90586"/>
                </a:moveTo>
                <a:lnTo>
                  <a:pt x="820096" y="90586"/>
                </a:lnTo>
                <a:lnTo>
                  <a:pt x="820096" y="91474"/>
                </a:lnTo>
                <a:lnTo>
                  <a:pt x="819597" y="91474"/>
                </a:lnTo>
                <a:close/>
                <a:moveTo>
                  <a:pt x="759625" y="90586"/>
                </a:moveTo>
                <a:lnTo>
                  <a:pt x="760125" y="90586"/>
                </a:lnTo>
                <a:lnTo>
                  <a:pt x="760125" y="91474"/>
                </a:lnTo>
                <a:lnTo>
                  <a:pt x="759625" y="91474"/>
                </a:lnTo>
                <a:close/>
                <a:moveTo>
                  <a:pt x="827593" y="90586"/>
                </a:moveTo>
                <a:lnTo>
                  <a:pt x="828093" y="90586"/>
                </a:lnTo>
                <a:lnTo>
                  <a:pt x="828093" y="91474"/>
                </a:lnTo>
                <a:lnTo>
                  <a:pt x="827593" y="91474"/>
                </a:lnTo>
                <a:close/>
                <a:moveTo>
                  <a:pt x="965527" y="90586"/>
                </a:moveTo>
                <a:lnTo>
                  <a:pt x="967026" y="90586"/>
                </a:lnTo>
                <a:lnTo>
                  <a:pt x="967026" y="91474"/>
                </a:lnTo>
                <a:lnTo>
                  <a:pt x="965527" y="91474"/>
                </a:lnTo>
                <a:close/>
                <a:moveTo>
                  <a:pt x="928544" y="90586"/>
                </a:moveTo>
                <a:lnTo>
                  <a:pt x="929044" y="90586"/>
                </a:lnTo>
                <a:lnTo>
                  <a:pt x="929044" y="91474"/>
                </a:lnTo>
                <a:lnTo>
                  <a:pt x="928544" y="91474"/>
                </a:lnTo>
                <a:close/>
                <a:moveTo>
                  <a:pt x="895560" y="90586"/>
                </a:moveTo>
                <a:lnTo>
                  <a:pt x="915551" y="90586"/>
                </a:lnTo>
                <a:lnTo>
                  <a:pt x="915551" y="91474"/>
                </a:lnTo>
                <a:lnTo>
                  <a:pt x="895560" y="91474"/>
                </a:lnTo>
                <a:close/>
                <a:moveTo>
                  <a:pt x="756627" y="90586"/>
                </a:moveTo>
                <a:lnTo>
                  <a:pt x="757127" y="90586"/>
                </a:lnTo>
                <a:lnTo>
                  <a:pt x="757127" y="91474"/>
                </a:lnTo>
                <a:lnTo>
                  <a:pt x="756627" y="91474"/>
                </a:lnTo>
                <a:close/>
                <a:moveTo>
                  <a:pt x="930543" y="90586"/>
                </a:moveTo>
                <a:lnTo>
                  <a:pt x="931543" y="90586"/>
                </a:lnTo>
                <a:lnTo>
                  <a:pt x="931543" y="91474"/>
                </a:lnTo>
                <a:lnTo>
                  <a:pt x="930543" y="91474"/>
                </a:lnTo>
                <a:close/>
                <a:moveTo>
                  <a:pt x="963528" y="90586"/>
                </a:moveTo>
                <a:lnTo>
                  <a:pt x="965027" y="90586"/>
                </a:lnTo>
                <a:lnTo>
                  <a:pt x="965027" y="91474"/>
                </a:lnTo>
                <a:lnTo>
                  <a:pt x="963528" y="91474"/>
                </a:lnTo>
                <a:close/>
                <a:moveTo>
                  <a:pt x="836089" y="90586"/>
                </a:moveTo>
                <a:lnTo>
                  <a:pt x="836588" y="90586"/>
                </a:lnTo>
                <a:lnTo>
                  <a:pt x="836588" y="91474"/>
                </a:lnTo>
                <a:lnTo>
                  <a:pt x="836089" y="91474"/>
                </a:lnTo>
                <a:close/>
                <a:moveTo>
                  <a:pt x="916550" y="89698"/>
                </a:moveTo>
                <a:lnTo>
                  <a:pt x="917050" y="89698"/>
                </a:lnTo>
                <a:lnTo>
                  <a:pt x="917050" y="91474"/>
                </a:lnTo>
                <a:lnTo>
                  <a:pt x="916550" y="91474"/>
                </a:lnTo>
                <a:close/>
                <a:moveTo>
                  <a:pt x="921048" y="90586"/>
                </a:moveTo>
                <a:lnTo>
                  <a:pt x="921548" y="90586"/>
                </a:lnTo>
                <a:lnTo>
                  <a:pt x="921548" y="91474"/>
                </a:lnTo>
                <a:lnTo>
                  <a:pt x="921048" y="91474"/>
                </a:lnTo>
                <a:close/>
                <a:moveTo>
                  <a:pt x="922047" y="90586"/>
                </a:moveTo>
                <a:lnTo>
                  <a:pt x="922547" y="90586"/>
                </a:lnTo>
                <a:lnTo>
                  <a:pt x="922547" y="91474"/>
                </a:lnTo>
                <a:lnTo>
                  <a:pt x="922047" y="91474"/>
                </a:lnTo>
                <a:close/>
                <a:moveTo>
                  <a:pt x="774118" y="90586"/>
                </a:moveTo>
                <a:lnTo>
                  <a:pt x="774618" y="90586"/>
                </a:lnTo>
                <a:lnTo>
                  <a:pt x="774618" y="91474"/>
                </a:lnTo>
                <a:lnTo>
                  <a:pt x="774118" y="91474"/>
                </a:lnTo>
                <a:close/>
                <a:moveTo>
                  <a:pt x="750130" y="90586"/>
                </a:moveTo>
                <a:lnTo>
                  <a:pt x="750630" y="90586"/>
                </a:lnTo>
                <a:lnTo>
                  <a:pt x="750630" y="91474"/>
                </a:lnTo>
                <a:lnTo>
                  <a:pt x="750130" y="91474"/>
                </a:lnTo>
                <a:close/>
                <a:moveTo>
                  <a:pt x="959529" y="90586"/>
                </a:moveTo>
                <a:lnTo>
                  <a:pt x="960529" y="90586"/>
                </a:lnTo>
                <a:lnTo>
                  <a:pt x="960529" y="91474"/>
                </a:lnTo>
                <a:lnTo>
                  <a:pt x="959529" y="91474"/>
                </a:lnTo>
                <a:close/>
                <a:moveTo>
                  <a:pt x="820096" y="91474"/>
                </a:moveTo>
                <a:lnTo>
                  <a:pt x="820596" y="91474"/>
                </a:lnTo>
                <a:lnTo>
                  <a:pt x="820596" y="92362"/>
                </a:lnTo>
                <a:lnTo>
                  <a:pt x="820096" y="92362"/>
                </a:lnTo>
                <a:close/>
                <a:moveTo>
                  <a:pt x="925046" y="91474"/>
                </a:moveTo>
                <a:lnTo>
                  <a:pt x="925546" y="91474"/>
                </a:lnTo>
                <a:lnTo>
                  <a:pt x="925546" y="92362"/>
                </a:lnTo>
                <a:lnTo>
                  <a:pt x="925046" y="92362"/>
                </a:lnTo>
                <a:close/>
                <a:moveTo>
                  <a:pt x="741134" y="91474"/>
                </a:moveTo>
                <a:lnTo>
                  <a:pt x="741634" y="91474"/>
                </a:lnTo>
                <a:lnTo>
                  <a:pt x="741634" y="92362"/>
                </a:lnTo>
                <a:lnTo>
                  <a:pt x="741134" y="92362"/>
                </a:lnTo>
                <a:close/>
                <a:moveTo>
                  <a:pt x="942038" y="91474"/>
                </a:moveTo>
                <a:lnTo>
                  <a:pt x="942538" y="91474"/>
                </a:lnTo>
                <a:lnTo>
                  <a:pt x="942538" y="92362"/>
                </a:lnTo>
                <a:lnTo>
                  <a:pt x="942038" y="92362"/>
                </a:lnTo>
                <a:close/>
                <a:moveTo>
                  <a:pt x="919049" y="91474"/>
                </a:moveTo>
                <a:lnTo>
                  <a:pt x="920048" y="91474"/>
                </a:lnTo>
                <a:lnTo>
                  <a:pt x="920048" y="92362"/>
                </a:lnTo>
                <a:lnTo>
                  <a:pt x="919049" y="92362"/>
                </a:lnTo>
                <a:close/>
                <a:moveTo>
                  <a:pt x="915551" y="91474"/>
                </a:moveTo>
                <a:lnTo>
                  <a:pt x="916550" y="91474"/>
                </a:lnTo>
                <a:lnTo>
                  <a:pt x="916550" y="92362"/>
                </a:lnTo>
                <a:lnTo>
                  <a:pt x="915551" y="92362"/>
                </a:lnTo>
                <a:close/>
                <a:moveTo>
                  <a:pt x="835589" y="91474"/>
                </a:moveTo>
                <a:lnTo>
                  <a:pt x="836089" y="91474"/>
                </a:lnTo>
                <a:lnTo>
                  <a:pt x="836089" y="92362"/>
                </a:lnTo>
                <a:lnTo>
                  <a:pt x="835589" y="92362"/>
                </a:lnTo>
                <a:close/>
                <a:moveTo>
                  <a:pt x="941038" y="91474"/>
                </a:moveTo>
                <a:lnTo>
                  <a:pt x="941538" y="91474"/>
                </a:lnTo>
                <a:lnTo>
                  <a:pt x="941538" y="92362"/>
                </a:lnTo>
                <a:lnTo>
                  <a:pt x="941038" y="92362"/>
                </a:lnTo>
                <a:close/>
                <a:moveTo>
                  <a:pt x="865575" y="91474"/>
                </a:moveTo>
                <a:lnTo>
                  <a:pt x="866074" y="91474"/>
                </a:lnTo>
                <a:lnTo>
                  <a:pt x="866074" y="92362"/>
                </a:lnTo>
                <a:lnTo>
                  <a:pt x="865575" y="92362"/>
                </a:lnTo>
                <a:close/>
                <a:moveTo>
                  <a:pt x="966526" y="91474"/>
                </a:moveTo>
                <a:lnTo>
                  <a:pt x="967026" y="91474"/>
                </a:lnTo>
                <a:lnTo>
                  <a:pt x="967026" y="92362"/>
                </a:lnTo>
                <a:lnTo>
                  <a:pt x="966526" y="92362"/>
                </a:lnTo>
                <a:close/>
                <a:moveTo>
                  <a:pt x="922547" y="91474"/>
                </a:moveTo>
                <a:lnTo>
                  <a:pt x="923547" y="91474"/>
                </a:lnTo>
                <a:lnTo>
                  <a:pt x="923547" y="92362"/>
                </a:lnTo>
                <a:lnTo>
                  <a:pt x="922547" y="92362"/>
                </a:lnTo>
                <a:close/>
                <a:moveTo>
                  <a:pt x="963028" y="91474"/>
                </a:moveTo>
                <a:lnTo>
                  <a:pt x="963528" y="91474"/>
                </a:lnTo>
                <a:lnTo>
                  <a:pt x="963528" y="92362"/>
                </a:lnTo>
                <a:lnTo>
                  <a:pt x="963028" y="92362"/>
                </a:lnTo>
                <a:close/>
                <a:moveTo>
                  <a:pt x="943537" y="91474"/>
                </a:moveTo>
                <a:lnTo>
                  <a:pt x="944037" y="91474"/>
                </a:lnTo>
                <a:lnTo>
                  <a:pt x="944037" y="92362"/>
                </a:lnTo>
                <a:lnTo>
                  <a:pt x="943537" y="92362"/>
                </a:lnTo>
                <a:close/>
                <a:moveTo>
                  <a:pt x="826593" y="91474"/>
                </a:moveTo>
                <a:lnTo>
                  <a:pt x="827093" y="91474"/>
                </a:lnTo>
                <a:lnTo>
                  <a:pt x="827093" y="92362"/>
                </a:lnTo>
                <a:lnTo>
                  <a:pt x="826593" y="92362"/>
                </a:lnTo>
                <a:close/>
                <a:moveTo>
                  <a:pt x="924046" y="91474"/>
                </a:moveTo>
                <a:lnTo>
                  <a:pt x="924546" y="91474"/>
                </a:lnTo>
                <a:lnTo>
                  <a:pt x="924546" y="92362"/>
                </a:lnTo>
                <a:lnTo>
                  <a:pt x="924046" y="92362"/>
                </a:lnTo>
                <a:close/>
                <a:moveTo>
                  <a:pt x="960529" y="91474"/>
                </a:moveTo>
                <a:lnTo>
                  <a:pt x="962028" y="91474"/>
                </a:lnTo>
                <a:lnTo>
                  <a:pt x="962028" y="92362"/>
                </a:lnTo>
                <a:lnTo>
                  <a:pt x="960529" y="92362"/>
                </a:lnTo>
                <a:close/>
                <a:moveTo>
                  <a:pt x="928544" y="91474"/>
                </a:moveTo>
                <a:lnTo>
                  <a:pt x="929544" y="91474"/>
                </a:lnTo>
                <a:lnTo>
                  <a:pt x="929544" y="92362"/>
                </a:lnTo>
                <a:lnTo>
                  <a:pt x="928544" y="92362"/>
                </a:lnTo>
                <a:close/>
                <a:moveTo>
                  <a:pt x="965527" y="91474"/>
                </a:moveTo>
                <a:lnTo>
                  <a:pt x="966026" y="91474"/>
                </a:lnTo>
                <a:lnTo>
                  <a:pt x="966026" y="92362"/>
                </a:lnTo>
                <a:lnTo>
                  <a:pt x="965527" y="92362"/>
                </a:lnTo>
                <a:close/>
                <a:moveTo>
                  <a:pt x="730639" y="91474"/>
                </a:moveTo>
                <a:lnTo>
                  <a:pt x="731139" y="91474"/>
                </a:lnTo>
                <a:lnTo>
                  <a:pt x="731139" y="92362"/>
                </a:lnTo>
                <a:lnTo>
                  <a:pt x="730639" y="92362"/>
                </a:lnTo>
                <a:close/>
                <a:moveTo>
                  <a:pt x="939539" y="90586"/>
                </a:moveTo>
                <a:lnTo>
                  <a:pt x="940039" y="90586"/>
                </a:lnTo>
                <a:lnTo>
                  <a:pt x="940039" y="92362"/>
                </a:lnTo>
                <a:lnTo>
                  <a:pt x="939539" y="92362"/>
                </a:lnTo>
                <a:close/>
                <a:moveTo>
                  <a:pt x="919049" y="92362"/>
                </a:moveTo>
                <a:lnTo>
                  <a:pt x="919549" y="92362"/>
                </a:lnTo>
                <a:lnTo>
                  <a:pt x="919549" y="93250"/>
                </a:lnTo>
                <a:lnTo>
                  <a:pt x="919049" y="93250"/>
                </a:lnTo>
                <a:close/>
                <a:moveTo>
                  <a:pt x="960029" y="92362"/>
                </a:moveTo>
                <a:lnTo>
                  <a:pt x="960529" y="92362"/>
                </a:lnTo>
                <a:lnTo>
                  <a:pt x="960529" y="93250"/>
                </a:lnTo>
                <a:lnTo>
                  <a:pt x="960029" y="93250"/>
                </a:lnTo>
                <a:close/>
                <a:moveTo>
                  <a:pt x="924546" y="92362"/>
                </a:moveTo>
                <a:lnTo>
                  <a:pt x="925046" y="92362"/>
                </a:lnTo>
                <a:lnTo>
                  <a:pt x="925046" y="93250"/>
                </a:lnTo>
                <a:lnTo>
                  <a:pt x="924546" y="93250"/>
                </a:lnTo>
                <a:close/>
                <a:moveTo>
                  <a:pt x="952033" y="92362"/>
                </a:moveTo>
                <a:lnTo>
                  <a:pt x="953033" y="92362"/>
                </a:lnTo>
                <a:lnTo>
                  <a:pt x="953033" y="93250"/>
                </a:lnTo>
                <a:lnTo>
                  <a:pt x="952033" y="93250"/>
                </a:lnTo>
                <a:close/>
                <a:moveTo>
                  <a:pt x="937540" y="92362"/>
                </a:moveTo>
                <a:lnTo>
                  <a:pt x="938040" y="92362"/>
                </a:lnTo>
                <a:lnTo>
                  <a:pt x="938040" y="93250"/>
                </a:lnTo>
                <a:lnTo>
                  <a:pt x="937540" y="93250"/>
                </a:lnTo>
                <a:close/>
                <a:moveTo>
                  <a:pt x="902057" y="92362"/>
                </a:moveTo>
                <a:lnTo>
                  <a:pt x="902557" y="92362"/>
                </a:lnTo>
                <a:lnTo>
                  <a:pt x="902557" y="93250"/>
                </a:lnTo>
                <a:lnTo>
                  <a:pt x="902057" y="93250"/>
                </a:lnTo>
                <a:close/>
                <a:moveTo>
                  <a:pt x="962528" y="92362"/>
                </a:moveTo>
                <a:lnTo>
                  <a:pt x="963528" y="92362"/>
                </a:lnTo>
                <a:lnTo>
                  <a:pt x="963528" y="93250"/>
                </a:lnTo>
                <a:lnTo>
                  <a:pt x="962528" y="93250"/>
                </a:lnTo>
                <a:close/>
                <a:moveTo>
                  <a:pt x="932542" y="92362"/>
                </a:moveTo>
                <a:lnTo>
                  <a:pt x="933542" y="92362"/>
                </a:lnTo>
                <a:lnTo>
                  <a:pt x="933542" y="93250"/>
                </a:lnTo>
                <a:lnTo>
                  <a:pt x="932542" y="93250"/>
                </a:lnTo>
                <a:close/>
                <a:moveTo>
                  <a:pt x="929544" y="92362"/>
                </a:moveTo>
                <a:lnTo>
                  <a:pt x="930543" y="92362"/>
                </a:lnTo>
                <a:lnTo>
                  <a:pt x="930543" y="93250"/>
                </a:lnTo>
                <a:lnTo>
                  <a:pt x="929544" y="93250"/>
                </a:lnTo>
                <a:close/>
                <a:moveTo>
                  <a:pt x="748631" y="92362"/>
                </a:moveTo>
                <a:lnTo>
                  <a:pt x="749130" y="92362"/>
                </a:lnTo>
                <a:lnTo>
                  <a:pt x="749130" y="93250"/>
                </a:lnTo>
                <a:lnTo>
                  <a:pt x="748631" y="93250"/>
                </a:lnTo>
                <a:close/>
                <a:moveTo>
                  <a:pt x="934541" y="92362"/>
                </a:moveTo>
                <a:lnTo>
                  <a:pt x="935041" y="92362"/>
                </a:lnTo>
                <a:lnTo>
                  <a:pt x="935041" y="93250"/>
                </a:lnTo>
                <a:lnTo>
                  <a:pt x="934541" y="93250"/>
                </a:lnTo>
                <a:close/>
                <a:moveTo>
                  <a:pt x="939039" y="92362"/>
                </a:moveTo>
                <a:lnTo>
                  <a:pt x="939539" y="92362"/>
                </a:lnTo>
                <a:lnTo>
                  <a:pt x="939539" y="93250"/>
                </a:lnTo>
                <a:lnTo>
                  <a:pt x="939039" y="93250"/>
                </a:lnTo>
                <a:close/>
                <a:moveTo>
                  <a:pt x="768121" y="92362"/>
                </a:moveTo>
                <a:lnTo>
                  <a:pt x="768621" y="92362"/>
                </a:lnTo>
                <a:lnTo>
                  <a:pt x="768621" y="93250"/>
                </a:lnTo>
                <a:lnTo>
                  <a:pt x="768121" y="93250"/>
                </a:lnTo>
                <a:close/>
                <a:moveTo>
                  <a:pt x="900058" y="92362"/>
                </a:moveTo>
                <a:lnTo>
                  <a:pt x="901057" y="92362"/>
                </a:lnTo>
                <a:lnTo>
                  <a:pt x="901057" y="93250"/>
                </a:lnTo>
                <a:lnTo>
                  <a:pt x="900058" y="93250"/>
                </a:lnTo>
                <a:close/>
                <a:moveTo>
                  <a:pt x="931043" y="92362"/>
                </a:moveTo>
                <a:lnTo>
                  <a:pt x="931543" y="92362"/>
                </a:lnTo>
                <a:lnTo>
                  <a:pt x="931543" y="93250"/>
                </a:lnTo>
                <a:lnTo>
                  <a:pt x="931043" y="93250"/>
                </a:lnTo>
                <a:close/>
                <a:moveTo>
                  <a:pt x="951533" y="93250"/>
                </a:moveTo>
                <a:lnTo>
                  <a:pt x="952533" y="93250"/>
                </a:lnTo>
                <a:lnTo>
                  <a:pt x="952533" y="94139"/>
                </a:lnTo>
                <a:lnTo>
                  <a:pt x="951533" y="94139"/>
                </a:lnTo>
                <a:close/>
                <a:moveTo>
                  <a:pt x="925046" y="93250"/>
                </a:moveTo>
                <a:lnTo>
                  <a:pt x="925546" y="93250"/>
                </a:lnTo>
                <a:lnTo>
                  <a:pt x="925546" y="94139"/>
                </a:lnTo>
                <a:lnTo>
                  <a:pt x="925046" y="94139"/>
                </a:lnTo>
                <a:close/>
                <a:moveTo>
                  <a:pt x="933542" y="93250"/>
                </a:moveTo>
                <a:lnTo>
                  <a:pt x="934541" y="93250"/>
                </a:lnTo>
                <a:lnTo>
                  <a:pt x="934541" y="94139"/>
                </a:lnTo>
                <a:lnTo>
                  <a:pt x="933542" y="94139"/>
                </a:lnTo>
                <a:close/>
                <a:moveTo>
                  <a:pt x="938540" y="93250"/>
                </a:moveTo>
                <a:lnTo>
                  <a:pt x="939039" y="93250"/>
                </a:lnTo>
                <a:lnTo>
                  <a:pt x="939039" y="94139"/>
                </a:lnTo>
                <a:lnTo>
                  <a:pt x="938540" y="94139"/>
                </a:lnTo>
                <a:close/>
                <a:moveTo>
                  <a:pt x="954032" y="93250"/>
                </a:moveTo>
                <a:lnTo>
                  <a:pt x="955032" y="93250"/>
                </a:lnTo>
                <a:lnTo>
                  <a:pt x="955032" y="94139"/>
                </a:lnTo>
                <a:lnTo>
                  <a:pt x="954032" y="94139"/>
                </a:lnTo>
                <a:close/>
                <a:moveTo>
                  <a:pt x="903057" y="92362"/>
                </a:moveTo>
                <a:lnTo>
                  <a:pt x="903556" y="92362"/>
                </a:lnTo>
                <a:lnTo>
                  <a:pt x="903556" y="94139"/>
                </a:lnTo>
                <a:lnTo>
                  <a:pt x="903057" y="94139"/>
                </a:lnTo>
                <a:close/>
                <a:moveTo>
                  <a:pt x="822595" y="93250"/>
                </a:moveTo>
                <a:lnTo>
                  <a:pt x="823095" y="93250"/>
                </a:lnTo>
                <a:lnTo>
                  <a:pt x="823095" y="94139"/>
                </a:lnTo>
                <a:lnTo>
                  <a:pt x="822595" y="94139"/>
                </a:lnTo>
                <a:close/>
                <a:moveTo>
                  <a:pt x="923547" y="93250"/>
                </a:moveTo>
                <a:lnTo>
                  <a:pt x="924546" y="93250"/>
                </a:lnTo>
                <a:lnTo>
                  <a:pt x="924546" y="94139"/>
                </a:lnTo>
                <a:lnTo>
                  <a:pt x="923547" y="94139"/>
                </a:lnTo>
                <a:close/>
                <a:moveTo>
                  <a:pt x="932043" y="93250"/>
                </a:moveTo>
                <a:lnTo>
                  <a:pt x="932542" y="93250"/>
                </a:lnTo>
                <a:lnTo>
                  <a:pt x="932542" y="94139"/>
                </a:lnTo>
                <a:lnTo>
                  <a:pt x="932043" y="94139"/>
                </a:lnTo>
                <a:close/>
                <a:moveTo>
                  <a:pt x="901557" y="93250"/>
                </a:moveTo>
                <a:lnTo>
                  <a:pt x="902557" y="93250"/>
                </a:lnTo>
                <a:lnTo>
                  <a:pt x="902557" y="94139"/>
                </a:lnTo>
                <a:lnTo>
                  <a:pt x="901557" y="94139"/>
                </a:lnTo>
                <a:close/>
                <a:moveTo>
                  <a:pt x="825594" y="92362"/>
                </a:moveTo>
                <a:lnTo>
                  <a:pt x="826093" y="92362"/>
                </a:lnTo>
                <a:lnTo>
                  <a:pt x="826093" y="94139"/>
                </a:lnTo>
                <a:lnTo>
                  <a:pt x="825594" y="94139"/>
                </a:lnTo>
                <a:close/>
                <a:moveTo>
                  <a:pt x="769121" y="93250"/>
                </a:moveTo>
                <a:lnTo>
                  <a:pt x="769621" y="93250"/>
                </a:lnTo>
                <a:lnTo>
                  <a:pt x="769621" y="94139"/>
                </a:lnTo>
                <a:lnTo>
                  <a:pt x="769121" y="94139"/>
                </a:lnTo>
                <a:close/>
                <a:moveTo>
                  <a:pt x="959529" y="93250"/>
                </a:moveTo>
                <a:lnTo>
                  <a:pt x="960029" y="93250"/>
                </a:lnTo>
                <a:lnTo>
                  <a:pt x="960029" y="94139"/>
                </a:lnTo>
                <a:lnTo>
                  <a:pt x="959529" y="94139"/>
                </a:lnTo>
                <a:close/>
                <a:moveTo>
                  <a:pt x="731639" y="93250"/>
                </a:moveTo>
                <a:lnTo>
                  <a:pt x="732139" y="93250"/>
                </a:lnTo>
                <a:lnTo>
                  <a:pt x="732139" y="94139"/>
                </a:lnTo>
                <a:lnTo>
                  <a:pt x="731639" y="94139"/>
                </a:lnTo>
                <a:close/>
                <a:moveTo>
                  <a:pt x="944037" y="93250"/>
                </a:moveTo>
                <a:lnTo>
                  <a:pt x="944537" y="93250"/>
                </a:lnTo>
                <a:lnTo>
                  <a:pt x="944537" y="94139"/>
                </a:lnTo>
                <a:lnTo>
                  <a:pt x="944037" y="94139"/>
                </a:lnTo>
                <a:close/>
                <a:moveTo>
                  <a:pt x="953033" y="93250"/>
                </a:moveTo>
                <a:lnTo>
                  <a:pt x="953532" y="93250"/>
                </a:lnTo>
                <a:lnTo>
                  <a:pt x="953532" y="94139"/>
                </a:lnTo>
                <a:lnTo>
                  <a:pt x="953033" y="94139"/>
                </a:lnTo>
                <a:close/>
                <a:moveTo>
                  <a:pt x="962028" y="93250"/>
                </a:moveTo>
                <a:lnTo>
                  <a:pt x="962528" y="93250"/>
                </a:lnTo>
                <a:lnTo>
                  <a:pt x="962528" y="94139"/>
                </a:lnTo>
                <a:lnTo>
                  <a:pt x="962028" y="94139"/>
                </a:lnTo>
                <a:close/>
                <a:moveTo>
                  <a:pt x="919049" y="94139"/>
                </a:moveTo>
                <a:lnTo>
                  <a:pt x="919549" y="94139"/>
                </a:lnTo>
                <a:lnTo>
                  <a:pt x="919549" y="95027"/>
                </a:lnTo>
                <a:lnTo>
                  <a:pt x="919049" y="95027"/>
                </a:lnTo>
                <a:close/>
                <a:moveTo>
                  <a:pt x="960029" y="94139"/>
                </a:moveTo>
                <a:lnTo>
                  <a:pt x="960529" y="94139"/>
                </a:lnTo>
                <a:lnTo>
                  <a:pt x="960529" y="95027"/>
                </a:lnTo>
                <a:lnTo>
                  <a:pt x="960029" y="95027"/>
                </a:lnTo>
                <a:close/>
                <a:moveTo>
                  <a:pt x="943537" y="94139"/>
                </a:moveTo>
                <a:lnTo>
                  <a:pt x="944537" y="94139"/>
                </a:lnTo>
                <a:lnTo>
                  <a:pt x="944537" y="95027"/>
                </a:lnTo>
                <a:lnTo>
                  <a:pt x="943537" y="95027"/>
                </a:lnTo>
                <a:close/>
                <a:moveTo>
                  <a:pt x="915551" y="93250"/>
                </a:moveTo>
                <a:lnTo>
                  <a:pt x="916050" y="93250"/>
                </a:lnTo>
                <a:lnTo>
                  <a:pt x="916050" y="95027"/>
                </a:lnTo>
                <a:lnTo>
                  <a:pt x="915551" y="95027"/>
                </a:lnTo>
                <a:close/>
                <a:moveTo>
                  <a:pt x="924546" y="94139"/>
                </a:moveTo>
                <a:lnTo>
                  <a:pt x="925046" y="94139"/>
                </a:lnTo>
                <a:lnTo>
                  <a:pt x="925046" y="95027"/>
                </a:lnTo>
                <a:lnTo>
                  <a:pt x="924546" y="95027"/>
                </a:lnTo>
                <a:close/>
                <a:moveTo>
                  <a:pt x="821096" y="94139"/>
                </a:moveTo>
                <a:lnTo>
                  <a:pt x="822095" y="94139"/>
                </a:lnTo>
                <a:lnTo>
                  <a:pt x="822095" y="95027"/>
                </a:lnTo>
                <a:lnTo>
                  <a:pt x="821096" y="95027"/>
                </a:lnTo>
                <a:close/>
                <a:moveTo>
                  <a:pt x="934042" y="94139"/>
                </a:moveTo>
                <a:lnTo>
                  <a:pt x="934541" y="94139"/>
                </a:lnTo>
                <a:lnTo>
                  <a:pt x="934541" y="95027"/>
                </a:lnTo>
                <a:lnTo>
                  <a:pt x="934042" y="95027"/>
                </a:lnTo>
                <a:close/>
                <a:moveTo>
                  <a:pt x="967526" y="94139"/>
                </a:moveTo>
                <a:lnTo>
                  <a:pt x="968025" y="94139"/>
                </a:lnTo>
                <a:lnTo>
                  <a:pt x="968025" y="95027"/>
                </a:lnTo>
                <a:lnTo>
                  <a:pt x="967526" y="95027"/>
                </a:lnTo>
                <a:close/>
                <a:moveTo>
                  <a:pt x="763124" y="94139"/>
                </a:moveTo>
                <a:lnTo>
                  <a:pt x="763623" y="94139"/>
                </a:lnTo>
                <a:lnTo>
                  <a:pt x="763623" y="95027"/>
                </a:lnTo>
                <a:lnTo>
                  <a:pt x="763124" y="95027"/>
                </a:lnTo>
                <a:close/>
                <a:moveTo>
                  <a:pt x="952533" y="94139"/>
                </a:moveTo>
                <a:lnTo>
                  <a:pt x="953033" y="94139"/>
                </a:lnTo>
                <a:lnTo>
                  <a:pt x="953033" y="95027"/>
                </a:lnTo>
                <a:lnTo>
                  <a:pt x="952533" y="95027"/>
                </a:lnTo>
                <a:close/>
                <a:moveTo>
                  <a:pt x="828093" y="94139"/>
                </a:moveTo>
                <a:lnTo>
                  <a:pt x="829092" y="94139"/>
                </a:lnTo>
                <a:lnTo>
                  <a:pt x="829092" y="95027"/>
                </a:lnTo>
                <a:lnTo>
                  <a:pt x="828093" y="95027"/>
                </a:lnTo>
                <a:close/>
                <a:moveTo>
                  <a:pt x="932542" y="94139"/>
                </a:moveTo>
                <a:lnTo>
                  <a:pt x="933542" y="94139"/>
                </a:lnTo>
                <a:lnTo>
                  <a:pt x="933542" y="95027"/>
                </a:lnTo>
                <a:lnTo>
                  <a:pt x="932542" y="95027"/>
                </a:lnTo>
                <a:close/>
                <a:moveTo>
                  <a:pt x="901057" y="94139"/>
                </a:moveTo>
                <a:lnTo>
                  <a:pt x="901557" y="94139"/>
                </a:lnTo>
                <a:lnTo>
                  <a:pt x="901557" y="95027"/>
                </a:lnTo>
                <a:lnTo>
                  <a:pt x="901057" y="95027"/>
                </a:lnTo>
                <a:close/>
                <a:moveTo>
                  <a:pt x="938040" y="94139"/>
                </a:moveTo>
                <a:lnTo>
                  <a:pt x="938540" y="94139"/>
                </a:lnTo>
                <a:lnTo>
                  <a:pt x="938540" y="95027"/>
                </a:lnTo>
                <a:lnTo>
                  <a:pt x="938040" y="95027"/>
                </a:lnTo>
                <a:close/>
                <a:moveTo>
                  <a:pt x="953532" y="94139"/>
                </a:moveTo>
                <a:lnTo>
                  <a:pt x="954032" y="94139"/>
                </a:lnTo>
                <a:lnTo>
                  <a:pt x="954032" y="95027"/>
                </a:lnTo>
                <a:lnTo>
                  <a:pt x="953532" y="95027"/>
                </a:lnTo>
                <a:close/>
                <a:moveTo>
                  <a:pt x="902057" y="94139"/>
                </a:moveTo>
                <a:lnTo>
                  <a:pt x="903057" y="94139"/>
                </a:lnTo>
                <a:lnTo>
                  <a:pt x="903057" y="95027"/>
                </a:lnTo>
                <a:lnTo>
                  <a:pt x="902057" y="95027"/>
                </a:lnTo>
                <a:close/>
                <a:moveTo>
                  <a:pt x="899558" y="93250"/>
                </a:moveTo>
                <a:lnTo>
                  <a:pt x="900558" y="93250"/>
                </a:lnTo>
                <a:lnTo>
                  <a:pt x="900558" y="95027"/>
                </a:lnTo>
                <a:lnTo>
                  <a:pt x="899558" y="95027"/>
                </a:lnTo>
                <a:close/>
                <a:moveTo>
                  <a:pt x="916550" y="93250"/>
                </a:moveTo>
                <a:lnTo>
                  <a:pt x="917050" y="93250"/>
                </a:lnTo>
                <a:lnTo>
                  <a:pt x="917050" y="95027"/>
                </a:lnTo>
                <a:lnTo>
                  <a:pt x="916550" y="95027"/>
                </a:lnTo>
                <a:close/>
                <a:moveTo>
                  <a:pt x="954532" y="94139"/>
                </a:moveTo>
                <a:lnTo>
                  <a:pt x="955032" y="94139"/>
                </a:lnTo>
                <a:lnTo>
                  <a:pt x="955032" y="95027"/>
                </a:lnTo>
                <a:lnTo>
                  <a:pt x="954532" y="95027"/>
                </a:lnTo>
                <a:close/>
                <a:moveTo>
                  <a:pt x="930044" y="93250"/>
                </a:moveTo>
                <a:lnTo>
                  <a:pt x="930543" y="93250"/>
                </a:lnTo>
                <a:lnTo>
                  <a:pt x="930543" y="95027"/>
                </a:lnTo>
                <a:lnTo>
                  <a:pt x="930044" y="95027"/>
                </a:lnTo>
                <a:close/>
                <a:moveTo>
                  <a:pt x="932542" y="95027"/>
                </a:moveTo>
                <a:lnTo>
                  <a:pt x="933042" y="95027"/>
                </a:lnTo>
                <a:lnTo>
                  <a:pt x="933042" y="95915"/>
                </a:lnTo>
                <a:lnTo>
                  <a:pt x="932542" y="95915"/>
                </a:lnTo>
                <a:close/>
                <a:moveTo>
                  <a:pt x="933542" y="95027"/>
                </a:moveTo>
                <a:lnTo>
                  <a:pt x="934541" y="95027"/>
                </a:lnTo>
                <a:lnTo>
                  <a:pt x="934541" y="95915"/>
                </a:lnTo>
                <a:lnTo>
                  <a:pt x="933542" y="95915"/>
                </a:lnTo>
                <a:close/>
                <a:moveTo>
                  <a:pt x="951533" y="95027"/>
                </a:moveTo>
                <a:lnTo>
                  <a:pt x="953033" y="95027"/>
                </a:lnTo>
                <a:lnTo>
                  <a:pt x="953033" y="95915"/>
                </a:lnTo>
                <a:lnTo>
                  <a:pt x="951533" y="95915"/>
                </a:lnTo>
                <a:close/>
                <a:moveTo>
                  <a:pt x="968025" y="95027"/>
                </a:moveTo>
                <a:lnTo>
                  <a:pt x="969025" y="95027"/>
                </a:lnTo>
                <a:lnTo>
                  <a:pt x="969025" y="95915"/>
                </a:lnTo>
                <a:lnTo>
                  <a:pt x="968025" y="95915"/>
                </a:lnTo>
                <a:close/>
                <a:moveTo>
                  <a:pt x="899558" y="95027"/>
                </a:moveTo>
                <a:lnTo>
                  <a:pt x="900058" y="95027"/>
                </a:lnTo>
                <a:lnTo>
                  <a:pt x="900058" y="95915"/>
                </a:lnTo>
                <a:lnTo>
                  <a:pt x="899558" y="95915"/>
                </a:lnTo>
                <a:close/>
                <a:moveTo>
                  <a:pt x="928544" y="93250"/>
                </a:moveTo>
                <a:lnTo>
                  <a:pt x="929044" y="93250"/>
                </a:lnTo>
                <a:lnTo>
                  <a:pt x="929044" y="95915"/>
                </a:lnTo>
                <a:lnTo>
                  <a:pt x="928544" y="95915"/>
                </a:lnTo>
                <a:close/>
                <a:moveTo>
                  <a:pt x="963028" y="94139"/>
                </a:moveTo>
                <a:lnTo>
                  <a:pt x="963528" y="94139"/>
                </a:lnTo>
                <a:lnTo>
                  <a:pt x="963528" y="95915"/>
                </a:lnTo>
                <a:lnTo>
                  <a:pt x="963028" y="95915"/>
                </a:lnTo>
                <a:close/>
                <a:moveTo>
                  <a:pt x="959529" y="95027"/>
                </a:moveTo>
                <a:lnTo>
                  <a:pt x="960029" y="95027"/>
                </a:lnTo>
                <a:lnTo>
                  <a:pt x="960029" y="95915"/>
                </a:lnTo>
                <a:lnTo>
                  <a:pt x="959529" y="95915"/>
                </a:lnTo>
                <a:close/>
                <a:moveTo>
                  <a:pt x="943537" y="95027"/>
                </a:moveTo>
                <a:lnTo>
                  <a:pt x="944037" y="95027"/>
                </a:lnTo>
                <a:lnTo>
                  <a:pt x="944037" y="95915"/>
                </a:lnTo>
                <a:lnTo>
                  <a:pt x="943537" y="95915"/>
                </a:lnTo>
                <a:close/>
                <a:moveTo>
                  <a:pt x="759126" y="95027"/>
                </a:moveTo>
                <a:lnTo>
                  <a:pt x="759625" y="95027"/>
                </a:lnTo>
                <a:lnTo>
                  <a:pt x="759625" y="95915"/>
                </a:lnTo>
                <a:lnTo>
                  <a:pt x="759126" y="95915"/>
                </a:lnTo>
                <a:close/>
                <a:moveTo>
                  <a:pt x="923547" y="95027"/>
                </a:moveTo>
                <a:lnTo>
                  <a:pt x="925046" y="95027"/>
                </a:lnTo>
                <a:lnTo>
                  <a:pt x="925046" y="95915"/>
                </a:lnTo>
                <a:lnTo>
                  <a:pt x="923547" y="95915"/>
                </a:lnTo>
                <a:close/>
                <a:moveTo>
                  <a:pt x="953532" y="95027"/>
                </a:moveTo>
                <a:lnTo>
                  <a:pt x="954532" y="95027"/>
                </a:lnTo>
                <a:lnTo>
                  <a:pt x="954532" y="95915"/>
                </a:lnTo>
                <a:lnTo>
                  <a:pt x="953532" y="95915"/>
                </a:lnTo>
                <a:close/>
                <a:moveTo>
                  <a:pt x="902557" y="95027"/>
                </a:moveTo>
                <a:lnTo>
                  <a:pt x="903556" y="95027"/>
                </a:lnTo>
                <a:lnTo>
                  <a:pt x="903556" y="95915"/>
                </a:lnTo>
                <a:lnTo>
                  <a:pt x="902557" y="95915"/>
                </a:lnTo>
                <a:close/>
                <a:moveTo>
                  <a:pt x="746632" y="95027"/>
                </a:moveTo>
                <a:lnTo>
                  <a:pt x="747131" y="95027"/>
                </a:lnTo>
                <a:lnTo>
                  <a:pt x="747131" y="95915"/>
                </a:lnTo>
                <a:lnTo>
                  <a:pt x="746632" y="95915"/>
                </a:lnTo>
                <a:close/>
                <a:moveTo>
                  <a:pt x="919049" y="95915"/>
                </a:moveTo>
                <a:lnTo>
                  <a:pt x="919549" y="95915"/>
                </a:lnTo>
                <a:lnTo>
                  <a:pt x="919549" y="96803"/>
                </a:lnTo>
                <a:lnTo>
                  <a:pt x="919049" y="96803"/>
                </a:lnTo>
                <a:close/>
                <a:moveTo>
                  <a:pt x="943537" y="95915"/>
                </a:moveTo>
                <a:lnTo>
                  <a:pt x="944537" y="95915"/>
                </a:lnTo>
                <a:lnTo>
                  <a:pt x="944537" y="96803"/>
                </a:lnTo>
                <a:lnTo>
                  <a:pt x="943537" y="96803"/>
                </a:lnTo>
                <a:close/>
                <a:moveTo>
                  <a:pt x="924546" y="95915"/>
                </a:moveTo>
                <a:lnTo>
                  <a:pt x="925046" y="95915"/>
                </a:lnTo>
                <a:lnTo>
                  <a:pt x="925046" y="96803"/>
                </a:lnTo>
                <a:lnTo>
                  <a:pt x="924546" y="96803"/>
                </a:lnTo>
                <a:close/>
                <a:moveTo>
                  <a:pt x="960029" y="95915"/>
                </a:moveTo>
                <a:lnTo>
                  <a:pt x="960529" y="95915"/>
                </a:lnTo>
                <a:lnTo>
                  <a:pt x="960529" y="96803"/>
                </a:lnTo>
                <a:lnTo>
                  <a:pt x="960029" y="96803"/>
                </a:lnTo>
                <a:close/>
                <a:moveTo>
                  <a:pt x="902057" y="95915"/>
                </a:moveTo>
                <a:lnTo>
                  <a:pt x="903057" y="95915"/>
                </a:lnTo>
                <a:lnTo>
                  <a:pt x="903057" y="96803"/>
                </a:lnTo>
                <a:lnTo>
                  <a:pt x="902057" y="96803"/>
                </a:lnTo>
                <a:close/>
                <a:moveTo>
                  <a:pt x="939039" y="95027"/>
                </a:moveTo>
                <a:lnTo>
                  <a:pt x="939539" y="95027"/>
                </a:lnTo>
                <a:lnTo>
                  <a:pt x="939539" y="96803"/>
                </a:lnTo>
                <a:lnTo>
                  <a:pt x="939039" y="96803"/>
                </a:lnTo>
                <a:close/>
                <a:moveTo>
                  <a:pt x="900058" y="95915"/>
                </a:moveTo>
                <a:lnTo>
                  <a:pt x="901057" y="95915"/>
                </a:lnTo>
                <a:lnTo>
                  <a:pt x="901057" y="96803"/>
                </a:lnTo>
                <a:lnTo>
                  <a:pt x="900058" y="96803"/>
                </a:lnTo>
                <a:close/>
                <a:moveTo>
                  <a:pt x="931043" y="95027"/>
                </a:moveTo>
                <a:lnTo>
                  <a:pt x="932043" y="95027"/>
                </a:lnTo>
                <a:lnTo>
                  <a:pt x="932043" y="96803"/>
                </a:lnTo>
                <a:lnTo>
                  <a:pt x="931043" y="96803"/>
                </a:lnTo>
                <a:close/>
                <a:moveTo>
                  <a:pt x="961029" y="93250"/>
                </a:moveTo>
                <a:lnTo>
                  <a:pt x="961528" y="93250"/>
                </a:lnTo>
                <a:lnTo>
                  <a:pt x="961528" y="96803"/>
                </a:lnTo>
                <a:lnTo>
                  <a:pt x="961029" y="96803"/>
                </a:lnTo>
                <a:close/>
                <a:moveTo>
                  <a:pt x="915551" y="95915"/>
                </a:moveTo>
                <a:lnTo>
                  <a:pt x="916550" y="95915"/>
                </a:lnTo>
                <a:lnTo>
                  <a:pt x="916550" y="96803"/>
                </a:lnTo>
                <a:lnTo>
                  <a:pt x="915551" y="96803"/>
                </a:lnTo>
                <a:close/>
                <a:moveTo>
                  <a:pt x="954532" y="95915"/>
                </a:moveTo>
                <a:lnTo>
                  <a:pt x="955032" y="95915"/>
                </a:lnTo>
                <a:lnTo>
                  <a:pt x="955032" y="96803"/>
                </a:lnTo>
                <a:lnTo>
                  <a:pt x="954532" y="96803"/>
                </a:lnTo>
                <a:close/>
                <a:moveTo>
                  <a:pt x="761624" y="95915"/>
                </a:moveTo>
                <a:lnTo>
                  <a:pt x="762124" y="95915"/>
                </a:lnTo>
                <a:lnTo>
                  <a:pt x="762124" y="96803"/>
                </a:lnTo>
                <a:lnTo>
                  <a:pt x="761624" y="96803"/>
                </a:lnTo>
                <a:close/>
                <a:moveTo>
                  <a:pt x="968525" y="95915"/>
                </a:moveTo>
                <a:lnTo>
                  <a:pt x="969025" y="95915"/>
                </a:lnTo>
                <a:lnTo>
                  <a:pt x="969025" y="96803"/>
                </a:lnTo>
                <a:lnTo>
                  <a:pt x="968525" y="96803"/>
                </a:lnTo>
                <a:close/>
                <a:moveTo>
                  <a:pt x="933042" y="95915"/>
                </a:moveTo>
                <a:lnTo>
                  <a:pt x="933542" y="95915"/>
                </a:lnTo>
                <a:lnTo>
                  <a:pt x="933542" y="96803"/>
                </a:lnTo>
                <a:lnTo>
                  <a:pt x="933042" y="96803"/>
                </a:lnTo>
                <a:close/>
                <a:moveTo>
                  <a:pt x="743633" y="96803"/>
                </a:moveTo>
                <a:lnTo>
                  <a:pt x="744133" y="96803"/>
                </a:lnTo>
                <a:lnTo>
                  <a:pt x="744133" y="97691"/>
                </a:lnTo>
                <a:lnTo>
                  <a:pt x="743633" y="97691"/>
                </a:lnTo>
                <a:close/>
                <a:moveTo>
                  <a:pt x="953033" y="96803"/>
                </a:moveTo>
                <a:lnTo>
                  <a:pt x="954032" y="96803"/>
                </a:lnTo>
                <a:lnTo>
                  <a:pt x="954032" y="97691"/>
                </a:lnTo>
                <a:lnTo>
                  <a:pt x="953033" y="97691"/>
                </a:lnTo>
                <a:close/>
                <a:moveTo>
                  <a:pt x="925046" y="96803"/>
                </a:moveTo>
                <a:lnTo>
                  <a:pt x="925546" y="96803"/>
                </a:lnTo>
                <a:lnTo>
                  <a:pt x="925546" y="97691"/>
                </a:lnTo>
                <a:lnTo>
                  <a:pt x="925046" y="97691"/>
                </a:lnTo>
                <a:close/>
                <a:moveTo>
                  <a:pt x="967526" y="96803"/>
                </a:moveTo>
                <a:lnTo>
                  <a:pt x="969025" y="96803"/>
                </a:lnTo>
                <a:lnTo>
                  <a:pt x="969025" y="97691"/>
                </a:lnTo>
                <a:lnTo>
                  <a:pt x="967526" y="97691"/>
                </a:lnTo>
                <a:close/>
                <a:moveTo>
                  <a:pt x="901557" y="96803"/>
                </a:moveTo>
                <a:lnTo>
                  <a:pt x="902057" y="96803"/>
                </a:lnTo>
                <a:lnTo>
                  <a:pt x="902057" y="97691"/>
                </a:lnTo>
                <a:lnTo>
                  <a:pt x="901557" y="97691"/>
                </a:lnTo>
                <a:close/>
                <a:moveTo>
                  <a:pt x="903556" y="96803"/>
                </a:moveTo>
                <a:lnTo>
                  <a:pt x="916550" y="96803"/>
                </a:lnTo>
                <a:lnTo>
                  <a:pt x="916550" y="97691"/>
                </a:lnTo>
                <a:lnTo>
                  <a:pt x="903556" y="97691"/>
                </a:lnTo>
                <a:close/>
                <a:moveTo>
                  <a:pt x="960029" y="96803"/>
                </a:moveTo>
                <a:lnTo>
                  <a:pt x="961029" y="96803"/>
                </a:lnTo>
                <a:lnTo>
                  <a:pt x="961029" y="97691"/>
                </a:lnTo>
                <a:lnTo>
                  <a:pt x="960029" y="97691"/>
                </a:lnTo>
                <a:close/>
                <a:moveTo>
                  <a:pt x="955531" y="96803"/>
                </a:moveTo>
                <a:lnTo>
                  <a:pt x="959529" y="96803"/>
                </a:lnTo>
                <a:lnTo>
                  <a:pt x="959529" y="97691"/>
                </a:lnTo>
                <a:lnTo>
                  <a:pt x="955531" y="97691"/>
                </a:lnTo>
                <a:close/>
                <a:moveTo>
                  <a:pt x="919549" y="96803"/>
                </a:moveTo>
                <a:lnTo>
                  <a:pt x="924046" y="96803"/>
                </a:lnTo>
                <a:lnTo>
                  <a:pt x="924046" y="97691"/>
                </a:lnTo>
                <a:lnTo>
                  <a:pt x="919549" y="97691"/>
                </a:lnTo>
                <a:close/>
                <a:moveTo>
                  <a:pt x="932043" y="96803"/>
                </a:moveTo>
                <a:lnTo>
                  <a:pt x="932542" y="96803"/>
                </a:lnTo>
                <a:lnTo>
                  <a:pt x="932542" y="97691"/>
                </a:lnTo>
                <a:lnTo>
                  <a:pt x="932043" y="97691"/>
                </a:lnTo>
                <a:close/>
                <a:moveTo>
                  <a:pt x="934042" y="96803"/>
                </a:moveTo>
                <a:lnTo>
                  <a:pt x="935041" y="96803"/>
                </a:lnTo>
                <a:lnTo>
                  <a:pt x="935041" y="97691"/>
                </a:lnTo>
                <a:lnTo>
                  <a:pt x="934042" y="97691"/>
                </a:lnTo>
                <a:close/>
                <a:moveTo>
                  <a:pt x="943537" y="96803"/>
                </a:moveTo>
                <a:lnTo>
                  <a:pt x="944037" y="96803"/>
                </a:lnTo>
                <a:lnTo>
                  <a:pt x="944037" y="97691"/>
                </a:lnTo>
                <a:lnTo>
                  <a:pt x="943537" y="97691"/>
                </a:lnTo>
                <a:close/>
                <a:moveTo>
                  <a:pt x="868073" y="96803"/>
                </a:moveTo>
                <a:lnTo>
                  <a:pt x="868573" y="96803"/>
                </a:lnTo>
                <a:lnTo>
                  <a:pt x="868573" y="97691"/>
                </a:lnTo>
                <a:lnTo>
                  <a:pt x="868073" y="97691"/>
                </a:lnTo>
                <a:close/>
                <a:moveTo>
                  <a:pt x="952033" y="96803"/>
                </a:moveTo>
                <a:lnTo>
                  <a:pt x="952533" y="96803"/>
                </a:lnTo>
                <a:lnTo>
                  <a:pt x="952533" y="97691"/>
                </a:lnTo>
                <a:lnTo>
                  <a:pt x="952033" y="97691"/>
                </a:lnTo>
                <a:close/>
                <a:moveTo>
                  <a:pt x="961528" y="96803"/>
                </a:moveTo>
                <a:lnTo>
                  <a:pt x="963028" y="96803"/>
                </a:lnTo>
                <a:lnTo>
                  <a:pt x="963028" y="97691"/>
                </a:lnTo>
                <a:lnTo>
                  <a:pt x="961528" y="97691"/>
                </a:lnTo>
                <a:close/>
                <a:moveTo>
                  <a:pt x="951533" y="97691"/>
                </a:moveTo>
                <a:lnTo>
                  <a:pt x="952533" y="97691"/>
                </a:lnTo>
                <a:lnTo>
                  <a:pt x="952533" y="98579"/>
                </a:lnTo>
                <a:lnTo>
                  <a:pt x="951533" y="98579"/>
                </a:lnTo>
                <a:close/>
                <a:moveTo>
                  <a:pt x="932542" y="97691"/>
                </a:moveTo>
                <a:lnTo>
                  <a:pt x="934541" y="97691"/>
                </a:lnTo>
                <a:lnTo>
                  <a:pt x="934541" y="98579"/>
                </a:lnTo>
                <a:lnTo>
                  <a:pt x="932542" y="98579"/>
                </a:lnTo>
                <a:close/>
                <a:moveTo>
                  <a:pt x="868573" y="97691"/>
                </a:moveTo>
                <a:lnTo>
                  <a:pt x="869073" y="97691"/>
                </a:lnTo>
                <a:lnTo>
                  <a:pt x="869073" y="98579"/>
                </a:lnTo>
                <a:lnTo>
                  <a:pt x="868573" y="98579"/>
                </a:lnTo>
                <a:close/>
                <a:moveTo>
                  <a:pt x="935041" y="97691"/>
                </a:moveTo>
                <a:lnTo>
                  <a:pt x="935541" y="97691"/>
                </a:lnTo>
                <a:lnTo>
                  <a:pt x="935541" y="98579"/>
                </a:lnTo>
                <a:lnTo>
                  <a:pt x="935041" y="98579"/>
                </a:lnTo>
                <a:close/>
                <a:moveTo>
                  <a:pt x="929044" y="96803"/>
                </a:moveTo>
                <a:lnTo>
                  <a:pt x="929544" y="96803"/>
                </a:lnTo>
                <a:lnTo>
                  <a:pt x="929544" y="98579"/>
                </a:lnTo>
                <a:lnTo>
                  <a:pt x="929044" y="98579"/>
                </a:lnTo>
                <a:close/>
                <a:moveTo>
                  <a:pt x="938040" y="97691"/>
                </a:moveTo>
                <a:lnTo>
                  <a:pt x="939039" y="97691"/>
                </a:lnTo>
                <a:lnTo>
                  <a:pt x="939039" y="98579"/>
                </a:lnTo>
                <a:lnTo>
                  <a:pt x="938040" y="98579"/>
                </a:lnTo>
                <a:close/>
                <a:moveTo>
                  <a:pt x="900558" y="97691"/>
                </a:moveTo>
                <a:lnTo>
                  <a:pt x="901557" y="97691"/>
                </a:lnTo>
                <a:lnTo>
                  <a:pt x="901557" y="98579"/>
                </a:lnTo>
                <a:lnTo>
                  <a:pt x="900558" y="98579"/>
                </a:lnTo>
                <a:close/>
                <a:moveTo>
                  <a:pt x="931543" y="97691"/>
                </a:moveTo>
                <a:lnTo>
                  <a:pt x="932043" y="97691"/>
                </a:lnTo>
                <a:lnTo>
                  <a:pt x="932043" y="98579"/>
                </a:lnTo>
                <a:lnTo>
                  <a:pt x="931543" y="98579"/>
                </a:lnTo>
                <a:close/>
                <a:moveTo>
                  <a:pt x="943537" y="98579"/>
                </a:moveTo>
                <a:lnTo>
                  <a:pt x="944037" y="98579"/>
                </a:lnTo>
                <a:lnTo>
                  <a:pt x="944037" y="99467"/>
                </a:lnTo>
                <a:lnTo>
                  <a:pt x="943537" y="99467"/>
                </a:lnTo>
                <a:close/>
                <a:moveTo>
                  <a:pt x="928544" y="98579"/>
                </a:moveTo>
                <a:lnTo>
                  <a:pt x="929044" y="98579"/>
                </a:lnTo>
                <a:lnTo>
                  <a:pt x="929044" y="99467"/>
                </a:lnTo>
                <a:lnTo>
                  <a:pt x="928544" y="99467"/>
                </a:lnTo>
                <a:close/>
                <a:moveTo>
                  <a:pt x="932043" y="98579"/>
                </a:moveTo>
                <a:lnTo>
                  <a:pt x="933042" y="98579"/>
                </a:lnTo>
                <a:lnTo>
                  <a:pt x="933042" y="99467"/>
                </a:lnTo>
                <a:lnTo>
                  <a:pt x="932043" y="99467"/>
                </a:lnTo>
                <a:close/>
                <a:moveTo>
                  <a:pt x="934042" y="98579"/>
                </a:moveTo>
                <a:lnTo>
                  <a:pt x="934541" y="98579"/>
                </a:lnTo>
                <a:lnTo>
                  <a:pt x="934541" y="99467"/>
                </a:lnTo>
                <a:lnTo>
                  <a:pt x="934042" y="99467"/>
                </a:lnTo>
                <a:close/>
                <a:moveTo>
                  <a:pt x="930543" y="98579"/>
                </a:moveTo>
                <a:lnTo>
                  <a:pt x="931043" y="98579"/>
                </a:lnTo>
                <a:lnTo>
                  <a:pt x="931043" y="99467"/>
                </a:lnTo>
                <a:lnTo>
                  <a:pt x="930543" y="99467"/>
                </a:lnTo>
                <a:close/>
                <a:moveTo>
                  <a:pt x="938540" y="98579"/>
                </a:moveTo>
                <a:lnTo>
                  <a:pt x="939039" y="98579"/>
                </a:lnTo>
                <a:lnTo>
                  <a:pt x="939039" y="99467"/>
                </a:lnTo>
                <a:lnTo>
                  <a:pt x="938540" y="99467"/>
                </a:lnTo>
                <a:close/>
                <a:moveTo>
                  <a:pt x="968525" y="98579"/>
                </a:moveTo>
                <a:lnTo>
                  <a:pt x="969525" y="98579"/>
                </a:lnTo>
                <a:lnTo>
                  <a:pt x="969525" y="99467"/>
                </a:lnTo>
                <a:lnTo>
                  <a:pt x="968525" y="99467"/>
                </a:lnTo>
                <a:close/>
                <a:moveTo>
                  <a:pt x="967526" y="98579"/>
                </a:moveTo>
                <a:lnTo>
                  <a:pt x="968025" y="98579"/>
                </a:lnTo>
                <a:lnTo>
                  <a:pt x="968025" y="99467"/>
                </a:lnTo>
                <a:lnTo>
                  <a:pt x="967526" y="99467"/>
                </a:lnTo>
                <a:close/>
                <a:moveTo>
                  <a:pt x="747131" y="98579"/>
                </a:moveTo>
                <a:lnTo>
                  <a:pt x="747631" y="98579"/>
                </a:lnTo>
                <a:lnTo>
                  <a:pt x="747631" y="99467"/>
                </a:lnTo>
                <a:lnTo>
                  <a:pt x="747131" y="99467"/>
                </a:lnTo>
                <a:close/>
                <a:moveTo>
                  <a:pt x="901057" y="98579"/>
                </a:moveTo>
                <a:lnTo>
                  <a:pt x="902057" y="98579"/>
                </a:lnTo>
                <a:lnTo>
                  <a:pt x="902057" y="99467"/>
                </a:lnTo>
                <a:lnTo>
                  <a:pt x="901057" y="99467"/>
                </a:lnTo>
                <a:close/>
                <a:moveTo>
                  <a:pt x="899558" y="98579"/>
                </a:moveTo>
                <a:lnTo>
                  <a:pt x="900058" y="98579"/>
                </a:lnTo>
                <a:lnTo>
                  <a:pt x="900058" y="99467"/>
                </a:lnTo>
                <a:lnTo>
                  <a:pt x="899558" y="99467"/>
                </a:lnTo>
                <a:close/>
                <a:moveTo>
                  <a:pt x="869073" y="98579"/>
                </a:moveTo>
                <a:lnTo>
                  <a:pt x="869573" y="98579"/>
                </a:lnTo>
                <a:lnTo>
                  <a:pt x="869573" y="99467"/>
                </a:lnTo>
                <a:lnTo>
                  <a:pt x="869073" y="99467"/>
                </a:lnTo>
                <a:close/>
                <a:moveTo>
                  <a:pt x="938040" y="99467"/>
                </a:moveTo>
                <a:lnTo>
                  <a:pt x="938540" y="99467"/>
                </a:lnTo>
                <a:lnTo>
                  <a:pt x="938540" y="100355"/>
                </a:lnTo>
                <a:lnTo>
                  <a:pt x="938040" y="100355"/>
                </a:lnTo>
                <a:close/>
                <a:moveTo>
                  <a:pt x="869573" y="99467"/>
                </a:moveTo>
                <a:lnTo>
                  <a:pt x="870072" y="99467"/>
                </a:lnTo>
                <a:lnTo>
                  <a:pt x="870072" y="100355"/>
                </a:lnTo>
                <a:lnTo>
                  <a:pt x="869573" y="100355"/>
                </a:lnTo>
                <a:close/>
                <a:moveTo>
                  <a:pt x="969525" y="99467"/>
                </a:moveTo>
                <a:lnTo>
                  <a:pt x="970024" y="99467"/>
                </a:lnTo>
                <a:lnTo>
                  <a:pt x="970024" y="100355"/>
                </a:lnTo>
                <a:lnTo>
                  <a:pt x="969525" y="100355"/>
                </a:lnTo>
                <a:close/>
                <a:moveTo>
                  <a:pt x="929044" y="99467"/>
                </a:moveTo>
                <a:lnTo>
                  <a:pt x="929544" y="99467"/>
                </a:lnTo>
                <a:lnTo>
                  <a:pt x="929544" y="100355"/>
                </a:lnTo>
                <a:lnTo>
                  <a:pt x="929044" y="100355"/>
                </a:lnTo>
                <a:close/>
                <a:moveTo>
                  <a:pt x="963528" y="99467"/>
                </a:moveTo>
                <a:lnTo>
                  <a:pt x="964527" y="99467"/>
                </a:lnTo>
                <a:lnTo>
                  <a:pt x="964527" y="100355"/>
                </a:lnTo>
                <a:lnTo>
                  <a:pt x="963528" y="100355"/>
                </a:lnTo>
                <a:close/>
                <a:moveTo>
                  <a:pt x="931043" y="99467"/>
                </a:moveTo>
                <a:lnTo>
                  <a:pt x="931543" y="99467"/>
                </a:lnTo>
                <a:lnTo>
                  <a:pt x="931543" y="100355"/>
                </a:lnTo>
                <a:lnTo>
                  <a:pt x="931043" y="100355"/>
                </a:lnTo>
                <a:close/>
                <a:moveTo>
                  <a:pt x="738635" y="100355"/>
                </a:moveTo>
                <a:lnTo>
                  <a:pt x="739135" y="100355"/>
                </a:lnTo>
                <a:lnTo>
                  <a:pt x="739135" y="101243"/>
                </a:lnTo>
                <a:lnTo>
                  <a:pt x="738635" y="101243"/>
                </a:lnTo>
                <a:close/>
                <a:moveTo>
                  <a:pt x="967526" y="100355"/>
                </a:moveTo>
                <a:lnTo>
                  <a:pt x="969025" y="100355"/>
                </a:lnTo>
                <a:lnTo>
                  <a:pt x="969025" y="101243"/>
                </a:lnTo>
                <a:lnTo>
                  <a:pt x="967526" y="101243"/>
                </a:lnTo>
                <a:close/>
                <a:moveTo>
                  <a:pt x="870072" y="100355"/>
                </a:moveTo>
                <a:lnTo>
                  <a:pt x="870572" y="100355"/>
                </a:lnTo>
                <a:lnTo>
                  <a:pt x="870572" y="101243"/>
                </a:lnTo>
                <a:lnTo>
                  <a:pt x="870072" y="101243"/>
                </a:lnTo>
                <a:close/>
                <a:moveTo>
                  <a:pt x="939039" y="100355"/>
                </a:moveTo>
                <a:lnTo>
                  <a:pt x="939539" y="100355"/>
                </a:lnTo>
                <a:lnTo>
                  <a:pt x="939539" y="101243"/>
                </a:lnTo>
                <a:lnTo>
                  <a:pt x="939039" y="101243"/>
                </a:lnTo>
                <a:close/>
                <a:moveTo>
                  <a:pt x="735137" y="100355"/>
                </a:moveTo>
                <a:lnTo>
                  <a:pt x="735637" y="100355"/>
                </a:lnTo>
                <a:lnTo>
                  <a:pt x="735637" y="101243"/>
                </a:lnTo>
                <a:lnTo>
                  <a:pt x="735137" y="101243"/>
                </a:lnTo>
                <a:close/>
                <a:moveTo>
                  <a:pt x="965027" y="100355"/>
                </a:moveTo>
                <a:lnTo>
                  <a:pt x="965527" y="100355"/>
                </a:lnTo>
                <a:lnTo>
                  <a:pt x="965527" y="101243"/>
                </a:lnTo>
                <a:lnTo>
                  <a:pt x="965027" y="101243"/>
                </a:lnTo>
                <a:close/>
                <a:moveTo>
                  <a:pt x="966026" y="99467"/>
                </a:moveTo>
                <a:lnTo>
                  <a:pt x="966526" y="99467"/>
                </a:lnTo>
                <a:lnTo>
                  <a:pt x="966526" y="101243"/>
                </a:lnTo>
                <a:lnTo>
                  <a:pt x="966026" y="101243"/>
                </a:lnTo>
                <a:close/>
                <a:moveTo>
                  <a:pt x="817098" y="100355"/>
                </a:moveTo>
                <a:lnTo>
                  <a:pt x="817598" y="100355"/>
                </a:lnTo>
                <a:lnTo>
                  <a:pt x="817598" y="101243"/>
                </a:lnTo>
                <a:lnTo>
                  <a:pt x="817098" y="101243"/>
                </a:lnTo>
                <a:close/>
                <a:moveTo>
                  <a:pt x="929544" y="100355"/>
                </a:moveTo>
                <a:lnTo>
                  <a:pt x="931043" y="100355"/>
                </a:lnTo>
                <a:lnTo>
                  <a:pt x="931043" y="101243"/>
                </a:lnTo>
                <a:lnTo>
                  <a:pt x="929544" y="101243"/>
                </a:lnTo>
                <a:close/>
                <a:moveTo>
                  <a:pt x="935541" y="100355"/>
                </a:moveTo>
                <a:lnTo>
                  <a:pt x="936041" y="100355"/>
                </a:lnTo>
                <a:lnTo>
                  <a:pt x="936041" y="101243"/>
                </a:lnTo>
                <a:lnTo>
                  <a:pt x="935541" y="101243"/>
                </a:lnTo>
                <a:close/>
                <a:moveTo>
                  <a:pt x="936540" y="99467"/>
                </a:moveTo>
                <a:lnTo>
                  <a:pt x="937040" y="99467"/>
                </a:lnTo>
                <a:lnTo>
                  <a:pt x="937040" y="101243"/>
                </a:lnTo>
                <a:lnTo>
                  <a:pt x="936540" y="101243"/>
                </a:lnTo>
                <a:close/>
                <a:moveTo>
                  <a:pt x="748631" y="101243"/>
                </a:moveTo>
                <a:lnTo>
                  <a:pt x="749130" y="101243"/>
                </a:lnTo>
                <a:lnTo>
                  <a:pt x="749130" y="102131"/>
                </a:lnTo>
                <a:lnTo>
                  <a:pt x="748631" y="102131"/>
                </a:lnTo>
                <a:close/>
                <a:moveTo>
                  <a:pt x="968025" y="101243"/>
                </a:moveTo>
                <a:lnTo>
                  <a:pt x="969525" y="101243"/>
                </a:lnTo>
                <a:lnTo>
                  <a:pt x="969525" y="102131"/>
                </a:lnTo>
                <a:lnTo>
                  <a:pt x="968025" y="102131"/>
                </a:lnTo>
                <a:close/>
                <a:moveTo>
                  <a:pt x="744633" y="101243"/>
                </a:moveTo>
                <a:lnTo>
                  <a:pt x="745632" y="101243"/>
                </a:lnTo>
                <a:lnTo>
                  <a:pt x="745632" y="102131"/>
                </a:lnTo>
                <a:lnTo>
                  <a:pt x="744633" y="102131"/>
                </a:lnTo>
                <a:close/>
                <a:moveTo>
                  <a:pt x="964027" y="101243"/>
                </a:moveTo>
                <a:lnTo>
                  <a:pt x="965027" y="101243"/>
                </a:lnTo>
                <a:lnTo>
                  <a:pt x="965027" y="102131"/>
                </a:lnTo>
                <a:lnTo>
                  <a:pt x="964027" y="102131"/>
                </a:lnTo>
                <a:close/>
                <a:moveTo>
                  <a:pt x="754128" y="101243"/>
                </a:moveTo>
                <a:lnTo>
                  <a:pt x="754628" y="101243"/>
                </a:lnTo>
                <a:lnTo>
                  <a:pt x="754628" y="102131"/>
                </a:lnTo>
                <a:lnTo>
                  <a:pt x="754128" y="102131"/>
                </a:lnTo>
                <a:close/>
                <a:moveTo>
                  <a:pt x="929044" y="101243"/>
                </a:moveTo>
                <a:lnTo>
                  <a:pt x="929544" y="101243"/>
                </a:lnTo>
                <a:lnTo>
                  <a:pt x="929544" y="102131"/>
                </a:lnTo>
                <a:lnTo>
                  <a:pt x="929044" y="102131"/>
                </a:lnTo>
                <a:close/>
                <a:moveTo>
                  <a:pt x="740634" y="101243"/>
                </a:moveTo>
                <a:lnTo>
                  <a:pt x="741134" y="101243"/>
                </a:lnTo>
                <a:lnTo>
                  <a:pt x="741134" y="102131"/>
                </a:lnTo>
                <a:lnTo>
                  <a:pt x="740634" y="102131"/>
                </a:lnTo>
                <a:close/>
                <a:moveTo>
                  <a:pt x="930044" y="101243"/>
                </a:moveTo>
                <a:lnTo>
                  <a:pt x="930543" y="101243"/>
                </a:lnTo>
                <a:lnTo>
                  <a:pt x="930543" y="102131"/>
                </a:lnTo>
                <a:lnTo>
                  <a:pt x="930044" y="102131"/>
                </a:lnTo>
                <a:close/>
                <a:moveTo>
                  <a:pt x="870572" y="101243"/>
                </a:moveTo>
                <a:lnTo>
                  <a:pt x="871072" y="101243"/>
                </a:lnTo>
                <a:lnTo>
                  <a:pt x="871072" y="102131"/>
                </a:lnTo>
                <a:lnTo>
                  <a:pt x="870572" y="102131"/>
                </a:lnTo>
                <a:close/>
                <a:moveTo>
                  <a:pt x="936041" y="101243"/>
                </a:moveTo>
                <a:lnTo>
                  <a:pt x="936540" y="101243"/>
                </a:lnTo>
                <a:lnTo>
                  <a:pt x="936540" y="102131"/>
                </a:lnTo>
                <a:lnTo>
                  <a:pt x="936041" y="102131"/>
                </a:lnTo>
                <a:close/>
                <a:moveTo>
                  <a:pt x="937040" y="102131"/>
                </a:moveTo>
                <a:lnTo>
                  <a:pt x="937540" y="102131"/>
                </a:lnTo>
                <a:lnTo>
                  <a:pt x="937540" y="103020"/>
                </a:lnTo>
                <a:lnTo>
                  <a:pt x="937040" y="103020"/>
                </a:lnTo>
                <a:close/>
                <a:moveTo>
                  <a:pt x="969025" y="102131"/>
                </a:moveTo>
                <a:lnTo>
                  <a:pt x="970024" y="102131"/>
                </a:lnTo>
                <a:lnTo>
                  <a:pt x="970024" y="103020"/>
                </a:lnTo>
                <a:lnTo>
                  <a:pt x="969025" y="103020"/>
                </a:lnTo>
                <a:close/>
                <a:moveTo>
                  <a:pt x="929544" y="102131"/>
                </a:moveTo>
                <a:lnTo>
                  <a:pt x="930044" y="102131"/>
                </a:lnTo>
                <a:lnTo>
                  <a:pt x="930044" y="103020"/>
                </a:lnTo>
                <a:lnTo>
                  <a:pt x="929544" y="103020"/>
                </a:lnTo>
                <a:close/>
                <a:moveTo>
                  <a:pt x="964027" y="102131"/>
                </a:moveTo>
                <a:lnTo>
                  <a:pt x="964527" y="102131"/>
                </a:lnTo>
                <a:lnTo>
                  <a:pt x="964527" y="103020"/>
                </a:lnTo>
                <a:lnTo>
                  <a:pt x="964027" y="103020"/>
                </a:lnTo>
                <a:close/>
                <a:moveTo>
                  <a:pt x="871072" y="102131"/>
                </a:moveTo>
                <a:lnTo>
                  <a:pt x="871572" y="102131"/>
                </a:lnTo>
                <a:lnTo>
                  <a:pt x="871572" y="103020"/>
                </a:lnTo>
                <a:lnTo>
                  <a:pt x="871072" y="103020"/>
                </a:lnTo>
                <a:close/>
                <a:moveTo>
                  <a:pt x="935541" y="102131"/>
                </a:moveTo>
                <a:lnTo>
                  <a:pt x="936041" y="102131"/>
                </a:lnTo>
                <a:lnTo>
                  <a:pt x="936041" y="103020"/>
                </a:lnTo>
                <a:lnTo>
                  <a:pt x="935541" y="103020"/>
                </a:lnTo>
                <a:close/>
                <a:moveTo>
                  <a:pt x="938040" y="101243"/>
                </a:moveTo>
                <a:lnTo>
                  <a:pt x="938540" y="101243"/>
                </a:lnTo>
                <a:lnTo>
                  <a:pt x="938540" y="103020"/>
                </a:lnTo>
                <a:lnTo>
                  <a:pt x="938040" y="103020"/>
                </a:lnTo>
                <a:close/>
                <a:moveTo>
                  <a:pt x="930543" y="102131"/>
                </a:moveTo>
                <a:lnTo>
                  <a:pt x="931543" y="102131"/>
                </a:lnTo>
                <a:lnTo>
                  <a:pt x="931543" y="103020"/>
                </a:lnTo>
                <a:lnTo>
                  <a:pt x="930543" y="103020"/>
                </a:lnTo>
                <a:close/>
                <a:moveTo>
                  <a:pt x="939039" y="102131"/>
                </a:moveTo>
                <a:lnTo>
                  <a:pt x="939539" y="102131"/>
                </a:lnTo>
                <a:lnTo>
                  <a:pt x="939539" y="103020"/>
                </a:lnTo>
                <a:lnTo>
                  <a:pt x="939039" y="103020"/>
                </a:lnTo>
                <a:close/>
                <a:moveTo>
                  <a:pt x="755627" y="102131"/>
                </a:moveTo>
                <a:lnTo>
                  <a:pt x="756127" y="102131"/>
                </a:lnTo>
                <a:lnTo>
                  <a:pt x="756127" y="103020"/>
                </a:lnTo>
                <a:lnTo>
                  <a:pt x="755627" y="103020"/>
                </a:lnTo>
                <a:close/>
                <a:moveTo>
                  <a:pt x="965527" y="101243"/>
                </a:moveTo>
                <a:lnTo>
                  <a:pt x="966026" y="101243"/>
                </a:lnTo>
                <a:lnTo>
                  <a:pt x="966026" y="103020"/>
                </a:lnTo>
                <a:lnTo>
                  <a:pt x="965527" y="103020"/>
                </a:lnTo>
                <a:close/>
                <a:moveTo>
                  <a:pt x="816598" y="102131"/>
                </a:moveTo>
                <a:lnTo>
                  <a:pt x="817098" y="102131"/>
                </a:lnTo>
                <a:lnTo>
                  <a:pt x="817098" y="103020"/>
                </a:lnTo>
                <a:lnTo>
                  <a:pt x="816598" y="103020"/>
                </a:lnTo>
                <a:close/>
                <a:moveTo>
                  <a:pt x="733138" y="102131"/>
                </a:moveTo>
                <a:lnTo>
                  <a:pt x="733638" y="102131"/>
                </a:lnTo>
                <a:lnTo>
                  <a:pt x="733638" y="103020"/>
                </a:lnTo>
                <a:lnTo>
                  <a:pt x="733138" y="103020"/>
                </a:lnTo>
                <a:close/>
                <a:moveTo>
                  <a:pt x="742134" y="102131"/>
                </a:moveTo>
                <a:lnTo>
                  <a:pt x="742634" y="102131"/>
                </a:lnTo>
                <a:lnTo>
                  <a:pt x="742634" y="103020"/>
                </a:lnTo>
                <a:lnTo>
                  <a:pt x="742134" y="103020"/>
                </a:lnTo>
                <a:close/>
                <a:moveTo>
                  <a:pt x="919549" y="103020"/>
                </a:moveTo>
                <a:lnTo>
                  <a:pt x="923547" y="103020"/>
                </a:lnTo>
                <a:lnTo>
                  <a:pt x="923547" y="103908"/>
                </a:lnTo>
                <a:lnTo>
                  <a:pt x="919549" y="103908"/>
                </a:lnTo>
                <a:close/>
                <a:moveTo>
                  <a:pt x="937040" y="103020"/>
                </a:moveTo>
                <a:lnTo>
                  <a:pt x="938040" y="103020"/>
                </a:lnTo>
                <a:lnTo>
                  <a:pt x="938040" y="103908"/>
                </a:lnTo>
                <a:lnTo>
                  <a:pt x="937040" y="103908"/>
                </a:lnTo>
                <a:close/>
                <a:moveTo>
                  <a:pt x="965027" y="103020"/>
                </a:moveTo>
                <a:lnTo>
                  <a:pt x="965527" y="103020"/>
                </a:lnTo>
                <a:lnTo>
                  <a:pt x="965527" y="103908"/>
                </a:lnTo>
                <a:lnTo>
                  <a:pt x="965027" y="103908"/>
                </a:lnTo>
                <a:close/>
                <a:moveTo>
                  <a:pt x="938540" y="103020"/>
                </a:moveTo>
                <a:lnTo>
                  <a:pt x="939039" y="103020"/>
                </a:lnTo>
                <a:lnTo>
                  <a:pt x="939039" y="103908"/>
                </a:lnTo>
                <a:lnTo>
                  <a:pt x="938540" y="103908"/>
                </a:lnTo>
                <a:close/>
                <a:moveTo>
                  <a:pt x="936041" y="103020"/>
                </a:moveTo>
                <a:lnTo>
                  <a:pt x="936540" y="103020"/>
                </a:lnTo>
                <a:lnTo>
                  <a:pt x="936540" y="103908"/>
                </a:lnTo>
                <a:lnTo>
                  <a:pt x="936041" y="103908"/>
                </a:lnTo>
                <a:close/>
                <a:moveTo>
                  <a:pt x="970024" y="103908"/>
                </a:moveTo>
                <a:lnTo>
                  <a:pt x="970524" y="103908"/>
                </a:lnTo>
                <a:lnTo>
                  <a:pt x="970524" y="104796"/>
                </a:lnTo>
                <a:lnTo>
                  <a:pt x="970024" y="104796"/>
                </a:lnTo>
                <a:close/>
                <a:moveTo>
                  <a:pt x="919049" y="103908"/>
                </a:moveTo>
                <a:lnTo>
                  <a:pt x="919549" y="103908"/>
                </a:lnTo>
                <a:lnTo>
                  <a:pt x="919549" y="104796"/>
                </a:lnTo>
                <a:lnTo>
                  <a:pt x="919049" y="104796"/>
                </a:lnTo>
                <a:close/>
                <a:moveTo>
                  <a:pt x="820096" y="103908"/>
                </a:moveTo>
                <a:lnTo>
                  <a:pt x="820596" y="103908"/>
                </a:lnTo>
                <a:lnTo>
                  <a:pt x="820596" y="104796"/>
                </a:lnTo>
                <a:lnTo>
                  <a:pt x="820096" y="104796"/>
                </a:lnTo>
                <a:close/>
                <a:moveTo>
                  <a:pt x="923547" y="103908"/>
                </a:moveTo>
                <a:lnTo>
                  <a:pt x="925546" y="103908"/>
                </a:lnTo>
                <a:lnTo>
                  <a:pt x="925546" y="104796"/>
                </a:lnTo>
                <a:lnTo>
                  <a:pt x="923547" y="104796"/>
                </a:lnTo>
                <a:close/>
                <a:moveTo>
                  <a:pt x="735137" y="103908"/>
                </a:moveTo>
                <a:lnTo>
                  <a:pt x="735637" y="103908"/>
                </a:lnTo>
                <a:lnTo>
                  <a:pt x="735637" y="104796"/>
                </a:lnTo>
                <a:lnTo>
                  <a:pt x="735137" y="104796"/>
                </a:lnTo>
                <a:close/>
                <a:moveTo>
                  <a:pt x="968025" y="103908"/>
                </a:moveTo>
                <a:lnTo>
                  <a:pt x="969025" y="103908"/>
                </a:lnTo>
                <a:lnTo>
                  <a:pt x="969025" y="104796"/>
                </a:lnTo>
                <a:lnTo>
                  <a:pt x="968025" y="104796"/>
                </a:lnTo>
                <a:close/>
                <a:moveTo>
                  <a:pt x="930044" y="103020"/>
                </a:moveTo>
                <a:lnTo>
                  <a:pt x="930543" y="103020"/>
                </a:lnTo>
                <a:lnTo>
                  <a:pt x="930543" y="104796"/>
                </a:lnTo>
                <a:lnTo>
                  <a:pt x="930044" y="104796"/>
                </a:lnTo>
                <a:close/>
                <a:moveTo>
                  <a:pt x="936540" y="103908"/>
                </a:moveTo>
                <a:lnTo>
                  <a:pt x="937040" y="103908"/>
                </a:lnTo>
                <a:lnTo>
                  <a:pt x="937040" y="104796"/>
                </a:lnTo>
                <a:lnTo>
                  <a:pt x="936540" y="104796"/>
                </a:lnTo>
                <a:close/>
                <a:moveTo>
                  <a:pt x="931043" y="103908"/>
                </a:moveTo>
                <a:lnTo>
                  <a:pt x="931543" y="103908"/>
                </a:lnTo>
                <a:lnTo>
                  <a:pt x="931543" y="104796"/>
                </a:lnTo>
                <a:lnTo>
                  <a:pt x="931043" y="104796"/>
                </a:lnTo>
                <a:close/>
                <a:moveTo>
                  <a:pt x="966526" y="102131"/>
                </a:moveTo>
                <a:lnTo>
                  <a:pt x="967026" y="102131"/>
                </a:lnTo>
                <a:lnTo>
                  <a:pt x="967026" y="105684"/>
                </a:lnTo>
                <a:lnTo>
                  <a:pt x="966526" y="105684"/>
                </a:lnTo>
                <a:close/>
                <a:moveTo>
                  <a:pt x="873071" y="104796"/>
                </a:moveTo>
                <a:lnTo>
                  <a:pt x="873571" y="104796"/>
                </a:lnTo>
                <a:lnTo>
                  <a:pt x="873571" y="105684"/>
                </a:lnTo>
                <a:lnTo>
                  <a:pt x="873071" y="105684"/>
                </a:lnTo>
                <a:close/>
                <a:moveTo>
                  <a:pt x="936540" y="104796"/>
                </a:moveTo>
                <a:lnTo>
                  <a:pt x="937540" y="104796"/>
                </a:lnTo>
                <a:lnTo>
                  <a:pt x="937540" y="105684"/>
                </a:lnTo>
                <a:lnTo>
                  <a:pt x="936540" y="105684"/>
                </a:lnTo>
                <a:close/>
                <a:moveTo>
                  <a:pt x="762124" y="104796"/>
                </a:moveTo>
                <a:lnTo>
                  <a:pt x="762624" y="104796"/>
                </a:lnTo>
                <a:lnTo>
                  <a:pt x="762624" y="105684"/>
                </a:lnTo>
                <a:lnTo>
                  <a:pt x="762124" y="105684"/>
                </a:lnTo>
                <a:close/>
                <a:moveTo>
                  <a:pt x="747631" y="104796"/>
                </a:moveTo>
                <a:lnTo>
                  <a:pt x="748131" y="104796"/>
                </a:lnTo>
                <a:lnTo>
                  <a:pt x="748131" y="105684"/>
                </a:lnTo>
                <a:lnTo>
                  <a:pt x="747631" y="105684"/>
                </a:lnTo>
                <a:close/>
                <a:moveTo>
                  <a:pt x="964027" y="104796"/>
                </a:moveTo>
                <a:lnTo>
                  <a:pt x="964527" y="104796"/>
                </a:lnTo>
                <a:lnTo>
                  <a:pt x="964527" y="105684"/>
                </a:lnTo>
                <a:lnTo>
                  <a:pt x="964027" y="105684"/>
                </a:lnTo>
                <a:close/>
                <a:moveTo>
                  <a:pt x="816098" y="104796"/>
                </a:moveTo>
                <a:lnTo>
                  <a:pt x="816598" y="104796"/>
                </a:lnTo>
                <a:lnTo>
                  <a:pt x="816598" y="105684"/>
                </a:lnTo>
                <a:lnTo>
                  <a:pt x="816098" y="105684"/>
                </a:lnTo>
                <a:close/>
                <a:moveTo>
                  <a:pt x="938040" y="104796"/>
                </a:moveTo>
                <a:lnTo>
                  <a:pt x="939039" y="104796"/>
                </a:lnTo>
                <a:lnTo>
                  <a:pt x="939039" y="105684"/>
                </a:lnTo>
                <a:lnTo>
                  <a:pt x="938040" y="105684"/>
                </a:lnTo>
                <a:close/>
                <a:moveTo>
                  <a:pt x="935541" y="103908"/>
                </a:moveTo>
                <a:lnTo>
                  <a:pt x="936041" y="103908"/>
                </a:lnTo>
                <a:lnTo>
                  <a:pt x="936041" y="105684"/>
                </a:lnTo>
                <a:lnTo>
                  <a:pt x="935541" y="105684"/>
                </a:lnTo>
                <a:close/>
                <a:moveTo>
                  <a:pt x="730639" y="104796"/>
                </a:moveTo>
                <a:lnTo>
                  <a:pt x="731139" y="104796"/>
                </a:lnTo>
                <a:lnTo>
                  <a:pt x="731139" y="105684"/>
                </a:lnTo>
                <a:lnTo>
                  <a:pt x="730639" y="105684"/>
                </a:lnTo>
                <a:close/>
                <a:moveTo>
                  <a:pt x="919049" y="105684"/>
                </a:moveTo>
                <a:lnTo>
                  <a:pt x="919549" y="105684"/>
                </a:lnTo>
                <a:lnTo>
                  <a:pt x="919549" y="106572"/>
                </a:lnTo>
                <a:lnTo>
                  <a:pt x="919049" y="106572"/>
                </a:lnTo>
                <a:close/>
                <a:moveTo>
                  <a:pt x="873571" y="105684"/>
                </a:moveTo>
                <a:lnTo>
                  <a:pt x="874070" y="105684"/>
                </a:lnTo>
                <a:lnTo>
                  <a:pt x="874070" y="106572"/>
                </a:lnTo>
                <a:lnTo>
                  <a:pt x="873571" y="106572"/>
                </a:lnTo>
                <a:close/>
                <a:moveTo>
                  <a:pt x="901557" y="99467"/>
                </a:moveTo>
                <a:lnTo>
                  <a:pt x="902057" y="99467"/>
                </a:lnTo>
                <a:lnTo>
                  <a:pt x="902057" y="106572"/>
                </a:lnTo>
                <a:lnTo>
                  <a:pt x="901557" y="106572"/>
                </a:lnTo>
                <a:close/>
                <a:moveTo>
                  <a:pt x="969525" y="104796"/>
                </a:moveTo>
                <a:lnTo>
                  <a:pt x="970024" y="104796"/>
                </a:lnTo>
                <a:lnTo>
                  <a:pt x="970024" y="106572"/>
                </a:lnTo>
                <a:lnTo>
                  <a:pt x="969525" y="106572"/>
                </a:lnTo>
                <a:close/>
                <a:moveTo>
                  <a:pt x="938540" y="105684"/>
                </a:moveTo>
                <a:lnTo>
                  <a:pt x="939039" y="105684"/>
                </a:lnTo>
                <a:lnTo>
                  <a:pt x="939039" y="106572"/>
                </a:lnTo>
                <a:lnTo>
                  <a:pt x="938540" y="106572"/>
                </a:lnTo>
                <a:close/>
                <a:moveTo>
                  <a:pt x="923547" y="105684"/>
                </a:moveTo>
                <a:lnTo>
                  <a:pt x="924546" y="105684"/>
                </a:lnTo>
                <a:lnTo>
                  <a:pt x="924546" y="106572"/>
                </a:lnTo>
                <a:lnTo>
                  <a:pt x="923547" y="106572"/>
                </a:lnTo>
                <a:close/>
                <a:moveTo>
                  <a:pt x="936540" y="105684"/>
                </a:moveTo>
                <a:lnTo>
                  <a:pt x="937040" y="105684"/>
                </a:lnTo>
                <a:lnTo>
                  <a:pt x="937040" y="106572"/>
                </a:lnTo>
                <a:lnTo>
                  <a:pt x="936540" y="106572"/>
                </a:lnTo>
                <a:close/>
                <a:moveTo>
                  <a:pt x="952533" y="99467"/>
                </a:moveTo>
                <a:lnTo>
                  <a:pt x="953033" y="99467"/>
                </a:lnTo>
                <a:lnTo>
                  <a:pt x="953033" y="106572"/>
                </a:lnTo>
                <a:lnTo>
                  <a:pt x="952533" y="106572"/>
                </a:lnTo>
                <a:close/>
                <a:moveTo>
                  <a:pt x="964527" y="105684"/>
                </a:moveTo>
                <a:lnTo>
                  <a:pt x="966026" y="105684"/>
                </a:lnTo>
                <a:lnTo>
                  <a:pt x="966026" y="106572"/>
                </a:lnTo>
                <a:lnTo>
                  <a:pt x="964527" y="106572"/>
                </a:lnTo>
                <a:close/>
                <a:moveTo>
                  <a:pt x="968525" y="104796"/>
                </a:moveTo>
                <a:lnTo>
                  <a:pt x="969025" y="104796"/>
                </a:lnTo>
                <a:lnTo>
                  <a:pt x="969025" y="106572"/>
                </a:lnTo>
                <a:lnTo>
                  <a:pt x="968525" y="106572"/>
                </a:lnTo>
                <a:close/>
                <a:moveTo>
                  <a:pt x="951533" y="106572"/>
                </a:moveTo>
                <a:lnTo>
                  <a:pt x="952533" y="106572"/>
                </a:lnTo>
                <a:lnTo>
                  <a:pt x="952533" y="107460"/>
                </a:lnTo>
                <a:lnTo>
                  <a:pt x="951533" y="107460"/>
                </a:lnTo>
                <a:close/>
                <a:moveTo>
                  <a:pt x="937040" y="106572"/>
                </a:moveTo>
                <a:lnTo>
                  <a:pt x="937540" y="106572"/>
                </a:lnTo>
                <a:lnTo>
                  <a:pt x="937540" y="107460"/>
                </a:lnTo>
                <a:lnTo>
                  <a:pt x="937040" y="107460"/>
                </a:lnTo>
                <a:close/>
                <a:moveTo>
                  <a:pt x="875070" y="106572"/>
                </a:moveTo>
                <a:lnTo>
                  <a:pt x="875570" y="106572"/>
                </a:lnTo>
                <a:lnTo>
                  <a:pt x="875570" y="107460"/>
                </a:lnTo>
                <a:lnTo>
                  <a:pt x="875070" y="107460"/>
                </a:lnTo>
                <a:close/>
                <a:moveTo>
                  <a:pt x="944037" y="106572"/>
                </a:moveTo>
                <a:lnTo>
                  <a:pt x="944537" y="106572"/>
                </a:lnTo>
                <a:lnTo>
                  <a:pt x="944537" y="107460"/>
                </a:lnTo>
                <a:lnTo>
                  <a:pt x="944037" y="107460"/>
                </a:lnTo>
                <a:close/>
                <a:moveTo>
                  <a:pt x="968525" y="106572"/>
                </a:moveTo>
                <a:lnTo>
                  <a:pt x="969525" y="106572"/>
                </a:lnTo>
                <a:lnTo>
                  <a:pt x="969525" y="107460"/>
                </a:lnTo>
                <a:lnTo>
                  <a:pt x="968525" y="107460"/>
                </a:lnTo>
                <a:close/>
                <a:moveTo>
                  <a:pt x="821096" y="106572"/>
                </a:moveTo>
                <a:lnTo>
                  <a:pt x="821596" y="106572"/>
                </a:lnTo>
                <a:lnTo>
                  <a:pt x="821596" y="107460"/>
                </a:lnTo>
                <a:lnTo>
                  <a:pt x="821096" y="107460"/>
                </a:lnTo>
                <a:close/>
                <a:moveTo>
                  <a:pt x="953033" y="106572"/>
                </a:moveTo>
                <a:lnTo>
                  <a:pt x="953532" y="106572"/>
                </a:lnTo>
                <a:lnTo>
                  <a:pt x="953532" y="107460"/>
                </a:lnTo>
                <a:lnTo>
                  <a:pt x="953033" y="107460"/>
                </a:lnTo>
                <a:close/>
                <a:moveTo>
                  <a:pt x="745632" y="106572"/>
                </a:moveTo>
                <a:lnTo>
                  <a:pt x="746132" y="106572"/>
                </a:lnTo>
                <a:lnTo>
                  <a:pt x="746132" y="107460"/>
                </a:lnTo>
                <a:lnTo>
                  <a:pt x="745632" y="107460"/>
                </a:lnTo>
                <a:close/>
                <a:moveTo>
                  <a:pt x="901057" y="106572"/>
                </a:moveTo>
                <a:lnTo>
                  <a:pt x="902057" y="106572"/>
                </a:lnTo>
                <a:lnTo>
                  <a:pt x="902057" y="107460"/>
                </a:lnTo>
                <a:lnTo>
                  <a:pt x="901057" y="107460"/>
                </a:lnTo>
                <a:close/>
                <a:moveTo>
                  <a:pt x="899558" y="106572"/>
                </a:moveTo>
                <a:lnTo>
                  <a:pt x="900058" y="106572"/>
                </a:lnTo>
                <a:lnTo>
                  <a:pt x="900058" y="107460"/>
                </a:lnTo>
                <a:lnTo>
                  <a:pt x="899558" y="107460"/>
                </a:lnTo>
                <a:close/>
                <a:moveTo>
                  <a:pt x="935541" y="106572"/>
                </a:moveTo>
                <a:lnTo>
                  <a:pt x="936041" y="106572"/>
                </a:lnTo>
                <a:lnTo>
                  <a:pt x="936041" y="107460"/>
                </a:lnTo>
                <a:lnTo>
                  <a:pt x="935541" y="107460"/>
                </a:lnTo>
                <a:close/>
                <a:moveTo>
                  <a:pt x="933042" y="106572"/>
                </a:moveTo>
                <a:lnTo>
                  <a:pt x="933542" y="106572"/>
                </a:lnTo>
                <a:lnTo>
                  <a:pt x="933542" y="107460"/>
                </a:lnTo>
                <a:lnTo>
                  <a:pt x="933042" y="107460"/>
                </a:lnTo>
                <a:close/>
                <a:moveTo>
                  <a:pt x="938040" y="107460"/>
                </a:moveTo>
                <a:lnTo>
                  <a:pt x="938540" y="107460"/>
                </a:lnTo>
                <a:lnTo>
                  <a:pt x="938540" y="108348"/>
                </a:lnTo>
                <a:lnTo>
                  <a:pt x="938040" y="108348"/>
                </a:lnTo>
                <a:close/>
                <a:moveTo>
                  <a:pt x="815599" y="107460"/>
                </a:moveTo>
                <a:lnTo>
                  <a:pt x="816098" y="107460"/>
                </a:lnTo>
                <a:lnTo>
                  <a:pt x="816098" y="108348"/>
                </a:lnTo>
                <a:lnTo>
                  <a:pt x="815599" y="108348"/>
                </a:lnTo>
                <a:close/>
                <a:moveTo>
                  <a:pt x="741634" y="107460"/>
                </a:moveTo>
                <a:lnTo>
                  <a:pt x="742134" y="107460"/>
                </a:lnTo>
                <a:lnTo>
                  <a:pt x="742134" y="108348"/>
                </a:lnTo>
                <a:lnTo>
                  <a:pt x="741634" y="108348"/>
                </a:lnTo>
                <a:close/>
                <a:moveTo>
                  <a:pt x="876069" y="107460"/>
                </a:moveTo>
                <a:lnTo>
                  <a:pt x="876569" y="107460"/>
                </a:lnTo>
                <a:lnTo>
                  <a:pt x="876569" y="108348"/>
                </a:lnTo>
                <a:lnTo>
                  <a:pt x="876069" y="108348"/>
                </a:lnTo>
                <a:close/>
                <a:moveTo>
                  <a:pt x="900058" y="107460"/>
                </a:moveTo>
                <a:lnTo>
                  <a:pt x="901057" y="107460"/>
                </a:lnTo>
                <a:lnTo>
                  <a:pt x="901057" y="108348"/>
                </a:lnTo>
                <a:lnTo>
                  <a:pt x="900058" y="108348"/>
                </a:lnTo>
                <a:close/>
                <a:moveTo>
                  <a:pt x="934541" y="107460"/>
                </a:moveTo>
                <a:lnTo>
                  <a:pt x="937540" y="107460"/>
                </a:lnTo>
                <a:lnTo>
                  <a:pt x="937540" y="108348"/>
                </a:lnTo>
                <a:lnTo>
                  <a:pt x="934541" y="108348"/>
                </a:lnTo>
                <a:close/>
                <a:moveTo>
                  <a:pt x="755128" y="107460"/>
                </a:moveTo>
                <a:lnTo>
                  <a:pt x="755627" y="107460"/>
                </a:lnTo>
                <a:lnTo>
                  <a:pt x="755627" y="108348"/>
                </a:lnTo>
                <a:lnTo>
                  <a:pt x="755128" y="108348"/>
                </a:lnTo>
                <a:close/>
                <a:moveTo>
                  <a:pt x="967526" y="107460"/>
                </a:moveTo>
                <a:lnTo>
                  <a:pt x="968025" y="107460"/>
                </a:lnTo>
                <a:lnTo>
                  <a:pt x="968025" y="108348"/>
                </a:lnTo>
                <a:lnTo>
                  <a:pt x="967526" y="108348"/>
                </a:lnTo>
                <a:close/>
                <a:moveTo>
                  <a:pt x="933042" y="107460"/>
                </a:moveTo>
                <a:lnTo>
                  <a:pt x="934042" y="107460"/>
                </a:lnTo>
                <a:lnTo>
                  <a:pt x="934042" y="108348"/>
                </a:lnTo>
                <a:lnTo>
                  <a:pt x="933042" y="108348"/>
                </a:lnTo>
                <a:close/>
                <a:moveTo>
                  <a:pt x="738635" y="108348"/>
                </a:moveTo>
                <a:lnTo>
                  <a:pt x="739135" y="108348"/>
                </a:lnTo>
                <a:lnTo>
                  <a:pt x="739135" y="109236"/>
                </a:lnTo>
                <a:lnTo>
                  <a:pt x="738635" y="109236"/>
                </a:lnTo>
                <a:close/>
                <a:moveTo>
                  <a:pt x="919049" y="107460"/>
                </a:moveTo>
                <a:lnTo>
                  <a:pt x="919549" y="107460"/>
                </a:lnTo>
                <a:lnTo>
                  <a:pt x="919549" y="109236"/>
                </a:lnTo>
                <a:lnTo>
                  <a:pt x="919049" y="109236"/>
                </a:lnTo>
                <a:close/>
                <a:moveTo>
                  <a:pt x="733638" y="108348"/>
                </a:moveTo>
                <a:lnTo>
                  <a:pt x="734138" y="108348"/>
                </a:lnTo>
                <a:lnTo>
                  <a:pt x="734138" y="109236"/>
                </a:lnTo>
                <a:lnTo>
                  <a:pt x="733638" y="109236"/>
                </a:lnTo>
                <a:close/>
                <a:moveTo>
                  <a:pt x="900058" y="108348"/>
                </a:moveTo>
                <a:lnTo>
                  <a:pt x="901557" y="108348"/>
                </a:lnTo>
                <a:lnTo>
                  <a:pt x="901557" y="109236"/>
                </a:lnTo>
                <a:lnTo>
                  <a:pt x="900058" y="109236"/>
                </a:lnTo>
                <a:close/>
                <a:moveTo>
                  <a:pt x="938540" y="108348"/>
                </a:moveTo>
                <a:lnTo>
                  <a:pt x="939539" y="108348"/>
                </a:lnTo>
                <a:lnTo>
                  <a:pt x="939539" y="109236"/>
                </a:lnTo>
                <a:lnTo>
                  <a:pt x="938540" y="109236"/>
                </a:lnTo>
                <a:close/>
                <a:moveTo>
                  <a:pt x="968025" y="108348"/>
                </a:moveTo>
                <a:lnTo>
                  <a:pt x="969525" y="108348"/>
                </a:lnTo>
                <a:lnTo>
                  <a:pt x="969525" y="109236"/>
                </a:lnTo>
                <a:lnTo>
                  <a:pt x="968025" y="109236"/>
                </a:lnTo>
                <a:close/>
                <a:moveTo>
                  <a:pt x="937540" y="108348"/>
                </a:moveTo>
                <a:lnTo>
                  <a:pt x="938040" y="108348"/>
                </a:lnTo>
                <a:lnTo>
                  <a:pt x="938040" y="109236"/>
                </a:lnTo>
                <a:lnTo>
                  <a:pt x="937540" y="109236"/>
                </a:lnTo>
                <a:close/>
                <a:moveTo>
                  <a:pt x="933542" y="108348"/>
                </a:moveTo>
                <a:lnTo>
                  <a:pt x="934042" y="108348"/>
                </a:lnTo>
                <a:lnTo>
                  <a:pt x="934042" y="109236"/>
                </a:lnTo>
                <a:lnTo>
                  <a:pt x="933542" y="109236"/>
                </a:lnTo>
                <a:close/>
                <a:moveTo>
                  <a:pt x="952033" y="108348"/>
                </a:moveTo>
                <a:lnTo>
                  <a:pt x="952533" y="108348"/>
                </a:lnTo>
                <a:lnTo>
                  <a:pt x="952533" y="109236"/>
                </a:lnTo>
                <a:lnTo>
                  <a:pt x="952033" y="109236"/>
                </a:lnTo>
                <a:close/>
                <a:moveTo>
                  <a:pt x="944537" y="108348"/>
                </a:moveTo>
                <a:lnTo>
                  <a:pt x="945036" y="108348"/>
                </a:lnTo>
                <a:lnTo>
                  <a:pt x="945036" y="109236"/>
                </a:lnTo>
                <a:lnTo>
                  <a:pt x="944537" y="109236"/>
                </a:lnTo>
                <a:close/>
                <a:moveTo>
                  <a:pt x="936041" y="108348"/>
                </a:moveTo>
                <a:lnTo>
                  <a:pt x="936540" y="108348"/>
                </a:lnTo>
                <a:lnTo>
                  <a:pt x="936540" y="109236"/>
                </a:lnTo>
                <a:lnTo>
                  <a:pt x="936041" y="109236"/>
                </a:lnTo>
                <a:close/>
                <a:moveTo>
                  <a:pt x="815599" y="109236"/>
                </a:moveTo>
                <a:lnTo>
                  <a:pt x="816098" y="109236"/>
                </a:lnTo>
                <a:lnTo>
                  <a:pt x="816098" y="110124"/>
                </a:lnTo>
                <a:lnTo>
                  <a:pt x="815599" y="110124"/>
                </a:lnTo>
                <a:close/>
                <a:moveTo>
                  <a:pt x="899558" y="109236"/>
                </a:moveTo>
                <a:lnTo>
                  <a:pt x="901057" y="109236"/>
                </a:lnTo>
                <a:lnTo>
                  <a:pt x="901057" y="110124"/>
                </a:lnTo>
                <a:lnTo>
                  <a:pt x="899558" y="110124"/>
                </a:lnTo>
                <a:close/>
                <a:moveTo>
                  <a:pt x="937540" y="109236"/>
                </a:moveTo>
                <a:lnTo>
                  <a:pt x="938540" y="109236"/>
                </a:lnTo>
                <a:lnTo>
                  <a:pt x="938540" y="110124"/>
                </a:lnTo>
                <a:lnTo>
                  <a:pt x="937540" y="110124"/>
                </a:lnTo>
                <a:close/>
                <a:moveTo>
                  <a:pt x="934042" y="109236"/>
                </a:moveTo>
                <a:lnTo>
                  <a:pt x="935041" y="109236"/>
                </a:lnTo>
                <a:lnTo>
                  <a:pt x="935041" y="110124"/>
                </a:lnTo>
                <a:lnTo>
                  <a:pt x="934042" y="110124"/>
                </a:lnTo>
                <a:close/>
                <a:moveTo>
                  <a:pt x="849082" y="109236"/>
                </a:moveTo>
                <a:lnTo>
                  <a:pt x="849582" y="109236"/>
                </a:lnTo>
                <a:lnTo>
                  <a:pt x="849582" y="110124"/>
                </a:lnTo>
                <a:lnTo>
                  <a:pt x="849082" y="110124"/>
                </a:lnTo>
                <a:close/>
                <a:moveTo>
                  <a:pt x="943537" y="109236"/>
                </a:moveTo>
                <a:lnTo>
                  <a:pt x="945036" y="109236"/>
                </a:lnTo>
                <a:lnTo>
                  <a:pt x="945036" y="110124"/>
                </a:lnTo>
                <a:lnTo>
                  <a:pt x="943537" y="110124"/>
                </a:lnTo>
                <a:close/>
                <a:moveTo>
                  <a:pt x="877569" y="109236"/>
                </a:moveTo>
                <a:lnTo>
                  <a:pt x="878069" y="109236"/>
                </a:lnTo>
                <a:lnTo>
                  <a:pt x="878069" y="110124"/>
                </a:lnTo>
                <a:lnTo>
                  <a:pt x="877569" y="110124"/>
                </a:lnTo>
                <a:close/>
                <a:moveTo>
                  <a:pt x="935541" y="109236"/>
                </a:moveTo>
                <a:lnTo>
                  <a:pt x="936041" y="109236"/>
                </a:lnTo>
                <a:lnTo>
                  <a:pt x="936041" y="110124"/>
                </a:lnTo>
                <a:lnTo>
                  <a:pt x="935541" y="110124"/>
                </a:lnTo>
                <a:close/>
                <a:moveTo>
                  <a:pt x="968525" y="109236"/>
                </a:moveTo>
                <a:lnTo>
                  <a:pt x="969025" y="109236"/>
                </a:lnTo>
                <a:lnTo>
                  <a:pt x="969025" y="110124"/>
                </a:lnTo>
                <a:lnTo>
                  <a:pt x="968525" y="110124"/>
                </a:lnTo>
                <a:close/>
                <a:moveTo>
                  <a:pt x="935041" y="110124"/>
                </a:moveTo>
                <a:lnTo>
                  <a:pt x="936041" y="110124"/>
                </a:lnTo>
                <a:lnTo>
                  <a:pt x="936041" y="111012"/>
                </a:lnTo>
                <a:lnTo>
                  <a:pt x="935041" y="111012"/>
                </a:lnTo>
                <a:close/>
                <a:moveTo>
                  <a:pt x="916050" y="110124"/>
                </a:moveTo>
                <a:lnTo>
                  <a:pt x="916550" y="110124"/>
                </a:lnTo>
                <a:lnTo>
                  <a:pt x="916550" y="111012"/>
                </a:lnTo>
                <a:lnTo>
                  <a:pt x="916050" y="111012"/>
                </a:lnTo>
                <a:close/>
                <a:moveTo>
                  <a:pt x="901557" y="109236"/>
                </a:moveTo>
                <a:lnTo>
                  <a:pt x="902057" y="109236"/>
                </a:lnTo>
                <a:lnTo>
                  <a:pt x="902057" y="111012"/>
                </a:lnTo>
                <a:lnTo>
                  <a:pt x="901557" y="111012"/>
                </a:lnTo>
                <a:close/>
                <a:moveTo>
                  <a:pt x="937540" y="110124"/>
                </a:moveTo>
                <a:lnTo>
                  <a:pt x="938040" y="110124"/>
                </a:lnTo>
                <a:lnTo>
                  <a:pt x="938040" y="111012"/>
                </a:lnTo>
                <a:lnTo>
                  <a:pt x="937540" y="111012"/>
                </a:lnTo>
                <a:close/>
                <a:moveTo>
                  <a:pt x="945536" y="110124"/>
                </a:moveTo>
                <a:lnTo>
                  <a:pt x="947035" y="110124"/>
                </a:lnTo>
                <a:lnTo>
                  <a:pt x="947035" y="111012"/>
                </a:lnTo>
                <a:lnTo>
                  <a:pt x="945536" y="111012"/>
                </a:lnTo>
                <a:close/>
                <a:moveTo>
                  <a:pt x="968525" y="110124"/>
                </a:moveTo>
                <a:lnTo>
                  <a:pt x="969525" y="110124"/>
                </a:lnTo>
                <a:lnTo>
                  <a:pt x="969525" y="111012"/>
                </a:lnTo>
                <a:lnTo>
                  <a:pt x="968525" y="111012"/>
                </a:lnTo>
                <a:close/>
                <a:moveTo>
                  <a:pt x="954532" y="110124"/>
                </a:moveTo>
                <a:lnTo>
                  <a:pt x="955032" y="110124"/>
                </a:lnTo>
                <a:lnTo>
                  <a:pt x="955032" y="111012"/>
                </a:lnTo>
                <a:lnTo>
                  <a:pt x="954532" y="111012"/>
                </a:lnTo>
                <a:close/>
                <a:moveTo>
                  <a:pt x="952033" y="110124"/>
                </a:moveTo>
                <a:lnTo>
                  <a:pt x="953532" y="110124"/>
                </a:lnTo>
                <a:lnTo>
                  <a:pt x="953532" y="111012"/>
                </a:lnTo>
                <a:lnTo>
                  <a:pt x="952033" y="111012"/>
                </a:lnTo>
                <a:close/>
                <a:moveTo>
                  <a:pt x="961528" y="110124"/>
                </a:moveTo>
                <a:lnTo>
                  <a:pt x="962528" y="110124"/>
                </a:lnTo>
                <a:lnTo>
                  <a:pt x="962528" y="111012"/>
                </a:lnTo>
                <a:lnTo>
                  <a:pt x="961528" y="111012"/>
                </a:lnTo>
                <a:close/>
                <a:moveTo>
                  <a:pt x="851081" y="111012"/>
                </a:moveTo>
                <a:lnTo>
                  <a:pt x="851581" y="111012"/>
                </a:lnTo>
                <a:lnTo>
                  <a:pt x="851581" y="111901"/>
                </a:lnTo>
                <a:lnTo>
                  <a:pt x="851081" y="111901"/>
                </a:lnTo>
                <a:close/>
                <a:moveTo>
                  <a:pt x="919049" y="111012"/>
                </a:moveTo>
                <a:lnTo>
                  <a:pt x="919549" y="111012"/>
                </a:lnTo>
                <a:lnTo>
                  <a:pt x="919549" y="111901"/>
                </a:lnTo>
                <a:lnTo>
                  <a:pt x="919049" y="111901"/>
                </a:lnTo>
                <a:close/>
                <a:moveTo>
                  <a:pt x="903057" y="110124"/>
                </a:moveTo>
                <a:lnTo>
                  <a:pt x="903556" y="110124"/>
                </a:lnTo>
                <a:lnTo>
                  <a:pt x="903556" y="111901"/>
                </a:lnTo>
                <a:lnTo>
                  <a:pt x="903057" y="111901"/>
                </a:lnTo>
                <a:close/>
                <a:moveTo>
                  <a:pt x="944537" y="110124"/>
                </a:moveTo>
                <a:lnTo>
                  <a:pt x="945036" y="110124"/>
                </a:lnTo>
                <a:lnTo>
                  <a:pt x="945036" y="111901"/>
                </a:lnTo>
                <a:lnTo>
                  <a:pt x="944537" y="111901"/>
                </a:lnTo>
                <a:close/>
                <a:moveTo>
                  <a:pt x="937040" y="111012"/>
                </a:moveTo>
                <a:lnTo>
                  <a:pt x="938040" y="111012"/>
                </a:lnTo>
                <a:lnTo>
                  <a:pt x="938040" y="111901"/>
                </a:lnTo>
                <a:lnTo>
                  <a:pt x="937040" y="111901"/>
                </a:lnTo>
                <a:close/>
                <a:moveTo>
                  <a:pt x="901557" y="111012"/>
                </a:moveTo>
                <a:lnTo>
                  <a:pt x="902557" y="111012"/>
                </a:lnTo>
                <a:lnTo>
                  <a:pt x="902557" y="111901"/>
                </a:lnTo>
                <a:lnTo>
                  <a:pt x="901557" y="111901"/>
                </a:lnTo>
                <a:close/>
                <a:moveTo>
                  <a:pt x="963028" y="110124"/>
                </a:moveTo>
                <a:lnTo>
                  <a:pt x="963528" y="110124"/>
                </a:lnTo>
                <a:lnTo>
                  <a:pt x="963528" y="111901"/>
                </a:lnTo>
                <a:lnTo>
                  <a:pt x="963028" y="111901"/>
                </a:lnTo>
                <a:close/>
                <a:moveTo>
                  <a:pt x="959529" y="110124"/>
                </a:moveTo>
                <a:lnTo>
                  <a:pt x="960029" y="110124"/>
                </a:lnTo>
                <a:lnTo>
                  <a:pt x="960029" y="111901"/>
                </a:lnTo>
                <a:lnTo>
                  <a:pt x="959529" y="111901"/>
                </a:lnTo>
                <a:close/>
                <a:moveTo>
                  <a:pt x="947035" y="111012"/>
                </a:moveTo>
                <a:lnTo>
                  <a:pt x="947535" y="111012"/>
                </a:lnTo>
                <a:lnTo>
                  <a:pt x="947535" y="111901"/>
                </a:lnTo>
                <a:lnTo>
                  <a:pt x="947035" y="111901"/>
                </a:lnTo>
                <a:close/>
                <a:moveTo>
                  <a:pt x="943537" y="111012"/>
                </a:moveTo>
                <a:lnTo>
                  <a:pt x="944037" y="111012"/>
                </a:lnTo>
                <a:lnTo>
                  <a:pt x="944037" y="111901"/>
                </a:lnTo>
                <a:lnTo>
                  <a:pt x="943537" y="111901"/>
                </a:lnTo>
                <a:close/>
                <a:moveTo>
                  <a:pt x="900058" y="111012"/>
                </a:moveTo>
                <a:lnTo>
                  <a:pt x="901057" y="111012"/>
                </a:lnTo>
                <a:lnTo>
                  <a:pt x="901057" y="111901"/>
                </a:lnTo>
                <a:lnTo>
                  <a:pt x="900058" y="111901"/>
                </a:lnTo>
                <a:close/>
                <a:moveTo>
                  <a:pt x="961029" y="111012"/>
                </a:moveTo>
                <a:lnTo>
                  <a:pt x="961528" y="111012"/>
                </a:lnTo>
                <a:lnTo>
                  <a:pt x="961528" y="111901"/>
                </a:lnTo>
                <a:lnTo>
                  <a:pt x="961029" y="111901"/>
                </a:lnTo>
                <a:close/>
                <a:moveTo>
                  <a:pt x="953033" y="111012"/>
                </a:moveTo>
                <a:lnTo>
                  <a:pt x="953532" y="111012"/>
                </a:lnTo>
                <a:lnTo>
                  <a:pt x="953532" y="111901"/>
                </a:lnTo>
                <a:lnTo>
                  <a:pt x="953033" y="111901"/>
                </a:lnTo>
                <a:close/>
                <a:moveTo>
                  <a:pt x="954032" y="111012"/>
                </a:moveTo>
                <a:lnTo>
                  <a:pt x="954532" y="111012"/>
                </a:lnTo>
                <a:lnTo>
                  <a:pt x="954532" y="111901"/>
                </a:lnTo>
                <a:lnTo>
                  <a:pt x="954032" y="111901"/>
                </a:lnTo>
                <a:close/>
                <a:moveTo>
                  <a:pt x="936041" y="111012"/>
                </a:moveTo>
                <a:lnTo>
                  <a:pt x="936540" y="111012"/>
                </a:lnTo>
                <a:lnTo>
                  <a:pt x="936540" y="111901"/>
                </a:lnTo>
                <a:lnTo>
                  <a:pt x="936041" y="111901"/>
                </a:lnTo>
                <a:close/>
                <a:moveTo>
                  <a:pt x="878069" y="111901"/>
                </a:moveTo>
                <a:lnTo>
                  <a:pt x="878568" y="111901"/>
                </a:lnTo>
                <a:lnTo>
                  <a:pt x="878568" y="112789"/>
                </a:lnTo>
                <a:lnTo>
                  <a:pt x="878069" y="112789"/>
                </a:lnTo>
                <a:close/>
                <a:moveTo>
                  <a:pt x="960529" y="111901"/>
                </a:moveTo>
                <a:lnTo>
                  <a:pt x="961029" y="111901"/>
                </a:lnTo>
                <a:lnTo>
                  <a:pt x="961029" y="112789"/>
                </a:lnTo>
                <a:lnTo>
                  <a:pt x="960529" y="112789"/>
                </a:lnTo>
                <a:close/>
                <a:moveTo>
                  <a:pt x="937040" y="111901"/>
                </a:moveTo>
                <a:lnTo>
                  <a:pt x="937540" y="111901"/>
                </a:lnTo>
                <a:lnTo>
                  <a:pt x="937540" y="112789"/>
                </a:lnTo>
                <a:lnTo>
                  <a:pt x="937040" y="112789"/>
                </a:lnTo>
                <a:close/>
                <a:moveTo>
                  <a:pt x="955531" y="111901"/>
                </a:moveTo>
                <a:lnTo>
                  <a:pt x="959529" y="111901"/>
                </a:lnTo>
                <a:lnTo>
                  <a:pt x="959529" y="112789"/>
                </a:lnTo>
                <a:lnTo>
                  <a:pt x="955531" y="112789"/>
                </a:lnTo>
                <a:close/>
                <a:moveTo>
                  <a:pt x="951533" y="111901"/>
                </a:moveTo>
                <a:lnTo>
                  <a:pt x="953532" y="111901"/>
                </a:lnTo>
                <a:lnTo>
                  <a:pt x="953532" y="112789"/>
                </a:lnTo>
                <a:lnTo>
                  <a:pt x="951533" y="112789"/>
                </a:lnTo>
                <a:close/>
                <a:moveTo>
                  <a:pt x="962028" y="111901"/>
                </a:moveTo>
                <a:lnTo>
                  <a:pt x="963028" y="111901"/>
                </a:lnTo>
                <a:lnTo>
                  <a:pt x="963028" y="112789"/>
                </a:lnTo>
                <a:lnTo>
                  <a:pt x="962028" y="112789"/>
                </a:lnTo>
                <a:close/>
                <a:moveTo>
                  <a:pt x="852081" y="111901"/>
                </a:moveTo>
                <a:lnTo>
                  <a:pt x="852581" y="111901"/>
                </a:lnTo>
                <a:lnTo>
                  <a:pt x="852581" y="112789"/>
                </a:lnTo>
                <a:lnTo>
                  <a:pt x="852081" y="112789"/>
                </a:lnTo>
                <a:close/>
                <a:moveTo>
                  <a:pt x="946036" y="111901"/>
                </a:moveTo>
                <a:lnTo>
                  <a:pt x="947535" y="111901"/>
                </a:lnTo>
                <a:lnTo>
                  <a:pt x="947535" y="112789"/>
                </a:lnTo>
                <a:lnTo>
                  <a:pt x="946036" y="112789"/>
                </a:lnTo>
                <a:close/>
                <a:moveTo>
                  <a:pt x="967526" y="111012"/>
                </a:moveTo>
                <a:lnTo>
                  <a:pt x="968025" y="111012"/>
                </a:lnTo>
                <a:lnTo>
                  <a:pt x="968025" y="112789"/>
                </a:lnTo>
                <a:lnTo>
                  <a:pt x="967526" y="112789"/>
                </a:lnTo>
                <a:close/>
                <a:moveTo>
                  <a:pt x="817598" y="111901"/>
                </a:moveTo>
                <a:lnTo>
                  <a:pt x="818097" y="111901"/>
                </a:lnTo>
                <a:lnTo>
                  <a:pt x="818097" y="112789"/>
                </a:lnTo>
                <a:lnTo>
                  <a:pt x="817598" y="112789"/>
                </a:lnTo>
                <a:close/>
                <a:moveTo>
                  <a:pt x="938040" y="111901"/>
                </a:moveTo>
                <a:lnTo>
                  <a:pt x="939039" y="111901"/>
                </a:lnTo>
                <a:lnTo>
                  <a:pt x="939039" y="112789"/>
                </a:lnTo>
                <a:lnTo>
                  <a:pt x="938040" y="112789"/>
                </a:lnTo>
                <a:close/>
                <a:moveTo>
                  <a:pt x="968525" y="111012"/>
                </a:moveTo>
                <a:lnTo>
                  <a:pt x="969025" y="111012"/>
                </a:lnTo>
                <a:lnTo>
                  <a:pt x="969025" y="112789"/>
                </a:lnTo>
                <a:lnTo>
                  <a:pt x="968525" y="112789"/>
                </a:lnTo>
                <a:close/>
                <a:moveTo>
                  <a:pt x="901057" y="111901"/>
                </a:moveTo>
                <a:lnTo>
                  <a:pt x="901557" y="111901"/>
                </a:lnTo>
                <a:lnTo>
                  <a:pt x="901557" y="112789"/>
                </a:lnTo>
                <a:lnTo>
                  <a:pt x="901057" y="112789"/>
                </a:lnTo>
                <a:close/>
                <a:moveTo>
                  <a:pt x="938040" y="112789"/>
                </a:moveTo>
                <a:lnTo>
                  <a:pt x="938540" y="112789"/>
                </a:lnTo>
                <a:lnTo>
                  <a:pt x="938540" y="113677"/>
                </a:lnTo>
                <a:lnTo>
                  <a:pt x="938040" y="113677"/>
                </a:lnTo>
                <a:close/>
                <a:moveTo>
                  <a:pt x="960029" y="112789"/>
                </a:moveTo>
                <a:lnTo>
                  <a:pt x="960529" y="112789"/>
                </a:lnTo>
                <a:lnTo>
                  <a:pt x="960529" y="113677"/>
                </a:lnTo>
                <a:lnTo>
                  <a:pt x="960029" y="113677"/>
                </a:lnTo>
                <a:close/>
                <a:moveTo>
                  <a:pt x="734637" y="111901"/>
                </a:moveTo>
                <a:lnTo>
                  <a:pt x="735137" y="111901"/>
                </a:lnTo>
                <a:lnTo>
                  <a:pt x="735137" y="113677"/>
                </a:lnTo>
                <a:lnTo>
                  <a:pt x="734637" y="113677"/>
                </a:lnTo>
                <a:close/>
                <a:moveTo>
                  <a:pt x="916050" y="111901"/>
                </a:moveTo>
                <a:lnTo>
                  <a:pt x="916550" y="111901"/>
                </a:lnTo>
                <a:lnTo>
                  <a:pt x="916550" y="113677"/>
                </a:lnTo>
                <a:lnTo>
                  <a:pt x="916050" y="113677"/>
                </a:lnTo>
                <a:close/>
                <a:moveTo>
                  <a:pt x="899558" y="112789"/>
                </a:moveTo>
                <a:lnTo>
                  <a:pt x="900558" y="112789"/>
                </a:lnTo>
                <a:lnTo>
                  <a:pt x="900558" y="113677"/>
                </a:lnTo>
                <a:lnTo>
                  <a:pt x="899558" y="113677"/>
                </a:lnTo>
                <a:close/>
                <a:moveTo>
                  <a:pt x="903057" y="112789"/>
                </a:moveTo>
                <a:lnTo>
                  <a:pt x="903556" y="112789"/>
                </a:lnTo>
                <a:lnTo>
                  <a:pt x="903556" y="113677"/>
                </a:lnTo>
                <a:lnTo>
                  <a:pt x="903057" y="113677"/>
                </a:lnTo>
                <a:close/>
                <a:moveTo>
                  <a:pt x="944037" y="112789"/>
                </a:moveTo>
                <a:lnTo>
                  <a:pt x="946036" y="112789"/>
                </a:lnTo>
                <a:lnTo>
                  <a:pt x="946036" y="113677"/>
                </a:lnTo>
                <a:lnTo>
                  <a:pt x="944037" y="113677"/>
                </a:lnTo>
                <a:close/>
                <a:moveTo>
                  <a:pt x="961029" y="112789"/>
                </a:moveTo>
                <a:lnTo>
                  <a:pt x="961528" y="112789"/>
                </a:lnTo>
                <a:lnTo>
                  <a:pt x="961528" y="113677"/>
                </a:lnTo>
                <a:lnTo>
                  <a:pt x="961029" y="113677"/>
                </a:lnTo>
                <a:close/>
                <a:moveTo>
                  <a:pt x="901057" y="112789"/>
                </a:moveTo>
                <a:lnTo>
                  <a:pt x="902057" y="112789"/>
                </a:lnTo>
                <a:lnTo>
                  <a:pt x="902057" y="113677"/>
                </a:lnTo>
                <a:lnTo>
                  <a:pt x="901057" y="113677"/>
                </a:lnTo>
                <a:close/>
                <a:moveTo>
                  <a:pt x="954532" y="112789"/>
                </a:moveTo>
                <a:lnTo>
                  <a:pt x="955032" y="112789"/>
                </a:lnTo>
                <a:lnTo>
                  <a:pt x="955032" y="113677"/>
                </a:lnTo>
                <a:lnTo>
                  <a:pt x="954532" y="113677"/>
                </a:lnTo>
                <a:close/>
                <a:moveTo>
                  <a:pt x="878568" y="112789"/>
                </a:moveTo>
                <a:lnTo>
                  <a:pt x="879068" y="112789"/>
                </a:lnTo>
                <a:lnTo>
                  <a:pt x="879068" y="113677"/>
                </a:lnTo>
                <a:lnTo>
                  <a:pt x="878568" y="113677"/>
                </a:lnTo>
                <a:close/>
                <a:moveTo>
                  <a:pt x="962528" y="112789"/>
                </a:moveTo>
                <a:lnTo>
                  <a:pt x="963028" y="112789"/>
                </a:lnTo>
                <a:lnTo>
                  <a:pt x="963028" y="113677"/>
                </a:lnTo>
                <a:lnTo>
                  <a:pt x="962528" y="113677"/>
                </a:lnTo>
                <a:close/>
                <a:moveTo>
                  <a:pt x="923547" y="113677"/>
                </a:moveTo>
                <a:lnTo>
                  <a:pt x="924046" y="113677"/>
                </a:lnTo>
                <a:lnTo>
                  <a:pt x="924046" y="114565"/>
                </a:lnTo>
                <a:lnTo>
                  <a:pt x="923547" y="114565"/>
                </a:lnTo>
                <a:close/>
                <a:moveTo>
                  <a:pt x="924546" y="113677"/>
                </a:moveTo>
                <a:lnTo>
                  <a:pt x="925046" y="113677"/>
                </a:lnTo>
                <a:lnTo>
                  <a:pt x="925046" y="114565"/>
                </a:lnTo>
                <a:lnTo>
                  <a:pt x="924546" y="114565"/>
                </a:lnTo>
                <a:close/>
                <a:moveTo>
                  <a:pt x="937540" y="113677"/>
                </a:moveTo>
                <a:lnTo>
                  <a:pt x="938040" y="113677"/>
                </a:lnTo>
                <a:lnTo>
                  <a:pt x="938040" y="114565"/>
                </a:lnTo>
                <a:lnTo>
                  <a:pt x="937540" y="114565"/>
                </a:lnTo>
                <a:close/>
                <a:moveTo>
                  <a:pt x="853580" y="113677"/>
                </a:moveTo>
                <a:lnTo>
                  <a:pt x="854080" y="113677"/>
                </a:lnTo>
                <a:lnTo>
                  <a:pt x="854080" y="114565"/>
                </a:lnTo>
                <a:lnTo>
                  <a:pt x="853580" y="114565"/>
                </a:lnTo>
                <a:close/>
                <a:moveTo>
                  <a:pt x="967526" y="113677"/>
                </a:moveTo>
                <a:lnTo>
                  <a:pt x="968025" y="113677"/>
                </a:lnTo>
                <a:lnTo>
                  <a:pt x="968025" y="114565"/>
                </a:lnTo>
                <a:lnTo>
                  <a:pt x="967526" y="114565"/>
                </a:lnTo>
                <a:close/>
                <a:moveTo>
                  <a:pt x="855080" y="113677"/>
                </a:moveTo>
                <a:lnTo>
                  <a:pt x="855579" y="113677"/>
                </a:lnTo>
                <a:lnTo>
                  <a:pt x="855579" y="114565"/>
                </a:lnTo>
                <a:lnTo>
                  <a:pt x="855080" y="114565"/>
                </a:lnTo>
                <a:close/>
                <a:moveTo>
                  <a:pt x="879068" y="113677"/>
                </a:moveTo>
                <a:lnTo>
                  <a:pt x="879568" y="113677"/>
                </a:lnTo>
                <a:lnTo>
                  <a:pt x="879568" y="114565"/>
                </a:lnTo>
                <a:lnTo>
                  <a:pt x="879068" y="114565"/>
                </a:lnTo>
                <a:close/>
                <a:moveTo>
                  <a:pt x="915551" y="113677"/>
                </a:moveTo>
                <a:lnTo>
                  <a:pt x="916550" y="113677"/>
                </a:lnTo>
                <a:lnTo>
                  <a:pt x="916550" y="114565"/>
                </a:lnTo>
                <a:lnTo>
                  <a:pt x="915551" y="114565"/>
                </a:lnTo>
                <a:close/>
                <a:moveTo>
                  <a:pt x="945036" y="113677"/>
                </a:moveTo>
                <a:lnTo>
                  <a:pt x="945536" y="113677"/>
                </a:lnTo>
                <a:lnTo>
                  <a:pt x="945536" y="114565"/>
                </a:lnTo>
                <a:lnTo>
                  <a:pt x="945036" y="114565"/>
                </a:lnTo>
                <a:close/>
                <a:moveTo>
                  <a:pt x="824094" y="113677"/>
                </a:moveTo>
                <a:lnTo>
                  <a:pt x="824594" y="113677"/>
                </a:lnTo>
                <a:lnTo>
                  <a:pt x="824594" y="114565"/>
                </a:lnTo>
                <a:lnTo>
                  <a:pt x="824094" y="114565"/>
                </a:lnTo>
                <a:close/>
                <a:moveTo>
                  <a:pt x="919049" y="114565"/>
                </a:moveTo>
                <a:lnTo>
                  <a:pt x="919549" y="114565"/>
                </a:lnTo>
                <a:lnTo>
                  <a:pt x="919549" y="115453"/>
                </a:lnTo>
                <a:lnTo>
                  <a:pt x="919049" y="115453"/>
                </a:lnTo>
                <a:close/>
                <a:moveTo>
                  <a:pt x="916050" y="114565"/>
                </a:moveTo>
                <a:lnTo>
                  <a:pt x="916550" y="114565"/>
                </a:lnTo>
                <a:lnTo>
                  <a:pt x="916550" y="115453"/>
                </a:lnTo>
                <a:lnTo>
                  <a:pt x="916050" y="115453"/>
                </a:lnTo>
                <a:close/>
                <a:moveTo>
                  <a:pt x="946536" y="113677"/>
                </a:moveTo>
                <a:lnTo>
                  <a:pt x="947035" y="113677"/>
                </a:lnTo>
                <a:lnTo>
                  <a:pt x="947035" y="115453"/>
                </a:lnTo>
                <a:lnTo>
                  <a:pt x="946536" y="115453"/>
                </a:lnTo>
                <a:close/>
                <a:moveTo>
                  <a:pt x="965027" y="114565"/>
                </a:moveTo>
                <a:lnTo>
                  <a:pt x="965527" y="114565"/>
                </a:lnTo>
                <a:lnTo>
                  <a:pt x="965527" y="115453"/>
                </a:lnTo>
                <a:lnTo>
                  <a:pt x="965027" y="115453"/>
                </a:lnTo>
                <a:close/>
                <a:moveTo>
                  <a:pt x="964027" y="113677"/>
                </a:moveTo>
                <a:lnTo>
                  <a:pt x="964527" y="113677"/>
                </a:lnTo>
                <a:lnTo>
                  <a:pt x="964527" y="115453"/>
                </a:lnTo>
                <a:lnTo>
                  <a:pt x="964027" y="115453"/>
                </a:lnTo>
                <a:close/>
                <a:moveTo>
                  <a:pt x="966526" y="114565"/>
                </a:moveTo>
                <a:lnTo>
                  <a:pt x="968025" y="114565"/>
                </a:lnTo>
                <a:lnTo>
                  <a:pt x="968025" y="115453"/>
                </a:lnTo>
                <a:lnTo>
                  <a:pt x="966526" y="115453"/>
                </a:lnTo>
                <a:close/>
                <a:moveTo>
                  <a:pt x="874070" y="114565"/>
                </a:moveTo>
                <a:lnTo>
                  <a:pt x="874570" y="114565"/>
                </a:lnTo>
                <a:lnTo>
                  <a:pt x="874570" y="115453"/>
                </a:lnTo>
                <a:lnTo>
                  <a:pt x="874070" y="115453"/>
                </a:lnTo>
                <a:close/>
                <a:moveTo>
                  <a:pt x="924546" y="114565"/>
                </a:moveTo>
                <a:lnTo>
                  <a:pt x="925546" y="114565"/>
                </a:lnTo>
                <a:lnTo>
                  <a:pt x="925546" y="115453"/>
                </a:lnTo>
                <a:lnTo>
                  <a:pt x="924546" y="115453"/>
                </a:lnTo>
                <a:close/>
                <a:moveTo>
                  <a:pt x="854580" y="114565"/>
                </a:moveTo>
                <a:lnTo>
                  <a:pt x="855080" y="114565"/>
                </a:lnTo>
                <a:lnTo>
                  <a:pt x="855080" y="115453"/>
                </a:lnTo>
                <a:lnTo>
                  <a:pt x="854580" y="115453"/>
                </a:lnTo>
                <a:close/>
                <a:moveTo>
                  <a:pt x="915551" y="115453"/>
                </a:moveTo>
                <a:lnTo>
                  <a:pt x="916050" y="115453"/>
                </a:lnTo>
                <a:lnTo>
                  <a:pt x="916050" y="116341"/>
                </a:lnTo>
                <a:lnTo>
                  <a:pt x="915551" y="116341"/>
                </a:lnTo>
                <a:close/>
                <a:moveTo>
                  <a:pt x="925046" y="115453"/>
                </a:moveTo>
                <a:lnTo>
                  <a:pt x="925546" y="115453"/>
                </a:lnTo>
                <a:lnTo>
                  <a:pt x="925546" y="116341"/>
                </a:lnTo>
                <a:lnTo>
                  <a:pt x="925046" y="116341"/>
                </a:lnTo>
                <a:close/>
                <a:moveTo>
                  <a:pt x="947035" y="115453"/>
                </a:moveTo>
                <a:lnTo>
                  <a:pt x="947535" y="115453"/>
                </a:lnTo>
                <a:lnTo>
                  <a:pt x="947535" y="116341"/>
                </a:lnTo>
                <a:lnTo>
                  <a:pt x="947035" y="116341"/>
                </a:lnTo>
                <a:close/>
                <a:moveTo>
                  <a:pt x="763623" y="115453"/>
                </a:moveTo>
                <a:lnTo>
                  <a:pt x="764123" y="115453"/>
                </a:lnTo>
                <a:lnTo>
                  <a:pt x="764123" y="116341"/>
                </a:lnTo>
                <a:lnTo>
                  <a:pt x="763623" y="116341"/>
                </a:lnTo>
                <a:close/>
                <a:moveTo>
                  <a:pt x="813599" y="115453"/>
                </a:moveTo>
                <a:lnTo>
                  <a:pt x="814099" y="115453"/>
                </a:lnTo>
                <a:lnTo>
                  <a:pt x="814099" y="116341"/>
                </a:lnTo>
                <a:lnTo>
                  <a:pt x="813599" y="116341"/>
                </a:lnTo>
                <a:close/>
                <a:moveTo>
                  <a:pt x="855080" y="115453"/>
                </a:moveTo>
                <a:lnTo>
                  <a:pt x="855579" y="115453"/>
                </a:lnTo>
                <a:lnTo>
                  <a:pt x="855579" y="116341"/>
                </a:lnTo>
                <a:lnTo>
                  <a:pt x="855080" y="116341"/>
                </a:lnTo>
                <a:close/>
                <a:moveTo>
                  <a:pt x="943537" y="115453"/>
                </a:moveTo>
                <a:lnTo>
                  <a:pt x="945036" y="115453"/>
                </a:lnTo>
                <a:lnTo>
                  <a:pt x="945036" y="116341"/>
                </a:lnTo>
                <a:lnTo>
                  <a:pt x="943537" y="116341"/>
                </a:lnTo>
                <a:close/>
                <a:moveTo>
                  <a:pt x="963528" y="115453"/>
                </a:moveTo>
                <a:lnTo>
                  <a:pt x="964527" y="115453"/>
                </a:lnTo>
                <a:lnTo>
                  <a:pt x="964527" y="116341"/>
                </a:lnTo>
                <a:lnTo>
                  <a:pt x="963528" y="116341"/>
                </a:lnTo>
                <a:close/>
                <a:moveTo>
                  <a:pt x="761624" y="115453"/>
                </a:moveTo>
                <a:lnTo>
                  <a:pt x="762124" y="115453"/>
                </a:lnTo>
                <a:lnTo>
                  <a:pt x="762124" y="116341"/>
                </a:lnTo>
                <a:lnTo>
                  <a:pt x="761624" y="116341"/>
                </a:lnTo>
                <a:close/>
                <a:moveTo>
                  <a:pt x="965027" y="115453"/>
                </a:moveTo>
                <a:lnTo>
                  <a:pt x="966026" y="115453"/>
                </a:lnTo>
                <a:lnTo>
                  <a:pt x="966026" y="116341"/>
                </a:lnTo>
                <a:lnTo>
                  <a:pt x="965027" y="116341"/>
                </a:lnTo>
                <a:close/>
                <a:moveTo>
                  <a:pt x="938040" y="114565"/>
                </a:moveTo>
                <a:lnTo>
                  <a:pt x="938540" y="114565"/>
                </a:lnTo>
                <a:lnTo>
                  <a:pt x="938540" y="117229"/>
                </a:lnTo>
                <a:lnTo>
                  <a:pt x="938040" y="117229"/>
                </a:lnTo>
                <a:close/>
                <a:moveTo>
                  <a:pt x="811600" y="116341"/>
                </a:moveTo>
                <a:lnTo>
                  <a:pt x="812600" y="116341"/>
                </a:lnTo>
                <a:lnTo>
                  <a:pt x="812600" y="117229"/>
                </a:lnTo>
                <a:lnTo>
                  <a:pt x="811600" y="117229"/>
                </a:lnTo>
                <a:close/>
                <a:moveTo>
                  <a:pt x="966526" y="116341"/>
                </a:moveTo>
                <a:lnTo>
                  <a:pt x="967026" y="116341"/>
                </a:lnTo>
                <a:lnTo>
                  <a:pt x="967026" y="117229"/>
                </a:lnTo>
                <a:lnTo>
                  <a:pt x="966526" y="117229"/>
                </a:lnTo>
                <a:close/>
                <a:moveTo>
                  <a:pt x="839087" y="116341"/>
                </a:moveTo>
                <a:lnTo>
                  <a:pt x="839587" y="116341"/>
                </a:lnTo>
                <a:lnTo>
                  <a:pt x="839587" y="117229"/>
                </a:lnTo>
                <a:lnTo>
                  <a:pt x="839087" y="117229"/>
                </a:lnTo>
                <a:close/>
                <a:moveTo>
                  <a:pt x="916050" y="116341"/>
                </a:moveTo>
                <a:lnTo>
                  <a:pt x="916550" y="116341"/>
                </a:lnTo>
                <a:lnTo>
                  <a:pt x="916550" y="117229"/>
                </a:lnTo>
                <a:lnTo>
                  <a:pt x="916050" y="117229"/>
                </a:lnTo>
                <a:close/>
                <a:moveTo>
                  <a:pt x="939039" y="114565"/>
                </a:moveTo>
                <a:lnTo>
                  <a:pt x="939539" y="114565"/>
                </a:lnTo>
                <a:lnTo>
                  <a:pt x="939539" y="117229"/>
                </a:lnTo>
                <a:lnTo>
                  <a:pt x="939039" y="117229"/>
                </a:lnTo>
                <a:close/>
                <a:moveTo>
                  <a:pt x="965027" y="116341"/>
                </a:moveTo>
                <a:lnTo>
                  <a:pt x="965527" y="116341"/>
                </a:lnTo>
                <a:lnTo>
                  <a:pt x="965527" y="117229"/>
                </a:lnTo>
                <a:lnTo>
                  <a:pt x="965027" y="117229"/>
                </a:lnTo>
                <a:close/>
                <a:moveTo>
                  <a:pt x="759126" y="116341"/>
                </a:moveTo>
                <a:lnTo>
                  <a:pt x="759625" y="116341"/>
                </a:lnTo>
                <a:lnTo>
                  <a:pt x="759625" y="117229"/>
                </a:lnTo>
                <a:lnTo>
                  <a:pt x="759126" y="117229"/>
                </a:lnTo>
                <a:close/>
                <a:moveTo>
                  <a:pt x="944037" y="116341"/>
                </a:moveTo>
                <a:lnTo>
                  <a:pt x="944537" y="116341"/>
                </a:lnTo>
                <a:lnTo>
                  <a:pt x="944537" y="117229"/>
                </a:lnTo>
                <a:lnTo>
                  <a:pt x="944037" y="117229"/>
                </a:lnTo>
                <a:close/>
                <a:moveTo>
                  <a:pt x="964027" y="116341"/>
                </a:moveTo>
                <a:lnTo>
                  <a:pt x="964527" y="116341"/>
                </a:lnTo>
                <a:lnTo>
                  <a:pt x="964527" y="117229"/>
                </a:lnTo>
                <a:lnTo>
                  <a:pt x="964027" y="117229"/>
                </a:lnTo>
                <a:close/>
                <a:moveTo>
                  <a:pt x="733138" y="116341"/>
                </a:moveTo>
                <a:lnTo>
                  <a:pt x="733638" y="116341"/>
                </a:lnTo>
                <a:lnTo>
                  <a:pt x="733638" y="117229"/>
                </a:lnTo>
                <a:lnTo>
                  <a:pt x="733138" y="117229"/>
                </a:lnTo>
                <a:close/>
                <a:moveTo>
                  <a:pt x="919049" y="116341"/>
                </a:moveTo>
                <a:lnTo>
                  <a:pt x="919549" y="116341"/>
                </a:lnTo>
                <a:lnTo>
                  <a:pt x="919549" y="118117"/>
                </a:lnTo>
                <a:lnTo>
                  <a:pt x="919049" y="118117"/>
                </a:lnTo>
                <a:close/>
                <a:moveTo>
                  <a:pt x="938540" y="117229"/>
                </a:moveTo>
                <a:lnTo>
                  <a:pt x="939039" y="117229"/>
                </a:lnTo>
                <a:lnTo>
                  <a:pt x="939039" y="118117"/>
                </a:lnTo>
                <a:lnTo>
                  <a:pt x="938540" y="118117"/>
                </a:lnTo>
                <a:close/>
                <a:moveTo>
                  <a:pt x="853580" y="117229"/>
                </a:moveTo>
                <a:lnTo>
                  <a:pt x="854080" y="117229"/>
                </a:lnTo>
                <a:lnTo>
                  <a:pt x="854080" y="118117"/>
                </a:lnTo>
                <a:lnTo>
                  <a:pt x="853580" y="118117"/>
                </a:lnTo>
                <a:close/>
                <a:moveTo>
                  <a:pt x="816098" y="117229"/>
                </a:moveTo>
                <a:lnTo>
                  <a:pt x="816598" y="117229"/>
                </a:lnTo>
                <a:lnTo>
                  <a:pt x="816598" y="118117"/>
                </a:lnTo>
                <a:lnTo>
                  <a:pt x="816098" y="118117"/>
                </a:lnTo>
                <a:close/>
                <a:moveTo>
                  <a:pt x="945036" y="117229"/>
                </a:moveTo>
                <a:lnTo>
                  <a:pt x="945536" y="117229"/>
                </a:lnTo>
                <a:lnTo>
                  <a:pt x="945536" y="118117"/>
                </a:lnTo>
                <a:lnTo>
                  <a:pt x="945036" y="118117"/>
                </a:lnTo>
                <a:close/>
                <a:moveTo>
                  <a:pt x="946036" y="116341"/>
                </a:moveTo>
                <a:lnTo>
                  <a:pt x="947035" y="116341"/>
                </a:lnTo>
                <a:lnTo>
                  <a:pt x="947035" y="118117"/>
                </a:lnTo>
                <a:lnTo>
                  <a:pt x="946036" y="118117"/>
                </a:lnTo>
                <a:close/>
                <a:moveTo>
                  <a:pt x="963528" y="117229"/>
                </a:moveTo>
                <a:lnTo>
                  <a:pt x="964027" y="117229"/>
                </a:lnTo>
                <a:lnTo>
                  <a:pt x="964027" y="118117"/>
                </a:lnTo>
                <a:lnTo>
                  <a:pt x="963528" y="118117"/>
                </a:lnTo>
                <a:close/>
                <a:moveTo>
                  <a:pt x="825594" y="118117"/>
                </a:moveTo>
                <a:lnTo>
                  <a:pt x="826093" y="118117"/>
                </a:lnTo>
                <a:lnTo>
                  <a:pt x="826093" y="119005"/>
                </a:lnTo>
                <a:lnTo>
                  <a:pt x="825594" y="119005"/>
                </a:lnTo>
                <a:close/>
                <a:moveTo>
                  <a:pt x="923547" y="116341"/>
                </a:moveTo>
                <a:lnTo>
                  <a:pt x="924046" y="116341"/>
                </a:lnTo>
                <a:lnTo>
                  <a:pt x="924046" y="119005"/>
                </a:lnTo>
                <a:lnTo>
                  <a:pt x="923547" y="119005"/>
                </a:lnTo>
                <a:close/>
                <a:moveTo>
                  <a:pt x="838088" y="118117"/>
                </a:moveTo>
                <a:lnTo>
                  <a:pt x="838587" y="118117"/>
                </a:lnTo>
                <a:lnTo>
                  <a:pt x="838587" y="119005"/>
                </a:lnTo>
                <a:lnTo>
                  <a:pt x="838088" y="119005"/>
                </a:lnTo>
                <a:close/>
                <a:moveTo>
                  <a:pt x="938540" y="118117"/>
                </a:moveTo>
                <a:lnTo>
                  <a:pt x="939539" y="118117"/>
                </a:lnTo>
                <a:lnTo>
                  <a:pt x="939539" y="119005"/>
                </a:lnTo>
                <a:lnTo>
                  <a:pt x="938540" y="119005"/>
                </a:lnTo>
                <a:close/>
                <a:moveTo>
                  <a:pt x="943537" y="117229"/>
                </a:moveTo>
                <a:lnTo>
                  <a:pt x="944037" y="117229"/>
                </a:lnTo>
                <a:lnTo>
                  <a:pt x="944037" y="119005"/>
                </a:lnTo>
                <a:lnTo>
                  <a:pt x="943537" y="119005"/>
                </a:lnTo>
                <a:close/>
                <a:moveTo>
                  <a:pt x="817098" y="118117"/>
                </a:moveTo>
                <a:lnTo>
                  <a:pt x="817598" y="118117"/>
                </a:lnTo>
                <a:lnTo>
                  <a:pt x="817598" y="119005"/>
                </a:lnTo>
                <a:lnTo>
                  <a:pt x="817098" y="119005"/>
                </a:lnTo>
                <a:close/>
                <a:moveTo>
                  <a:pt x="946036" y="118117"/>
                </a:moveTo>
                <a:lnTo>
                  <a:pt x="947535" y="118117"/>
                </a:lnTo>
                <a:lnTo>
                  <a:pt x="947535" y="119005"/>
                </a:lnTo>
                <a:lnTo>
                  <a:pt x="946036" y="119005"/>
                </a:lnTo>
                <a:close/>
                <a:moveTo>
                  <a:pt x="846584" y="118117"/>
                </a:moveTo>
                <a:lnTo>
                  <a:pt x="847583" y="118117"/>
                </a:lnTo>
                <a:lnTo>
                  <a:pt x="847583" y="119005"/>
                </a:lnTo>
                <a:lnTo>
                  <a:pt x="846584" y="119005"/>
                </a:lnTo>
                <a:close/>
                <a:moveTo>
                  <a:pt x="944537" y="118117"/>
                </a:moveTo>
                <a:lnTo>
                  <a:pt x="945536" y="118117"/>
                </a:lnTo>
                <a:lnTo>
                  <a:pt x="945536" y="119005"/>
                </a:lnTo>
                <a:lnTo>
                  <a:pt x="944537" y="119005"/>
                </a:lnTo>
                <a:close/>
                <a:moveTo>
                  <a:pt x="732638" y="118117"/>
                </a:moveTo>
                <a:lnTo>
                  <a:pt x="733138" y="118117"/>
                </a:lnTo>
                <a:lnTo>
                  <a:pt x="733138" y="119005"/>
                </a:lnTo>
                <a:lnTo>
                  <a:pt x="732638" y="119005"/>
                </a:lnTo>
                <a:close/>
                <a:moveTo>
                  <a:pt x="855579" y="119005"/>
                </a:moveTo>
                <a:lnTo>
                  <a:pt x="856079" y="119005"/>
                </a:lnTo>
                <a:lnTo>
                  <a:pt x="856079" y="119893"/>
                </a:lnTo>
                <a:lnTo>
                  <a:pt x="855579" y="119893"/>
                </a:lnTo>
                <a:close/>
                <a:moveTo>
                  <a:pt x="818097" y="119005"/>
                </a:moveTo>
                <a:lnTo>
                  <a:pt x="819097" y="119005"/>
                </a:lnTo>
                <a:lnTo>
                  <a:pt x="819097" y="119893"/>
                </a:lnTo>
                <a:lnTo>
                  <a:pt x="818097" y="119893"/>
                </a:lnTo>
                <a:close/>
                <a:moveTo>
                  <a:pt x="916050" y="119005"/>
                </a:moveTo>
                <a:lnTo>
                  <a:pt x="916550" y="119005"/>
                </a:lnTo>
                <a:lnTo>
                  <a:pt x="916550" y="119893"/>
                </a:lnTo>
                <a:lnTo>
                  <a:pt x="916050" y="119893"/>
                </a:lnTo>
                <a:close/>
                <a:moveTo>
                  <a:pt x="837588" y="119005"/>
                </a:moveTo>
                <a:lnTo>
                  <a:pt x="838088" y="119005"/>
                </a:lnTo>
                <a:lnTo>
                  <a:pt x="838088" y="119893"/>
                </a:lnTo>
                <a:lnTo>
                  <a:pt x="837588" y="119893"/>
                </a:lnTo>
                <a:close/>
                <a:moveTo>
                  <a:pt x="944037" y="119005"/>
                </a:moveTo>
                <a:lnTo>
                  <a:pt x="944537" y="119005"/>
                </a:lnTo>
                <a:lnTo>
                  <a:pt x="944537" y="119893"/>
                </a:lnTo>
                <a:lnTo>
                  <a:pt x="944037" y="119893"/>
                </a:lnTo>
                <a:close/>
                <a:moveTo>
                  <a:pt x="924046" y="119005"/>
                </a:moveTo>
                <a:lnTo>
                  <a:pt x="924546" y="119005"/>
                </a:lnTo>
                <a:lnTo>
                  <a:pt x="924546" y="119893"/>
                </a:lnTo>
                <a:lnTo>
                  <a:pt x="924046" y="119893"/>
                </a:lnTo>
                <a:close/>
                <a:moveTo>
                  <a:pt x="964527" y="118117"/>
                </a:moveTo>
                <a:lnTo>
                  <a:pt x="965027" y="118117"/>
                </a:lnTo>
                <a:lnTo>
                  <a:pt x="965027" y="119893"/>
                </a:lnTo>
                <a:lnTo>
                  <a:pt x="964527" y="119893"/>
                </a:lnTo>
                <a:close/>
                <a:moveTo>
                  <a:pt x="938040" y="119005"/>
                </a:moveTo>
                <a:lnTo>
                  <a:pt x="939039" y="119005"/>
                </a:lnTo>
                <a:lnTo>
                  <a:pt x="939039" y="119893"/>
                </a:lnTo>
                <a:lnTo>
                  <a:pt x="938040" y="119893"/>
                </a:lnTo>
                <a:close/>
                <a:moveTo>
                  <a:pt x="939039" y="119893"/>
                </a:moveTo>
                <a:lnTo>
                  <a:pt x="939539" y="119893"/>
                </a:lnTo>
                <a:lnTo>
                  <a:pt x="939539" y="120782"/>
                </a:lnTo>
                <a:lnTo>
                  <a:pt x="939039" y="120782"/>
                </a:lnTo>
                <a:close/>
                <a:moveTo>
                  <a:pt x="945536" y="119005"/>
                </a:moveTo>
                <a:lnTo>
                  <a:pt x="946036" y="119005"/>
                </a:lnTo>
                <a:lnTo>
                  <a:pt x="946036" y="120782"/>
                </a:lnTo>
                <a:lnTo>
                  <a:pt x="945536" y="120782"/>
                </a:lnTo>
                <a:close/>
                <a:moveTo>
                  <a:pt x="946536" y="119893"/>
                </a:moveTo>
                <a:lnTo>
                  <a:pt x="947535" y="119893"/>
                </a:lnTo>
                <a:lnTo>
                  <a:pt x="947535" y="120782"/>
                </a:lnTo>
                <a:lnTo>
                  <a:pt x="946536" y="120782"/>
                </a:lnTo>
                <a:close/>
                <a:moveTo>
                  <a:pt x="964027" y="119893"/>
                </a:moveTo>
                <a:lnTo>
                  <a:pt x="965027" y="119893"/>
                </a:lnTo>
                <a:lnTo>
                  <a:pt x="965027" y="120782"/>
                </a:lnTo>
                <a:lnTo>
                  <a:pt x="964027" y="120782"/>
                </a:lnTo>
                <a:close/>
                <a:moveTo>
                  <a:pt x="920048" y="120782"/>
                </a:moveTo>
                <a:lnTo>
                  <a:pt x="920548" y="120782"/>
                </a:lnTo>
                <a:lnTo>
                  <a:pt x="920548" y="121670"/>
                </a:lnTo>
                <a:lnTo>
                  <a:pt x="920048" y="121670"/>
                </a:lnTo>
                <a:close/>
                <a:moveTo>
                  <a:pt x="900558" y="120782"/>
                </a:moveTo>
                <a:lnTo>
                  <a:pt x="901057" y="120782"/>
                </a:lnTo>
                <a:lnTo>
                  <a:pt x="901057" y="121670"/>
                </a:lnTo>
                <a:lnTo>
                  <a:pt x="900558" y="121670"/>
                </a:lnTo>
                <a:close/>
                <a:moveTo>
                  <a:pt x="901557" y="120782"/>
                </a:moveTo>
                <a:lnTo>
                  <a:pt x="902057" y="120782"/>
                </a:lnTo>
                <a:lnTo>
                  <a:pt x="902057" y="121670"/>
                </a:lnTo>
                <a:lnTo>
                  <a:pt x="901557" y="121670"/>
                </a:lnTo>
                <a:close/>
                <a:moveTo>
                  <a:pt x="921048" y="120782"/>
                </a:moveTo>
                <a:lnTo>
                  <a:pt x="922047" y="120782"/>
                </a:lnTo>
                <a:lnTo>
                  <a:pt x="922047" y="121670"/>
                </a:lnTo>
                <a:lnTo>
                  <a:pt x="921048" y="121670"/>
                </a:lnTo>
                <a:close/>
                <a:moveTo>
                  <a:pt x="853580" y="120782"/>
                </a:moveTo>
                <a:lnTo>
                  <a:pt x="854080" y="120782"/>
                </a:lnTo>
                <a:lnTo>
                  <a:pt x="854080" y="121670"/>
                </a:lnTo>
                <a:lnTo>
                  <a:pt x="853580" y="121670"/>
                </a:lnTo>
                <a:close/>
                <a:moveTo>
                  <a:pt x="964027" y="120782"/>
                </a:moveTo>
                <a:lnTo>
                  <a:pt x="964527" y="120782"/>
                </a:lnTo>
                <a:lnTo>
                  <a:pt x="964527" y="121670"/>
                </a:lnTo>
                <a:lnTo>
                  <a:pt x="964027" y="121670"/>
                </a:lnTo>
                <a:close/>
                <a:moveTo>
                  <a:pt x="939539" y="120782"/>
                </a:moveTo>
                <a:lnTo>
                  <a:pt x="940539" y="120782"/>
                </a:lnTo>
                <a:lnTo>
                  <a:pt x="940539" y="121670"/>
                </a:lnTo>
                <a:lnTo>
                  <a:pt x="939539" y="121670"/>
                </a:lnTo>
                <a:close/>
                <a:moveTo>
                  <a:pt x="899558" y="120782"/>
                </a:moveTo>
                <a:lnTo>
                  <a:pt x="900058" y="120782"/>
                </a:lnTo>
                <a:lnTo>
                  <a:pt x="900058" y="121670"/>
                </a:lnTo>
                <a:lnTo>
                  <a:pt x="899558" y="121670"/>
                </a:lnTo>
                <a:close/>
                <a:moveTo>
                  <a:pt x="960529" y="120782"/>
                </a:moveTo>
                <a:lnTo>
                  <a:pt x="961528" y="120782"/>
                </a:lnTo>
                <a:lnTo>
                  <a:pt x="961528" y="121670"/>
                </a:lnTo>
                <a:lnTo>
                  <a:pt x="960529" y="121670"/>
                </a:lnTo>
                <a:close/>
                <a:moveTo>
                  <a:pt x="938040" y="120782"/>
                </a:moveTo>
                <a:lnTo>
                  <a:pt x="938540" y="120782"/>
                </a:lnTo>
                <a:lnTo>
                  <a:pt x="938540" y="121670"/>
                </a:lnTo>
                <a:lnTo>
                  <a:pt x="938040" y="121670"/>
                </a:lnTo>
                <a:close/>
                <a:moveTo>
                  <a:pt x="958530" y="120782"/>
                </a:moveTo>
                <a:lnTo>
                  <a:pt x="959030" y="120782"/>
                </a:lnTo>
                <a:lnTo>
                  <a:pt x="959030" y="121670"/>
                </a:lnTo>
                <a:lnTo>
                  <a:pt x="958530" y="121670"/>
                </a:lnTo>
                <a:close/>
                <a:moveTo>
                  <a:pt x="963028" y="120782"/>
                </a:moveTo>
                <a:lnTo>
                  <a:pt x="963528" y="120782"/>
                </a:lnTo>
                <a:lnTo>
                  <a:pt x="963528" y="121670"/>
                </a:lnTo>
                <a:lnTo>
                  <a:pt x="963028" y="121670"/>
                </a:lnTo>
                <a:close/>
                <a:moveTo>
                  <a:pt x="941038" y="120782"/>
                </a:moveTo>
                <a:lnTo>
                  <a:pt x="942038" y="120782"/>
                </a:lnTo>
                <a:lnTo>
                  <a:pt x="942038" y="121670"/>
                </a:lnTo>
                <a:lnTo>
                  <a:pt x="941038" y="121670"/>
                </a:lnTo>
                <a:close/>
                <a:moveTo>
                  <a:pt x="729140" y="121670"/>
                </a:moveTo>
                <a:lnTo>
                  <a:pt x="729640" y="121670"/>
                </a:lnTo>
                <a:lnTo>
                  <a:pt x="729640" y="122558"/>
                </a:lnTo>
                <a:lnTo>
                  <a:pt x="729140" y="122558"/>
                </a:lnTo>
                <a:close/>
                <a:moveTo>
                  <a:pt x="942538" y="120782"/>
                </a:moveTo>
                <a:lnTo>
                  <a:pt x="943037" y="120782"/>
                </a:lnTo>
                <a:lnTo>
                  <a:pt x="943037" y="122558"/>
                </a:lnTo>
                <a:lnTo>
                  <a:pt x="942538" y="122558"/>
                </a:lnTo>
                <a:close/>
                <a:moveTo>
                  <a:pt x="958530" y="121670"/>
                </a:moveTo>
                <a:lnTo>
                  <a:pt x="960529" y="121670"/>
                </a:lnTo>
                <a:lnTo>
                  <a:pt x="960529" y="122558"/>
                </a:lnTo>
                <a:lnTo>
                  <a:pt x="958530" y="122558"/>
                </a:lnTo>
                <a:close/>
                <a:moveTo>
                  <a:pt x="943537" y="120782"/>
                </a:moveTo>
                <a:lnTo>
                  <a:pt x="944037" y="120782"/>
                </a:lnTo>
                <a:lnTo>
                  <a:pt x="944037" y="122558"/>
                </a:lnTo>
                <a:lnTo>
                  <a:pt x="943537" y="122558"/>
                </a:lnTo>
                <a:close/>
                <a:moveTo>
                  <a:pt x="938540" y="121670"/>
                </a:moveTo>
                <a:lnTo>
                  <a:pt x="939039" y="121670"/>
                </a:lnTo>
                <a:lnTo>
                  <a:pt x="939039" y="122558"/>
                </a:lnTo>
                <a:lnTo>
                  <a:pt x="938540" y="122558"/>
                </a:lnTo>
                <a:close/>
                <a:moveTo>
                  <a:pt x="961528" y="121670"/>
                </a:moveTo>
                <a:lnTo>
                  <a:pt x="962028" y="121670"/>
                </a:lnTo>
                <a:lnTo>
                  <a:pt x="962028" y="122558"/>
                </a:lnTo>
                <a:lnTo>
                  <a:pt x="961528" y="122558"/>
                </a:lnTo>
                <a:close/>
                <a:moveTo>
                  <a:pt x="939539" y="121670"/>
                </a:moveTo>
                <a:lnTo>
                  <a:pt x="940039" y="121670"/>
                </a:lnTo>
                <a:lnTo>
                  <a:pt x="940039" y="122558"/>
                </a:lnTo>
                <a:lnTo>
                  <a:pt x="939539" y="122558"/>
                </a:lnTo>
                <a:close/>
                <a:moveTo>
                  <a:pt x="925546" y="121670"/>
                </a:moveTo>
                <a:lnTo>
                  <a:pt x="926046" y="121670"/>
                </a:lnTo>
                <a:lnTo>
                  <a:pt x="926046" y="122558"/>
                </a:lnTo>
                <a:lnTo>
                  <a:pt x="925546" y="122558"/>
                </a:lnTo>
                <a:close/>
                <a:moveTo>
                  <a:pt x="899558" y="121670"/>
                </a:moveTo>
                <a:lnTo>
                  <a:pt x="901557" y="121670"/>
                </a:lnTo>
                <a:lnTo>
                  <a:pt x="901557" y="122558"/>
                </a:lnTo>
                <a:lnTo>
                  <a:pt x="899558" y="122558"/>
                </a:lnTo>
                <a:close/>
                <a:moveTo>
                  <a:pt x="952533" y="120782"/>
                </a:moveTo>
                <a:lnTo>
                  <a:pt x="953033" y="120782"/>
                </a:lnTo>
                <a:lnTo>
                  <a:pt x="953033" y="122558"/>
                </a:lnTo>
                <a:lnTo>
                  <a:pt x="952533" y="122558"/>
                </a:lnTo>
                <a:close/>
                <a:moveTo>
                  <a:pt x="923047" y="120782"/>
                </a:moveTo>
                <a:lnTo>
                  <a:pt x="924046" y="120782"/>
                </a:lnTo>
                <a:lnTo>
                  <a:pt x="924046" y="122558"/>
                </a:lnTo>
                <a:lnTo>
                  <a:pt x="923047" y="122558"/>
                </a:lnTo>
                <a:close/>
                <a:moveTo>
                  <a:pt x="925046" y="122558"/>
                </a:moveTo>
                <a:lnTo>
                  <a:pt x="925546" y="122558"/>
                </a:lnTo>
                <a:lnTo>
                  <a:pt x="925546" y="123446"/>
                </a:lnTo>
                <a:lnTo>
                  <a:pt x="925046" y="123446"/>
                </a:lnTo>
                <a:close/>
                <a:moveTo>
                  <a:pt x="940539" y="122558"/>
                </a:moveTo>
                <a:lnTo>
                  <a:pt x="941038" y="122558"/>
                </a:lnTo>
                <a:lnTo>
                  <a:pt x="941038" y="123446"/>
                </a:lnTo>
                <a:lnTo>
                  <a:pt x="940539" y="123446"/>
                </a:lnTo>
                <a:close/>
                <a:moveTo>
                  <a:pt x="901557" y="122558"/>
                </a:moveTo>
                <a:lnTo>
                  <a:pt x="902057" y="122558"/>
                </a:lnTo>
                <a:lnTo>
                  <a:pt x="902057" y="123446"/>
                </a:lnTo>
                <a:lnTo>
                  <a:pt x="901557" y="123446"/>
                </a:lnTo>
                <a:close/>
                <a:moveTo>
                  <a:pt x="921548" y="122558"/>
                </a:moveTo>
                <a:lnTo>
                  <a:pt x="922047" y="122558"/>
                </a:lnTo>
                <a:lnTo>
                  <a:pt x="922047" y="123446"/>
                </a:lnTo>
                <a:lnTo>
                  <a:pt x="921548" y="123446"/>
                </a:lnTo>
                <a:close/>
                <a:moveTo>
                  <a:pt x="938040" y="122558"/>
                </a:moveTo>
                <a:lnTo>
                  <a:pt x="938540" y="122558"/>
                </a:lnTo>
                <a:lnTo>
                  <a:pt x="938540" y="123446"/>
                </a:lnTo>
                <a:lnTo>
                  <a:pt x="938040" y="123446"/>
                </a:lnTo>
                <a:close/>
                <a:moveTo>
                  <a:pt x="958530" y="122558"/>
                </a:moveTo>
                <a:lnTo>
                  <a:pt x="959030" y="122558"/>
                </a:lnTo>
                <a:lnTo>
                  <a:pt x="959030" y="123446"/>
                </a:lnTo>
                <a:lnTo>
                  <a:pt x="958530" y="123446"/>
                </a:lnTo>
                <a:close/>
                <a:moveTo>
                  <a:pt x="951533" y="122558"/>
                </a:moveTo>
                <a:lnTo>
                  <a:pt x="952033" y="122558"/>
                </a:lnTo>
                <a:lnTo>
                  <a:pt x="952033" y="123446"/>
                </a:lnTo>
                <a:lnTo>
                  <a:pt x="951533" y="123446"/>
                </a:lnTo>
                <a:close/>
                <a:moveTo>
                  <a:pt x="939039" y="122558"/>
                </a:moveTo>
                <a:lnTo>
                  <a:pt x="939539" y="122558"/>
                </a:lnTo>
                <a:lnTo>
                  <a:pt x="939539" y="123446"/>
                </a:lnTo>
                <a:lnTo>
                  <a:pt x="939039" y="123446"/>
                </a:lnTo>
                <a:close/>
                <a:moveTo>
                  <a:pt x="964527" y="121670"/>
                </a:moveTo>
                <a:lnTo>
                  <a:pt x="965027" y="121670"/>
                </a:lnTo>
                <a:lnTo>
                  <a:pt x="965027" y="123446"/>
                </a:lnTo>
                <a:lnTo>
                  <a:pt x="964527" y="123446"/>
                </a:lnTo>
                <a:close/>
                <a:moveTo>
                  <a:pt x="920548" y="122558"/>
                </a:moveTo>
                <a:lnTo>
                  <a:pt x="921048" y="122558"/>
                </a:lnTo>
                <a:lnTo>
                  <a:pt x="921048" y="123446"/>
                </a:lnTo>
                <a:lnTo>
                  <a:pt x="920548" y="123446"/>
                </a:lnTo>
                <a:close/>
                <a:moveTo>
                  <a:pt x="953033" y="122558"/>
                </a:moveTo>
                <a:lnTo>
                  <a:pt x="953532" y="122558"/>
                </a:lnTo>
                <a:lnTo>
                  <a:pt x="953532" y="123446"/>
                </a:lnTo>
                <a:lnTo>
                  <a:pt x="953033" y="123446"/>
                </a:lnTo>
                <a:close/>
                <a:moveTo>
                  <a:pt x="941538" y="122558"/>
                </a:moveTo>
                <a:lnTo>
                  <a:pt x="942038" y="122558"/>
                </a:lnTo>
                <a:lnTo>
                  <a:pt x="942038" y="123446"/>
                </a:lnTo>
                <a:lnTo>
                  <a:pt x="941538" y="123446"/>
                </a:lnTo>
                <a:close/>
                <a:moveTo>
                  <a:pt x="942538" y="122558"/>
                </a:moveTo>
                <a:lnTo>
                  <a:pt x="943537" y="122558"/>
                </a:lnTo>
                <a:lnTo>
                  <a:pt x="943537" y="123446"/>
                </a:lnTo>
                <a:lnTo>
                  <a:pt x="942538" y="123446"/>
                </a:lnTo>
                <a:close/>
                <a:moveTo>
                  <a:pt x="922547" y="122558"/>
                </a:moveTo>
                <a:lnTo>
                  <a:pt x="924046" y="122558"/>
                </a:lnTo>
                <a:lnTo>
                  <a:pt x="924046" y="123446"/>
                </a:lnTo>
                <a:lnTo>
                  <a:pt x="922547" y="123446"/>
                </a:lnTo>
                <a:close/>
                <a:moveTo>
                  <a:pt x="963528" y="122558"/>
                </a:moveTo>
                <a:lnTo>
                  <a:pt x="964027" y="122558"/>
                </a:lnTo>
                <a:lnTo>
                  <a:pt x="964027" y="123446"/>
                </a:lnTo>
                <a:lnTo>
                  <a:pt x="963528" y="123446"/>
                </a:lnTo>
                <a:close/>
                <a:moveTo>
                  <a:pt x="941538" y="123446"/>
                </a:moveTo>
                <a:lnTo>
                  <a:pt x="943037" y="123446"/>
                </a:lnTo>
                <a:lnTo>
                  <a:pt x="943037" y="124334"/>
                </a:lnTo>
                <a:lnTo>
                  <a:pt x="941538" y="124334"/>
                </a:lnTo>
                <a:close/>
                <a:moveTo>
                  <a:pt x="960529" y="122558"/>
                </a:moveTo>
                <a:lnTo>
                  <a:pt x="961029" y="122558"/>
                </a:lnTo>
                <a:lnTo>
                  <a:pt x="961029" y="124334"/>
                </a:lnTo>
                <a:lnTo>
                  <a:pt x="960529" y="124334"/>
                </a:lnTo>
                <a:close/>
                <a:moveTo>
                  <a:pt x="963528" y="123446"/>
                </a:moveTo>
                <a:lnTo>
                  <a:pt x="965027" y="123446"/>
                </a:lnTo>
                <a:lnTo>
                  <a:pt x="965027" y="124334"/>
                </a:lnTo>
                <a:lnTo>
                  <a:pt x="963528" y="124334"/>
                </a:lnTo>
                <a:close/>
                <a:moveTo>
                  <a:pt x="959030" y="123446"/>
                </a:moveTo>
                <a:lnTo>
                  <a:pt x="960029" y="123446"/>
                </a:lnTo>
                <a:lnTo>
                  <a:pt x="960029" y="124334"/>
                </a:lnTo>
                <a:lnTo>
                  <a:pt x="959030" y="124334"/>
                </a:lnTo>
                <a:close/>
                <a:moveTo>
                  <a:pt x="965527" y="123446"/>
                </a:moveTo>
                <a:lnTo>
                  <a:pt x="966026" y="123446"/>
                </a:lnTo>
                <a:lnTo>
                  <a:pt x="966026" y="124334"/>
                </a:lnTo>
                <a:lnTo>
                  <a:pt x="965527" y="124334"/>
                </a:lnTo>
                <a:close/>
                <a:moveTo>
                  <a:pt x="900558" y="123446"/>
                </a:moveTo>
                <a:lnTo>
                  <a:pt x="901557" y="123446"/>
                </a:lnTo>
                <a:lnTo>
                  <a:pt x="901557" y="124334"/>
                </a:lnTo>
                <a:lnTo>
                  <a:pt x="900558" y="124334"/>
                </a:lnTo>
                <a:close/>
                <a:moveTo>
                  <a:pt x="924546" y="123446"/>
                </a:moveTo>
                <a:lnTo>
                  <a:pt x="925546" y="123446"/>
                </a:lnTo>
                <a:lnTo>
                  <a:pt x="925546" y="124334"/>
                </a:lnTo>
                <a:lnTo>
                  <a:pt x="924546" y="124334"/>
                </a:lnTo>
                <a:close/>
                <a:moveTo>
                  <a:pt x="960029" y="124334"/>
                </a:moveTo>
                <a:lnTo>
                  <a:pt x="960529" y="124334"/>
                </a:lnTo>
                <a:lnTo>
                  <a:pt x="960529" y="125222"/>
                </a:lnTo>
                <a:lnTo>
                  <a:pt x="960029" y="125222"/>
                </a:lnTo>
                <a:close/>
                <a:moveTo>
                  <a:pt x="924546" y="124334"/>
                </a:moveTo>
                <a:lnTo>
                  <a:pt x="925046" y="124334"/>
                </a:lnTo>
                <a:lnTo>
                  <a:pt x="925046" y="125222"/>
                </a:lnTo>
                <a:lnTo>
                  <a:pt x="924546" y="125222"/>
                </a:lnTo>
                <a:close/>
                <a:moveTo>
                  <a:pt x="899558" y="124334"/>
                </a:moveTo>
                <a:lnTo>
                  <a:pt x="901057" y="124334"/>
                </a:lnTo>
                <a:lnTo>
                  <a:pt x="901057" y="125222"/>
                </a:lnTo>
                <a:lnTo>
                  <a:pt x="899558" y="125222"/>
                </a:lnTo>
                <a:close/>
                <a:moveTo>
                  <a:pt x="920048" y="123446"/>
                </a:moveTo>
                <a:lnTo>
                  <a:pt x="920548" y="123446"/>
                </a:lnTo>
                <a:lnTo>
                  <a:pt x="920548" y="125222"/>
                </a:lnTo>
                <a:lnTo>
                  <a:pt x="920048" y="125222"/>
                </a:lnTo>
                <a:close/>
                <a:moveTo>
                  <a:pt x="937040" y="124334"/>
                </a:moveTo>
                <a:lnTo>
                  <a:pt x="937540" y="124334"/>
                </a:lnTo>
                <a:lnTo>
                  <a:pt x="937540" y="125222"/>
                </a:lnTo>
                <a:lnTo>
                  <a:pt x="937040" y="125222"/>
                </a:lnTo>
                <a:close/>
                <a:moveTo>
                  <a:pt x="965527" y="124334"/>
                </a:moveTo>
                <a:lnTo>
                  <a:pt x="966526" y="124334"/>
                </a:lnTo>
                <a:lnTo>
                  <a:pt x="966526" y="125222"/>
                </a:lnTo>
                <a:lnTo>
                  <a:pt x="965527" y="125222"/>
                </a:lnTo>
                <a:close/>
                <a:moveTo>
                  <a:pt x="942038" y="124334"/>
                </a:moveTo>
                <a:lnTo>
                  <a:pt x="942538" y="124334"/>
                </a:lnTo>
                <a:lnTo>
                  <a:pt x="942538" y="125222"/>
                </a:lnTo>
                <a:lnTo>
                  <a:pt x="942038" y="125222"/>
                </a:lnTo>
                <a:close/>
                <a:moveTo>
                  <a:pt x="961528" y="123446"/>
                </a:moveTo>
                <a:lnTo>
                  <a:pt x="962028" y="123446"/>
                </a:lnTo>
                <a:lnTo>
                  <a:pt x="962028" y="125222"/>
                </a:lnTo>
                <a:lnTo>
                  <a:pt x="961528" y="125222"/>
                </a:lnTo>
                <a:close/>
                <a:moveTo>
                  <a:pt x="922547" y="124334"/>
                </a:moveTo>
                <a:lnTo>
                  <a:pt x="923047" y="124334"/>
                </a:lnTo>
                <a:lnTo>
                  <a:pt x="923047" y="125222"/>
                </a:lnTo>
                <a:lnTo>
                  <a:pt x="922547" y="125222"/>
                </a:lnTo>
                <a:close/>
                <a:moveTo>
                  <a:pt x="940039" y="123446"/>
                </a:moveTo>
                <a:lnTo>
                  <a:pt x="940539" y="123446"/>
                </a:lnTo>
                <a:lnTo>
                  <a:pt x="940539" y="125222"/>
                </a:lnTo>
                <a:lnTo>
                  <a:pt x="940039" y="125222"/>
                </a:lnTo>
                <a:close/>
                <a:moveTo>
                  <a:pt x="925546" y="124334"/>
                </a:moveTo>
                <a:lnTo>
                  <a:pt x="927045" y="124334"/>
                </a:lnTo>
                <a:lnTo>
                  <a:pt x="927045" y="125222"/>
                </a:lnTo>
                <a:lnTo>
                  <a:pt x="925546" y="125222"/>
                </a:lnTo>
                <a:close/>
                <a:moveTo>
                  <a:pt x="952033" y="123446"/>
                </a:moveTo>
                <a:lnTo>
                  <a:pt x="952533" y="123446"/>
                </a:lnTo>
                <a:lnTo>
                  <a:pt x="952533" y="125222"/>
                </a:lnTo>
                <a:lnTo>
                  <a:pt x="952033" y="125222"/>
                </a:lnTo>
                <a:close/>
                <a:moveTo>
                  <a:pt x="953033" y="124334"/>
                </a:moveTo>
                <a:lnTo>
                  <a:pt x="953532" y="124334"/>
                </a:lnTo>
                <a:lnTo>
                  <a:pt x="953532" y="125222"/>
                </a:lnTo>
                <a:lnTo>
                  <a:pt x="953033" y="125222"/>
                </a:lnTo>
                <a:close/>
                <a:moveTo>
                  <a:pt x="938040" y="124334"/>
                </a:moveTo>
                <a:lnTo>
                  <a:pt x="939039" y="124334"/>
                </a:lnTo>
                <a:lnTo>
                  <a:pt x="939039" y="125222"/>
                </a:lnTo>
                <a:lnTo>
                  <a:pt x="938040" y="125222"/>
                </a:lnTo>
                <a:close/>
                <a:moveTo>
                  <a:pt x="962528" y="121670"/>
                </a:moveTo>
                <a:lnTo>
                  <a:pt x="963028" y="121670"/>
                </a:lnTo>
                <a:lnTo>
                  <a:pt x="963028" y="125222"/>
                </a:lnTo>
                <a:lnTo>
                  <a:pt x="962528" y="125222"/>
                </a:lnTo>
                <a:close/>
                <a:moveTo>
                  <a:pt x="959030" y="124334"/>
                </a:moveTo>
                <a:lnTo>
                  <a:pt x="959529" y="124334"/>
                </a:lnTo>
                <a:lnTo>
                  <a:pt x="959529" y="125222"/>
                </a:lnTo>
                <a:lnTo>
                  <a:pt x="959030" y="125222"/>
                </a:lnTo>
                <a:close/>
                <a:moveTo>
                  <a:pt x="923547" y="125222"/>
                </a:moveTo>
                <a:lnTo>
                  <a:pt x="924046" y="125222"/>
                </a:lnTo>
                <a:lnTo>
                  <a:pt x="924046" y="126110"/>
                </a:lnTo>
                <a:lnTo>
                  <a:pt x="923547" y="126110"/>
                </a:lnTo>
                <a:close/>
                <a:moveTo>
                  <a:pt x="960529" y="125222"/>
                </a:moveTo>
                <a:lnTo>
                  <a:pt x="961029" y="125222"/>
                </a:lnTo>
                <a:lnTo>
                  <a:pt x="961029" y="126110"/>
                </a:lnTo>
                <a:lnTo>
                  <a:pt x="960529" y="126110"/>
                </a:lnTo>
                <a:close/>
                <a:moveTo>
                  <a:pt x="959529" y="125222"/>
                </a:moveTo>
                <a:lnTo>
                  <a:pt x="960029" y="125222"/>
                </a:lnTo>
                <a:lnTo>
                  <a:pt x="960029" y="126110"/>
                </a:lnTo>
                <a:lnTo>
                  <a:pt x="959529" y="126110"/>
                </a:lnTo>
                <a:close/>
                <a:moveTo>
                  <a:pt x="938540" y="125222"/>
                </a:moveTo>
                <a:lnTo>
                  <a:pt x="939539" y="125222"/>
                </a:lnTo>
                <a:lnTo>
                  <a:pt x="939539" y="126110"/>
                </a:lnTo>
                <a:lnTo>
                  <a:pt x="938540" y="126110"/>
                </a:lnTo>
                <a:close/>
                <a:moveTo>
                  <a:pt x="951533" y="125222"/>
                </a:moveTo>
                <a:lnTo>
                  <a:pt x="952033" y="125222"/>
                </a:lnTo>
                <a:lnTo>
                  <a:pt x="952033" y="126110"/>
                </a:lnTo>
                <a:lnTo>
                  <a:pt x="951533" y="126110"/>
                </a:lnTo>
                <a:close/>
                <a:moveTo>
                  <a:pt x="901557" y="125222"/>
                </a:moveTo>
                <a:lnTo>
                  <a:pt x="902057" y="125222"/>
                </a:lnTo>
                <a:lnTo>
                  <a:pt x="902057" y="126110"/>
                </a:lnTo>
                <a:lnTo>
                  <a:pt x="901557" y="126110"/>
                </a:lnTo>
                <a:close/>
                <a:moveTo>
                  <a:pt x="966026" y="125222"/>
                </a:moveTo>
                <a:lnTo>
                  <a:pt x="966526" y="125222"/>
                </a:lnTo>
                <a:lnTo>
                  <a:pt x="966526" y="126110"/>
                </a:lnTo>
                <a:lnTo>
                  <a:pt x="966026" y="126110"/>
                </a:lnTo>
                <a:close/>
                <a:moveTo>
                  <a:pt x="925546" y="125222"/>
                </a:moveTo>
                <a:lnTo>
                  <a:pt x="926046" y="125222"/>
                </a:lnTo>
                <a:lnTo>
                  <a:pt x="926046" y="126110"/>
                </a:lnTo>
                <a:lnTo>
                  <a:pt x="925546" y="126110"/>
                </a:lnTo>
                <a:close/>
                <a:moveTo>
                  <a:pt x="943037" y="125222"/>
                </a:moveTo>
                <a:lnTo>
                  <a:pt x="943537" y="125222"/>
                </a:lnTo>
                <a:lnTo>
                  <a:pt x="943537" y="126110"/>
                </a:lnTo>
                <a:lnTo>
                  <a:pt x="943037" y="126110"/>
                </a:lnTo>
                <a:close/>
                <a:moveTo>
                  <a:pt x="963528" y="125222"/>
                </a:moveTo>
                <a:lnTo>
                  <a:pt x="964527" y="125222"/>
                </a:lnTo>
                <a:lnTo>
                  <a:pt x="964527" y="126110"/>
                </a:lnTo>
                <a:lnTo>
                  <a:pt x="963528" y="126110"/>
                </a:lnTo>
                <a:close/>
                <a:moveTo>
                  <a:pt x="926545" y="125222"/>
                </a:moveTo>
                <a:lnTo>
                  <a:pt x="927045" y="125222"/>
                </a:lnTo>
                <a:lnTo>
                  <a:pt x="927045" y="126110"/>
                </a:lnTo>
                <a:lnTo>
                  <a:pt x="926545" y="126110"/>
                </a:lnTo>
                <a:close/>
                <a:moveTo>
                  <a:pt x="921048" y="125222"/>
                </a:moveTo>
                <a:lnTo>
                  <a:pt x="922547" y="125222"/>
                </a:lnTo>
                <a:lnTo>
                  <a:pt x="922547" y="126110"/>
                </a:lnTo>
                <a:lnTo>
                  <a:pt x="921048" y="126110"/>
                </a:lnTo>
                <a:close/>
                <a:moveTo>
                  <a:pt x="936041" y="125222"/>
                </a:moveTo>
                <a:lnTo>
                  <a:pt x="936540" y="125222"/>
                </a:lnTo>
                <a:lnTo>
                  <a:pt x="936540" y="126110"/>
                </a:lnTo>
                <a:lnTo>
                  <a:pt x="936041" y="126110"/>
                </a:lnTo>
                <a:close/>
                <a:moveTo>
                  <a:pt x="899558" y="126110"/>
                </a:moveTo>
                <a:lnTo>
                  <a:pt x="901057" y="126110"/>
                </a:lnTo>
                <a:lnTo>
                  <a:pt x="901057" y="126998"/>
                </a:lnTo>
                <a:lnTo>
                  <a:pt x="899558" y="126998"/>
                </a:lnTo>
                <a:close/>
                <a:moveTo>
                  <a:pt x="963028" y="126110"/>
                </a:moveTo>
                <a:lnTo>
                  <a:pt x="963528" y="126110"/>
                </a:lnTo>
                <a:lnTo>
                  <a:pt x="963528" y="126998"/>
                </a:lnTo>
                <a:lnTo>
                  <a:pt x="963028" y="126998"/>
                </a:lnTo>
                <a:close/>
                <a:moveTo>
                  <a:pt x="923047" y="126110"/>
                </a:moveTo>
                <a:lnTo>
                  <a:pt x="923547" y="126110"/>
                </a:lnTo>
                <a:lnTo>
                  <a:pt x="923547" y="126998"/>
                </a:lnTo>
                <a:lnTo>
                  <a:pt x="923047" y="126998"/>
                </a:lnTo>
                <a:close/>
                <a:moveTo>
                  <a:pt x="920548" y="126110"/>
                </a:moveTo>
                <a:lnTo>
                  <a:pt x="922047" y="126110"/>
                </a:lnTo>
                <a:lnTo>
                  <a:pt x="922047" y="126998"/>
                </a:lnTo>
                <a:lnTo>
                  <a:pt x="920548" y="126998"/>
                </a:lnTo>
                <a:close/>
                <a:moveTo>
                  <a:pt x="961029" y="126110"/>
                </a:moveTo>
                <a:lnTo>
                  <a:pt x="961528" y="126110"/>
                </a:lnTo>
                <a:lnTo>
                  <a:pt x="961528" y="126998"/>
                </a:lnTo>
                <a:lnTo>
                  <a:pt x="961029" y="126998"/>
                </a:lnTo>
                <a:close/>
                <a:moveTo>
                  <a:pt x="953033" y="126110"/>
                </a:moveTo>
                <a:lnTo>
                  <a:pt x="953532" y="126110"/>
                </a:lnTo>
                <a:lnTo>
                  <a:pt x="953532" y="126998"/>
                </a:lnTo>
                <a:lnTo>
                  <a:pt x="953033" y="126998"/>
                </a:lnTo>
                <a:close/>
                <a:moveTo>
                  <a:pt x="962028" y="125222"/>
                </a:moveTo>
                <a:lnTo>
                  <a:pt x="962528" y="125222"/>
                </a:lnTo>
                <a:lnTo>
                  <a:pt x="962528" y="126998"/>
                </a:lnTo>
                <a:lnTo>
                  <a:pt x="962028" y="126998"/>
                </a:lnTo>
                <a:close/>
                <a:moveTo>
                  <a:pt x="938040" y="126110"/>
                </a:moveTo>
                <a:lnTo>
                  <a:pt x="939039" y="126110"/>
                </a:lnTo>
                <a:lnTo>
                  <a:pt x="939039" y="126998"/>
                </a:lnTo>
                <a:lnTo>
                  <a:pt x="938040" y="126998"/>
                </a:lnTo>
                <a:close/>
                <a:moveTo>
                  <a:pt x="941538" y="125222"/>
                </a:moveTo>
                <a:lnTo>
                  <a:pt x="942038" y="125222"/>
                </a:lnTo>
                <a:lnTo>
                  <a:pt x="942038" y="126998"/>
                </a:lnTo>
                <a:lnTo>
                  <a:pt x="941538" y="126998"/>
                </a:lnTo>
                <a:close/>
                <a:moveTo>
                  <a:pt x="940039" y="126110"/>
                </a:moveTo>
                <a:lnTo>
                  <a:pt x="940539" y="126110"/>
                </a:lnTo>
                <a:lnTo>
                  <a:pt x="940539" y="126998"/>
                </a:lnTo>
                <a:lnTo>
                  <a:pt x="940039" y="126998"/>
                </a:lnTo>
                <a:close/>
                <a:moveTo>
                  <a:pt x="964527" y="126110"/>
                </a:moveTo>
                <a:lnTo>
                  <a:pt x="966026" y="126110"/>
                </a:lnTo>
                <a:lnTo>
                  <a:pt x="966026" y="126998"/>
                </a:lnTo>
                <a:lnTo>
                  <a:pt x="964527" y="126998"/>
                </a:lnTo>
                <a:close/>
                <a:moveTo>
                  <a:pt x="924546" y="126110"/>
                </a:moveTo>
                <a:lnTo>
                  <a:pt x="925546" y="126110"/>
                </a:lnTo>
                <a:lnTo>
                  <a:pt x="925546" y="126998"/>
                </a:lnTo>
                <a:lnTo>
                  <a:pt x="924546" y="126998"/>
                </a:lnTo>
                <a:close/>
                <a:moveTo>
                  <a:pt x="923547" y="126998"/>
                </a:moveTo>
                <a:lnTo>
                  <a:pt x="924046" y="126998"/>
                </a:lnTo>
                <a:lnTo>
                  <a:pt x="924046" y="127886"/>
                </a:lnTo>
                <a:lnTo>
                  <a:pt x="923547" y="127886"/>
                </a:lnTo>
                <a:close/>
                <a:moveTo>
                  <a:pt x="952033" y="126998"/>
                </a:moveTo>
                <a:lnTo>
                  <a:pt x="953033" y="126998"/>
                </a:lnTo>
                <a:lnTo>
                  <a:pt x="953033" y="127886"/>
                </a:lnTo>
                <a:lnTo>
                  <a:pt x="952033" y="127886"/>
                </a:lnTo>
                <a:close/>
                <a:moveTo>
                  <a:pt x="960529" y="126998"/>
                </a:moveTo>
                <a:lnTo>
                  <a:pt x="961029" y="126998"/>
                </a:lnTo>
                <a:lnTo>
                  <a:pt x="961029" y="127886"/>
                </a:lnTo>
                <a:lnTo>
                  <a:pt x="960529" y="127886"/>
                </a:lnTo>
                <a:close/>
                <a:moveTo>
                  <a:pt x="939039" y="126998"/>
                </a:moveTo>
                <a:lnTo>
                  <a:pt x="939539" y="126998"/>
                </a:lnTo>
                <a:lnTo>
                  <a:pt x="939539" y="127886"/>
                </a:lnTo>
                <a:lnTo>
                  <a:pt x="939039" y="127886"/>
                </a:lnTo>
                <a:close/>
                <a:moveTo>
                  <a:pt x="965527" y="126998"/>
                </a:moveTo>
                <a:lnTo>
                  <a:pt x="966526" y="126998"/>
                </a:lnTo>
                <a:lnTo>
                  <a:pt x="966526" y="127886"/>
                </a:lnTo>
                <a:lnTo>
                  <a:pt x="965527" y="127886"/>
                </a:lnTo>
                <a:close/>
                <a:moveTo>
                  <a:pt x="942038" y="126998"/>
                </a:moveTo>
                <a:lnTo>
                  <a:pt x="942538" y="126998"/>
                </a:lnTo>
                <a:lnTo>
                  <a:pt x="942538" y="127886"/>
                </a:lnTo>
                <a:lnTo>
                  <a:pt x="942038" y="127886"/>
                </a:lnTo>
                <a:close/>
                <a:moveTo>
                  <a:pt x="964027" y="126998"/>
                </a:moveTo>
                <a:lnTo>
                  <a:pt x="965027" y="126998"/>
                </a:lnTo>
                <a:lnTo>
                  <a:pt x="965027" y="127886"/>
                </a:lnTo>
                <a:lnTo>
                  <a:pt x="964027" y="127886"/>
                </a:lnTo>
                <a:close/>
                <a:moveTo>
                  <a:pt x="962528" y="126998"/>
                </a:moveTo>
                <a:lnTo>
                  <a:pt x="963528" y="126998"/>
                </a:lnTo>
                <a:lnTo>
                  <a:pt x="963528" y="127886"/>
                </a:lnTo>
                <a:lnTo>
                  <a:pt x="962528" y="127886"/>
                </a:lnTo>
                <a:close/>
                <a:moveTo>
                  <a:pt x="922547" y="126998"/>
                </a:moveTo>
                <a:lnTo>
                  <a:pt x="923047" y="126998"/>
                </a:lnTo>
                <a:lnTo>
                  <a:pt x="923047" y="127886"/>
                </a:lnTo>
                <a:lnTo>
                  <a:pt x="922547" y="127886"/>
                </a:lnTo>
                <a:close/>
                <a:moveTo>
                  <a:pt x="901057" y="126998"/>
                </a:moveTo>
                <a:lnTo>
                  <a:pt x="902057" y="126998"/>
                </a:lnTo>
                <a:lnTo>
                  <a:pt x="902057" y="127886"/>
                </a:lnTo>
                <a:lnTo>
                  <a:pt x="901057" y="127886"/>
                </a:lnTo>
                <a:close/>
                <a:moveTo>
                  <a:pt x="936540" y="126110"/>
                </a:moveTo>
                <a:lnTo>
                  <a:pt x="937040" y="126110"/>
                </a:lnTo>
                <a:lnTo>
                  <a:pt x="937040" y="127886"/>
                </a:lnTo>
                <a:lnTo>
                  <a:pt x="936540" y="127886"/>
                </a:lnTo>
                <a:close/>
                <a:moveTo>
                  <a:pt x="926545" y="126998"/>
                </a:moveTo>
                <a:lnTo>
                  <a:pt x="927045" y="126998"/>
                </a:lnTo>
                <a:lnTo>
                  <a:pt x="927045" y="127886"/>
                </a:lnTo>
                <a:lnTo>
                  <a:pt x="926545" y="127886"/>
                </a:lnTo>
                <a:close/>
                <a:moveTo>
                  <a:pt x="925046" y="126998"/>
                </a:moveTo>
                <a:lnTo>
                  <a:pt x="926046" y="126998"/>
                </a:lnTo>
                <a:lnTo>
                  <a:pt x="926046" y="127886"/>
                </a:lnTo>
                <a:lnTo>
                  <a:pt x="925046" y="127886"/>
                </a:lnTo>
                <a:close/>
                <a:moveTo>
                  <a:pt x="963028" y="127886"/>
                </a:moveTo>
                <a:lnTo>
                  <a:pt x="963528" y="127886"/>
                </a:lnTo>
                <a:lnTo>
                  <a:pt x="963528" y="128774"/>
                </a:lnTo>
                <a:lnTo>
                  <a:pt x="963028" y="128774"/>
                </a:lnTo>
                <a:close/>
                <a:moveTo>
                  <a:pt x="923047" y="127886"/>
                </a:moveTo>
                <a:lnTo>
                  <a:pt x="923547" y="127886"/>
                </a:lnTo>
                <a:lnTo>
                  <a:pt x="923547" y="128774"/>
                </a:lnTo>
                <a:lnTo>
                  <a:pt x="923047" y="128774"/>
                </a:lnTo>
                <a:close/>
                <a:moveTo>
                  <a:pt x="928544" y="127886"/>
                </a:moveTo>
                <a:lnTo>
                  <a:pt x="930044" y="127886"/>
                </a:lnTo>
                <a:lnTo>
                  <a:pt x="930044" y="128774"/>
                </a:lnTo>
                <a:lnTo>
                  <a:pt x="928544" y="128774"/>
                </a:lnTo>
                <a:close/>
                <a:moveTo>
                  <a:pt x="961029" y="127886"/>
                </a:moveTo>
                <a:lnTo>
                  <a:pt x="962028" y="127886"/>
                </a:lnTo>
                <a:lnTo>
                  <a:pt x="962028" y="128774"/>
                </a:lnTo>
                <a:lnTo>
                  <a:pt x="961029" y="128774"/>
                </a:lnTo>
                <a:close/>
                <a:moveTo>
                  <a:pt x="927545" y="127886"/>
                </a:moveTo>
                <a:lnTo>
                  <a:pt x="928045" y="127886"/>
                </a:lnTo>
                <a:lnTo>
                  <a:pt x="928045" y="128774"/>
                </a:lnTo>
                <a:lnTo>
                  <a:pt x="927545" y="128774"/>
                </a:lnTo>
                <a:close/>
                <a:moveTo>
                  <a:pt x="934541" y="127886"/>
                </a:moveTo>
                <a:lnTo>
                  <a:pt x="935541" y="127886"/>
                </a:lnTo>
                <a:lnTo>
                  <a:pt x="935541" y="128774"/>
                </a:lnTo>
                <a:lnTo>
                  <a:pt x="934541" y="128774"/>
                </a:lnTo>
                <a:close/>
                <a:moveTo>
                  <a:pt x="941038" y="127886"/>
                </a:moveTo>
                <a:lnTo>
                  <a:pt x="941538" y="127886"/>
                </a:lnTo>
                <a:lnTo>
                  <a:pt x="941538" y="128774"/>
                </a:lnTo>
                <a:lnTo>
                  <a:pt x="941038" y="128774"/>
                </a:lnTo>
                <a:close/>
                <a:moveTo>
                  <a:pt x="933042" y="127886"/>
                </a:moveTo>
                <a:lnTo>
                  <a:pt x="933542" y="127886"/>
                </a:lnTo>
                <a:lnTo>
                  <a:pt x="933542" y="128774"/>
                </a:lnTo>
                <a:lnTo>
                  <a:pt x="933042" y="128774"/>
                </a:lnTo>
                <a:close/>
                <a:moveTo>
                  <a:pt x="960529" y="128774"/>
                </a:moveTo>
                <a:lnTo>
                  <a:pt x="961029" y="128774"/>
                </a:lnTo>
                <a:lnTo>
                  <a:pt x="961029" y="129663"/>
                </a:lnTo>
                <a:lnTo>
                  <a:pt x="960529" y="129663"/>
                </a:lnTo>
                <a:close/>
                <a:moveTo>
                  <a:pt x="928544" y="128774"/>
                </a:moveTo>
                <a:lnTo>
                  <a:pt x="929044" y="128774"/>
                </a:lnTo>
                <a:lnTo>
                  <a:pt x="929044" y="129663"/>
                </a:lnTo>
                <a:lnTo>
                  <a:pt x="928544" y="129663"/>
                </a:lnTo>
                <a:close/>
                <a:moveTo>
                  <a:pt x="932043" y="128774"/>
                </a:moveTo>
                <a:lnTo>
                  <a:pt x="933042" y="128774"/>
                </a:lnTo>
                <a:lnTo>
                  <a:pt x="933042" y="129663"/>
                </a:lnTo>
                <a:lnTo>
                  <a:pt x="932043" y="129663"/>
                </a:lnTo>
                <a:close/>
                <a:moveTo>
                  <a:pt x="921548" y="127886"/>
                </a:moveTo>
                <a:lnTo>
                  <a:pt x="922047" y="127886"/>
                </a:lnTo>
                <a:lnTo>
                  <a:pt x="922047" y="129663"/>
                </a:lnTo>
                <a:lnTo>
                  <a:pt x="921548" y="129663"/>
                </a:lnTo>
                <a:close/>
                <a:moveTo>
                  <a:pt x="935041" y="128774"/>
                </a:moveTo>
                <a:lnTo>
                  <a:pt x="935541" y="128774"/>
                </a:lnTo>
                <a:lnTo>
                  <a:pt x="935541" y="129663"/>
                </a:lnTo>
                <a:lnTo>
                  <a:pt x="935041" y="129663"/>
                </a:lnTo>
                <a:close/>
                <a:moveTo>
                  <a:pt x="940539" y="128774"/>
                </a:moveTo>
                <a:lnTo>
                  <a:pt x="941538" y="128774"/>
                </a:lnTo>
                <a:lnTo>
                  <a:pt x="941538" y="129663"/>
                </a:lnTo>
                <a:lnTo>
                  <a:pt x="940539" y="129663"/>
                </a:lnTo>
                <a:close/>
                <a:moveTo>
                  <a:pt x="931043" y="128774"/>
                </a:moveTo>
                <a:lnTo>
                  <a:pt x="931543" y="128774"/>
                </a:lnTo>
                <a:lnTo>
                  <a:pt x="931543" y="129663"/>
                </a:lnTo>
                <a:lnTo>
                  <a:pt x="931043" y="129663"/>
                </a:lnTo>
                <a:close/>
                <a:moveTo>
                  <a:pt x="939539" y="127886"/>
                </a:moveTo>
                <a:lnTo>
                  <a:pt x="940039" y="127886"/>
                </a:lnTo>
                <a:lnTo>
                  <a:pt x="940039" y="129663"/>
                </a:lnTo>
                <a:lnTo>
                  <a:pt x="939539" y="129663"/>
                </a:lnTo>
                <a:close/>
                <a:moveTo>
                  <a:pt x="961528" y="128774"/>
                </a:moveTo>
                <a:lnTo>
                  <a:pt x="962528" y="128774"/>
                </a:lnTo>
                <a:lnTo>
                  <a:pt x="962528" y="129663"/>
                </a:lnTo>
                <a:lnTo>
                  <a:pt x="961528" y="129663"/>
                </a:lnTo>
                <a:close/>
                <a:moveTo>
                  <a:pt x="932542" y="129663"/>
                </a:moveTo>
                <a:lnTo>
                  <a:pt x="933042" y="129663"/>
                </a:lnTo>
                <a:lnTo>
                  <a:pt x="933042" y="130551"/>
                </a:lnTo>
                <a:lnTo>
                  <a:pt x="932542" y="130551"/>
                </a:lnTo>
                <a:close/>
                <a:moveTo>
                  <a:pt x="933542" y="129663"/>
                </a:moveTo>
                <a:lnTo>
                  <a:pt x="934541" y="129663"/>
                </a:lnTo>
                <a:lnTo>
                  <a:pt x="934541" y="130551"/>
                </a:lnTo>
                <a:lnTo>
                  <a:pt x="933542" y="130551"/>
                </a:lnTo>
                <a:close/>
                <a:moveTo>
                  <a:pt x="962028" y="129663"/>
                </a:moveTo>
                <a:lnTo>
                  <a:pt x="962528" y="129663"/>
                </a:lnTo>
                <a:lnTo>
                  <a:pt x="962528" y="130551"/>
                </a:lnTo>
                <a:lnTo>
                  <a:pt x="962028" y="130551"/>
                </a:lnTo>
                <a:close/>
                <a:moveTo>
                  <a:pt x="941038" y="129663"/>
                </a:moveTo>
                <a:lnTo>
                  <a:pt x="941538" y="129663"/>
                </a:lnTo>
                <a:lnTo>
                  <a:pt x="941538" y="130551"/>
                </a:lnTo>
                <a:lnTo>
                  <a:pt x="941038" y="130551"/>
                </a:lnTo>
                <a:close/>
                <a:moveTo>
                  <a:pt x="927545" y="129663"/>
                </a:moveTo>
                <a:lnTo>
                  <a:pt x="928544" y="129663"/>
                </a:lnTo>
                <a:lnTo>
                  <a:pt x="928544" y="130551"/>
                </a:lnTo>
                <a:lnTo>
                  <a:pt x="927545" y="130551"/>
                </a:lnTo>
                <a:close/>
                <a:moveTo>
                  <a:pt x="931543" y="129663"/>
                </a:moveTo>
                <a:lnTo>
                  <a:pt x="932043" y="129663"/>
                </a:lnTo>
                <a:lnTo>
                  <a:pt x="932043" y="130551"/>
                </a:lnTo>
                <a:lnTo>
                  <a:pt x="931543" y="130551"/>
                </a:lnTo>
                <a:close/>
                <a:moveTo>
                  <a:pt x="928045" y="130551"/>
                </a:moveTo>
                <a:lnTo>
                  <a:pt x="928544" y="130551"/>
                </a:lnTo>
                <a:lnTo>
                  <a:pt x="928544" y="131439"/>
                </a:lnTo>
                <a:lnTo>
                  <a:pt x="928045" y="131439"/>
                </a:lnTo>
                <a:close/>
                <a:moveTo>
                  <a:pt x="923047" y="130551"/>
                </a:moveTo>
                <a:lnTo>
                  <a:pt x="924546" y="130551"/>
                </a:lnTo>
                <a:lnTo>
                  <a:pt x="924546" y="131439"/>
                </a:lnTo>
                <a:lnTo>
                  <a:pt x="923047" y="131439"/>
                </a:lnTo>
                <a:close/>
                <a:moveTo>
                  <a:pt x="934042" y="130551"/>
                </a:moveTo>
                <a:lnTo>
                  <a:pt x="935041" y="130551"/>
                </a:lnTo>
                <a:lnTo>
                  <a:pt x="935041" y="131439"/>
                </a:lnTo>
                <a:lnTo>
                  <a:pt x="934042" y="131439"/>
                </a:lnTo>
                <a:close/>
                <a:moveTo>
                  <a:pt x="929544" y="130551"/>
                </a:moveTo>
                <a:lnTo>
                  <a:pt x="930044" y="130551"/>
                </a:lnTo>
                <a:lnTo>
                  <a:pt x="930044" y="131439"/>
                </a:lnTo>
                <a:lnTo>
                  <a:pt x="929544" y="131439"/>
                </a:lnTo>
                <a:close/>
                <a:moveTo>
                  <a:pt x="930543" y="129663"/>
                </a:moveTo>
                <a:lnTo>
                  <a:pt x="931043" y="129663"/>
                </a:lnTo>
                <a:lnTo>
                  <a:pt x="931043" y="131439"/>
                </a:lnTo>
                <a:lnTo>
                  <a:pt x="930543" y="131439"/>
                </a:lnTo>
                <a:close/>
                <a:moveTo>
                  <a:pt x="922047" y="129663"/>
                </a:moveTo>
                <a:lnTo>
                  <a:pt x="922547" y="129663"/>
                </a:lnTo>
                <a:lnTo>
                  <a:pt x="922547" y="131439"/>
                </a:lnTo>
                <a:lnTo>
                  <a:pt x="922047" y="131439"/>
                </a:lnTo>
                <a:close/>
                <a:moveTo>
                  <a:pt x="940039" y="130551"/>
                </a:moveTo>
                <a:lnTo>
                  <a:pt x="940539" y="130551"/>
                </a:lnTo>
                <a:lnTo>
                  <a:pt x="940539" y="131439"/>
                </a:lnTo>
                <a:lnTo>
                  <a:pt x="940039" y="131439"/>
                </a:lnTo>
                <a:close/>
                <a:moveTo>
                  <a:pt x="932043" y="130551"/>
                </a:moveTo>
                <a:lnTo>
                  <a:pt x="932542" y="130551"/>
                </a:lnTo>
                <a:lnTo>
                  <a:pt x="932542" y="131439"/>
                </a:lnTo>
                <a:lnTo>
                  <a:pt x="932043" y="131439"/>
                </a:lnTo>
                <a:close/>
                <a:moveTo>
                  <a:pt x="933042" y="130551"/>
                </a:moveTo>
                <a:lnTo>
                  <a:pt x="933542" y="130551"/>
                </a:lnTo>
                <a:lnTo>
                  <a:pt x="933542" y="131439"/>
                </a:lnTo>
                <a:lnTo>
                  <a:pt x="933042" y="131439"/>
                </a:lnTo>
                <a:close/>
                <a:moveTo>
                  <a:pt x="929044" y="131439"/>
                </a:moveTo>
                <a:lnTo>
                  <a:pt x="929544" y="131439"/>
                </a:lnTo>
                <a:lnTo>
                  <a:pt x="929544" y="132327"/>
                </a:lnTo>
                <a:lnTo>
                  <a:pt x="929044" y="132327"/>
                </a:lnTo>
                <a:close/>
                <a:moveTo>
                  <a:pt x="930543" y="131439"/>
                </a:moveTo>
                <a:lnTo>
                  <a:pt x="931543" y="131439"/>
                </a:lnTo>
                <a:lnTo>
                  <a:pt x="931543" y="132327"/>
                </a:lnTo>
                <a:lnTo>
                  <a:pt x="930543" y="132327"/>
                </a:lnTo>
                <a:close/>
                <a:moveTo>
                  <a:pt x="967526" y="131439"/>
                </a:moveTo>
                <a:lnTo>
                  <a:pt x="968525" y="131439"/>
                </a:lnTo>
                <a:lnTo>
                  <a:pt x="968525" y="132327"/>
                </a:lnTo>
                <a:lnTo>
                  <a:pt x="967526" y="132327"/>
                </a:lnTo>
                <a:close/>
                <a:moveTo>
                  <a:pt x="961528" y="130551"/>
                </a:moveTo>
                <a:lnTo>
                  <a:pt x="962028" y="130551"/>
                </a:lnTo>
                <a:lnTo>
                  <a:pt x="962028" y="133215"/>
                </a:lnTo>
                <a:lnTo>
                  <a:pt x="961528" y="133215"/>
                </a:lnTo>
                <a:close/>
                <a:moveTo>
                  <a:pt x="922547" y="132327"/>
                </a:moveTo>
                <a:lnTo>
                  <a:pt x="923047" y="132327"/>
                </a:lnTo>
                <a:lnTo>
                  <a:pt x="923047" y="133215"/>
                </a:lnTo>
                <a:lnTo>
                  <a:pt x="922547" y="133215"/>
                </a:lnTo>
                <a:close/>
                <a:moveTo>
                  <a:pt x="939539" y="132327"/>
                </a:moveTo>
                <a:lnTo>
                  <a:pt x="940539" y="132327"/>
                </a:lnTo>
                <a:lnTo>
                  <a:pt x="940539" y="133215"/>
                </a:lnTo>
                <a:lnTo>
                  <a:pt x="939539" y="133215"/>
                </a:lnTo>
                <a:close/>
                <a:moveTo>
                  <a:pt x="930044" y="132327"/>
                </a:moveTo>
                <a:lnTo>
                  <a:pt x="930543" y="132327"/>
                </a:lnTo>
                <a:lnTo>
                  <a:pt x="930543" y="133215"/>
                </a:lnTo>
                <a:lnTo>
                  <a:pt x="930044" y="133215"/>
                </a:lnTo>
                <a:close/>
                <a:moveTo>
                  <a:pt x="934541" y="132327"/>
                </a:moveTo>
                <a:lnTo>
                  <a:pt x="935541" y="132327"/>
                </a:lnTo>
                <a:lnTo>
                  <a:pt x="935541" y="133215"/>
                </a:lnTo>
                <a:lnTo>
                  <a:pt x="934541" y="133215"/>
                </a:lnTo>
                <a:close/>
                <a:moveTo>
                  <a:pt x="931543" y="132327"/>
                </a:moveTo>
                <a:lnTo>
                  <a:pt x="932043" y="132327"/>
                </a:lnTo>
                <a:lnTo>
                  <a:pt x="932043" y="133215"/>
                </a:lnTo>
                <a:lnTo>
                  <a:pt x="931543" y="133215"/>
                </a:lnTo>
                <a:close/>
                <a:moveTo>
                  <a:pt x="822095" y="133215"/>
                </a:moveTo>
                <a:lnTo>
                  <a:pt x="822595" y="133215"/>
                </a:lnTo>
                <a:lnTo>
                  <a:pt x="822595" y="134103"/>
                </a:lnTo>
                <a:lnTo>
                  <a:pt x="822095" y="134103"/>
                </a:lnTo>
                <a:close/>
                <a:moveTo>
                  <a:pt x="934042" y="133215"/>
                </a:moveTo>
                <a:lnTo>
                  <a:pt x="935041" y="133215"/>
                </a:lnTo>
                <a:lnTo>
                  <a:pt x="935041" y="134103"/>
                </a:lnTo>
                <a:lnTo>
                  <a:pt x="934042" y="134103"/>
                </a:lnTo>
                <a:close/>
                <a:moveTo>
                  <a:pt x="927545" y="133215"/>
                </a:moveTo>
                <a:lnTo>
                  <a:pt x="929544" y="133215"/>
                </a:lnTo>
                <a:lnTo>
                  <a:pt x="929544" y="134103"/>
                </a:lnTo>
                <a:lnTo>
                  <a:pt x="927545" y="134103"/>
                </a:lnTo>
                <a:close/>
                <a:moveTo>
                  <a:pt x="925546" y="133215"/>
                </a:moveTo>
                <a:lnTo>
                  <a:pt x="926046" y="133215"/>
                </a:lnTo>
                <a:lnTo>
                  <a:pt x="926046" y="134103"/>
                </a:lnTo>
                <a:lnTo>
                  <a:pt x="925546" y="134103"/>
                </a:lnTo>
                <a:close/>
                <a:moveTo>
                  <a:pt x="968025" y="133215"/>
                </a:moveTo>
                <a:lnTo>
                  <a:pt x="969025" y="133215"/>
                </a:lnTo>
                <a:lnTo>
                  <a:pt x="969025" y="134103"/>
                </a:lnTo>
                <a:lnTo>
                  <a:pt x="968025" y="134103"/>
                </a:lnTo>
                <a:close/>
                <a:moveTo>
                  <a:pt x="932043" y="133215"/>
                </a:moveTo>
                <a:lnTo>
                  <a:pt x="932542" y="133215"/>
                </a:lnTo>
                <a:lnTo>
                  <a:pt x="932542" y="134103"/>
                </a:lnTo>
                <a:lnTo>
                  <a:pt x="932043" y="134103"/>
                </a:lnTo>
                <a:close/>
                <a:moveTo>
                  <a:pt x="931043" y="133215"/>
                </a:moveTo>
                <a:lnTo>
                  <a:pt x="931543" y="133215"/>
                </a:lnTo>
                <a:lnTo>
                  <a:pt x="931543" y="134103"/>
                </a:lnTo>
                <a:lnTo>
                  <a:pt x="931043" y="134103"/>
                </a:lnTo>
                <a:close/>
                <a:moveTo>
                  <a:pt x="962528" y="130551"/>
                </a:moveTo>
                <a:lnTo>
                  <a:pt x="963028" y="130551"/>
                </a:lnTo>
                <a:lnTo>
                  <a:pt x="963028" y="134103"/>
                </a:lnTo>
                <a:lnTo>
                  <a:pt x="962528" y="134103"/>
                </a:lnTo>
                <a:close/>
                <a:moveTo>
                  <a:pt x="933042" y="133215"/>
                </a:moveTo>
                <a:lnTo>
                  <a:pt x="933542" y="133215"/>
                </a:lnTo>
                <a:lnTo>
                  <a:pt x="933542" y="134103"/>
                </a:lnTo>
                <a:lnTo>
                  <a:pt x="933042" y="134103"/>
                </a:lnTo>
                <a:close/>
                <a:moveTo>
                  <a:pt x="934541" y="134103"/>
                </a:moveTo>
                <a:lnTo>
                  <a:pt x="935041" y="134103"/>
                </a:lnTo>
                <a:lnTo>
                  <a:pt x="935041" y="134991"/>
                </a:lnTo>
                <a:lnTo>
                  <a:pt x="934541" y="134991"/>
                </a:lnTo>
                <a:close/>
                <a:moveTo>
                  <a:pt x="901557" y="127886"/>
                </a:moveTo>
                <a:lnTo>
                  <a:pt x="902057" y="127886"/>
                </a:lnTo>
                <a:lnTo>
                  <a:pt x="902057" y="134991"/>
                </a:lnTo>
                <a:lnTo>
                  <a:pt x="901557" y="134991"/>
                </a:lnTo>
                <a:close/>
                <a:moveTo>
                  <a:pt x="925546" y="134103"/>
                </a:moveTo>
                <a:lnTo>
                  <a:pt x="926545" y="134103"/>
                </a:lnTo>
                <a:lnTo>
                  <a:pt x="926545" y="134991"/>
                </a:lnTo>
                <a:lnTo>
                  <a:pt x="925546" y="134991"/>
                </a:lnTo>
                <a:close/>
                <a:moveTo>
                  <a:pt x="967526" y="134103"/>
                </a:moveTo>
                <a:lnTo>
                  <a:pt x="968025" y="134103"/>
                </a:lnTo>
                <a:lnTo>
                  <a:pt x="968025" y="134991"/>
                </a:lnTo>
                <a:lnTo>
                  <a:pt x="967526" y="134991"/>
                </a:lnTo>
                <a:close/>
                <a:moveTo>
                  <a:pt x="962028" y="134103"/>
                </a:moveTo>
                <a:lnTo>
                  <a:pt x="962528" y="134103"/>
                </a:lnTo>
                <a:lnTo>
                  <a:pt x="962528" y="134991"/>
                </a:lnTo>
                <a:lnTo>
                  <a:pt x="962028" y="134991"/>
                </a:lnTo>
                <a:close/>
                <a:moveTo>
                  <a:pt x="952533" y="127886"/>
                </a:moveTo>
                <a:lnTo>
                  <a:pt x="953033" y="127886"/>
                </a:lnTo>
                <a:lnTo>
                  <a:pt x="953033" y="134991"/>
                </a:lnTo>
                <a:lnTo>
                  <a:pt x="952533" y="134991"/>
                </a:lnTo>
                <a:close/>
                <a:moveTo>
                  <a:pt x="867574" y="134103"/>
                </a:moveTo>
                <a:lnTo>
                  <a:pt x="868073" y="134103"/>
                </a:lnTo>
                <a:lnTo>
                  <a:pt x="868073" y="134991"/>
                </a:lnTo>
                <a:lnTo>
                  <a:pt x="867574" y="134991"/>
                </a:lnTo>
                <a:close/>
                <a:moveTo>
                  <a:pt x="932542" y="134103"/>
                </a:moveTo>
                <a:lnTo>
                  <a:pt x="933542" y="134103"/>
                </a:lnTo>
                <a:lnTo>
                  <a:pt x="933542" y="134991"/>
                </a:lnTo>
                <a:lnTo>
                  <a:pt x="932542" y="134991"/>
                </a:lnTo>
                <a:close/>
                <a:moveTo>
                  <a:pt x="928045" y="134991"/>
                </a:moveTo>
                <a:lnTo>
                  <a:pt x="928544" y="134991"/>
                </a:lnTo>
                <a:lnTo>
                  <a:pt x="928544" y="135879"/>
                </a:lnTo>
                <a:lnTo>
                  <a:pt x="928045" y="135879"/>
                </a:lnTo>
                <a:close/>
                <a:moveTo>
                  <a:pt x="924546" y="134991"/>
                </a:moveTo>
                <a:lnTo>
                  <a:pt x="925046" y="134991"/>
                </a:lnTo>
                <a:lnTo>
                  <a:pt x="925046" y="135879"/>
                </a:lnTo>
                <a:lnTo>
                  <a:pt x="924546" y="135879"/>
                </a:lnTo>
                <a:close/>
                <a:moveTo>
                  <a:pt x="963028" y="134991"/>
                </a:moveTo>
                <a:lnTo>
                  <a:pt x="963528" y="134991"/>
                </a:lnTo>
                <a:lnTo>
                  <a:pt x="963528" y="135879"/>
                </a:lnTo>
                <a:lnTo>
                  <a:pt x="963028" y="135879"/>
                </a:lnTo>
                <a:close/>
                <a:moveTo>
                  <a:pt x="929044" y="134103"/>
                </a:moveTo>
                <a:lnTo>
                  <a:pt x="930044" y="134103"/>
                </a:lnTo>
                <a:lnTo>
                  <a:pt x="930044" y="135879"/>
                </a:lnTo>
                <a:lnTo>
                  <a:pt x="929044" y="135879"/>
                </a:lnTo>
                <a:close/>
                <a:moveTo>
                  <a:pt x="866074" y="134991"/>
                </a:moveTo>
                <a:lnTo>
                  <a:pt x="866574" y="134991"/>
                </a:lnTo>
                <a:lnTo>
                  <a:pt x="866574" y="135879"/>
                </a:lnTo>
                <a:lnTo>
                  <a:pt x="866074" y="135879"/>
                </a:lnTo>
                <a:close/>
                <a:moveTo>
                  <a:pt x="938540" y="134991"/>
                </a:moveTo>
                <a:lnTo>
                  <a:pt x="939039" y="134991"/>
                </a:lnTo>
                <a:lnTo>
                  <a:pt x="939039" y="135879"/>
                </a:lnTo>
                <a:lnTo>
                  <a:pt x="938540" y="135879"/>
                </a:lnTo>
                <a:close/>
                <a:moveTo>
                  <a:pt x="926046" y="134991"/>
                </a:moveTo>
                <a:lnTo>
                  <a:pt x="926545" y="134991"/>
                </a:lnTo>
                <a:lnTo>
                  <a:pt x="926545" y="135879"/>
                </a:lnTo>
                <a:lnTo>
                  <a:pt x="926046" y="135879"/>
                </a:lnTo>
                <a:close/>
                <a:moveTo>
                  <a:pt x="947535" y="134991"/>
                </a:moveTo>
                <a:lnTo>
                  <a:pt x="952033" y="134991"/>
                </a:lnTo>
                <a:lnTo>
                  <a:pt x="952033" y="135879"/>
                </a:lnTo>
                <a:lnTo>
                  <a:pt x="947535" y="135879"/>
                </a:lnTo>
                <a:close/>
                <a:moveTo>
                  <a:pt x="969025" y="134991"/>
                </a:moveTo>
                <a:lnTo>
                  <a:pt x="969525" y="134991"/>
                </a:lnTo>
                <a:lnTo>
                  <a:pt x="969525" y="135879"/>
                </a:lnTo>
                <a:lnTo>
                  <a:pt x="969025" y="135879"/>
                </a:lnTo>
                <a:close/>
                <a:moveTo>
                  <a:pt x="895560" y="134991"/>
                </a:moveTo>
                <a:lnTo>
                  <a:pt x="899558" y="134991"/>
                </a:lnTo>
                <a:lnTo>
                  <a:pt x="899558" y="135879"/>
                </a:lnTo>
                <a:lnTo>
                  <a:pt x="895560" y="135879"/>
                </a:lnTo>
                <a:close/>
                <a:moveTo>
                  <a:pt x="930543" y="134991"/>
                </a:moveTo>
                <a:lnTo>
                  <a:pt x="932043" y="134991"/>
                </a:lnTo>
                <a:lnTo>
                  <a:pt x="932043" y="135879"/>
                </a:lnTo>
                <a:lnTo>
                  <a:pt x="930543" y="135879"/>
                </a:lnTo>
                <a:close/>
                <a:moveTo>
                  <a:pt x="934541" y="134991"/>
                </a:moveTo>
                <a:lnTo>
                  <a:pt x="935541" y="134991"/>
                </a:lnTo>
                <a:lnTo>
                  <a:pt x="935541" y="135879"/>
                </a:lnTo>
                <a:lnTo>
                  <a:pt x="934541" y="135879"/>
                </a:lnTo>
                <a:close/>
                <a:moveTo>
                  <a:pt x="738136" y="135879"/>
                </a:moveTo>
                <a:lnTo>
                  <a:pt x="738635" y="135879"/>
                </a:lnTo>
                <a:lnTo>
                  <a:pt x="738635" y="136767"/>
                </a:lnTo>
                <a:lnTo>
                  <a:pt x="738136" y="136767"/>
                </a:lnTo>
                <a:close/>
                <a:moveTo>
                  <a:pt x="933542" y="135879"/>
                </a:moveTo>
                <a:lnTo>
                  <a:pt x="934541" y="135879"/>
                </a:lnTo>
                <a:lnTo>
                  <a:pt x="934541" y="136767"/>
                </a:lnTo>
                <a:lnTo>
                  <a:pt x="933542" y="136767"/>
                </a:lnTo>
                <a:close/>
                <a:moveTo>
                  <a:pt x="937540" y="135879"/>
                </a:moveTo>
                <a:lnTo>
                  <a:pt x="938040" y="135879"/>
                </a:lnTo>
                <a:lnTo>
                  <a:pt x="938040" y="136767"/>
                </a:lnTo>
                <a:lnTo>
                  <a:pt x="937540" y="136767"/>
                </a:lnTo>
                <a:close/>
                <a:moveTo>
                  <a:pt x="932043" y="135879"/>
                </a:moveTo>
                <a:lnTo>
                  <a:pt x="933042" y="135879"/>
                </a:lnTo>
                <a:lnTo>
                  <a:pt x="933042" y="136767"/>
                </a:lnTo>
                <a:lnTo>
                  <a:pt x="932043" y="136767"/>
                </a:lnTo>
                <a:close/>
                <a:moveTo>
                  <a:pt x="926545" y="135879"/>
                </a:moveTo>
                <a:lnTo>
                  <a:pt x="927545" y="135879"/>
                </a:lnTo>
                <a:lnTo>
                  <a:pt x="927545" y="136767"/>
                </a:lnTo>
                <a:lnTo>
                  <a:pt x="926545" y="136767"/>
                </a:lnTo>
                <a:close/>
                <a:moveTo>
                  <a:pt x="952533" y="135879"/>
                </a:moveTo>
                <a:lnTo>
                  <a:pt x="953532" y="135879"/>
                </a:lnTo>
                <a:lnTo>
                  <a:pt x="953532" y="136767"/>
                </a:lnTo>
                <a:lnTo>
                  <a:pt x="952533" y="136767"/>
                </a:lnTo>
                <a:close/>
                <a:moveTo>
                  <a:pt x="925546" y="135879"/>
                </a:moveTo>
                <a:lnTo>
                  <a:pt x="926046" y="135879"/>
                </a:lnTo>
                <a:lnTo>
                  <a:pt x="926046" y="136767"/>
                </a:lnTo>
                <a:lnTo>
                  <a:pt x="925546" y="136767"/>
                </a:lnTo>
                <a:close/>
                <a:moveTo>
                  <a:pt x="968025" y="135879"/>
                </a:moveTo>
                <a:lnTo>
                  <a:pt x="969025" y="135879"/>
                </a:lnTo>
                <a:lnTo>
                  <a:pt x="969025" y="136767"/>
                </a:lnTo>
                <a:lnTo>
                  <a:pt x="968025" y="136767"/>
                </a:lnTo>
                <a:close/>
                <a:moveTo>
                  <a:pt x="935541" y="135879"/>
                </a:moveTo>
                <a:lnTo>
                  <a:pt x="936041" y="135879"/>
                </a:lnTo>
                <a:lnTo>
                  <a:pt x="936041" y="136767"/>
                </a:lnTo>
                <a:lnTo>
                  <a:pt x="935541" y="136767"/>
                </a:lnTo>
                <a:close/>
                <a:moveTo>
                  <a:pt x="900558" y="135879"/>
                </a:moveTo>
                <a:lnTo>
                  <a:pt x="901557" y="135879"/>
                </a:lnTo>
                <a:lnTo>
                  <a:pt x="901557" y="136767"/>
                </a:lnTo>
                <a:lnTo>
                  <a:pt x="900558" y="136767"/>
                </a:lnTo>
                <a:close/>
                <a:moveTo>
                  <a:pt x="936540" y="134991"/>
                </a:moveTo>
                <a:lnTo>
                  <a:pt x="937040" y="134991"/>
                </a:lnTo>
                <a:lnTo>
                  <a:pt x="937040" y="136767"/>
                </a:lnTo>
                <a:lnTo>
                  <a:pt x="936540" y="136767"/>
                </a:lnTo>
                <a:close/>
                <a:moveTo>
                  <a:pt x="962528" y="135879"/>
                </a:moveTo>
                <a:lnTo>
                  <a:pt x="963028" y="135879"/>
                </a:lnTo>
                <a:lnTo>
                  <a:pt x="963028" y="136767"/>
                </a:lnTo>
                <a:lnTo>
                  <a:pt x="962528" y="136767"/>
                </a:lnTo>
                <a:close/>
                <a:moveTo>
                  <a:pt x="899558" y="136767"/>
                </a:moveTo>
                <a:lnTo>
                  <a:pt x="901057" y="136767"/>
                </a:lnTo>
                <a:lnTo>
                  <a:pt x="901057" y="137655"/>
                </a:lnTo>
                <a:lnTo>
                  <a:pt x="899558" y="137655"/>
                </a:lnTo>
                <a:close/>
                <a:moveTo>
                  <a:pt x="963028" y="136767"/>
                </a:moveTo>
                <a:lnTo>
                  <a:pt x="963528" y="136767"/>
                </a:lnTo>
                <a:lnTo>
                  <a:pt x="963528" y="137655"/>
                </a:lnTo>
                <a:lnTo>
                  <a:pt x="963028" y="137655"/>
                </a:lnTo>
                <a:close/>
                <a:moveTo>
                  <a:pt x="969025" y="136767"/>
                </a:moveTo>
                <a:lnTo>
                  <a:pt x="970024" y="136767"/>
                </a:lnTo>
                <a:lnTo>
                  <a:pt x="970024" y="137655"/>
                </a:lnTo>
                <a:lnTo>
                  <a:pt x="969025" y="137655"/>
                </a:lnTo>
                <a:close/>
                <a:moveTo>
                  <a:pt x="759126" y="136767"/>
                </a:moveTo>
                <a:lnTo>
                  <a:pt x="759625" y="136767"/>
                </a:lnTo>
                <a:lnTo>
                  <a:pt x="759625" y="137655"/>
                </a:lnTo>
                <a:lnTo>
                  <a:pt x="759126" y="137655"/>
                </a:lnTo>
                <a:close/>
                <a:moveTo>
                  <a:pt x="928045" y="136767"/>
                </a:moveTo>
                <a:lnTo>
                  <a:pt x="929544" y="136767"/>
                </a:lnTo>
                <a:lnTo>
                  <a:pt x="929544" y="137655"/>
                </a:lnTo>
                <a:lnTo>
                  <a:pt x="928045" y="137655"/>
                </a:lnTo>
                <a:close/>
                <a:moveTo>
                  <a:pt x="723643" y="136767"/>
                </a:moveTo>
                <a:lnTo>
                  <a:pt x="724142" y="136767"/>
                </a:lnTo>
                <a:lnTo>
                  <a:pt x="724142" y="137655"/>
                </a:lnTo>
                <a:lnTo>
                  <a:pt x="723643" y="137655"/>
                </a:lnTo>
                <a:close/>
                <a:moveTo>
                  <a:pt x="930044" y="136767"/>
                </a:moveTo>
                <a:lnTo>
                  <a:pt x="931043" y="136767"/>
                </a:lnTo>
                <a:lnTo>
                  <a:pt x="931043" y="137655"/>
                </a:lnTo>
                <a:lnTo>
                  <a:pt x="930044" y="137655"/>
                </a:lnTo>
                <a:close/>
                <a:moveTo>
                  <a:pt x="933542" y="136767"/>
                </a:moveTo>
                <a:lnTo>
                  <a:pt x="934042" y="136767"/>
                </a:lnTo>
                <a:lnTo>
                  <a:pt x="934042" y="137655"/>
                </a:lnTo>
                <a:lnTo>
                  <a:pt x="933542" y="137655"/>
                </a:lnTo>
                <a:close/>
                <a:moveTo>
                  <a:pt x="773119" y="136767"/>
                </a:moveTo>
                <a:lnTo>
                  <a:pt x="773619" y="136767"/>
                </a:lnTo>
                <a:lnTo>
                  <a:pt x="773619" y="137655"/>
                </a:lnTo>
                <a:lnTo>
                  <a:pt x="773119" y="137655"/>
                </a:lnTo>
                <a:close/>
                <a:moveTo>
                  <a:pt x="926545" y="136767"/>
                </a:moveTo>
                <a:lnTo>
                  <a:pt x="927045" y="136767"/>
                </a:lnTo>
                <a:lnTo>
                  <a:pt x="927045" y="137655"/>
                </a:lnTo>
                <a:lnTo>
                  <a:pt x="926545" y="137655"/>
                </a:lnTo>
                <a:close/>
                <a:moveTo>
                  <a:pt x="722143" y="136767"/>
                </a:moveTo>
                <a:lnTo>
                  <a:pt x="722643" y="136767"/>
                </a:lnTo>
                <a:lnTo>
                  <a:pt x="722643" y="138544"/>
                </a:lnTo>
                <a:lnTo>
                  <a:pt x="722143" y="138544"/>
                </a:lnTo>
                <a:close/>
                <a:moveTo>
                  <a:pt x="860577" y="137655"/>
                </a:moveTo>
                <a:lnTo>
                  <a:pt x="861077" y="137655"/>
                </a:lnTo>
                <a:lnTo>
                  <a:pt x="861077" y="138544"/>
                </a:lnTo>
                <a:lnTo>
                  <a:pt x="860577" y="138544"/>
                </a:lnTo>
                <a:close/>
                <a:moveTo>
                  <a:pt x="749630" y="137655"/>
                </a:moveTo>
                <a:lnTo>
                  <a:pt x="750130" y="137655"/>
                </a:lnTo>
                <a:lnTo>
                  <a:pt x="750130" y="138544"/>
                </a:lnTo>
                <a:lnTo>
                  <a:pt x="749630" y="138544"/>
                </a:lnTo>
                <a:close/>
                <a:moveTo>
                  <a:pt x="934042" y="137655"/>
                </a:moveTo>
                <a:lnTo>
                  <a:pt x="936041" y="137655"/>
                </a:lnTo>
                <a:lnTo>
                  <a:pt x="936041" y="138544"/>
                </a:lnTo>
                <a:lnTo>
                  <a:pt x="934042" y="138544"/>
                </a:lnTo>
                <a:close/>
                <a:moveTo>
                  <a:pt x="952033" y="137655"/>
                </a:moveTo>
                <a:lnTo>
                  <a:pt x="952533" y="137655"/>
                </a:lnTo>
                <a:lnTo>
                  <a:pt x="952533" y="138544"/>
                </a:lnTo>
                <a:lnTo>
                  <a:pt x="952033" y="138544"/>
                </a:lnTo>
                <a:close/>
                <a:moveTo>
                  <a:pt x="953033" y="136767"/>
                </a:moveTo>
                <a:lnTo>
                  <a:pt x="953532" y="136767"/>
                </a:lnTo>
                <a:lnTo>
                  <a:pt x="953532" y="138544"/>
                </a:lnTo>
                <a:lnTo>
                  <a:pt x="953033" y="138544"/>
                </a:lnTo>
                <a:close/>
                <a:moveTo>
                  <a:pt x="967526" y="137655"/>
                </a:moveTo>
                <a:lnTo>
                  <a:pt x="968025" y="137655"/>
                </a:lnTo>
                <a:lnTo>
                  <a:pt x="968025" y="138544"/>
                </a:lnTo>
                <a:lnTo>
                  <a:pt x="967526" y="138544"/>
                </a:lnTo>
                <a:close/>
                <a:moveTo>
                  <a:pt x="737636" y="137655"/>
                </a:moveTo>
                <a:lnTo>
                  <a:pt x="738136" y="137655"/>
                </a:lnTo>
                <a:lnTo>
                  <a:pt x="738136" y="138544"/>
                </a:lnTo>
                <a:lnTo>
                  <a:pt x="737636" y="138544"/>
                </a:lnTo>
                <a:close/>
                <a:moveTo>
                  <a:pt x="930044" y="137655"/>
                </a:moveTo>
                <a:lnTo>
                  <a:pt x="930543" y="137655"/>
                </a:lnTo>
                <a:lnTo>
                  <a:pt x="930543" y="138544"/>
                </a:lnTo>
                <a:lnTo>
                  <a:pt x="930044" y="138544"/>
                </a:lnTo>
                <a:close/>
                <a:moveTo>
                  <a:pt x="932043" y="136767"/>
                </a:moveTo>
                <a:lnTo>
                  <a:pt x="932542" y="136767"/>
                </a:lnTo>
                <a:lnTo>
                  <a:pt x="932542" y="138544"/>
                </a:lnTo>
                <a:lnTo>
                  <a:pt x="932043" y="138544"/>
                </a:lnTo>
                <a:close/>
                <a:moveTo>
                  <a:pt x="927545" y="137655"/>
                </a:moveTo>
                <a:lnTo>
                  <a:pt x="928544" y="137655"/>
                </a:lnTo>
                <a:lnTo>
                  <a:pt x="928544" y="138544"/>
                </a:lnTo>
                <a:lnTo>
                  <a:pt x="927545" y="138544"/>
                </a:lnTo>
                <a:close/>
                <a:moveTo>
                  <a:pt x="929044" y="138544"/>
                </a:moveTo>
                <a:lnTo>
                  <a:pt x="929544" y="138544"/>
                </a:lnTo>
                <a:lnTo>
                  <a:pt x="929544" y="139432"/>
                </a:lnTo>
                <a:lnTo>
                  <a:pt x="929044" y="139432"/>
                </a:lnTo>
                <a:close/>
                <a:moveTo>
                  <a:pt x="726641" y="138544"/>
                </a:moveTo>
                <a:lnTo>
                  <a:pt x="727141" y="138544"/>
                </a:lnTo>
                <a:lnTo>
                  <a:pt x="727141" y="139432"/>
                </a:lnTo>
                <a:lnTo>
                  <a:pt x="726641" y="139432"/>
                </a:lnTo>
                <a:close/>
                <a:moveTo>
                  <a:pt x="951533" y="138544"/>
                </a:moveTo>
                <a:lnTo>
                  <a:pt x="952033" y="138544"/>
                </a:lnTo>
                <a:lnTo>
                  <a:pt x="952033" y="139432"/>
                </a:lnTo>
                <a:lnTo>
                  <a:pt x="951533" y="139432"/>
                </a:lnTo>
                <a:close/>
                <a:moveTo>
                  <a:pt x="932542" y="138544"/>
                </a:moveTo>
                <a:lnTo>
                  <a:pt x="933542" y="138544"/>
                </a:lnTo>
                <a:lnTo>
                  <a:pt x="933542" y="139432"/>
                </a:lnTo>
                <a:lnTo>
                  <a:pt x="932542" y="139432"/>
                </a:lnTo>
                <a:close/>
                <a:moveTo>
                  <a:pt x="901057" y="138544"/>
                </a:moveTo>
                <a:lnTo>
                  <a:pt x="901557" y="138544"/>
                </a:lnTo>
                <a:lnTo>
                  <a:pt x="901557" y="139432"/>
                </a:lnTo>
                <a:lnTo>
                  <a:pt x="901057" y="139432"/>
                </a:lnTo>
                <a:close/>
                <a:moveTo>
                  <a:pt x="930543" y="138544"/>
                </a:moveTo>
                <a:lnTo>
                  <a:pt x="931043" y="138544"/>
                </a:lnTo>
                <a:lnTo>
                  <a:pt x="931043" y="139432"/>
                </a:lnTo>
                <a:lnTo>
                  <a:pt x="930543" y="139432"/>
                </a:lnTo>
                <a:close/>
                <a:moveTo>
                  <a:pt x="748631" y="139432"/>
                </a:moveTo>
                <a:lnTo>
                  <a:pt x="749130" y="139432"/>
                </a:lnTo>
                <a:lnTo>
                  <a:pt x="749130" y="140320"/>
                </a:lnTo>
                <a:lnTo>
                  <a:pt x="748631" y="140320"/>
                </a:lnTo>
                <a:close/>
                <a:moveTo>
                  <a:pt x="765623" y="139432"/>
                </a:moveTo>
                <a:lnTo>
                  <a:pt x="766122" y="139432"/>
                </a:lnTo>
                <a:lnTo>
                  <a:pt x="766122" y="140320"/>
                </a:lnTo>
                <a:lnTo>
                  <a:pt x="765623" y="140320"/>
                </a:lnTo>
                <a:close/>
                <a:moveTo>
                  <a:pt x="736636" y="139432"/>
                </a:moveTo>
                <a:lnTo>
                  <a:pt x="737136" y="139432"/>
                </a:lnTo>
                <a:lnTo>
                  <a:pt x="737136" y="140320"/>
                </a:lnTo>
                <a:lnTo>
                  <a:pt x="736636" y="140320"/>
                </a:lnTo>
                <a:close/>
                <a:moveTo>
                  <a:pt x="770620" y="139432"/>
                </a:moveTo>
                <a:lnTo>
                  <a:pt x="771120" y="139432"/>
                </a:lnTo>
                <a:lnTo>
                  <a:pt x="771120" y="140320"/>
                </a:lnTo>
                <a:lnTo>
                  <a:pt x="770620" y="140320"/>
                </a:lnTo>
                <a:close/>
                <a:moveTo>
                  <a:pt x="758126" y="139432"/>
                </a:moveTo>
                <a:lnTo>
                  <a:pt x="758626" y="139432"/>
                </a:lnTo>
                <a:lnTo>
                  <a:pt x="758626" y="140320"/>
                </a:lnTo>
                <a:lnTo>
                  <a:pt x="758126" y="140320"/>
                </a:lnTo>
                <a:close/>
                <a:moveTo>
                  <a:pt x="747631" y="139432"/>
                </a:moveTo>
                <a:lnTo>
                  <a:pt x="748131" y="139432"/>
                </a:lnTo>
                <a:lnTo>
                  <a:pt x="748131" y="140320"/>
                </a:lnTo>
                <a:lnTo>
                  <a:pt x="747631" y="140320"/>
                </a:lnTo>
                <a:close/>
                <a:moveTo>
                  <a:pt x="764123" y="139432"/>
                </a:moveTo>
                <a:lnTo>
                  <a:pt x="764623" y="139432"/>
                </a:lnTo>
                <a:lnTo>
                  <a:pt x="764623" y="140320"/>
                </a:lnTo>
                <a:lnTo>
                  <a:pt x="764123" y="140320"/>
                </a:lnTo>
                <a:close/>
                <a:moveTo>
                  <a:pt x="724642" y="139432"/>
                </a:moveTo>
                <a:lnTo>
                  <a:pt x="725142" y="139432"/>
                </a:lnTo>
                <a:lnTo>
                  <a:pt x="725142" y="140320"/>
                </a:lnTo>
                <a:lnTo>
                  <a:pt x="724642" y="140320"/>
                </a:lnTo>
                <a:close/>
                <a:moveTo>
                  <a:pt x="856079" y="140320"/>
                </a:moveTo>
                <a:lnTo>
                  <a:pt x="856579" y="140320"/>
                </a:lnTo>
                <a:lnTo>
                  <a:pt x="856579" y="141208"/>
                </a:lnTo>
                <a:lnTo>
                  <a:pt x="856079" y="141208"/>
                </a:lnTo>
                <a:close/>
                <a:moveTo>
                  <a:pt x="850582" y="140320"/>
                </a:moveTo>
                <a:lnTo>
                  <a:pt x="851081" y="140320"/>
                </a:lnTo>
                <a:lnTo>
                  <a:pt x="851081" y="141208"/>
                </a:lnTo>
                <a:lnTo>
                  <a:pt x="850582" y="141208"/>
                </a:lnTo>
                <a:close/>
                <a:moveTo>
                  <a:pt x="738136" y="140320"/>
                </a:moveTo>
                <a:lnTo>
                  <a:pt x="738635" y="140320"/>
                </a:lnTo>
                <a:lnTo>
                  <a:pt x="738635" y="141208"/>
                </a:lnTo>
                <a:lnTo>
                  <a:pt x="738136" y="141208"/>
                </a:lnTo>
                <a:close/>
                <a:moveTo>
                  <a:pt x="744633" y="140320"/>
                </a:moveTo>
                <a:lnTo>
                  <a:pt x="745132" y="140320"/>
                </a:lnTo>
                <a:lnTo>
                  <a:pt x="745132" y="141208"/>
                </a:lnTo>
                <a:lnTo>
                  <a:pt x="744633" y="141208"/>
                </a:lnTo>
                <a:close/>
                <a:moveTo>
                  <a:pt x="867074" y="140320"/>
                </a:moveTo>
                <a:lnTo>
                  <a:pt x="867574" y="140320"/>
                </a:lnTo>
                <a:lnTo>
                  <a:pt x="867574" y="141208"/>
                </a:lnTo>
                <a:lnTo>
                  <a:pt x="867074" y="141208"/>
                </a:lnTo>
                <a:close/>
                <a:moveTo>
                  <a:pt x="763623" y="140320"/>
                </a:moveTo>
                <a:lnTo>
                  <a:pt x="764123" y="140320"/>
                </a:lnTo>
                <a:lnTo>
                  <a:pt x="764123" y="141208"/>
                </a:lnTo>
                <a:lnTo>
                  <a:pt x="763623" y="141208"/>
                </a:lnTo>
                <a:close/>
                <a:moveTo>
                  <a:pt x="858078" y="139432"/>
                </a:moveTo>
                <a:lnTo>
                  <a:pt x="858578" y="139432"/>
                </a:lnTo>
                <a:lnTo>
                  <a:pt x="858578" y="141208"/>
                </a:lnTo>
                <a:lnTo>
                  <a:pt x="858078" y="141208"/>
                </a:lnTo>
                <a:close/>
                <a:moveTo>
                  <a:pt x="764623" y="140320"/>
                </a:moveTo>
                <a:lnTo>
                  <a:pt x="765123" y="140320"/>
                </a:lnTo>
                <a:lnTo>
                  <a:pt x="765123" y="141208"/>
                </a:lnTo>
                <a:lnTo>
                  <a:pt x="764623" y="141208"/>
                </a:lnTo>
                <a:close/>
                <a:moveTo>
                  <a:pt x="774618" y="141208"/>
                </a:moveTo>
                <a:lnTo>
                  <a:pt x="775118" y="141208"/>
                </a:lnTo>
                <a:lnTo>
                  <a:pt x="775118" y="142096"/>
                </a:lnTo>
                <a:lnTo>
                  <a:pt x="774618" y="142096"/>
                </a:lnTo>
                <a:close/>
                <a:moveTo>
                  <a:pt x="778117" y="141208"/>
                </a:moveTo>
                <a:lnTo>
                  <a:pt x="778616" y="141208"/>
                </a:lnTo>
                <a:lnTo>
                  <a:pt x="778616" y="142096"/>
                </a:lnTo>
                <a:lnTo>
                  <a:pt x="778117" y="142096"/>
                </a:lnTo>
                <a:close/>
                <a:moveTo>
                  <a:pt x="737636" y="141208"/>
                </a:moveTo>
                <a:lnTo>
                  <a:pt x="738136" y="141208"/>
                </a:lnTo>
                <a:lnTo>
                  <a:pt x="738136" y="142096"/>
                </a:lnTo>
                <a:lnTo>
                  <a:pt x="737636" y="142096"/>
                </a:lnTo>
                <a:close/>
                <a:moveTo>
                  <a:pt x="846584" y="141208"/>
                </a:moveTo>
                <a:lnTo>
                  <a:pt x="847083" y="141208"/>
                </a:lnTo>
                <a:lnTo>
                  <a:pt x="847083" y="142096"/>
                </a:lnTo>
                <a:lnTo>
                  <a:pt x="846584" y="142096"/>
                </a:lnTo>
                <a:close/>
                <a:moveTo>
                  <a:pt x="760125" y="141208"/>
                </a:moveTo>
                <a:lnTo>
                  <a:pt x="760625" y="141208"/>
                </a:lnTo>
                <a:lnTo>
                  <a:pt x="760625" y="142096"/>
                </a:lnTo>
                <a:lnTo>
                  <a:pt x="760125" y="142096"/>
                </a:lnTo>
                <a:close/>
                <a:moveTo>
                  <a:pt x="773619" y="142096"/>
                </a:moveTo>
                <a:lnTo>
                  <a:pt x="774118" y="142096"/>
                </a:lnTo>
                <a:lnTo>
                  <a:pt x="774118" y="142984"/>
                </a:lnTo>
                <a:lnTo>
                  <a:pt x="773619" y="142984"/>
                </a:lnTo>
                <a:close/>
                <a:moveTo>
                  <a:pt x="747131" y="142096"/>
                </a:moveTo>
                <a:lnTo>
                  <a:pt x="747631" y="142096"/>
                </a:lnTo>
                <a:lnTo>
                  <a:pt x="747631" y="142984"/>
                </a:lnTo>
                <a:lnTo>
                  <a:pt x="747131" y="142984"/>
                </a:lnTo>
                <a:close/>
                <a:moveTo>
                  <a:pt x="744633" y="142096"/>
                </a:moveTo>
                <a:lnTo>
                  <a:pt x="745132" y="142096"/>
                </a:lnTo>
                <a:lnTo>
                  <a:pt x="745132" y="142984"/>
                </a:lnTo>
                <a:lnTo>
                  <a:pt x="744633" y="142984"/>
                </a:lnTo>
                <a:close/>
                <a:moveTo>
                  <a:pt x="765123" y="142096"/>
                </a:moveTo>
                <a:lnTo>
                  <a:pt x="765623" y="142096"/>
                </a:lnTo>
                <a:lnTo>
                  <a:pt x="765623" y="142984"/>
                </a:lnTo>
                <a:lnTo>
                  <a:pt x="765123" y="142984"/>
                </a:lnTo>
                <a:close/>
                <a:moveTo>
                  <a:pt x="868073" y="142096"/>
                </a:moveTo>
                <a:lnTo>
                  <a:pt x="868573" y="142096"/>
                </a:lnTo>
                <a:lnTo>
                  <a:pt x="868573" y="142984"/>
                </a:lnTo>
                <a:lnTo>
                  <a:pt x="868073" y="142984"/>
                </a:lnTo>
                <a:close/>
                <a:moveTo>
                  <a:pt x="860077" y="142984"/>
                </a:moveTo>
                <a:lnTo>
                  <a:pt x="860577" y="142984"/>
                </a:lnTo>
                <a:lnTo>
                  <a:pt x="860577" y="143872"/>
                </a:lnTo>
                <a:lnTo>
                  <a:pt x="860077" y="143872"/>
                </a:lnTo>
                <a:close/>
                <a:moveTo>
                  <a:pt x="771120" y="142984"/>
                </a:moveTo>
                <a:lnTo>
                  <a:pt x="771620" y="142984"/>
                </a:lnTo>
                <a:lnTo>
                  <a:pt x="771620" y="143872"/>
                </a:lnTo>
                <a:lnTo>
                  <a:pt x="771120" y="143872"/>
                </a:lnTo>
                <a:close/>
                <a:moveTo>
                  <a:pt x="848083" y="142984"/>
                </a:moveTo>
                <a:lnTo>
                  <a:pt x="848583" y="142984"/>
                </a:lnTo>
                <a:lnTo>
                  <a:pt x="848583" y="143872"/>
                </a:lnTo>
                <a:lnTo>
                  <a:pt x="848083" y="143872"/>
                </a:lnTo>
                <a:close/>
                <a:moveTo>
                  <a:pt x="760625" y="143872"/>
                </a:moveTo>
                <a:lnTo>
                  <a:pt x="761125" y="143872"/>
                </a:lnTo>
                <a:lnTo>
                  <a:pt x="761125" y="144760"/>
                </a:lnTo>
                <a:lnTo>
                  <a:pt x="760625" y="144760"/>
                </a:lnTo>
                <a:close/>
                <a:moveTo>
                  <a:pt x="738635" y="144760"/>
                </a:moveTo>
                <a:lnTo>
                  <a:pt x="739135" y="144760"/>
                </a:lnTo>
                <a:lnTo>
                  <a:pt x="739135" y="145648"/>
                </a:lnTo>
                <a:lnTo>
                  <a:pt x="738635" y="145648"/>
                </a:lnTo>
                <a:close/>
                <a:moveTo>
                  <a:pt x="775618" y="144760"/>
                </a:moveTo>
                <a:lnTo>
                  <a:pt x="776117" y="144760"/>
                </a:lnTo>
                <a:lnTo>
                  <a:pt x="776117" y="145648"/>
                </a:lnTo>
                <a:lnTo>
                  <a:pt x="775618" y="145648"/>
                </a:lnTo>
                <a:close/>
                <a:moveTo>
                  <a:pt x="763124" y="144760"/>
                </a:moveTo>
                <a:lnTo>
                  <a:pt x="763623" y="144760"/>
                </a:lnTo>
                <a:lnTo>
                  <a:pt x="763623" y="145648"/>
                </a:lnTo>
                <a:lnTo>
                  <a:pt x="763124" y="145648"/>
                </a:lnTo>
                <a:close/>
                <a:moveTo>
                  <a:pt x="759126" y="144760"/>
                </a:moveTo>
                <a:lnTo>
                  <a:pt x="759625" y="144760"/>
                </a:lnTo>
                <a:lnTo>
                  <a:pt x="759625" y="145648"/>
                </a:lnTo>
                <a:lnTo>
                  <a:pt x="759126" y="145648"/>
                </a:lnTo>
                <a:close/>
                <a:moveTo>
                  <a:pt x="752129" y="144760"/>
                </a:moveTo>
                <a:lnTo>
                  <a:pt x="752629" y="144760"/>
                </a:lnTo>
                <a:lnTo>
                  <a:pt x="752629" y="145648"/>
                </a:lnTo>
                <a:lnTo>
                  <a:pt x="752129" y="145648"/>
                </a:lnTo>
                <a:close/>
                <a:moveTo>
                  <a:pt x="774118" y="145648"/>
                </a:moveTo>
                <a:lnTo>
                  <a:pt x="774618" y="145648"/>
                </a:lnTo>
                <a:lnTo>
                  <a:pt x="774618" y="146536"/>
                </a:lnTo>
                <a:lnTo>
                  <a:pt x="774118" y="146536"/>
                </a:lnTo>
                <a:close/>
                <a:moveTo>
                  <a:pt x="760125" y="145648"/>
                </a:moveTo>
                <a:lnTo>
                  <a:pt x="760625" y="145648"/>
                </a:lnTo>
                <a:lnTo>
                  <a:pt x="760625" y="146536"/>
                </a:lnTo>
                <a:lnTo>
                  <a:pt x="760125" y="146536"/>
                </a:lnTo>
                <a:close/>
                <a:moveTo>
                  <a:pt x="776617" y="145648"/>
                </a:moveTo>
                <a:lnTo>
                  <a:pt x="777117" y="145648"/>
                </a:lnTo>
                <a:lnTo>
                  <a:pt x="777117" y="146536"/>
                </a:lnTo>
                <a:lnTo>
                  <a:pt x="776617" y="146536"/>
                </a:lnTo>
                <a:close/>
                <a:moveTo>
                  <a:pt x="867574" y="145648"/>
                </a:moveTo>
                <a:lnTo>
                  <a:pt x="868073" y="145648"/>
                </a:lnTo>
                <a:lnTo>
                  <a:pt x="868073" y="146536"/>
                </a:lnTo>
                <a:lnTo>
                  <a:pt x="867574" y="146536"/>
                </a:lnTo>
                <a:close/>
                <a:moveTo>
                  <a:pt x="924046" y="146536"/>
                </a:moveTo>
                <a:lnTo>
                  <a:pt x="925046" y="146536"/>
                </a:lnTo>
                <a:lnTo>
                  <a:pt x="925046" y="147425"/>
                </a:lnTo>
                <a:lnTo>
                  <a:pt x="924046" y="147425"/>
                </a:lnTo>
                <a:close/>
                <a:moveTo>
                  <a:pt x="919049" y="146536"/>
                </a:moveTo>
                <a:lnTo>
                  <a:pt x="919549" y="146536"/>
                </a:lnTo>
                <a:lnTo>
                  <a:pt x="919549" y="147425"/>
                </a:lnTo>
                <a:lnTo>
                  <a:pt x="919049" y="147425"/>
                </a:lnTo>
                <a:close/>
                <a:moveTo>
                  <a:pt x="947035" y="146536"/>
                </a:moveTo>
                <a:lnTo>
                  <a:pt x="948035" y="146536"/>
                </a:lnTo>
                <a:lnTo>
                  <a:pt x="948035" y="147425"/>
                </a:lnTo>
                <a:lnTo>
                  <a:pt x="947035" y="147425"/>
                </a:lnTo>
                <a:close/>
                <a:moveTo>
                  <a:pt x="916050" y="146536"/>
                </a:moveTo>
                <a:lnTo>
                  <a:pt x="917050" y="146536"/>
                </a:lnTo>
                <a:lnTo>
                  <a:pt x="917050" y="147425"/>
                </a:lnTo>
                <a:lnTo>
                  <a:pt x="916050" y="147425"/>
                </a:lnTo>
                <a:close/>
                <a:moveTo>
                  <a:pt x="968025" y="146536"/>
                </a:moveTo>
                <a:lnTo>
                  <a:pt x="970024" y="146536"/>
                </a:lnTo>
                <a:lnTo>
                  <a:pt x="970024" y="147425"/>
                </a:lnTo>
                <a:lnTo>
                  <a:pt x="968025" y="147425"/>
                </a:lnTo>
                <a:close/>
                <a:moveTo>
                  <a:pt x="748131" y="146536"/>
                </a:moveTo>
                <a:lnTo>
                  <a:pt x="748631" y="146536"/>
                </a:lnTo>
                <a:lnTo>
                  <a:pt x="748631" y="147425"/>
                </a:lnTo>
                <a:lnTo>
                  <a:pt x="748131" y="147425"/>
                </a:lnTo>
                <a:close/>
                <a:moveTo>
                  <a:pt x="929544" y="146536"/>
                </a:moveTo>
                <a:lnTo>
                  <a:pt x="930044" y="146536"/>
                </a:lnTo>
                <a:lnTo>
                  <a:pt x="930044" y="147425"/>
                </a:lnTo>
                <a:lnTo>
                  <a:pt x="929544" y="147425"/>
                </a:lnTo>
                <a:close/>
                <a:moveTo>
                  <a:pt x="951533" y="146536"/>
                </a:moveTo>
                <a:lnTo>
                  <a:pt x="953033" y="146536"/>
                </a:lnTo>
                <a:lnTo>
                  <a:pt x="953033" y="147425"/>
                </a:lnTo>
                <a:lnTo>
                  <a:pt x="951533" y="147425"/>
                </a:lnTo>
                <a:close/>
                <a:moveTo>
                  <a:pt x="747131" y="146536"/>
                </a:moveTo>
                <a:lnTo>
                  <a:pt x="747631" y="146536"/>
                </a:lnTo>
                <a:lnTo>
                  <a:pt x="747631" y="147425"/>
                </a:lnTo>
                <a:lnTo>
                  <a:pt x="747131" y="147425"/>
                </a:lnTo>
                <a:close/>
                <a:moveTo>
                  <a:pt x="933042" y="146536"/>
                </a:moveTo>
                <a:lnTo>
                  <a:pt x="933542" y="146536"/>
                </a:lnTo>
                <a:lnTo>
                  <a:pt x="933542" y="147425"/>
                </a:lnTo>
                <a:lnTo>
                  <a:pt x="933042" y="147425"/>
                </a:lnTo>
                <a:close/>
                <a:moveTo>
                  <a:pt x="938040" y="146536"/>
                </a:moveTo>
                <a:lnTo>
                  <a:pt x="938540" y="146536"/>
                </a:lnTo>
                <a:lnTo>
                  <a:pt x="938540" y="147425"/>
                </a:lnTo>
                <a:lnTo>
                  <a:pt x="938040" y="147425"/>
                </a:lnTo>
                <a:close/>
                <a:moveTo>
                  <a:pt x="958530" y="146536"/>
                </a:moveTo>
                <a:lnTo>
                  <a:pt x="959030" y="146536"/>
                </a:lnTo>
                <a:lnTo>
                  <a:pt x="959030" y="147425"/>
                </a:lnTo>
                <a:lnTo>
                  <a:pt x="958530" y="147425"/>
                </a:lnTo>
                <a:close/>
                <a:moveTo>
                  <a:pt x="738136" y="146536"/>
                </a:moveTo>
                <a:lnTo>
                  <a:pt x="738635" y="146536"/>
                </a:lnTo>
                <a:lnTo>
                  <a:pt x="738635" y="147425"/>
                </a:lnTo>
                <a:lnTo>
                  <a:pt x="738136" y="147425"/>
                </a:lnTo>
                <a:close/>
                <a:moveTo>
                  <a:pt x="910553" y="146536"/>
                </a:moveTo>
                <a:lnTo>
                  <a:pt x="911053" y="146536"/>
                </a:lnTo>
                <a:lnTo>
                  <a:pt x="911053" y="147425"/>
                </a:lnTo>
                <a:lnTo>
                  <a:pt x="910553" y="147425"/>
                </a:lnTo>
                <a:close/>
                <a:moveTo>
                  <a:pt x="942538" y="146536"/>
                </a:moveTo>
                <a:lnTo>
                  <a:pt x="943037" y="146536"/>
                </a:lnTo>
                <a:lnTo>
                  <a:pt x="943037" y="147425"/>
                </a:lnTo>
                <a:lnTo>
                  <a:pt x="942538" y="147425"/>
                </a:lnTo>
                <a:close/>
                <a:moveTo>
                  <a:pt x="907055" y="146536"/>
                </a:moveTo>
                <a:lnTo>
                  <a:pt x="907554" y="146536"/>
                </a:lnTo>
                <a:lnTo>
                  <a:pt x="907554" y="147425"/>
                </a:lnTo>
                <a:lnTo>
                  <a:pt x="907055" y="147425"/>
                </a:lnTo>
                <a:close/>
                <a:moveTo>
                  <a:pt x="727141" y="146536"/>
                </a:moveTo>
                <a:lnTo>
                  <a:pt x="727641" y="146536"/>
                </a:lnTo>
                <a:lnTo>
                  <a:pt x="727641" y="147425"/>
                </a:lnTo>
                <a:lnTo>
                  <a:pt x="727141" y="147425"/>
                </a:lnTo>
                <a:close/>
                <a:moveTo>
                  <a:pt x="920548" y="146536"/>
                </a:moveTo>
                <a:lnTo>
                  <a:pt x="921048" y="146536"/>
                </a:lnTo>
                <a:lnTo>
                  <a:pt x="921048" y="147425"/>
                </a:lnTo>
                <a:lnTo>
                  <a:pt x="920548" y="147425"/>
                </a:lnTo>
                <a:close/>
                <a:moveTo>
                  <a:pt x="956531" y="146536"/>
                </a:moveTo>
                <a:lnTo>
                  <a:pt x="957031" y="146536"/>
                </a:lnTo>
                <a:lnTo>
                  <a:pt x="957031" y="147425"/>
                </a:lnTo>
                <a:lnTo>
                  <a:pt x="956531" y="147425"/>
                </a:lnTo>
                <a:close/>
                <a:moveTo>
                  <a:pt x="913052" y="146536"/>
                </a:moveTo>
                <a:lnTo>
                  <a:pt x="913551" y="146536"/>
                </a:lnTo>
                <a:lnTo>
                  <a:pt x="913551" y="147425"/>
                </a:lnTo>
                <a:lnTo>
                  <a:pt x="913052" y="147425"/>
                </a:lnTo>
                <a:close/>
                <a:moveTo>
                  <a:pt x="745632" y="146536"/>
                </a:moveTo>
                <a:lnTo>
                  <a:pt x="746132" y="146536"/>
                </a:lnTo>
                <a:lnTo>
                  <a:pt x="746132" y="147425"/>
                </a:lnTo>
                <a:lnTo>
                  <a:pt x="745632" y="147425"/>
                </a:lnTo>
                <a:close/>
                <a:moveTo>
                  <a:pt x="945036" y="146536"/>
                </a:moveTo>
                <a:lnTo>
                  <a:pt x="945536" y="146536"/>
                </a:lnTo>
                <a:lnTo>
                  <a:pt x="945536" y="147425"/>
                </a:lnTo>
                <a:lnTo>
                  <a:pt x="945036" y="147425"/>
                </a:lnTo>
                <a:close/>
                <a:moveTo>
                  <a:pt x="954032" y="146536"/>
                </a:moveTo>
                <a:lnTo>
                  <a:pt x="954532" y="146536"/>
                </a:lnTo>
                <a:lnTo>
                  <a:pt x="954532" y="147425"/>
                </a:lnTo>
                <a:lnTo>
                  <a:pt x="954032" y="147425"/>
                </a:lnTo>
                <a:close/>
                <a:moveTo>
                  <a:pt x="962528" y="146536"/>
                </a:moveTo>
                <a:lnTo>
                  <a:pt x="963028" y="146536"/>
                </a:lnTo>
                <a:lnTo>
                  <a:pt x="963028" y="147425"/>
                </a:lnTo>
                <a:lnTo>
                  <a:pt x="962528" y="147425"/>
                </a:lnTo>
                <a:close/>
                <a:moveTo>
                  <a:pt x="960029" y="146536"/>
                </a:moveTo>
                <a:lnTo>
                  <a:pt x="960529" y="146536"/>
                </a:lnTo>
                <a:lnTo>
                  <a:pt x="960529" y="148313"/>
                </a:lnTo>
                <a:lnTo>
                  <a:pt x="960029" y="148313"/>
                </a:lnTo>
                <a:close/>
                <a:moveTo>
                  <a:pt x="911552" y="147425"/>
                </a:moveTo>
                <a:lnTo>
                  <a:pt x="912552" y="147425"/>
                </a:lnTo>
                <a:lnTo>
                  <a:pt x="912552" y="148313"/>
                </a:lnTo>
                <a:lnTo>
                  <a:pt x="911552" y="148313"/>
                </a:lnTo>
                <a:close/>
                <a:moveTo>
                  <a:pt x="848083" y="147425"/>
                </a:moveTo>
                <a:lnTo>
                  <a:pt x="848583" y="147425"/>
                </a:lnTo>
                <a:lnTo>
                  <a:pt x="848583" y="148313"/>
                </a:lnTo>
                <a:lnTo>
                  <a:pt x="848083" y="148313"/>
                </a:lnTo>
                <a:close/>
                <a:moveTo>
                  <a:pt x="852581" y="147425"/>
                </a:moveTo>
                <a:lnTo>
                  <a:pt x="853081" y="147425"/>
                </a:lnTo>
                <a:lnTo>
                  <a:pt x="853081" y="148313"/>
                </a:lnTo>
                <a:lnTo>
                  <a:pt x="852581" y="148313"/>
                </a:lnTo>
                <a:close/>
                <a:moveTo>
                  <a:pt x="925046" y="147425"/>
                </a:moveTo>
                <a:lnTo>
                  <a:pt x="925546" y="147425"/>
                </a:lnTo>
                <a:lnTo>
                  <a:pt x="925546" y="148313"/>
                </a:lnTo>
                <a:lnTo>
                  <a:pt x="925046" y="148313"/>
                </a:lnTo>
                <a:close/>
                <a:moveTo>
                  <a:pt x="965027" y="147425"/>
                </a:moveTo>
                <a:lnTo>
                  <a:pt x="965527" y="147425"/>
                </a:lnTo>
                <a:lnTo>
                  <a:pt x="965527" y="148313"/>
                </a:lnTo>
                <a:lnTo>
                  <a:pt x="965027" y="148313"/>
                </a:lnTo>
                <a:close/>
                <a:moveTo>
                  <a:pt x="926545" y="147425"/>
                </a:moveTo>
                <a:lnTo>
                  <a:pt x="927545" y="147425"/>
                </a:lnTo>
                <a:lnTo>
                  <a:pt x="927545" y="148313"/>
                </a:lnTo>
                <a:lnTo>
                  <a:pt x="926545" y="148313"/>
                </a:lnTo>
                <a:close/>
                <a:moveTo>
                  <a:pt x="958030" y="147425"/>
                </a:moveTo>
                <a:lnTo>
                  <a:pt x="958530" y="147425"/>
                </a:lnTo>
                <a:lnTo>
                  <a:pt x="958530" y="148313"/>
                </a:lnTo>
                <a:lnTo>
                  <a:pt x="958030" y="148313"/>
                </a:lnTo>
                <a:close/>
                <a:moveTo>
                  <a:pt x="967026" y="147425"/>
                </a:moveTo>
                <a:lnTo>
                  <a:pt x="968025" y="147425"/>
                </a:lnTo>
                <a:lnTo>
                  <a:pt x="968025" y="148313"/>
                </a:lnTo>
                <a:lnTo>
                  <a:pt x="967026" y="148313"/>
                </a:lnTo>
                <a:close/>
                <a:moveTo>
                  <a:pt x="914551" y="147425"/>
                </a:moveTo>
                <a:lnTo>
                  <a:pt x="915051" y="147425"/>
                </a:lnTo>
                <a:lnTo>
                  <a:pt x="915051" y="148313"/>
                </a:lnTo>
                <a:lnTo>
                  <a:pt x="914551" y="148313"/>
                </a:lnTo>
                <a:close/>
                <a:moveTo>
                  <a:pt x="759625" y="147425"/>
                </a:moveTo>
                <a:lnTo>
                  <a:pt x="760125" y="147425"/>
                </a:lnTo>
                <a:lnTo>
                  <a:pt x="760125" y="148313"/>
                </a:lnTo>
                <a:lnTo>
                  <a:pt x="759625" y="148313"/>
                </a:lnTo>
                <a:close/>
                <a:moveTo>
                  <a:pt x="937040" y="147425"/>
                </a:moveTo>
                <a:lnTo>
                  <a:pt x="938040" y="147425"/>
                </a:lnTo>
                <a:lnTo>
                  <a:pt x="938040" y="148313"/>
                </a:lnTo>
                <a:lnTo>
                  <a:pt x="937040" y="148313"/>
                </a:lnTo>
                <a:close/>
                <a:moveTo>
                  <a:pt x="897059" y="147425"/>
                </a:moveTo>
                <a:lnTo>
                  <a:pt x="898059" y="147425"/>
                </a:lnTo>
                <a:lnTo>
                  <a:pt x="898059" y="148313"/>
                </a:lnTo>
                <a:lnTo>
                  <a:pt x="897059" y="148313"/>
                </a:lnTo>
                <a:close/>
                <a:moveTo>
                  <a:pt x="864575" y="147425"/>
                </a:moveTo>
                <a:lnTo>
                  <a:pt x="865075" y="147425"/>
                </a:lnTo>
                <a:lnTo>
                  <a:pt x="865075" y="148313"/>
                </a:lnTo>
                <a:lnTo>
                  <a:pt x="864575" y="148313"/>
                </a:lnTo>
                <a:close/>
                <a:moveTo>
                  <a:pt x="955032" y="147425"/>
                </a:moveTo>
                <a:lnTo>
                  <a:pt x="955531" y="147425"/>
                </a:lnTo>
                <a:lnTo>
                  <a:pt x="955531" y="148313"/>
                </a:lnTo>
                <a:lnTo>
                  <a:pt x="955032" y="148313"/>
                </a:lnTo>
                <a:close/>
                <a:moveTo>
                  <a:pt x="902057" y="147425"/>
                </a:moveTo>
                <a:lnTo>
                  <a:pt x="903057" y="147425"/>
                </a:lnTo>
                <a:lnTo>
                  <a:pt x="903057" y="148313"/>
                </a:lnTo>
                <a:lnTo>
                  <a:pt x="902057" y="148313"/>
                </a:lnTo>
                <a:close/>
                <a:moveTo>
                  <a:pt x="939039" y="147425"/>
                </a:moveTo>
                <a:lnTo>
                  <a:pt x="939539" y="147425"/>
                </a:lnTo>
                <a:lnTo>
                  <a:pt x="939539" y="148313"/>
                </a:lnTo>
                <a:lnTo>
                  <a:pt x="939039" y="148313"/>
                </a:lnTo>
                <a:close/>
                <a:moveTo>
                  <a:pt x="929044" y="147425"/>
                </a:moveTo>
                <a:lnTo>
                  <a:pt x="929544" y="147425"/>
                </a:lnTo>
                <a:lnTo>
                  <a:pt x="929544" y="148313"/>
                </a:lnTo>
                <a:lnTo>
                  <a:pt x="929044" y="148313"/>
                </a:lnTo>
                <a:close/>
                <a:moveTo>
                  <a:pt x="961029" y="147425"/>
                </a:moveTo>
                <a:lnTo>
                  <a:pt x="961528" y="147425"/>
                </a:lnTo>
                <a:lnTo>
                  <a:pt x="961528" y="148313"/>
                </a:lnTo>
                <a:lnTo>
                  <a:pt x="961029" y="148313"/>
                </a:lnTo>
                <a:close/>
                <a:moveTo>
                  <a:pt x="736137" y="147425"/>
                </a:moveTo>
                <a:lnTo>
                  <a:pt x="736636" y="147425"/>
                </a:lnTo>
                <a:lnTo>
                  <a:pt x="736636" y="148313"/>
                </a:lnTo>
                <a:lnTo>
                  <a:pt x="736137" y="148313"/>
                </a:lnTo>
                <a:close/>
                <a:moveTo>
                  <a:pt x="946036" y="147425"/>
                </a:moveTo>
                <a:lnTo>
                  <a:pt x="947035" y="147425"/>
                </a:lnTo>
                <a:lnTo>
                  <a:pt x="947035" y="148313"/>
                </a:lnTo>
                <a:lnTo>
                  <a:pt x="946036" y="148313"/>
                </a:lnTo>
                <a:close/>
                <a:moveTo>
                  <a:pt x="862576" y="147425"/>
                </a:moveTo>
                <a:lnTo>
                  <a:pt x="863076" y="147425"/>
                </a:lnTo>
                <a:lnTo>
                  <a:pt x="863076" y="148313"/>
                </a:lnTo>
                <a:lnTo>
                  <a:pt x="862576" y="148313"/>
                </a:lnTo>
                <a:close/>
                <a:moveTo>
                  <a:pt x="923047" y="147425"/>
                </a:moveTo>
                <a:lnTo>
                  <a:pt x="924046" y="147425"/>
                </a:lnTo>
                <a:lnTo>
                  <a:pt x="924046" y="148313"/>
                </a:lnTo>
                <a:lnTo>
                  <a:pt x="923047" y="148313"/>
                </a:lnTo>
                <a:close/>
                <a:moveTo>
                  <a:pt x="959030" y="147425"/>
                </a:moveTo>
                <a:lnTo>
                  <a:pt x="959529" y="147425"/>
                </a:lnTo>
                <a:lnTo>
                  <a:pt x="959529" y="148313"/>
                </a:lnTo>
                <a:lnTo>
                  <a:pt x="959030" y="148313"/>
                </a:lnTo>
                <a:close/>
                <a:moveTo>
                  <a:pt x="912052" y="148313"/>
                </a:moveTo>
                <a:lnTo>
                  <a:pt x="912552" y="148313"/>
                </a:lnTo>
                <a:lnTo>
                  <a:pt x="912552" y="149201"/>
                </a:lnTo>
                <a:lnTo>
                  <a:pt x="912052" y="149201"/>
                </a:lnTo>
                <a:close/>
                <a:moveTo>
                  <a:pt x="905056" y="147425"/>
                </a:moveTo>
                <a:lnTo>
                  <a:pt x="905555" y="147425"/>
                </a:lnTo>
                <a:lnTo>
                  <a:pt x="905555" y="149201"/>
                </a:lnTo>
                <a:lnTo>
                  <a:pt x="905056" y="149201"/>
                </a:lnTo>
                <a:close/>
                <a:moveTo>
                  <a:pt x="937040" y="148313"/>
                </a:moveTo>
                <a:lnTo>
                  <a:pt x="937540" y="148313"/>
                </a:lnTo>
                <a:lnTo>
                  <a:pt x="937540" y="149201"/>
                </a:lnTo>
                <a:lnTo>
                  <a:pt x="937040" y="149201"/>
                </a:lnTo>
                <a:close/>
                <a:moveTo>
                  <a:pt x="957530" y="148313"/>
                </a:moveTo>
                <a:lnTo>
                  <a:pt x="958530" y="148313"/>
                </a:lnTo>
                <a:lnTo>
                  <a:pt x="958530" y="149201"/>
                </a:lnTo>
                <a:lnTo>
                  <a:pt x="957530" y="149201"/>
                </a:lnTo>
                <a:close/>
                <a:moveTo>
                  <a:pt x="967526" y="148313"/>
                </a:moveTo>
                <a:lnTo>
                  <a:pt x="968025" y="148313"/>
                </a:lnTo>
                <a:lnTo>
                  <a:pt x="968025" y="149201"/>
                </a:lnTo>
                <a:lnTo>
                  <a:pt x="967526" y="149201"/>
                </a:lnTo>
                <a:close/>
                <a:moveTo>
                  <a:pt x="940039" y="148313"/>
                </a:moveTo>
                <a:lnTo>
                  <a:pt x="940539" y="148313"/>
                </a:lnTo>
                <a:lnTo>
                  <a:pt x="940539" y="149201"/>
                </a:lnTo>
                <a:lnTo>
                  <a:pt x="940039" y="149201"/>
                </a:lnTo>
                <a:close/>
                <a:moveTo>
                  <a:pt x="932043" y="148313"/>
                </a:moveTo>
                <a:lnTo>
                  <a:pt x="932542" y="148313"/>
                </a:lnTo>
                <a:lnTo>
                  <a:pt x="932542" y="149201"/>
                </a:lnTo>
                <a:lnTo>
                  <a:pt x="932043" y="149201"/>
                </a:lnTo>
                <a:close/>
                <a:moveTo>
                  <a:pt x="960529" y="148313"/>
                </a:moveTo>
                <a:lnTo>
                  <a:pt x="961528" y="148313"/>
                </a:lnTo>
                <a:lnTo>
                  <a:pt x="961528" y="149201"/>
                </a:lnTo>
                <a:lnTo>
                  <a:pt x="960529" y="149201"/>
                </a:lnTo>
                <a:close/>
                <a:moveTo>
                  <a:pt x="865575" y="148313"/>
                </a:moveTo>
                <a:lnTo>
                  <a:pt x="866074" y="148313"/>
                </a:lnTo>
                <a:lnTo>
                  <a:pt x="866074" y="149201"/>
                </a:lnTo>
                <a:lnTo>
                  <a:pt x="865575" y="149201"/>
                </a:lnTo>
                <a:close/>
                <a:moveTo>
                  <a:pt x="917050" y="148313"/>
                </a:moveTo>
                <a:lnTo>
                  <a:pt x="917550" y="148313"/>
                </a:lnTo>
                <a:lnTo>
                  <a:pt x="917550" y="149201"/>
                </a:lnTo>
                <a:lnTo>
                  <a:pt x="917050" y="149201"/>
                </a:lnTo>
                <a:close/>
                <a:moveTo>
                  <a:pt x="963028" y="147425"/>
                </a:moveTo>
                <a:lnTo>
                  <a:pt x="963528" y="147425"/>
                </a:lnTo>
                <a:lnTo>
                  <a:pt x="963528" y="149201"/>
                </a:lnTo>
                <a:lnTo>
                  <a:pt x="963028" y="149201"/>
                </a:lnTo>
                <a:close/>
                <a:moveTo>
                  <a:pt x="737136" y="148313"/>
                </a:moveTo>
                <a:lnTo>
                  <a:pt x="737636" y="148313"/>
                </a:lnTo>
                <a:lnTo>
                  <a:pt x="737636" y="149201"/>
                </a:lnTo>
                <a:lnTo>
                  <a:pt x="737136" y="149201"/>
                </a:lnTo>
                <a:close/>
                <a:moveTo>
                  <a:pt x="906555" y="148313"/>
                </a:moveTo>
                <a:lnTo>
                  <a:pt x="907554" y="148313"/>
                </a:lnTo>
                <a:lnTo>
                  <a:pt x="907554" y="149201"/>
                </a:lnTo>
                <a:lnTo>
                  <a:pt x="906555" y="149201"/>
                </a:lnTo>
                <a:close/>
                <a:moveTo>
                  <a:pt x="946036" y="148313"/>
                </a:moveTo>
                <a:lnTo>
                  <a:pt x="946536" y="148313"/>
                </a:lnTo>
                <a:lnTo>
                  <a:pt x="946536" y="149201"/>
                </a:lnTo>
                <a:lnTo>
                  <a:pt x="946036" y="149201"/>
                </a:lnTo>
                <a:close/>
                <a:moveTo>
                  <a:pt x="965527" y="148313"/>
                </a:moveTo>
                <a:lnTo>
                  <a:pt x="966026" y="148313"/>
                </a:lnTo>
                <a:lnTo>
                  <a:pt x="966026" y="149201"/>
                </a:lnTo>
                <a:lnTo>
                  <a:pt x="965527" y="149201"/>
                </a:lnTo>
                <a:close/>
                <a:moveTo>
                  <a:pt x="941538" y="147425"/>
                </a:moveTo>
                <a:lnTo>
                  <a:pt x="942038" y="147425"/>
                </a:lnTo>
                <a:lnTo>
                  <a:pt x="942038" y="149201"/>
                </a:lnTo>
                <a:lnTo>
                  <a:pt x="941538" y="149201"/>
                </a:lnTo>
                <a:close/>
                <a:moveTo>
                  <a:pt x="911552" y="149201"/>
                </a:moveTo>
                <a:lnTo>
                  <a:pt x="912552" y="149201"/>
                </a:lnTo>
                <a:lnTo>
                  <a:pt x="912552" y="150089"/>
                </a:lnTo>
                <a:lnTo>
                  <a:pt x="911552" y="150089"/>
                </a:lnTo>
                <a:close/>
                <a:moveTo>
                  <a:pt x="908554" y="149201"/>
                </a:moveTo>
                <a:lnTo>
                  <a:pt x="909054" y="149201"/>
                </a:lnTo>
                <a:lnTo>
                  <a:pt x="909054" y="150089"/>
                </a:lnTo>
                <a:lnTo>
                  <a:pt x="908554" y="150089"/>
                </a:lnTo>
                <a:close/>
                <a:moveTo>
                  <a:pt x="942538" y="149201"/>
                </a:moveTo>
                <a:lnTo>
                  <a:pt x="943537" y="149201"/>
                </a:lnTo>
                <a:lnTo>
                  <a:pt x="943537" y="150089"/>
                </a:lnTo>
                <a:lnTo>
                  <a:pt x="942538" y="150089"/>
                </a:lnTo>
                <a:close/>
                <a:moveTo>
                  <a:pt x="897059" y="149201"/>
                </a:moveTo>
                <a:lnTo>
                  <a:pt x="897559" y="149201"/>
                </a:lnTo>
                <a:lnTo>
                  <a:pt x="897559" y="150089"/>
                </a:lnTo>
                <a:lnTo>
                  <a:pt x="897059" y="150089"/>
                </a:lnTo>
                <a:close/>
                <a:moveTo>
                  <a:pt x="951034" y="149201"/>
                </a:moveTo>
                <a:lnTo>
                  <a:pt x="951533" y="149201"/>
                </a:lnTo>
                <a:lnTo>
                  <a:pt x="951533" y="150089"/>
                </a:lnTo>
                <a:lnTo>
                  <a:pt x="951034" y="150089"/>
                </a:lnTo>
                <a:close/>
                <a:moveTo>
                  <a:pt x="903057" y="149201"/>
                </a:moveTo>
                <a:lnTo>
                  <a:pt x="903556" y="149201"/>
                </a:lnTo>
                <a:lnTo>
                  <a:pt x="903556" y="150089"/>
                </a:lnTo>
                <a:lnTo>
                  <a:pt x="903057" y="150089"/>
                </a:lnTo>
                <a:close/>
                <a:moveTo>
                  <a:pt x="962528" y="149201"/>
                </a:moveTo>
                <a:lnTo>
                  <a:pt x="963528" y="149201"/>
                </a:lnTo>
                <a:lnTo>
                  <a:pt x="963528" y="150089"/>
                </a:lnTo>
                <a:lnTo>
                  <a:pt x="962528" y="150089"/>
                </a:lnTo>
                <a:close/>
                <a:moveTo>
                  <a:pt x="907554" y="149201"/>
                </a:moveTo>
                <a:lnTo>
                  <a:pt x="908054" y="149201"/>
                </a:lnTo>
                <a:lnTo>
                  <a:pt x="908054" y="150089"/>
                </a:lnTo>
                <a:lnTo>
                  <a:pt x="907554" y="150089"/>
                </a:lnTo>
                <a:close/>
                <a:moveTo>
                  <a:pt x="928045" y="148313"/>
                </a:moveTo>
                <a:lnTo>
                  <a:pt x="929044" y="148313"/>
                </a:lnTo>
                <a:lnTo>
                  <a:pt x="929044" y="150089"/>
                </a:lnTo>
                <a:lnTo>
                  <a:pt x="928045" y="150089"/>
                </a:lnTo>
                <a:close/>
                <a:moveTo>
                  <a:pt x="923047" y="148313"/>
                </a:moveTo>
                <a:lnTo>
                  <a:pt x="923547" y="148313"/>
                </a:lnTo>
                <a:lnTo>
                  <a:pt x="923547" y="150089"/>
                </a:lnTo>
                <a:lnTo>
                  <a:pt x="923047" y="150089"/>
                </a:lnTo>
                <a:close/>
                <a:moveTo>
                  <a:pt x="919549" y="149201"/>
                </a:moveTo>
                <a:lnTo>
                  <a:pt x="920048" y="149201"/>
                </a:lnTo>
                <a:lnTo>
                  <a:pt x="920048" y="150089"/>
                </a:lnTo>
                <a:lnTo>
                  <a:pt x="919549" y="150089"/>
                </a:lnTo>
                <a:close/>
                <a:moveTo>
                  <a:pt x="967526" y="149201"/>
                </a:moveTo>
                <a:lnTo>
                  <a:pt x="968525" y="149201"/>
                </a:lnTo>
                <a:lnTo>
                  <a:pt x="968525" y="150089"/>
                </a:lnTo>
                <a:lnTo>
                  <a:pt x="967526" y="150089"/>
                </a:lnTo>
                <a:close/>
                <a:moveTo>
                  <a:pt x="924046" y="149201"/>
                </a:moveTo>
                <a:lnTo>
                  <a:pt x="924546" y="149201"/>
                </a:lnTo>
                <a:lnTo>
                  <a:pt x="924546" y="150089"/>
                </a:lnTo>
                <a:lnTo>
                  <a:pt x="924046" y="150089"/>
                </a:lnTo>
                <a:close/>
                <a:moveTo>
                  <a:pt x="933542" y="148313"/>
                </a:moveTo>
                <a:lnTo>
                  <a:pt x="934042" y="148313"/>
                </a:lnTo>
                <a:lnTo>
                  <a:pt x="934042" y="150089"/>
                </a:lnTo>
                <a:lnTo>
                  <a:pt x="933542" y="150089"/>
                </a:lnTo>
                <a:close/>
                <a:moveTo>
                  <a:pt x="846584" y="149201"/>
                </a:moveTo>
                <a:lnTo>
                  <a:pt x="847083" y="149201"/>
                </a:lnTo>
                <a:lnTo>
                  <a:pt x="847083" y="150089"/>
                </a:lnTo>
                <a:lnTo>
                  <a:pt x="846584" y="150089"/>
                </a:lnTo>
                <a:close/>
                <a:moveTo>
                  <a:pt x="761624" y="149201"/>
                </a:moveTo>
                <a:lnTo>
                  <a:pt x="762124" y="149201"/>
                </a:lnTo>
                <a:lnTo>
                  <a:pt x="762124" y="150089"/>
                </a:lnTo>
                <a:lnTo>
                  <a:pt x="761624" y="150089"/>
                </a:lnTo>
                <a:close/>
                <a:moveTo>
                  <a:pt x="926545" y="149201"/>
                </a:moveTo>
                <a:lnTo>
                  <a:pt x="927045" y="149201"/>
                </a:lnTo>
                <a:lnTo>
                  <a:pt x="927045" y="150089"/>
                </a:lnTo>
                <a:lnTo>
                  <a:pt x="926545" y="150089"/>
                </a:lnTo>
                <a:close/>
                <a:moveTo>
                  <a:pt x="955032" y="148313"/>
                </a:moveTo>
                <a:lnTo>
                  <a:pt x="956031" y="148313"/>
                </a:lnTo>
                <a:lnTo>
                  <a:pt x="956031" y="150089"/>
                </a:lnTo>
                <a:lnTo>
                  <a:pt x="955032" y="150089"/>
                </a:lnTo>
                <a:close/>
                <a:moveTo>
                  <a:pt x="912052" y="150089"/>
                </a:moveTo>
                <a:lnTo>
                  <a:pt x="912552" y="150089"/>
                </a:lnTo>
                <a:lnTo>
                  <a:pt x="912552" y="150977"/>
                </a:lnTo>
                <a:lnTo>
                  <a:pt x="912052" y="150977"/>
                </a:lnTo>
                <a:close/>
                <a:moveTo>
                  <a:pt x="961029" y="150089"/>
                </a:moveTo>
                <a:lnTo>
                  <a:pt x="962028" y="150089"/>
                </a:lnTo>
                <a:lnTo>
                  <a:pt x="962028" y="150977"/>
                </a:lnTo>
                <a:lnTo>
                  <a:pt x="961029" y="150977"/>
                </a:lnTo>
                <a:close/>
                <a:moveTo>
                  <a:pt x="969525" y="150089"/>
                </a:moveTo>
                <a:lnTo>
                  <a:pt x="970024" y="150089"/>
                </a:lnTo>
                <a:lnTo>
                  <a:pt x="970024" y="150977"/>
                </a:lnTo>
                <a:lnTo>
                  <a:pt x="969525" y="150977"/>
                </a:lnTo>
                <a:close/>
                <a:moveTo>
                  <a:pt x="958030" y="150089"/>
                </a:moveTo>
                <a:lnTo>
                  <a:pt x="958530" y="150089"/>
                </a:lnTo>
                <a:lnTo>
                  <a:pt x="958530" y="150977"/>
                </a:lnTo>
                <a:lnTo>
                  <a:pt x="958030" y="150977"/>
                </a:lnTo>
                <a:close/>
                <a:moveTo>
                  <a:pt x="914551" y="150089"/>
                </a:moveTo>
                <a:lnTo>
                  <a:pt x="915051" y="150089"/>
                </a:lnTo>
                <a:lnTo>
                  <a:pt x="915051" y="150977"/>
                </a:lnTo>
                <a:lnTo>
                  <a:pt x="914551" y="150977"/>
                </a:lnTo>
                <a:close/>
                <a:moveTo>
                  <a:pt x="843585" y="150089"/>
                </a:moveTo>
                <a:lnTo>
                  <a:pt x="844085" y="150089"/>
                </a:lnTo>
                <a:lnTo>
                  <a:pt x="844085" y="150977"/>
                </a:lnTo>
                <a:lnTo>
                  <a:pt x="843585" y="150977"/>
                </a:lnTo>
                <a:close/>
                <a:moveTo>
                  <a:pt x="908554" y="150089"/>
                </a:moveTo>
                <a:lnTo>
                  <a:pt x="909553" y="150089"/>
                </a:lnTo>
                <a:lnTo>
                  <a:pt x="909553" y="150977"/>
                </a:lnTo>
                <a:lnTo>
                  <a:pt x="908554" y="150977"/>
                </a:lnTo>
                <a:close/>
                <a:moveTo>
                  <a:pt x="968025" y="150089"/>
                </a:moveTo>
                <a:lnTo>
                  <a:pt x="969025" y="150089"/>
                </a:lnTo>
                <a:lnTo>
                  <a:pt x="969025" y="150977"/>
                </a:lnTo>
                <a:lnTo>
                  <a:pt x="968025" y="150977"/>
                </a:lnTo>
                <a:close/>
                <a:moveTo>
                  <a:pt x="864075" y="150089"/>
                </a:moveTo>
                <a:lnTo>
                  <a:pt x="864575" y="150089"/>
                </a:lnTo>
                <a:lnTo>
                  <a:pt x="864575" y="150977"/>
                </a:lnTo>
                <a:lnTo>
                  <a:pt x="864075" y="150977"/>
                </a:lnTo>
                <a:close/>
                <a:moveTo>
                  <a:pt x="920048" y="150089"/>
                </a:moveTo>
                <a:lnTo>
                  <a:pt x="921048" y="150089"/>
                </a:lnTo>
                <a:lnTo>
                  <a:pt x="921048" y="150977"/>
                </a:lnTo>
                <a:lnTo>
                  <a:pt x="920048" y="150977"/>
                </a:lnTo>
                <a:close/>
                <a:moveTo>
                  <a:pt x="850582" y="150089"/>
                </a:moveTo>
                <a:lnTo>
                  <a:pt x="851081" y="150089"/>
                </a:lnTo>
                <a:lnTo>
                  <a:pt x="851081" y="150977"/>
                </a:lnTo>
                <a:lnTo>
                  <a:pt x="850582" y="150977"/>
                </a:lnTo>
                <a:close/>
                <a:moveTo>
                  <a:pt x="738136" y="150089"/>
                </a:moveTo>
                <a:lnTo>
                  <a:pt x="738635" y="150089"/>
                </a:lnTo>
                <a:lnTo>
                  <a:pt x="738635" y="150977"/>
                </a:lnTo>
                <a:lnTo>
                  <a:pt x="738136" y="150977"/>
                </a:lnTo>
                <a:close/>
                <a:moveTo>
                  <a:pt x="942538" y="150089"/>
                </a:moveTo>
                <a:lnTo>
                  <a:pt x="943037" y="150089"/>
                </a:lnTo>
                <a:lnTo>
                  <a:pt x="943037" y="150977"/>
                </a:lnTo>
                <a:lnTo>
                  <a:pt x="942538" y="150977"/>
                </a:lnTo>
                <a:close/>
                <a:moveTo>
                  <a:pt x="951533" y="150089"/>
                </a:moveTo>
                <a:lnTo>
                  <a:pt x="952033" y="150089"/>
                </a:lnTo>
                <a:lnTo>
                  <a:pt x="952033" y="150977"/>
                </a:lnTo>
                <a:lnTo>
                  <a:pt x="951533" y="150977"/>
                </a:lnTo>
                <a:close/>
                <a:moveTo>
                  <a:pt x="720144" y="150089"/>
                </a:moveTo>
                <a:lnTo>
                  <a:pt x="720644" y="150089"/>
                </a:lnTo>
                <a:lnTo>
                  <a:pt x="720644" y="150977"/>
                </a:lnTo>
                <a:lnTo>
                  <a:pt x="720144" y="150977"/>
                </a:lnTo>
                <a:close/>
                <a:moveTo>
                  <a:pt x="821096" y="150089"/>
                </a:moveTo>
                <a:lnTo>
                  <a:pt x="821596" y="150089"/>
                </a:lnTo>
                <a:lnTo>
                  <a:pt x="821596" y="150977"/>
                </a:lnTo>
                <a:lnTo>
                  <a:pt x="821096" y="150977"/>
                </a:lnTo>
                <a:close/>
                <a:moveTo>
                  <a:pt x="962528" y="150089"/>
                </a:moveTo>
                <a:lnTo>
                  <a:pt x="963028" y="150089"/>
                </a:lnTo>
                <a:lnTo>
                  <a:pt x="963028" y="150977"/>
                </a:lnTo>
                <a:lnTo>
                  <a:pt x="962528" y="150977"/>
                </a:lnTo>
                <a:close/>
                <a:moveTo>
                  <a:pt x="931543" y="150089"/>
                </a:moveTo>
                <a:lnTo>
                  <a:pt x="932043" y="150089"/>
                </a:lnTo>
                <a:lnTo>
                  <a:pt x="932043" y="150977"/>
                </a:lnTo>
                <a:lnTo>
                  <a:pt x="931543" y="150977"/>
                </a:lnTo>
                <a:close/>
                <a:moveTo>
                  <a:pt x="963528" y="150089"/>
                </a:moveTo>
                <a:lnTo>
                  <a:pt x="964027" y="150089"/>
                </a:lnTo>
                <a:lnTo>
                  <a:pt x="964027" y="150977"/>
                </a:lnTo>
                <a:lnTo>
                  <a:pt x="963528" y="150977"/>
                </a:lnTo>
                <a:close/>
                <a:moveTo>
                  <a:pt x="924546" y="150089"/>
                </a:moveTo>
                <a:lnTo>
                  <a:pt x="925046" y="150089"/>
                </a:lnTo>
                <a:lnTo>
                  <a:pt x="925046" y="150977"/>
                </a:lnTo>
                <a:lnTo>
                  <a:pt x="924546" y="150977"/>
                </a:lnTo>
                <a:close/>
                <a:moveTo>
                  <a:pt x="916550" y="150089"/>
                </a:moveTo>
                <a:lnTo>
                  <a:pt x="917550" y="150089"/>
                </a:lnTo>
                <a:lnTo>
                  <a:pt x="917550" y="150977"/>
                </a:lnTo>
                <a:lnTo>
                  <a:pt x="916550" y="150977"/>
                </a:lnTo>
                <a:close/>
                <a:moveTo>
                  <a:pt x="934042" y="150089"/>
                </a:moveTo>
                <a:lnTo>
                  <a:pt x="934541" y="150089"/>
                </a:lnTo>
                <a:lnTo>
                  <a:pt x="934541" y="150977"/>
                </a:lnTo>
                <a:lnTo>
                  <a:pt x="934042" y="150977"/>
                </a:lnTo>
                <a:close/>
                <a:moveTo>
                  <a:pt x="937540" y="150089"/>
                </a:moveTo>
                <a:lnTo>
                  <a:pt x="938540" y="150089"/>
                </a:lnTo>
                <a:lnTo>
                  <a:pt x="938540" y="150977"/>
                </a:lnTo>
                <a:lnTo>
                  <a:pt x="937540" y="150977"/>
                </a:lnTo>
                <a:close/>
                <a:moveTo>
                  <a:pt x="898559" y="150089"/>
                </a:moveTo>
                <a:lnTo>
                  <a:pt x="899558" y="150089"/>
                </a:lnTo>
                <a:lnTo>
                  <a:pt x="899558" y="150977"/>
                </a:lnTo>
                <a:lnTo>
                  <a:pt x="898559" y="150977"/>
                </a:lnTo>
                <a:close/>
                <a:moveTo>
                  <a:pt x="902557" y="150089"/>
                </a:moveTo>
                <a:lnTo>
                  <a:pt x="903057" y="150089"/>
                </a:lnTo>
                <a:lnTo>
                  <a:pt x="903057" y="150977"/>
                </a:lnTo>
                <a:lnTo>
                  <a:pt x="902557" y="150977"/>
                </a:lnTo>
                <a:close/>
                <a:moveTo>
                  <a:pt x="907055" y="150089"/>
                </a:moveTo>
                <a:lnTo>
                  <a:pt x="907554" y="150089"/>
                </a:lnTo>
                <a:lnTo>
                  <a:pt x="907554" y="150977"/>
                </a:lnTo>
                <a:lnTo>
                  <a:pt x="907055" y="150977"/>
                </a:lnTo>
                <a:close/>
                <a:moveTo>
                  <a:pt x="939039" y="150089"/>
                </a:moveTo>
                <a:lnTo>
                  <a:pt x="939539" y="150089"/>
                </a:lnTo>
                <a:lnTo>
                  <a:pt x="939539" y="150977"/>
                </a:lnTo>
                <a:lnTo>
                  <a:pt x="939039" y="150977"/>
                </a:lnTo>
                <a:close/>
                <a:moveTo>
                  <a:pt x="896560" y="150089"/>
                </a:moveTo>
                <a:lnTo>
                  <a:pt x="897559" y="150089"/>
                </a:lnTo>
                <a:lnTo>
                  <a:pt x="897559" y="150977"/>
                </a:lnTo>
                <a:lnTo>
                  <a:pt x="896560" y="150977"/>
                </a:lnTo>
                <a:close/>
                <a:moveTo>
                  <a:pt x="918549" y="150089"/>
                </a:moveTo>
                <a:lnTo>
                  <a:pt x="919049" y="150089"/>
                </a:lnTo>
                <a:lnTo>
                  <a:pt x="919049" y="150977"/>
                </a:lnTo>
                <a:lnTo>
                  <a:pt x="918549" y="150977"/>
                </a:lnTo>
                <a:close/>
                <a:moveTo>
                  <a:pt x="967026" y="150089"/>
                </a:moveTo>
                <a:lnTo>
                  <a:pt x="967526" y="150089"/>
                </a:lnTo>
                <a:lnTo>
                  <a:pt x="967526" y="150977"/>
                </a:lnTo>
                <a:lnTo>
                  <a:pt x="967026" y="150977"/>
                </a:lnTo>
                <a:close/>
                <a:moveTo>
                  <a:pt x="955531" y="150977"/>
                </a:moveTo>
                <a:lnTo>
                  <a:pt x="956031" y="150977"/>
                </a:lnTo>
                <a:lnTo>
                  <a:pt x="956031" y="151865"/>
                </a:lnTo>
                <a:lnTo>
                  <a:pt x="955531" y="151865"/>
                </a:lnTo>
                <a:close/>
                <a:moveTo>
                  <a:pt x="739135" y="150977"/>
                </a:moveTo>
                <a:lnTo>
                  <a:pt x="739635" y="150977"/>
                </a:lnTo>
                <a:lnTo>
                  <a:pt x="739635" y="151865"/>
                </a:lnTo>
                <a:lnTo>
                  <a:pt x="739135" y="151865"/>
                </a:lnTo>
                <a:close/>
                <a:moveTo>
                  <a:pt x="937540" y="150977"/>
                </a:moveTo>
                <a:lnTo>
                  <a:pt x="938040" y="150977"/>
                </a:lnTo>
                <a:lnTo>
                  <a:pt x="938040" y="151865"/>
                </a:lnTo>
                <a:lnTo>
                  <a:pt x="937540" y="151865"/>
                </a:lnTo>
                <a:close/>
                <a:moveTo>
                  <a:pt x="965027" y="149201"/>
                </a:moveTo>
                <a:lnTo>
                  <a:pt x="965527" y="149201"/>
                </a:lnTo>
                <a:lnTo>
                  <a:pt x="965527" y="151865"/>
                </a:lnTo>
                <a:lnTo>
                  <a:pt x="965027" y="151865"/>
                </a:lnTo>
                <a:close/>
                <a:moveTo>
                  <a:pt x="938540" y="150977"/>
                </a:moveTo>
                <a:lnTo>
                  <a:pt x="939039" y="150977"/>
                </a:lnTo>
                <a:lnTo>
                  <a:pt x="939039" y="151865"/>
                </a:lnTo>
                <a:lnTo>
                  <a:pt x="938540" y="151865"/>
                </a:lnTo>
                <a:close/>
                <a:moveTo>
                  <a:pt x="898559" y="150977"/>
                </a:moveTo>
                <a:lnTo>
                  <a:pt x="899058" y="150977"/>
                </a:lnTo>
                <a:lnTo>
                  <a:pt x="899058" y="151865"/>
                </a:lnTo>
                <a:lnTo>
                  <a:pt x="898559" y="151865"/>
                </a:lnTo>
                <a:close/>
                <a:moveTo>
                  <a:pt x="967026" y="150977"/>
                </a:moveTo>
                <a:lnTo>
                  <a:pt x="968025" y="150977"/>
                </a:lnTo>
                <a:lnTo>
                  <a:pt x="968025" y="151865"/>
                </a:lnTo>
                <a:lnTo>
                  <a:pt x="967026" y="151865"/>
                </a:lnTo>
                <a:close/>
                <a:moveTo>
                  <a:pt x="778117" y="150977"/>
                </a:moveTo>
                <a:lnTo>
                  <a:pt x="778616" y="150977"/>
                </a:lnTo>
                <a:lnTo>
                  <a:pt x="778616" y="151865"/>
                </a:lnTo>
                <a:lnTo>
                  <a:pt x="778117" y="151865"/>
                </a:lnTo>
                <a:close/>
                <a:moveTo>
                  <a:pt x="964027" y="150977"/>
                </a:moveTo>
                <a:lnTo>
                  <a:pt x="964527" y="150977"/>
                </a:lnTo>
                <a:lnTo>
                  <a:pt x="964527" y="151865"/>
                </a:lnTo>
                <a:lnTo>
                  <a:pt x="964027" y="151865"/>
                </a:lnTo>
                <a:close/>
                <a:moveTo>
                  <a:pt x="932542" y="150977"/>
                </a:moveTo>
                <a:lnTo>
                  <a:pt x="933542" y="150977"/>
                </a:lnTo>
                <a:lnTo>
                  <a:pt x="933542" y="151865"/>
                </a:lnTo>
                <a:lnTo>
                  <a:pt x="932542" y="151865"/>
                </a:lnTo>
                <a:close/>
                <a:moveTo>
                  <a:pt x="904556" y="150977"/>
                </a:moveTo>
                <a:lnTo>
                  <a:pt x="905056" y="150977"/>
                </a:lnTo>
                <a:lnTo>
                  <a:pt x="905056" y="151865"/>
                </a:lnTo>
                <a:lnTo>
                  <a:pt x="904556" y="151865"/>
                </a:lnTo>
                <a:close/>
                <a:moveTo>
                  <a:pt x="928544" y="150089"/>
                </a:moveTo>
                <a:lnTo>
                  <a:pt x="929044" y="150089"/>
                </a:lnTo>
                <a:lnTo>
                  <a:pt x="929044" y="151865"/>
                </a:lnTo>
                <a:lnTo>
                  <a:pt x="928544" y="151865"/>
                </a:lnTo>
                <a:close/>
                <a:moveTo>
                  <a:pt x="963028" y="150977"/>
                </a:moveTo>
                <a:lnTo>
                  <a:pt x="963528" y="150977"/>
                </a:lnTo>
                <a:lnTo>
                  <a:pt x="963528" y="151865"/>
                </a:lnTo>
                <a:lnTo>
                  <a:pt x="963028" y="151865"/>
                </a:lnTo>
                <a:close/>
                <a:moveTo>
                  <a:pt x="906555" y="150977"/>
                </a:moveTo>
                <a:lnTo>
                  <a:pt x="907554" y="150977"/>
                </a:lnTo>
                <a:lnTo>
                  <a:pt x="907554" y="151865"/>
                </a:lnTo>
                <a:lnTo>
                  <a:pt x="906555" y="151865"/>
                </a:lnTo>
                <a:close/>
                <a:moveTo>
                  <a:pt x="911552" y="150977"/>
                </a:moveTo>
                <a:lnTo>
                  <a:pt x="912052" y="150977"/>
                </a:lnTo>
                <a:lnTo>
                  <a:pt x="912052" y="151865"/>
                </a:lnTo>
                <a:lnTo>
                  <a:pt x="911552" y="151865"/>
                </a:lnTo>
                <a:close/>
                <a:moveTo>
                  <a:pt x="762624" y="150977"/>
                </a:moveTo>
                <a:lnTo>
                  <a:pt x="763124" y="150977"/>
                </a:lnTo>
                <a:lnTo>
                  <a:pt x="763124" y="151865"/>
                </a:lnTo>
                <a:lnTo>
                  <a:pt x="762624" y="151865"/>
                </a:lnTo>
                <a:close/>
                <a:moveTo>
                  <a:pt x="961029" y="150977"/>
                </a:moveTo>
                <a:lnTo>
                  <a:pt x="961528" y="150977"/>
                </a:lnTo>
                <a:lnTo>
                  <a:pt x="961528" y="151865"/>
                </a:lnTo>
                <a:lnTo>
                  <a:pt x="961029" y="151865"/>
                </a:lnTo>
                <a:close/>
                <a:moveTo>
                  <a:pt x="916550" y="150977"/>
                </a:moveTo>
                <a:lnTo>
                  <a:pt x="917050" y="150977"/>
                </a:lnTo>
                <a:lnTo>
                  <a:pt x="917050" y="151865"/>
                </a:lnTo>
                <a:lnTo>
                  <a:pt x="916550" y="151865"/>
                </a:lnTo>
                <a:close/>
                <a:moveTo>
                  <a:pt x="946036" y="150089"/>
                </a:moveTo>
                <a:lnTo>
                  <a:pt x="947035" y="150089"/>
                </a:lnTo>
                <a:lnTo>
                  <a:pt x="947035" y="151865"/>
                </a:lnTo>
                <a:lnTo>
                  <a:pt x="946036" y="151865"/>
                </a:lnTo>
                <a:close/>
                <a:moveTo>
                  <a:pt x="766122" y="150977"/>
                </a:moveTo>
                <a:lnTo>
                  <a:pt x="766622" y="150977"/>
                </a:lnTo>
                <a:lnTo>
                  <a:pt x="766622" y="151865"/>
                </a:lnTo>
                <a:lnTo>
                  <a:pt x="766122" y="151865"/>
                </a:lnTo>
                <a:close/>
                <a:moveTo>
                  <a:pt x="927045" y="150977"/>
                </a:moveTo>
                <a:lnTo>
                  <a:pt x="927545" y="150977"/>
                </a:lnTo>
                <a:lnTo>
                  <a:pt x="927545" y="151865"/>
                </a:lnTo>
                <a:lnTo>
                  <a:pt x="927045" y="151865"/>
                </a:lnTo>
                <a:close/>
                <a:moveTo>
                  <a:pt x="919049" y="151865"/>
                </a:moveTo>
                <a:lnTo>
                  <a:pt x="919549" y="151865"/>
                </a:lnTo>
                <a:lnTo>
                  <a:pt x="919549" y="152753"/>
                </a:lnTo>
                <a:lnTo>
                  <a:pt x="919049" y="152753"/>
                </a:lnTo>
                <a:close/>
                <a:moveTo>
                  <a:pt x="911552" y="151865"/>
                </a:moveTo>
                <a:lnTo>
                  <a:pt x="912552" y="151865"/>
                </a:lnTo>
                <a:lnTo>
                  <a:pt x="912552" y="152753"/>
                </a:lnTo>
                <a:lnTo>
                  <a:pt x="911552" y="152753"/>
                </a:lnTo>
                <a:close/>
                <a:moveTo>
                  <a:pt x="904056" y="151865"/>
                </a:moveTo>
                <a:lnTo>
                  <a:pt x="904556" y="151865"/>
                </a:lnTo>
                <a:lnTo>
                  <a:pt x="904556" y="152753"/>
                </a:lnTo>
                <a:lnTo>
                  <a:pt x="904056" y="152753"/>
                </a:lnTo>
                <a:close/>
                <a:moveTo>
                  <a:pt x="934042" y="151865"/>
                </a:moveTo>
                <a:lnTo>
                  <a:pt x="934541" y="151865"/>
                </a:lnTo>
                <a:lnTo>
                  <a:pt x="934541" y="152753"/>
                </a:lnTo>
                <a:lnTo>
                  <a:pt x="934042" y="152753"/>
                </a:lnTo>
                <a:close/>
                <a:moveTo>
                  <a:pt x="903057" y="151865"/>
                </a:moveTo>
                <a:lnTo>
                  <a:pt x="903556" y="151865"/>
                </a:lnTo>
                <a:lnTo>
                  <a:pt x="903556" y="152753"/>
                </a:lnTo>
                <a:lnTo>
                  <a:pt x="903057" y="152753"/>
                </a:lnTo>
                <a:close/>
                <a:moveTo>
                  <a:pt x="958030" y="151865"/>
                </a:moveTo>
                <a:lnTo>
                  <a:pt x="958530" y="151865"/>
                </a:lnTo>
                <a:lnTo>
                  <a:pt x="958530" y="152753"/>
                </a:lnTo>
                <a:lnTo>
                  <a:pt x="958030" y="152753"/>
                </a:lnTo>
                <a:close/>
                <a:moveTo>
                  <a:pt x="962528" y="151865"/>
                </a:moveTo>
                <a:lnTo>
                  <a:pt x="963528" y="151865"/>
                </a:lnTo>
                <a:lnTo>
                  <a:pt x="963528" y="152753"/>
                </a:lnTo>
                <a:lnTo>
                  <a:pt x="962528" y="152753"/>
                </a:lnTo>
                <a:close/>
                <a:moveTo>
                  <a:pt x="952533" y="150089"/>
                </a:moveTo>
                <a:lnTo>
                  <a:pt x="953033" y="150089"/>
                </a:lnTo>
                <a:lnTo>
                  <a:pt x="953033" y="152753"/>
                </a:lnTo>
                <a:lnTo>
                  <a:pt x="952533" y="152753"/>
                </a:lnTo>
                <a:close/>
                <a:moveTo>
                  <a:pt x="764123" y="151865"/>
                </a:moveTo>
                <a:lnTo>
                  <a:pt x="764623" y="151865"/>
                </a:lnTo>
                <a:lnTo>
                  <a:pt x="764623" y="152753"/>
                </a:lnTo>
                <a:lnTo>
                  <a:pt x="764123" y="152753"/>
                </a:lnTo>
                <a:close/>
                <a:moveTo>
                  <a:pt x="937040" y="151865"/>
                </a:moveTo>
                <a:lnTo>
                  <a:pt x="938040" y="151865"/>
                </a:lnTo>
                <a:lnTo>
                  <a:pt x="938040" y="152753"/>
                </a:lnTo>
                <a:lnTo>
                  <a:pt x="937040" y="152753"/>
                </a:lnTo>
                <a:close/>
                <a:moveTo>
                  <a:pt x="897059" y="151865"/>
                </a:moveTo>
                <a:lnTo>
                  <a:pt x="898059" y="151865"/>
                </a:lnTo>
                <a:lnTo>
                  <a:pt x="898059" y="152753"/>
                </a:lnTo>
                <a:lnTo>
                  <a:pt x="897059" y="152753"/>
                </a:lnTo>
                <a:close/>
                <a:moveTo>
                  <a:pt x="960529" y="151865"/>
                </a:moveTo>
                <a:lnTo>
                  <a:pt x="961528" y="151865"/>
                </a:lnTo>
                <a:lnTo>
                  <a:pt x="961528" y="152753"/>
                </a:lnTo>
                <a:lnTo>
                  <a:pt x="960529" y="152753"/>
                </a:lnTo>
                <a:close/>
                <a:moveTo>
                  <a:pt x="931043" y="151865"/>
                </a:moveTo>
                <a:lnTo>
                  <a:pt x="931543" y="151865"/>
                </a:lnTo>
                <a:lnTo>
                  <a:pt x="931543" y="152753"/>
                </a:lnTo>
                <a:lnTo>
                  <a:pt x="931043" y="152753"/>
                </a:lnTo>
                <a:close/>
                <a:moveTo>
                  <a:pt x="950534" y="151865"/>
                </a:moveTo>
                <a:lnTo>
                  <a:pt x="951533" y="151865"/>
                </a:lnTo>
                <a:lnTo>
                  <a:pt x="951533" y="152753"/>
                </a:lnTo>
                <a:lnTo>
                  <a:pt x="950534" y="152753"/>
                </a:lnTo>
                <a:close/>
                <a:moveTo>
                  <a:pt x="907554" y="152753"/>
                </a:moveTo>
                <a:lnTo>
                  <a:pt x="909054" y="152753"/>
                </a:lnTo>
                <a:lnTo>
                  <a:pt x="909054" y="153641"/>
                </a:lnTo>
                <a:lnTo>
                  <a:pt x="907554" y="153641"/>
                </a:lnTo>
                <a:close/>
                <a:moveTo>
                  <a:pt x="903556" y="152753"/>
                </a:moveTo>
                <a:lnTo>
                  <a:pt x="904556" y="152753"/>
                </a:lnTo>
                <a:lnTo>
                  <a:pt x="904556" y="153641"/>
                </a:lnTo>
                <a:lnTo>
                  <a:pt x="903556" y="153641"/>
                </a:lnTo>
                <a:close/>
                <a:moveTo>
                  <a:pt x="925046" y="150977"/>
                </a:moveTo>
                <a:lnTo>
                  <a:pt x="925546" y="150977"/>
                </a:lnTo>
                <a:lnTo>
                  <a:pt x="925546" y="153641"/>
                </a:lnTo>
                <a:lnTo>
                  <a:pt x="925046" y="153641"/>
                </a:lnTo>
                <a:close/>
                <a:moveTo>
                  <a:pt x="942038" y="152753"/>
                </a:moveTo>
                <a:lnTo>
                  <a:pt x="942538" y="152753"/>
                </a:lnTo>
                <a:lnTo>
                  <a:pt x="942538" y="153641"/>
                </a:lnTo>
                <a:lnTo>
                  <a:pt x="942038" y="153641"/>
                </a:lnTo>
                <a:close/>
                <a:moveTo>
                  <a:pt x="946536" y="152753"/>
                </a:moveTo>
                <a:lnTo>
                  <a:pt x="947035" y="152753"/>
                </a:lnTo>
                <a:lnTo>
                  <a:pt x="947035" y="153641"/>
                </a:lnTo>
                <a:lnTo>
                  <a:pt x="946536" y="153641"/>
                </a:lnTo>
                <a:close/>
                <a:moveTo>
                  <a:pt x="927045" y="152753"/>
                </a:moveTo>
                <a:lnTo>
                  <a:pt x="927545" y="152753"/>
                </a:lnTo>
                <a:lnTo>
                  <a:pt x="927545" y="153641"/>
                </a:lnTo>
                <a:lnTo>
                  <a:pt x="927045" y="153641"/>
                </a:lnTo>
                <a:close/>
                <a:moveTo>
                  <a:pt x="923547" y="152753"/>
                </a:moveTo>
                <a:lnTo>
                  <a:pt x="924546" y="152753"/>
                </a:lnTo>
                <a:lnTo>
                  <a:pt x="924546" y="153641"/>
                </a:lnTo>
                <a:lnTo>
                  <a:pt x="923547" y="153641"/>
                </a:lnTo>
                <a:close/>
                <a:moveTo>
                  <a:pt x="968525" y="152753"/>
                </a:moveTo>
                <a:lnTo>
                  <a:pt x="969025" y="152753"/>
                </a:lnTo>
                <a:lnTo>
                  <a:pt x="969025" y="153641"/>
                </a:lnTo>
                <a:lnTo>
                  <a:pt x="968525" y="153641"/>
                </a:lnTo>
                <a:close/>
                <a:moveTo>
                  <a:pt x="917050" y="152753"/>
                </a:moveTo>
                <a:lnTo>
                  <a:pt x="917550" y="152753"/>
                </a:lnTo>
                <a:lnTo>
                  <a:pt x="917550" y="153641"/>
                </a:lnTo>
                <a:lnTo>
                  <a:pt x="917050" y="153641"/>
                </a:lnTo>
                <a:close/>
                <a:moveTo>
                  <a:pt x="950534" y="152753"/>
                </a:moveTo>
                <a:lnTo>
                  <a:pt x="951034" y="152753"/>
                </a:lnTo>
                <a:lnTo>
                  <a:pt x="951034" y="153641"/>
                </a:lnTo>
                <a:lnTo>
                  <a:pt x="950534" y="153641"/>
                </a:lnTo>
                <a:close/>
                <a:moveTo>
                  <a:pt x="934042" y="152753"/>
                </a:moveTo>
                <a:lnTo>
                  <a:pt x="935041" y="152753"/>
                </a:lnTo>
                <a:lnTo>
                  <a:pt x="935041" y="153641"/>
                </a:lnTo>
                <a:lnTo>
                  <a:pt x="934042" y="153641"/>
                </a:lnTo>
                <a:close/>
                <a:moveTo>
                  <a:pt x="919549" y="152753"/>
                </a:moveTo>
                <a:lnTo>
                  <a:pt x="920048" y="152753"/>
                </a:lnTo>
                <a:lnTo>
                  <a:pt x="920048" y="153641"/>
                </a:lnTo>
                <a:lnTo>
                  <a:pt x="919549" y="153641"/>
                </a:lnTo>
                <a:close/>
                <a:moveTo>
                  <a:pt x="955032" y="151865"/>
                </a:moveTo>
                <a:lnTo>
                  <a:pt x="955531" y="151865"/>
                </a:lnTo>
                <a:lnTo>
                  <a:pt x="955531" y="153641"/>
                </a:lnTo>
                <a:lnTo>
                  <a:pt x="955032" y="153641"/>
                </a:lnTo>
                <a:close/>
                <a:moveTo>
                  <a:pt x="929044" y="152753"/>
                </a:moveTo>
                <a:lnTo>
                  <a:pt x="929544" y="152753"/>
                </a:lnTo>
                <a:lnTo>
                  <a:pt x="929544" y="153641"/>
                </a:lnTo>
                <a:lnTo>
                  <a:pt x="929044" y="153641"/>
                </a:lnTo>
                <a:close/>
                <a:moveTo>
                  <a:pt x="921048" y="152753"/>
                </a:moveTo>
                <a:lnTo>
                  <a:pt x="921548" y="152753"/>
                </a:lnTo>
                <a:lnTo>
                  <a:pt x="921548" y="153641"/>
                </a:lnTo>
                <a:lnTo>
                  <a:pt x="921048" y="153641"/>
                </a:lnTo>
                <a:close/>
                <a:moveTo>
                  <a:pt x="918549" y="152753"/>
                </a:moveTo>
                <a:lnTo>
                  <a:pt x="919049" y="152753"/>
                </a:lnTo>
                <a:lnTo>
                  <a:pt x="919049" y="153641"/>
                </a:lnTo>
                <a:lnTo>
                  <a:pt x="918549" y="153641"/>
                </a:lnTo>
                <a:close/>
                <a:moveTo>
                  <a:pt x="899058" y="152753"/>
                </a:moveTo>
                <a:lnTo>
                  <a:pt x="899558" y="152753"/>
                </a:lnTo>
                <a:lnTo>
                  <a:pt x="899558" y="153641"/>
                </a:lnTo>
                <a:lnTo>
                  <a:pt x="899058" y="153641"/>
                </a:lnTo>
                <a:close/>
                <a:moveTo>
                  <a:pt x="967026" y="152753"/>
                </a:moveTo>
                <a:lnTo>
                  <a:pt x="967526" y="152753"/>
                </a:lnTo>
                <a:lnTo>
                  <a:pt x="967526" y="153641"/>
                </a:lnTo>
                <a:lnTo>
                  <a:pt x="967026" y="153641"/>
                </a:lnTo>
                <a:close/>
                <a:moveTo>
                  <a:pt x="959030" y="152753"/>
                </a:moveTo>
                <a:lnTo>
                  <a:pt x="959529" y="152753"/>
                </a:lnTo>
                <a:lnTo>
                  <a:pt x="959529" y="153641"/>
                </a:lnTo>
                <a:lnTo>
                  <a:pt x="959030" y="153641"/>
                </a:lnTo>
                <a:close/>
              </a:path>
            </a:pathLst>
          </a:custGeom>
          <a:solidFill>
            <a:srgbClr val="CDD5DD"/>
          </a:solidFill>
          <a:ln>
            <a:noFill/>
          </a:ln>
        </p:spPr>
      </p:sp>
      <p:sp>
        <p:nvSpPr>
          <p:cNvPr id="52" name="Kimate circled colour correction 52"/>
          <p:cNvSpPr/>
          <p:nvPr/>
        </p:nvSpPr>
        <p:spPr>
          <a:xfrm>
            <a:off x="1099363" y="962025"/>
            <a:ext cx="9993274" cy="5623560"/>
          </a:xfrm>
          <a:custGeom>
            <a:avLst/>
            <a:gdLst/>
            <a:ahLst/>
            <a:cxnLst/>
            <a:rect l="0" t="0" r="r" b="b"/>
            <a:pathLst>
              <a:path w="1000000" h="1000000" stroke="0" extrusionOk="0">
                <a:moveTo>
                  <a:pt x="765123" y="66607"/>
                </a:moveTo>
                <a:lnTo>
                  <a:pt x="765623" y="66607"/>
                </a:lnTo>
                <a:lnTo>
                  <a:pt x="765623" y="67496"/>
                </a:lnTo>
                <a:lnTo>
                  <a:pt x="765123" y="67496"/>
                </a:lnTo>
                <a:close/>
                <a:moveTo>
                  <a:pt x="763623" y="67496"/>
                </a:moveTo>
                <a:lnTo>
                  <a:pt x="765623" y="67496"/>
                </a:lnTo>
                <a:lnTo>
                  <a:pt x="765623" y="68384"/>
                </a:lnTo>
                <a:lnTo>
                  <a:pt x="763623" y="68384"/>
                </a:lnTo>
                <a:close/>
                <a:moveTo>
                  <a:pt x="731639" y="67496"/>
                </a:moveTo>
                <a:lnTo>
                  <a:pt x="732139" y="67496"/>
                </a:lnTo>
                <a:lnTo>
                  <a:pt x="732139" y="68384"/>
                </a:lnTo>
                <a:lnTo>
                  <a:pt x="731639" y="68384"/>
                </a:lnTo>
                <a:close/>
                <a:moveTo>
                  <a:pt x="731139" y="68384"/>
                </a:moveTo>
                <a:lnTo>
                  <a:pt x="732139" y="68384"/>
                </a:lnTo>
                <a:lnTo>
                  <a:pt x="732139" y="69272"/>
                </a:lnTo>
                <a:lnTo>
                  <a:pt x="731139" y="69272"/>
                </a:lnTo>
                <a:close/>
                <a:moveTo>
                  <a:pt x="762124" y="68384"/>
                </a:moveTo>
                <a:lnTo>
                  <a:pt x="765623" y="68384"/>
                </a:lnTo>
                <a:lnTo>
                  <a:pt x="765623" y="69272"/>
                </a:lnTo>
                <a:lnTo>
                  <a:pt x="762124" y="69272"/>
                </a:lnTo>
                <a:close/>
                <a:moveTo>
                  <a:pt x="730639" y="69272"/>
                </a:moveTo>
                <a:lnTo>
                  <a:pt x="731639" y="69272"/>
                </a:lnTo>
                <a:lnTo>
                  <a:pt x="731639" y="70160"/>
                </a:lnTo>
                <a:lnTo>
                  <a:pt x="730639" y="70160"/>
                </a:lnTo>
                <a:close/>
                <a:moveTo>
                  <a:pt x="760625" y="69272"/>
                </a:moveTo>
                <a:lnTo>
                  <a:pt x="765123" y="69272"/>
                </a:lnTo>
                <a:lnTo>
                  <a:pt x="765123" y="70160"/>
                </a:lnTo>
                <a:lnTo>
                  <a:pt x="760625" y="70160"/>
                </a:lnTo>
                <a:close/>
                <a:moveTo>
                  <a:pt x="766122" y="69272"/>
                </a:moveTo>
                <a:lnTo>
                  <a:pt x="766622" y="69272"/>
                </a:lnTo>
                <a:lnTo>
                  <a:pt x="766622" y="71048"/>
                </a:lnTo>
                <a:lnTo>
                  <a:pt x="766122" y="71048"/>
                </a:lnTo>
                <a:close/>
                <a:moveTo>
                  <a:pt x="730140" y="70160"/>
                </a:moveTo>
                <a:lnTo>
                  <a:pt x="731639" y="70160"/>
                </a:lnTo>
                <a:lnTo>
                  <a:pt x="731639" y="71048"/>
                </a:lnTo>
                <a:lnTo>
                  <a:pt x="730140" y="71048"/>
                </a:lnTo>
                <a:close/>
                <a:moveTo>
                  <a:pt x="759625" y="70160"/>
                </a:moveTo>
                <a:lnTo>
                  <a:pt x="764623" y="70160"/>
                </a:lnTo>
                <a:lnTo>
                  <a:pt x="764623" y="71048"/>
                </a:lnTo>
                <a:lnTo>
                  <a:pt x="759625" y="71048"/>
                </a:lnTo>
                <a:close/>
                <a:moveTo>
                  <a:pt x="759126" y="71048"/>
                </a:moveTo>
                <a:lnTo>
                  <a:pt x="764123" y="71048"/>
                </a:lnTo>
                <a:lnTo>
                  <a:pt x="764123" y="71936"/>
                </a:lnTo>
                <a:lnTo>
                  <a:pt x="759126" y="71936"/>
                </a:lnTo>
                <a:close/>
                <a:moveTo>
                  <a:pt x="729640" y="71048"/>
                </a:moveTo>
                <a:lnTo>
                  <a:pt x="731139" y="71048"/>
                </a:lnTo>
                <a:lnTo>
                  <a:pt x="731139" y="71936"/>
                </a:lnTo>
                <a:lnTo>
                  <a:pt x="729640" y="71936"/>
                </a:lnTo>
                <a:close/>
                <a:moveTo>
                  <a:pt x="765623" y="71048"/>
                </a:moveTo>
                <a:lnTo>
                  <a:pt x="766622" y="71048"/>
                </a:lnTo>
                <a:lnTo>
                  <a:pt x="766622" y="71936"/>
                </a:lnTo>
                <a:lnTo>
                  <a:pt x="765623" y="71936"/>
                </a:lnTo>
                <a:close/>
                <a:moveTo>
                  <a:pt x="729140" y="71936"/>
                </a:moveTo>
                <a:lnTo>
                  <a:pt x="731139" y="71936"/>
                </a:lnTo>
                <a:lnTo>
                  <a:pt x="731139" y="72824"/>
                </a:lnTo>
                <a:lnTo>
                  <a:pt x="729140" y="72824"/>
                </a:lnTo>
                <a:close/>
                <a:moveTo>
                  <a:pt x="758626" y="71936"/>
                </a:moveTo>
                <a:lnTo>
                  <a:pt x="763623" y="71936"/>
                </a:lnTo>
                <a:lnTo>
                  <a:pt x="763623" y="72824"/>
                </a:lnTo>
                <a:lnTo>
                  <a:pt x="758626" y="72824"/>
                </a:lnTo>
                <a:close/>
                <a:moveTo>
                  <a:pt x="728640" y="72824"/>
                </a:moveTo>
                <a:lnTo>
                  <a:pt x="731139" y="72824"/>
                </a:lnTo>
                <a:lnTo>
                  <a:pt x="731139" y="73712"/>
                </a:lnTo>
                <a:lnTo>
                  <a:pt x="728640" y="73712"/>
                </a:lnTo>
                <a:close/>
                <a:moveTo>
                  <a:pt x="757127" y="72824"/>
                </a:moveTo>
                <a:lnTo>
                  <a:pt x="763124" y="72824"/>
                </a:lnTo>
                <a:lnTo>
                  <a:pt x="763124" y="73712"/>
                </a:lnTo>
                <a:lnTo>
                  <a:pt x="757127" y="73712"/>
                </a:lnTo>
                <a:close/>
                <a:moveTo>
                  <a:pt x="765123" y="71936"/>
                </a:moveTo>
                <a:lnTo>
                  <a:pt x="766622" y="71936"/>
                </a:lnTo>
                <a:lnTo>
                  <a:pt x="766622" y="73712"/>
                </a:lnTo>
                <a:lnTo>
                  <a:pt x="765123" y="73712"/>
                </a:lnTo>
                <a:close/>
                <a:moveTo>
                  <a:pt x="756627" y="73712"/>
                </a:moveTo>
                <a:lnTo>
                  <a:pt x="762624" y="73712"/>
                </a:lnTo>
                <a:lnTo>
                  <a:pt x="762624" y="74600"/>
                </a:lnTo>
                <a:lnTo>
                  <a:pt x="756627" y="74600"/>
                </a:lnTo>
                <a:close/>
                <a:moveTo>
                  <a:pt x="765123" y="73712"/>
                </a:moveTo>
                <a:lnTo>
                  <a:pt x="767622" y="73712"/>
                </a:lnTo>
                <a:lnTo>
                  <a:pt x="767622" y="74600"/>
                </a:lnTo>
                <a:lnTo>
                  <a:pt x="765123" y="74600"/>
                </a:lnTo>
                <a:close/>
                <a:moveTo>
                  <a:pt x="728640" y="73712"/>
                </a:moveTo>
                <a:lnTo>
                  <a:pt x="730639" y="73712"/>
                </a:lnTo>
                <a:lnTo>
                  <a:pt x="730639" y="74600"/>
                </a:lnTo>
                <a:lnTo>
                  <a:pt x="728640" y="74600"/>
                </a:lnTo>
                <a:close/>
                <a:moveTo>
                  <a:pt x="756127" y="74600"/>
                </a:moveTo>
                <a:lnTo>
                  <a:pt x="762624" y="74600"/>
                </a:lnTo>
                <a:lnTo>
                  <a:pt x="762624" y="75488"/>
                </a:lnTo>
                <a:lnTo>
                  <a:pt x="756127" y="75488"/>
                </a:lnTo>
                <a:close/>
                <a:moveTo>
                  <a:pt x="764623" y="74600"/>
                </a:moveTo>
                <a:lnTo>
                  <a:pt x="768121" y="74600"/>
                </a:lnTo>
                <a:lnTo>
                  <a:pt x="768121" y="75488"/>
                </a:lnTo>
                <a:lnTo>
                  <a:pt x="764623" y="75488"/>
                </a:lnTo>
                <a:close/>
                <a:moveTo>
                  <a:pt x="728140" y="74600"/>
                </a:moveTo>
                <a:lnTo>
                  <a:pt x="730639" y="74600"/>
                </a:lnTo>
                <a:lnTo>
                  <a:pt x="730639" y="76377"/>
                </a:lnTo>
                <a:lnTo>
                  <a:pt x="728140" y="76377"/>
                </a:lnTo>
                <a:close/>
                <a:moveTo>
                  <a:pt x="755627" y="75488"/>
                </a:moveTo>
                <a:lnTo>
                  <a:pt x="762124" y="75488"/>
                </a:lnTo>
                <a:lnTo>
                  <a:pt x="762124" y="76377"/>
                </a:lnTo>
                <a:lnTo>
                  <a:pt x="755627" y="76377"/>
                </a:lnTo>
                <a:close/>
                <a:moveTo>
                  <a:pt x="764623" y="75488"/>
                </a:moveTo>
                <a:lnTo>
                  <a:pt x="769121" y="75488"/>
                </a:lnTo>
                <a:lnTo>
                  <a:pt x="769121" y="76377"/>
                </a:lnTo>
                <a:lnTo>
                  <a:pt x="764623" y="76377"/>
                </a:lnTo>
                <a:close/>
                <a:moveTo>
                  <a:pt x="727641" y="76377"/>
                </a:moveTo>
                <a:lnTo>
                  <a:pt x="730639" y="76377"/>
                </a:lnTo>
                <a:lnTo>
                  <a:pt x="730639" y="77265"/>
                </a:lnTo>
                <a:lnTo>
                  <a:pt x="727641" y="77265"/>
                </a:lnTo>
                <a:close/>
                <a:moveTo>
                  <a:pt x="755627" y="76377"/>
                </a:moveTo>
                <a:lnTo>
                  <a:pt x="758626" y="76377"/>
                </a:lnTo>
                <a:lnTo>
                  <a:pt x="758626" y="77265"/>
                </a:lnTo>
                <a:lnTo>
                  <a:pt x="755627" y="77265"/>
                </a:lnTo>
                <a:close/>
                <a:moveTo>
                  <a:pt x="764123" y="76377"/>
                </a:moveTo>
                <a:lnTo>
                  <a:pt x="769121" y="76377"/>
                </a:lnTo>
                <a:lnTo>
                  <a:pt x="769121" y="77265"/>
                </a:lnTo>
                <a:lnTo>
                  <a:pt x="764123" y="77265"/>
                </a:lnTo>
                <a:close/>
                <a:moveTo>
                  <a:pt x="759625" y="76377"/>
                </a:moveTo>
                <a:lnTo>
                  <a:pt x="762124" y="76377"/>
                </a:lnTo>
                <a:lnTo>
                  <a:pt x="762124" y="77265"/>
                </a:lnTo>
                <a:lnTo>
                  <a:pt x="759625" y="77265"/>
                </a:lnTo>
                <a:close/>
                <a:moveTo>
                  <a:pt x="759625" y="77265"/>
                </a:moveTo>
                <a:lnTo>
                  <a:pt x="761624" y="77265"/>
                </a:lnTo>
                <a:lnTo>
                  <a:pt x="761624" y="78153"/>
                </a:lnTo>
                <a:lnTo>
                  <a:pt x="759625" y="78153"/>
                </a:lnTo>
                <a:close/>
                <a:moveTo>
                  <a:pt x="763623" y="77265"/>
                </a:moveTo>
                <a:lnTo>
                  <a:pt x="769121" y="77265"/>
                </a:lnTo>
                <a:lnTo>
                  <a:pt x="769121" y="78153"/>
                </a:lnTo>
                <a:lnTo>
                  <a:pt x="763623" y="78153"/>
                </a:lnTo>
                <a:close/>
                <a:moveTo>
                  <a:pt x="727641" y="77265"/>
                </a:moveTo>
                <a:lnTo>
                  <a:pt x="730140" y="77265"/>
                </a:lnTo>
                <a:lnTo>
                  <a:pt x="730140" y="78153"/>
                </a:lnTo>
                <a:lnTo>
                  <a:pt x="727641" y="78153"/>
                </a:lnTo>
                <a:close/>
                <a:moveTo>
                  <a:pt x="769621" y="77265"/>
                </a:moveTo>
                <a:lnTo>
                  <a:pt x="770620" y="77265"/>
                </a:lnTo>
                <a:lnTo>
                  <a:pt x="770620" y="79041"/>
                </a:lnTo>
                <a:lnTo>
                  <a:pt x="769621" y="79041"/>
                </a:lnTo>
                <a:close/>
                <a:moveTo>
                  <a:pt x="763124" y="78153"/>
                </a:moveTo>
                <a:lnTo>
                  <a:pt x="766622" y="78153"/>
                </a:lnTo>
                <a:lnTo>
                  <a:pt x="766622" y="79041"/>
                </a:lnTo>
                <a:lnTo>
                  <a:pt x="763124" y="79041"/>
                </a:lnTo>
                <a:close/>
                <a:moveTo>
                  <a:pt x="767622" y="78153"/>
                </a:moveTo>
                <a:lnTo>
                  <a:pt x="768621" y="78153"/>
                </a:lnTo>
                <a:lnTo>
                  <a:pt x="768621" y="79041"/>
                </a:lnTo>
                <a:lnTo>
                  <a:pt x="767622" y="79041"/>
                </a:lnTo>
                <a:close/>
                <a:moveTo>
                  <a:pt x="851081" y="79041"/>
                </a:moveTo>
                <a:lnTo>
                  <a:pt x="851581" y="79041"/>
                </a:lnTo>
                <a:lnTo>
                  <a:pt x="851581" y="79929"/>
                </a:lnTo>
                <a:lnTo>
                  <a:pt x="851081" y="79929"/>
                </a:lnTo>
                <a:close/>
                <a:moveTo>
                  <a:pt x="759126" y="78153"/>
                </a:moveTo>
                <a:lnTo>
                  <a:pt x="761624" y="78153"/>
                </a:lnTo>
                <a:lnTo>
                  <a:pt x="761624" y="79929"/>
                </a:lnTo>
                <a:lnTo>
                  <a:pt x="759126" y="79929"/>
                </a:lnTo>
                <a:close/>
                <a:moveTo>
                  <a:pt x="845084" y="79041"/>
                </a:moveTo>
                <a:lnTo>
                  <a:pt x="845584" y="79041"/>
                </a:lnTo>
                <a:lnTo>
                  <a:pt x="845584" y="79929"/>
                </a:lnTo>
                <a:lnTo>
                  <a:pt x="845084" y="79929"/>
                </a:lnTo>
                <a:close/>
                <a:moveTo>
                  <a:pt x="762624" y="79041"/>
                </a:moveTo>
                <a:lnTo>
                  <a:pt x="766122" y="79041"/>
                </a:lnTo>
                <a:lnTo>
                  <a:pt x="766122" y="79929"/>
                </a:lnTo>
                <a:lnTo>
                  <a:pt x="762624" y="79929"/>
                </a:lnTo>
                <a:close/>
                <a:moveTo>
                  <a:pt x="759126" y="79929"/>
                </a:moveTo>
                <a:lnTo>
                  <a:pt x="761125" y="79929"/>
                </a:lnTo>
                <a:lnTo>
                  <a:pt x="761125" y="80817"/>
                </a:lnTo>
                <a:lnTo>
                  <a:pt x="759126" y="80817"/>
                </a:lnTo>
                <a:close/>
                <a:moveTo>
                  <a:pt x="842586" y="79929"/>
                </a:moveTo>
                <a:lnTo>
                  <a:pt x="843085" y="79929"/>
                </a:lnTo>
                <a:lnTo>
                  <a:pt x="843085" y="80817"/>
                </a:lnTo>
                <a:lnTo>
                  <a:pt x="842586" y="80817"/>
                </a:lnTo>
                <a:close/>
                <a:moveTo>
                  <a:pt x="762624" y="79929"/>
                </a:moveTo>
                <a:lnTo>
                  <a:pt x="765623" y="79929"/>
                </a:lnTo>
                <a:lnTo>
                  <a:pt x="765623" y="80817"/>
                </a:lnTo>
                <a:lnTo>
                  <a:pt x="762624" y="80817"/>
                </a:lnTo>
                <a:close/>
                <a:moveTo>
                  <a:pt x="727141" y="78153"/>
                </a:moveTo>
                <a:lnTo>
                  <a:pt x="730140" y="78153"/>
                </a:lnTo>
                <a:lnTo>
                  <a:pt x="730140" y="80817"/>
                </a:lnTo>
                <a:lnTo>
                  <a:pt x="727141" y="80817"/>
                </a:lnTo>
                <a:close/>
                <a:moveTo>
                  <a:pt x="769121" y="79041"/>
                </a:moveTo>
                <a:lnTo>
                  <a:pt x="770620" y="79041"/>
                </a:lnTo>
                <a:lnTo>
                  <a:pt x="770620" y="80817"/>
                </a:lnTo>
                <a:lnTo>
                  <a:pt x="769121" y="80817"/>
                </a:lnTo>
                <a:close/>
                <a:moveTo>
                  <a:pt x="770120" y="80817"/>
                </a:moveTo>
                <a:lnTo>
                  <a:pt x="771620" y="80817"/>
                </a:lnTo>
                <a:lnTo>
                  <a:pt x="771620" y="81705"/>
                </a:lnTo>
                <a:lnTo>
                  <a:pt x="770120" y="81705"/>
                </a:lnTo>
                <a:close/>
                <a:moveTo>
                  <a:pt x="733138" y="80817"/>
                </a:moveTo>
                <a:lnTo>
                  <a:pt x="734637" y="80817"/>
                </a:lnTo>
                <a:lnTo>
                  <a:pt x="734637" y="81705"/>
                </a:lnTo>
                <a:lnTo>
                  <a:pt x="733138" y="81705"/>
                </a:lnTo>
                <a:close/>
                <a:moveTo>
                  <a:pt x="762124" y="80817"/>
                </a:moveTo>
                <a:lnTo>
                  <a:pt x="765623" y="80817"/>
                </a:lnTo>
                <a:lnTo>
                  <a:pt x="765623" y="81705"/>
                </a:lnTo>
                <a:lnTo>
                  <a:pt x="762124" y="81705"/>
                </a:lnTo>
                <a:close/>
                <a:moveTo>
                  <a:pt x="761624" y="81705"/>
                </a:moveTo>
                <a:lnTo>
                  <a:pt x="765123" y="81705"/>
                </a:lnTo>
                <a:lnTo>
                  <a:pt x="765123" y="82593"/>
                </a:lnTo>
                <a:lnTo>
                  <a:pt x="761624" y="82593"/>
                </a:lnTo>
                <a:close/>
                <a:moveTo>
                  <a:pt x="732638" y="81705"/>
                </a:moveTo>
                <a:lnTo>
                  <a:pt x="735137" y="81705"/>
                </a:lnTo>
                <a:lnTo>
                  <a:pt x="735137" y="82593"/>
                </a:lnTo>
                <a:lnTo>
                  <a:pt x="732638" y="82593"/>
                </a:lnTo>
                <a:close/>
                <a:moveTo>
                  <a:pt x="770620" y="81705"/>
                </a:moveTo>
                <a:lnTo>
                  <a:pt x="772619" y="81705"/>
                </a:lnTo>
                <a:lnTo>
                  <a:pt x="772619" y="82593"/>
                </a:lnTo>
                <a:lnTo>
                  <a:pt x="770620" y="82593"/>
                </a:lnTo>
                <a:close/>
                <a:moveTo>
                  <a:pt x="758626" y="80817"/>
                </a:moveTo>
                <a:lnTo>
                  <a:pt x="761125" y="80817"/>
                </a:lnTo>
                <a:lnTo>
                  <a:pt x="761125" y="82593"/>
                </a:lnTo>
                <a:lnTo>
                  <a:pt x="758626" y="82593"/>
                </a:lnTo>
                <a:close/>
                <a:moveTo>
                  <a:pt x="743133" y="82593"/>
                </a:moveTo>
                <a:lnTo>
                  <a:pt x="743633" y="82593"/>
                </a:lnTo>
                <a:lnTo>
                  <a:pt x="743633" y="83481"/>
                </a:lnTo>
                <a:lnTo>
                  <a:pt x="743133" y="83481"/>
                </a:lnTo>
                <a:close/>
                <a:moveTo>
                  <a:pt x="857079" y="82593"/>
                </a:moveTo>
                <a:lnTo>
                  <a:pt x="857578" y="82593"/>
                </a:lnTo>
                <a:lnTo>
                  <a:pt x="857578" y="83481"/>
                </a:lnTo>
                <a:lnTo>
                  <a:pt x="857079" y="83481"/>
                </a:lnTo>
                <a:close/>
                <a:moveTo>
                  <a:pt x="771620" y="82593"/>
                </a:moveTo>
                <a:lnTo>
                  <a:pt x="773619" y="82593"/>
                </a:lnTo>
                <a:lnTo>
                  <a:pt x="773619" y="83481"/>
                </a:lnTo>
                <a:lnTo>
                  <a:pt x="771620" y="83481"/>
                </a:lnTo>
                <a:close/>
                <a:moveTo>
                  <a:pt x="764123" y="82593"/>
                </a:moveTo>
                <a:lnTo>
                  <a:pt x="765123" y="82593"/>
                </a:lnTo>
                <a:lnTo>
                  <a:pt x="765123" y="83481"/>
                </a:lnTo>
                <a:lnTo>
                  <a:pt x="764123" y="83481"/>
                </a:lnTo>
                <a:close/>
                <a:moveTo>
                  <a:pt x="758626" y="82593"/>
                </a:moveTo>
                <a:lnTo>
                  <a:pt x="760625" y="82593"/>
                </a:lnTo>
                <a:lnTo>
                  <a:pt x="760625" y="83481"/>
                </a:lnTo>
                <a:lnTo>
                  <a:pt x="758626" y="83481"/>
                </a:lnTo>
                <a:close/>
                <a:moveTo>
                  <a:pt x="761624" y="82593"/>
                </a:moveTo>
                <a:lnTo>
                  <a:pt x="763623" y="82593"/>
                </a:lnTo>
                <a:lnTo>
                  <a:pt x="763623" y="83481"/>
                </a:lnTo>
                <a:lnTo>
                  <a:pt x="761624" y="83481"/>
                </a:lnTo>
                <a:close/>
                <a:moveTo>
                  <a:pt x="761125" y="83481"/>
                </a:moveTo>
                <a:lnTo>
                  <a:pt x="763124" y="83481"/>
                </a:lnTo>
                <a:lnTo>
                  <a:pt x="763124" y="84369"/>
                </a:lnTo>
                <a:lnTo>
                  <a:pt x="761125" y="84369"/>
                </a:lnTo>
                <a:close/>
                <a:moveTo>
                  <a:pt x="753628" y="83481"/>
                </a:moveTo>
                <a:lnTo>
                  <a:pt x="755128" y="83481"/>
                </a:lnTo>
                <a:lnTo>
                  <a:pt x="755128" y="84369"/>
                </a:lnTo>
                <a:lnTo>
                  <a:pt x="753628" y="84369"/>
                </a:lnTo>
                <a:close/>
                <a:moveTo>
                  <a:pt x="764123" y="83481"/>
                </a:moveTo>
                <a:lnTo>
                  <a:pt x="764623" y="83481"/>
                </a:lnTo>
                <a:lnTo>
                  <a:pt x="764623" y="84369"/>
                </a:lnTo>
                <a:lnTo>
                  <a:pt x="764123" y="84369"/>
                </a:lnTo>
                <a:close/>
                <a:moveTo>
                  <a:pt x="772619" y="83481"/>
                </a:moveTo>
                <a:lnTo>
                  <a:pt x="774618" y="83481"/>
                </a:lnTo>
                <a:lnTo>
                  <a:pt x="774618" y="84369"/>
                </a:lnTo>
                <a:lnTo>
                  <a:pt x="772619" y="84369"/>
                </a:lnTo>
                <a:close/>
                <a:moveTo>
                  <a:pt x="758126" y="83481"/>
                </a:moveTo>
                <a:lnTo>
                  <a:pt x="760625" y="83481"/>
                </a:lnTo>
                <a:lnTo>
                  <a:pt x="760625" y="85258"/>
                </a:lnTo>
                <a:lnTo>
                  <a:pt x="758126" y="85258"/>
                </a:lnTo>
                <a:close/>
                <a:moveTo>
                  <a:pt x="732139" y="82593"/>
                </a:moveTo>
                <a:lnTo>
                  <a:pt x="735637" y="82593"/>
                </a:lnTo>
                <a:lnTo>
                  <a:pt x="735637" y="85258"/>
                </a:lnTo>
                <a:lnTo>
                  <a:pt x="732139" y="85258"/>
                </a:lnTo>
                <a:close/>
                <a:moveTo>
                  <a:pt x="761125" y="84369"/>
                </a:moveTo>
                <a:lnTo>
                  <a:pt x="762624" y="84369"/>
                </a:lnTo>
                <a:lnTo>
                  <a:pt x="762624" y="85258"/>
                </a:lnTo>
                <a:lnTo>
                  <a:pt x="761125" y="85258"/>
                </a:lnTo>
                <a:close/>
                <a:moveTo>
                  <a:pt x="773619" y="84369"/>
                </a:moveTo>
                <a:lnTo>
                  <a:pt x="775118" y="84369"/>
                </a:lnTo>
                <a:lnTo>
                  <a:pt x="775118" y="85258"/>
                </a:lnTo>
                <a:lnTo>
                  <a:pt x="773619" y="85258"/>
                </a:lnTo>
                <a:close/>
                <a:moveTo>
                  <a:pt x="736137" y="84369"/>
                </a:moveTo>
                <a:lnTo>
                  <a:pt x="736636" y="84369"/>
                </a:lnTo>
                <a:lnTo>
                  <a:pt x="736636" y="85258"/>
                </a:lnTo>
                <a:lnTo>
                  <a:pt x="736137" y="85258"/>
                </a:lnTo>
                <a:close/>
                <a:moveTo>
                  <a:pt x="738136" y="84369"/>
                </a:moveTo>
                <a:lnTo>
                  <a:pt x="739135" y="84369"/>
                </a:lnTo>
                <a:lnTo>
                  <a:pt x="739135" y="85258"/>
                </a:lnTo>
                <a:lnTo>
                  <a:pt x="738136" y="85258"/>
                </a:lnTo>
                <a:close/>
                <a:moveTo>
                  <a:pt x="763623" y="84369"/>
                </a:moveTo>
                <a:lnTo>
                  <a:pt x="764623" y="84369"/>
                </a:lnTo>
                <a:lnTo>
                  <a:pt x="764623" y="86146"/>
                </a:lnTo>
                <a:lnTo>
                  <a:pt x="763623" y="86146"/>
                </a:lnTo>
                <a:close/>
                <a:moveTo>
                  <a:pt x="750130" y="85258"/>
                </a:moveTo>
                <a:lnTo>
                  <a:pt x="751629" y="85258"/>
                </a:lnTo>
                <a:lnTo>
                  <a:pt x="751629" y="86146"/>
                </a:lnTo>
                <a:lnTo>
                  <a:pt x="750130" y="86146"/>
                </a:lnTo>
                <a:close/>
                <a:moveTo>
                  <a:pt x="742634" y="83481"/>
                </a:moveTo>
                <a:lnTo>
                  <a:pt x="743633" y="83481"/>
                </a:lnTo>
                <a:lnTo>
                  <a:pt x="743633" y="86146"/>
                </a:lnTo>
                <a:lnTo>
                  <a:pt x="742634" y="86146"/>
                </a:lnTo>
                <a:close/>
                <a:moveTo>
                  <a:pt x="753628" y="84369"/>
                </a:moveTo>
                <a:lnTo>
                  <a:pt x="755627" y="84369"/>
                </a:lnTo>
                <a:lnTo>
                  <a:pt x="755627" y="86146"/>
                </a:lnTo>
                <a:lnTo>
                  <a:pt x="753628" y="86146"/>
                </a:lnTo>
                <a:close/>
                <a:moveTo>
                  <a:pt x="731639" y="85258"/>
                </a:moveTo>
                <a:lnTo>
                  <a:pt x="736636" y="85258"/>
                </a:lnTo>
                <a:lnTo>
                  <a:pt x="736636" y="86146"/>
                </a:lnTo>
                <a:lnTo>
                  <a:pt x="731639" y="86146"/>
                </a:lnTo>
                <a:close/>
                <a:moveTo>
                  <a:pt x="727141" y="80817"/>
                </a:moveTo>
                <a:lnTo>
                  <a:pt x="729640" y="80817"/>
                </a:lnTo>
                <a:lnTo>
                  <a:pt x="729640" y="87034"/>
                </a:lnTo>
                <a:lnTo>
                  <a:pt x="727141" y="87034"/>
                </a:lnTo>
                <a:close/>
                <a:moveTo>
                  <a:pt x="763124" y="86146"/>
                </a:moveTo>
                <a:lnTo>
                  <a:pt x="764623" y="86146"/>
                </a:lnTo>
                <a:lnTo>
                  <a:pt x="764623" y="87034"/>
                </a:lnTo>
                <a:lnTo>
                  <a:pt x="763124" y="87034"/>
                </a:lnTo>
                <a:close/>
                <a:moveTo>
                  <a:pt x="758126" y="85258"/>
                </a:moveTo>
                <a:lnTo>
                  <a:pt x="760125" y="85258"/>
                </a:lnTo>
                <a:lnTo>
                  <a:pt x="760125" y="87034"/>
                </a:lnTo>
                <a:lnTo>
                  <a:pt x="758126" y="87034"/>
                </a:lnTo>
                <a:close/>
                <a:moveTo>
                  <a:pt x="731639" y="86146"/>
                </a:moveTo>
                <a:lnTo>
                  <a:pt x="737136" y="86146"/>
                </a:lnTo>
                <a:lnTo>
                  <a:pt x="737136" y="87034"/>
                </a:lnTo>
                <a:lnTo>
                  <a:pt x="731639" y="87034"/>
                </a:lnTo>
                <a:close/>
                <a:moveTo>
                  <a:pt x="760625" y="85258"/>
                </a:moveTo>
                <a:lnTo>
                  <a:pt x="762124" y="85258"/>
                </a:lnTo>
                <a:lnTo>
                  <a:pt x="762124" y="87034"/>
                </a:lnTo>
                <a:lnTo>
                  <a:pt x="760625" y="87034"/>
                </a:lnTo>
                <a:close/>
                <a:moveTo>
                  <a:pt x="737636" y="85258"/>
                </a:moveTo>
                <a:lnTo>
                  <a:pt x="739635" y="85258"/>
                </a:lnTo>
                <a:lnTo>
                  <a:pt x="739635" y="87034"/>
                </a:lnTo>
                <a:lnTo>
                  <a:pt x="737636" y="87034"/>
                </a:lnTo>
                <a:close/>
                <a:moveTo>
                  <a:pt x="753628" y="86146"/>
                </a:moveTo>
                <a:lnTo>
                  <a:pt x="756127" y="86146"/>
                </a:lnTo>
                <a:lnTo>
                  <a:pt x="756127" y="87922"/>
                </a:lnTo>
                <a:lnTo>
                  <a:pt x="753628" y="87922"/>
                </a:lnTo>
                <a:close/>
                <a:moveTo>
                  <a:pt x="748131" y="87034"/>
                </a:moveTo>
                <a:lnTo>
                  <a:pt x="748631" y="87034"/>
                </a:lnTo>
                <a:lnTo>
                  <a:pt x="748631" y="87922"/>
                </a:lnTo>
                <a:lnTo>
                  <a:pt x="748131" y="87922"/>
                </a:lnTo>
                <a:close/>
                <a:moveTo>
                  <a:pt x="731639" y="87034"/>
                </a:moveTo>
                <a:lnTo>
                  <a:pt x="735637" y="87034"/>
                </a:lnTo>
                <a:lnTo>
                  <a:pt x="735637" y="87922"/>
                </a:lnTo>
                <a:lnTo>
                  <a:pt x="731639" y="87922"/>
                </a:lnTo>
                <a:close/>
                <a:moveTo>
                  <a:pt x="773619" y="85258"/>
                </a:moveTo>
                <a:lnTo>
                  <a:pt x="775618" y="85258"/>
                </a:lnTo>
                <a:lnTo>
                  <a:pt x="775618" y="87922"/>
                </a:lnTo>
                <a:lnTo>
                  <a:pt x="773619" y="87922"/>
                </a:lnTo>
                <a:close/>
                <a:moveTo>
                  <a:pt x="742134" y="86146"/>
                </a:moveTo>
                <a:lnTo>
                  <a:pt x="743633" y="86146"/>
                </a:lnTo>
                <a:lnTo>
                  <a:pt x="743633" y="87922"/>
                </a:lnTo>
                <a:lnTo>
                  <a:pt x="742134" y="87922"/>
                </a:lnTo>
                <a:close/>
                <a:moveTo>
                  <a:pt x="744133" y="86146"/>
                </a:moveTo>
                <a:lnTo>
                  <a:pt x="744633" y="86146"/>
                </a:lnTo>
                <a:lnTo>
                  <a:pt x="744633" y="87922"/>
                </a:lnTo>
                <a:lnTo>
                  <a:pt x="744133" y="87922"/>
                </a:lnTo>
                <a:close/>
                <a:moveTo>
                  <a:pt x="746132" y="87034"/>
                </a:moveTo>
                <a:lnTo>
                  <a:pt x="746632" y="87034"/>
                </a:lnTo>
                <a:lnTo>
                  <a:pt x="746632" y="87922"/>
                </a:lnTo>
                <a:lnTo>
                  <a:pt x="746132" y="87922"/>
                </a:lnTo>
                <a:close/>
                <a:moveTo>
                  <a:pt x="750130" y="86146"/>
                </a:moveTo>
                <a:lnTo>
                  <a:pt x="752129" y="86146"/>
                </a:lnTo>
                <a:lnTo>
                  <a:pt x="752129" y="87922"/>
                </a:lnTo>
                <a:lnTo>
                  <a:pt x="750130" y="87922"/>
                </a:lnTo>
                <a:close/>
                <a:moveTo>
                  <a:pt x="760625" y="87034"/>
                </a:moveTo>
                <a:lnTo>
                  <a:pt x="761624" y="87034"/>
                </a:lnTo>
                <a:lnTo>
                  <a:pt x="761624" y="87922"/>
                </a:lnTo>
                <a:lnTo>
                  <a:pt x="760625" y="87922"/>
                </a:lnTo>
                <a:close/>
                <a:moveTo>
                  <a:pt x="757626" y="87034"/>
                </a:moveTo>
                <a:lnTo>
                  <a:pt x="760125" y="87034"/>
                </a:lnTo>
                <a:lnTo>
                  <a:pt x="760125" y="87922"/>
                </a:lnTo>
                <a:lnTo>
                  <a:pt x="757626" y="87922"/>
                </a:lnTo>
                <a:close/>
                <a:moveTo>
                  <a:pt x="731139" y="87922"/>
                </a:moveTo>
                <a:lnTo>
                  <a:pt x="735637" y="87922"/>
                </a:lnTo>
                <a:lnTo>
                  <a:pt x="735637" y="88810"/>
                </a:lnTo>
                <a:lnTo>
                  <a:pt x="731139" y="88810"/>
                </a:lnTo>
                <a:close/>
                <a:moveTo>
                  <a:pt x="742134" y="87922"/>
                </a:moveTo>
                <a:lnTo>
                  <a:pt x="744633" y="87922"/>
                </a:lnTo>
                <a:lnTo>
                  <a:pt x="744633" y="88810"/>
                </a:lnTo>
                <a:lnTo>
                  <a:pt x="742134" y="88810"/>
                </a:lnTo>
                <a:close/>
                <a:moveTo>
                  <a:pt x="753129" y="87922"/>
                </a:moveTo>
                <a:lnTo>
                  <a:pt x="756127" y="87922"/>
                </a:lnTo>
                <a:lnTo>
                  <a:pt x="756127" y="88810"/>
                </a:lnTo>
                <a:lnTo>
                  <a:pt x="753129" y="88810"/>
                </a:lnTo>
                <a:close/>
                <a:moveTo>
                  <a:pt x="750130" y="87922"/>
                </a:moveTo>
                <a:lnTo>
                  <a:pt x="752629" y="87922"/>
                </a:lnTo>
                <a:lnTo>
                  <a:pt x="752629" y="89698"/>
                </a:lnTo>
                <a:lnTo>
                  <a:pt x="750130" y="89698"/>
                </a:lnTo>
                <a:close/>
                <a:moveTo>
                  <a:pt x="838587" y="88810"/>
                </a:moveTo>
                <a:lnTo>
                  <a:pt x="839587" y="88810"/>
                </a:lnTo>
                <a:lnTo>
                  <a:pt x="839587" y="89698"/>
                </a:lnTo>
                <a:lnTo>
                  <a:pt x="838587" y="89698"/>
                </a:lnTo>
                <a:close/>
                <a:moveTo>
                  <a:pt x="731139" y="88810"/>
                </a:moveTo>
                <a:lnTo>
                  <a:pt x="733138" y="88810"/>
                </a:lnTo>
                <a:lnTo>
                  <a:pt x="733138" y="89698"/>
                </a:lnTo>
                <a:lnTo>
                  <a:pt x="731139" y="89698"/>
                </a:lnTo>
                <a:close/>
                <a:moveTo>
                  <a:pt x="753129" y="88810"/>
                </a:moveTo>
                <a:lnTo>
                  <a:pt x="756627" y="88810"/>
                </a:lnTo>
                <a:lnTo>
                  <a:pt x="756627" y="89698"/>
                </a:lnTo>
                <a:lnTo>
                  <a:pt x="753129" y="89698"/>
                </a:lnTo>
                <a:close/>
                <a:moveTo>
                  <a:pt x="763124" y="87034"/>
                </a:moveTo>
                <a:lnTo>
                  <a:pt x="764123" y="87034"/>
                </a:lnTo>
                <a:lnTo>
                  <a:pt x="764123" y="89698"/>
                </a:lnTo>
                <a:lnTo>
                  <a:pt x="763124" y="89698"/>
                </a:lnTo>
                <a:close/>
                <a:moveTo>
                  <a:pt x="816598" y="88810"/>
                </a:moveTo>
                <a:lnTo>
                  <a:pt x="817098" y="88810"/>
                </a:lnTo>
                <a:lnTo>
                  <a:pt x="817098" y="89698"/>
                </a:lnTo>
                <a:lnTo>
                  <a:pt x="816598" y="89698"/>
                </a:lnTo>
                <a:close/>
                <a:moveTo>
                  <a:pt x="736137" y="87034"/>
                </a:moveTo>
                <a:lnTo>
                  <a:pt x="739635" y="87034"/>
                </a:lnTo>
                <a:lnTo>
                  <a:pt x="739635" y="89698"/>
                </a:lnTo>
                <a:lnTo>
                  <a:pt x="736137" y="89698"/>
                </a:lnTo>
                <a:close/>
                <a:moveTo>
                  <a:pt x="760125" y="87922"/>
                </a:moveTo>
                <a:lnTo>
                  <a:pt x="761125" y="87922"/>
                </a:lnTo>
                <a:lnTo>
                  <a:pt x="761125" y="89698"/>
                </a:lnTo>
                <a:lnTo>
                  <a:pt x="760125" y="89698"/>
                </a:lnTo>
                <a:close/>
                <a:moveTo>
                  <a:pt x="773119" y="87922"/>
                </a:moveTo>
                <a:lnTo>
                  <a:pt x="775118" y="87922"/>
                </a:lnTo>
                <a:lnTo>
                  <a:pt x="775118" y="89698"/>
                </a:lnTo>
                <a:lnTo>
                  <a:pt x="773119" y="89698"/>
                </a:lnTo>
                <a:close/>
                <a:moveTo>
                  <a:pt x="740634" y="89698"/>
                </a:moveTo>
                <a:lnTo>
                  <a:pt x="741634" y="89698"/>
                </a:lnTo>
                <a:lnTo>
                  <a:pt x="741634" y="90586"/>
                </a:lnTo>
                <a:lnTo>
                  <a:pt x="740634" y="90586"/>
                </a:lnTo>
                <a:close/>
                <a:moveTo>
                  <a:pt x="750130" y="89698"/>
                </a:moveTo>
                <a:lnTo>
                  <a:pt x="756627" y="89698"/>
                </a:lnTo>
                <a:lnTo>
                  <a:pt x="756627" y="90586"/>
                </a:lnTo>
                <a:lnTo>
                  <a:pt x="750130" y="90586"/>
                </a:lnTo>
                <a:close/>
                <a:moveTo>
                  <a:pt x="742134" y="88810"/>
                </a:moveTo>
                <a:lnTo>
                  <a:pt x="743133" y="88810"/>
                </a:lnTo>
                <a:lnTo>
                  <a:pt x="743133" y="90586"/>
                </a:lnTo>
                <a:lnTo>
                  <a:pt x="742134" y="90586"/>
                </a:lnTo>
                <a:close/>
                <a:moveTo>
                  <a:pt x="762624" y="89698"/>
                </a:moveTo>
                <a:lnTo>
                  <a:pt x="764123" y="89698"/>
                </a:lnTo>
                <a:lnTo>
                  <a:pt x="764123" y="90586"/>
                </a:lnTo>
                <a:lnTo>
                  <a:pt x="762624" y="90586"/>
                </a:lnTo>
                <a:close/>
                <a:moveTo>
                  <a:pt x="767622" y="89698"/>
                </a:moveTo>
                <a:lnTo>
                  <a:pt x="768621" y="89698"/>
                </a:lnTo>
                <a:lnTo>
                  <a:pt x="768621" y="90586"/>
                </a:lnTo>
                <a:lnTo>
                  <a:pt x="767622" y="90586"/>
                </a:lnTo>
                <a:close/>
                <a:moveTo>
                  <a:pt x="772619" y="89698"/>
                </a:moveTo>
                <a:lnTo>
                  <a:pt x="774618" y="89698"/>
                </a:lnTo>
                <a:lnTo>
                  <a:pt x="774618" y="90586"/>
                </a:lnTo>
                <a:lnTo>
                  <a:pt x="772619" y="90586"/>
                </a:lnTo>
                <a:close/>
                <a:moveTo>
                  <a:pt x="735637" y="89698"/>
                </a:moveTo>
                <a:lnTo>
                  <a:pt x="739635" y="89698"/>
                </a:lnTo>
                <a:lnTo>
                  <a:pt x="739635" y="90586"/>
                </a:lnTo>
                <a:lnTo>
                  <a:pt x="735637" y="90586"/>
                </a:lnTo>
                <a:close/>
                <a:moveTo>
                  <a:pt x="757626" y="87922"/>
                </a:moveTo>
                <a:lnTo>
                  <a:pt x="759625" y="87922"/>
                </a:lnTo>
                <a:lnTo>
                  <a:pt x="759625" y="90586"/>
                </a:lnTo>
                <a:lnTo>
                  <a:pt x="757626" y="90586"/>
                </a:lnTo>
                <a:close/>
                <a:moveTo>
                  <a:pt x="837088" y="89698"/>
                </a:moveTo>
                <a:lnTo>
                  <a:pt x="837588" y="89698"/>
                </a:lnTo>
                <a:lnTo>
                  <a:pt x="837588" y="90586"/>
                </a:lnTo>
                <a:lnTo>
                  <a:pt x="837088" y="90586"/>
                </a:lnTo>
                <a:close/>
                <a:moveTo>
                  <a:pt x="767122" y="90586"/>
                </a:moveTo>
                <a:lnTo>
                  <a:pt x="769621" y="90586"/>
                </a:lnTo>
                <a:lnTo>
                  <a:pt x="769621" y="91474"/>
                </a:lnTo>
                <a:lnTo>
                  <a:pt x="767122" y="91474"/>
                </a:lnTo>
                <a:close/>
                <a:moveTo>
                  <a:pt x="731139" y="89698"/>
                </a:moveTo>
                <a:lnTo>
                  <a:pt x="732638" y="89698"/>
                </a:lnTo>
                <a:lnTo>
                  <a:pt x="732638" y="91474"/>
                </a:lnTo>
                <a:lnTo>
                  <a:pt x="731139" y="91474"/>
                </a:lnTo>
                <a:close/>
                <a:moveTo>
                  <a:pt x="740634" y="90586"/>
                </a:moveTo>
                <a:lnTo>
                  <a:pt x="743133" y="90586"/>
                </a:lnTo>
                <a:lnTo>
                  <a:pt x="743133" y="91474"/>
                </a:lnTo>
                <a:lnTo>
                  <a:pt x="740634" y="91474"/>
                </a:lnTo>
                <a:close/>
                <a:moveTo>
                  <a:pt x="750630" y="90586"/>
                </a:moveTo>
                <a:lnTo>
                  <a:pt x="756627" y="90586"/>
                </a:lnTo>
                <a:lnTo>
                  <a:pt x="756627" y="91474"/>
                </a:lnTo>
                <a:lnTo>
                  <a:pt x="750630" y="91474"/>
                </a:lnTo>
                <a:close/>
                <a:moveTo>
                  <a:pt x="772119" y="90586"/>
                </a:moveTo>
                <a:lnTo>
                  <a:pt x="774118" y="90586"/>
                </a:lnTo>
                <a:lnTo>
                  <a:pt x="774118" y="91474"/>
                </a:lnTo>
                <a:lnTo>
                  <a:pt x="772119" y="91474"/>
                </a:lnTo>
                <a:close/>
                <a:moveTo>
                  <a:pt x="757127" y="90586"/>
                </a:moveTo>
                <a:lnTo>
                  <a:pt x="759126" y="90586"/>
                </a:lnTo>
                <a:lnTo>
                  <a:pt x="759126" y="91474"/>
                </a:lnTo>
                <a:lnTo>
                  <a:pt x="757127" y="91474"/>
                </a:lnTo>
                <a:close/>
                <a:moveTo>
                  <a:pt x="747631" y="87922"/>
                </a:moveTo>
                <a:lnTo>
                  <a:pt x="749130" y="87922"/>
                </a:lnTo>
                <a:lnTo>
                  <a:pt x="749130" y="91474"/>
                </a:lnTo>
                <a:lnTo>
                  <a:pt x="747631" y="91474"/>
                </a:lnTo>
                <a:close/>
                <a:moveTo>
                  <a:pt x="760125" y="89698"/>
                </a:moveTo>
                <a:lnTo>
                  <a:pt x="760625" y="89698"/>
                </a:lnTo>
                <a:lnTo>
                  <a:pt x="760625" y="91474"/>
                </a:lnTo>
                <a:lnTo>
                  <a:pt x="760125" y="91474"/>
                </a:lnTo>
                <a:close/>
                <a:moveTo>
                  <a:pt x="762624" y="90586"/>
                </a:moveTo>
                <a:lnTo>
                  <a:pt x="763623" y="90586"/>
                </a:lnTo>
                <a:lnTo>
                  <a:pt x="763623" y="92362"/>
                </a:lnTo>
                <a:lnTo>
                  <a:pt x="762624" y="92362"/>
                </a:lnTo>
                <a:close/>
                <a:moveTo>
                  <a:pt x="767622" y="91474"/>
                </a:moveTo>
                <a:lnTo>
                  <a:pt x="771120" y="91474"/>
                </a:lnTo>
                <a:lnTo>
                  <a:pt x="771120" y="92362"/>
                </a:lnTo>
                <a:lnTo>
                  <a:pt x="767622" y="92362"/>
                </a:lnTo>
                <a:close/>
                <a:moveTo>
                  <a:pt x="771620" y="91474"/>
                </a:moveTo>
                <a:lnTo>
                  <a:pt x="774118" y="91474"/>
                </a:lnTo>
                <a:lnTo>
                  <a:pt x="774118" y="92362"/>
                </a:lnTo>
                <a:lnTo>
                  <a:pt x="771620" y="92362"/>
                </a:lnTo>
                <a:close/>
                <a:moveTo>
                  <a:pt x="735637" y="90586"/>
                </a:moveTo>
                <a:lnTo>
                  <a:pt x="737636" y="90586"/>
                </a:lnTo>
                <a:lnTo>
                  <a:pt x="737636" y="92362"/>
                </a:lnTo>
                <a:lnTo>
                  <a:pt x="735637" y="92362"/>
                </a:lnTo>
                <a:close/>
                <a:moveTo>
                  <a:pt x="733638" y="88810"/>
                </a:moveTo>
                <a:lnTo>
                  <a:pt x="735137" y="88810"/>
                </a:lnTo>
                <a:lnTo>
                  <a:pt x="735137" y="92362"/>
                </a:lnTo>
                <a:lnTo>
                  <a:pt x="733638" y="92362"/>
                </a:lnTo>
                <a:close/>
                <a:moveTo>
                  <a:pt x="731139" y="91474"/>
                </a:moveTo>
                <a:lnTo>
                  <a:pt x="732139" y="91474"/>
                </a:lnTo>
                <a:lnTo>
                  <a:pt x="732139" y="92362"/>
                </a:lnTo>
                <a:lnTo>
                  <a:pt x="731139" y="92362"/>
                </a:lnTo>
                <a:close/>
                <a:moveTo>
                  <a:pt x="759625" y="91474"/>
                </a:moveTo>
                <a:lnTo>
                  <a:pt x="760625" y="91474"/>
                </a:lnTo>
                <a:lnTo>
                  <a:pt x="760625" y="92362"/>
                </a:lnTo>
                <a:lnTo>
                  <a:pt x="759625" y="92362"/>
                </a:lnTo>
                <a:close/>
                <a:moveTo>
                  <a:pt x="747631" y="91474"/>
                </a:moveTo>
                <a:lnTo>
                  <a:pt x="749630" y="91474"/>
                </a:lnTo>
                <a:lnTo>
                  <a:pt x="749630" y="92362"/>
                </a:lnTo>
                <a:lnTo>
                  <a:pt x="747631" y="92362"/>
                </a:lnTo>
                <a:close/>
                <a:moveTo>
                  <a:pt x="746132" y="87922"/>
                </a:moveTo>
                <a:lnTo>
                  <a:pt x="747131" y="87922"/>
                </a:lnTo>
                <a:lnTo>
                  <a:pt x="747131" y="93250"/>
                </a:lnTo>
                <a:lnTo>
                  <a:pt x="746132" y="93250"/>
                </a:lnTo>
                <a:close/>
                <a:moveTo>
                  <a:pt x="730639" y="92362"/>
                </a:moveTo>
                <a:lnTo>
                  <a:pt x="732139" y="92362"/>
                </a:lnTo>
                <a:lnTo>
                  <a:pt x="732139" y="93250"/>
                </a:lnTo>
                <a:lnTo>
                  <a:pt x="730639" y="93250"/>
                </a:lnTo>
                <a:close/>
                <a:moveTo>
                  <a:pt x="747631" y="92362"/>
                </a:moveTo>
                <a:lnTo>
                  <a:pt x="748131" y="92362"/>
                </a:lnTo>
                <a:lnTo>
                  <a:pt x="748131" y="93250"/>
                </a:lnTo>
                <a:lnTo>
                  <a:pt x="747631" y="93250"/>
                </a:lnTo>
                <a:close/>
                <a:moveTo>
                  <a:pt x="750630" y="91474"/>
                </a:moveTo>
                <a:lnTo>
                  <a:pt x="759126" y="91474"/>
                </a:lnTo>
                <a:lnTo>
                  <a:pt x="759126" y="93250"/>
                </a:lnTo>
                <a:lnTo>
                  <a:pt x="750630" y="93250"/>
                </a:lnTo>
                <a:close/>
                <a:moveTo>
                  <a:pt x="768621" y="92362"/>
                </a:moveTo>
                <a:lnTo>
                  <a:pt x="773619" y="92362"/>
                </a:lnTo>
                <a:lnTo>
                  <a:pt x="773619" y="93250"/>
                </a:lnTo>
                <a:lnTo>
                  <a:pt x="768621" y="93250"/>
                </a:lnTo>
                <a:close/>
                <a:moveTo>
                  <a:pt x="762124" y="92362"/>
                </a:moveTo>
                <a:lnTo>
                  <a:pt x="763623" y="92362"/>
                </a:lnTo>
                <a:lnTo>
                  <a:pt x="763623" y="94139"/>
                </a:lnTo>
                <a:lnTo>
                  <a:pt x="762124" y="94139"/>
                </a:lnTo>
                <a:close/>
                <a:moveTo>
                  <a:pt x="769621" y="93250"/>
                </a:moveTo>
                <a:lnTo>
                  <a:pt x="773119" y="93250"/>
                </a:lnTo>
                <a:lnTo>
                  <a:pt x="773119" y="94139"/>
                </a:lnTo>
                <a:lnTo>
                  <a:pt x="769621" y="94139"/>
                </a:lnTo>
                <a:close/>
                <a:moveTo>
                  <a:pt x="825094" y="93250"/>
                </a:moveTo>
                <a:lnTo>
                  <a:pt x="825594" y="93250"/>
                </a:lnTo>
                <a:lnTo>
                  <a:pt x="825594" y="94139"/>
                </a:lnTo>
                <a:lnTo>
                  <a:pt x="825094" y="94139"/>
                </a:lnTo>
                <a:close/>
                <a:moveTo>
                  <a:pt x="821596" y="93250"/>
                </a:moveTo>
                <a:lnTo>
                  <a:pt x="822595" y="93250"/>
                </a:lnTo>
                <a:lnTo>
                  <a:pt x="822595" y="94139"/>
                </a:lnTo>
                <a:lnTo>
                  <a:pt x="821596" y="94139"/>
                </a:lnTo>
                <a:close/>
                <a:moveTo>
                  <a:pt x="740135" y="91474"/>
                </a:moveTo>
                <a:lnTo>
                  <a:pt x="741134" y="91474"/>
                </a:lnTo>
                <a:lnTo>
                  <a:pt x="741134" y="94139"/>
                </a:lnTo>
                <a:lnTo>
                  <a:pt x="740135" y="94139"/>
                </a:lnTo>
                <a:close/>
                <a:moveTo>
                  <a:pt x="771120" y="94139"/>
                </a:moveTo>
                <a:lnTo>
                  <a:pt x="772619" y="94139"/>
                </a:lnTo>
                <a:lnTo>
                  <a:pt x="772619" y="95027"/>
                </a:lnTo>
                <a:lnTo>
                  <a:pt x="771120" y="95027"/>
                </a:lnTo>
                <a:close/>
                <a:moveTo>
                  <a:pt x="746132" y="93250"/>
                </a:moveTo>
                <a:lnTo>
                  <a:pt x="748131" y="93250"/>
                </a:lnTo>
                <a:lnTo>
                  <a:pt x="748131" y="95027"/>
                </a:lnTo>
                <a:lnTo>
                  <a:pt x="746132" y="95027"/>
                </a:lnTo>
                <a:close/>
                <a:moveTo>
                  <a:pt x="733638" y="92362"/>
                </a:moveTo>
                <a:lnTo>
                  <a:pt x="734637" y="92362"/>
                </a:lnTo>
                <a:lnTo>
                  <a:pt x="734637" y="95027"/>
                </a:lnTo>
                <a:lnTo>
                  <a:pt x="733638" y="95027"/>
                </a:lnTo>
                <a:close/>
                <a:moveTo>
                  <a:pt x="759625" y="92362"/>
                </a:moveTo>
                <a:lnTo>
                  <a:pt x="760125" y="92362"/>
                </a:lnTo>
                <a:lnTo>
                  <a:pt x="760125" y="95027"/>
                </a:lnTo>
                <a:lnTo>
                  <a:pt x="759625" y="95027"/>
                </a:lnTo>
                <a:close/>
                <a:moveTo>
                  <a:pt x="743633" y="88810"/>
                </a:moveTo>
                <a:lnTo>
                  <a:pt x="744633" y="88810"/>
                </a:lnTo>
                <a:lnTo>
                  <a:pt x="744633" y="96803"/>
                </a:lnTo>
                <a:lnTo>
                  <a:pt x="743633" y="96803"/>
                </a:lnTo>
                <a:close/>
                <a:moveTo>
                  <a:pt x="750630" y="93250"/>
                </a:moveTo>
                <a:lnTo>
                  <a:pt x="758626" y="93250"/>
                </a:lnTo>
                <a:lnTo>
                  <a:pt x="758626" y="96803"/>
                </a:lnTo>
                <a:lnTo>
                  <a:pt x="750630" y="96803"/>
                </a:lnTo>
                <a:close/>
                <a:moveTo>
                  <a:pt x="762124" y="94139"/>
                </a:moveTo>
                <a:lnTo>
                  <a:pt x="763124" y="94139"/>
                </a:lnTo>
                <a:lnTo>
                  <a:pt x="763124" y="96803"/>
                </a:lnTo>
                <a:lnTo>
                  <a:pt x="762124" y="96803"/>
                </a:lnTo>
                <a:close/>
                <a:moveTo>
                  <a:pt x="816598" y="95915"/>
                </a:moveTo>
                <a:lnTo>
                  <a:pt x="817098" y="95915"/>
                </a:lnTo>
                <a:lnTo>
                  <a:pt x="817098" y="96803"/>
                </a:lnTo>
                <a:lnTo>
                  <a:pt x="816598" y="96803"/>
                </a:lnTo>
                <a:close/>
                <a:moveTo>
                  <a:pt x="746132" y="95027"/>
                </a:moveTo>
                <a:lnTo>
                  <a:pt x="746632" y="95027"/>
                </a:lnTo>
                <a:lnTo>
                  <a:pt x="746632" y="98579"/>
                </a:lnTo>
                <a:lnTo>
                  <a:pt x="746132" y="98579"/>
                </a:lnTo>
                <a:close/>
                <a:moveTo>
                  <a:pt x="839587" y="97691"/>
                </a:moveTo>
                <a:lnTo>
                  <a:pt x="840087" y="97691"/>
                </a:lnTo>
                <a:lnTo>
                  <a:pt x="840087" y="98579"/>
                </a:lnTo>
                <a:lnTo>
                  <a:pt x="839587" y="98579"/>
                </a:lnTo>
                <a:close/>
                <a:moveTo>
                  <a:pt x="747131" y="95027"/>
                </a:moveTo>
                <a:lnTo>
                  <a:pt x="748131" y="95027"/>
                </a:lnTo>
                <a:lnTo>
                  <a:pt x="748131" y="98579"/>
                </a:lnTo>
                <a:lnTo>
                  <a:pt x="747131" y="98579"/>
                </a:lnTo>
                <a:close/>
                <a:moveTo>
                  <a:pt x="817098" y="98579"/>
                </a:moveTo>
                <a:lnTo>
                  <a:pt x="817598" y="98579"/>
                </a:lnTo>
                <a:lnTo>
                  <a:pt x="817598" y="99467"/>
                </a:lnTo>
                <a:lnTo>
                  <a:pt x="817098" y="99467"/>
                </a:lnTo>
                <a:close/>
                <a:moveTo>
                  <a:pt x="761624" y="96803"/>
                </a:moveTo>
                <a:lnTo>
                  <a:pt x="763124" y="96803"/>
                </a:lnTo>
                <a:lnTo>
                  <a:pt x="763124" y="99467"/>
                </a:lnTo>
                <a:lnTo>
                  <a:pt x="761624" y="99467"/>
                </a:lnTo>
                <a:close/>
                <a:moveTo>
                  <a:pt x="840087" y="99467"/>
                </a:moveTo>
                <a:lnTo>
                  <a:pt x="840587" y="99467"/>
                </a:lnTo>
                <a:lnTo>
                  <a:pt x="840587" y="100355"/>
                </a:lnTo>
                <a:lnTo>
                  <a:pt x="840087" y="100355"/>
                </a:lnTo>
                <a:close/>
                <a:moveTo>
                  <a:pt x="746132" y="98579"/>
                </a:moveTo>
                <a:lnTo>
                  <a:pt x="747131" y="98579"/>
                </a:lnTo>
                <a:lnTo>
                  <a:pt x="747131" y="100355"/>
                </a:lnTo>
                <a:lnTo>
                  <a:pt x="746132" y="100355"/>
                </a:lnTo>
                <a:close/>
                <a:moveTo>
                  <a:pt x="739135" y="90586"/>
                </a:moveTo>
                <a:lnTo>
                  <a:pt x="739635" y="90586"/>
                </a:lnTo>
                <a:lnTo>
                  <a:pt x="739635" y="101243"/>
                </a:lnTo>
                <a:lnTo>
                  <a:pt x="739135" y="101243"/>
                </a:lnTo>
                <a:close/>
                <a:moveTo>
                  <a:pt x="750630" y="96803"/>
                </a:moveTo>
                <a:lnTo>
                  <a:pt x="758126" y="96803"/>
                </a:lnTo>
                <a:lnTo>
                  <a:pt x="758126" y="101243"/>
                </a:lnTo>
                <a:lnTo>
                  <a:pt x="750630" y="101243"/>
                </a:lnTo>
                <a:close/>
                <a:moveTo>
                  <a:pt x="761624" y="99467"/>
                </a:moveTo>
                <a:lnTo>
                  <a:pt x="762624" y="99467"/>
                </a:lnTo>
                <a:lnTo>
                  <a:pt x="762624" y="101243"/>
                </a:lnTo>
                <a:lnTo>
                  <a:pt x="761624" y="101243"/>
                </a:lnTo>
                <a:close/>
                <a:moveTo>
                  <a:pt x="735637" y="92362"/>
                </a:moveTo>
                <a:lnTo>
                  <a:pt x="737136" y="92362"/>
                </a:lnTo>
                <a:lnTo>
                  <a:pt x="737136" y="101243"/>
                </a:lnTo>
                <a:lnTo>
                  <a:pt x="735637" y="101243"/>
                </a:lnTo>
                <a:close/>
                <a:moveTo>
                  <a:pt x="740135" y="94139"/>
                </a:moveTo>
                <a:lnTo>
                  <a:pt x="740634" y="94139"/>
                </a:lnTo>
                <a:lnTo>
                  <a:pt x="740634" y="102131"/>
                </a:lnTo>
                <a:lnTo>
                  <a:pt x="740135" y="102131"/>
                </a:lnTo>
                <a:close/>
                <a:moveTo>
                  <a:pt x="749130" y="92362"/>
                </a:moveTo>
                <a:lnTo>
                  <a:pt x="749630" y="92362"/>
                </a:lnTo>
                <a:lnTo>
                  <a:pt x="749630" y="102131"/>
                </a:lnTo>
                <a:lnTo>
                  <a:pt x="749130" y="102131"/>
                </a:lnTo>
                <a:close/>
                <a:moveTo>
                  <a:pt x="750630" y="101243"/>
                </a:moveTo>
                <a:lnTo>
                  <a:pt x="754128" y="101243"/>
                </a:lnTo>
                <a:lnTo>
                  <a:pt x="754128" y="102131"/>
                </a:lnTo>
                <a:lnTo>
                  <a:pt x="750630" y="102131"/>
                </a:lnTo>
                <a:close/>
                <a:moveTo>
                  <a:pt x="733138" y="95027"/>
                </a:moveTo>
                <a:lnTo>
                  <a:pt x="734637" y="95027"/>
                </a:lnTo>
                <a:lnTo>
                  <a:pt x="734637" y="102131"/>
                </a:lnTo>
                <a:lnTo>
                  <a:pt x="733138" y="102131"/>
                </a:lnTo>
                <a:close/>
                <a:moveTo>
                  <a:pt x="745632" y="100355"/>
                </a:moveTo>
                <a:lnTo>
                  <a:pt x="747131" y="100355"/>
                </a:lnTo>
                <a:lnTo>
                  <a:pt x="747131" y="102131"/>
                </a:lnTo>
                <a:lnTo>
                  <a:pt x="745632" y="102131"/>
                </a:lnTo>
                <a:close/>
                <a:moveTo>
                  <a:pt x="747631" y="98579"/>
                </a:moveTo>
                <a:lnTo>
                  <a:pt x="748131" y="98579"/>
                </a:lnTo>
                <a:lnTo>
                  <a:pt x="748131" y="102131"/>
                </a:lnTo>
                <a:lnTo>
                  <a:pt x="747631" y="102131"/>
                </a:lnTo>
                <a:close/>
                <a:moveTo>
                  <a:pt x="744133" y="96803"/>
                </a:moveTo>
                <a:lnTo>
                  <a:pt x="744633" y="96803"/>
                </a:lnTo>
                <a:lnTo>
                  <a:pt x="744633" y="102131"/>
                </a:lnTo>
                <a:lnTo>
                  <a:pt x="744133" y="102131"/>
                </a:lnTo>
                <a:close/>
                <a:moveTo>
                  <a:pt x="755627" y="101243"/>
                </a:moveTo>
                <a:lnTo>
                  <a:pt x="757626" y="101243"/>
                </a:lnTo>
                <a:lnTo>
                  <a:pt x="757626" y="102131"/>
                </a:lnTo>
                <a:lnTo>
                  <a:pt x="755627" y="102131"/>
                </a:lnTo>
                <a:close/>
                <a:moveTo>
                  <a:pt x="750630" y="102131"/>
                </a:moveTo>
                <a:lnTo>
                  <a:pt x="753628" y="102131"/>
                </a:lnTo>
                <a:lnTo>
                  <a:pt x="753628" y="103020"/>
                </a:lnTo>
                <a:lnTo>
                  <a:pt x="750630" y="103020"/>
                </a:lnTo>
                <a:close/>
                <a:moveTo>
                  <a:pt x="759126" y="95915"/>
                </a:moveTo>
                <a:lnTo>
                  <a:pt x="759625" y="95915"/>
                </a:lnTo>
                <a:lnTo>
                  <a:pt x="759625" y="103020"/>
                </a:lnTo>
                <a:lnTo>
                  <a:pt x="759126" y="103020"/>
                </a:lnTo>
                <a:close/>
                <a:moveTo>
                  <a:pt x="742634" y="91474"/>
                </a:moveTo>
                <a:lnTo>
                  <a:pt x="743133" y="91474"/>
                </a:lnTo>
                <a:lnTo>
                  <a:pt x="743133" y="103020"/>
                </a:lnTo>
                <a:lnTo>
                  <a:pt x="742634" y="103020"/>
                </a:lnTo>
                <a:close/>
                <a:moveTo>
                  <a:pt x="756127" y="102131"/>
                </a:moveTo>
                <a:lnTo>
                  <a:pt x="757626" y="102131"/>
                </a:lnTo>
                <a:lnTo>
                  <a:pt x="757626" y="103020"/>
                </a:lnTo>
                <a:lnTo>
                  <a:pt x="756127" y="103020"/>
                </a:lnTo>
                <a:close/>
                <a:moveTo>
                  <a:pt x="740135" y="102131"/>
                </a:moveTo>
                <a:lnTo>
                  <a:pt x="741134" y="102131"/>
                </a:lnTo>
                <a:lnTo>
                  <a:pt x="741134" y="103020"/>
                </a:lnTo>
                <a:lnTo>
                  <a:pt x="740135" y="103020"/>
                </a:lnTo>
                <a:close/>
                <a:moveTo>
                  <a:pt x="759126" y="103020"/>
                </a:moveTo>
                <a:lnTo>
                  <a:pt x="760125" y="103020"/>
                </a:lnTo>
                <a:lnTo>
                  <a:pt x="760125" y="103908"/>
                </a:lnTo>
                <a:lnTo>
                  <a:pt x="759126" y="103908"/>
                </a:lnTo>
                <a:close/>
                <a:moveTo>
                  <a:pt x="761125" y="101243"/>
                </a:moveTo>
                <a:lnTo>
                  <a:pt x="762624" y="101243"/>
                </a:lnTo>
                <a:lnTo>
                  <a:pt x="762624" y="103908"/>
                </a:lnTo>
                <a:lnTo>
                  <a:pt x="761125" y="103908"/>
                </a:lnTo>
                <a:close/>
                <a:moveTo>
                  <a:pt x="735137" y="101243"/>
                </a:moveTo>
                <a:lnTo>
                  <a:pt x="737136" y="101243"/>
                </a:lnTo>
                <a:lnTo>
                  <a:pt x="737136" y="103908"/>
                </a:lnTo>
                <a:lnTo>
                  <a:pt x="735137" y="103908"/>
                </a:lnTo>
                <a:close/>
                <a:moveTo>
                  <a:pt x="750630" y="103020"/>
                </a:moveTo>
                <a:lnTo>
                  <a:pt x="753129" y="103020"/>
                </a:lnTo>
                <a:lnTo>
                  <a:pt x="753129" y="103908"/>
                </a:lnTo>
                <a:lnTo>
                  <a:pt x="750630" y="103908"/>
                </a:lnTo>
                <a:close/>
                <a:moveTo>
                  <a:pt x="831091" y="103908"/>
                </a:moveTo>
                <a:lnTo>
                  <a:pt x="832091" y="103908"/>
                </a:lnTo>
                <a:lnTo>
                  <a:pt x="832091" y="104796"/>
                </a:lnTo>
                <a:lnTo>
                  <a:pt x="831091" y="104796"/>
                </a:lnTo>
                <a:close/>
                <a:moveTo>
                  <a:pt x="759126" y="103908"/>
                </a:moveTo>
                <a:lnTo>
                  <a:pt x="762624" y="103908"/>
                </a:lnTo>
                <a:lnTo>
                  <a:pt x="762624" y="104796"/>
                </a:lnTo>
                <a:lnTo>
                  <a:pt x="759126" y="104796"/>
                </a:lnTo>
                <a:close/>
                <a:moveTo>
                  <a:pt x="740634" y="103020"/>
                </a:moveTo>
                <a:lnTo>
                  <a:pt x="741134" y="103020"/>
                </a:lnTo>
                <a:lnTo>
                  <a:pt x="741134" y="104796"/>
                </a:lnTo>
                <a:lnTo>
                  <a:pt x="740634" y="104796"/>
                </a:lnTo>
                <a:close/>
                <a:moveTo>
                  <a:pt x="747631" y="102131"/>
                </a:moveTo>
                <a:lnTo>
                  <a:pt x="749630" y="102131"/>
                </a:lnTo>
                <a:lnTo>
                  <a:pt x="749630" y="104796"/>
                </a:lnTo>
                <a:lnTo>
                  <a:pt x="747631" y="104796"/>
                </a:lnTo>
                <a:close/>
                <a:moveTo>
                  <a:pt x="730639" y="93250"/>
                </a:moveTo>
                <a:lnTo>
                  <a:pt x="731639" y="93250"/>
                </a:lnTo>
                <a:lnTo>
                  <a:pt x="731639" y="104796"/>
                </a:lnTo>
                <a:lnTo>
                  <a:pt x="730639" y="104796"/>
                </a:lnTo>
                <a:close/>
                <a:moveTo>
                  <a:pt x="750630" y="103908"/>
                </a:moveTo>
                <a:lnTo>
                  <a:pt x="752629" y="103908"/>
                </a:lnTo>
                <a:lnTo>
                  <a:pt x="752629" y="104796"/>
                </a:lnTo>
                <a:lnTo>
                  <a:pt x="750630" y="104796"/>
                </a:lnTo>
                <a:close/>
                <a:moveTo>
                  <a:pt x="820596" y="103908"/>
                </a:moveTo>
                <a:lnTo>
                  <a:pt x="821596" y="103908"/>
                </a:lnTo>
                <a:lnTo>
                  <a:pt x="821596" y="104796"/>
                </a:lnTo>
                <a:lnTo>
                  <a:pt x="820596" y="104796"/>
                </a:lnTo>
                <a:close/>
                <a:moveTo>
                  <a:pt x="744133" y="102131"/>
                </a:moveTo>
                <a:lnTo>
                  <a:pt x="747131" y="102131"/>
                </a:lnTo>
                <a:lnTo>
                  <a:pt x="747131" y="105684"/>
                </a:lnTo>
                <a:lnTo>
                  <a:pt x="744133" y="105684"/>
                </a:lnTo>
                <a:close/>
                <a:moveTo>
                  <a:pt x="740634" y="104796"/>
                </a:moveTo>
                <a:lnTo>
                  <a:pt x="741634" y="104796"/>
                </a:lnTo>
                <a:lnTo>
                  <a:pt x="741634" y="105684"/>
                </a:lnTo>
                <a:lnTo>
                  <a:pt x="740634" y="105684"/>
                </a:lnTo>
                <a:close/>
                <a:moveTo>
                  <a:pt x="742134" y="103020"/>
                </a:moveTo>
                <a:lnTo>
                  <a:pt x="743133" y="103020"/>
                </a:lnTo>
                <a:lnTo>
                  <a:pt x="743133" y="105684"/>
                </a:lnTo>
                <a:lnTo>
                  <a:pt x="742134" y="105684"/>
                </a:lnTo>
                <a:close/>
                <a:moveTo>
                  <a:pt x="750130" y="104796"/>
                </a:moveTo>
                <a:lnTo>
                  <a:pt x="752129" y="104796"/>
                </a:lnTo>
                <a:lnTo>
                  <a:pt x="752129" y="105684"/>
                </a:lnTo>
                <a:lnTo>
                  <a:pt x="750130" y="105684"/>
                </a:lnTo>
                <a:close/>
                <a:moveTo>
                  <a:pt x="744633" y="105684"/>
                </a:moveTo>
                <a:lnTo>
                  <a:pt x="747131" y="105684"/>
                </a:lnTo>
                <a:lnTo>
                  <a:pt x="747131" y="106572"/>
                </a:lnTo>
                <a:lnTo>
                  <a:pt x="744633" y="106572"/>
                </a:lnTo>
                <a:close/>
                <a:moveTo>
                  <a:pt x="750130" y="105684"/>
                </a:moveTo>
                <a:lnTo>
                  <a:pt x="751629" y="105684"/>
                </a:lnTo>
                <a:lnTo>
                  <a:pt x="751629" y="106572"/>
                </a:lnTo>
                <a:lnTo>
                  <a:pt x="750130" y="106572"/>
                </a:lnTo>
                <a:close/>
                <a:moveTo>
                  <a:pt x="820096" y="104796"/>
                </a:moveTo>
                <a:lnTo>
                  <a:pt x="821596" y="104796"/>
                </a:lnTo>
                <a:lnTo>
                  <a:pt x="821596" y="106572"/>
                </a:lnTo>
                <a:lnTo>
                  <a:pt x="820096" y="106572"/>
                </a:lnTo>
                <a:close/>
                <a:moveTo>
                  <a:pt x="748131" y="104796"/>
                </a:moveTo>
                <a:lnTo>
                  <a:pt x="749130" y="104796"/>
                </a:lnTo>
                <a:lnTo>
                  <a:pt x="749130" y="106572"/>
                </a:lnTo>
                <a:lnTo>
                  <a:pt x="748131" y="106572"/>
                </a:lnTo>
                <a:close/>
                <a:moveTo>
                  <a:pt x="745132" y="106572"/>
                </a:moveTo>
                <a:lnTo>
                  <a:pt x="745632" y="106572"/>
                </a:lnTo>
                <a:lnTo>
                  <a:pt x="745632" y="107460"/>
                </a:lnTo>
                <a:lnTo>
                  <a:pt x="745132" y="107460"/>
                </a:lnTo>
                <a:close/>
                <a:moveTo>
                  <a:pt x="746132" y="106572"/>
                </a:moveTo>
                <a:lnTo>
                  <a:pt x="747131" y="106572"/>
                </a:lnTo>
                <a:lnTo>
                  <a:pt x="747131" y="107460"/>
                </a:lnTo>
                <a:lnTo>
                  <a:pt x="746132" y="107460"/>
                </a:lnTo>
                <a:close/>
                <a:moveTo>
                  <a:pt x="741134" y="105684"/>
                </a:moveTo>
                <a:lnTo>
                  <a:pt x="743133" y="105684"/>
                </a:lnTo>
                <a:lnTo>
                  <a:pt x="743133" y="107460"/>
                </a:lnTo>
                <a:lnTo>
                  <a:pt x="741134" y="107460"/>
                </a:lnTo>
                <a:close/>
                <a:moveTo>
                  <a:pt x="750130" y="106572"/>
                </a:moveTo>
                <a:lnTo>
                  <a:pt x="751129" y="106572"/>
                </a:lnTo>
                <a:lnTo>
                  <a:pt x="751129" y="107460"/>
                </a:lnTo>
                <a:lnTo>
                  <a:pt x="750130" y="107460"/>
                </a:lnTo>
                <a:close/>
                <a:moveTo>
                  <a:pt x="759126" y="104796"/>
                </a:moveTo>
                <a:lnTo>
                  <a:pt x="762124" y="104796"/>
                </a:lnTo>
                <a:lnTo>
                  <a:pt x="762124" y="107460"/>
                </a:lnTo>
                <a:lnTo>
                  <a:pt x="759126" y="107460"/>
                </a:lnTo>
                <a:close/>
                <a:moveTo>
                  <a:pt x="733638" y="102131"/>
                </a:moveTo>
                <a:lnTo>
                  <a:pt x="734637" y="102131"/>
                </a:lnTo>
                <a:lnTo>
                  <a:pt x="734637" y="108348"/>
                </a:lnTo>
                <a:lnTo>
                  <a:pt x="733638" y="108348"/>
                </a:lnTo>
                <a:close/>
                <a:moveTo>
                  <a:pt x="735637" y="103908"/>
                </a:moveTo>
                <a:lnTo>
                  <a:pt x="737136" y="103908"/>
                </a:lnTo>
                <a:lnTo>
                  <a:pt x="737136" y="108348"/>
                </a:lnTo>
                <a:lnTo>
                  <a:pt x="735637" y="108348"/>
                </a:lnTo>
                <a:close/>
                <a:moveTo>
                  <a:pt x="742134" y="107460"/>
                </a:moveTo>
                <a:lnTo>
                  <a:pt x="743133" y="107460"/>
                </a:lnTo>
                <a:lnTo>
                  <a:pt x="743133" y="108348"/>
                </a:lnTo>
                <a:lnTo>
                  <a:pt x="742134" y="108348"/>
                </a:lnTo>
                <a:close/>
                <a:moveTo>
                  <a:pt x="738635" y="101243"/>
                </a:moveTo>
                <a:lnTo>
                  <a:pt x="739635" y="101243"/>
                </a:lnTo>
                <a:lnTo>
                  <a:pt x="739635" y="108348"/>
                </a:lnTo>
                <a:lnTo>
                  <a:pt x="738635" y="108348"/>
                </a:lnTo>
                <a:close/>
                <a:moveTo>
                  <a:pt x="755627" y="103020"/>
                </a:moveTo>
                <a:lnTo>
                  <a:pt x="757626" y="103020"/>
                </a:lnTo>
                <a:lnTo>
                  <a:pt x="757626" y="108348"/>
                </a:lnTo>
                <a:lnTo>
                  <a:pt x="755627" y="108348"/>
                </a:lnTo>
                <a:close/>
                <a:moveTo>
                  <a:pt x="731139" y="104796"/>
                </a:moveTo>
                <a:lnTo>
                  <a:pt x="731639" y="104796"/>
                </a:lnTo>
                <a:lnTo>
                  <a:pt x="731639" y="108348"/>
                </a:lnTo>
                <a:lnTo>
                  <a:pt x="731139" y="108348"/>
                </a:lnTo>
                <a:close/>
                <a:moveTo>
                  <a:pt x="830591" y="104796"/>
                </a:moveTo>
                <a:lnTo>
                  <a:pt x="832091" y="104796"/>
                </a:lnTo>
                <a:lnTo>
                  <a:pt x="832091" y="108348"/>
                </a:lnTo>
                <a:lnTo>
                  <a:pt x="830591" y="108348"/>
                </a:lnTo>
                <a:close/>
                <a:moveTo>
                  <a:pt x="820096" y="106572"/>
                </a:moveTo>
                <a:lnTo>
                  <a:pt x="821096" y="106572"/>
                </a:lnTo>
                <a:lnTo>
                  <a:pt x="821096" y="108348"/>
                </a:lnTo>
                <a:lnTo>
                  <a:pt x="820096" y="108348"/>
                </a:lnTo>
                <a:close/>
                <a:moveTo>
                  <a:pt x="820096" y="108348"/>
                </a:moveTo>
                <a:lnTo>
                  <a:pt x="820596" y="108348"/>
                </a:lnTo>
                <a:lnTo>
                  <a:pt x="820596" y="109236"/>
                </a:lnTo>
                <a:lnTo>
                  <a:pt x="820096" y="109236"/>
                </a:lnTo>
                <a:close/>
                <a:moveTo>
                  <a:pt x="736137" y="108348"/>
                </a:moveTo>
                <a:lnTo>
                  <a:pt x="737136" y="108348"/>
                </a:lnTo>
                <a:lnTo>
                  <a:pt x="737136" y="109236"/>
                </a:lnTo>
                <a:lnTo>
                  <a:pt x="736137" y="109236"/>
                </a:lnTo>
                <a:close/>
                <a:moveTo>
                  <a:pt x="830591" y="108348"/>
                </a:moveTo>
                <a:lnTo>
                  <a:pt x="831591" y="108348"/>
                </a:lnTo>
                <a:lnTo>
                  <a:pt x="831591" y="109236"/>
                </a:lnTo>
                <a:lnTo>
                  <a:pt x="830591" y="109236"/>
                </a:lnTo>
                <a:close/>
                <a:moveTo>
                  <a:pt x="731139" y="108348"/>
                </a:moveTo>
                <a:lnTo>
                  <a:pt x="732139" y="108348"/>
                </a:lnTo>
                <a:lnTo>
                  <a:pt x="732139" y="109236"/>
                </a:lnTo>
                <a:lnTo>
                  <a:pt x="731139" y="109236"/>
                </a:lnTo>
                <a:close/>
                <a:moveTo>
                  <a:pt x="759625" y="107460"/>
                </a:moveTo>
                <a:lnTo>
                  <a:pt x="762124" y="107460"/>
                </a:lnTo>
                <a:lnTo>
                  <a:pt x="762124" y="109236"/>
                </a:lnTo>
                <a:lnTo>
                  <a:pt x="759625" y="109236"/>
                </a:lnTo>
                <a:close/>
                <a:moveTo>
                  <a:pt x="814099" y="108348"/>
                </a:moveTo>
                <a:lnTo>
                  <a:pt x="814599" y="108348"/>
                </a:lnTo>
                <a:lnTo>
                  <a:pt x="814599" y="109236"/>
                </a:lnTo>
                <a:lnTo>
                  <a:pt x="814099" y="109236"/>
                </a:lnTo>
                <a:close/>
                <a:moveTo>
                  <a:pt x="734138" y="108348"/>
                </a:moveTo>
                <a:lnTo>
                  <a:pt x="734637" y="108348"/>
                </a:lnTo>
                <a:lnTo>
                  <a:pt x="734637" y="109236"/>
                </a:lnTo>
                <a:lnTo>
                  <a:pt x="734138" y="109236"/>
                </a:lnTo>
                <a:close/>
                <a:moveTo>
                  <a:pt x="731139" y="109236"/>
                </a:moveTo>
                <a:lnTo>
                  <a:pt x="732638" y="109236"/>
                </a:lnTo>
                <a:lnTo>
                  <a:pt x="732638" y="110124"/>
                </a:lnTo>
                <a:lnTo>
                  <a:pt x="731139" y="110124"/>
                </a:lnTo>
                <a:close/>
                <a:moveTo>
                  <a:pt x="733138" y="109236"/>
                </a:moveTo>
                <a:lnTo>
                  <a:pt x="734637" y="109236"/>
                </a:lnTo>
                <a:lnTo>
                  <a:pt x="734637" y="110124"/>
                </a:lnTo>
                <a:lnTo>
                  <a:pt x="733138" y="110124"/>
                </a:lnTo>
                <a:close/>
                <a:moveTo>
                  <a:pt x="739135" y="108348"/>
                </a:moveTo>
                <a:lnTo>
                  <a:pt x="739635" y="108348"/>
                </a:lnTo>
                <a:lnTo>
                  <a:pt x="739635" y="110124"/>
                </a:lnTo>
                <a:lnTo>
                  <a:pt x="739135" y="110124"/>
                </a:lnTo>
                <a:close/>
                <a:moveTo>
                  <a:pt x="812600" y="109236"/>
                </a:moveTo>
                <a:lnTo>
                  <a:pt x="813100" y="109236"/>
                </a:lnTo>
                <a:lnTo>
                  <a:pt x="813100" y="110124"/>
                </a:lnTo>
                <a:lnTo>
                  <a:pt x="812600" y="110124"/>
                </a:lnTo>
                <a:close/>
                <a:moveTo>
                  <a:pt x="736636" y="109236"/>
                </a:moveTo>
                <a:lnTo>
                  <a:pt x="737136" y="109236"/>
                </a:lnTo>
                <a:lnTo>
                  <a:pt x="737136" y="110124"/>
                </a:lnTo>
                <a:lnTo>
                  <a:pt x="736636" y="110124"/>
                </a:lnTo>
                <a:close/>
                <a:moveTo>
                  <a:pt x="815599" y="110124"/>
                </a:moveTo>
                <a:lnTo>
                  <a:pt x="816098" y="110124"/>
                </a:lnTo>
                <a:lnTo>
                  <a:pt x="816098" y="111012"/>
                </a:lnTo>
                <a:lnTo>
                  <a:pt x="815599" y="111012"/>
                </a:lnTo>
                <a:close/>
                <a:moveTo>
                  <a:pt x="811101" y="110124"/>
                </a:moveTo>
                <a:lnTo>
                  <a:pt x="812100" y="110124"/>
                </a:lnTo>
                <a:lnTo>
                  <a:pt x="812100" y="111012"/>
                </a:lnTo>
                <a:lnTo>
                  <a:pt x="811101" y="111012"/>
                </a:lnTo>
                <a:close/>
                <a:moveTo>
                  <a:pt x="850082" y="110124"/>
                </a:moveTo>
                <a:lnTo>
                  <a:pt x="850582" y="110124"/>
                </a:lnTo>
                <a:lnTo>
                  <a:pt x="850582" y="111012"/>
                </a:lnTo>
                <a:lnTo>
                  <a:pt x="850082" y="111012"/>
                </a:lnTo>
                <a:close/>
                <a:moveTo>
                  <a:pt x="760125" y="109236"/>
                </a:moveTo>
                <a:lnTo>
                  <a:pt x="762124" y="109236"/>
                </a:lnTo>
                <a:lnTo>
                  <a:pt x="762124" y="111901"/>
                </a:lnTo>
                <a:lnTo>
                  <a:pt x="760125" y="111901"/>
                </a:lnTo>
                <a:close/>
                <a:moveTo>
                  <a:pt x="815099" y="111012"/>
                </a:moveTo>
                <a:lnTo>
                  <a:pt x="816098" y="111012"/>
                </a:lnTo>
                <a:lnTo>
                  <a:pt x="816098" y="111901"/>
                </a:lnTo>
                <a:lnTo>
                  <a:pt x="815099" y="111901"/>
                </a:lnTo>
                <a:close/>
                <a:moveTo>
                  <a:pt x="755128" y="108348"/>
                </a:moveTo>
                <a:lnTo>
                  <a:pt x="757626" y="108348"/>
                </a:lnTo>
                <a:lnTo>
                  <a:pt x="757626" y="111901"/>
                </a:lnTo>
                <a:lnTo>
                  <a:pt x="755128" y="111901"/>
                </a:lnTo>
                <a:close/>
                <a:moveTo>
                  <a:pt x="731639" y="110124"/>
                </a:moveTo>
                <a:lnTo>
                  <a:pt x="734637" y="110124"/>
                </a:lnTo>
                <a:lnTo>
                  <a:pt x="734637" y="112789"/>
                </a:lnTo>
                <a:lnTo>
                  <a:pt x="731639" y="112789"/>
                </a:lnTo>
                <a:close/>
                <a:moveTo>
                  <a:pt x="760625" y="111901"/>
                </a:moveTo>
                <a:lnTo>
                  <a:pt x="762624" y="111901"/>
                </a:lnTo>
                <a:lnTo>
                  <a:pt x="762624" y="112789"/>
                </a:lnTo>
                <a:lnTo>
                  <a:pt x="760625" y="112789"/>
                </a:lnTo>
                <a:close/>
                <a:moveTo>
                  <a:pt x="755128" y="111901"/>
                </a:moveTo>
                <a:lnTo>
                  <a:pt x="758126" y="111901"/>
                </a:lnTo>
                <a:lnTo>
                  <a:pt x="758126" y="113677"/>
                </a:lnTo>
                <a:lnTo>
                  <a:pt x="755128" y="113677"/>
                </a:lnTo>
                <a:close/>
                <a:moveTo>
                  <a:pt x="726641" y="87034"/>
                </a:moveTo>
                <a:lnTo>
                  <a:pt x="729640" y="87034"/>
                </a:lnTo>
                <a:lnTo>
                  <a:pt x="729640" y="113677"/>
                </a:lnTo>
                <a:lnTo>
                  <a:pt x="726641" y="113677"/>
                </a:lnTo>
                <a:close/>
                <a:moveTo>
                  <a:pt x="858578" y="112789"/>
                </a:moveTo>
                <a:lnTo>
                  <a:pt x="860077" y="112789"/>
                </a:lnTo>
                <a:lnTo>
                  <a:pt x="860077" y="113677"/>
                </a:lnTo>
                <a:lnTo>
                  <a:pt x="858578" y="113677"/>
                </a:lnTo>
                <a:close/>
                <a:moveTo>
                  <a:pt x="868573" y="112789"/>
                </a:moveTo>
                <a:lnTo>
                  <a:pt x="869573" y="112789"/>
                </a:lnTo>
                <a:lnTo>
                  <a:pt x="869573" y="113677"/>
                </a:lnTo>
                <a:lnTo>
                  <a:pt x="868573" y="113677"/>
                </a:lnTo>
                <a:close/>
                <a:moveTo>
                  <a:pt x="732139" y="112789"/>
                </a:moveTo>
                <a:lnTo>
                  <a:pt x="734637" y="112789"/>
                </a:lnTo>
                <a:lnTo>
                  <a:pt x="734637" y="113677"/>
                </a:lnTo>
                <a:lnTo>
                  <a:pt x="732139" y="113677"/>
                </a:lnTo>
                <a:close/>
                <a:moveTo>
                  <a:pt x="824594" y="113677"/>
                </a:moveTo>
                <a:lnTo>
                  <a:pt x="826593" y="113677"/>
                </a:lnTo>
                <a:lnTo>
                  <a:pt x="826593" y="114565"/>
                </a:lnTo>
                <a:lnTo>
                  <a:pt x="824594" y="114565"/>
                </a:lnTo>
                <a:close/>
                <a:moveTo>
                  <a:pt x="760625" y="112789"/>
                </a:moveTo>
                <a:lnTo>
                  <a:pt x="764123" y="112789"/>
                </a:lnTo>
                <a:lnTo>
                  <a:pt x="764123" y="114565"/>
                </a:lnTo>
                <a:lnTo>
                  <a:pt x="760625" y="114565"/>
                </a:lnTo>
                <a:close/>
                <a:moveTo>
                  <a:pt x="854580" y="113677"/>
                </a:moveTo>
                <a:lnTo>
                  <a:pt x="855080" y="113677"/>
                </a:lnTo>
                <a:lnTo>
                  <a:pt x="855080" y="114565"/>
                </a:lnTo>
                <a:lnTo>
                  <a:pt x="854580" y="114565"/>
                </a:lnTo>
                <a:close/>
                <a:moveTo>
                  <a:pt x="872071" y="113677"/>
                </a:moveTo>
                <a:lnTo>
                  <a:pt x="872571" y="113677"/>
                </a:lnTo>
                <a:lnTo>
                  <a:pt x="872571" y="114565"/>
                </a:lnTo>
                <a:lnTo>
                  <a:pt x="872071" y="114565"/>
                </a:lnTo>
                <a:close/>
                <a:moveTo>
                  <a:pt x="732139" y="113677"/>
                </a:moveTo>
                <a:lnTo>
                  <a:pt x="735137" y="113677"/>
                </a:lnTo>
                <a:lnTo>
                  <a:pt x="735137" y="114565"/>
                </a:lnTo>
                <a:lnTo>
                  <a:pt x="732139" y="114565"/>
                </a:lnTo>
                <a:close/>
                <a:moveTo>
                  <a:pt x="815599" y="114565"/>
                </a:moveTo>
                <a:lnTo>
                  <a:pt x="816598" y="114565"/>
                </a:lnTo>
                <a:lnTo>
                  <a:pt x="816598" y="115453"/>
                </a:lnTo>
                <a:lnTo>
                  <a:pt x="815599" y="115453"/>
                </a:lnTo>
                <a:close/>
                <a:moveTo>
                  <a:pt x="755128" y="113677"/>
                </a:moveTo>
                <a:lnTo>
                  <a:pt x="759625" y="113677"/>
                </a:lnTo>
                <a:lnTo>
                  <a:pt x="759625" y="115453"/>
                </a:lnTo>
                <a:lnTo>
                  <a:pt x="755128" y="115453"/>
                </a:lnTo>
                <a:close/>
                <a:moveTo>
                  <a:pt x="761125" y="114565"/>
                </a:moveTo>
                <a:lnTo>
                  <a:pt x="764123" y="114565"/>
                </a:lnTo>
                <a:lnTo>
                  <a:pt x="764123" y="115453"/>
                </a:lnTo>
                <a:lnTo>
                  <a:pt x="761125" y="115453"/>
                </a:lnTo>
                <a:close/>
                <a:moveTo>
                  <a:pt x="877069" y="113677"/>
                </a:moveTo>
                <a:lnTo>
                  <a:pt x="877569" y="113677"/>
                </a:lnTo>
                <a:lnTo>
                  <a:pt x="877569" y="115453"/>
                </a:lnTo>
                <a:lnTo>
                  <a:pt x="877069" y="115453"/>
                </a:lnTo>
                <a:close/>
                <a:moveTo>
                  <a:pt x="762124" y="115453"/>
                </a:moveTo>
                <a:lnTo>
                  <a:pt x="763623" y="115453"/>
                </a:lnTo>
                <a:lnTo>
                  <a:pt x="763623" y="116341"/>
                </a:lnTo>
                <a:lnTo>
                  <a:pt x="762124" y="116341"/>
                </a:lnTo>
                <a:close/>
                <a:moveTo>
                  <a:pt x="824094" y="114565"/>
                </a:moveTo>
                <a:lnTo>
                  <a:pt x="826593" y="114565"/>
                </a:lnTo>
                <a:lnTo>
                  <a:pt x="826593" y="116341"/>
                </a:lnTo>
                <a:lnTo>
                  <a:pt x="824094" y="116341"/>
                </a:lnTo>
                <a:close/>
                <a:moveTo>
                  <a:pt x="814099" y="115453"/>
                </a:moveTo>
                <a:lnTo>
                  <a:pt x="814599" y="115453"/>
                </a:lnTo>
                <a:lnTo>
                  <a:pt x="814599" y="116341"/>
                </a:lnTo>
                <a:lnTo>
                  <a:pt x="814099" y="116341"/>
                </a:lnTo>
                <a:close/>
                <a:moveTo>
                  <a:pt x="755627" y="115453"/>
                </a:moveTo>
                <a:lnTo>
                  <a:pt x="759625" y="115453"/>
                </a:lnTo>
                <a:lnTo>
                  <a:pt x="759625" y="116341"/>
                </a:lnTo>
                <a:lnTo>
                  <a:pt x="755627" y="116341"/>
                </a:lnTo>
                <a:close/>
                <a:moveTo>
                  <a:pt x="733138" y="114565"/>
                </a:moveTo>
                <a:lnTo>
                  <a:pt x="735137" y="114565"/>
                </a:lnTo>
                <a:lnTo>
                  <a:pt x="735137" y="116341"/>
                </a:lnTo>
                <a:lnTo>
                  <a:pt x="733138" y="116341"/>
                </a:lnTo>
                <a:close/>
                <a:moveTo>
                  <a:pt x="756127" y="116341"/>
                </a:moveTo>
                <a:lnTo>
                  <a:pt x="759126" y="116341"/>
                </a:lnTo>
                <a:lnTo>
                  <a:pt x="759126" y="117229"/>
                </a:lnTo>
                <a:lnTo>
                  <a:pt x="756127" y="117229"/>
                </a:lnTo>
                <a:close/>
                <a:moveTo>
                  <a:pt x="842086" y="116341"/>
                </a:moveTo>
                <a:lnTo>
                  <a:pt x="842586" y="116341"/>
                </a:lnTo>
                <a:lnTo>
                  <a:pt x="842586" y="117229"/>
                </a:lnTo>
                <a:lnTo>
                  <a:pt x="842086" y="117229"/>
                </a:lnTo>
                <a:close/>
                <a:moveTo>
                  <a:pt x="726641" y="113677"/>
                </a:moveTo>
                <a:lnTo>
                  <a:pt x="730140" y="113677"/>
                </a:lnTo>
                <a:lnTo>
                  <a:pt x="730140" y="117229"/>
                </a:lnTo>
                <a:lnTo>
                  <a:pt x="726641" y="117229"/>
                </a:lnTo>
                <a:close/>
                <a:moveTo>
                  <a:pt x="733638" y="116341"/>
                </a:moveTo>
                <a:lnTo>
                  <a:pt x="735637" y="116341"/>
                </a:lnTo>
                <a:lnTo>
                  <a:pt x="735637" y="117229"/>
                </a:lnTo>
                <a:lnTo>
                  <a:pt x="733638" y="117229"/>
                </a:lnTo>
                <a:close/>
                <a:moveTo>
                  <a:pt x="726641" y="117229"/>
                </a:moveTo>
                <a:lnTo>
                  <a:pt x="730639" y="117229"/>
                </a:lnTo>
                <a:lnTo>
                  <a:pt x="730639" y="118117"/>
                </a:lnTo>
                <a:lnTo>
                  <a:pt x="726641" y="118117"/>
                </a:lnTo>
                <a:close/>
                <a:moveTo>
                  <a:pt x="844585" y="117229"/>
                </a:moveTo>
                <a:lnTo>
                  <a:pt x="845084" y="117229"/>
                </a:lnTo>
                <a:lnTo>
                  <a:pt x="845084" y="118117"/>
                </a:lnTo>
                <a:lnTo>
                  <a:pt x="844585" y="118117"/>
                </a:lnTo>
                <a:close/>
                <a:moveTo>
                  <a:pt x="727141" y="118117"/>
                </a:moveTo>
                <a:lnTo>
                  <a:pt x="732638" y="118117"/>
                </a:lnTo>
                <a:lnTo>
                  <a:pt x="732638" y="119005"/>
                </a:lnTo>
                <a:lnTo>
                  <a:pt x="727141" y="119005"/>
                </a:lnTo>
                <a:close/>
                <a:moveTo>
                  <a:pt x="825094" y="116341"/>
                </a:moveTo>
                <a:lnTo>
                  <a:pt x="825594" y="116341"/>
                </a:lnTo>
                <a:lnTo>
                  <a:pt x="825594" y="119005"/>
                </a:lnTo>
                <a:lnTo>
                  <a:pt x="825094" y="119005"/>
                </a:lnTo>
                <a:close/>
                <a:moveTo>
                  <a:pt x="733638" y="117229"/>
                </a:moveTo>
                <a:lnTo>
                  <a:pt x="737136" y="117229"/>
                </a:lnTo>
                <a:lnTo>
                  <a:pt x="737136" y="119005"/>
                </a:lnTo>
                <a:lnTo>
                  <a:pt x="733638" y="119005"/>
                </a:lnTo>
                <a:close/>
                <a:moveTo>
                  <a:pt x="734138" y="119005"/>
                </a:moveTo>
                <a:lnTo>
                  <a:pt x="737636" y="119005"/>
                </a:lnTo>
                <a:lnTo>
                  <a:pt x="737636" y="119893"/>
                </a:lnTo>
                <a:lnTo>
                  <a:pt x="734138" y="119893"/>
                </a:lnTo>
                <a:close/>
                <a:moveTo>
                  <a:pt x="727141" y="119005"/>
                </a:moveTo>
                <a:lnTo>
                  <a:pt x="733138" y="119005"/>
                </a:lnTo>
                <a:lnTo>
                  <a:pt x="733138" y="119893"/>
                </a:lnTo>
                <a:lnTo>
                  <a:pt x="727141" y="119893"/>
                </a:lnTo>
                <a:close/>
                <a:moveTo>
                  <a:pt x="824594" y="119005"/>
                </a:moveTo>
                <a:lnTo>
                  <a:pt x="826093" y="119005"/>
                </a:lnTo>
                <a:lnTo>
                  <a:pt x="826093" y="119893"/>
                </a:lnTo>
                <a:lnTo>
                  <a:pt x="824594" y="119893"/>
                </a:lnTo>
                <a:close/>
                <a:moveTo>
                  <a:pt x="849082" y="119005"/>
                </a:moveTo>
                <a:lnTo>
                  <a:pt x="849582" y="119005"/>
                </a:lnTo>
                <a:lnTo>
                  <a:pt x="849582" y="119893"/>
                </a:lnTo>
                <a:lnTo>
                  <a:pt x="849082" y="119893"/>
                </a:lnTo>
                <a:close/>
                <a:moveTo>
                  <a:pt x="855579" y="119893"/>
                </a:moveTo>
                <a:lnTo>
                  <a:pt x="856079" y="119893"/>
                </a:lnTo>
                <a:lnTo>
                  <a:pt x="856079" y="120782"/>
                </a:lnTo>
                <a:lnTo>
                  <a:pt x="855579" y="120782"/>
                </a:lnTo>
                <a:close/>
                <a:moveTo>
                  <a:pt x="727641" y="119893"/>
                </a:moveTo>
                <a:lnTo>
                  <a:pt x="733638" y="119893"/>
                </a:lnTo>
                <a:lnTo>
                  <a:pt x="733638" y="120782"/>
                </a:lnTo>
                <a:lnTo>
                  <a:pt x="727641" y="120782"/>
                </a:lnTo>
                <a:close/>
                <a:moveTo>
                  <a:pt x="735137" y="119893"/>
                </a:moveTo>
                <a:lnTo>
                  <a:pt x="736137" y="119893"/>
                </a:lnTo>
                <a:lnTo>
                  <a:pt x="736137" y="120782"/>
                </a:lnTo>
                <a:lnTo>
                  <a:pt x="735137" y="120782"/>
                </a:lnTo>
                <a:close/>
                <a:moveTo>
                  <a:pt x="728640" y="120782"/>
                </a:moveTo>
                <a:lnTo>
                  <a:pt x="733638" y="120782"/>
                </a:lnTo>
                <a:lnTo>
                  <a:pt x="733638" y="121670"/>
                </a:lnTo>
                <a:lnTo>
                  <a:pt x="728640" y="121670"/>
                </a:lnTo>
                <a:close/>
                <a:moveTo>
                  <a:pt x="729640" y="121670"/>
                </a:moveTo>
                <a:lnTo>
                  <a:pt x="733638" y="121670"/>
                </a:lnTo>
                <a:lnTo>
                  <a:pt x="733638" y="122558"/>
                </a:lnTo>
                <a:lnTo>
                  <a:pt x="729640" y="122558"/>
                </a:lnTo>
                <a:close/>
                <a:moveTo>
                  <a:pt x="731139" y="122558"/>
                </a:moveTo>
                <a:lnTo>
                  <a:pt x="732638" y="122558"/>
                </a:lnTo>
                <a:lnTo>
                  <a:pt x="732638" y="123446"/>
                </a:lnTo>
                <a:lnTo>
                  <a:pt x="731139" y="123446"/>
                </a:lnTo>
                <a:close/>
                <a:moveTo>
                  <a:pt x="821096" y="133215"/>
                </a:moveTo>
                <a:lnTo>
                  <a:pt x="822095" y="133215"/>
                </a:lnTo>
                <a:lnTo>
                  <a:pt x="822095" y="134103"/>
                </a:lnTo>
                <a:lnTo>
                  <a:pt x="821096" y="134103"/>
                </a:lnTo>
                <a:close/>
                <a:moveTo>
                  <a:pt x="736636" y="134103"/>
                </a:moveTo>
                <a:lnTo>
                  <a:pt x="737636" y="134103"/>
                </a:lnTo>
                <a:lnTo>
                  <a:pt x="737636" y="134991"/>
                </a:lnTo>
                <a:lnTo>
                  <a:pt x="736636" y="134991"/>
                </a:lnTo>
                <a:close/>
                <a:moveTo>
                  <a:pt x="867074" y="134103"/>
                </a:moveTo>
                <a:lnTo>
                  <a:pt x="867574" y="134103"/>
                </a:lnTo>
                <a:lnTo>
                  <a:pt x="867574" y="134991"/>
                </a:lnTo>
                <a:lnTo>
                  <a:pt x="867074" y="134991"/>
                </a:lnTo>
                <a:close/>
                <a:moveTo>
                  <a:pt x="866574" y="134991"/>
                </a:moveTo>
                <a:lnTo>
                  <a:pt x="868073" y="134991"/>
                </a:lnTo>
                <a:lnTo>
                  <a:pt x="868073" y="135879"/>
                </a:lnTo>
                <a:lnTo>
                  <a:pt x="866574" y="135879"/>
                </a:lnTo>
                <a:close/>
                <a:moveTo>
                  <a:pt x="736137" y="134991"/>
                </a:moveTo>
                <a:lnTo>
                  <a:pt x="737636" y="134991"/>
                </a:lnTo>
                <a:lnTo>
                  <a:pt x="737636" y="135879"/>
                </a:lnTo>
                <a:lnTo>
                  <a:pt x="736137" y="135879"/>
                </a:lnTo>
                <a:close/>
                <a:moveTo>
                  <a:pt x="750130" y="134991"/>
                </a:moveTo>
                <a:lnTo>
                  <a:pt x="751129" y="134991"/>
                </a:lnTo>
                <a:lnTo>
                  <a:pt x="751129" y="135879"/>
                </a:lnTo>
                <a:lnTo>
                  <a:pt x="750130" y="135879"/>
                </a:lnTo>
                <a:close/>
                <a:moveTo>
                  <a:pt x="745132" y="135879"/>
                </a:moveTo>
                <a:lnTo>
                  <a:pt x="745632" y="135879"/>
                </a:lnTo>
                <a:lnTo>
                  <a:pt x="745632" y="136767"/>
                </a:lnTo>
                <a:lnTo>
                  <a:pt x="745132" y="136767"/>
                </a:lnTo>
                <a:close/>
                <a:moveTo>
                  <a:pt x="865575" y="135879"/>
                </a:moveTo>
                <a:lnTo>
                  <a:pt x="867574" y="135879"/>
                </a:lnTo>
                <a:lnTo>
                  <a:pt x="867574" y="136767"/>
                </a:lnTo>
                <a:lnTo>
                  <a:pt x="865575" y="136767"/>
                </a:lnTo>
                <a:close/>
                <a:moveTo>
                  <a:pt x="858078" y="135879"/>
                </a:moveTo>
                <a:lnTo>
                  <a:pt x="860577" y="135879"/>
                </a:lnTo>
                <a:lnTo>
                  <a:pt x="860577" y="136767"/>
                </a:lnTo>
                <a:lnTo>
                  <a:pt x="858078" y="136767"/>
                </a:lnTo>
                <a:close/>
                <a:moveTo>
                  <a:pt x="761624" y="134991"/>
                </a:moveTo>
                <a:lnTo>
                  <a:pt x="762624" y="134991"/>
                </a:lnTo>
                <a:lnTo>
                  <a:pt x="762624" y="136767"/>
                </a:lnTo>
                <a:lnTo>
                  <a:pt x="761624" y="136767"/>
                </a:lnTo>
                <a:close/>
                <a:moveTo>
                  <a:pt x="726141" y="135879"/>
                </a:moveTo>
                <a:lnTo>
                  <a:pt x="727141" y="135879"/>
                </a:lnTo>
                <a:lnTo>
                  <a:pt x="727141" y="136767"/>
                </a:lnTo>
                <a:lnTo>
                  <a:pt x="726141" y="136767"/>
                </a:lnTo>
                <a:close/>
                <a:moveTo>
                  <a:pt x="735637" y="135879"/>
                </a:moveTo>
                <a:lnTo>
                  <a:pt x="738136" y="135879"/>
                </a:lnTo>
                <a:lnTo>
                  <a:pt x="738136" y="136767"/>
                </a:lnTo>
                <a:lnTo>
                  <a:pt x="735637" y="136767"/>
                </a:lnTo>
                <a:close/>
                <a:moveTo>
                  <a:pt x="757626" y="136767"/>
                </a:moveTo>
                <a:lnTo>
                  <a:pt x="758126" y="136767"/>
                </a:lnTo>
                <a:lnTo>
                  <a:pt x="758126" y="137655"/>
                </a:lnTo>
                <a:lnTo>
                  <a:pt x="757626" y="137655"/>
                </a:lnTo>
                <a:close/>
                <a:moveTo>
                  <a:pt x="726141" y="136767"/>
                </a:moveTo>
                <a:lnTo>
                  <a:pt x="727641" y="136767"/>
                </a:lnTo>
                <a:lnTo>
                  <a:pt x="727641" y="137655"/>
                </a:lnTo>
                <a:lnTo>
                  <a:pt x="726141" y="137655"/>
                </a:lnTo>
                <a:close/>
                <a:moveTo>
                  <a:pt x="771620" y="136767"/>
                </a:moveTo>
                <a:lnTo>
                  <a:pt x="772119" y="136767"/>
                </a:lnTo>
                <a:lnTo>
                  <a:pt x="772119" y="137655"/>
                </a:lnTo>
                <a:lnTo>
                  <a:pt x="771620" y="137655"/>
                </a:lnTo>
                <a:close/>
                <a:moveTo>
                  <a:pt x="865575" y="136767"/>
                </a:moveTo>
                <a:lnTo>
                  <a:pt x="867074" y="136767"/>
                </a:lnTo>
                <a:lnTo>
                  <a:pt x="867074" y="137655"/>
                </a:lnTo>
                <a:lnTo>
                  <a:pt x="865575" y="137655"/>
                </a:lnTo>
                <a:close/>
                <a:moveTo>
                  <a:pt x="857079" y="136767"/>
                </a:moveTo>
                <a:lnTo>
                  <a:pt x="860577" y="136767"/>
                </a:lnTo>
                <a:lnTo>
                  <a:pt x="860577" y="137655"/>
                </a:lnTo>
                <a:lnTo>
                  <a:pt x="857079" y="137655"/>
                </a:lnTo>
                <a:close/>
                <a:moveTo>
                  <a:pt x="747131" y="135879"/>
                </a:moveTo>
                <a:lnTo>
                  <a:pt x="754128" y="135879"/>
                </a:lnTo>
                <a:lnTo>
                  <a:pt x="754128" y="137655"/>
                </a:lnTo>
                <a:lnTo>
                  <a:pt x="747131" y="137655"/>
                </a:lnTo>
                <a:close/>
                <a:moveTo>
                  <a:pt x="745132" y="136767"/>
                </a:moveTo>
                <a:lnTo>
                  <a:pt x="746132" y="136767"/>
                </a:lnTo>
                <a:lnTo>
                  <a:pt x="746132" y="137655"/>
                </a:lnTo>
                <a:lnTo>
                  <a:pt x="745132" y="137655"/>
                </a:lnTo>
                <a:close/>
                <a:moveTo>
                  <a:pt x="735137" y="136767"/>
                </a:moveTo>
                <a:lnTo>
                  <a:pt x="739635" y="136767"/>
                </a:lnTo>
                <a:lnTo>
                  <a:pt x="739635" y="137655"/>
                </a:lnTo>
                <a:lnTo>
                  <a:pt x="735137" y="137655"/>
                </a:lnTo>
                <a:close/>
                <a:moveTo>
                  <a:pt x="776617" y="135879"/>
                </a:moveTo>
                <a:lnTo>
                  <a:pt x="777617" y="135879"/>
                </a:lnTo>
                <a:lnTo>
                  <a:pt x="777617" y="137655"/>
                </a:lnTo>
                <a:lnTo>
                  <a:pt x="776617" y="137655"/>
                </a:lnTo>
                <a:close/>
                <a:moveTo>
                  <a:pt x="856579" y="137655"/>
                </a:moveTo>
                <a:lnTo>
                  <a:pt x="860577" y="137655"/>
                </a:lnTo>
                <a:lnTo>
                  <a:pt x="860577" y="138544"/>
                </a:lnTo>
                <a:lnTo>
                  <a:pt x="856579" y="138544"/>
                </a:lnTo>
                <a:close/>
                <a:moveTo>
                  <a:pt x="725642" y="137655"/>
                </a:moveTo>
                <a:lnTo>
                  <a:pt x="727141" y="137655"/>
                </a:lnTo>
                <a:lnTo>
                  <a:pt x="727141" y="138544"/>
                </a:lnTo>
                <a:lnTo>
                  <a:pt x="725642" y="138544"/>
                </a:lnTo>
                <a:close/>
                <a:moveTo>
                  <a:pt x="734637" y="137655"/>
                </a:moveTo>
                <a:lnTo>
                  <a:pt x="736137" y="137655"/>
                </a:lnTo>
                <a:lnTo>
                  <a:pt x="736137" y="138544"/>
                </a:lnTo>
                <a:lnTo>
                  <a:pt x="734637" y="138544"/>
                </a:lnTo>
                <a:close/>
                <a:moveTo>
                  <a:pt x="759625" y="136767"/>
                </a:moveTo>
                <a:lnTo>
                  <a:pt x="766622" y="136767"/>
                </a:lnTo>
                <a:lnTo>
                  <a:pt x="766622" y="138544"/>
                </a:lnTo>
                <a:lnTo>
                  <a:pt x="759625" y="138544"/>
                </a:lnTo>
                <a:close/>
                <a:moveTo>
                  <a:pt x="865575" y="137655"/>
                </a:moveTo>
                <a:lnTo>
                  <a:pt x="866574" y="137655"/>
                </a:lnTo>
                <a:lnTo>
                  <a:pt x="866574" y="138544"/>
                </a:lnTo>
                <a:lnTo>
                  <a:pt x="865575" y="138544"/>
                </a:lnTo>
                <a:close/>
                <a:moveTo>
                  <a:pt x="738136" y="137655"/>
                </a:moveTo>
                <a:lnTo>
                  <a:pt x="740634" y="137655"/>
                </a:lnTo>
                <a:lnTo>
                  <a:pt x="740634" y="138544"/>
                </a:lnTo>
                <a:lnTo>
                  <a:pt x="738136" y="138544"/>
                </a:lnTo>
                <a:close/>
                <a:moveTo>
                  <a:pt x="776117" y="137655"/>
                </a:moveTo>
                <a:lnTo>
                  <a:pt x="777617" y="137655"/>
                </a:lnTo>
                <a:lnTo>
                  <a:pt x="777617" y="138544"/>
                </a:lnTo>
                <a:lnTo>
                  <a:pt x="776117" y="138544"/>
                </a:lnTo>
                <a:close/>
                <a:moveTo>
                  <a:pt x="734637" y="138544"/>
                </a:moveTo>
                <a:lnTo>
                  <a:pt x="735637" y="138544"/>
                </a:lnTo>
                <a:lnTo>
                  <a:pt x="735637" y="139432"/>
                </a:lnTo>
                <a:lnTo>
                  <a:pt x="734637" y="139432"/>
                </a:lnTo>
                <a:close/>
                <a:moveTo>
                  <a:pt x="776117" y="138544"/>
                </a:moveTo>
                <a:lnTo>
                  <a:pt x="777117" y="138544"/>
                </a:lnTo>
                <a:lnTo>
                  <a:pt x="777117" y="139432"/>
                </a:lnTo>
                <a:lnTo>
                  <a:pt x="776117" y="139432"/>
                </a:lnTo>
                <a:close/>
                <a:moveTo>
                  <a:pt x="752629" y="138544"/>
                </a:moveTo>
                <a:lnTo>
                  <a:pt x="753129" y="138544"/>
                </a:lnTo>
                <a:lnTo>
                  <a:pt x="753129" y="139432"/>
                </a:lnTo>
                <a:lnTo>
                  <a:pt x="752629" y="139432"/>
                </a:lnTo>
                <a:close/>
                <a:moveTo>
                  <a:pt x="765623" y="138544"/>
                </a:moveTo>
                <a:lnTo>
                  <a:pt x="767122" y="138544"/>
                </a:lnTo>
                <a:lnTo>
                  <a:pt x="767122" y="139432"/>
                </a:lnTo>
                <a:lnTo>
                  <a:pt x="765623" y="139432"/>
                </a:lnTo>
                <a:close/>
                <a:moveTo>
                  <a:pt x="747631" y="138544"/>
                </a:moveTo>
                <a:lnTo>
                  <a:pt x="748131" y="138544"/>
                </a:lnTo>
                <a:lnTo>
                  <a:pt x="748131" y="139432"/>
                </a:lnTo>
                <a:lnTo>
                  <a:pt x="747631" y="139432"/>
                </a:lnTo>
                <a:close/>
                <a:moveTo>
                  <a:pt x="739135" y="138544"/>
                </a:moveTo>
                <a:lnTo>
                  <a:pt x="740634" y="138544"/>
                </a:lnTo>
                <a:lnTo>
                  <a:pt x="740634" y="139432"/>
                </a:lnTo>
                <a:lnTo>
                  <a:pt x="739135" y="139432"/>
                </a:lnTo>
                <a:close/>
                <a:moveTo>
                  <a:pt x="856579" y="138544"/>
                </a:moveTo>
                <a:lnTo>
                  <a:pt x="858578" y="138544"/>
                </a:lnTo>
                <a:lnTo>
                  <a:pt x="858578" y="139432"/>
                </a:lnTo>
                <a:lnTo>
                  <a:pt x="856579" y="139432"/>
                </a:lnTo>
                <a:close/>
                <a:moveTo>
                  <a:pt x="757626" y="137655"/>
                </a:moveTo>
                <a:lnTo>
                  <a:pt x="758626" y="137655"/>
                </a:lnTo>
                <a:lnTo>
                  <a:pt x="758626" y="139432"/>
                </a:lnTo>
                <a:lnTo>
                  <a:pt x="757626" y="139432"/>
                </a:lnTo>
                <a:close/>
                <a:moveTo>
                  <a:pt x="722643" y="136767"/>
                </a:moveTo>
                <a:lnTo>
                  <a:pt x="723643" y="136767"/>
                </a:lnTo>
                <a:lnTo>
                  <a:pt x="723643" y="139432"/>
                </a:lnTo>
                <a:lnTo>
                  <a:pt x="722643" y="139432"/>
                </a:lnTo>
                <a:close/>
                <a:moveTo>
                  <a:pt x="757626" y="139432"/>
                </a:moveTo>
                <a:lnTo>
                  <a:pt x="758126" y="139432"/>
                </a:lnTo>
                <a:lnTo>
                  <a:pt x="758126" y="140320"/>
                </a:lnTo>
                <a:lnTo>
                  <a:pt x="757626" y="140320"/>
                </a:lnTo>
                <a:close/>
                <a:moveTo>
                  <a:pt x="739635" y="139432"/>
                </a:moveTo>
                <a:lnTo>
                  <a:pt x="740634" y="139432"/>
                </a:lnTo>
                <a:lnTo>
                  <a:pt x="740634" y="140320"/>
                </a:lnTo>
                <a:lnTo>
                  <a:pt x="739635" y="140320"/>
                </a:lnTo>
                <a:close/>
                <a:moveTo>
                  <a:pt x="775618" y="139432"/>
                </a:moveTo>
                <a:lnTo>
                  <a:pt x="780116" y="139432"/>
                </a:lnTo>
                <a:lnTo>
                  <a:pt x="780116" y="140320"/>
                </a:lnTo>
                <a:lnTo>
                  <a:pt x="775618" y="140320"/>
                </a:lnTo>
                <a:close/>
                <a:moveTo>
                  <a:pt x="721144" y="139432"/>
                </a:moveTo>
                <a:lnTo>
                  <a:pt x="724642" y="139432"/>
                </a:lnTo>
                <a:lnTo>
                  <a:pt x="724642" y="140320"/>
                </a:lnTo>
                <a:lnTo>
                  <a:pt x="721144" y="140320"/>
                </a:lnTo>
                <a:close/>
                <a:moveTo>
                  <a:pt x="749130" y="137655"/>
                </a:moveTo>
                <a:lnTo>
                  <a:pt x="749630" y="137655"/>
                </a:lnTo>
                <a:lnTo>
                  <a:pt x="749630" y="140320"/>
                </a:lnTo>
                <a:lnTo>
                  <a:pt x="749130" y="140320"/>
                </a:lnTo>
                <a:close/>
                <a:moveTo>
                  <a:pt x="772619" y="137655"/>
                </a:moveTo>
                <a:lnTo>
                  <a:pt x="773619" y="137655"/>
                </a:lnTo>
                <a:lnTo>
                  <a:pt x="773619" y="140320"/>
                </a:lnTo>
                <a:lnTo>
                  <a:pt x="772619" y="140320"/>
                </a:lnTo>
                <a:close/>
                <a:moveTo>
                  <a:pt x="737136" y="139432"/>
                </a:moveTo>
                <a:lnTo>
                  <a:pt x="738136" y="139432"/>
                </a:lnTo>
                <a:lnTo>
                  <a:pt x="738136" y="140320"/>
                </a:lnTo>
                <a:lnTo>
                  <a:pt x="737136" y="140320"/>
                </a:lnTo>
                <a:close/>
                <a:moveTo>
                  <a:pt x="771120" y="137655"/>
                </a:moveTo>
                <a:lnTo>
                  <a:pt x="772119" y="137655"/>
                </a:lnTo>
                <a:lnTo>
                  <a:pt x="772119" y="140320"/>
                </a:lnTo>
                <a:lnTo>
                  <a:pt x="771120" y="140320"/>
                </a:lnTo>
                <a:close/>
                <a:moveTo>
                  <a:pt x="725642" y="138544"/>
                </a:moveTo>
                <a:lnTo>
                  <a:pt x="726641" y="138544"/>
                </a:lnTo>
                <a:lnTo>
                  <a:pt x="726641" y="140320"/>
                </a:lnTo>
                <a:lnTo>
                  <a:pt x="725642" y="140320"/>
                </a:lnTo>
                <a:close/>
                <a:moveTo>
                  <a:pt x="766122" y="139432"/>
                </a:moveTo>
                <a:lnTo>
                  <a:pt x="766622" y="139432"/>
                </a:lnTo>
                <a:lnTo>
                  <a:pt x="766622" y="140320"/>
                </a:lnTo>
                <a:lnTo>
                  <a:pt x="766122" y="140320"/>
                </a:lnTo>
                <a:close/>
                <a:moveTo>
                  <a:pt x="752629" y="139432"/>
                </a:moveTo>
                <a:lnTo>
                  <a:pt x="753628" y="139432"/>
                </a:lnTo>
                <a:lnTo>
                  <a:pt x="753628" y="140320"/>
                </a:lnTo>
                <a:lnTo>
                  <a:pt x="752629" y="140320"/>
                </a:lnTo>
                <a:close/>
                <a:moveTo>
                  <a:pt x="775618" y="140320"/>
                </a:moveTo>
                <a:lnTo>
                  <a:pt x="780615" y="140320"/>
                </a:lnTo>
                <a:lnTo>
                  <a:pt x="780615" y="141208"/>
                </a:lnTo>
                <a:lnTo>
                  <a:pt x="775618" y="141208"/>
                </a:lnTo>
                <a:close/>
                <a:moveTo>
                  <a:pt x="864075" y="140320"/>
                </a:moveTo>
                <a:lnTo>
                  <a:pt x="867074" y="140320"/>
                </a:lnTo>
                <a:lnTo>
                  <a:pt x="867074" y="141208"/>
                </a:lnTo>
                <a:lnTo>
                  <a:pt x="864075" y="141208"/>
                </a:lnTo>
                <a:close/>
                <a:moveTo>
                  <a:pt x="721144" y="140320"/>
                </a:moveTo>
                <a:lnTo>
                  <a:pt x="728640" y="140320"/>
                </a:lnTo>
                <a:lnTo>
                  <a:pt x="728640" y="141208"/>
                </a:lnTo>
                <a:lnTo>
                  <a:pt x="721144" y="141208"/>
                </a:lnTo>
                <a:close/>
                <a:moveTo>
                  <a:pt x="751129" y="137655"/>
                </a:moveTo>
                <a:lnTo>
                  <a:pt x="752129" y="137655"/>
                </a:lnTo>
                <a:lnTo>
                  <a:pt x="752129" y="141208"/>
                </a:lnTo>
                <a:lnTo>
                  <a:pt x="751129" y="141208"/>
                </a:lnTo>
                <a:close/>
                <a:moveTo>
                  <a:pt x="856579" y="139432"/>
                </a:moveTo>
                <a:lnTo>
                  <a:pt x="858078" y="139432"/>
                </a:lnTo>
                <a:lnTo>
                  <a:pt x="858078" y="141208"/>
                </a:lnTo>
                <a:lnTo>
                  <a:pt x="856579" y="141208"/>
                </a:lnTo>
                <a:close/>
                <a:moveTo>
                  <a:pt x="753129" y="140320"/>
                </a:moveTo>
                <a:lnTo>
                  <a:pt x="753628" y="140320"/>
                </a:lnTo>
                <a:lnTo>
                  <a:pt x="753628" y="141208"/>
                </a:lnTo>
                <a:lnTo>
                  <a:pt x="753129" y="141208"/>
                </a:lnTo>
                <a:close/>
                <a:moveTo>
                  <a:pt x="840587" y="140320"/>
                </a:moveTo>
                <a:lnTo>
                  <a:pt x="843585" y="140320"/>
                </a:lnTo>
                <a:lnTo>
                  <a:pt x="843585" y="141208"/>
                </a:lnTo>
                <a:lnTo>
                  <a:pt x="840587" y="141208"/>
                </a:lnTo>
                <a:close/>
                <a:moveTo>
                  <a:pt x="851081" y="140320"/>
                </a:moveTo>
                <a:lnTo>
                  <a:pt x="852581" y="140320"/>
                </a:lnTo>
                <a:lnTo>
                  <a:pt x="852581" y="141208"/>
                </a:lnTo>
                <a:lnTo>
                  <a:pt x="851081" y="141208"/>
                </a:lnTo>
                <a:close/>
                <a:moveTo>
                  <a:pt x="739135" y="140320"/>
                </a:moveTo>
                <a:lnTo>
                  <a:pt x="740634" y="140320"/>
                </a:lnTo>
                <a:lnTo>
                  <a:pt x="740634" y="141208"/>
                </a:lnTo>
                <a:lnTo>
                  <a:pt x="739135" y="141208"/>
                </a:lnTo>
                <a:close/>
                <a:moveTo>
                  <a:pt x="847583" y="140320"/>
                </a:moveTo>
                <a:lnTo>
                  <a:pt x="850582" y="140320"/>
                </a:lnTo>
                <a:lnTo>
                  <a:pt x="850582" y="141208"/>
                </a:lnTo>
                <a:lnTo>
                  <a:pt x="847583" y="141208"/>
                </a:lnTo>
                <a:close/>
                <a:moveTo>
                  <a:pt x="748631" y="140320"/>
                </a:moveTo>
                <a:lnTo>
                  <a:pt x="749630" y="140320"/>
                </a:lnTo>
                <a:lnTo>
                  <a:pt x="749630" y="141208"/>
                </a:lnTo>
                <a:lnTo>
                  <a:pt x="748631" y="141208"/>
                </a:lnTo>
                <a:close/>
                <a:moveTo>
                  <a:pt x="828093" y="140320"/>
                </a:moveTo>
                <a:lnTo>
                  <a:pt x="829592" y="140320"/>
                </a:lnTo>
                <a:lnTo>
                  <a:pt x="829592" y="141208"/>
                </a:lnTo>
                <a:lnTo>
                  <a:pt x="828093" y="141208"/>
                </a:lnTo>
                <a:close/>
                <a:moveTo>
                  <a:pt x="736636" y="140320"/>
                </a:moveTo>
                <a:lnTo>
                  <a:pt x="738136" y="140320"/>
                </a:lnTo>
                <a:lnTo>
                  <a:pt x="738136" y="141208"/>
                </a:lnTo>
                <a:lnTo>
                  <a:pt x="736636" y="141208"/>
                </a:lnTo>
                <a:close/>
                <a:moveTo>
                  <a:pt x="770620" y="140320"/>
                </a:moveTo>
                <a:lnTo>
                  <a:pt x="774618" y="140320"/>
                </a:lnTo>
                <a:lnTo>
                  <a:pt x="774618" y="142096"/>
                </a:lnTo>
                <a:lnTo>
                  <a:pt x="770620" y="142096"/>
                </a:lnTo>
                <a:close/>
                <a:moveTo>
                  <a:pt x="847083" y="141208"/>
                </a:moveTo>
                <a:lnTo>
                  <a:pt x="852581" y="141208"/>
                </a:lnTo>
                <a:lnTo>
                  <a:pt x="852581" y="142096"/>
                </a:lnTo>
                <a:lnTo>
                  <a:pt x="847083" y="142096"/>
                </a:lnTo>
                <a:close/>
                <a:moveTo>
                  <a:pt x="739135" y="141208"/>
                </a:moveTo>
                <a:lnTo>
                  <a:pt x="740135" y="141208"/>
                </a:lnTo>
                <a:lnTo>
                  <a:pt x="740135" y="142096"/>
                </a:lnTo>
                <a:lnTo>
                  <a:pt x="739135" y="142096"/>
                </a:lnTo>
                <a:close/>
                <a:moveTo>
                  <a:pt x="764123" y="140320"/>
                </a:moveTo>
                <a:lnTo>
                  <a:pt x="764623" y="140320"/>
                </a:lnTo>
                <a:lnTo>
                  <a:pt x="764623" y="142096"/>
                </a:lnTo>
                <a:lnTo>
                  <a:pt x="764123" y="142096"/>
                </a:lnTo>
                <a:close/>
                <a:moveTo>
                  <a:pt x="775118" y="141208"/>
                </a:moveTo>
                <a:lnTo>
                  <a:pt x="776617" y="141208"/>
                </a:lnTo>
                <a:lnTo>
                  <a:pt x="776617" y="142096"/>
                </a:lnTo>
                <a:lnTo>
                  <a:pt x="775118" y="142096"/>
                </a:lnTo>
                <a:close/>
                <a:moveTo>
                  <a:pt x="747631" y="141208"/>
                </a:moveTo>
                <a:lnTo>
                  <a:pt x="749130" y="141208"/>
                </a:lnTo>
                <a:lnTo>
                  <a:pt x="749130" y="142096"/>
                </a:lnTo>
                <a:lnTo>
                  <a:pt x="747631" y="142096"/>
                </a:lnTo>
                <a:close/>
                <a:moveTo>
                  <a:pt x="760625" y="140320"/>
                </a:moveTo>
                <a:lnTo>
                  <a:pt x="761624" y="140320"/>
                </a:lnTo>
                <a:lnTo>
                  <a:pt x="761624" y="142096"/>
                </a:lnTo>
                <a:lnTo>
                  <a:pt x="760625" y="142096"/>
                </a:lnTo>
                <a:close/>
                <a:moveTo>
                  <a:pt x="744633" y="141208"/>
                </a:moveTo>
                <a:lnTo>
                  <a:pt x="745632" y="141208"/>
                </a:lnTo>
                <a:lnTo>
                  <a:pt x="745632" y="142096"/>
                </a:lnTo>
                <a:lnTo>
                  <a:pt x="744633" y="142096"/>
                </a:lnTo>
                <a:close/>
                <a:moveTo>
                  <a:pt x="737136" y="141208"/>
                </a:moveTo>
                <a:lnTo>
                  <a:pt x="737636" y="141208"/>
                </a:lnTo>
                <a:lnTo>
                  <a:pt x="737636" y="142096"/>
                </a:lnTo>
                <a:lnTo>
                  <a:pt x="737136" y="142096"/>
                </a:lnTo>
                <a:close/>
                <a:moveTo>
                  <a:pt x="723143" y="141208"/>
                </a:moveTo>
                <a:lnTo>
                  <a:pt x="728640" y="141208"/>
                </a:lnTo>
                <a:lnTo>
                  <a:pt x="728640" y="142096"/>
                </a:lnTo>
                <a:lnTo>
                  <a:pt x="723143" y="142096"/>
                </a:lnTo>
                <a:close/>
                <a:moveTo>
                  <a:pt x="863575" y="141208"/>
                </a:moveTo>
                <a:lnTo>
                  <a:pt x="868073" y="141208"/>
                </a:lnTo>
                <a:lnTo>
                  <a:pt x="868073" y="142096"/>
                </a:lnTo>
                <a:lnTo>
                  <a:pt x="863575" y="142096"/>
                </a:lnTo>
                <a:close/>
                <a:moveTo>
                  <a:pt x="840087" y="141208"/>
                </a:moveTo>
                <a:lnTo>
                  <a:pt x="844085" y="141208"/>
                </a:lnTo>
                <a:lnTo>
                  <a:pt x="844085" y="142096"/>
                </a:lnTo>
                <a:lnTo>
                  <a:pt x="840087" y="142096"/>
                </a:lnTo>
                <a:close/>
                <a:moveTo>
                  <a:pt x="778616" y="141208"/>
                </a:moveTo>
                <a:lnTo>
                  <a:pt x="780615" y="141208"/>
                </a:lnTo>
                <a:lnTo>
                  <a:pt x="780615" y="142096"/>
                </a:lnTo>
                <a:lnTo>
                  <a:pt x="778616" y="142096"/>
                </a:lnTo>
                <a:close/>
                <a:moveTo>
                  <a:pt x="747631" y="142096"/>
                </a:moveTo>
                <a:lnTo>
                  <a:pt x="748631" y="142096"/>
                </a:lnTo>
                <a:lnTo>
                  <a:pt x="748631" y="142984"/>
                </a:lnTo>
                <a:lnTo>
                  <a:pt x="747631" y="142984"/>
                </a:lnTo>
                <a:close/>
                <a:moveTo>
                  <a:pt x="770620" y="142096"/>
                </a:moveTo>
                <a:lnTo>
                  <a:pt x="771620" y="142096"/>
                </a:lnTo>
                <a:lnTo>
                  <a:pt x="771620" y="142984"/>
                </a:lnTo>
                <a:lnTo>
                  <a:pt x="770620" y="142984"/>
                </a:lnTo>
                <a:close/>
                <a:moveTo>
                  <a:pt x="775118" y="142096"/>
                </a:moveTo>
                <a:lnTo>
                  <a:pt x="776117" y="142096"/>
                </a:lnTo>
                <a:lnTo>
                  <a:pt x="776117" y="142984"/>
                </a:lnTo>
                <a:lnTo>
                  <a:pt x="775118" y="142984"/>
                </a:lnTo>
                <a:close/>
                <a:moveTo>
                  <a:pt x="758126" y="142096"/>
                </a:moveTo>
                <a:lnTo>
                  <a:pt x="765123" y="142096"/>
                </a:lnTo>
                <a:lnTo>
                  <a:pt x="765123" y="142984"/>
                </a:lnTo>
                <a:lnTo>
                  <a:pt x="758126" y="142984"/>
                </a:lnTo>
                <a:close/>
                <a:moveTo>
                  <a:pt x="866074" y="142096"/>
                </a:moveTo>
                <a:lnTo>
                  <a:pt x="868073" y="142096"/>
                </a:lnTo>
                <a:lnTo>
                  <a:pt x="868073" y="142984"/>
                </a:lnTo>
                <a:lnTo>
                  <a:pt x="866074" y="142984"/>
                </a:lnTo>
                <a:close/>
                <a:moveTo>
                  <a:pt x="863076" y="142096"/>
                </a:moveTo>
                <a:lnTo>
                  <a:pt x="865075" y="142096"/>
                </a:lnTo>
                <a:lnTo>
                  <a:pt x="865075" y="142984"/>
                </a:lnTo>
                <a:lnTo>
                  <a:pt x="863076" y="142984"/>
                </a:lnTo>
                <a:close/>
                <a:moveTo>
                  <a:pt x="839587" y="142096"/>
                </a:moveTo>
                <a:lnTo>
                  <a:pt x="844085" y="142096"/>
                </a:lnTo>
                <a:lnTo>
                  <a:pt x="844085" y="142984"/>
                </a:lnTo>
                <a:lnTo>
                  <a:pt x="839587" y="142984"/>
                </a:lnTo>
                <a:close/>
                <a:moveTo>
                  <a:pt x="750130" y="141208"/>
                </a:moveTo>
                <a:lnTo>
                  <a:pt x="751629" y="141208"/>
                </a:lnTo>
                <a:lnTo>
                  <a:pt x="751629" y="142984"/>
                </a:lnTo>
                <a:lnTo>
                  <a:pt x="750130" y="142984"/>
                </a:lnTo>
                <a:close/>
                <a:moveTo>
                  <a:pt x="738635" y="142096"/>
                </a:moveTo>
                <a:lnTo>
                  <a:pt x="740135" y="142096"/>
                </a:lnTo>
                <a:lnTo>
                  <a:pt x="740135" y="142984"/>
                </a:lnTo>
                <a:lnTo>
                  <a:pt x="738635" y="142984"/>
                </a:lnTo>
                <a:close/>
                <a:moveTo>
                  <a:pt x="846584" y="142096"/>
                </a:moveTo>
                <a:lnTo>
                  <a:pt x="852581" y="142096"/>
                </a:lnTo>
                <a:lnTo>
                  <a:pt x="852581" y="142984"/>
                </a:lnTo>
                <a:lnTo>
                  <a:pt x="846584" y="142984"/>
                </a:lnTo>
                <a:close/>
                <a:moveTo>
                  <a:pt x="855080" y="141208"/>
                </a:moveTo>
                <a:lnTo>
                  <a:pt x="860577" y="141208"/>
                </a:lnTo>
                <a:lnTo>
                  <a:pt x="860577" y="142984"/>
                </a:lnTo>
                <a:lnTo>
                  <a:pt x="855080" y="142984"/>
                </a:lnTo>
                <a:close/>
                <a:moveTo>
                  <a:pt x="739135" y="142984"/>
                </a:moveTo>
                <a:lnTo>
                  <a:pt x="739635" y="142984"/>
                </a:lnTo>
                <a:lnTo>
                  <a:pt x="739635" y="143872"/>
                </a:lnTo>
                <a:lnTo>
                  <a:pt x="739135" y="143872"/>
                </a:lnTo>
                <a:close/>
                <a:moveTo>
                  <a:pt x="866574" y="142984"/>
                </a:moveTo>
                <a:lnTo>
                  <a:pt x="868573" y="142984"/>
                </a:lnTo>
                <a:lnTo>
                  <a:pt x="868573" y="143872"/>
                </a:lnTo>
                <a:lnTo>
                  <a:pt x="866574" y="143872"/>
                </a:lnTo>
                <a:close/>
                <a:moveTo>
                  <a:pt x="855080" y="142984"/>
                </a:moveTo>
                <a:lnTo>
                  <a:pt x="860077" y="142984"/>
                </a:lnTo>
                <a:lnTo>
                  <a:pt x="860077" y="143872"/>
                </a:lnTo>
                <a:lnTo>
                  <a:pt x="855080" y="143872"/>
                </a:lnTo>
                <a:close/>
                <a:moveTo>
                  <a:pt x="735137" y="142984"/>
                </a:moveTo>
                <a:lnTo>
                  <a:pt x="736636" y="142984"/>
                </a:lnTo>
                <a:lnTo>
                  <a:pt x="736636" y="143872"/>
                </a:lnTo>
                <a:lnTo>
                  <a:pt x="735137" y="143872"/>
                </a:lnTo>
                <a:close/>
                <a:moveTo>
                  <a:pt x="758626" y="142984"/>
                </a:moveTo>
                <a:lnTo>
                  <a:pt x="766622" y="142984"/>
                </a:lnTo>
                <a:lnTo>
                  <a:pt x="766622" y="143872"/>
                </a:lnTo>
                <a:lnTo>
                  <a:pt x="758626" y="143872"/>
                </a:lnTo>
                <a:close/>
                <a:moveTo>
                  <a:pt x="770620" y="142984"/>
                </a:moveTo>
                <a:lnTo>
                  <a:pt x="771120" y="142984"/>
                </a:lnTo>
                <a:lnTo>
                  <a:pt x="771120" y="143872"/>
                </a:lnTo>
                <a:lnTo>
                  <a:pt x="770620" y="143872"/>
                </a:lnTo>
                <a:close/>
                <a:moveTo>
                  <a:pt x="772619" y="142096"/>
                </a:moveTo>
                <a:lnTo>
                  <a:pt x="773619" y="142096"/>
                </a:lnTo>
                <a:lnTo>
                  <a:pt x="773619" y="143872"/>
                </a:lnTo>
                <a:lnTo>
                  <a:pt x="772619" y="143872"/>
                </a:lnTo>
                <a:close/>
                <a:moveTo>
                  <a:pt x="839087" y="142984"/>
                </a:moveTo>
                <a:lnTo>
                  <a:pt x="841586" y="142984"/>
                </a:lnTo>
                <a:lnTo>
                  <a:pt x="841586" y="143872"/>
                </a:lnTo>
                <a:lnTo>
                  <a:pt x="839087" y="143872"/>
                </a:lnTo>
                <a:close/>
                <a:moveTo>
                  <a:pt x="862576" y="142984"/>
                </a:moveTo>
                <a:lnTo>
                  <a:pt x="864575" y="142984"/>
                </a:lnTo>
                <a:lnTo>
                  <a:pt x="864575" y="144760"/>
                </a:lnTo>
                <a:lnTo>
                  <a:pt x="862576" y="144760"/>
                </a:lnTo>
                <a:close/>
                <a:moveTo>
                  <a:pt x="763623" y="143872"/>
                </a:moveTo>
                <a:lnTo>
                  <a:pt x="766122" y="143872"/>
                </a:lnTo>
                <a:lnTo>
                  <a:pt x="766122" y="144760"/>
                </a:lnTo>
                <a:lnTo>
                  <a:pt x="763623" y="144760"/>
                </a:lnTo>
                <a:close/>
                <a:moveTo>
                  <a:pt x="772619" y="143872"/>
                </a:moveTo>
                <a:lnTo>
                  <a:pt x="774118" y="143872"/>
                </a:lnTo>
                <a:lnTo>
                  <a:pt x="774118" y="144760"/>
                </a:lnTo>
                <a:lnTo>
                  <a:pt x="772619" y="144760"/>
                </a:lnTo>
                <a:close/>
                <a:moveTo>
                  <a:pt x="747631" y="142984"/>
                </a:moveTo>
                <a:lnTo>
                  <a:pt x="753129" y="142984"/>
                </a:lnTo>
                <a:lnTo>
                  <a:pt x="753129" y="144760"/>
                </a:lnTo>
                <a:lnTo>
                  <a:pt x="747631" y="144760"/>
                </a:lnTo>
                <a:close/>
                <a:moveTo>
                  <a:pt x="734637" y="143872"/>
                </a:moveTo>
                <a:lnTo>
                  <a:pt x="736137" y="143872"/>
                </a:lnTo>
                <a:lnTo>
                  <a:pt x="736137" y="144760"/>
                </a:lnTo>
                <a:lnTo>
                  <a:pt x="734637" y="144760"/>
                </a:lnTo>
                <a:close/>
                <a:moveTo>
                  <a:pt x="866074" y="143872"/>
                </a:moveTo>
                <a:lnTo>
                  <a:pt x="868573" y="143872"/>
                </a:lnTo>
                <a:lnTo>
                  <a:pt x="868573" y="144760"/>
                </a:lnTo>
                <a:lnTo>
                  <a:pt x="866074" y="144760"/>
                </a:lnTo>
                <a:close/>
                <a:moveTo>
                  <a:pt x="779616" y="142096"/>
                </a:moveTo>
                <a:lnTo>
                  <a:pt x="780615" y="142096"/>
                </a:lnTo>
                <a:lnTo>
                  <a:pt x="780615" y="145648"/>
                </a:lnTo>
                <a:lnTo>
                  <a:pt x="779616" y="145648"/>
                </a:lnTo>
                <a:close/>
                <a:moveTo>
                  <a:pt x="752629" y="144760"/>
                </a:moveTo>
                <a:lnTo>
                  <a:pt x="753129" y="144760"/>
                </a:lnTo>
                <a:lnTo>
                  <a:pt x="753129" y="145648"/>
                </a:lnTo>
                <a:lnTo>
                  <a:pt x="752629" y="145648"/>
                </a:lnTo>
                <a:close/>
                <a:moveTo>
                  <a:pt x="737136" y="144760"/>
                </a:moveTo>
                <a:lnTo>
                  <a:pt x="738635" y="144760"/>
                </a:lnTo>
                <a:lnTo>
                  <a:pt x="738635" y="145648"/>
                </a:lnTo>
                <a:lnTo>
                  <a:pt x="737136" y="145648"/>
                </a:lnTo>
                <a:close/>
                <a:moveTo>
                  <a:pt x="771620" y="144760"/>
                </a:moveTo>
                <a:lnTo>
                  <a:pt x="774618" y="144760"/>
                </a:lnTo>
                <a:lnTo>
                  <a:pt x="774618" y="145648"/>
                </a:lnTo>
                <a:lnTo>
                  <a:pt x="771620" y="145648"/>
                </a:lnTo>
                <a:close/>
                <a:moveTo>
                  <a:pt x="734138" y="144760"/>
                </a:moveTo>
                <a:lnTo>
                  <a:pt x="735637" y="144760"/>
                </a:lnTo>
                <a:lnTo>
                  <a:pt x="735637" y="145648"/>
                </a:lnTo>
                <a:lnTo>
                  <a:pt x="734138" y="145648"/>
                </a:lnTo>
                <a:close/>
                <a:moveTo>
                  <a:pt x="759625" y="143872"/>
                </a:moveTo>
                <a:lnTo>
                  <a:pt x="760625" y="143872"/>
                </a:lnTo>
                <a:lnTo>
                  <a:pt x="760625" y="145648"/>
                </a:lnTo>
                <a:lnTo>
                  <a:pt x="759625" y="145648"/>
                </a:lnTo>
                <a:close/>
                <a:moveTo>
                  <a:pt x="722143" y="144760"/>
                </a:moveTo>
                <a:lnTo>
                  <a:pt x="727141" y="144760"/>
                </a:lnTo>
                <a:lnTo>
                  <a:pt x="727141" y="145648"/>
                </a:lnTo>
                <a:lnTo>
                  <a:pt x="722143" y="145648"/>
                </a:lnTo>
                <a:close/>
                <a:moveTo>
                  <a:pt x="862576" y="144760"/>
                </a:moveTo>
                <a:lnTo>
                  <a:pt x="868573" y="144760"/>
                </a:lnTo>
                <a:lnTo>
                  <a:pt x="868573" y="145648"/>
                </a:lnTo>
                <a:lnTo>
                  <a:pt x="862576" y="145648"/>
                </a:lnTo>
                <a:close/>
                <a:moveTo>
                  <a:pt x="776117" y="144760"/>
                </a:moveTo>
                <a:lnTo>
                  <a:pt x="776617" y="144760"/>
                </a:lnTo>
                <a:lnTo>
                  <a:pt x="776617" y="145648"/>
                </a:lnTo>
                <a:lnTo>
                  <a:pt x="776117" y="145648"/>
                </a:lnTo>
                <a:close/>
                <a:moveTo>
                  <a:pt x="722143" y="145648"/>
                </a:moveTo>
                <a:lnTo>
                  <a:pt x="727641" y="145648"/>
                </a:lnTo>
                <a:lnTo>
                  <a:pt x="727641" y="146536"/>
                </a:lnTo>
                <a:lnTo>
                  <a:pt x="722143" y="146536"/>
                </a:lnTo>
                <a:close/>
                <a:moveTo>
                  <a:pt x="862576" y="145648"/>
                </a:moveTo>
                <a:lnTo>
                  <a:pt x="867574" y="145648"/>
                </a:lnTo>
                <a:lnTo>
                  <a:pt x="867574" y="146536"/>
                </a:lnTo>
                <a:lnTo>
                  <a:pt x="862576" y="146536"/>
                </a:lnTo>
                <a:close/>
                <a:moveTo>
                  <a:pt x="747631" y="145648"/>
                </a:moveTo>
                <a:lnTo>
                  <a:pt x="753129" y="145648"/>
                </a:lnTo>
                <a:lnTo>
                  <a:pt x="753129" y="146536"/>
                </a:lnTo>
                <a:lnTo>
                  <a:pt x="747631" y="146536"/>
                </a:lnTo>
                <a:close/>
                <a:moveTo>
                  <a:pt x="777617" y="145648"/>
                </a:moveTo>
                <a:lnTo>
                  <a:pt x="778616" y="145648"/>
                </a:lnTo>
                <a:lnTo>
                  <a:pt x="778616" y="146536"/>
                </a:lnTo>
                <a:lnTo>
                  <a:pt x="777617" y="146536"/>
                </a:lnTo>
                <a:close/>
                <a:moveTo>
                  <a:pt x="733638" y="145648"/>
                </a:moveTo>
                <a:lnTo>
                  <a:pt x="735137" y="145648"/>
                </a:lnTo>
                <a:lnTo>
                  <a:pt x="735137" y="146536"/>
                </a:lnTo>
                <a:lnTo>
                  <a:pt x="733638" y="146536"/>
                </a:lnTo>
                <a:close/>
                <a:moveTo>
                  <a:pt x="737136" y="145648"/>
                </a:moveTo>
                <a:lnTo>
                  <a:pt x="740135" y="145648"/>
                </a:lnTo>
                <a:lnTo>
                  <a:pt x="740135" y="146536"/>
                </a:lnTo>
                <a:lnTo>
                  <a:pt x="737136" y="146536"/>
                </a:lnTo>
                <a:close/>
                <a:moveTo>
                  <a:pt x="763124" y="145648"/>
                </a:moveTo>
                <a:lnTo>
                  <a:pt x="764123" y="145648"/>
                </a:lnTo>
                <a:lnTo>
                  <a:pt x="764123" y="146536"/>
                </a:lnTo>
                <a:lnTo>
                  <a:pt x="763124" y="146536"/>
                </a:lnTo>
                <a:close/>
                <a:moveTo>
                  <a:pt x="771120" y="145648"/>
                </a:moveTo>
                <a:lnTo>
                  <a:pt x="774118" y="145648"/>
                </a:lnTo>
                <a:lnTo>
                  <a:pt x="774118" y="146536"/>
                </a:lnTo>
                <a:lnTo>
                  <a:pt x="771120" y="146536"/>
                </a:lnTo>
                <a:close/>
                <a:moveTo>
                  <a:pt x="765123" y="145648"/>
                </a:moveTo>
                <a:lnTo>
                  <a:pt x="765623" y="145648"/>
                </a:lnTo>
                <a:lnTo>
                  <a:pt x="765623" y="146536"/>
                </a:lnTo>
                <a:lnTo>
                  <a:pt x="765123" y="146536"/>
                </a:lnTo>
                <a:close/>
                <a:moveTo>
                  <a:pt x="862576" y="146536"/>
                </a:moveTo>
                <a:lnTo>
                  <a:pt x="864575" y="146536"/>
                </a:lnTo>
                <a:lnTo>
                  <a:pt x="864575" y="147425"/>
                </a:lnTo>
                <a:lnTo>
                  <a:pt x="862576" y="147425"/>
                </a:lnTo>
                <a:close/>
                <a:moveTo>
                  <a:pt x="759126" y="145648"/>
                </a:moveTo>
                <a:lnTo>
                  <a:pt x="760125" y="145648"/>
                </a:lnTo>
                <a:lnTo>
                  <a:pt x="760125" y="147425"/>
                </a:lnTo>
                <a:lnTo>
                  <a:pt x="759126" y="147425"/>
                </a:lnTo>
                <a:close/>
                <a:moveTo>
                  <a:pt x="725642" y="146536"/>
                </a:moveTo>
                <a:lnTo>
                  <a:pt x="727141" y="146536"/>
                </a:lnTo>
                <a:lnTo>
                  <a:pt x="727141" y="147425"/>
                </a:lnTo>
                <a:lnTo>
                  <a:pt x="725642" y="147425"/>
                </a:lnTo>
                <a:close/>
                <a:moveTo>
                  <a:pt x="771120" y="146536"/>
                </a:moveTo>
                <a:lnTo>
                  <a:pt x="772119" y="146536"/>
                </a:lnTo>
                <a:lnTo>
                  <a:pt x="772119" y="147425"/>
                </a:lnTo>
                <a:lnTo>
                  <a:pt x="771120" y="147425"/>
                </a:lnTo>
                <a:close/>
                <a:moveTo>
                  <a:pt x="775618" y="145648"/>
                </a:moveTo>
                <a:lnTo>
                  <a:pt x="776617" y="145648"/>
                </a:lnTo>
                <a:lnTo>
                  <a:pt x="776617" y="147425"/>
                </a:lnTo>
                <a:lnTo>
                  <a:pt x="775618" y="147425"/>
                </a:lnTo>
                <a:close/>
                <a:moveTo>
                  <a:pt x="733138" y="146536"/>
                </a:moveTo>
                <a:lnTo>
                  <a:pt x="734637" y="146536"/>
                </a:lnTo>
                <a:lnTo>
                  <a:pt x="734637" y="147425"/>
                </a:lnTo>
                <a:lnTo>
                  <a:pt x="733138" y="147425"/>
                </a:lnTo>
                <a:close/>
                <a:moveTo>
                  <a:pt x="762624" y="146536"/>
                </a:moveTo>
                <a:lnTo>
                  <a:pt x="766122" y="146536"/>
                </a:lnTo>
                <a:lnTo>
                  <a:pt x="766122" y="147425"/>
                </a:lnTo>
                <a:lnTo>
                  <a:pt x="762624" y="147425"/>
                </a:lnTo>
                <a:close/>
                <a:moveTo>
                  <a:pt x="839087" y="143872"/>
                </a:moveTo>
                <a:lnTo>
                  <a:pt x="841086" y="143872"/>
                </a:lnTo>
                <a:lnTo>
                  <a:pt x="841086" y="147425"/>
                </a:lnTo>
                <a:lnTo>
                  <a:pt x="839087" y="147425"/>
                </a:lnTo>
                <a:close/>
                <a:moveTo>
                  <a:pt x="738635" y="146536"/>
                </a:moveTo>
                <a:lnTo>
                  <a:pt x="740135" y="146536"/>
                </a:lnTo>
                <a:lnTo>
                  <a:pt x="740135" y="147425"/>
                </a:lnTo>
                <a:lnTo>
                  <a:pt x="738635" y="147425"/>
                </a:lnTo>
                <a:close/>
                <a:moveTo>
                  <a:pt x="747631" y="146536"/>
                </a:moveTo>
                <a:lnTo>
                  <a:pt x="748131" y="146536"/>
                </a:lnTo>
                <a:lnTo>
                  <a:pt x="748131" y="147425"/>
                </a:lnTo>
                <a:lnTo>
                  <a:pt x="747631" y="147425"/>
                </a:lnTo>
                <a:close/>
                <a:moveTo>
                  <a:pt x="777117" y="146536"/>
                </a:moveTo>
                <a:lnTo>
                  <a:pt x="778616" y="146536"/>
                </a:lnTo>
                <a:lnTo>
                  <a:pt x="778616" y="147425"/>
                </a:lnTo>
                <a:lnTo>
                  <a:pt x="777117" y="147425"/>
                </a:lnTo>
                <a:close/>
                <a:moveTo>
                  <a:pt x="863076" y="147425"/>
                </a:moveTo>
                <a:lnTo>
                  <a:pt x="864575" y="147425"/>
                </a:lnTo>
                <a:lnTo>
                  <a:pt x="864575" y="148313"/>
                </a:lnTo>
                <a:lnTo>
                  <a:pt x="863076" y="148313"/>
                </a:lnTo>
                <a:close/>
                <a:moveTo>
                  <a:pt x="828093" y="141208"/>
                </a:moveTo>
                <a:lnTo>
                  <a:pt x="830092" y="141208"/>
                </a:lnTo>
                <a:lnTo>
                  <a:pt x="830092" y="148313"/>
                </a:lnTo>
                <a:lnTo>
                  <a:pt x="828093" y="148313"/>
                </a:lnTo>
                <a:close/>
                <a:moveTo>
                  <a:pt x="832091" y="140320"/>
                </a:moveTo>
                <a:lnTo>
                  <a:pt x="833590" y="140320"/>
                </a:lnTo>
                <a:lnTo>
                  <a:pt x="833590" y="148313"/>
                </a:lnTo>
                <a:lnTo>
                  <a:pt x="832091" y="148313"/>
                </a:lnTo>
                <a:close/>
                <a:moveTo>
                  <a:pt x="761125" y="147425"/>
                </a:moveTo>
                <a:lnTo>
                  <a:pt x="765623" y="147425"/>
                </a:lnTo>
                <a:lnTo>
                  <a:pt x="765623" y="148313"/>
                </a:lnTo>
                <a:lnTo>
                  <a:pt x="761125" y="148313"/>
                </a:lnTo>
                <a:close/>
                <a:moveTo>
                  <a:pt x="739135" y="147425"/>
                </a:moveTo>
                <a:lnTo>
                  <a:pt x="740135" y="147425"/>
                </a:lnTo>
                <a:lnTo>
                  <a:pt x="740135" y="148313"/>
                </a:lnTo>
                <a:lnTo>
                  <a:pt x="739135" y="148313"/>
                </a:lnTo>
                <a:close/>
                <a:moveTo>
                  <a:pt x="795108" y="76377"/>
                </a:moveTo>
                <a:lnTo>
                  <a:pt x="795608" y="76377"/>
                </a:lnTo>
                <a:lnTo>
                  <a:pt x="795608" y="148313"/>
                </a:lnTo>
                <a:lnTo>
                  <a:pt x="795108" y="148313"/>
                </a:lnTo>
                <a:close/>
                <a:moveTo>
                  <a:pt x="775118" y="147425"/>
                </a:moveTo>
                <a:lnTo>
                  <a:pt x="776617" y="147425"/>
                </a:lnTo>
                <a:lnTo>
                  <a:pt x="776617" y="148313"/>
                </a:lnTo>
                <a:lnTo>
                  <a:pt x="775118" y="148313"/>
                </a:lnTo>
                <a:close/>
                <a:moveTo>
                  <a:pt x="733638" y="147425"/>
                </a:moveTo>
                <a:lnTo>
                  <a:pt x="734138" y="147425"/>
                </a:lnTo>
                <a:lnTo>
                  <a:pt x="734138" y="148313"/>
                </a:lnTo>
                <a:lnTo>
                  <a:pt x="733638" y="148313"/>
                </a:lnTo>
                <a:close/>
                <a:moveTo>
                  <a:pt x="846084" y="142984"/>
                </a:moveTo>
                <a:lnTo>
                  <a:pt x="848083" y="142984"/>
                </a:lnTo>
                <a:lnTo>
                  <a:pt x="848083" y="148313"/>
                </a:lnTo>
                <a:lnTo>
                  <a:pt x="846084" y="148313"/>
                </a:lnTo>
                <a:close/>
                <a:moveTo>
                  <a:pt x="851081" y="142984"/>
                </a:moveTo>
                <a:lnTo>
                  <a:pt x="852581" y="142984"/>
                </a:lnTo>
                <a:lnTo>
                  <a:pt x="852581" y="148313"/>
                </a:lnTo>
                <a:lnTo>
                  <a:pt x="851081" y="148313"/>
                </a:lnTo>
                <a:close/>
                <a:moveTo>
                  <a:pt x="779116" y="145648"/>
                </a:moveTo>
                <a:lnTo>
                  <a:pt x="780615" y="145648"/>
                </a:lnTo>
                <a:lnTo>
                  <a:pt x="780615" y="148313"/>
                </a:lnTo>
                <a:lnTo>
                  <a:pt x="779116" y="148313"/>
                </a:lnTo>
                <a:close/>
                <a:moveTo>
                  <a:pt x="747131" y="147425"/>
                </a:moveTo>
                <a:lnTo>
                  <a:pt x="748131" y="147425"/>
                </a:lnTo>
                <a:lnTo>
                  <a:pt x="748131" y="148313"/>
                </a:lnTo>
                <a:lnTo>
                  <a:pt x="747131" y="148313"/>
                </a:lnTo>
                <a:close/>
                <a:moveTo>
                  <a:pt x="821096" y="134103"/>
                </a:moveTo>
                <a:lnTo>
                  <a:pt x="823095" y="134103"/>
                </a:lnTo>
                <a:lnTo>
                  <a:pt x="823095" y="148313"/>
                </a:lnTo>
                <a:lnTo>
                  <a:pt x="821096" y="148313"/>
                </a:lnTo>
                <a:close/>
                <a:moveTo>
                  <a:pt x="839087" y="147425"/>
                </a:moveTo>
                <a:lnTo>
                  <a:pt x="841586" y="147425"/>
                </a:lnTo>
                <a:lnTo>
                  <a:pt x="841586" y="148313"/>
                </a:lnTo>
                <a:lnTo>
                  <a:pt x="839087" y="148313"/>
                </a:lnTo>
                <a:close/>
                <a:moveTo>
                  <a:pt x="775118" y="148313"/>
                </a:moveTo>
                <a:lnTo>
                  <a:pt x="776117" y="148313"/>
                </a:lnTo>
                <a:lnTo>
                  <a:pt x="776117" y="149201"/>
                </a:lnTo>
                <a:lnTo>
                  <a:pt x="775118" y="149201"/>
                </a:lnTo>
                <a:close/>
                <a:moveTo>
                  <a:pt x="846584" y="148313"/>
                </a:moveTo>
                <a:lnTo>
                  <a:pt x="853081" y="148313"/>
                </a:lnTo>
                <a:lnTo>
                  <a:pt x="853081" y="149201"/>
                </a:lnTo>
                <a:lnTo>
                  <a:pt x="846584" y="149201"/>
                </a:lnTo>
                <a:close/>
                <a:moveTo>
                  <a:pt x="866574" y="148313"/>
                </a:moveTo>
                <a:lnTo>
                  <a:pt x="868073" y="148313"/>
                </a:lnTo>
                <a:lnTo>
                  <a:pt x="868073" y="149201"/>
                </a:lnTo>
                <a:lnTo>
                  <a:pt x="866574" y="149201"/>
                </a:lnTo>
                <a:close/>
                <a:moveTo>
                  <a:pt x="760625" y="148313"/>
                </a:moveTo>
                <a:lnTo>
                  <a:pt x="764123" y="148313"/>
                </a:lnTo>
                <a:lnTo>
                  <a:pt x="764123" y="149201"/>
                </a:lnTo>
                <a:lnTo>
                  <a:pt x="760625" y="149201"/>
                </a:lnTo>
                <a:close/>
                <a:moveTo>
                  <a:pt x="747131" y="148313"/>
                </a:moveTo>
                <a:lnTo>
                  <a:pt x="753628" y="148313"/>
                </a:lnTo>
                <a:lnTo>
                  <a:pt x="753628" y="149201"/>
                </a:lnTo>
                <a:lnTo>
                  <a:pt x="747131" y="149201"/>
                </a:lnTo>
                <a:close/>
                <a:moveTo>
                  <a:pt x="839587" y="148313"/>
                </a:moveTo>
                <a:lnTo>
                  <a:pt x="844085" y="148313"/>
                </a:lnTo>
                <a:lnTo>
                  <a:pt x="844085" y="149201"/>
                </a:lnTo>
                <a:lnTo>
                  <a:pt x="839587" y="149201"/>
                </a:lnTo>
                <a:close/>
                <a:moveTo>
                  <a:pt x="828093" y="148313"/>
                </a:moveTo>
                <a:lnTo>
                  <a:pt x="833590" y="148313"/>
                </a:lnTo>
                <a:lnTo>
                  <a:pt x="833590" y="149201"/>
                </a:lnTo>
                <a:lnTo>
                  <a:pt x="828093" y="149201"/>
                </a:lnTo>
                <a:close/>
                <a:moveTo>
                  <a:pt x="777117" y="147425"/>
                </a:moveTo>
                <a:lnTo>
                  <a:pt x="778117" y="147425"/>
                </a:lnTo>
                <a:lnTo>
                  <a:pt x="778117" y="149201"/>
                </a:lnTo>
                <a:lnTo>
                  <a:pt x="777117" y="149201"/>
                </a:lnTo>
                <a:close/>
                <a:moveTo>
                  <a:pt x="758626" y="147425"/>
                </a:moveTo>
                <a:lnTo>
                  <a:pt x="759625" y="147425"/>
                </a:lnTo>
                <a:lnTo>
                  <a:pt x="759625" y="149201"/>
                </a:lnTo>
                <a:lnTo>
                  <a:pt x="758626" y="149201"/>
                </a:lnTo>
                <a:close/>
                <a:moveTo>
                  <a:pt x="738635" y="148313"/>
                </a:moveTo>
                <a:lnTo>
                  <a:pt x="740135" y="148313"/>
                </a:lnTo>
                <a:lnTo>
                  <a:pt x="740135" y="149201"/>
                </a:lnTo>
                <a:lnTo>
                  <a:pt x="738635" y="149201"/>
                </a:lnTo>
                <a:close/>
                <a:moveTo>
                  <a:pt x="863076" y="148313"/>
                </a:moveTo>
                <a:lnTo>
                  <a:pt x="865575" y="148313"/>
                </a:lnTo>
                <a:lnTo>
                  <a:pt x="865575" y="149201"/>
                </a:lnTo>
                <a:lnTo>
                  <a:pt x="863076" y="149201"/>
                </a:lnTo>
                <a:close/>
                <a:moveTo>
                  <a:pt x="735637" y="148313"/>
                </a:moveTo>
                <a:lnTo>
                  <a:pt x="737136" y="148313"/>
                </a:lnTo>
                <a:lnTo>
                  <a:pt x="737136" y="149201"/>
                </a:lnTo>
                <a:lnTo>
                  <a:pt x="735637" y="149201"/>
                </a:lnTo>
                <a:close/>
                <a:moveTo>
                  <a:pt x="745132" y="147425"/>
                </a:moveTo>
                <a:lnTo>
                  <a:pt x="746132" y="147425"/>
                </a:lnTo>
                <a:lnTo>
                  <a:pt x="746132" y="149201"/>
                </a:lnTo>
                <a:lnTo>
                  <a:pt x="745132" y="149201"/>
                </a:lnTo>
                <a:close/>
                <a:moveTo>
                  <a:pt x="847083" y="149201"/>
                </a:moveTo>
                <a:lnTo>
                  <a:pt x="851081" y="149201"/>
                </a:lnTo>
                <a:lnTo>
                  <a:pt x="851081" y="150089"/>
                </a:lnTo>
                <a:lnTo>
                  <a:pt x="847083" y="150089"/>
                </a:lnTo>
                <a:close/>
                <a:moveTo>
                  <a:pt x="851581" y="149201"/>
                </a:moveTo>
                <a:lnTo>
                  <a:pt x="853081" y="149201"/>
                </a:lnTo>
                <a:lnTo>
                  <a:pt x="853081" y="150089"/>
                </a:lnTo>
                <a:lnTo>
                  <a:pt x="851581" y="150089"/>
                </a:lnTo>
                <a:close/>
                <a:moveTo>
                  <a:pt x="736137" y="149201"/>
                </a:moveTo>
                <a:lnTo>
                  <a:pt x="737136" y="149201"/>
                </a:lnTo>
                <a:lnTo>
                  <a:pt x="737136" y="150089"/>
                </a:lnTo>
                <a:lnTo>
                  <a:pt x="736137" y="150089"/>
                </a:lnTo>
                <a:close/>
                <a:moveTo>
                  <a:pt x="779116" y="148313"/>
                </a:moveTo>
                <a:lnTo>
                  <a:pt x="780116" y="148313"/>
                </a:lnTo>
                <a:lnTo>
                  <a:pt x="780116" y="150089"/>
                </a:lnTo>
                <a:lnTo>
                  <a:pt x="779116" y="150089"/>
                </a:lnTo>
                <a:close/>
                <a:moveTo>
                  <a:pt x="758126" y="149201"/>
                </a:moveTo>
                <a:lnTo>
                  <a:pt x="759625" y="149201"/>
                </a:lnTo>
                <a:lnTo>
                  <a:pt x="759625" y="150089"/>
                </a:lnTo>
                <a:lnTo>
                  <a:pt x="758126" y="150089"/>
                </a:lnTo>
                <a:close/>
                <a:moveTo>
                  <a:pt x="762624" y="149201"/>
                </a:moveTo>
                <a:lnTo>
                  <a:pt x="764123" y="149201"/>
                </a:lnTo>
                <a:lnTo>
                  <a:pt x="764123" y="150089"/>
                </a:lnTo>
                <a:lnTo>
                  <a:pt x="762624" y="150089"/>
                </a:lnTo>
                <a:close/>
                <a:moveTo>
                  <a:pt x="761125" y="149201"/>
                </a:moveTo>
                <a:lnTo>
                  <a:pt x="761624" y="149201"/>
                </a:lnTo>
                <a:lnTo>
                  <a:pt x="761624" y="150089"/>
                </a:lnTo>
                <a:lnTo>
                  <a:pt x="761125" y="150089"/>
                </a:lnTo>
                <a:close/>
                <a:moveTo>
                  <a:pt x="828592" y="149201"/>
                </a:moveTo>
                <a:lnTo>
                  <a:pt x="833590" y="149201"/>
                </a:lnTo>
                <a:lnTo>
                  <a:pt x="833590" y="150089"/>
                </a:lnTo>
                <a:lnTo>
                  <a:pt x="828592" y="150089"/>
                </a:lnTo>
                <a:close/>
                <a:moveTo>
                  <a:pt x="863575" y="149201"/>
                </a:moveTo>
                <a:lnTo>
                  <a:pt x="868073" y="149201"/>
                </a:lnTo>
                <a:lnTo>
                  <a:pt x="868073" y="150089"/>
                </a:lnTo>
                <a:lnTo>
                  <a:pt x="863575" y="150089"/>
                </a:lnTo>
                <a:close/>
                <a:moveTo>
                  <a:pt x="840087" y="149201"/>
                </a:moveTo>
                <a:lnTo>
                  <a:pt x="844085" y="149201"/>
                </a:lnTo>
                <a:lnTo>
                  <a:pt x="844085" y="150089"/>
                </a:lnTo>
                <a:lnTo>
                  <a:pt x="840087" y="150089"/>
                </a:lnTo>
                <a:close/>
                <a:moveTo>
                  <a:pt x="821096" y="148313"/>
                </a:moveTo>
                <a:lnTo>
                  <a:pt x="826093" y="148313"/>
                </a:lnTo>
                <a:lnTo>
                  <a:pt x="826093" y="150089"/>
                </a:lnTo>
                <a:lnTo>
                  <a:pt x="821096" y="150089"/>
                </a:lnTo>
                <a:close/>
                <a:moveTo>
                  <a:pt x="744633" y="149201"/>
                </a:moveTo>
                <a:lnTo>
                  <a:pt x="746132" y="149201"/>
                </a:lnTo>
                <a:lnTo>
                  <a:pt x="746132" y="150089"/>
                </a:lnTo>
                <a:lnTo>
                  <a:pt x="744633" y="150089"/>
                </a:lnTo>
                <a:close/>
                <a:moveTo>
                  <a:pt x="720644" y="150089"/>
                </a:moveTo>
                <a:lnTo>
                  <a:pt x="729640" y="150089"/>
                </a:lnTo>
                <a:lnTo>
                  <a:pt x="729640" y="150977"/>
                </a:lnTo>
                <a:lnTo>
                  <a:pt x="720644" y="150977"/>
                </a:lnTo>
                <a:close/>
                <a:moveTo>
                  <a:pt x="840587" y="150089"/>
                </a:moveTo>
                <a:lnTo>
                  <a:pt x="843585" y="150089"/>
                </a:lnTo>
                <a:lnTo>
                  <a:pt x="843585" y="150977"/>
                </a:lnTo>
                <a:lnTo>
                  <a:pt x="840587" y="150977"/>
                </a:lnTo>
                <a:close/>
                <a:moveTo>
                  <a:pt x="762624" y="150089"/>
                </a:moveTo>
                <a:lnTo>
                  <a:pt x="766122" y="150089"/>
                </a:lnTo>
                <a:lnTo>
                  <a:pt x="766122" y="150977"/>
                </a:lnTo>
                <a:lnTo>
                  <a:pt x="762624" y="150977"/>
                </a:lnTo>
                <a:close/>
                <a:moveTo>
                  <a:pt x="852081" y="150089"/>
                </a:moveTo>
                <a:lnTo>
                  <a:pt x="852581" y="150089"/>
                </a:lnTo>
                <a:lnTo>
                  <a:pt x="852581" y="150977"/>
                </a:lnTo>
                <a:lnTo>
                  <a:pt x="852081" y="150977"/>
                </a:lnTo>
                <a:close/>
                <a:moveTo>
                  <a:pt x="847583" y="150089"/>
                </a:moveTo>
                <a:lnTo>
                  <a:pt x="850582" y="150089"/>
                </a:lnTo>
                <a:lnTo>
                  <a:pt x="850582" y="150977"/>
                </a:lnTo>
                <a:lnTo>
                  <a:pt x="847583" y="150977"/>
                </a:lnTo>
                <a:close/>
                <a:moveTo>
                  <a:pt x="738635" y="149201"/>
                </a:moveTo>
                <a:lnTo>
                  <a:pt x="739635" y="149201"/>
                </a:lnTo>
                <a:lnTo>
                  <a:pt x="739635" y="150977"/>
                </a:lnTo>
                <a:lnTo>
                  <a:pt x="738635" y="150977"/>
                </a:lnTo>
                <a:close/>
                <a:moveTo>
                  <a:pt x="772619" y="146536"/>
                </a:moveTo>
                <a:lnTo>
                  <a:pt x="773619" y="146536"/>
                </a:lnTo>
                <a:lnTo>
                  <a:pt x="773619" y="150977"/>
                </a:lnTo>
                <a:lnTo>
                  <a:pt x="772619" y="150977"/>
                </a:lnTo>
                <a:close/>
                <a:moveTo>
                  <a:pt x="856579" y="143872"/>
                </a:moveTo>
                <a:lnTo>
                  <a:pt x="858578" y="143872"/>
                </a:lnTo>
                <a:lnTo>
                  <a:pt x="858578" y="150977"/>
                </a:lnTo>
                <a:lnTo>
                  <a:pt x="856579" y="150977"/>
                </a:lnTo>
                <a:close/>
                <a:moveTo>
                  <a:pt x="829092" y="150089"/>
                </a:moveTo>
                <a:lnTo>
                  <a:pt x="833090" y="150089"/>
                </a:lnTo>
                <a:lnTo>
                  <a:pt x="833090" y="150977"/>
                </a:lnTo>
                <a:lnTo>
                  <a:pt x="829092" y="150977"/>
                </a:lnTo>
                <a:close/>
                <a:moveTo>
                  <a:pt x="821596" y="150089"/>
                </a:moveTo>
                <a:lnTo>
                  <a:pt x="826093" y="150089"/>
                </a:lnTo>
                <a:lnTo>
                  <a:pt x="826093" y="150977"/>
                </a:lnTo>
                <a:lnTo>
                  <a:pt x="821596" y="150977"/>
                </a:lnTo>
                <a:close/>
                <a:moveTo>
                  <a:pt x="752629" y="149201"/>
                </a:moveTo>
                <a:lnTo>
                  <a:pt x="753628" y="149201"/>
                </a:lnTo>
                <a:lnTo>
                  <a:pt x="753628" y="150977"/>
                </a:lnTo>
                <a:lnTo>
                  <a:pt x="752629" y="150977"/>
                </a:lnTo>
                <a:close/>
                <a:moveTo>
                  <a:pt x="864575" y="150089"/>
                </a:moveTo>
                <a:lnTo>
                  <a:pt x="868073" y="150089"/>
                </a:lnTo>
                <a:lnTo>
                  <a:pt x="868073" y="150977"/>
                </a:lnTo>
                <a:lnTo>
                  <a:pt x="864575" y="150977"/>
                </a:lnTo>
                <a:close/>
                <a:moveTo>
                  <a:pt x="763124" y="150977"/>
                </a:moveTo>
                <a:lnTo>
                  <a:pt x="766122" y="150977"/>
                </a:lnTo>
                <a:lnTo>
                  <a:pt x="766122" y="151865"/>
                </a:lnTo>
                <a:lnTo>
                  <a:pt x="763124" y="151865"/>
                </a:lnTo>
                <a:close/>
                <a:moveTo>
                  <a:pt x="720644" y="150977"/>
                </a:moveTo>
                <a:lnTo>
                  <a:pt x="729140" y="150977"/>
                </a:lnTo>
                <a:lnTo>
                  <a:pt x="729140" y="151865"/>
                </a:lnTo>
                <a:lnTo>
                  <a:pt x="720644" y="151865"/>
                </a:lnTo>
                <a:close/>
                <a:moveTo>
                  <a:pt x="778616" y="150089"/>
                </a:moveTo>
                <a:lnTo>
                  <a:pt x="780116" y="150089"/>
                </a:lnTo>
                <a:lnTo>
                  <a:pt x="780116" y="151865"/>
                </a:lnTo>
                <a:lnTo>
                  <a:pt x="778616" y="151865"/>
                </a:lnTo>
                <a:close/>
                <a:moveTo>
                  <a:pt x="751129" y="150977"/>
                </a:moveTo>
                <a:lnTo>
                  <a:pt x="753628" y="150977"/>
                </a:lnTo>
                <a:lnTo>
                  <a:pt x="753628" y="151865"/>
                </a:lnTo>
                <a:lnTo>
                  <a:pt x="751129" y="151865"/>
                </a:lnTo>
                <a:close/>
                <a:moveTo>
                  <a:pt x="773119" y="150977"/>
                </a:moveTo>
                <a:lnTo>
                  <a:pt x="773619" y="150977"/>
                </a:lnTo>
                <a:lnTo>
                  <a:pt x="773619" y="151865"/>
                </a:lnTo>
                <a:lnTo>
                  <a:pt x="773119" y="151865"/>
                </a:lnTo>
                <a:close/>
                <a:moveTo>
                  <a:pt x="758126" y="150089"/>
                </a:moveTo>
                <a:lnTo>
                  <a:pt x="759126" y="150089"/>
                </a:lnTo>
                <a:lnTo>
                  <a:pt x="759126" y="151865"/>
                </a:lnTo>
                <a:lnTo>
                  <a:pt x="758126" y="151865"/>
                </a:lnTo>
                <a:close/>
                <a:moveTo>
                  <a:pt x="738136" y="150977"/>
                </a:moveTo>
                <a:lnTo>
                  <a:pt x="739135" y="150977"/>
                </a:lnTo>
                <a:lnTo>
                  <a:pt x="739135" y="151865"/>
                </a:lnTo>
                <a:lnTo>
                  <a:pt x="738136" y="151865"/>
                </a:lnTo>
                <a:close/>
                <a:moveTo>
                  <a:pt x="744633" y="150089"/>
                </a:moveTo>
                <a:lnTo>
                  <a:pt x="745632" y="150089"/>
                </a:lnTo>
                <a:lnTo>
                  <a:pt x="745632" y="151865"/>
                </a:lnTo>
                <a:lnTo>
                  <a:pt x="744633" y="151865"/>
                </a:lnTo>
                <a:close/>
                <a:moveTo>
                  <a:pt x="751129" y="151865"/>
                </a:moveTo>
                <a:lnTo>
                  <a:pt x="753129" y="151865"/>
                </a:lnTo>
                <a:lnTo>
                  <a:pt x="753129" y="152753"/>
                </a:lnTo>
                <a:lnTo>
                  <a:pt x="751129" y="152753"/>
                </a:lnTo>
                <a:close/>
                <a:moveTo>
                  <a:pt x="764623" y="151865"/>
                </a:moveTo>
                <a:lnTo>
                  <a:pt x="766122" y="151865"/>
                </a:lnTo>
                <a:lnTo>
                  <a:pt x="766122" y="152753"/>
                </a:lnTo>
                <a:lnTo>
                  <a:pt x="764623" y="152753"/>
                </a:lnTo>
                <a:close/>
              </a:path>
            </a:pathLst>
          </a:custGeom>
          <a:solidFill>
            <a:srgbClr val="DCE2E8"/>
          </a:solidFill>
          <a:ln>
            <a:noFill/>
          </a:ln>
        </p:spPr>
      </p:sp>
      <p:sp>
        <p:nvSpPr>
          <p:cNvPr id="3" name="矩形 3"/>
          <p:cNvSpPr>
            <a:spLocks noGrp="1"/>
          </p:cNvSpPr>
          <p:nvPr/>
        </p:nvSpPr>
        <p:spPr>
          <a:xfrm>
            <a:off x="1099185" y="2501646"/>
            <a:ext cx="8417636" cy="2363978"/>
          </a:xfrm>
          <a:prstGeom prst="rect">
            <a:avLst/>
          </a:prstGeom>
          <a:solidFill>
            <a:srgbClr val="082B49"/>
          </a:solidFill>
          <a:ln w="9525">
            <a:solidFill>
              <a:srgbClr val="082B49"/>
            </a:solidFill>
            <a:prstDash val="solid"/>
          </a:ln>
        </p:spPr>
      </p:sp>
      <p:sp>
        <p:nvSpPr>
          <p:cNvPr id="4" name="文本框 5"/>
          <p:cNvSpPr>
            <a:spLocks noGrp="1"/>
          </p:cNvSpPr>
          <p:nvPr/>
        </p:nvSpPr>
        <p:spPr>
          <a:xfrm>
            <a:off x="4094798" y="2905760"/>
            <a:ext cx="4002405" cy="907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rPr>
              <a:t>兰多湾的健康养护理念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 Medium"/>
            </a:endParaRPr>
          </a:p>
        </p:txBody>
      </p:sp>
      <p:sp>
        <p:nvSpPr>
          <p:cNvPr id="5" name="文本框 6"/>
          <p:cNvSpPr>
            <a:spLocks noGrp="1"/>
          </p:cNvSpPr>
          <p:nvPr/>
        </p:nvSpPr>
        <p:spPr>
          <a:xfrm>
            <a:off x="4047808" y="3849370"/>
            <a:ext cx="4096385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26C0C9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600" b="1">
                <a:solidFill>
                  <a:srgbClr val="26C0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开启兰多湾4.0（4.5）版的全方位养护</a:t>
            </a:r>
            <a:endParaRPr sz="1600" b="1">
              <a:solidFill>
                <a:srgbClr val="26C0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11" hidden="1"/>
          <p:cNvSpPr>
            <a:spLocks noGrp="1"/>
          </p:cNvSpPr>
          <p:nvPr/>
        </p:nvSpPr>
        <p:spPr>
          <a:xfrm>
            <a:off x="1097280" y="962025"/>
            <a:ext cx="9997440" cy="5623560"/>
          </a:xfrm>
          <a:prstGeom prst="rect">
            <a:avLst/>
          </a:prstGeom>
          <a:solidFill>
            <a:srgbClr val="F1F7F8"/>
          </a:solidFill>
          <a:ln w="9525">
            <a:noFill/>
            <a:prstDash val="soli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097280" y="962025"/>
            <a:ext cx="9997440" cy="5623560"/>
            <a:chOff x="960" y="1620"/>
            <a:chExt cx="15744" cy="8856"/>
          </a:xfrm>
        </p:grpSpPr>
        <p:sp>
          <p:nvSpPr>
            <p:cNvPr id="2" name="矩形 104"/>
            <p:cNvSpPr>
              <a:spLocks noGrp="1"/>
            </p:cNvSpPr>
            <p:nvPr/>
          </p:nvSpPr>
          <p:spPr>
            <a:xfrm>
              <a:off x="960" y="1620"/>
              <a:ext cx="15744" cy="8856"/>
            </a:xfrm>
            <a:prstGeom prst="rect">
              <a:avLst/>
            </a:prstGeom>
            <a:solidFill>
              <a:srgbClr val="F1F7F8"/>
            </a:solidFill>
            <a:ln w="9525">
              <a:solidFill>
                <a:srgbClr val="F1F7F8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圆角矩形 37"/>
            <p:cNvSpPr>
              <a:spLocks noGrp="1"/>
            </p:cNvSpPr>
            <p:nvPr/>
          </p:nvSpPr>
          <p:spPr>
            <a:xfrm>
              <a:off x="6812" y="2563"/>
              <a:ext cx="2507" cy="2023"/>
            </a:xfrm>
            <a:prstGeom prst="roundRect">
              <a:avLst>
                <a:gd name="adj" fmla="val 5933"/>
              </a:avLst>
            </a:prstGeom>
            <a:noFill/>
            <a:ln w="0">
              <a:noFill/>
              <a:prstDash val="solid"/>
            </a:ln>
          </p:spPr>
        </p:sp>
        <p:sp>
          <p:nvSpPr>
            <p:cNvPr id="4" name="圆角矩形 48"/>
            <p:cNvSpPr>
              <a:spLocks noGrp="1"/>
            </p:cNvSpPr>
            <p:nvPr/>
          </p:nvSpPr>
          <p:spPr>
            <a:xfrm>
              <a:off x="4212" y="2545"/>
              <a:ext cx="2507" cy="2023"/>
            </a:xfrm>
            <a:prstGeom prst="roundRect">
              <a:avLst>
                <a:gd name="adj" fmla="val 5933"/>
              </a:avLst>
            </a:prstGeom>
            <a:noFill/>
            <a:ln w="9525">
              <a:solidFill>
                <a:srgbClr val="FFFFFF"/>
              </a:solidFill>
              <a:prstDash val="solid"/>
            </a:ln>
          </p:spPr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4487" y="2987"/>
              <a:ext cx="1955" cy="1189"/>
            </a:xfrm>
            <a:prstGeom prst="rect">
              <a:avLst/>
            </a:prstGeom>
          </p:spPr>
        </p:pic>
        <p:sp>
          <p:nvSpPr>
            <p:cNvPr id="6" name="圆角矩形 51"/>
            <p:cNvSpPr>
              <a:spLocks noGrp="1"/>
            </p:cNvSpPr>
            <p:nvPr/>
          </p:nvSpPr>
          <p:spPr>
            <a:xfrm>
              <a:off x="1610" y="2551"/>
              <a:ext cx="2507" cy="2023"/>
            </a:xfrm>
            <a:prstGeom prst="roundRect">
              <a:avLst>
                <a:gd name="adj" fmla="val 5933"/>
              </a:avLst>
            </a:prstGeom>
            <a:solidFill>
              <a:srgbClr val="087FBD"/>
            </a:solidFill>
            <a:ln w="9525">
              <a:solidFill>
                <a:srgbClr val="D0EAF2"/>
              </a:solidFill>
              <a:prstDash val="solid"/>
            </a:ln>
          </p:spPr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rcRect l="7" r="7"/>
            <a:stretch>
              <a:fillRect/>
            </a:stretch>
          </p:blipFill>
          <p:spPr>
            <a:xfrm>
              <a:off x="1880" y="2820"/>
              <a:ext cx="1955" cy="1524"/>
            </a:xfrm>
            <a:prstGeom prst="rect">
              <a:avLst/>
            </a:prstGeom>
          </p:spPr>
        </p:pic>
        <p:sp>
          <p:nvSpPr>
            <p:cNvPr id="41" name="Kimate circled colour correction 41"/>
            <p:cNvSpPr/>
            <p:nvPr/>
          </p:nvSpPr>
          <p:spPr>
            <a:xfrm>
              <a:off x="1880" y="2820"/>
              <a:ext cx="1955" cy="1524"/>
            </a:xfrm>
            <a:custGeom>
              <a:avLst/>
              <a:gdLst/>
              <a:ahLst/>
              <a:cxnLst/>
              <a:rect l="0" t="0" r="r" b="b"/>
              <a:pathLst>
                <a:path w="1000000" h="1000000" stroke="0" extrusionOk="0">
                  <a:moveTo>
                    <a:pt x="0" y="0"/>
                  </a:moveTo>
                  <a:lnTo>
                    <a:pt x="1000000" y="0"/>
                  </a:lnTo>
                  <a:lnTo>
                    <a:pt x="1000000" y="1071"/>
                  </a:lnTo>
                  <a:lnTo>
                    <a:pt x="0" y="1071"/>
                  </a:lnTo>
                  <a:close/>
                  <a:moveTo>
                    <a:pt x="0" y="1071"/>
                  </a:moveTo>
                  <a:lnTo>
                    <a:pt x="753792" y="1071"/>
                  </a:lnTo>
                  <a:lnTo>
                    <a:pt x="753792" y="2141"/>
                  </a:lnTo>
                  <a:lnTo>
                    <a:pt x="0" y="2141"/>
                  </a:lnTo>
                  <a:close/>
                  <a:moveTo>
                    <a:pt x="754627" y="1071"/>
                  </a:moveTo>
                  <a:lnTo>
                    <a:pt x="1000000" y="1071"/>
                  </a:lnTo>
                  <a:lnTo>
                    <a:pt x="1000000" y="3212"/>
                  </a:lnTo>
                  <a:lnTo>
                    <a:pt x="754627" y="3212"/>
                  </a:lnTo>
                  <a:close/>
                  <a:moveTo>
                    <a:pt x="0" y="2141"/>
                  </a:moveTo>
                  <a:lnTo>
                    <a:pt x="752957" y="2141"/>
                  </a:lnTo>
                  <a:lnTo>
                    <a:pt x="752957" y="5353"/>
                  </a:lnTo>
                  <a:lnTo>
                    <a:pt x="0" y="5353"/>
                  </a:lnTo>
                  <a:close/>
                  <a:moveTo>
                    <a:pt x="0" y="5353"/>
                  </a:moveTo>
                  <a:lnTo>
                    <a:pt x="752122" y="5353"/>
                  </a:lnTo>
                  <a:lnTo>
                    <a:pt x="752122" y="6424"/>
                  </a:lnTo>
                  <a:lnTo>
                    <a:pt x="0" y="6424"/>
                  </a:lnTo>
                  <a:close/>
                  <a:moveTo>
                    <a:pt x="0" y="6424"/>
                  </a:moveTo>
                  <a:lnTo>
                    <a:pt x="750452" y="6424"/>
                  </a:lnTo>
                  <a:lnTo>
                    <a:pt x="750452" y="9636"/>
                  </a:lnTo>
                  <a:lnTo>
                    <a:pt x="0" y="9636"/>
                  </a:lnTo>
                  <a:close/>
                  <a:moveTo>
                    <a:pt x="0" y="9636"/>
                  </a:moveTo>
                  <a:lnTo>
                    <a:pt x="749618" y="9636"/>
                  </a:lnTo>
                  <a:lnTo>
                    <a:pt x="749618" y="10707"/>
                  </a:lnTo>
                  <a:lnTo>
                    <a:pt x="0" y="10707"/>
                  </a:lnTo>
                  <a:close/>
                  <a:moveTo>
                    <a:pt x="0" y="10707"/>
                  </a:moveTo>
                  <a:lnTo>
                    <a:pt x="748783" y="10707"/>
                  </a:lnTo>
                  <a:lnTo>
                    <a:pt x="748783" y="11777"/>
                  </a:lnTo>
                  <a:lnTo>
                    <a:pt x="0" y="11777"/>
                  </a:lnTo>
                  <a:close/>
                  <a:moveTo>
                    <a:pt x="0" y="11777"/>
                  </a:moveTo>
                  <a:lnTo>
                    <a:pt x="747948" y="11777"/>
                  </a:lnTo>
                  <a:lnTo>
                    <a:pt x="747948" y="12848"/>
                  </a:lnTo>
                  <a:lnTo>
                    <a:pt x="0" y="12848"/>
                  </a:lnTo>
                  <a:close/>
                  <a:moveTo>
                    <a:pt x="0" y="12848"/>
                  </a:moveTo>
                  <a:lnTo>
                    <a:pt x="747113" y="12848"/>
                  </a:lnTo>
                  <a:lnTo>
                    <a:pt x="747113" y="13919"/>
                  </a:lnTo>
                  <a:lnTo>
                    <a:pt x="0" y="13919"/>
                  </a:lnTo>
                  <a:close/>
                  <a:moveTo>
                    <a:pt x="0" y="13919"/>
                  </a:moveTo>
                  <a:lnTo>
                    <a:pt x="745443" y="13919"/>
                  </a:lnTo>
                  <a:lnTo>
                    <a:pt x="745443" y="16060"/>
                  </a:lnTo>
                  <a:lnTo>
                    <a:pt x="0" y="16060"/>
                  </a:lnTo>
                  <a:close/>
                  <a:moveTo>
                    <a:pt x="0" y="16060"/>
                  </a:moveTo>
                  <a:lnTo>
                    <a:pt x="743774" y="16060"/>
                  </a:lnTo>
                  <a:lnTo>
                    <a:pt x="743774" y="17131"/>
                  </a:lnTo>
                  <a:lnTo>
                    <a:pt x="0" y="17131"/>
                  </a:lnTo>
                  <a:close/>
                  <a:moveTo>
                    <a:pt x="0" y="17131"/>
                  </a:moveTo>
                  <a:lnTo>
                    <a:pt x="742104" y="17131"/>
                  </a:lnTo>
                  <a:lnTo>
                    <a:pt x="742104" y="19272"/>
                  </a:lnTo>
                  <a:lnTo>
                    <a:pt x="0" y="19272"/>
                  </a:lnTo>
                  <a:close/>
                  <a:moveTo>
                    <a:pt x="0" y="19272"/>
                  </a:moveTo>
                  <a:lnTo>
                    <a:pt x="244539" y="19272"/>
                  </a:lnTo>
                  <a:lnTo>
                    <a:pt x="244539" y="20343"/>
                  </a:lnTo>
                  <a:lnTo>
                    <a:pt x="0" y="20343"/>
                  </a:lnTo>
                  <a:close/>
                  <a:moveTo>
                    <a:pt x="245373" y="19272"/>
                  </a:moveTo>
                  <a:lnTo>
                    <a:pt x="741269" y="19272"/>
                  </a:lnTo>
                  <a:lnTo>
                    <a:pt x="741269" y="20343"/>
                  </a:lnTo>
                  <a:lnTo>
                    <a:pt x="245373" y="20343"/>
                  </a:lnTo>
                  <a:close/>
                  <a:moveTo>
                    <a:pt x="0" y="20343"/>
                  </a:moveTo>
                  <a:lnTo>
                    <a:pt x="240364" y="20343"/>
                  </a:lnTo>
                  <a:lnTo>
                    <a:pt x="240364" y="21413"/>
                  </a:lnTo>
                  <a:lnTo>
                    <a:pt x="0" y="21413"/>
                  </a:lnTo>
                  <a:close/>
                  <a:moveTo>
                    <a:pt x="246208" y="20343"/>
                  </a:moveTo>
                  <a:lnTo>
                    <a:pt x="738765" y="20343"/>
                  </a:lnTo>
                  <a:lnTo>
                    <a:pt x="738765" y="21413"/>
                  </a:lnTo>
                  <a:lnTo>
                    <a:pt x="246208" y="21413"/>
                  </a:lnTo>
                  <a:close/>
                  <a:moveTo>
                    <a:pt x="755461" y="3212"/>
                  </a:moveTo>
                  <a:lnTo>
                    <a:pt x="1000000" y="3212"/>
                  </a:lnTo>
                  <a:lnTo>
                    <a:pt x="1000000" y="22484"/>
                  </a:lnTo>
                  <a:lnTo>
                    <a:pt x="755461" y="22484"/>
                  </a:lnTo>
                  <a:close/>
                  <a:moveTo>
                    <a:pt x="246208" y="21413"/>
                  </a:moveTo>
                  <a:lnTo>
                    <a:pt x="737095" y="21413"/>
                  </a:lnTo>
                  <a:lnTo>
                    <a:pt x="737095" y="22484"/>
                  </a:lnTo>
                  <a:lnTo>
                    <a:pt x="246208" y="22484"/>
                  </a:lnTo>
                  <a:close/>
                  <a:moveTo>
                    <a:pt x="0" y="21413"/>
                  </a:moveTo>
                  <a:lnTo>
                    <a:pt x="239529" y="21413"/>
                  </a:lnTo>
                  <a:lnTo>
                    <a:pt x="239529" y="22484"/>
                  </a:lnTo>
                  <a:lnTo>
                    <a:pt x="0" y="22484"/>
                  </a:lnTo>
                  <a:close/>
                  <a:moveTo>
                    <a:pt x="244539" y="22484"/>
                  </a:moveTo>
                  <a:lnTo>
                    <a:pt x="736260" y="22484"/>
                  </a:lnTo>
                  <a:lnTo>
                    <a:pt x="736260" y="23555"/>
                  </a:lnTo>
                  <a:lnTo>
                    <a:pt x="244539" y="23555"/>
                  </a:lnTo>
                  <a:close/>
                  <a:moveTo>
                    <a:pt x="0" y="22484"/>
                  </a:moveTo>
                  <a:lnTo>
                    <a:pt x="237860" y="22484"/>
                  </a:lnTo>
                  <a:lnTo>
                    <a:pt x="237860" y="23555"/>
                  </a:lnTo>
                  <a:lnTo>
                    <a:pt x="0" y="23555"/>
                  </a:lnTo>
                  <a:close/>
                  <a:moveTo>
                    <a:pt x="243704" y="23555"/>
                  </a:moveTo>
                  <a:lnTo>
                    <a:pt x="731251" y="23555"/>
                  </a:lnTo>
                  <a:lnTo>
                    <a:pt x="731251" y="24625"/>
                  </a:lnTo>
                  <a:lnTo>
                    <a:pt x="243704" y="24625"/>
                  </a:lnTo>
                  <a:close/>
                  <a:moveTo>
                    <a:pt x="0" y="23555"/>
                  </a:moveTo>
                  <a:lnTo>
                    <a:pt x="234520" y="23555"/>
                  </a:lnTo>
                  <a:lnTo>
                    <a:pt x="234520" y="24625"/>
                  </a:lnTo>
                  <a:lnTo>
                    <a:pt x="0" y="24625"/>
                  </a:lnTo>
                  <a:close/>
                  <a:moveTo>
                    <a:pt x="725407" y="24625"/>
                  </a:moveTo>
                  <a:lnTo>
                    <a:pt x="727912" y="24625"/>
                  </a:lnTo>
                  <a:lnTo>
                    <a:pt x="727912" y="25696"/>
                  </a:lnTo>
                  <a:lnTo>
                    <a:pt x="725407" y="25696"/>
                  </a:lnTo>
                  <a:close/>
                  <a:moveTo>
                    <a:pt x="0" y="24625"/>
                  </a:moveTo>
                  <a:lnTo>
                    <a:pt x="232851" y="24625"/>
                  </a:lnTo>
                  <a:lnTo>
                    <a:pt x="232851" y="25696"/>
                  </a:lnTo>
                  <a:lnTo>
                    <a:pt x="0" y="25696"/>
                  </a:lnTo>
                  <a:close/>
                  <a:moveTo>
                    <a:pt x="243704" y="24625"/>
                  </a:moveTo>
                  <a:lnTo>
                    <a:pt x="724572" y="24625"/>
                  </a:lnTo>
                  <a:lnTo>
                    <a:pt x="724572" y="25696"/>
                  </a:lnTo>
                  <a:lnTo>
                    <a:pt x="243704" y="25696"/>
                  </a:lnTo>
                  <a:close/>
                  <a:moveTo>
                    <a:pt x="0" y="25696"/>
                  </a:moveTo>
                  <a:lnTo>
                    <a:pt x="231181" y="25696"/>
                  </a:lnTo>
                  <a:lnTo>
                    <a:pt x="231181" y="26767"/>
                  </a:lnTo>
                  <a:lnTo>
                    <a:pt x="0" y="26767"/>
                  </a:lnTo>
                  <a:close/>
                  <a:moveTo>
                    <a:pt x="242869" y="25696"/>
                  </a:moveTo>
                  <a:lnTo>
                    <a:pt x="722068" y="25696"/>
                  </a:lnTo>
                  <a:lnTo>
                    <a:pt x="722068" y="26767"/>
                  </a:lnTo>
                  <a:lnTo>
                    <a:pt x="242869" y="26767"/>
                  </a:lnTo>
                  <a:close/>
                  <a:moveTo>
                    <a:pt x="242034" y="26767"/>
                  </a:moveTo>
                  <a:lnTo>
                    <a:pt x="717894" y="26767"/>
                  </a:lnTo>
                  <a:lnTo>
                    <a:pt x="717894" y="27837"/>
                  </a:lnTo>
                  <a:lnTo>
                    <a:pt x="242034" y="27837"/>
                  </a:lnTo>
                  <a:close/>
                  <a:moveTo>
                    <a:pt x="0" y="26767"/>
                  </a:moveTo>
                  <a:lnTo>
                    <a:pt x="228677" y="26767"/>
                  </a:lnTo>
                  <a:lnTo>
                    <a:pt x="228677" y="27837"/>
                  </a:lnTo>
                  <a:lnTo>
                    <a:pt x="0" y="27837"/>
                  </a:lnTo>
                  <a:close/>
                  <a:moveTo>
                    <a:pt x="754627" y="22484"/>
                  </a:moveTo>
                  <a:lnTo>
                    <a:pt x="1000000" y="22484"/>
                  </a:lnTo>
                  <a:lnTo>
                    <a:pt x="1000000" y="27837"/>
                  </a:lnTo>
                  <a:lnTo>
                    <a:pt x="754627" y="27837"/>
                  </a:lnTo>
                  <a:close/>
                  <a:moveTo>
                    <a:pt x="754627" y="27837"/>
                  </a:moveTo>
                  <a:lnTo>
                    <a:pt x="772993" y="27837"/>
                  </a:lnTo>
                  <a:lnTo>
                    <a:pt x="772993" y="28908"/>
                  </a:lnTo>
                  <a:lnTo>
                    <a:pt x="754627" y="28908"/>
                  </a:lnTo>
                  <a:close/>
                  <a:moveTo>
                    <a:pt x="775498" y="27837"/>
                  </a:moveTo>
                  <a:lnTo>
                    <a:pt x="1000000" y="27837"/>
                  </a:lnTo>
                  <a:lnTo>
                    <a:pt x="1000000" y="28908"/>
                  </a:lnTo>
                  <a:lnTo>
                    <a:pt x="775498" y="28908"/>
                  </a:lnTo>
                  <a:close/>
                  <a:moveTo>
                    <a:pt x="241199" y="27837"/>
                  </a:moveTo>
                  <a:lnTo>
                    <a:pt x="714554" y="27837"/>
                  </a:lnTo>
                  <a:lnTo>
                    <a:pt x="714554" y="28908"/>
                  </a:lnTo>
                  <a:lnTo>
                    <a:pt x="241199" y="28908"/>
                  </a:lnTo>
                  <a:close/>
                  <a:moveTo>
                    <a:pt x="0" y="27837"/>
                  </a:moveTo>
                  <a:lnTo>
                    <a:pt x="214484" y="27837"/>
                  </a:lnTo>
                  <a:lnTo>
                    <a:pt x="214484" y="28908"/>
                  </a:lnTo>
                  <a:lnTo>
                    <a:pt x="0" y="28908"/>
                  </a:lnTo>
                  <a:close/>
                  <a:moveTo>
                    <a:pt x="216154" y="27837"/>
                  </a:moveTo>
                  <a:lnTo>
                    <a:pt x="227842" y="27837"/>
                  </a:lnTo>
                  <a:lnTo>
                    <a:pt x="227842" y="28908"/>
                  </a:lnTo>
                  <a:lnTo>
                    <a:pt x="216154" y="28908"/>
                  </a:lnTo>
                  <a:close/>
                  <a:moveTo>
                    <a:pt x="0" y="28908"/>
                  </a:moveTo>
                  <a:lnTo>
                    <a:pt x="227007" y="28908"/>
                  </a:lnTo>
                  <a:lnTo>
                    <a:pt x="227007" y="29979"/>
                  </a:lnTo>
                  <a:lnTo>
                    <a:pt x="0" y="29979"/>
                  </a:lnTo>
                  <a:close/>
                  <a:moveTo>
                    <a:pt x="774663" y="28908"/>
                  </a:moveTo>
                  <a:lnTo>
                    <a:pt x="1000000" y="28908"/>
                  </a:lnTo>
                  <a:lnTo>
                    <a:pt x="1000000" y="29979"/>
                  </a:lnTo>
                  <a:lnTo>
                    <a:pt x="774663" y="29979"/>
                  </a:lnTo>
                  <a:close/>
                  <a:moveTo>
                    <a:pt x="754627" y="28908"/>
                  </a:moveTo>
                  <a:lnTo>
                    <a:pt x="772158" y="28908"/>
                  </a:lnTo>
                  <a:lnTo>
                    <a:pt x="772158" y="29979"/>
                  </a:lnTo>
                  <a:lnTo>
                    <a:pt x="754627" y="29979"/>
                  </a:lnTo>
                  <a:close/>
                  <a:moveTo>
                    <a:pt x="240364" y="28908"/>
                  </a:moveTo>
                  <a:lnTo>
                    <a:pt x="712885" y="28908"/>
                  </a:lnTo>
                  <a:lnTo>
                    <a:pt x="712885" y="29979"/>
                  </a:lnTo>
                  <a:lnTo>
                    <a:pt x="240364" y="29979"/>
                  </a:lnTo>
                  <a:close/>
                  <a:moveTo>
                    <a:pt x="754627" y="29979"/>
                  </a:moveTo>
                  <a:lnTo>
                    <a:pt x="771323" y="29979"/>
                  </a:lnTo>
                  <a:lnTo>
                    <a:pt x="771323" y="31049"/>
                  </a:lnTo>
                  <a:lnTo>
                    <a:pt x="754627" y="31049"/>
                  </a:lnTo>
                  <a:close/>
                  <a:moveTo>
                    <a:pt x="240364" y="29979"/>
                  </a:moveTo>
                  <a:lnTo>
                    <a:pt x="709545" y="29979"/>
                  </a:lnTo>
                  <a:lnTo>
                    <a:pt x="709545" y="31049"/>
                  </a:lnTo>
                  <a:lnTo>
                    <a:pt x="240364" y="31049"/>
                  </a:lnTo>
                  <a:close/>
                  <a:moveTo>
                    <a:pt x="0" y="29979"/>
                  </a:moveTo>
                  <a:lnTo>
                    <a:pt x="225337" y="29979"/>
                  </a:lnTo>
                  <a:lnTo>
                    <a:pt x="225337" y="31049"/>
                  </a:lnTo>
                  <a:lnTo>
                    <a:pt x="0" y="31049"/>
                  </a:lnTo>
                  <a:close/>
                  <a:moveTo>
                    <a:pt x="200292" y="31049"/>
                  </a:moveTo>
                  <a:lnTo>
                    <a:pt x="210310" y="31049"/>
                  </a:lnTo>
                  <a:lnTo>
                    <a:pt x="210310" y="32120"/>
                  </a:lnTo>
                  <a:lnTo>
                    <a:pt x="200292" y="32120"/>
                  </a:lnTo>
                  <a:close/>
                  <a:moveTo>
                    <a:pt x="212815" y="31049"/>
                  </a:moveTo>
                  <a:lnTo>
                    <a:pt x="222833" y="31049"/>
                  </a:lnTo>
                  <a:lnTo>
                    <a:pt x="222833" y="32120"/>
                  </a:lnTo>
                  <a:lnTo>
                    <a:pt x="212815" y="32120"/>
                  </a:lnTo>
                  <a:close/>
                  <a:moveTo>
                    <a:pt x="239529" y="31049"/>
                  </a:moveTo>
                  <a:lnTo>
                    <a:pt x="706206" y="31049"/>
                  </a:lnTo>
                  <a:lnTo>
                    <a:pt x="706206" y="32120"/>
                  </a:lnTo>
                  <a:lnTo>
                    <a:pt x="239529" y="32120"/>
                  </a:lnTo>
                  <a:close/>
                  <a:moveTo>
                    <a:pt x="0" y="31049"/>
                  </a:moveTo>
                  <a:lnTo>
                    <a:pt x="198622" y="31049"/>
                  </a:lnTo>
                  <a:lnTo>
                    <a:pt x="198622" y="32120"/>
                  </a:lnTo>
                  <a:lnTo>
                    <a:pt x="0" y="32120"/>
                  </a:lnTo>
                  <a:close/>
                  <a:moveTo>
                    <a:pt x="753792" y="31049"/>
                  </a:moveTo>
                  <a:lnTo>
                    <a:pt x="770489" y="31049"/>
                  </a:lnTo>
                  <a:lnTo>
                    <a:pt x="770489" y="32120"/>
                  </a:lnTo>
                  <a:lnTo>
                    <a:pt x="753792" y="32120"/>
                  </a:lnTo>
                  <a:close/>
                  <a:moveTo>
                    <a:pt x="0" y="32120"/>
                  </a:moveTo>
                  <a:lnTo>
                    <a:pt x="221998" y="32120"/>
                  </a:lnTo>
                  <a:lnTo>
                    <a:pt x="221998" y="33191"/>
                  </a:lnTo>
                  <a:lnTo>
                    <a:pt x="0" y="33191"/>
                  </a:lnTo>
                  <a:close/>
                  <a:moveTo>
                    <a:pt x="753792" y="32120"/>
                  </a:moveTo>
                  <a:lnTo>
                    <a:pt x="769654" y="32120"/>
                  </a:lnTo>
                  <a:lnTo>
                    <a:pt x="769654" y="33191"/>
                  </a:lnTo>
                  <a:lnTo>
                    <a:pt x="753792" y="33191"/>
                  </a:lnTo>
                  <a:close/>
                  <a:moveTo>
                    <a:pt x="238695" y="32120"/>
                  </a:moveTo>
                  <a:lnTo>
                    <a:pt x="705371" y="32120"/>
                  </a:lnTo>
                  <a:lnTo>
                    <a:pt x="705371" y="33191"/>
                  </a:lnTo>
                  <a:lnTo>
                    <a:pt x="238695" y="33191"/>
                  </a:lnTo>
                  <a:close/>
                  <a:moveTo>
                    <a:pt x="0" y="33191"/>
                  </a:moveTo>
                  <a:lnTo>
                    <a:pt x="221163" y="33191"/>
                  </a:lnTo>
                  <a:lnTo>
                    <a:pt x="221163" y="34261"/>
                  </a:lnTo>
                  <a:lnTo>
                    <a:pt x="0" y="34261"/>
                  </a:lnTo>
                  <a:close/>
                  <a:moveTo>
                    <a:pt x="773828" y="29979"/>
                  </a:moveTo>
                  <a:lnTo>
                    <a:pt x="1000000" y="29979"/>
                  </a:lnTo>
                  <a:lnTo>
                    <a:pt x="1000000" y="34261"/>
                  </a:lnTo>
                  <a:lnTo>
                    <a:pt x="773828" y="34261"/>
                  </a:lnTo>
                  <a:close/>
                  <a:moveTo>
                    <a:pt x="237860" y="33191"/>
                  </a:moveTo>
                  <a:lnTo>
                    <a:pt x="702866" y="33191"/>
                  </a:lnTo>
                  <a:lnTo>
                    <a:pt x="702866" y="34261"/>
                  </a:lnTo>
                  <a:lnTo>
                    <a:pt x="237860" y="34261"/>
                  </a:lnTo>
                  <a:close/>
                  <a:moveTo>
                    <a:pt x="752957" y="33191"/>
                  </a:moveTo>
                  <a:lnTo>
                    <a:pt x="769654" y="33191"/>
                  </a:lnTo>
                  <a:lnTo>
                    <a:pt x="769654" y="34261"/>
                  </a:lnTo>
                  <a:lnTo>
                    <a:pt x="752957" y="34261"/>
                  </a:lnTo>
                  <a:close/>
                  <a:moveTo>
                    <a:pt x="752122" y="34261"/>
                  </a:moveTo>
                  <a:lnTo>
                    <a:pt x="767984" y="34261"/>
                  </a:lnTo>
                  <a:lnTo>
                    <a:pt x="767984" y="35332"/>
                  </a:lnTo>
                  <a:lnTo>
                    <a:pt x="752122" y="35332"/>
                  </a:lnTo>
                  <a:close/>
                  <a:moveTo>
                    <a:pt x="208640" y="34261"/>
                  </a:moveTo>
                  <a:lnTo>
                    <a:pt x="218658" y="34261"/>
                  </a:lnTo>
                  <a:lnTo>
                    <a:pt x="218658" y="35332"/>
                  </a:lnTo>
                  <a:lnTo>
                    <a:pt x="208640" y="35332"/>
                  </a:lnTo>
                  <a:close/>
                  <a:moveTo>
                    <a:pt x="196118" y="34261"/>
                  </a:moveTo>
                  <a:lnTo>
                    <a:pt x="206136" y="34261"/>
                  </a:lnTo>
                  <a:lnTo>
                    <a:pt x="206136" y="35332"/>
                  </a:lnTo>
                  <a:lnTo>
                    <a:pt x="196118" y="35332"/>
                  </a:lnTo>
                  <a:close/>
                  <a:moveTo>
                    <a:pt x="237860" y="34261"/>
                  </a:moveTo>
                  <a:lnTo>
                    <a:pt x="698692" y="34261"/>
                  </a:lnTo>
                  <a:lnTo>
                    <a:pt x="698692" y="35332"/>
                  </a:lnTo>
                  <a:lnTo>
                    <a:pt x="237860" y="35332"/>
                  </a:lnTo>
                  <a:close/>
                  <a:moveTo>
                    <a:pt x="0" y="34261"/>
                  </a:moveTo>
                  <a:lnTo>
                    <a:pt x="195283" y="34261"/>
                  </a:lnTo>
                  <a:lnTo>
                    <a:pt x="195283" y="35332"/>
                  </a:lnTo>
                  <a:lnTo>
                    <a:pt x="0" y="35332"/>
                  </a:lnTo>
                  <a:close/>
                  <a:moveTo>
                    <a:pt x="772993" y="34261"/>
                  </a:moveTo>
                  <a:lnTo>
                    <a:pt x="1000000" y="34261"/>
                  </a:lnTo>
                  <a:lnTo>
                    <a:pt x="1000000" y="35332"/>
                  </a:lnTo>
                  <a:lnTo>
                    <a:pt x="772993" y="35332"/>
                  </a:lnTo>
                  <a:close/>
                  <a:moveTo>
                    <a:pt x="207806" y="35332"/>
                  </a:moveTo>
                  <a:lnTo>
                    <a:pt x="217824" y="35332"/>
                  </a:lnTo>
                  <a:lnTo>
                    <a:pt x="217824" y="36403"/>
                  </a:lnTo>
                  <a:lnTo>
                    <a:pt x="207806" y="36403"/>
                  </a:lnTo>
                  <a:close/>
                  <a:moveTo>
                    <a:pt x="237860" y="35332"/>
                  </a:moveTo>
                  <a:lnTo>
                    <a:pt x="697023" y="35332"/>
                  </a:lnTo>
                  <a:lnTo>
                    <a:pt x="697023" y="36403"/>
                  </a:lnTo>
                  <a:lnTo>
                    <a:pt x="237860" y="36403"/>
                  </a:lnTo>
                  <a:close/>
                  <a:moveTo>
                    <a:pt x="772158" y="35332"/>
                  </a:moveTo>
                  <a:lnTo>
                    <a:pt x="1000000" y="35332"/>
                  </a:lnTo>
                  <a:lnTo>
                    <a:pt x="1000000" y="36403"/>
                  </a:lnTo>
                  <a:lnTo>
                    <a:pt x="772158" y="36403"/>
                  </a:lnTo>
                  <a:close/>
                  <a:moveTo>
                    <a:pt x="0" y="35332"/>
                  </a:moveTo>
                  <a:lnTo>
                    <a:pt x="206136" y="35332"/>
                  </a:lnTo>
                  <a:lnTo>
                    <a:pt x="206136" y="36403"/>
                  </a:lnTo>
                  <a:lnTo>
                    <a:pt x="0" y="36403"/>
                  </a:lnTo>
                  <a:close/>
                  <a:moveTo>
                    <a:pt x="752122" y="35332"/>
                  </a:moveTo>
                  <a:lnTo>
                    <a:pt x="767149" y="35332"/>
                  </a:lnTo>
                  <a:lnTo>
                    <a:pt x="767149" y="37473"/>
                  </a:lnTo>
                  <a:lnTo>
                    <a:pt x="752122" y="37473"/>
                  </a:lnTo>
                  <a:close/>
                  <a:moveTo>
                    <a:pt x="0" y="36403"/>
                  </a:moveTo>
                  <a:lnTo>
                    <a:pt x="204466" y="36403"/>
                  </a:lnTo>
                  <a:lnTo>
                    <a:pt x="204466" y="37473"/>
                  </a:lnTo>
                  <a:lnTo>
                    <a:pt x="0" y="37473"/>
                  </a:lnTo>
                  <a:close/>
                  <a:moveTo>
                    <a:pt x="237025" y="36403"/>
                  </a:moveTo>
                  <a:lnTo>
                    <a:pt x="695353" y="36403"/>
                  </a:lnTo>
                  <a:lnTo>
                    <a:pt x="695353" y="37473"/>
                  </a:lnTo>
                  <a:lnTo>
                    <a:pt x="237025" y="37473"/>
                  </a:lnTo>
                  <a:close/>
                  <a:moveTo>
                    <a:pt x="205301" y="36403"/>
                  </a:moveTo>
                  <a:lnTo>
                    <a:pt x="216989" y="36403"/>
                  </a:lnTo>
                  <a:lnTo>
                    <a:pt x="216989" y="37473"/>
                  </a:lnTo>
                  <a:lnTo>
                    <a:pt x="205301" y="37473"/>
                  </a:lnTo>
                  <a:close/>
                  <a:moveTo>
                    <a:pt x="752122" y="37473"/>
                  </a:moveTo>
                  <a:lnTo>
                    <a:pt x="765480" y="37473"/>
                  </a:lnTo>
                  <a:lnTo>
                    <a:pt x="765480" y="38544"/>
                  </a:lnTo>
                  <a:lnTo>
                    <a:pt x="752122" y="38544"/>
                  </a:lnTo>
                  <a:close/>
                  <a:moveTo>
                    <a:pt x="191944" y="37473"/>
                  </a:moveTo>
                  <a:lnTo>
                    <a:pt x="202796" y="37473"/>
                  </a:lnTo>
                  <a:lnTo>
                    <a:pt x="202796" y="38544"/>
                  </a:lnTo>
                  <a:lnTo>
                    <a:pt x="191944" y="38544"/>
                  </a:lnTo>
                  <a:close/>
                  <a:moveTo>
                    <a:pt x="205301" y="37473"/>
                  </a:moveTo>
                  <a:lnTo>
                    <a:pt x="215319" y="37473"/>
                  </a:lnTo>
                  <a:lnTo>
                    <a:pt x="215319" y="38544"/>
                  </a:lnTo>
                  <a:lnTo>
                    <a:pt x="205301" y="38544"/>
                  </a:lnTo>
                  <a:close/>
                  <a:moveTo>
                    <a:pt x="236190" y="37473"/>
                  </a:moveTo>
                  <a:lnTo>
                    <a:pt x="691179" y="37473"/>
                  </a:lnTo>
                  <a:lnTo>
                    <a:pt x="691179" y="38544"/>
                  </a:lnTo>
                  <a:lnTo>
                    <a:pt x="236190" y="38544"/>
                  </a:lnTo>
                  <a:close/>
                  <a:moveTo>
                    <a:pt x="0" y="37473"/>
                  </a:moveTo>
                  <a:lnTo>
                    <a:pt x="190274" y="37473"/>
                  </a:lnTo>
                  <a:lnTo>
                    <a:pt x="190274" y="39615"/>
                  </a:lnTo>
                  <a:lnTo>
                    <a:pt x="0" y="39615"/>
                  </a:lnTo>
                  <a:close/>
                  <a:moveTo>
                    <a:pt x="204466" y="38544"/>
                  </a:moveTo>
                  <a:lnTo>
                    <a:pt x="214484" y="38544"/>
                  </a:lnTo>
                  <a:lnTo>
                    <a:pt x="214484" y="39615"/>
                  </a:lnTo>
                  <a:lnTo>
                    <a:pt x="204466" y="39615"/>
                  </a:lnTo>
                  <a:close/>
                  <a:moveTo>
                    <a:pt x="191944" y="38544"/>
                  </a:moveTo>
                  <a:lnTo>
                    <a:pt x="201127" y="38544"/>
                  </a:lnTo>
                  <a:lnTo>
                    <a:pt x="201127" y="39615"/>
                  </a:lnTo>
                  <a:lnTo>
                    <a:pt x="191944" y="39615"/>
                  </a:lnTo>
                  <a:close/>
                  <a:moveTo>
                    <a:pt x="235355" y="38544"/>
                  </a:moveTo>
                  <a:lnTo>
                    <a:pt x="689509" y="38544"/>
                  </a:lnTo>
                  <a:lnTo>
                    <a:pt x="689509" y="39615"/>
                  </a:lnTo>
                  <a:lnTo>
                    <a:pt x="235355" y="39615"/>
                  </a:lnTo>
                  <a:close/>
                  <a:moveTo>
                    <a:pt x="0" y="39615"/>
                  </a:moveTo>
                  <a:lnTo>
                    <a:pt x="201127" y="39615"/>
                  </a:lnTo>
                  <a:lnTo>
                    <a:pt x="201127" y="40685"/>
                  </a:lnTo>
                  <a:lnTo>
                    <a:pt x="0" y="40685"/>
                  </a:lnTo>
                  <a:close/>
                  <a:moveTo>
                    <a:pt x="202796" y="39615"/>
                  </a:moveTo>
                  <a:lnTo>
                    <a:pt x="213649" y="39615"/>
                  </a:lnTo>
                  <a:lnTo>
                    <a:pt x="213649" y="40685"/>
                  </a:lnTo>
                  <a:lnTo>
                    <a:pt x="202796" y="40685"/>
                  </a:lnTo>
                  <a:close/>
                  <a:moveTo>
                    <a:pt x="771323" y="36403"/>
                  </a:moveTo>
                  <a:lnTo>
                    <a:pt x="1000000" y="36403"/>
                  </a:lnTo>
                  <a:lnTo>
                    <a:pt x="1000000" y="40685"/>
                  </a:lnTo>
                  <a:lnTo>
                    <a:pt x="771323" y="40685"/>
                  </a:lnTo>
                  <a:close/>
                  <a:moveTo>
                    <a:pt x="751287" y="38544"/>
                  </a:moveTo>
                  <a:lnTo>
                    <a:pt x="764645" y="38544"/>
                  </a:lnTo>
                  <a:lnTo>
                    <a:pt x="764645" y="40685"/>
                  </a:lnTo>
                  <a:lnTo>
                    <a:pt x="751287" y="40685"/>
                  </a:lnTo>
                  <a:close/>
                  <a:moveTo>
                    <a:pt x="235355" y="39615"/>
                  </a:moveTo>
                  <a:lnTo>
                    <a:pt x="688674" y="39615"/>
                  </a:lnTo>
                  <a:lnTo>
                    <a:pt x="688674" y="40685"/>
                  </a:lnTo>
                  <a:lnTo>
                    <a:pt x="235355" y="40685"/>
                  </a:lnTo>
                  <a:close/>
                  <a:moveTo>
                    <a:pt x="201962" y="40685"/>
                  </a:moveTo>
                  <a:lnTo>
                    <a:pt x="212815" y="40685"/>
                  </a:lnTo>
                  <a:lnTo>
                    <a:pt x="212815" y="41756"/>
                  </a:lnTo>
                  <a:lnTo>
                    <a:pt x="201962" y="41756"/>
                  </a:lnTo>
                  <a:close/>
                  <a:moveTo>
                    <a:pt x="750452" y="40685"/>
                  </a:moveTo>
                  <a:lnTo>
                    <a:pt x="763810" y="40685"/>
                  </a:lnTo>
                  <a:lnTo>
                    <a:pt x="763810" y="41756"/>
                  </a:lnTo>
                  <a:lnTo>
                    <a:pt x="750452" y="41756"/>
                  </a:lnTo>
                  <a:close/>
                  <a:moveTo>
                    <a:pt x="0" y="40685"/>
                  </a:moveTo>
                  <a:lnTo>
                    <a:pt x="186934" y="40685"/>
                  </a:lnTo>
                  <a:lnTo>
                    <a:pt x="186934" y="41756"/>
                  </a:lnTo>
                  <a:lnTo>
                    <a:pt x="0" y="41756"/>
                  </a:lnTo>
                  <a:close/>
                  <a:moveTo>
                    <a:pt x="235355" y="40685"/>
                  </a:moveTo>
                  <a:lnTo>
                    <a:pt x="684500" y="40685"/>
                  </a:lnTo>
                  <a:lnTo>
                    <a:pt x="684500" y="41756"/>
                  </a:lnTo>
                  <a:lnTo>
                    <a:pt x="235355" y="41756"/>
                  </a:lnTo>
                  <a:close/>
                  <a:moveTo>
                    <a:pt x="188604" y="40685"/>
                  </a:moveTo>
                  <a:lnTo>
                    <a:pt x="199457" y="40685"/>
                  </a:lnTo>
                  <a:lnTo>
                    <a:pt x="199457" y="41756"/>
                  </a:lnTo>
                  <a:lnTo>
                    <a:pt x="188604" y="41756"/>
                  </a:lnTo>
                  <a:close/>
                  <a:moveTo>
                    <a:pt x="201962" y="41756"/>
                  </a:moveTo>
                  <a:lnTo>
                    <a:pt x="211145" y="41756"/>
                  </a:lnTo>
                  <a:lnTo>
                    <a:pt x="211145" y="42827"/>
                  </a:lnTo>
                  <a:lnTo>
                    <a:pt x="201962" y="42827"/>
                  </a:lnTo>
                  <a:close/>
                  <a:moveTo>
                    <a:pt x="234520" y="41756"/>
                  </a:moveTo>
                  <a:lnTo>
                    <a:pt x="681161" y="41756"/>
                  </a:lnTo>
                  <a:lnTo>
                    <a:pt x="681161" y="42827"/>
                  </a:lnTo>
                  <a:lnTo>
                    <a:pt x="234520" y="42827"/>
                  </a:lnTo>
                  <a:close/>
                  <a:moveTo>
                    <a:pt x="770489" y="40685"/>
                  </a:moveTo>
                  <a:lnTo>
                    <a:pt x="1000000" y="40685"/>
                  </a:lnTo>
                  <a:lnTo>
                    <a:pt x="1000000" y="42827"/>
                  </a:lnTo>
                  <a:lnTo>
                    <a:pt x="770489" y="42827"/>
                  </a:lnTo>
                  <a:close/>
                  <a:moveTo>
                    <a:pt x="749618" y="41756"/>
                  </a:moveTo>
                  <a:lnTo>
                    <a:pt x="762975" y="41756"/>
                  </a:lnTo>
                  <a:lnTo>
                    <a:pt x="762975" y="42827"/>
                  </a:lnTo>
                  <a:lnTo>
                    <a:pt x="749618" y="42827"/>
                  </a:lnTo>
                  <a:close/>
                  <a:moveTo>
                    <a:pt x="188604" y="41756"/>
                  </a:moveTo>
                  <a:lnTo>
                    <a:pt x="198622" y="41756"/>
                  </a:lnTo>
                  <a:lnTo>
                    <a:pt x="198622" y="42827"/>
                  </a:lnTo>
                  <a:lnTo>
                    <a:pt x="188604" y="42827"/>
                  </a:lnTo>
                  <a:close/>
                  <a:moveTo>
                    <a:pt x="200292" y="42827"/>
                  </a:moveTo>
                  <a:lnTo>
                    <a:pt x="211145" y="42827"/>
                  </a:lnTo>
                  <a:lnTo>
                    <a:pt x="211145" y="43897"/>
                  </a:lnTo>
                  <a:lnTo>
                    <a:pt x="200292" y="43897"/>
                  </a:lnTo>
                  <a:close/>
                  <a:moveTo>
                    <a:pt x="769654" y="42827"/>
                  </a:moveTo>
                  <a:lnTo>
                    <a:pt x="1000000" y="42827"/>
                  </a:lnTo>
                  <a:lnTo>
                    <a:pt x="1000000" y="43897"/>
                  </a:lnTo>
                  <a:lnTo>
                    <a:pt x="769654" y="43897"/>
                  </a:lnTo>
                  <a:close/>
                  <a:moveTo>
                    <a:pt x="749618" y="42827"/>
                  </a:moveTo>
                  <a:lnTo>
                    <a:pt x="762140" y="42827"/>
                  </a:lnTo>
                  <a:lnTo>
                    <a:pt x="762140" y="43897"/>
                  </a:lnTo>
                  <a:lnTo>
                    <a:pt x="749618" y="43897"/>
                  </a:lnTo>
                  <a:close/>
                  <a:moveTo>
                    <a:pt x="233686" y="42827"/>
                  </a:moveTo>
                  <a:lnTo>
                    <a:pt x="680326" y="42827"/>
                  </a:lnTo>
                  <a:lnTo>
                    <a:pt x="680326" y="43897"/>
                  </a:lnTo>
                  <a:lnTo>
                    <a:pt x="233686" y="43897"/>
                  </a:lnTo>
                  <a:close/>
                  <a:moveTo>
                    <a:pt x="0" y="41756"/>
                  </a:moveTo>
                  <a:lnTo>
                    <a:pt x="186100" y="41756"/>
                  </a:lnTo>
                  <a:lnTo>
                    <a:pt x="186100" y="43897"/>
                  </a:lnTo>
                  <a:lnTo>
                    <a:pt x="0" y="43897"/>
                  </a:lnTo>
                  <a:close/>
                  <a:moveTo>
                    <a:pt x="187769" y="42827"/>
                  </a:moveTo>
                  <a:lnTo>
                    <a:pt x="197787" y="42827"/>
                  </a:lnTo>
                  <a:lnTo>
                    <a:pt x="197787" y="43897"/>
                  </a:lnTo>
                  <a:lnTo>
                    <a:pt x="187769" y="43897"/>
                  </a:lnTo>
                  <a:close/>
                  <a:moveTo>
                    <a:pt x="0" y="43897"/>
                  </a:moveTo>
                  <a:lnTo>
                    <a:pt x="184430" y="43897"/>
                  </a:lnTo>
                  <a:lnTo>
                    <a:pt x="184430" y="44968"/>
                  </a:lnTo>
                  <a:lnTo>
                    <a:pt x="0" y="44968"/>
                  </a:lnTo>
                  <a:close/>
                  <a:moveTo>
                    <a:pt x="198622" y="43897"/>
                  </a:moveTo>
                  <a:lnTo>
                    <a:pt x="209475" y="43897"/>
                  </a:lnTo>
                  <a:lnTo>
                    <a:pt x="209475" y="44968"/>
                  </a:lnTo>
                  <a:lnTo>
                    <a:pt x="198622" y="44968"/>
                  </a:lnTo>
                  <a:close/>
                  <a:moveTo>
                    <a:pt x="232851" y="43897"/>
                  </a:moveTo>
                  <a:lnTo>
                    <a:pt x="678656" y="43897"/>
                  </a:lnTo>
                  <a:lnTo>
                    <a:pt x="678656" y="44968"/>
                  </a:lnTo>
                  <a:lnTo>
                    <a:pt x="232851" y="44968"/>
                  </a:lnTo>
                  <a:close/>
                  <a:moveTo>
                    <a:pt x="186100" y="43897"/>
                  </a:moveTo>
                  <a:lnTo>
                    <a:pt x="196118" y="43897"/>
                  </a:lnTo>
                  <a:lnTo>
                    <a:pt x="196118" y="44968"/>
                  </a:lnTo>
                  <a:lnTo>
                    <a:pt x="186100" y="44968"/>
                  </a:lnTo>
                  <a:close/>
                  <a:moveTo>
                    <a:pt x="749618" y="43897"/>
                  </a:moveTo>
                  <a:lnTo>
                    <a:pt x="761305" y="43897"/>
                  </a:lnTo>
                  <a:lnTo>
                    <a:pt x="761305" y="44968"/>
                  </a:lnTo>
                  <a:lnTo>
                    <a:pt x="749618" y="44968"/>
                  </a:lnTo>
                  <a:close/>
                  <a:moveTo>
                    <a:pt x="185265" y="44968"/>
                  </a:moveTo>
                  <a:lnTo>
                    <a:pt x="195283" y="44968"/>
                  </a:lnTo>
                  <a:lnTo>
                    <a:pt x="195283" y="46039"/>
                  </a:lnTo>
                  <a:lnTo>
                    <a:pt x="185265" y="46039"/>
                  </a:lnTo>
                  <a:close/>
                  <a:moveTo>
                    <a:pt x="197787" y="44968"/>
                  </a:moveTo>
                  <a:lnTo>
                    <a:pt x="208640" y="44968"/>
                  </a:lnTo>
                  <a:lnTo>
                    <a:pt x="208640" y="46039"/>
                  </a:lnTo>
                  <a:lnTo>
                    <a:pt x="197787" y="46039"/>
                  </a:lnTo>
                  <a:close/>
                  <a:moveTo>
                    <a:pt x="232851" y="44968"/>
                  </a:moveTo>
                  <a:lnTo>
                    <a:pt x="676152" y="44968"/>
                  </a:lnTo>
                  <a:lnTo>
                    <a:pt x="676152" y="46039"/>
                  </a:lnTo>
                  <a:lnTo>
                    <a:pt x="232851" y="46039"/>
                  </a:lnTo>
                  <a:close/>
                  <a:moveTo>
                    <a:pt x="0" y="44968"/>
                  </a:moveTo>
                  <a:lnTo>
                    <a:pt x="182760" y="44968"/>
                  </a:lnTo>
                  <a:lnTo>
                    <a:pt x="182760" y="46039"/>
                  </a:lnTo>
                  <a:lnTo>
                    <a:pt x="0" y="46039"/>
                  </a:lnTo>
                  <a:close/>
                  <a:moveTo>
                    <a:pt x="748783" y="44968"/>
                  </a:moveTo>
                  <a:lnTo>
                    <a:pt x="761305" y="44968"/>
                  </a:lnTo>
                  <a:lnTo>
                    <a:pt x="761305" y="46039"/>
                  </a:lnTo>
                  <a:lnTo>
                    <a:pt x="748783" y="46039"/>
                  </a:lnTo>
                  <a:close/>
                  <a:moveTo>
                    <a:pt x="747948" y="46039"/>
                  </a:moveTo>
                  <a:lnTo>
                    <a:pt x="760471" y="46039"/>
                  </a:lnTo>
                  <a:lnTo>
                    <a:pt x="760471" y="47109"/>
                  </a:lnTo>
                  <a:lnTo>
                    <a:pt x="747948" y="47109"/>
                  </a:lnTo>
                  <a:close/>
                  <a:moveTo>
                    <a:pt x="184430" y="46039"/>
                  </a:moveTo>
                  <a:lnTo>
                    <a:pt x="195283" y="46039"/>
                  </a:lnTo>
                  <a:lnTo>
                    <a:pt x="195283" y="47109"/>
                  </a:lnTo>
                  <a:lnTo>
                    <a:pt x="184430" y="47109"/>
                  </a:lnTo>
                  <a:close/>
                  <a:moveTo>
                    <a:pt x="232016" y="46039"/>
                  </a:moveTo>
                  <a:lnTo>
                    <a:pt x="675317" y="46039"/>
                  </a:lnTo>
                  <a:lnTo>
                    <a:pt x="675317" y="47109"/>
                  </a:lnTo>
                  <a:lnTo>
                    <a:pt x="232016" y="47109"/>
                  </a:lnTo>
                  <a:close/>
                  <a:moveTo>
                    <a:pt x="0" y="46039"/>
                  </a:moveTo>
                  <a:lnTo>
                    <a:pt x="181925" y="46039"/>
                  </a:lnTo>
                  <a:lnTo>
                    <a:pt x="181925" y="47109"/>
                  </a:lnTo>
                  <a:lnTo>
                    <a:pt x="0" y="47109"/>
                  </a:lnTo>
                  <a:close/>
                  <a:moveTo>
                    <a:pt x="196953" y="46039"/>
                  </a:moveTo>
                  <a:lnTo>
                    <a:pt x="207806" y="46039"/>
                  </a:lnTo>
                  <a:lnTo>
                    <a:pt x="207806" y="47109"/>
                  </a:lnTo>
                  <a:lnTo>
                    <a:pt x="196953" y="47109"/>
                  </a:lnTo>
                  <a:close/>
                  <a:moveTo>
                    <a:pt x="768819" y="43897"/>
                  </a:moveTo>
                  <a:lnTo>
                    <a:pt x="1000000" y="43897"/>
                  </a:lnTo>
                  <a:lnTo>
                    <a:pt x="1000000" y="48180"/>
                  </a:lnTo>
                  <a:lnTo>
                    <a:pt x="768819" y="48180"/>
                  </a:lnTo>
                  <a:close/>
                  <a:moveTo>
                    <a:pt x="183595" y="47109"/>
                  </a:moveTo>
                  <a:lnTo>
                    <a:pt x="193613" y="47109"/>
                  </a:lnTo>
                  <a:lnTo>
                    <a:pt x="193613" y="48180"/>
                  </a:lnTo>
                  <a:lnTo>
                    <a:pt x="183595" y="48180"/>
                  </a:lnTo>
                  <a:close/>
                  <a:moveTo>
                    <a:pt x="747113" y="47109"/>
                  </a:moveTo>
                  <a:lnTo>
                    <a:pt x="759636" y="47109"/>
                  </a:lnTo>
                  <a:lnTo>
                    <a:pt x="759636" y="48180"/>
                  </a:lnTo>
                  <a:lnTo>
                    <a:pt x="747113" y="48180"/>
                  </a:lnTo>
                  <a:close/>
                  <a:moveTo>
                    <a:pt x="196118" y="47109"/>
                  </a:moveTo>
                  <a:lnTo>
                    <a:pt x="206971" y="47109"/>
                  </a:lnTo>
                  <a:lnTo>
                    <a:pt x="206971" y="48180"/>
                  </a:lnTo>
                  <a:lnTo>
                    <a:pt x="196118" y="48180"/>
                  </a:lnTo>
                  <a:close/>
                  <a:moveTo>
                    <a:pt x="232016" y="47109"/>
                  </a:moveTo>
                  <a:lnTo>
                    <a:pt x="673647" y="47109"/>
                  </a:lnTo>
                  <a:lnTo>
                    <a:pt x="673647" y="48180"/>
                  </a:lnTo>
                  <a:lnTo>
                    <a:pt x="232016" y="48180"/>
                  </a:lnTo>
                  <a:close/>
                  <a:moveTo>
                    <a:pt x="0" y="47109"/>
                  </a:moveTo>
                  <a:lnTo>
                    <a:pt x="181091" y="47109"/>
                  </a:lnTo>
                  <a:lnTo>
                    <a:pt x="181091" y="48180"/>
                  </a:lnTo>
                  <a:lnTo>
                    <a:pt x="0" y="48180"/>
                  </a:lnTo>
                  <a:close/>
                  <a:moveTo>
                    <a:pt x="747113" y="48180"/>
                  </a:moveTo>
                  <a:lnTo>
                    <a:pt x="758801" y="48180"/>
                  </a:lnTo>
                  <a:lnTo>
                    <a:pt x="758801" y="49251"/>
                  </a:lnTo>
                  <a:lnTo>
                    <a:pt x="747113" y="49251"/>
                  </a:lnTo>
                  <a:close/>
                  <a:moveTo>
                    <a:pt x="0" y="48180"/>
                  </a:moveTo>
                  <a:lnTo>
                    <a:pt x="180256" y="48180"/>
                  </a:lnTo>
                  <a:lnTo>
                    <a:pt x="180256" y="49251"/>
                  </a:lnTo>
                  <a:lnTo>
                    <a:pt x="0" y="49251"/>
                  </a:lnTo>
                  <a:close/>
                  <a:moveTo>
                    <a:pt x="182760" y="48180"/>
                  </a:moveTo>
                  <a:lnTo>
                    <a:pt x="191944" y="48180"/>
                  </a:lnTo>
                  <a:lnTo>
                    <a:pt x="191944" y="49251"/>
                  </a:lnTo>
                  <a:lnTo>
                    <a:pt x="182760" y="49251"/>
                  </a:lnTo>
                  <a:close/>
                  <a:moveTo>
                    <a:pt x="232016" y="48180"/>
                  </a:moveTo>
                  <a:lnTo>
                    <a:pt x="670308" y="48180"/>
                  </a:lnTo>
                  <a:lnTo>
                    <a:pt x="670308" y="49251"/>
                  </a:lnTo>
                  <a:lnTo>
                    <a:pt x="232016" y="49251"/>
                  </a:lnTo>
                  <a:close/>
                  <a:moveTo>
                    <a:pt x="195283" y="48180"/>
                  </a:moveTo>
                  <a:lnTo>
                    <a:pt x="206136" y="48180"/>
                  </a:lnTo>
                  <a:lnTo>
                    <a:pt x="206136" y="49251"/>
                  </a:lnTo>
                  <a:lnTo>
                    <a:pt x="195283" y="49251"/>
                  </a:lnTo>
                  <a:close/>
                  <a:moveTo>
                    <a:pt x="232016" y="49251"/>
                  </a:moveTo>
                  <a:lnTo>
                    <a:pt x="669473" y="49251"/>
                  </a:lnTo>
                  <a:lnTo>
                    <a:pt x="669473" y="50321"/>
                  </a:lnTo>
                  <a:lnTo>
                    <a:pt x="232016" y="50321"/>
                  </a:lnTo>
                  <a:close/>
                  <a:moveTo>
                    <a:pt x="0" y="49251"/>
                  </a:moveTo>
                  <a:lnTo>
                    <a:pt x="179421" y="49251"/>
                  </a:lnTo>
                  <a:lnTo>
                    <a:pt x="179421" y="50321"/>
                  </a:lnTo>
                  <a:lnTo>
                    <a:pt x="0" y="50321"/>
                  </a:lnTo>
                  <a:close/>
                  <a:moveTo>
                    <a:pt x="194448" y="49251"/>
                  </a:moveTo>
                  <a:lnTo>
                    <a:pt x="205301" y="49251"/>
                  </a:lnTo>
                  <a:lnTo>
                    <a:pt x="205301" y="50321"/>
                  </a:lnTo>
                  <a:lnTo>
                    <a:pt x="194448" y="50321"/>
                  </a:lnTo>
                  <a:close/>
                  <a:moveTo>
                    <a:pt x="181925" y="49251"/>
                  </a:moveTo>
                  <a:lnTo>
                    <a:pt x="191109" y="49251"/>
                  </a:lnTo>
                  <a:lnTo>
                    <a:pt x="191109" y="50321"/>
                  </a:lnTo>
                  <a:lnTo>
                    <a:pt x="181925" y="50321"/>
                  </a:lnTo>
                  <a:close/>
                  <a:moveTo>
                    <a:pt x="746278" y="49251"/>
                  </a:moveTo>
                  <a:lnTo>
                    <a:pt x="758801" y="49251"/>
                  </a:lnTo>
                  <a:lnTo>
                    <a:pt x="758801" y="50321"/>
                  </a:lnTo>
                  <a:lnTo>
                    <a:pt x="746278" y="50321"/>
                  </a:lnTo>
                  <a:close/>
                  <a:moveTo>
                    <a:pt x="192778" y="50321"/>
                  </a:moveTo>
                  <a:lnTo>
                    <a:pt x="204466" y="50321"/>
                  </a:lnTo>
                  <a:lnTo>
                    <a:pt x="204466" y="51392"/>
                  </a:lnTo>
                  <a:lnTo>
                    <a:pt x="192778" y="51392"/>
                  </a:lnTo>
                  <a:close/>
                  <a:moveTo>
                    <a:pt x="0" y="50321"/>
                  </a:moveTo>
                  <a:lnTo>
                    <a:pt x="178586" y="50321"/>
                  </a:lnTo>
                  <a:lnTo>
                    <a:pt x="178586" y="51392"/>
                  </a:lnTo>
                  <a:lnTo>
                    <a:pt x="0" y="51392"/>
                  </a:lnTo>
                  <a:close/>
                  <a:moveTo>
                    <a:pt x="745443" y="50321"/>
                  </a:moveTo>
                  <a:lnTo>
                    <a:pt x="757966" y="50321"/>
                  </a:lnTo>
                  <a:lnTo>
                    <a:pt x="757966" y="51392"/>
                  </a:lnTo>
                  <a:lnTo>
                    <a:pt x="745443" y="51392"/>
                  </a:lnTo>
                  <a:close/>
                  <a:moveTo>
                    <a:pt x="230346" y="50321"/>
                  </a:moveTo>
                  <a:lnTo>
                    <a:pt x="667803" y="50321"/>
                  </a:lnTo>
                  <a:lnTo>
                    <a:pt x="667803" y="51392"/>
                  </a:lnTo>
                  <a:lnTo>
                    <a:pt x="230346" y="51392"/>
                  </a:lnTo>
                  <a:close/>
                  <a:moveTo>
                    <a:pt x="180256" y="50321"/>
                  </a:moveTo>
                  <a:lnTo>
                    <a:pt x="190274" y="50321"/>
                  </a:lnTo>
                  <a:lnTo>
                    <a:pt x="190274" y="51392"/>
                  </a:lnTo>
                  <a:lnTo>
                    <a:pt x="180256" y="51392"/>
                  </a:lnTo>
                  <a:close/>
                  <a:moveTo>
                    <a:pt x="230346" y="51392"/>
                  </a:moveTo>
                  <a:lnTo>
                    <a:pt x="665299" y="51392"/>
                  </a:lnTo>
                  <a:lnTo>
                    <a:pt x="665299" y="52463"/>
                  </a:lnTo>
                  <a:lnTo>
                    <a:pt x="230346" y="52463"/>
                  </a:lnTo>
                  <a:close/>
                  <a:moveTo>
                    <a:pt x="767984" y="48180"/>
                  </a:moveTo>
                  <a:lnTo>
                    <a:pt x="1000000" y="48180"/>
                  </a:lnTo>
                  <a:lnTo>
                    <a:pt x="1000000" y="52463"/>
                  </a:lnTo>
                  <a:lnTo>
                    <a:pt x="767984" y="52463"/>
                  </a:lnTo>
                  <a:close/>
                  <a:moveTo>
                    <a:pt x="191944" y="51392"/>
                  </a:moveTo>
                  <a:lnTo>
                    <a:pt x="203631" y="51392"/>
                  </a:lnTo>
                  <a:lnTo>
                    <a:pt x="203631" y="52463"/>
                  </a:lnTo>
                  <a:lnTo>
                    <a:pt x="191944" y="52463"/>
                  </a:lnTo>
                  <a:close/>
                  <a:moveTo>
                    <a:pt x="179421" y="51392"/>
                  </a:moveTo>
                  <a:lnTo>
                    <a:pt x="189439" y="51392"/>
                  </a:lnTo>
                  <a:lnTo>
                    <a:pt x="189439" y="52463"/>
                  </a:lnTo>
                  <a:lnTo>
                    <a:pt x="179421" y="52463"/>
                  </a:lnTo>
                  <a:close/>
                  <a:moveTo>
                    <a:pt x="0" y="51392"/>
                  </a:moveTo>
                  <a:lnTo>
                    <a:pt x="176916" y="51392"/>
                  </a:lnTo>
                  <a:lnTo>
                    <a:pt x="176916" y="52463"/>
                  </a:lnTo>
                  <a:lnTo>
                    <a:pt x="0" y="52463"/>
                  </a:lnTo>
                  <a:close/>
                  <a:moveTo>
                    <a:pt x="229511" y="52463"/>
                  </a:moveTo>
                  <a:lnTo>
                    <a:pt x="663629" y="52463"/>
                  </a:lnTo>
                  <a:lnTo>
                    <a:pt x="663629" y="53533"/>
                  </a:lnTo>
                  <a:lnTo>
                    <a:pt x="229511" y="53533"/>
                  </a:lnTo>
                  <a:close/>
                  <a:moveTo>
                    <a:pt x="191944" y="52463"/>
                  </a:moveTo>
                  <a:lnTo>
                    <a:pt x="202796" y="52463"/>
                  </a:lnTo>
                  <a:lnTo>
                    <a:pt x="202796" y="53533"/>
                  </a:lnTo>
                  <a:lnTo>
                    <a:pt x="191944" y="53533"/>
                  </a:lnTo>
                  <a:close/>
                  <a:moveTo>
                    <a:pt x="744609" y="51392"/>
                  </a:moveTo>
                  <a:lnTo>
                    <a:pt x="756296" y="51392"/>
                  </a:lnTo>
                  <a:lnTo>
                    <a:pt x="756296" y="53533"/>
                  </a:lnTo>
                  <a:lnTo>
                    <a:pt x="744609" y="53533"/>
                  </a:lnTo>
                  <a:close/>
                  <a:moveTo>
                    <a:pt x="178586" y="52463"/>
                  </a:moveTo>
                  <a:lnTo>
                    <a:pt x="188604" y="52463"/>
                  </a:lnTo>
                  <a:lnTo>
                    <a:pt x="188604" y="53533"/>
                  </a:lnTo>
                  <a:lnTo>
                    <a:pt x="178586" y="53533"/>
                  </a:lnTo>
                  <a:close/>
                  <a:moveTo>
                    <a:pt x="177751" y="53533"/>
                  </a:moveTo>
                  <a:lnTo>
                    <a:pt x="187769" y="53533"/>
                  </a:lnTo>
                  <a:lnTo>
                    <a:pt x="187769" y="54604"/>
                  </a:lnTo>
                  <a:lnTo>
                    <a:pt x="177751" y="54604"/>
                  </a:lnTo>
                  <a:close/>
                  <a:moveTo>
                    <a:pt x="0" y="52463"/>
                  </a:moveTo>
                  <a:lnTo>
                    <a:pt x="176082" y="52463"/>
                  </a:lnTo>
                  <a:lnTo>
                    <a:pt x="176082" y="54604"/>
                  </a:lnTo>
                  <a:lnTo>
                    <a:pt x="0" y="54604"/>
                  </a:lnTo>
                  <a:close/>
                  <a:moveTo>
                    <a:pt x="190274" y="53533"/>
                  </a:moveTo>
                  <a:lnTo>
                    <a:pt x="201962" y="53533"/>
                  </a:lnTo>
                  <a:lnTo>
                    <a:pt x="201962" y="54604"/>
                  </a:lnTo>
                  <a:lnTo>
                    <a:pt x="190274" y="54604"/>
                  </a:lnTo>
                  <a:close/>
                  <a:moveTo>
                    <a:pt x="229511" y="53533"/>
                  </a:moveTo>
                  <a:lnTo>
                    <a:pt x="662794" y="53533"/>
                  </a:lnTo>
                  <a:lnTo>
                    <a:pt x="662794" y="54604"/>
                  </a:lnTo>
                  <a:lnTo>
                    <a:pt x="229511" y="54604"/>
                  </a:lnTo>
                  <a:close/>
                  <a:moveTo>
                    <a:pt x="767149" y="52463"/>
                  </a:moveTo>
                  <a:lnTo>
                    <a:pt x="1000000" y="52463"/>
                  </a:lnTo>
                  <a:lnTo>
                    <a:pt x="1000000" y="54604"/>
                  </a:lnTo>
                  <a:lnTo>
                    <a:pt x="767149" y="54604"/>
                  </a:lnTo>
                  <a:close/>
                  <a:moveTo>
                    <a:pt x="743774" y="53533"/>
                  </a:moveTo>
                  <a:lnTo>
                    <a:pt x="755461" y="53533"/>
                  </a:lnTo>
                  <a:lnTo>
                    <a:pt x="755461" y="54604"/>
                  </a:lnTo>
                  <a:lnTo>
                    <a:pt x="743774" y="54604"/>
                  </a:lnTo>
                  <a:close/>
                  <a:moveTo>
                    <a:pt x="189439" y="54604"/>
                  </a:moveTo>
                  <a:lnTo>
                    <a:pt x="201127" y="54604"/>
                  </a:lnTo>
                  <a:lnTo>
                    <a:pt x="201127" y="55675"/>
                  </a:lnTo>
                  <a:lnTo>
                    <a:pt x="189439" y="55675"/>
                  </a:lnTo>
                  <a:close/>
                  <a:moveTo>
                    <a:pt x="237860" y="54604"/>
                  </a:moveTo>
                  <a:lnTo>
                    <a:pt x="660290" y="54604"/>
                  </a:lnTo>
                  <a:lnTo>
                    <a:pt x="660290" y="55675"/>
                  </a:lnTo>
                  <a:lnTo>
                    <a:pt x="237860" y="55675"/>
                  </a:lnTo>
                  <a:close/>
                  <a:moveTo>
                    <a:pt x="176916" y="54604"/>
                  </a:moveTo>
                  <a:lnTo>
                    <a:pt x="186934" y="54604"/>
                  </a:lnTo>
                  <a:lnTo>
                    <a:pt x="186934" y="55675"/>
                  </a:lnTo>
                  <a:lnTo>
                    <a:pt x="176916" y="55675"/>
                  </a:lnTo>
                  <a:close/>
                  <a:moveTo>
                    <a:pt x="0" y="54604"/>
                  </a:moveTo>
                  <a:lnTo>
                    <a:pt x="174412" y="54604"/>
                  </a:lnTo>
                  <a:lnTo>
                    <a:pt x="174412" y="55675"/>
                  </a:lnTo>
                  <a:lnTo>
                    <a:pt x="0" y="55675"/>
                  </a:lnTo>
                  <a:close/>
                  <a:moveTo>
                    <a:pt x="742939" y="54604"/>
                  </a:moveTo>
                  <a:lnTo>
                    <a:pt x="755461" y="54604"/>
                  </a:lnTo>
                  <a:lnTo>
                    <a:pt x="755461" y="55675"/>
                  </a:lnTo>
                  <a:lnTo>
                    <a:pt x="742939" y="55675"/>
                  </a:lnTo>
                  <a:close/>
                  <a:moveTo>
                    <a:pt x="176082" y="55675"/>
                  </a:moveTo>
                  <a:lnTo>
                    <a:pt x="186100" y="55675"/>
                  </a:lnTo>
                  <a:lnTo>
                    <a:pt x="186100" y="56745"/>
                  </a:lnTo>
                  <a:lnTo>
                    <a:pt x="176082" y="56745"/>
                  </a:lnTo>
                  <a:close/>
                  <a:moveTo>
                    <a:pt x="742939" y="55675"/>
                  </a:moveTo>
                  <a:lnTo>
                    <a:pt x="753792" y="55675"/>
                  </a:lnTo>
                  <a:lnTo>
                    <a:pt x="753792" y="56745"/>
                  </a:lnTo>
                  <a:lnTo>
                    <a:pt x="742939" y="56745"/>
                  </a:lnTo>
                  <a:close/>
                  <a:moveTo>
                    <a:pt x="237860" y="55675"/>
                  </a:moveTo>
                  <a:lnTo>
                    <a:pt x="658620" y="55675"/>
                  </a:lnTo>
                  <a:lnTo>
                    <a:pt x="658620" y="56745"/>
                  </a:lnTo>
                  <a:lnTo>
                    <a:pt x="237860" y="56745"/>
                  </a:lnTo>
                  <a:close/>
                  <a:moveTo>
                    <a:pt x="229511" y="54604"/>
                  </a:moveTo>
                  <a:lnTo>
                    <a:pt x="236190" y="54604"/>
                  </a:lnTo>
                  <a:lnTo>
                    <a:pt x="236190" y="56745"/>
                  </a:lnTo>
                  <a:lnTo>
                    <a:pt x="229511" y="56745"/>
                  </a:lnTo>
                  <a:close/>
                  <a:moveTo>
                    <a:pt x="189439" y="55675"/>
                  </a:moveTo>
                  <a:lnTo>
                    <a:pt x="199457" y="55675"/>
                  </a:lnTo>
                  <a:lnTo>
                    <a:pt x="199457" y="56745"/>
                  </a:lnTo>
                  <a:lnTo>
                    <a:pt x="189439" y="56745"/>
                  </a:lnTo>
                  <a:close/>
                  <a:moveTo>
                    <a:pt x="766314" y="54604"/>
                  </a:moveTo>
                  <a:lnTo>
                    <a:pt x="1000000" y="54604"/>
                  </a:lnTo>
                  <a:lnTo>
                    <a:pt x="1000000" y="57816"/>
                  </a:lnTo>
                  <a:lnTo>
                    <a:pt x="766314" y="57816"/>
                  </a:lnTo>
                  <a:close/>
                  <a:moveTo>
                    <a:pt x="237025" y="56745"/>
                  </a:moveTo>
                  <a:lnTo>
                    <a:pt x="657785" y="56745"/>
                  </a:lnTo>
                  <a:lnTo>
                    <a:pt x="657785" y="57816"/>
                  </a:lnTo>
                  <a:lnTo>
                    <a:pt x="237025" y="57816"/>
                  </a:lnTo>
                  <a:close/>
                  <a:moveTo>
                    <a:pt x="228677" y="56745"/>
                  </a:moveTo>
                  <a:lnTo>
                    <a:pt x="236190" y="56745"/>
                  </a:lnTo>
                  <a:lnTo>
                    <a:pt x="236190" y="57816"/>
                  </a:lnTo>
                  <a:lnTo>
                    <a:pt x="228677" y="57816"/>
                  </a:lnTo>
                  <a:close/>
                  <a:moveTo>
                    <a:pt x="741269" y="56745"/>
                  </a:moveTo>
                  <a:lnTo>
                    <a:pt x="753792" y="56745"/>
                  </a:lnTo>
                  <a:lnTo>
                    <a:pt x="753792" y="57816"/>
                  </a:lnTo>
                  <a:lnTo>
                    <a:pt x="741269" y="57816"/>
                  </a:lnTo>
                  <a:close/>
                  <a:moveTo>
                    <a:pt x="175247" y="56745"/>
                  </a:moveTo>
                  <a:lnTo>
                    <a:pt x="185265" y="56745"/>
                  </a:lnTo>
                  <a:lnTo>
                    <a:pt x="185265" y="57816"/>
                  </a:lnTo>
                  <a:lnTo>
                    <a:pt x="175247" y="57816"/>
                  </a:lnTo>
                  <a:close/>
                  <a:moveTo>
                    <a:pt x="188604" y="56745"/>
                  </a:moveTo>
                  <a:lnTo>
                    <a:pt x="199457" y="56745"/>
                  </a:lnTo>
                  <a:lnTo>
                    <a:pt x="199457" y="57816"/>
                  </a:lnTo>
                  <a:lnTo>
                    <a:pt x="188604" y="57816"/>
                  </a:lnTo>
                  <a:close/>
                  <a:moveTo>
                    <a:pt x="0" y="55675"/>
                  </a:moveTo>
                  <a:lnTo>
                    <a:pt x="173577" y="55675"/>
                  </a:lnTo>
                  <a:lnTo>
                    <a:pt x="173577" y="57816"/>
                  </a:lnTo>
                  <a:lnTo>
                    <a:pt x="0" y="57816"/>
                  </a:lnTo>
                  <a:close/>
                  <a:moveTo>
                    <a:pt x="227842" y="57816"/>
                  </a:moveTo>
                  <a:lnTo>
                    <a:pt x="656115" y="57816"/>
                  </a:lnTo>
                  <a:lnTo>
                    <a:pt x="656115" y="58887"/>
                  </a:lnTo>
                  <a:lnTo>
                    <a:pt x="227842" y="58887"/>
                  </a:lnTo>
                  <a:close/>
                  <a:moveTo>
                    <a:pt x="174412" y="57816"/>
                  </a:moveTo>
                  <a:lnTo>
                    <a:pt x="184430" y="57816"/>
                  </a:lnTo>
                  <a:lnTo>
                    <a:pt x="184430" y="58887"/>
                  </a:lnTo>
                  <a:lnTo>
                    <a:pt x="174412" y="58887"/>
                  </a:lnTo>
                  <a:close/>
                  <a:moveTo>
                    <a:pt x="741269" y="57816"/>
                  </a:moveTo>
                  <a:lnTo>
                    <a:pt x="752957" y="57816"/>
                  </a:lnTo>
                  <a:lnTo>
                    <a:pt x="752957" y="58887"/>
                  </a:lnTo>
                  <a:lnTo>
                    <a:pt x="741269" y="58887"/>
                  </a:lnTo>
                  <a:close/>
                  <a:moveTo>
                    <a:pt x="186934" y="57816"/>
                  </a:moveTo>
                  <a:lnTo>
                    <a:pt x="198622" y="57816"/>
                  </a:lnTo>
                  <a:lnTo>
                    <a:pt x="198622" y="58887"/>
                  </a:lnTo>
                  <a:lnTo>
                    <a:pt x="186934" y="58887"/>
                  </a:lnTo>
                  <a:close/>
                  <a:moveTo>
                    <a:pt x="0" y="57816"/>
                  </a:moveTo>
                  <a:lnTo>
                    <a:pt x="172742" y="57816"/>
                  </a:lnTo>
                  <a:lnTo>
                    <a:pt x="172742" y="58887"/>
                  </a:lnTo>
                  <a:lnTo>
                    <a:pt x="0" y="58887"/>
                  </a:lnTo>
                  <a:close/>
                  <a:moveTo>
                    <a:pt x="227842" y="58887"/>
                  </a:moveTo>
                  <a:lnTo>
                    <a:pt x="653611" y="58887"/>
                  </a:lnTo>
                  <a:lnTo>
                    <a:pt x="653611" y="59957"/>
                  </a:lnTo>
                  <a:lnTo>
                    <a:pt x="227842" y="59957"/>
                  </a:lnTo>
                  <a:close/>
                  <a:moveTo>
                    <a:pt x="173577" y="58887"/>
                  </a:moveTo>
                  <a:lnTo>
                    <a:pt x="183595" y="58887"/>
                  </a:lnTo>
                  <a:lnTo>
                    <a:pt x="183595" y="59957"/>
                  </a:lnTo>
                  <a:lnTo>
                    <a:pt x="173577" y="59957"/>
                  </a:lnTo>
                  <a:close/>
                  <a:moveTo>
                    <a:pt x="186934" y="58887"/>
                  </a:moveTo>
                  <a:lnTo>
                    <a:pt x="197787" y="58887"/>
                  </a:lnTo>
                  <a:lnTo>
                    <a:pt x="197787" y="59957"/>
                  </a:lnTo>
                  <a:lnTo>
                    <a:pt x="186934" y="59957"/>
                  </a:lnTo>
                  <a:close/>
                  <a:moveTo>
                    <a:pt x="740434" y="58887"/>
                  </a:moveTo>
                  <a:lnTo>
                    <a:pt x="752957" y="58887"/>
                  </a:lnTo>
                  <a:lnTo>
                    <a:pt x="752957" y="59957"/>
                  </a:lnTo>
                  <a:lnTo>
                    <a:pt x="740434" y="59957"/>
                  </a:lnTo>
                  <a:close/>
                  <a:moveTo>
                    <a:pt x="739599" y="59957"/>
                  </a:moveTo>
                  <a:lnTo>
                    <a:pt x="752122" y="59957"/>
                  </a:lnTo>
                  <a:lnTo>
                    <a:pt x="752122" y="61028"/>
                  </a:lnTo>
                  <a:lnTo>
                    <a:pt x="739599" y="61028"/>
                  </a:lnTo>
                  <a:close/>
                  <a:moveTo>
                    <a:pt x="186100" y="59957"/>
                  </a:moveTo>
                  <a:lnTo>
                    <a:pt x="196953" y="59957"/>
                  </a:lnTo>
                  <a:lnTo>
                    <a:pt x="196953" y="61028"/>
                  </a:lnTo>
                  <a:lnTo>
                    <a:pt x="186100" y="61028"/>
                  </a:lnTo>
                  <a:close/>
                  <a:moveTo>
                    <a:pt x="227007" y="59957"/>
                  </a:moveTo>
                  <a:lnTo>
                    <a:pt x="652776" y="59957"/>
                  </a:lnTo>
                  <a:lnTo>
                    <a:pt x="652776" y="61028"/>
                  </a:lnTo>
                  <a:lnTo>
                    <a:pt x="227007" y="61028"/>
                  </a:lnTo>
                  <a:close/>
                  <a:moveTo>
                    <a:pt x="172742" y="59957"/>
                  </a:moveTo>
                  <a:lnTo>
                    <a:pt x="182760" y="59957"/>
                  </a:lnTo>
                  <a:lnTo>
                    <a:pt x="182760" y="61028"/>
                  </a:lnTo>
                  <a:lnTo>
                    <a:pt x="172742" y="61028"/>
                  </a:lnTo>
                  <a:close/>
                  <a:moveTo>
                    <a:pt x="0" y="58887"/>
                  </a:moveTo>
                  <a:lnTo>
                    <a:pt x="171072" y="58887"/>
                  </a:lnTo>
                  <a:lnTo>
                    <a:pt x="171072" y="62099"/>
                  </a:lnTo>
                  <a:lnTo>
                    <a:pt x="0" y="62099"/>
                  </a:lnTo>
                  <a:close/>
                  <a:moveTo>
                    <a:pt x="171907" y="61028"/>
                  </a:moveTo>
                  <a:lnTo>
                    <a:pt x="181925" y="61028"/>
                  </a:lnTo>
                  <a:lnTo>
                    <a:pt x="181925" y="62099"/>
                  </a:lnTo>
                  <a:lnTo>
                    <a:pt x="171907" y="62099"/>
                  </a:lnTo>
                  <a:close/>
                  <a:moveTo>
                    <a:pt x="227007" y="61028"/>
                  </a:moveTo>
                  <a:lnTo>
                    <a:pt x="233686" y="61028"/>
                  </a:lnTo>
                  <a:lnTo>
                    <a:pt x="233686" y="62099"/>
                  </a:lnTo>
                  <a:lnTo>
                    <a:pt x="227007" y="62099"/>
                  </a:lnTo>
                  <a:close/>
                  <a:moveTo>
                    <a:pt x="184430" y="61028"/>
                  </a:moveTo>
                  <a:lnTo>
                    <a:pt x="196118" y="61028"/>
                  </a:lnTo>
                  <a:lnTo>
                    <a:pt x="196118" y="62099"/>
                  </a:lnTo>
                  <a:lnTo>
                    <a:pt x="184430" y="62099"/>
                  </a:lnTo>
                  <a:close/>
                  <a:moveTo>
                    <a:pt x="234520" y="61028"/>
                  </a:moveTo>
                  <a:lnTo>
                    <a:pt x="651941" y="61028"/>
                  </a:lnTo>
                  <a:lnTo>
                    <a:pt x="651941" y="62099"/>
                  </a:lnTo>
                  <a:lnTo>
                    <a:pt x="234520" y="62099"/>
                  </a:lnTo>
                  <a:close/>
                  <a:moveTo>
                    <a:pt x="738765" y="61028"/>
                  </a:moveTo>
                  <a:lnTo>
                    <a:pt x="751287" y="61028"/>
                  </a:lnTo>
                  <a:lnTo>
                    <a:pt x="751287" y="62099"/>
                  </a:lnTo>
                  <a:lnTo>
                    <a:pt x="738765" y="62099"/>
                  </a:lnTo>
                  <a:close/>
                  <a:moveTo>
                    <a:pt x="737930" y="62099"/>
                  </a:moveTo>
                  <a:lnTo>
                    <a:pt x="751287" y="62099"/>
                  </a:lnTo>
                  <a:lnTo>
                    <a:pt x="751287" y="63169"/>
                  </a:lnTo>
                  <a:lnTo>
                    <a:pt x="737930" y="63169"/>
                  </a:lnTo>
                  <a:close/>
                  <a:moveTo>
                    <a:pt x="0" y="62099"/>
                  </a:moveTo>
                  <a:lnTo>
                    <a:pt x="181091" y="62099"/>
                  </a:lnTo>
                  <a:lnTo>
                    <a:pt x="181091" y="63169"/>
                  </a:lnTo>
                  <a:lnTo>
                    <a:pt x="0" y="63169"/>
                  </a:lnTo>
                  <a:close/>
                  <a:moveTo>
                    <a:pt x="183595" y="62099"/>
                  </a:moveTo>
                  <a:lnTo>
                    <a:pt x="195283" y="62099"/>
                  </a:lnTo>
                  <a:lnTo>
                    <a:pt x="195283" y="64240"/>
                  </a:lnTo>
                  <a:lnTo>
                    <a:pt x="183595" y="64240"/>
                  </a:lnTo>
                  <a:close/>
                  <a:moveTo>
                    <a:pt x="227007" y="62099"/>
                  </a:moveTo>
                  <a:lnTo>
                    <a:pt x="650271" y="62099"/>
                  </a:lnTo>
                  <a:lnTo>
                    <a:pt x="650271" y="64240"/>
                  </a:lnTo>
                  <a:lnTo>
                    <a:pt x="227007" y="64240"/>
                  </a:lnTo>
                  <a:close/>
                  <a:moveTo>
                    <a:pt x="170238" y="63169"/>
                  </a:moveTo>
                  <a:lnTo>
                    <a:pt x="181091" y="63169"/>
                  </a:lnTo>
                  <a:lnTo>
                    <a:pt x="181091" y="64240"/>
                  </a:lnTo>
                  <a:lnTo>
                    <a:pt x="170238" y="64240"/>
                  </a:lnTo>
                  <a:close/>
                  <a:moveTo>
                    <a:pt x="737095" y="63169"/>
                  </a:moveTo>
                  <a:lnTo>
                    <a:pt x="750452" y="63169"/>
                  </a:lnTo>
                  <a:lnTo>
                    <a:pt x="750452" y="64240"/>
                  </a:lnTo>
                  <a:lnTo>
                    <a:pt x="737095" y="64240"/>
                  </a:lnTo>
                  <a:close/>
                  <a:moveTo>
                    <a:pt x="170238" y="64240"/>
                  </a:moveTo>
                  <a:lnTo>
                    <a:pt x="179421" y="64240"/>
                  </a:lnTo>
                  <a:lnTo>
                    <a:pt x="179421" y="65310"/>
                  </a:lnTo>
                  <a:lnTo>
                    <a:pt x="170238" y="65310"/>
                  </a:lnTo>
                  <a:close/>
                  <a:moveTo>
                    <a:pt x="735425" y="64240"/>
                  </a:moveTo>
                  <a:lnTo>
                    <a:pt x="750452" y="64240"/>
                  </a:lnTo>
                  <a:lnTo>
                    <a:pt x="750452" y="65310"/>
                  </a:lnTo>
                  <a:lnTo>
                    <a:pt x="735425" y="65310"/>
                  </a:lnTo>
                  <a:close/>
                  <a:moveTo>
                    <a:pt x="181925" y="64240"/>
                  </a:moveTo>
                  <a:lnTo>
                    <a:pt x="194448" y="64240"/>
                  </a:lnTo>
                  <a:lnTo>
                    <a:pt x="194448" y="65310"/>
                  </a:lnTo>
                  <a:lnTo>
                    <a:pt x="181925" y="65310"/>
                  </a:lnTo>
                  <a:close/>
                  <a:moveTo>
                    <a:pt x="0" y="63169"/>
                  </a:moveTo>
                  <a:lnTo>
                    <a:pt x="168568" y="63169"/>
                  </a:lnTo>
                  <a:lnTo>
                    <a:pt x="168568" y="65310"/>
                  </a:lnTo>
                  <a:lnTo>
                    <a:pt x="0" y="65310"/>
                  </a:lnTo>
                  <a:close/>
                  <a:moveTo>
                    <a:pt x="226172" y="64240"/>
                  </a:moveTo>
                  <a:lnTo>
                    <a:pt x="649437" y="64240"/>
                  </a:lnTo>
                  <a:lnTo>
                    <a:pt x="649437" y="65310"/>
                  </a:lnTo>
                  <a:lnTo>
                    <a:pt x="226172" y="65310"/>
                  </a:lnTo>
                  <a:close/>
                  <a:moveTo>
                    <a:pt x="0" y="65310"/>
                  </a:moveTo>
                  <a:lnTo>
                    <a:pt x="167733" y="65310"/>
                  </a:lnTo>
                  <a:lnTo>
                    <a:pt x="167733" y="66381"/>
                  </a:lnTo>
                  <a:lnTo>
                    <a:pt x="0" y="66381"/>
                  </a:lnTo>
                  <a:close/>
                  <a:moveTo>
                    <a:pt x="734590" y="65310"/>
                  </a:moveTo>
                  <a:lnTo>
                    <a:pt x="750452" y="65310"/>
                  </a:lnTo>
                  <a:lnTo>
                    <a:pt x="750452" y="66381"/>
                  </a:lnTo>
                  <a:lnTo>
                    <a:pt x="734590" y="66381"/>
                  </a:lnTo>
                  <a:close/>
                  <a:moveTo>
                    <a:pt x="225337" y="65310"/>
                  </a:moveTo>
                  <a:lnTo>
                    <a:pt x="649437" y="65310"/>
                  </a:lnTo>
                  <a:lnTo>
                    <a:pt x="649437" y="66381"/>
                  </a:lnTo>
                  <a:lnTo>
                    <a:pt x="225337" y="66381"/>
                  </a:lnTo>
                  <a:close/>
                  <a:moveTo>
                    <a:pt x="169403" y="65310"/>
                  </a:moveTo>
                  <a:lnTo>
                    <a:pt x="179421" y="65310"/>
                  </a:lnTo>
                  <a:lnTo>
                    <a:pt x="179421" y="66381"/>
                  </a:lnTo>
                  <a:lnTo>
                    <a:pt x="169403" y="66381"/>
                  </a:lnTo>
                  <a:close/>
                  <a:moveTo>
                    <a:pt x="168568" y="66381"/>
                  </a:moveTo>
                  <a:lnTo>
                    <a:pt x="178586" y="66381"/>
                  </a:lnTo>
                  <a:lnTo>
                    <a:pt x="178586" y="67452"/>
                  </a:lnTo>
                  <a:lnTo>
                    <a:pt x="168568" y="67452"/>
                  </a:lnTo>
                  <a:close/>
                  <a:moveTo>
                    <a:pt x="0" y="66381"/>
                  </a:moveTo>
                  <a:lnTo>
                    <a:pt x="166898" y="66381"/>
                  </a:lnTo>
                  <a:lnTo>
                    <a:pt x="166898" y="67452"/>
                  </a:lnTo>
                  <a:lnTo>
                    <a:pt x="0" y="67452"/>
                  </a:lnTo>
                  <a:close/>
                  <a:moveTo>
                    <a:pt x="733756" y="66381"/>
                  </a:moveTo>
                  <a:lnTo>
                    <a:pt x="750452" y="66381"/>
                  </a:lnTo>
                  <a:lnTo>
                    <a:pt x="750452" y="67452"/>
                  </a:lnTo>
                  <a:lnTo>
                    <a:pt x="733756" y="67452"/>
                  </a:lnTo>
                  <a:close/>
                  <a:moveTo>
                    <a:pt x="181091" y="65310"/>
                  </a:moveTo>
                  <a:lnTo>
                    <a:pt x="192778" y="65310"/>
                  </a:lnTo>
                  <a:lnTo>
                    <a:pt x="192778" y="67452"/>
                  </a:lnTo>
                  <a:lnTo>
                    <a:pt x="181091" y="67452"/>
                  </a:lnTo>
                  <a:close/>
                  <a:moveTo>
                    <a:pt x="232851" y="66381"/>
                  </a:moveTo>
                  <a:lnTo>
                    <a:pt x="649437" y="66381"/>
                  </a:lnTo>
                  <a:lnTo>
                    <a:pt x="649437" y="67452"/>
                  </a:lnTo>
                  <a:lnTo>
                    <a:pt x="232851" y="67452"/>
                  </a:lnTo>
                  <a:close/>
                  <a:moveTo>
                    <a:pt x="167733" y="67452"/>
                  </a:moveTo>
                  <a:lnTo>
                    <a:pt x="178586" y="67452"/>
                  </a:lnTo>
                  <a:lnTo>
                    <a:pt x="178586" y="68522"/>
                  </a:lnTo>
                  <a:lnTo>
                    <a:pt x="167733" y="68522"/>
                  </a:lnTo>
                  <a:close/>
                  <a:moveTo>
                    <a:pt x="180256" y="67452"/>
                  </a:moveTo>
                  <a:lnTo>
                    <a:pt x="191944" y="67452"/>
                  </a:lnTo>
                  <a:lnTo>
                    <a:pt x="191944" y="68522"/>
                  </a:lnTo>
                  <a:lnTo>
                    <a:pt x="180256" y="68522"/>
                  </a:lnTo>
                  <a:close/>
                  <a:moveTo>
                    <a:pt x="0" y="67452"/>
                  </a:moveTo>
                  <a:lnTo>
                    <a:pt x="166063" y="67452"/>
                  </a:lnTo>
                  <a:lnTo>
                    <a:pt x="166063" y="68522"/>
                  </a:lnTo>
                  <a:lnTo>
                    <a:pt x="0" y="68522"/>
                  </a:lnTo>
                  <a:close/>
                  <a:moveTo>
                    <a:pt x="232016" y="67452"/>
                  </a:moveTo>
                  <a:lnTo>
                    <a:pt x="648602" y="67452"/>
                  </a:lnTo>
                  <a:lnTo>
                    <a:pt x="648602" y="68522"/>
                  </a:lnTo>
                  <a:lnTo>
                    <a:pt x="232016" y="68522"/>
                  </a:lnTo>
                  <a:close/>
                  <a:moveTo>
                    <a:pt x="732921" y="67452"/>
                  </a:moveTo>
                  <a:lnTo>
                    <a:pt x="749618" y="67452"/>
                  </a:lnTo>
                  <a:lnTo>
                    <a:pt x="749618" y="68522"/>
                  </a:lnTo>
                  <a:lnTo>
                    <a:pt x="732921" y="68522"/>
                  </a:lnTo>
                  <a:close/>
                  <a:moveTo>
                    <a:pt x="224502" y="66381"/>
                  </a:moveTo>
                  <a:lnTo>
                    <a:pt x="231181" y="66381"/>
                  </a:lnTo>
                  <a:lnTo>
                    <a:pt x="231181" y="69593"/>
                  </a:lnTo>
                  <a:lnTo>
                    <a:pt x="224502" y="69593"/>
                  </a:lnTo>
                  <a:close/>
                  <a:moveTo>
                    <a:pt x="232016" y="68522"/>
                  </a:moveTo>
                  <a:lnTo>
                    <a:pt x="647767" y="68522"/>
                  </a:lnTo>
                  <a:lnTo>
                    <a:pt x="647767" y="69593"/>
                  </a:lnTo>
                  <a:lnTo>
                    <a:pt x="232016" y="69593"/>
                  </a:lnTo>
                  <a:close/>
                  <a:moveTo>
                    <a:pt x="732086" y="68522"/>
                  </a:moveTo>
                  <a:lnTo>
                    <a:pt x="748783" y="68522"/>
                  </a:lnTo>
                  <a:lnTo>
                    <a:pt x="748783" y="69593"/>
                  </a:lnTo>
                  <a:lnTo>
                    <a:pt x="732086" y="69593"/>
                  </a:lnTo>
                  <a:close/>
                  <a:moveTo>
                    <a:pt x="166898" y="68522"/>
                  </a:moveTo>
                  <a:lnTo>
                    <a:pt x="176916" y="68522"/>
                  </a:lnTo>
                  <a:lnTo>
                    <a:pt x="176916" y="69593"/>
                  </a:lnTo>
                  <a:lnTo>
                    <a:pt x="166898" y="69593"/>
                  </a:lnTo>
                  <a:close/>
                  <a:moveTo>
                    <a:pt x="178586" y="68522"/>
                  </a:moveTo>
                  <a:lnTo>
                    <a:pt x="191109" y="68522"/>
                  </a:lnTo>
                  <a:lnTo>
                    <a:pt x="191109" y="69593"/>
                  </a:lnTo>
                  <a:lnTo>
                    <a:pt x="178586" y="69593"/>
                  </a:lnTo>
                  <a:close/>
                  <a:moveTo>
                    <a:pt x="224502" y="69593"/>
                  </a:moveTo>
                  <a:lnTo>
                    <a:pt x="646932" y="69593"/>
                  </a:lnTo>
                  <a:lnTo>
                    <a:pt x="646932" y="70664"/>
                  </a:lnTo>
                  <a:lnTo>
                    <a:pt x="224502" y="70664"/>
                  </a:lnTo>
                  <a:close/>
                  <a:moveTo>
                    <a:pt x="0" y="68522"/>
                  </a:moveTo>
                  <a:lnTo>
                    <a:pt x="165229" y="68522"/>
                  </a:lnTo>
                  <a:lnTo>
                    <a:pt x="165229" y="70664"/>
                  </a:lnTo>
                  <a:lnTo>
                    <a:pt x="0" y="70664"/>
                  </a:lnTo>
                  <a:close/>
                  <a:moveTo>
                    <a:pt x="178586" y="69593"/>
                  </a:moveTo>
                  <a:lnTo>
                    <a:pt x="190274" y="69593"/>
                  </a:lnTo>
                  <a:lnTo>
                    <a:pt x="190274" y="70664"/>
                  </a:lnTo>
                  <a:lnTo>
                    <a:pt x="178586" y="70664"/>
                  </a:lnTo>
                  <a:close/>
                  <a:moveTo>
                    <a:pt x="166898" y="69593"/>
                  </a:moveTo>
                  <a:lnTo>
                    <a:pt x="176082" y="69593"/>
                  </a:lnTo>
                  <a:lnTo>
                    <a:pt x="176082" y="70664"/>
                  </a:lnTo>
                  <a:lnTo>
                    <a:pt x="166898" y="70664"/>
                  </a:lnTo>
                  <a:close/>
                  <a:moveTo>
                    <a:pt x="731251" y="69593"/>
                  </a:moveTo>
                  <a:lnTo>
                    <a:pt x="747948" y="69593"/>
                  </a:lnTo>
                  <a:lnTo>
                    <a:pt x="747948" y="70664"/>
                  </a:lnTo>
                  <a:lnTo>
                    <a:pt x="731251" y="70664"/>
                  </a:lnTo>
                  <a:close/>
                  <a:moveTo>
                    <a:pt x="0" y="70664"/>
                  </a:moveTo>
                  <a:lnTo>
                    <a:pt x="176082" y="70664"/>
                  </a:lnTo>
                  <a:lnTo>
                    <a:pt x="176082" y="71734"/>
                  </a:lnTo>
                  <a:lnTo>
                    <a:pt x="0" y="71734"/>
                  </a:lnTo>
                  <a:close/>
                  <a:moveTo>
                    <a:pt x="729581" y="70664"/>
                  </a:moveTo>
                  <a:lnTo>
                    <a:pt x="747948" y="70664"/>
                  </a:lnTo>
                  <a:lnTo>
                    <a:pt x="747948" y="71734"/>
                  </a:lnTo>
                  <a:lnTo>
                    <a:pt x="729581" y="71734"/>
                  </a:lnTo>
                  <a:close/>
                  <a:moveTo>
                    <a:pt x="177751" y="70664"/>
                  </a:moveTo>
                  <a:lnTo>
                    <a:pt x="190274" y="70664"/>
                  </a:lnTo>
                  <a:lnTo>
                    <a:pt x="190274" y="71734"/>
                  </a:lnTo>
                  <a:lnTo>
                    <a:pt x="177751" y="71734"/>
                  </a:lnTo>
                  <a:close/>
                  <a:moveTo>
                    <a:pt x="223667" y="70664"/>
                  </a:moveTo>
                  <a:lnTo>
                    <a:pt x="646097" y="70664"/>
                  </a:lnTo>
                  <a:lnTo>
                    <a:pt x="646097" y="71734"/>
                  </a:lnTo>
                  <a:lnTo>
                    <a:pt x="223667" y="71734"/>
                  </a:lnTo>
                  <a:close/>
                  <a:moveTo>
                    <a:pt x="728747" y="71734"/>
                  </a:moveTo>
                  <a:lnTo>
                    <a:pt x="747948" y="71734"/>
                  </a:lnTo>
                  <a:lnTo>
                    <a:pt x="747948" y="72805"/>
                  </a:lnTo>
                  <a:lnTo>
                    <a:pt x="728747" y="72805"/>
                  </a:lnTo>
                  <a:close/>
                  <a:moveTo>
                    <a:pt x="223667" y="71734"/>
                  </a:moveTo>
                  <a:lnTo>
                    <a:pt x="645262" y="71734"/>
                  </a:lnTo>
                  <a:lnTo>
                    <a:pt x="645262" y="72805"/>
                  </a:lnTo>
                  <a:lnTo>
                    <a:pt x="223667" y="72805"/>
                  </a:lnTo>
                  <a:close/>
                  <a:moveTo>
                    <a:pt x="0" y="71734"/>
                  </a:moveTo>
                  <a:lnTo>
                    <a:pt x="163559" y="71734"/>
                  </a:lnTo>
                  <a:lnTo>
                    <a:pt x="163559" y="72805"/>
                  </a:lnTo>
                  <a:lnTo>
                    <a:pt x="0" y="72805"/>
                  </a:lnTo>
                  <a:close/>
                  <a:moveTo>
                    <a:pt x="176916" y="71734"/>
                  </a:moveTo>
                  <a:lnTo>
                    <a:pt x="189439" y="71734"/>
                  </a:lnTo>
                  <a:lnTo>
                    <a:pt x="189439" y="72805"/>
                  </a:lnTo>
                  <a:lnTo>
                    <a:pt x="176916" y="72805"/>
                  </a:lnTo>
                  <a:close/>
                  <a:moveTo>
                    <a:pt x="164394" y="71734"/>
                  </a:moveTo>
                  <a:lnTo>
                    <a:pt x="175247" y="71734"/>
                  </a:lnTo>
                  <a:lnTo>
                    <a:pt x="175247" y="72805"/>
                  </a:lnTo>
                  <a:lnTo>
                    <a:pt x="164394" y="72805"/>
                  </a:lnTo>
                  <a:close/>
                  <a:moveTo>
                    <a:pt x="727912" y="72805"/>
                  </a:moveTo>
                  <a:lnTo>
                    <a:pt x="747948" y="72805"/>
                  </a:lnTo>
                  <a:lnTo>
                    <a:pt x="747948" y="73876"/>
                  </a:lnTo>
                  <a:lnTo>
                    <a:pt x="727912" y="73876"/>
                  </a:lnTo>
                  <a:close/>
                  <a:moveTo>
                    <a:pt x="164394" y="72805"/>
                  </a:moveTo>
                  <a:lnTo>
                    <a:pt x="174412" y="72805"/>
                  </a:lnTo>
                  <a:lnTo>
                    <a:pt x="174412" y="73876"/>
                  </a:lnTo>
                  <a:lnTo>
                    <a:pt x="164394" y="73876"/>
                  </a:lnTo>
                  <a:close/>
                  <a:moveTo>
                    <a:pt x="176082" y="72805"/>
                  </a:moveTo>
                  <a:lnTo>
                    <a:pt x="188604" y="72805"/>
                  </a:lnTo>
                  <a:lnTo>
                    <a:pt x="188604" y="73876"/>
                  </a:lnTo>
                  <a:lnTo>
                    <a:pt x="176082" y="73876"/>
                  </a:lnTo>
                  <a:close/>
                  <a:moveTo>
                    <a:pt x="223667" y="72805"/>
                  </a:moveTo>
                  <a:lnTo>
                    <a:pt x="644428" y="72805"/>
                  </a:lnTo>
                  <a:lnTo>
                    <a:pt x="644428" y="73876"/>
                  </a:lnTo>
                  <a:lnTo>
                    <a:pt x="223667" y="73876"/>
                  </a:lnTo>
                  <a:close/>
                  <a:moveTo>
                    <a:pt x="0" y="72805"/>
                  </a:moveTo>
                  <a:lnTo>
                    <a:pt x="162724" y="72805"/>
                  </a:lnTo>
                  <a:lnTo>
                    <a:pt x="162724" y="74946"/>
                  </a:lnTo>
                  <a:lnTo>
                    <a:pt x="0" y="74946"/>
                  </a:lnTo>
                  <a:close/>
                  <a:moveTo>
                    <a:pt x="727077" y="73876"/>
                  </a:moveTo>
                  <a:lnTo>
                    <a:pt x="747113" y="73876"/>
                  </a:lnTo>
                  <a:lnTo>
                    <a:pt x="747113" y="74946"/>
                  </a:lnTo>
                  <a:lnTo>
                    <a:pt x="727077" y="74946"/>
                  </a:lnTo>
                  <a:close/>
                  <a:moveTo>
                    <a:pt x="222833" y="73876"/>
                  </a:moveTo>
                  <a:lnTo>
                    <a:pt x="643593" y="73876"/>
                  </a:lnTo>
                  <a:lnTo>
                    <a:pt x="643593" y="74946"/>
                  </a:lnTo>
                  <a:lnTo>
                    <a:pt x="222833" y="74946"/>
                  </a:lnTo>
                  <a:close/>
                  <a:moveTo>
                    <a:pt x="176082" y="73876"/>
                  </a:moveTo>
                  <a:lnTo>
                    <a:pt x="187769" y="73876"/>
                  </a:lnTo>
                  <a:lnTo>
                    <a:pt x="187769" y="74946"/>
                  </a:lnTo>
                  <a:lnTo>
                    <a:pt x="176082" y="74946"/>
                  </a:lnTo>
                  <a:close/>
                  <a:moveTo>
                    <a:pt x="164394" y="73876"/>
                  </a:moveTo>
                  <a:lnTo>
                    <a:pt x="173577" y="73876"/>
                  </a:lnTo>
                  <a:lnTo>
                    <a:pt x="173577" y="74946"/>
                  </a:lnTo>
                  <a:lnTo>
                    <a:pt x="164394" y="74946"/>
                  </a:lnTo>
                  <a:close/>
                  <a:moveTo>
                    <a:pt x="765480" y="57816"/>
                  </a:moveTo>
                  <a:lnTo>
                    <a:pt x="1000000" y="57816"/>
                  </a:lnTo>
                  <a:lnTo>
                    <a:pt x="1000000" y="76017"/>
                  </a:lnTo>
                  <a:lnTo>
                    <a:pt x="765480" y="76017"/>
                  </a:lnTo>
                  <a:close/>
                  <a:moveTo>
                    <a:pt x="725407" y="74946"/>
                  </a:moveTo>
                  <a:lnTo>
                    <a:pt x="746278" y="74946"/>
                  </a:lnTo>
                  <a:lnTo>
                    <a:pt x="746278" y="76017"/>
                  </a:lnTo>
                  <a:lnTo>
                    <a:pt x="725407" y="76017"/>
                  </a:lnTo>
                  <a:close/>
                  <a:moveTo>
                    <a:pt x="229511" y="74946"/>
                  </a:moveTo>
                  <a:lnTo>
                    <a:pt x="642758" y="74946"/>
                  </a:lnTo>
                  <a:lnTo>
                    <a:pt x="642758" y="76017"/>
                  </a:lnTo>
                  <a:lnTo>
                    <a:pt x="229511" y="76017"/>
                  </a:lnTo>
                  <a:close/>
                  <a:moveTo>
                    <a:pt x="175247" y="74946"/>
                  </a:moveTo>
                  <a:lnTo>
                    <a:pt x="187769" y="74946"/>
                  </a:lnTo>
                  <a:lnTo>
                    <a:pt x="187769" y="76017"/>
                  </a:lnTo>
                  <a:lnTo>
                    <a:pt x="175247" y="76017"/>
                  </a:lnTo>
                  <a:close/>
                  <a:moveTo>
                    <a:pt x="0" y="74946"/>
                  </a:moveTo>
                  <a:lnTo>
                    <a:pt x="173577" y="74946"/>
                  </a:lnTo>
                  <a:lnTo>
                    <a:pt x="173577" y="76017"/>
                  </a:lnTo>
                  <a:lnTo>
                    <a:pt x="0" y="76017"/>
                  </a:lnTo>
                  <a:close/>
                  <a:moveTo>
                    <a:pt x="161889" y="76017"/>
                  </a:moveTo>
                  <a:lnTo>
                    <a:pt x="172742" y="76017"/>
                  </a:lnTo>
                  <a:lnTo>
                    <a:pt x="172742" y="77088"/>
                  </a:lnTo>
                  <a:lnTo>
                    <a:pt x="161889" y="77088"/>
                  </a:lnTo>
                  <a:close/>
                  <a:moveTo>
                    <a:pt x="229511" y="76017"/>
                  </a:moveTo>
                  <a:lnTo>
                    <a:pt x="640253" y="76017"/>
                  </a:lnTo>
                  <a:lnTo>
                    <a:pt x="640253" y="77088"/>
                  </a:lnTo>
                  <a:lnTo>
                    <a:pt x="229511" y="77088"/>
                  </a:lnTo>
                  <a:close/>
                  <a:moveTo>
                    <a:pt x="725407" y="76017"/>
                  </a:moveTo>
                  <a:lnTo>
                    <a:pt x="745443" y="76017"/>
                  </a:lnTo>
                  <a:lnTo>
                    <a:pt x="745443" y="77088"/>
                  </a:lnTo>
                  <a:lnTo>
                    <a:pt x="725407" y="77088"/>
                  </a:lnTo>
                  <a:close/>
                  <a:moveTo>
                    <a:pt x="174412" y="76017"/>
                  </a:moveTo>
                  <a:lnTo>
                    <a:pt x="186934" y="76017"/>
                  </a:lnTo>
                  <a:lnTo>
                    <a:pt x="186934" y="77088"/>
                  </a:lnTo>
                  <a:lnTo>
                    <a:pt x="174412" y="77088"/>
                  </a:lnTo>
                  <a:close/>
                  <a:moveTo>
                    <a:pt x="0" y="76017"/>
                  </a:moveTo>
                  <a:lnTo>
                    <a:pt x="161054" y="76017"/>
                  </a:lnTo>
                  <a:lnTo>
                    <a:pt x="161054" y="77088"/>
                  </a:lnTo>
                  <a:lnTo>
                    <a:pt x="0" y="77088"/>
                  </a:lnTo>
                  <a:close/>
                  <a:moveTo>
                    <a:pt x="173577" y="77088"/>
                  </a:moveTo>
                  <a:lnTo>
                    <a:pt x="186100" y="77088"/>
                  </a:lnTo>
                  <a:lnTo>
                    <a:pt x="186100" y="78158"/>
                  </a:lnTo>
                  <a:lnTo>
                    <a:pt x="173577" y="78158"/>
                  </a:lnTo>
                  <a:close/>
                  <a:moveTo>
                    <a:pt x="221998" y="74946"/>
                  </a:moveTo>
                  <a:lnTo>
                    <a:pt x="228677" y="74946"/>
                  </a:lnTo>
                  <a:lnTo>
                    <a:pt x="228677" y="78158"/>
                  </a:lnTo>
                  <a:lnTo>
                    <a:pt x="221998" y="78158"/>
                  </a:lnTo>
                  <a:close/>
                  <a:moveTo>
                    <a:pt x="161889" y="77088"/>
                  </a:moveTo>
                  <a:lnTo>
                    <a:pt x="171907" y="77088"/>
                  </a:lnTo>
                  <a:lnTo>
                    <a:pt x="171907" y="78158"/>
                  </a:lnTo>
                  <a:lnTo>
                    <a:pt x="161889" y="78158"/>
                  </a:lnTo>
                  <a:close/>
                  <a:moveTo>
                    <a:pt x="766314" y="76017"/>
                  </a:moveTo>
                  <a:lnTo>
                    <a:pt x="1000000" y="76017"/>
                  </a:lnTo>
                  <a:lnTo>
                    <a:pt x="1000000" y="78158"/>
                  </a:lnTo>
                  <a:lnTo>
                    <a:pt x="766314" y="78158"/>
                  </a:lnTo>
                  <a:close/>
                  <a:moveTo>
                    <a:pt x="229511" y="77088"/>
                  </a:moveTo>
                  <a:lnTo>
                    <a:pt x="638584" y="77088"/>
                  </a:lnTo>
                  <a:lnTo>
                    <a:pt x="638584" y="78158"/>
                  </a:lnTo>
                  <a:lnTo>
                    <a:pt x="229511" y="78158"/>
                  </a:lnTo>
                  <a:close/>
                  <a:moveTo>
                    <a:pt x="723738" y="77088"/>
                  </a:moveTo>
                  <a:lnTo>
                    <a:pt x="745443" y="77088"/>
                  </a:lnTo>
                  <a:lnTo>
                    <a:pt x="745443" y="78158"/>
                  </a:lnTo>
                  <a:lnTo>
                    <a:pt x="723738" y="78158"/>
                  </a:lnTo>
                  <a:close/>
                  <a:moveTo>
                    <a:pt x="161889" y="78158"/>
                  </a:moveTo>
                  <a:lnTo>
                    <a:pt x="171072" y="78158"/>
                  </a:lnTo>
                  <a:lnTo>
                    <a:pt x="171072" y="79229"/>
                  </a:lnTo>
                  <a:lnTo>
                    <a:pt x="161889" y="79229"/>
                  </a:lnTo>
                  <a:close/>
                  <a:moveTo>
                    <a:pt x="173577" y="78158"/>
                  </a:moveTo>
                  <a:lnTo>
                    <a:pt x="185265" y="78158"/>
                  </a:lnTo>
                  <a:lnTo>
                    <a:pt x="185265" y="79229"/>
                  </a:lnTo>
                  <a:lnTo>
                    <a:pt x="173577" y="79229"/>
                  </a:lnTo>
                  <a:close/>
                  <a:moveTo>
                    <a:pt x="767149" y="78158"/>
                  </a:moveTo>
                  <a:lnTo>
                    <a:pt x="1000000" y="78158"/>
                  </a:lnTo>
                  <a:lnTo>
                    <a:pt x="1000000" y="79229"/>
                  </a:lnTo>
                  <a:lnTo>
                    <a:pt x="767149" y="79229"/>
                  </a:lnTo>
                  <a:close/>
                  <a:moveTo>
                    <a:pt x="221998" y="78158"/>
                  </a:moveTo>
                  <a:lnTo>
                    <a:pt x="637749" y="78158"/>
                  </a:lnTo>
                  <a:lnTo>
                    <a:pt x="637749" y="79229"/>
                  </a:lnTo>
                  <a:lnTo>
                    <a:pt x="221998" y="79229"/>
                  </a:lnTo>
                  <a:close/>
                  <a:moveTo>
                    <a:pt x="0" y="77088"/>
                  </a:moveTo>
                  <a:lnTo>
                    <a:pt x="160220" y="77088"/>
                  </a:lnTo>
                  <a:lnTo>
                    <a:pt x="160220" y="80300"/>
                  </a:lnTo>
                  <a:lnTo>
                    <a:pt x="0" y="80300"/>
                  </a:lnTo>
                  <a:close/>
                  <a:moveTo>
                    <a:pt x="161054" y="79229"/>
                  </a:moveTo>
                  <a:lnTo>
                    <a:pt x="171072" y="79229"/>
                  </a:lnTo>
                  <a:lnTo>
                    <a:pt x="171072" y="80300"/>
                  </a:lnTo>
                  <a:lnTo>
                    <a:pt x="161054" y="80300"/>
                  </a:lnTo>
                  <a:close/>
                  <a:moveTo>
                    <a:pt x="172742" y="79229"/>
                  </a:moveTo>
                  <a:lnTo>
                    <a:pt x="185265" y="79229"/>
                  </a:lnTo>
                  <a:lnTo>
                    <a:pt x="185265" y="80300"/>
                  </a:lnTo>
                  <a:lnTo>
                    <a:pt x="172742" y="80300"/>
                  </a:lnTo>
                  <a:close/>
                  <a:moveTo>
                    <a:pt x="221163" y="79229"/>
                  </a:moveTo>
                  <a:lnTo>
                    <a:pt x="635244" y="79229"/>
                  </a:lnTo>
                  <a:lnTo>
                    <a:pt x="635244" y="80300"/>
                  </a:lnTo>
                  <a:lnTo>
                    <a:pt x="221163" y="80300"/>
                  </a:lnTo>
                  <a:close/>
                  <a:moveTo>
                    <a:pt x="722068" y="78158"/>
                  </a:moveTo>
                  <a:lnTo>
                    <a:pt x="745443" y="78158"/>
                  </a:lnTo>
                  <a:lnTo>
                    <a:pt x="745443" y="80300"/>
                  </a:lnTo>
                  <a:lnTo>
                    <a:pt x="722068" y="80300"/>
                  </a:lnTo>
                  <a:close/>
                  <a:moveTo>
                    <a:pt x="721233" y="80300"/>
                  </a:moveTo>
                  <a:lnTo>
                    <a:pt x="744609" y="80300"/>
                  </a:lnTo>
                  <a:lnTo>
                    <a:pt x="744609" y="81370"/>
                  </a:lnTo>
                  <a:lnTo>
                    <a:pt x="721233" y="81370"/>
                  </a:lnTo>
                  <a:close/>
                  <a:moveTo>
                    <a:pt x="221163" y="80300"/>
                  </a:moveTo>
                  <a:lnTo>
                    <a:pt x="633575" y="80300"/>
                  </a:lnTo>
                  <a:lnTo>
                    <a:pt x="633575" y="81370"/>
                  </a:lnTo>
                  <a:lnTo>
                    <a:pt x="221163" y="81370"/>
                  </a:lnTo>
                  <a:close/>
                  <a:moveTo>
                    <a:pt x="172742" y="80300"/>
                  </a:moveTo>
                  <a:lnTo>
                    <a:pt x="184430" y="80300"/>
                  </a:lnTo>
                  <a:lnTo>
                    <a:pt x="184430" y="81370"/>
                  </a:lnTo>
                  <a:lnTo>
                    <a:pt x="172742" y="81370"/>
                  </a:lnTo>
                  <a:close/>
                  <a:moveTo>
                    <a:pt x="718728" y="81370"/>
                  </a:moveTo>
                  <a:lnTo>
                    <a:pt x="744609" y="81370"/>
                  </a:lnTo>
                  <a:lnTo>
                    <a:pt x="744609" y="82441"/>
                  </a:lnTo>
                  <a:lnTo>
                    <a:pt x="718728" y="82441"/>
                  </a:lnTo>
                  <a:close/>
                  <a:moveTo>
                    <a:pt x="171072" y="81370"/>
                  </a:moveTo>
                  <a:lnTo>
                    <a:pt x="184430" y="81370"/>
                  </a:lnTo>
                  <a:lnTo>
                    <a:pt x="184430" y="82441"/>
                  </a:lnTo>
                  <a:lnTo>
                    <a:pt x="171072" y="82441"/>
                  </a:lnTo>
                  <a:close/>
                  <a:moveTo>
                    <a:pt x="0" y="80300"/>
                  </a:moveTo>
                  <a:lnTo>
                    <a:pt x="170238" y="80300"/>
                  </a:lnTo>
                  <a:lnTo>
                    <a:pt x="170238" y="82441"/>
                  </a:lnTo>
                  <a:lnTo>
                    <a:pt x="0" y="82441"/>
                  </a:lnTo>
                  <a:close/>
                  <a:moveTo>
                    <a:pt x="767984" y="79229"/>
                  </a:moveTo>
                  <a:lnTo>
                    <a:pt x="1000000" y="79229"/>
                  </a:lnTo>
                  <a:lnTo>
                    <a:pt x="1000000" y="82441"/>
                  </a:lnTo>
                  <a:lnTo>
                    <a:pt x="767984" y="82441"/>
                  </a:lnTo>
                  <a:close/>
                  <a:moveTo>
                    <a:pt x="221163" y="81370"/>
                  </a:moveTo>
                  <a:lnTo>
                    <a:pt x="631905" y="81370"/>
                  </a:lnTo>
                  <a:lnTo>
                    <a:pt x="631905" y="82441"/>
                  </a:lnTo>
                  <a:lnTo>
                    <a:pt x="221163" y="82441"/>
                  </a:lnTo>
                  <a:close/>
                  <a:moveTo>
                    <a:pt x="170238" y="82441"/>
                  </a:moveTo>
                  <a:lnTo>
                    <a:pt x="183595" y="82441"/>
                  </a:lnTo>
                  <a:lnTo>
                    <a:pt x="183595" y="83512"/>
                  </a:lnTo>
                  <a:lnTo>
                    <a:pt x="170238" y="83512"/>
                  </a:lnTo>
                  <a:close/>
                  <a:moveTo>
                    <a:pt x="768819" y="82441"/>
                  </a:moveTo>
                  <a:lnTo>
                    <a:pt x="1000000" y="82441"/>
                  </a:lnTo>
                  <a:lnTo>
                    <a:pt x="1000000" y="83512"/>
                  </a:lnTo>
                  <a:lnTo>
                    <a:pt x="768819" y="83512"/>
                  </a:lnTo>
                  <a:close/>
                  <a:moveTo>
                    <a:pt x="717894" y="82441"/>
                  </a:moveTo>
                  <a:lnTo>
                    <a:pt x="744609" y="82441"/>
                  </a:lnTo>
                  <a:lnTo>
                    <a:pt x="744609" y="83512"/>
                  </a:lnTo>
                  <a:lnTo>
                    <a:pt x="717894" y="83512"/>
                  </a:lnTo>
                  <a:close/>
                  <a:moveTo>
                    <a:pt x="220328" y="82441"/>
                  </a:moveTo>
                  <a:lnTo>
                    <a:pt x="629400" y="82441"/>
                  </a:lnTo>
                  <a:lnTo>
                    <a:pt x="629400" y="83512"/>
                  </a:lnTo>
                  <a:lnTo>
                    <a:pt x="220328" y="83512"/>
                  </a:lnTo>
                  <a:close/>
                  <a:moveTo>
                    <a:pt x="0" y="82441"/>
                  </a:moveTo>
                  <a:lnTo>
                    <a:pt x="157715" y="82441"/>
                  </a:lnTo>
                  <a:lnTo>
                    <a:pt x="157715" y="83512"/>
                  </a:lnTo>
                  <a:lnTo>
                    <a:pt x="0" y="83512"/>
                  </a:lnTo>
                  <a:close/>
                  <a:moveTo>
                    <a:pt x="220328" y="83512"/>
                  </a:moveTo>
                  <a:lnTo>
                    <a:pt x="226172" y="83512"/>
                  </a:lnTo>
                  <a:lnTo>
                    <a:pt x="226172" y="84582"/>
                  </a:lnTo>
                  <a:lnTo>
                    <a:pt x="220328" y="84582"/>
                  </a:lnTo>
                  <a:close/>
                  <a:moveTo>
                    <a:pt x="769654" y="83512"/>
                  </a:moveTo>
                  <a:lnTo>
                    <a:pt x="1000000" y="83512"/>
                  </a:lnTo>
                  <a:lnTo>
                    <a:pt x="1000000" y="84582"/>
                  </a:lnTo>
                  <a:lnTo>
                    <a:pt x="769654" y="84582"/>
                  </a:lnTo>
                  <a:close/>
                  <a:moveTo>
                    <a:pt x="717059" y="83512"/>
                  </a:moveTo>
                  <a:lnTo>
                    <a:pt x="744609" y="83512"/>
                  </a:lnTo>
                  <a:lnTo>
                    <a:pt x="744609" y="84582"/>
                  </a:lnTo>
                  <a:lnTo>
                    <a:pt x="717059" y="84582"/>
                  </a:lnTo>
                  <a:close/>
                  <a:moveTo>
                    <a:pt x="170238" y="83512"/>
                  </a:moveTo>
                  <a:lnTo>
                    <a:pt x="182760" y="83512"/>
                  </a:lnTo>
                  <a:lnTo>
                    <a:pt x="182760" y="84582"/>
                  </a:lnTo>
                  <a:lnTo>
                    <a:pt x="170238" y="84582"/>
                  </a:lnTo>
                  <a:close/>
                  <a:moveTo>
                    <a:pt x="159385" y="82441"/>
                  </a:moveTo>
                  <a:lnTo>
                    <a:pt x="168568" y="82441"/>
                  </a:lnTo>
                  <a:lnTo>
                    <a:pt x="168568" y="84582"/>
                  </a:lnTo>
                  <a:lnTo>
                    <a:pt x="159385" y="84582"/>
                  </a:lnTo>
                  <a:close/>
                  <a:moveTo>
                    <a:pt x="227007" y="83512"/>
                  </a:moveTo>
                  <a:lnTo>
                    <a:pt x="623557" y="83512"/>
                  </a:lnTo>
                  <a:lnTo>
                    <a:pt x="623557" y="84582"/>
                  </a:lnTo>
                  <a:lnTo>
                    <a:pt x="227007" y="84582"/>
                  </a:lnTo>
                  <a:close/>
                  <a:moveTo>
                    <a:pt x="227007" y="84582"/>
                  </a:moveTo>
                  <a:lnTo>
                    <a:pt x="622722" y="84582"/>
                  </a:lnTo>
                  <a:lnTo>
                    <a:pt x="622722" y="85653"/>
                  </a:lnTo>
                  <a:lnTo>
                    <a:pt x="227007" y="85653"/>
                  </a:lnTo>
                  <a:close/>
                  <a:moveTo>
                    <a:pt x="714554" y="84582"/>
                  </a:moveTo>
                  <a:lnTo>
                    <a:pt x="743774" y="84582"/>
                  </a:lnTo>
                  <a:lnTo>
                    <a:pt x="743774" y="85653"/>
                  </a:lnTo>
                  <a:lnTo>
                    <a:pt x="714554" y="85653"/>
                  </a:lnTo>
                  <a:close/>
                  <a:moveTo>
                    <a:pt x="158550" y="84582"/>
                  </a:moveTo>
                  <a:lnTo>
                    <a:pt x="167733" y="84582"/>
                  </a:lnTo>
                  <a:lnTo>
                    <a:pt x="167733" y="85653"/>
                  </a:lnTo>
                  <a:lnTo>
                    <a:pt x="158550" y="85653"/>
                  </a:lnTo>
                  <a:close/>
                  <a:moveTo>
                    <a:pt x="170238" y="84582"/>
                  </a:moveTo>
                  <a:lnTo>
                    <a:pt x="181925" y="84582"/>
                  </a:lnTo>
                  <a:lnTo>
                    <a:pt x="181925" y="85653"/>
                  </a:lnTo>
                  <a:lnTo>
                    <a:pt x="170238" y="85653"/>
                  </a:lnTo>
                  <a:close/>
                  <a:moveTo>
                    <a:pt x="157715" y="85653"/>
                  </a:moveTo>
                  <a:lnTo>
                    <a:pt x="167733" y="85653"/>
                  </a:lnTo>
                  <a:lnTo>
                    <a:pt x="167733" y="86724"/>
                  </a:lnTo>
                  <a:lnTo>
                    <a:pt x="157715" y="86724"/>
                  </a:lnTo>
                  <a:close/>
                  <a:moveTo>
                    <a:pt x="770489" y="84582"/>
                  </a:moveTo>
                  <a:lnTo>
                    <a:pt x="1000000" y="84582"/>
                  </a:lnTo>
                  <a:lnTo>
                    <a:pt x="1000000" y="86724"/>
                  </a:lnTo>
                  <a:lnTo>
                    <a:pt x="770489" y="86724"/>
                  </a:lnTo>
                  <a:close/>
                  <a:moveTo>
                    <a:pt x="713719" y="85653"/>
                  </a:moveTo>
                  <a:lnTo>
                    <a:pt x="742939" y="85653"/>
                  </a:lnTo>
                  <a:lnTo>
                    <a:pt x="742939" y="86724"/>
                  </a:lnTo>
                  <a:lnTo>
                    <a:pt x="713719" y="86724"/>
                  </a:lnTo>
                  <a:close/>
                  <a:moveTo>
                    <a:pt x="0" y="83512"/>
                  </a:moveTo>
                  <a:lnTo>
                    <a:pt x="156880" y="83512"/>
                  </a:lnTo>
                  <a:lnTo>
                    <a:pt x="156880" y="86724"/>
                  </a:lnTo>
                  <a:lnTo>
                    <a:pt x="0" y="86724"/>
                  </a:lnTo>
                  <a:close/>
                  <a:moveTo>
                    <a:pt x="169403" y="85653"/>
                  </a:moveTo>
                  <a:lnTo>
                    <a:pt x="181925" y="85653"/>
                  </a:lnTo>
                  <a:lnTo>
                    <a:pt x="181925" y="86724"/>
                  </a:lnTo>
                  <a:lnTo>
                    <a:pt x="169403" y="86724"/>
                  </a:lnTo>
                  <a:close/>
                  <a:moveTo>
                    <a:pt x="227007" y="85653"/>
                  </a:moveTo>
                  <a:lnTo>
                    <a:pt x="621887" y="85653"/>
                  </a:lnTo>
                  <a:lnTo>
                    <a:pt x="621887" y="86724"/>
                  </a:lnTo>
                  <a:lnTo>
                    <a:pt x="227007" y="86724"/>
                  </a:lnTo>
                  <a:close/>
                  <a:moveTo>
                    <a:pt x="219493" y="84582"/>
                  </a:moveTo>
                  <a:lnTo>
                    <a:pt x="226172" y="84582"/>
                  </a:lnTo>
                  <a:lnTo>
                    <a:pt x="226172" y="86724"/>
                  </a:lnTo>
                  <a:lnTo>
                    <a:pt x="219493" y="86724"/>
                  </a:lnTo>
                  <a:close/>
                  <a:moveTo>
                    <a:pt x="0" y="86724"/>
                  </a:moveTo>
                  <a:lnTo>
                    <a:pt x="156045" y="86724"/>
                  </a:lnTo>
                  <a:lnTo>
                    <a:pt x="156045" y="87794"/>
                  </a:lnTo>
                  <a:lnTo>
                    <a:pt x="0" y="87794"/>
                  </a:lnTo>
                  <a:close/>
                  <a:moveTo>
                    <a:pt x="218658" y="86724"/>
                  </a:moveTo>
                  <a:lnTo>
                    <a:pt x="620217" y="86724"/>
                  </a:lnTo>
                  <a:lnTo>
                    <a:pt x="620217" y="87794"/>
                  </a:lnTo>
                  <a:lnTo>
                    <a:pt x="218658" y="87794"/>
                  </a:lnTo>
                  <a:close/>
                  <a:moveTo>
                    <a:pt x="712885" y="86724"/>
                  </a:moveTo>
                  <a:lnTo>
                    <a:pt x="742939" y="86724"/>
                  </a:lnTo>
                  <a:lnTo>
                    <a:pt x="742939" y="87794"/>
                  </a:lnTo>
                  <a:lnTo>
                    <a:pt x="712885" y="87794"/>
                  </a:lnTo>
                  <a:close/>
                  <a:moveTo>
                    <a:pt x="156880" y="86724"/>
                  </a:moveTo>
                  <a:lnTo>
                    <a:pt x="166898" y="86724"/>
                  </a:lnTo>
                  <a:lnTo>
                    <a:pt x="166898" y="87794"/>
                  </a:lnTo>
                  <a:lnTo>
                    <a:pt x="156880" y="87794"/>
                  </a:lnTo>
                  <a:close/>
                  <a:moveTo>
                    <a:pt x="168568" y="86724"/>
                  </a:moveTo>
                  <a:lnTo>
                    <a:pt x="181925" y="86724"/>
                  </a:lnTo>
                  <a:lnTo>
                    <a:pt x="181925" y="87794"/>
                  </a:lnTo>
                  <a:lnTo>
                    <a:pt x="168568" y="87794"/>
                  </a:lnTo>
                  <a:close/>
                  <a:moveTo>
                    <a:pt x="771323" y="86724"/>
                  </a:moveTo>
                  <a:lnTo>
                    <a:pt x="1000000" y="86724"/>
                  </a:lnTo>
                  <a:lnTo>
                    <a:pt x="1000000" y="87794"/>
                  </a:lnTo>
                  <a:lnTo>
                    <a:pt x="771323" y="87794"/>
                  </a:lnTo>
                  <a:close/>
                  <a:moveTo>
                    <a:pt x="772993" y="87794"/>
                  </a:moveTo>
                  <a:lnTo>
                    <a:pt x="1000000" y="87794"/>
                  </a:lnTo>
                  <a:lnTo>
                    <a:pt x="1000000" y="88865"/>
                  </a:lnTo>
                  <a:lnTo>
                    <a:pt x="772993" y="88865"/>
                  </a:lnTo>
                  <a:close/>
                  <a:moveTo>
                    <a:pt x="167733" y="87794"/>
                  </a:moveTo>
                  <a:lnTo>
                    <a:pt x="181091" y="87794"/>
                  </a:lnTo>
                  <a:lnTo>
                    <a:pt x="181091" y="88865"/>
                  </a:lnTo>
                  <a:lnTo>
                    <a:pt x="167733" y="88865"/>
                  </a:lnTo>
                  <a:close/>
                  <a:moveTo>
                    <a:pt x="711215" y="87794"/>
                  </a:moveTo>
                  <a:lnTo>
                    <a:pt x="742939" y="87794"/>
                  </a:lnTo>
                  <a:lnTo>
                    <a:pt x="742939" y="88865"/>
                  </a:lnTo>
                  <a:lnTo>
                    <a:pt x="711215" y="88865"/>
                  </a:lnTo>
                  <a:close/>
                  <a:moveTo>
                    <a:pt x="218658" y="87794"/>
                  </a:moveTo>
                  <a:lnTo>
                    <a:pt x="619382" y="87794"/>
                  </a:lnTo>
                  <a:lnTo>
                    <a:pt x="619382" y="88865"/>
                  </a:lnTo>
                  <a:lnTo>
                    <a:pt x="218658" y="88865"/>
                  </a:lnTo>
                  <a:close/>
                  <a:moveTo>
                    <a:pt x="156880" y="87794"/>
                  </a:moveTo>
                  <a:lnTo>
                    <a:pt x="166063" y="87794"/>
                  </a:lnTo>
                  <a:lnTo>
                    <a:pt x="166063" y="88865"/>
                  </a:lnTo>
                  <a:lnTo>
                    <a:pt x="156880" y="88865"/>
                  </a:lnTo>
                  <a:close/>
                  <a:moveTo>
                    <a:pt x="0" y="87794"/>
                  </a:moveTo>
                  <a:lnTo>
                    <a:pt x="155210" y="87794"/>
                  </a:lnTo>
                  <a:lnTo>
                    <a:pt x="155210" y="88865"/>
                  </a:lnTo>
                  <a:lnTo>
                    <a:pt x="0" y="88865"/>
                  </a:lnTo>
                  <a:close/>
                  <a:moveTo>
                    <a:pt x="218658" y="88865"/>
                  </a:moveTo>
                  <a:lnTo>
                    <a:pt x="618547" y="88865"/>
                  </a:lnTo>
                  <a:lnTo>
                    <a:pt x="618547" y="89936"/>
                  </a:lnTo>
                  <a:lnTo>
                    <a:pt x="218658" y="89936"/>
                  </a:lnTo>
                  <a:close/>
                  <a:moveTo>
                    <a:pt x="773828" y="88865"/>
                  </a:moveTo>
                  <a:lnTo>
                    <a:pt x="1000000" y="88865"/>
                  </a:lnTo>
                  <a:lnTo>
                    <a:pt x="1000000" y="89936"/>
                  </a:lnTo>
                  <a:lnTo>
                    <a:pt x="773828" y="89936"/>
                  </a:lnTo>
                  <a:close/>
                  <a:moveTo>
                    <a:pt x="709545" y="88865"/>
                  </a:moveTo>
                  <a:lnTo>
                    <a:pt x="742104" y="88865"/>
                  </a:lnTo>
                  <a:lnTo>
                    <a:pt x="742104" y="89936"/>
                  </a:lnTo>
                  <a:lnTo>
                    <a:pt x="709545" y="89936"/>
                  </a:lnTo>
                  <a:close/>
                  <a:moveTo>
                    <a:pt x="156880" y="88865"/>
                  </a:moveTo>
                  <a:lnTo>
                    <a:pt x="165229" y="88865"/>
                  </a:lnTo>
                  <a:lnTo>
                    <a:pt x="165229" y="89936"/>
                  </a:lnTo>
                  <a:lnTo>
                    <a:pt x="156880" y="89936"/>
                  </a:lnTo>
                  <a:close/>
                  <a:moveTo>
                    <a:pt x="167733" y="88865"/>
                  </a:moveTo>
                  <a:lnTo>
                    <a:pt x="180256" y="88865"/>
                  </a:lnTo>
                  <a:lnTo>
                    <a:pt x="180256" y="89936"/>
                  </a:lnTo>
                  <a:lnTo>
                    <a:pt x="167733" y="89936"/>
                  </a:lnTo>
                  <a:close/>
                  <a:moveTo>
                    <a:pt x="218658" y="89936"/>
                  </a:moveTo>
                  <a:lnTo>
                    <a:pt x="616043" y="89936"/>
                  </a:lnTo>
                  <a:lnTo>
                    <a:pt x="616043" y="91006"/>
                  </a:lnTo>
                  <a:lnTo>
                    <a:pt x="218658" y="91006"/>
                  </a:lnTo>
                  <a:close/>
                  <a:moveTo>
                    <a:pt x="775498" y="89936"/>
                  </a:moveTo>
                  <a:lnTo>
                    <a:pt x="1000000" y="89936"/>
                  </a:lnTo>
                  <a:lnTo>
                    <a:pt x="1000000" y="91006"/>
                  </a:lnTo>
                  <a:lnTo>
                    <a:pt x="775498" y="91006"/>
                  </a:lnTo>
                  <a:close/>
                  <a:moveTo>
                    <a:pt x="218658" y="91006"/>
                  </a:moveTo>
                  <a:lnTo>
                    <a:pt x="615208" y="91006"/>
                  </a:lnTo>
                  <a:lnTo>
                    <a:pt x="615208" y="92077"/>
                  </a:lnTo>
                  <a:lnTo>
                    <a:pt x="218658" y="92077"/>
                  </a:lnTo>
                  <a:close/>
                  <a:moveTo>
                    <a:pt x="166898" y="89936"/>
                  </a:moveTo>
                  <a:lnTo>
                    <a:pt x="179421" y="89936"/>
                  </a:lnTo>
                  <a:lnTo>
                    <a:pt x="179421" y="92077"/>
                  </a:lnTo>
                  <a:lnTo>
                    <a:pt x="166898" y="92077"/>
                  </a:lnTo>
                  <a:close/>
                  <a:moveTo>
                    <a:pt x="0" y="88865"/>
                  </a:moveTo>
                  <a:lnTo>
                    <a:pt x="154376" y="88865"/>
                  </a:lnTo>
                  <a:lnTo>
                    <a:pt x="154376" y="92077"/>
                  </a:lnTo>
                  <a:lnTo>
                    <a:pt x="0" y="92077"/>
                  </a:lnTo>
                  <a:close/>
                  <a:moveTo>
                    <a:pt x="156045" y="89936"/>
                  </a:moveTo>
                  <a:lnTo>
                    <a:pt x="165229" y="89936"/>
                  </a:lnTo>
                  <a:lnTo>
                    <a:pt x="165229" y="92077"/>
                  </a:lnTo>
                  <a:lnTo>
                    <a:pt x="156045" y="92077"/>
                  </a:lnTo>
                  <a:close/>
                  <a:moveTo>
                    <a:pt x="776333" y="91006"/>
                  </a:moveTo>
                  <a:lnTo>
                    <a:pt x="1000000" y="91006"/>
                  </a:lnTo>
                  <a:lnTo>
                    <a:pt x="1000000" y="92077"/>
                  </a:lnTo>
                  <a:lnTo>
                    <a:pt x="776333" y="92077"/>
                  </a:lnTo>
                  <a:close/>
                  <a:moveTo>
                    <a:pt x="708710" y="89936"/>
                  </a:moveTo>
                  <a:lnTo>
                    <a:pt x="742104" y="89936"/>
                  </a:lnTo>
                  <a:lnTo>
                    <a:pt x="742104" y="93148"/>
                  </a:lnTo>
                  <a:lnTo>
                    <a:pt x="708710" y="93148"/>
                  </a:lnTo>
                  <a:close/>
                  <a:moveTo>
                    <a:pt x="0" y="92077"/>
                  </a:moveTo>
                  <a:lnTo>
                    <a:pt x="153541" y="92077"/>
                  </a:lnTo>
                  <a:lnTo>
                    <a:pt x="153541" y="93148"/>
                  </a:lnTo>
                  <a:lnTo>
                    <a:pt x="0" y="93148"/>
                  </a:lnTo>
                  <a:close/>
                  <a:moveTo>
                    <a:pt x="156045" y="92077"/>
                  </a:moveTo>
                  <a:lnTo>
                    <a:pt x="164394" y="92077"/>
                  </a:lnTo>
                  <a:lnTo>
                    <a:pt x="164394" y="93148"/>
                  </a:lnTo>
                  <a:lnTo>
                    <a:pt x="156045" y="93148"/>
                  </a:lnTo>
                  <a:close/>
                  <a:moveTo>
                    <a:pt x="166063" y="92077"/>
                  </a:moveTo>
                  <a:lnTo>
                    <a:pt x="178586" y="92077"/>
                  </a:lnTo>
                  <a:lnTo>
                    <a:pt x="178586" y="93148"/>
                  </a:lnTo>
                  <a:lnTo>
                    <a:pt x="166063" y="93148"/>
                  </a:lnTo>
                  <a:close/>
                  <a:moveTo>
                    <a:pt x="218658" y="92077"/>
                  </a:moveTo>
                  <a:lnTo>
                    <a:pt x="614373" y="92077"/>
                  </a:lnTo>
                  <a:lnTo>
                    <a:pt x="614373" y="93148"/>
                  </a:lnTo>
                  <a:lnTo>
                    <a:pt x="218658" y="93148"/>
                  </a:lnTo>
                  <a:close/>
                  <a:moveTo>
                    <a:pt x="777167" y="92077"/>
                  </a:moveTo>
                  <a:lnTo>
                    <a:pt x="1000000" y="92077"/>
                  </a:lnTo>
                  <a:lnTo>
                    <a:pt x="1000000" y="93148"/>
                  </a:lnTo>
                  <a:lnTo>
                    <a:pt x="777167" y="93148"/>
                  </a:lnTo>
                  <a:close/>
                  <a:moveTo>
                    <a:pt x="778837" y="93148"/>
                  </a:moveTo>
                  <a:lnTo>
                    <a:pt x="1000000" y="93148"/>
                  </a:lnTo>
                  <a:lnTo>
                    <a:pt x="1000000" y="94218"/>
                  </a:lnTo>
                  <a:lnTo>
                    <a:pt x="778837" y="94218"/>
                  </a:lnTo>
                  <a:close/>
                  <a:moveTo>
                    <a:pt x="154376" y="93148"/>
                  </a:moveTo>
                  <a:lnTo>
                    <a:pt x="163559" y="93148"/>
                  </a:lnTo>
                  <a:lnTo>
                    <a:pt x="163559" y="94218"/>
                  </a:lnTo>
                  <a:lnTo>
                    <a:pt x="154376" y="94218"/>
                  </a:lnTo>
                  <a:close/>
                  <a:moveTo>
                    <a:pt x="165229" y="93148"/>
                  </a:moveTo>
                  <a:lnTo>
                    <a:pt x="178586" y="93148"/>
                  </a:lnTo>
                  <a:lnTo>
                    <a:pt x="178586" y="94218"/>
                  </a:lnTo>
                  <a:lnTo>
                    <a:pt x="165229" y="94218"/>
                  </a:lnTo>
                  <a:close/>
                  <a:moveTo>
                    <a:pt x="217824" y="93148"/>
                  </a:moveTo>
                  <a:lnTo>
                    <a:pt x="613538" y="93148"/>
                  </a:lnTo>
                  <a:lnTo>
                    <a:pt x="613538" y="94218"/>
                  </a:lnTo>
                  <a:lnTo>
                    <a:pt x="217824" y="94218"/>
                  </a:lnTo>
                  <a:close/>
                  <a:moveTo>
                    <a:pt x="217824" y="94218"/>
                  </a:moveTo>
                  <a:lnTo>
                    <a:pt x="611869" y="94218"/>
                  </a:lnTo>
                  <a:lnTo>
                    <a:pt x="611869" y="95289"/>
                  </a:lnTo>
                  <a:lnTo>
                    <a:pt x="217824" y="95289"/>
                  </a:lnTo>
                  <a:close/>
                  <a:moveTo>
                    <a:pt x="707876" y="93148"/>
                  </a:moveTo>
                  <a:lnTo>
                    <a:pt x="742104" y="93148"/>
                  </a:lnTo>
                  <a:lnTo>
                    <a:pt x="742104" y="95289"/>
                  </a:lnTo>
                  <a:lnTo>
                    <a:pt x="707876" y="95289"/>
                  </a:lnTo>
                  <a:close/>
                  <a:moveTo>
                    <a:pt x="165229" y="94218"/>
                  </a:moveTo>
                  <a:lnTo>
                    <a:pt x="177751" y="94218"/>
                  </a:lnTo>
                  <a:lnTo>
                    <a:pt x="177751" y="95289"/>
                  </a:lnTo>
                  <a:lnTo>
                    <a:pt x="165229" y="95289"/>
                  </a:lnTo>
                  <a:close/>
                  <a:moveTo>
                    <a:pt x="779672" y="94218"/>
                  </a:moveTo>
                  <a:lnTo>
                    <a:pt x="1000000" y="94218"/>
                  </a:lnTo>
                  <a:lnTo>
                    <a:pt x="1000000" y="95289"/>
                  </a:lnTo>
                  <a:lnTo>
                    <a:pt x="779672" y="95289"/>
                  </a:lnTo>
                  <a:close/>
                  <a:moveTo>
                    <a:pt x="0" y="93148"/>
                  </a:moveTo>
                  <a:lnTo>
                    <a:pt x="152706" y="93148"/>
                  </a:lnTo>
                  <a:lnTo>
                    <a:pt x="152706" y="95289"/>
                  </a:lnTo>
                  <a:lnTo>
                    <a:pt x="0" y="95289"/>
                  </a:lnTo>
                  <a:close/>
                  <a:moveTo>
                    <a:pt x="707041" y="95289"/>
                  </a:moveTo>
                  <a:lnTo>
                    <a:pt x="741269" y="95289"/>
                  </a:lnTo>
                  <a:lnTo>
                    <a:pt x="741269" y="96360"/>
                  </a:lnTo>
                  <a:lnTo>
                    <a:pt x="707041" y="96360"/>
                  </a:lnTo>
                  <a:close/>
                  <a:moveTo>
                    <a:pt x="780507" y="95289"/>
                  </a:moveTo>
                  <a:lnTo>
                    <a:pt x="1000000" y="95289"/>
                  </a:lnTo>
                  <a:lnTo>
                    <a:pt x="1000000" y="96360"/>
                  </a:lnTo>
                  <a:lnTo>
                    <a:pt x="780507" y="96360"/>
                  </a:lnTo>
                  <a:close/>
                  <a:moveTo>
                    <a:pt x="154376" y="94218"/>
                  </a:moveTo>
                  <a:lnTo>
                    <a:pt x="162724" y="94218"/>
                  </a:lnTo>
                  <a:lnTo>
                    <a:pt x="162724" y="96360"/>
                  </a:lnTo>
                  <a:lnTo>
                    <a:pt x="154376" y="96360"/>
                  </a:lnTo>
                  <a:close/>
                  <a:moveTo>
                    <a:pt x="216989" y="95289"/>
                  </a:moveTo>
                  <a:lnTo>
                    <a:pt x="611869" y="95289"/>
                  </a:lnTo>
                  <a:lnTo>
                    <a:pt x="611869" y="96360"/>
                  </a:lnTo>
                  <a:lnTo>
                    <a:pt x="216989" y="96360"/>
                  </a:lnTo>
                  <a:close/>
                  <a:moveTo>
                    <a:pt x="706206" y="96360"/>
                  </a:moveTo>
                  <a:lnTo>
                    <a:pt x="741269" y="96360"/>
                  </a:lnTo>
                  <a:lnTo>
                    <a:pt x="741269" y="97430"/>
                  </a:lnTo>
                  <a:lnTo>
                    <a:pt x="706206" y="97430"/>
                  </a:lnTo>
                  <a:close/>
                  <a:moveTo>
                    <a:pt x="216989" y="96360"/>
                  </a:moveTo>
                  <a:lnTo>
                    <a:pt x="610199" y="96360"/>
                  </a:lnTo>
                  <a:lnTo>
                    <a:pt x="610199" y="97430"/>
                  </a:lnTo>
                  <a:lnTo>
                    <a:pt x="216989" y="97430"/>
                  </a:lnTo>
                  <a:close/>
                  <a:moveTo>
                    <a:pt x="153541" y="96360"/>
                  </a:moveTo>
                  <a:lnTo>
                    <a:pt x="162724" y="96360"/>
                  </a:lnTo>
                  <a:lnTo>
                    <a:pt x="162724" y="97430"/>
                  </a:lnTo>
                  <a:lnTo>
                    <a:pt x="153541" y="97430"/>
                  </a:lnTo>
                  <a:close/>
                  <a:moveTo>
                    <a:pt x="782176" y="96360"/>
                  </a:moveTo>
                  <a:lnTo>
                    <a:pt x="1000000" y="96360"/>
                  </a:lnTo>
                  <a:lnTo>
                    <a:pt x="1000000" y="97430"/>
                  </a:lnTo>
                  <a:lnTo>
                    <a:pt x="782176" y="97430"/>
                  </a:lnTo>
                  <a:close/>
                  <a:moveTo>
                    <a:pt x="0" y="95289"/>
                  </a:moveTo>
                  <a:lnTo>
                    <a:pt x="151871" y="95289"/>
                  </a:lnTo>
                  <a:lnTo>
                    <a:pt x="151871" y="98501"/>
                  </a:lnTo>
                  <a:lnTo>
                    <a:pt x="0" y="98501"/>
                  </a:lnTo>
                  <a:close/>
                  <a:moveTo>
                    <a:pt x="164394" y="95289"/>
                  </a:moveTo>
                  <a:lnTo>
                    <a:pt x="176916" y="95289"/>
                  </a:lnTo>
                  <a:lnTo>
                    <a:pt x="176916" y="98501"/>
                  </a:lnTo>
                  <a:lnTo>
                    <a:pt x="164394" y="98501"/>
                  </a:lnTo>
                  <a:close/>
                  <a:moveTo>
                    <a:pt x="224502" y="97430"/>
                  </a:moveTo>
                  <a:lnTo>
                    <a:pt x="609364" y="97430"/>
                  </a:lnTo>
                  <a:lnTo>
                    <a:pt x="609364" y="98501"/>
                  </a:lnTo>
                  <a:lnTo>
                    <a:pt x="224502" y="98501"/>
                  </a:lnTo>
                  <a:close/>
                  <a:moveTo>
                    <a:pt x="783846" y="97430"/>
                  </a:moveTo>
                  <a:lnTo>
                    <a:pt x="1000000" y="97430"/>
                  </a:lnTo>
                  <a:lnTo>
                    <a:pt x="1000000" y="98501"/>
                  </a:lnTo>
                  <a:lnTo>
                    <a:pt x="783846" y="98501"/>
                  </a:lnTo>
                  <a:close/>
                  <a:moveTo>
                    <a:pt x="153541" y="97430"/>
                  </a:moveTo>
                  <a:lnTo>
                    <a:pt x="161889" y="97430"/>
                  </a:lnTo>
                  <a:lnTo>
                    <a:pt x="161889" y="98501"/>
                  </a:lnTo>
                  <a:lnTo>
                    <a:pt x="153541" y="98501"/>
                  </a:lnTo>
                  <a:close/>
                  <a:moveTo>
                    <a:pt x="153541" y="98501"/>
                  </a:moveTo>
                  <a:lnTo>
                    <a:pt x="161054" y="98501"/>
                  </a:lnTo>
                  <a:lnTo>
                    <a:pt x="161054" y="99572"/>
                  </a:lnTo>
                  <a:lnTo>
                    <a:pt x="153541" y="99572"/>
                  </a:lnTo>
                  <a:close/>
                  <a:moveTo>
                    <a:pt x="784681" y="98501"/>
                  </a:moveTo>
                  <a:lnTo>
                    <a:pt x="1000000" y="98501"/>
                  </a:lnTo>
                  <a:lnTo>
                    <a:pt x="1000000" y="99572"/>
                  </a:lnTo>
                  <a:lnTo>
                    <a:pt x="784681" y="99572"/>
                  </a:lnTo>
                  <a:close/>
                  <a:moveTo>
                    <a:pt x="224502" y="98501"/>
                  </a:moveTo>
                  <a:lnTo>
                    <a:pt x="608529" y="98501"/>
                  </a:lnTo>
                  <a:lnTo>
                    <a:pt x="608529" y="99572"/>
                  </a:lnTo>
                  <a:lnTo>
                    <a:pt x="224502" y="99572"/>
                  </a:lnTo>
                  <a:close/>
                  <a:moveTo>
                    <a:pt x="163559" y="98501"/>
                  </a:moveTo>
                  <a:lnTo>
                    <a:pt x="176082" y="98501"/>
                  </a:lnTo>
                  <a:lnTo>
                    <a:pt x="176082" y="99572"/>
                  </a:lnTo>
                  <a:lnTo>
                    <a:pt x="163559" y="99572"/>
                  </a:lnTo>
                  <a:close/>
                  <a:moveTo>
                    <a:pt x="0" y="98501"/>
                  </a:moveTo>
                  <a:lnTo>
                    <a:pt x="151036" y="98501"/>
                  </a:lnTo>
                  <a:lnTo>
                    <a:pt x="151036" y="100642"/>
                  </a:lnTo>
                  <a:lnTo>
                    <a:pt x="0" y="100642"/>
                  </a:lnTo>
                  <a:close/>
                  <a:moveTo>
                    <a:pt x="706206" y="97430"/>
                  </a:moveTo>
                  <a:lnTo>
                    <a:pt x="740434" y="97430"/>
                  </a:lnTo>
                  <a:lnTo>
                    <a:pt x="740434" y="100642"/>
                  </a:lnTo>
                  <a:lnTo>
                    <a:pt x="706206" y="100642"/>
                  </a:lnTo>
                  <a:close/>
                  <a:moveTo>
                    <a:pt x="224502" y="99572"/>
                  </a:moveTo>
                  <a:lnTo>
                    <a:pt x="607695" y="99572"/>
                  </a:lnTo>
                  <a:lnTo>
                    <a:pt x="607695" y="100642"/>
                  </a:lnTo>
                  <a:lnTo>
                    <a:pt x="224502" y="100642"/>
                  </a:lnTo>
                  <a:close/>
                  <a:moveTo>
                    <a:pt x="162724" y="99572"/>
                  </a:moveTo>
                  <a:lnTo>
                    <a:pt x="175247" y="99572"/>
                  </a:lnTo>
                  <a:lnTo>
                    <a:pt x="175247" y="100642"/>
                  </a:lnTo>
                  <a:lnTo>
                    <a:pt x="162724" y="100642"/>
                  </a:lnTo>
                  <a:close/>
                  <a:moveTo>
                    <a:pt x="785516" y="99572"/>
                  </a:moveTo>
                  <a:lnTo>
                    <a:pt x="1000000" y="99572"/>
                  </a:lnTo>
                  <a:lnTo>
                    <a:pt x="1000000" y="100642"/>
                  </a:lnTo>
                  <a:lnTo>
                    <a:pt x="785516" y="100642"/>
                  </a:lnTo>
                  <a:close/>
                  <a:moveTo>
                    <a:pt x="153541" y="99572"/>
                  </a:moveTo>
                  <a:lnTo>
                    <a:pt x="160220" y="99572"/>
                  </a:lnTo>
                  <a:lnTo>
                    <a:pt x="160220" y="100642"/>
                  </a:lnTo>
                  <a:lnTo>
                    <a:pt x="153541" y="100642"/>
                  </a:lnTo>
                  <a:close/>
                  <a:moveTo>
                    <a:pt x="787185" y="100642"/>
                  </a:moveTo>
                  <a:lnTo>
                    <a:pt x="1000000" y="100642"/>
                  </a:lnTo>
                  <a:lnTo>
                    <a:pt x="1000000" y="101713"/>
                  </a:lnTo>
                  <a:lnTo>
                    <a:pt x="787185" y="101713"/>
                  </a:lnTo>
                  <a:close/>
                  <a:moveTo>
                    <a:pt x="152706" y="100642"/>
                  </a:moveTo>
                  <a:lnTo>
                    <a:pt x="160220" y="100642"/>
                  </a:lnTo>
                  <a:lnTo>
                    <a:pt x="160220" y="101713"/>
                  </a:lnTo>
                  <a:lnTo>
                    <a:pt x="152706" y="101713"/>
                  </a:lnTo>
                  <a:close/>
                  <a:moveTo>
                    <a:pt x="0" y="100642"/>
                  </a:moveTo>
                  <a:lnTo>
                    <a:pt x="150201" y="100642"/>
                  </a:lnTo>
                  <a:lnTo>
                    <a:pt x="150201" y="101713"/>
                  </a:lnTo>
                  <a:lnTo>
                    <a:pt x="0" y="101713"/>
                  </a:lnTo>
                  <a:close/>
                  <a:moveTo>
                    <a:pt x="151871" y="101713"/>
                  </a:moveTo>
                  <a:lnTo>
                    <a:pt x="160220" y="101713"/>
                  </a:lnTo>
                  <a:lnTo>
                    <a:pt x="160220" y="102784"/>
                  </a:lnTo>
                  <a:lnTo>
                    <a:pt x="151871" y="102784"/>
                  </a:lnTo>
                  <a:close/>
                  <a:moveTo>
                    <a:pt x="788020" y="101713"/>
                  </a:moveTo>
                  <a:lnTo>
                    <a:pt x="1000000" y="101713"/>
                  </a:lnTo>
                  <a:lnTo>
                    <a:pt x="1000000" y="102784"/>
                  </a:lnTo>
                  <a:lnTo>
                    <a:pt x="788020" y="102784"/>
                  </a:lnTo>
                  <a:close/>
                  <a:moveTo>
                    <a:pt x="162724" y="100642"/>
                  </a:moveTo>
                  <a:lnTo>
                    <a:pt x="174412" y="100642"/>
                  </a:lnTo>
                  <a:lnTo>
                    <a:pt x="174412" y="102784"/>
                  </a:lnTo>
                  <a:lnTo>
                    <a:pt x="162724" y="102784"/>
                  </a:lnTo>
                  <a:close/>
                  <a:moveTo>
                    <a:pt x="224502" y="100642"/>
                  </a:moveTo>
                  <a:lnTo>
                    <a:pt x="606025" y="100642"/>
                  </a:lnTo>
                  <a:lnTo>
                    <a:pt x="606025" y="102784"/>
                  </a:lnTo>
                  <a:lnTo>
                    <a:pt x="224502" y="102784"/>
                  </a:lnTo>
                  <a:close/>
                  <a:moveTo>
                    <a:pt x="705371" y="100642"/>
                  </a:moveTo>
                  <a:lnTo>
                    <a:pt x="739599" y="100642"/>
                  </a:lnTo>
                  <a:lnTo>
                    <a:pt x="739599" y="103854"/>
                  </a:lnTo>
                  <a:lnTo>
                    <a:pt x="705371" y="103854"/>
                  </a:lnTo>
                  <a:close/>
                  <a:moveTo>
                    <a:pt x="216154" y="97430"/>
                  </a:moveTo>
                  <a:lnTo>
                    <a:pt x="222833" y="97430"/>
                  </a:lnTo>
                  <a:lnTo>
                    <a:pt x="222833" y="103854"/>
                  </a:lnTo>
                  <a:lnTo>
                    <a:pt x="216154" y="103854"/>
                  </a:lnTo>
                  <a:close/>
                  <a:moveTo>
                    <a:pt x="224502" y="102784"/>
                  </a:moveTo>
                  <a:lnTo>
                    <a:pt x="605190" y="102784"/>
                  </a:lnTo>
                  <a:lnTo>
                    <a:pt x="605190" y="103854"/>
                  </a:lnTo>
                  <a:lnTo>
                    <a:pt x="224502" y="103854"/>
                  </a:lnTo>
                  <a:close/>
                  <a:moveTo>
                    <a:pt x="788855" y="102784"/>
                  </a:moveTo>
                  <a:lnTo>
                    <a:pt x="1000000" y="102784"/>
                  </a:lnTo>
                  <a:lnTo>
                    <a:pt x="1000000" y="103854"/>
                  </a:lnTo>
                  <a:lnTo>
                    <a:pt x="788855" y="103854"/>
                  </a:lnTo>
                  <a:close/>
                  <a:moveTo>
                    <a:pt x="151871" y="102784"/>
                  </a:moveTo>
                  <a:lnTo>
                    <a:pt x="159385" y="102784"/>
                  </a:lnTo>
                  <a:lnTo>
                    <a:pt x="159385" y="103854"/>
                  </a:lnTo>
                  <a:lnTo>
                    <a:pt x="151871" y="103854"/>
                  </a:lnTo>
                  <a:close/>
                  <a:moveTo>
                    <a:pt x="704536" y="103854"/>
                  </a:moveTo>
                  <a:lnTo>
                    <a:pt x="739599" y="103854"/>
                  </a:lnTo>
                  <a:lnTo>
                    <a:pt x="739599" y="104925"/>
                  </a:lnTo>
                  <a:lnTo>
                    <a:pt x="704536" y="104925"/>
                  </a:lnTo>
                  <a:close/>
                  <a:moveTo>
                    <a:pt x="0" y="101713"/>
                  </a:moveTo>
                  <a:lnTo>
                    <a:pt x="149367" y="101713"/>
                  </a:lnTo>
                  <a:lnTo>
                    <a:pt x="149367" y="104925"/>
                  </a:lnTo>
                  <a:lnTo>
                    <a:pt x="0" y="104925"/>
                  </a:lnTo>
                  <a:close/>
                  <a:moveTo>
                    <a:pt x="790525" y="103854"/>
                  </a:moveTo>
                  <a:lnTo>
                    <a:pt x="1000000" y="103854"/>
                  </a:lnTo>
                  <a:lnTo>
                    <a:pt x="1000000" y="104925"/>
                  </a:lnTo>
                  <a:lnTo>
                    <a:pt x="790525" y="104925"/>
                  </a:lnTo>
                  <a:close/>
                  <a:moveTo>
                    <a:pt x="704536" y="104925"/>
                  </a:moveTo>
                  <a:lnTo>
                    <a:pt x="738765" y="104925"/>
                  </a:lnTo>
                  <a:lnTo>
                    <a:pt x="738765" y="105996"/>
                  </a:lnTo>
                  <a:lnTo>
                    <a:pt x="704536" y="105996"/>
                  </a:lnTo>
                  <a:close/>
                  <a:moveTo>
                    <a:pt x="791360" y="104925"/>
                  </a:moveTo>
                  <a:lnTo>
                    <a:pt x="1000000" y="104925"/>
                  </a:lnTo>
                  <a:lnTo>
                    <a:pt x="1000000" y="105996"/>
                  </a:lnTo>
                  <a:lnTo>
                    <a:pt x="791360" y="105996"/>
                  </a:lnTo>
                  <a:close/>
                  <a:moveTo>
                    <a:pt x="151036" y="103854"/>
                  </a:moveTo>
                  <a:lnTo>
                    <a:pt x="158550" y="103854"/>
                  </a:lnTo>
                  <a:lnTo>
                    <a:pt x="158550" y="105996"/>
                  </a:lnTo>
                  <a:lnTo>
                    <a:pt x="151036" y="105996"/>
                  </a:lnTo>
                  <a:close/>
                  <a:moveTo>
                    <a:pt x="161889" y="102784"/>
                  </a:moveTo>
                  <a:lnTo>
                    <a:pt x="173577" y="102784"/>
                  </a:lnTo>
                  <a:lnTo>
                    <a:pt x="173577" y="105996"/>
                  </a:lnTo>
                  <a:lnTo>
                    <a:pt x="161889" y="105996"/>
                  </a:lnTo>
                  <a:close/>
                  <a:moveTo>
                    <a:pt x="215319" y="103854"/>
                  </a:moveTo>
                  <a:lnTo>
                    <a:pt x="222833" y="103854"/>
                  </a:lnTo>
                  <a:lnTo>
                    <a:pt x="222833" y="105996"/>
                  </a:lnTo>
                  <a:lnTo>
                    <a:pt x="215319" y="105996"/>
                  </a:lnTo>
                  <a:close/>
                  <a:moveTo>
                    <a:pt x="224502" y="103854"/>
                  </a:moveTo>
                  <a:lnTo>
                    <a:pt x="603520" y="103854"/>
                  </a:lnTo>
                  <a:lnTo>
                    <a:pt x="603520" y="105996"/>
                  </a:lnTo>
                  <a:lnTo>
                    <a:pt x="224502" y="105996"/>
                  </a:lnTo>
                  <a:close/>
                  <a:moveTo>
                    <a:pt x="224502" y="105996"/>
                  </a:moveTo>
                  <a:lnTo>
                    <a:pt x="602685" y="105996"/>
                  </a:lnTo>
                  <a:lnTo>
                    <a:pt x="602685" y="107066"/>
                  </a:lnTo>
                  <a:lnTo>
                    <a:pt x="224502" y="107066"/>
                  </a:lnTo>
                  <a:close/>
                  <a:moveTo>
                    <a:pt x="792194" y="105996"/>
                  </a:moveTo>
                  <a:lnTo>
                    <a:pt x="1000000" y="105996"/>
                  </a:lnTo>
                  <a:lnTo>
                    <a:pt x="1000000" y="107066"/>
                  </a:lnTo>
                  <a:lnTo>
                    <a:pt x="792194" y="107066"/>
                  </a:lnTo>
                  <a:close/>
                  <a:moveTo>
                    <a:pt x="703701" y="105996"/>
                  </a:moveTo>
                  <a:lnTo>
                    <a:pt x="737930" y="105996"/>
                  </a:lnTo>
                  <a:lnTo>
                    <a:pt x="737930" y="107066"/>
                  </a:lnTo>
                  <a:lnTo>
                    <a:pt x="703701" y="107066"/>
                  </a:lnTo>
                  <a:close/>
                  <a:moveTo>
                    <a:pt x="161054" y="105996"/>
                  </a:moveTo>
                  <a:lnTo>
                    <a:pt x="172742" y="105996"/>
                  </a:lnTo>
                  <a:lnTo>
                    <a:pt x="172742" y="107066"/>
                  </a:lnTo>
                  <a:lnTo>
                    <a:pt x="161054" y="107066"/>
                  </a:lnTo>
                  <a:close/>
                  <a:moveTo>
                    <a:pt x="224502" y="107066"/>
                  </a:moveTo>
                  <a:lnTo>
                    <a:pt x="601851" y="107066"/>
                  </a:lnTo>
                  <a:lnTo>
                    <a:pt x="601851" y="108137"/>
                  </a:lnTo>
                  <a:lnTo>
                    <a:pt x="224502" y="108137"/>
                  </a:lnTo>
                  <a:close/>
                  <a:moveTo>
                    <a:pt x="793864" y="107066"/>
                  </a:moveTo>
                  <a:lnTo>
                    <a:pt x="1000000" y="107066"/>
                  </a:lnTo>
                  <a:lnTo>
                    <a:pt x="1000000" y="108137"/>
                  </a:lnTo>
                  <a:lnTo>
                    <a:pt x="793864" y="108137"/>
                  </a:lnTo>
                  <a:close/>
                  <a:moveTo>
                    <a:pt x="703701" y="107066"/>
                  </a:moveTo>
                  <a:lnTo>
                    <a:pt x="737095" y="107066"/>
                  </a:lnTo>
                  <a:lnTo>
                    <a:pt x="737095" y="108137"/>
                  </a:lnTo>
                  <a:lnTo>
                    <a:pt x="703701" y="108137"/>
                  </a:lnTo>
                  <a:close/>
                  <a:moveTo>
                    <a:pt x="214484" y="105996"/>
                  </a:moveTo>
                  <a:lnTo>
                    <a:pt x="222833" y="105996"/>
                  </a:lnTo>
                  <a:lnTo>
                    <a:pt x="222833" y="108137"/>
                  </a:lnTo>
                  <a:lnTo>
                    <a:pt x="214484" y="108137"/>
                  </a:lnTo>
                  <a:close/>
                  <a:moveTo>
                    <a:pt x="0" y="104925"/>
                  </a:moveTo>
                  <a:lnTo>
                    <a:pt x="148532" y="104925"/>
                  </a:lnTo>
                  <a:lnTo>
                    <a:pt x="148532" y="109208"/>
                  </a:lnTo>
                  <a:lnTo>
                    <a:pt x="0" y="109208"/>
                  </a:lnTo>
                  <a:close/>
                  <a:moveTo>
                    <a:pt x="703701" y="108137"/>
                  </a:moveTo>
                  <a:lnTo>
                    <a:pt x="736260" y="108137"/>
                  </a:lnTo>
                  <a:lnTo>
                    <a:pt x="736260" y="109208"/>
                  </a:lnTo>
                  <a:lnTo>
                    <a:pt x="703701" y="109208"/>
                  </a:lnTo>
                  <a:close/>
                  <a:moveTo>
                    <a:pt x="160220" y="107066"/>
                  </a:moveTo>
                  <a:lnTo>
                    <a:pt x="171907" y="107066"/>
                  </a:lnTo>
                  <a:lnTo>
                    <a:pt x="171907" y="109208"/>
                  </a:lnTo>
                  <a:lnTo>
                    <a:pt x="160220" y="109208"/>
                  </a:lnTo>
                  <a:close/>
                  <a:moveTo>
                    <a:pt x="795534" y="108137"/>
                  </a:moveTo>
                  <a:lnTo>
                    <a:pt x="1000000" y="108137"/>
                  </a:lnTo>
                  <a:lnTo>
                    <a:pt x="1000000" y="109208"/>
                  </a:lnTo>
                  <a:lnTo>
                    <a:pt x="795534" y="109208"/>
                  </a:lnTo>
                  <a:close/>
                  <a:moveTo>
                    <a:pt x="151036" y="105996"/>
                  </a:moveTo>
                  <a:lnTo>
                    <a:pt x="157715" y="105996"/>
                  </a:lnTo>
                  <a:lnTo>
                    <a:pt x="157715" y="109208"/>
                  </a:lnTo>
                  <a:lnTo>
                    <a:pt x="151036" y="109208"/>
                  </a:lnTo>
                  <a:close/>
                  <a:moveTo>
                    <a:pt x="796369" y="109208"/>
                  </a:moveTo>
                  <a:lnTo>
                    <a:pt x="1000000" y="109208"/>
                  </a:lnTo>
                  <a:lnTo>
                    <a:pt x="1000000" y="110278"/>
                  </a:lnTo>
                  <a:lnTo>
                    <a:pt x="796369" y="110278"/>
                  </a:lnTo>
                  <a:close/>
                  <a:moveTo>
                    <a:pt x="702866" y="109208"/>
                  </a:moveTo>
                  <a:lnTo>
                    <a:pt x="736260" y="109208"/>
                  </a:lnTo>
                  <a:lnTo>
                    <a:pt x="736260" y="110278"/>
                  </a:lnTo>
                  <a:lnTo>
                    <a:pt x="702866" y="110278"/>
                  </a:lnTo>
                  <a:close/>
                  <a:moveTo>
                    <a:pt x="150201" y="109208"/>
                  </a:moveTo>
                  <a:lnTo>
                    <a:pt x="156880" y="109208"/>
                  </a:lnTo>
                  <a:lnTo>
                    <a:pt x="156880" y="110278"/>
                  </a:lnTo>
                  <a:lnTo>
                    <a:pt x="150201" y="110278"/>
                  </a:lnTo>
                  <a:close/>
                  <a:moveTo>
                    <a:pt x="224502" y="108137"/>
                  </a:moveTo>
                  <a:lnTo>
                    <a:pt x="601016" y="108137"/>
                  </a:lnTo>
                  <a:lnTo>
                    <a:pt x="601016" y="110278"/>
                  </a:lnTo>
                  <a:lnTo>
                    <a:pt x="224502" y="110278"/>
                  </a:lnTo>
                  <a:close/>
                  <a:moveTo>
                    <a:pt x="0" y="109208"/>
                  </a:moveTo>
                  <a:lnTo>
                    <a:pt x="149367" y="109208"/>
                  </a:lnTo>
                  <a:lnTo>
                    <a:pt x="149367" y="110278"/>
                  </a:lnTo>
                  <a:lnTo>
                    <a:pt x="0" y="110278"/>
                  </a:lnTo>
                  <a:close/>
                  <a:moveTo>
                    <a:pt x="213649" y="108137"/>
                  </a:moveTo>
                  <a:lnTo>
                    <a:pt x="222833" y="108137"/>
                  </a:lnTo>
                  <a:lnTo>
                    <a:pt x="222833" y="110278"/>
                  </a:lnTo>
                  <a:lnTo>
                    <a:pt x="213649" y="110278"/>
                  </a:lnTo>
                  <a:close/>
                  <a:moveTo>
                    <a:pt x="0" y="110278"/>
                  </a:moveTo>
                  <a:lnTo>
                    <a:pt x="156880" y="110278"/>
                  </a:lnTo>
                  <a:lnTo>
                    <a:pt x="156880" y="111349"/>
                  </a:lnTo>
                  <a:lnTo>
                    <a:pt x="0" y="111349"/>
                  </a:lnTo>
                  <a:close/>
                  <a:moveTo>
                    <a:pt x="797204" y="110278"/>
                  </a:moveTo>
                  <a:lnTo>
                    <a:pt x="1000000" y="110278"/>
                  </a:lnTo>
                  <a:lnTo>
                    <a:pt x="1000000" y="111349"/>
                  </a:lnTo>
                  <a:lnTo>
                    <a:pt x="797204" y="111349"/>
                  </a:lnTo>
                  <a:close/>
                  <a:moveTo>
                    <a:pt x="224502" y="110278"/>
                  </a:moveTo>
                  <a:lnTo>
                    <a:pt x="600181" y="110278"/>
                  </a:lnTo>
                  <a:lnTo>
                    <a:pt x="600181" y="111349"/>
                  </a:lnTo>
                  <a:lnTo>
                    <a:pt x="224502" y="111349"/>
                  </a:lnTo>
                  <a:close/>
                  <a:moveTo>
                    <a:pt x="702866" y="110278"/>
                  </a:moveTo>
                  <a:lnTo>
                    <a:pt x="735425" y="110278"/>
                  </a:lnTo>
                  <a:lnTo>
                    <a:pt x="735425" y="111349"/>
                  </a:lnTo>
                  <a:lnTo>
                    <a:pt x="702866" y="111349"/>
                  </a:lnTo>
                  <a:close/>
                  <a:moveTo>
                    <a:pt x="0" y="111349"/>
                  </a:moveTo>
                  <a:lnTo>
                    <a:pt x="156045" y="111349"/>
                  </a:lnTo>
                  <a:lnTo>
                    <a:pt x="156045" y="112420"/>
                  </a:lnTo>
                  <a:lnTo>
                    <a:pt x="0" y="112420"/>
                  </a:lnTo>
                  <a:close/>
                  <a:moveTo>
                    <a:pt x="224502" y="111349"/>
                  </a:moveTo>
                  <a:lnTo>
                    <a:pt x="598511" y="111349"/>
                  </a:lnTo>
                  <a:lnTo>
                    <a:pt x="598511" y="112420"/>
                  </a:lnTo>
                  <a:lnTo>
                    <a:pt x="224502" y="112420"/>
                  </a:lnTo>
                  <a:close/>
                  <a:moveTo>
                    <a:pt x="702866" y="111349"/>
                  </a:moveTo>
                  <a:lnTo>
                    <a:pt x="734590" y="111349"/>
                  </a:lnTo>
                  <a:lnTo>
                    <a:pt x="734590" y="112420"/>
                  </a:lnTo>
                  <a:lnTo>
                    <a:pt x="702866" y="112420"/>
                  </a:lnTo>
                  <a:close/>
                  <a:moveTo>
                    <a:pt x="798873" y="111349"/>
                  </a:moveTo>
                  <a:lnTo>
                    <a:pt x="1000000" y="111349"/>
                  </a:lnTo>
                  <a:lnTo>
                    <a:pt x="1000000" y="112420"/>
                  </a:lnTo>
                  <a:lnTo>
                    <a:pt x="798873" y="112420"/>
                  </a:lnTo>
                  <a:close/>
                  <a:moveTo>
                    <a:pt x="213649" y="110278"/>
                  </a:moveTo>
                  <a:lnTo>
                    <a:pt x="221998" y="110278"/>
                  </a:lnTo>
                  <a:lnTo>
                    <a:pt x="221998" y="112420"/>
                  </a:lnTo>
                  <a:lnTo>
                    <a:pt x="213649" y="112420"/>
                  </a:lnTo>
                  <a:close/>
                  <a:moveTo>
                    <a:pt x="159385" y="109208"/>
                  </a:moveTo>
                  <a:lnTo>
                    <a:pt x="171072" y="109208"/>
                  </a:lnTo>
                  <a:lnTo>
                    <a:pt x="171072" y="112420"/>
                  </a:lnTo>
                  <a:lnTo>
                    <a:pt x="159385" y="112420"/>
                  </a:lnTo>
                  <a:close/>
                  <a:moveTo>
                    <a:pt x="702866" y="112420"/>
                  </a:moveTo>
                  <a:lnTo>
                    <a:pt x="733756" y="112420"/>
                  </a:lnTo>
                  <a:lnTo>
                    <a:pt x="733756" y="113490"/>
                  </a:lnTo>
                  <a:lnTo>
                    <a:pt x="702866" y="113490"/>
                  </a:lnTo>
                  <a:close/>
                  <a:moveTo>
                    <a:pt x="799708" y="112420"/>
                  </a:moveTo>
                  <a:lnTo>
                    <a:pt x="1000000" y="112420"/>
                  </a:lnTo>
                  <a:lnTo>
                    <a:pt x="1000000" y="113490"/>
                  </a:lnTo>
                  <a:lnTo>
                    <a:pt x="799708" y="113490"/>
                  </a:lnTo>
                  <a:close/>
                  <a:moveTo>
                    <a:pt x="159385" y="112420"/>
                  </a:moveTo>
                  <a:lnTo>
                    <a:pt x="170238" y="112420"/>
                  </a:lnTo>
                  <a:lnTo>
                    <a:pt x="170238" y="113490"/>
                  </a:lnTo>
                  <a:lnTo>
                    <a:pt x="159385" y="113490"/>
                  </a:lnTo>
                  <a:close/>
                  <a:moveTo>
                    <a:pt x="213649" y="112420"/>
                  </a:moveTo>
                  <a:lnTo>
                    <a:pt x="222833" y="112420"/>
                  </a:lnTo>
                  <a:lnTo>
                    <a:pt x="222833" y="113490"/>
                  </a:lnTo>
                  <a:lnTo>
                    <a:pt x="213649" y="113490"/>
                  </a:lnTo>
                  <a:close/>
                  <a:moveTo>
                    <a:pt x="223667" y="112420"/>
                  </a:moveTo>
                  <a:lnTo>
                    <a:pt x="598511" y="112420"/>
                  </a:lnTo>
                  <a:lnTo>
                    <a:pt x="598511" y="113490"/>
                  </a:lnTo>
                  <a:lnTo>
                    <a:pt x="223667" y="113490"/>
                  </a:lnTo>
                  <a:close/>
                  <a:moveTo>
                    <a:pt x="158550" y="113490"/>
                  </a:moveTo>
                  <a:lnTo>
                    <a:pt x="170238" y="113490"/>
                  </a:lnTo>
                  <a:lnTo>
                    <a:pt x="170238" y="114561"/>
                  </a:lnTo>
                  <a:lnTo>
                    <a:pt x="158550" y="114561"/>
                  </a:lnTo>
                  <a:close/>
                  <a:moveTo>
                    <a:pt x="800543" y="113490"/>
                  </a:moveTo>
                  <a:lnTo>
                    <a:pt x="1000000" y="113490"/>
                  </a:lnTo>
                  <a:lnTo>
                    <a:pt x="1000000" y="114561"/>
                  </a:lnTo>
                  <a:lnTo>
                    <a:pt x="800543" y="114561"/>
                  </a:lnTo>
                  <a:close/>
                  <a:moveTo>
                    <a:pt x="702032" y="113490"/>
                  </a:moveTo>
                  <a:lnTo>
                    <a:pt x="732921" y="113490"/>
                  </a:lnTo>
                  <a:lnTo>
                    <a:pt x="732921" y="114561"/>
                  </a:lnTo>
                  <a:lnTo>
                    <a:pt x="702032" y="114561"/>
                  </a:lnTo>
                  <a:close/>
                  <a:moveTo>
                    <a:pt x="701197" y="114561"/>
                  </a:moveTo>
                  <a:lnTo>
                    <a:pt x="732086" y="114561"/>
                  </a:lnTo>
                  <a:lnTo>
                    <a:pt x="732086" y="115632"/>
                  </a:lnTo>
                  <a:lnTo>
                    <a:pt x="701197" y="115632"/>
                  </a:lnTo>
                  <a:close/>
                  <a:moveTo>
                    <a:pt x="803047" y="114561"/>
                  </a:moveTo>
                  <a:lnTo>
                    <a:pt x="1000000" y="114561"/>
                  </a:lnTo>
                  <a:lnTo>
                    <a:pt x="1000000" y="115632"/>
                  </a:lnTo>
                  <a:lnTo>
                    <a:pt x="803047" y="115632"/>
                  </a:lnTo>
                  <a:close/>
                  <a:moveTo>
                    <a:pt x="213649" y="113490"/>
                  </a:moveTo>
                  <a:lnTo>
                    <a:pt x="597676" y="113490"/>
                  </a:lnTo>
                  <a:lnTo>
                    <a:pt x="597676" y="115632"/>
                  </a:lnTo>
                  <a:lnTo>
                    <a:pt x="213649" y="115632"/>
                  </a:lnTo>
                  <a:close/>
                  <a:moveTo>
                    <a:pt x="158550" y="114561"/>
                  </a:moveTo>
                  <a:lnTo>
                    <a:pt x="169403" y="114561"/>
                  </a:lnTo>
                  <a:lnTo>
                    <a:pt x="169403" y="115632"/>
                  </a:lnTo>
                  <a:lnTo>
                    <a:pt x="158550" y="115632"/>
                  </a:lnTo>
                  <a:close/>
                  <a:moveTo>
                    <a:pt x="0" y="112420"/>
                  </a:moveTo>
                  <a:lnTo>
                    <a:pt x="155210" y="112420"/>
                  </a:lnTo>
                  <a:lnTo>
                    <a:pt x="155210" y="115632"/>
                  </a:lnTo>
                  <a:lnTo>
                    <a:pt x="0" y="115632"/>
                  </a:lnTo>
                  <a:close/>
                  <a:moveTo>
                    <a:pt x="701197" y="115632"/>
                  </a:moveTo>
                  <a:lnTo>
                    <a:pt x="731251" y="115632"/>
                  </a:lnTo>
                  <a:lnTo>
                    <a:pt x="731251" y="116702"/>
                  </a:lnTo>
                  <a:lnTo>
                    <a:pt x="701197" y="116702"/>
                  </a:lnTo>
                  <a:close/>
                  <a:moveTo>
                    <a:pt x="212815" y="115632"/>
                  </a:moveTo>
                  <a:lnTo>
                    <a:pt x="596842" y="115632"/>
                  </a:lnTo>
                  <a:lnTo>
                    <a:pt x="596842" y="116702"/>
                  </a:lnTo>
                  <a:lnTo>
                    <a:pt x="212815" y="116702"/>
                  </a:lnTo>
                  <a:close/>
                  <a:moveTo>
                    <a:pt x="803882" y="115632"/>
                  </a:moveTo>
                  <a:lnTo>
                    <a:pt x="1000000" y="115632"/>
                  </a:lnTo>
                  <a:lnTo>
                    <a:pt x="1000000" y="116702"/>
                  </a:lnTo>
                  <a:lnTo>
                    <a:pt x="803882" y="116702"/>
                  </a:lnTo>
                  <a:close/>
                  <a:moveTo>
                    <a:pt x="158550" y="115632"/>
                  </a:moveTo>
                  <a:lnTo>
                    <a:pt x="168568" y="115632"/>
                  </a:lnTo>
                  <a:lnTo>
                    <a:pt x="168568" y="117773"/>
                  </a:lnTo>
                  <a:lnTo>
                    <a:pt x="158550" y="117773"/>
                  </a:lnTo>
                  <a:close/>
                  <a:moveTo>
                    <a:pt x="700362" y="116702"/>
                  </a:moveTo>
                  <a:lnTo>
                    <a:pt x="731251" y="116702"/>
                  </a:lnTo>
                  <a:lnTo>
                    <a:pt x="731251" y="117773"/>
                  </a:lnTo>
                  <a:lnTo>
                    <a:pt x="700362" y="117773"/>
                  </a:lnTo>
                  <a:close/>
                  <a:moveTo>
                    <a:pt x="212815" y="116702"/>
                  </a:moveTo>
                  <a:lnTo>
                    <a:pt x="596007" y="116702"/>
                  </a:lnTo>
                  <a:lnTo>
                    <a:pt x="596007" y="117773"/>
                  </a:lnTo>
                  <a:lnTo>
                    <a:pt x="212815" y="117773"/>
                  </a:lnTo>
                  <a:close/>
                  <a:moveTo>
                    <a:pt x="804717" y="116702"/>
                  </a:moveTo>
                  <a:lnTo>
                    <a:pt x="1000000" y="116702"/>
                  </a:lnTo>
                  <a:lnTo>
                    <a:pt x="1000000" y="117773"/>
                  </a:lnTo>
                  <a:lnTo>
                    <a:pt x="804717" y="117773"/>
                  </a:lnTo>
                  <a:close/>
                  <a:moveTo>
                    <a:pt x="806387" y="117773"/>
                  </a:moveTo>
                  <a:lnTo>
                    <a:pt x="1000000" y="117773"/>
                  </a:lnTo>
                  <a:lnTo>
                    <a:pt x="1000000" y="118844"/>
                  </a:lnTo>
                  <a:lnTo>
                    <a:pt x="806387" y="118844"/>
                  </a:lnTo>
                  <a:close/>
                  <a:moveTo>
                    <a:pt x="700362" y="117773"/>
                  </a:moveTo>
                  <a:lnTo>
                    <a:pt x="729581" y="117773"/>
                  </a:lnTo>
                  <a:lnTo>
                    <a:pt x="729581" y="118844"/>
                  </a:lnTo>
                  <a:lnTo>
                    <a:pt x="700362" y="118844"/>
                  </a:lnTo>
                  <a:close/>
                  <a:moveTo>
                    <a:pt x="211980" y="117773"/>
                  </a:moveTo>
                  <a:lnTo>
                    <a:pt x="596007" y="117773"/>
                  </a:lnTo>
                  <a:lnTo>
                    <a:pt x="596007" y="118844"/>
                  </a:lnTo>
                  <a:lnTo>
                    <a:pt x="211980" y="118844"/>
                  </a:lnTo>
                  <a:close/>
                  <a:moveTo>
                    <a:pt x="211980" y="118844"/>
                  </a:moveTo>
                  <a:lnTo>
                    <a:pt x="595172" y="118844"/>
                  </a:lnTo>
                  <a:lnTo>
                    <a:pt x="595172" y="119914"/>
                  </a:lnTo>
                  <a:lnTo>
                    <a:pt x="211980" y="119914"/>
                  </a:lnTo>
                  <a:close/>
                  <a:moveTo>
                    <a:pt x="157715" y="117773"/>
                  </a:moveTo>
                  <a:lnTo>
                    <a:pt x="168568" y="117773"/>
                  </a:lnTo>
                  <a:lnTo>
                    <a:pt x="168568" y="119914"/>
                  </a:lnTo>
                  <a:lnTo>
                    <a:pt x="157715" y="119914"/>
                  </a:lnTo>
                  <a:close/>
                  <a:moveTo>
                    <a:pt x="808056" y="118844"/>
                  </a:moveTo>
                  <a:lnTo>
                    <a:pt x="1000000" y="118844"/>
                  </a:lnTo>
                  <a:lnTo>
                    <a:pt x="1000000" y="119914"/>
                  </a:lnTo>
                  <a:lnTo>
                    <a:pt x="808056" y="119914"/>
                  </a:lnTo>
                  <a:close/>
                  <a:moveTo>
                    <a:pt x="700362" y="118844"/>
                  </a:moveTo>
                  <a:lnTo>
                    <a:pt x="728747" y="118844"/>
                  </a:lnTo>
                  <a:lnTo>
                    <a:pt x="728747" y="120985"/>
                  </a:lnTo>
                  <a:lnTo>
                    <a:pt x="700362" y="120985"/>
                  </a:lnTo>
                  <a:close/>
                  <a:moveTo>
                    <a:pt x="808891" y="119914"/>
                  </a:moveTo>
                  <a:lnTo>
                    <a:pt x="1000000" y="119914"/>
                  </a:lnTo>
                  <a:lnTo>
                    <a:pt x="1000000" y="120985"/>
                  </a:lnTo>
                  <a:lnTo>
                    <a:pt x="808891" y="120985"/>
                  </a:lnTo>
                  <a:close/>
                  <a:moveTo>
                    <a:pt x="156880" y="119914"/>
                  </a:moveTo>
                  <a:lnTo>
                    <a:pt x="167733" y="119914"/>
                  </a:lnTo>
                  <a:lnTo>
                    <a:pt x="167733" y="122056"/>
                  </a:lnTo>
                  <a:lnTo>
                    <a:pt x="156880" y="122056"/>
                  </a:lnTo>
                  <a:close/>
                  <a:moveTo>
                    <a:pt x="700362" y="120985"/>
                  </a:moveTo>
                  <a:lnTo>
                    <a:pt x="727912" y="120985"/>
                  </a:lnTo>
                  <a:lnTo>
                    <a:pt x="727912" y="122056"/>
                  </a:lnTo>
                  <a:lnTo>
                    <a:pt x="700362" y="122056"/>
                  </a:lnTo>
                  <a:close/>
                  <a:moveTo>
                    <a:pt x="699527" y="122056"/>
                  </a:moveTo>
                  <a:lnTo>
                    <a:pt x="727077" y="122056"/>
                  </a:lnTo>
                  <a:lnTo>
                    <a:pt x="727077" y="123126"/>
                  </a:lnTo>
                  <a:lnTo>
                    <a:pt x="699527" y="123126"/>
                  </a:lnTo>
                  <a:close/>
                  <a:moveTo>
                    <a:pt x="156880" y="122056"/>
                  </a:moveTo>
                  <a:lnTo>
                    <a:pt x="166898" y="122056"/>
                  </a:lnTo>
                  <a:lnTo>
                    <a:pt x="166898" y="123126"/>
                  </a:lnTo>
                  <a:lnTo>
                    <a:pt x="156880" y="123126"/>
                  </a:lnTo>
                  <a:close/>
                  <a:moveTo>
                    <a:pt x="0" y="115632"/>
                  </a:moveTo>
                  <a:lnTo>
                    <a:pt x="154376" y="115632"/>
                  </a:lnTo>
                  <a:lnTo>
                    <a:pt x="154376" y="123126"/>
                  </a:lnTo>
                  <a:lnTo>
                    <a:pt x="0" y="123126"/>
                  </a:lnTo>
                  <a:close/>
                  <a:moveTo>
                    <a:pt x="211145" y="119914"/>
                  </a:moveTo>
                  <a:lnTo>
                    <a:pt x="595172" y="119914"/>
                  </a:lnTo>
                  <a:lnTo>
                    <a:pt x="595172" y="123126"/>
                  </a:lnTo>
                  <a:lnTo>
                    <a:pt x="211145" y="123126"/>
                  </a:lnTo>
                  <a:close/>
                  <a:moveTo>
                    <a:pt x="699527" y="123126"/>
                  </a:moveTo>
                  <a:lnTo>
                    <a:pt x="726242" y="123126"/>
                  </a:lnTo>
                  <a:lnTo>
                    <a:pt x="726242" y="124197"/>
                  </a:lnTo>
                  <a:lnTo>
                    <a:pt x="699527" y="124197"/>
                  </a:lnTo>
                  <a:close/>
                  <a:moveTo>
                    <a:pt x="0" y="123126"/>
                  </a:moveTo>
                  <a:lnTo>
                    <a:pt x="166898" y="123126"/>
                  </a:lnTo>
                  <a:lnTo>
                    <a:pt x="166898" y="124197"/>
                  </a:lnTo>
                  <a:lnTo>
                    <a:pt x="0" y="124197"/>
                  </a:lnTo>
                  <a:close/>
                  <a:moveTo>
                    <a:pt x="811396" y="120985"/>
                  </a:moveTo>
                  <a:lnTo>
                    <a:pt x="1000000" y="120985"/>
                  </a:lnTo>
                  <a:lnTo>
                    <a:pt x="1000000" y="124197"/>
                  </a:lnTo>
                  <a:lnTo>
                    <a:pt x="811396" y="124197"/>
                  </a:lnTo>
                  <a:close/>
                  <a:moveTo>
                    <a:pt x="810561" y="124197"/>
                  </a:moveTo>
                  <a:lnTo>
                    <a:pt x="818909" y="124197"/>
                  </a:lnTo>
                  <a:lnTo>
                    <a:pt x="818909" y="125268"/>
                  </a:lnTo>
                  <a:lnTo>
                    <a:pt x="810561" y="125268"/>
                  </a:lnTo>
                  <a:close/>
                  <a:moveTo>
                    <a:pt x="211145" y="123126"/>
                  </a:moveTo>
                  <a:lnTo>
                    <a:pt x="594337" y="123126"/>
                  </a:lnTo>
                  <a:lnTo>
                    <a:pt x="594337" y="125268"/>
                  </a:lnTo>
                  <a:lnTo>
                    <a:pt x="211145" y="125268"/>
                  </a:lnTo>
                  <a:close/>
                  <a:moveTo>
                    <a:pt x="821414" y="124197"/>
                  </a:moveTo>
                  <a:lnTo>
                    <a:pt x="1000000" y="124197"/>
                  </a:lnTo>
                  <a:lnTo>
                    <a:pt x="1000000" y="125268"/>
                  </a:lnTo>
                  <a:lnTo>
                    <a:pt x="821414" y="125268"/>
                  </a:lnTo>
                  <a:close/>
                  <a:moveTo>
                    <a:pt x="654446" y="124197"/>
                  </a:moveTo>
                  <a:lnTo>
                    <a:pt x="656950" y="124197"/>
                  </a:lnTo>
                  <a:lnTo>
                    <a:pt x="656950" y="125268"/>
                  </a:lnTo>
                  <a:lnTo>
                    <a:pt x="654446" y="125268"/>
                  </a:lnTo>
                  <a:close/>
                  <a:moveTo>
                    <a:pt x="698692" y="124197"/>
                  </a:moveTo>
                  <a:lnTo>
                    <a:pt x="726242" y="124197"/>
                  </a:lnTo>
                  <a:lnTo>
                    <a:pt x="726242" y="125268"/>
                  </a:lnTo>
                  <a:lnTo>
                    <a:pt x="698692" y="125268"/>
                  </a:lnTo>
                  <a:close/>
                  <a:moveTo>
                    <a:pt x="809726" y="125268"/>
                  </a:moveTo>
                  <a:lnTo>
                    <a:pt x="817240" y="125268"/>
                  </a:lnTo>
                  <a:lnTo>
                    <a:pt x="817240" y="126338"/>
                  </a:lnTo>
                  <a:lnTo>
                    <a:pt x="809726" y="126338"/>
                  </a:lnTo>
                  <a:close/>
                  <a:moveTo>
                    <a:pt x="697857" y="125268"/>
                  </a:moveTo>
                  <a:lnTo>
                    <a:pt x="725407" y="125268"/>
                  </a:lnTo>
                  <a:lnTo>
                    <a:pt x="725407" y="126338"/>
                  </a:lnTo>
                  <a:lnTo>
                    <a:pt x="697857" y="126338"/>
                  </a:lnTo>
                  <a:close/>
                  <a:moveTo>
                    <a:pt x="653611" y="125268"/>
                  </a:moveTo>
                  <a:lnTo>
                    <a:pt x="657785" y="125268"/>
                  </a:lnTo>
                  <a:lnTo>
                    <a:pt x="657785" y="126338"/>
                  </a:lnTo>
                  <a:lnTo>
                    <a:pt x="653611" y="126338"/>
                  </a:lnTo>
                  <a:close/>
                  <a:moveTo>
                    <a:pt x="827258" y="125268"/>
                  </a:moveTo>
                  <a:lnTo>
                    <a:pt x="1000000" y="125268"/>
                  </a:lnTo>
                  <a:lnTo>
                    <a:pt x="1000000" y="126338"/>
                  </a:lnTo>
                  <a:lnTo>
                    <a:pt x="827258" y="126338"/>
                  </a:lnTo>
                  <a:close/>
                  <a:moveTo>
                    <a:pt x="828093" y="126338"/>
                  </a:moveTo>
                  <a:lnTo>
                    <a:pt x="1000000" y="126338"/>
                  </a:lnTo>
                  <a:lnTo>
                    <a:pt x="1000000" y="127409"/>
                  </a:lnTo>
                  <a:lnTo>
                    <a:pt x="828093" y="127409"/>
                  </a:lnTo>
                  <a:close/>
                  <a:moveTo>
                    <a:pt x="651106" y="126338"/>
                  </a:moveTo>
                  <a:lnTo>
                    <a:pt x="657785" y="126338"/>
                  </a:lnTo>
                  <a:lnTo>
                    <a:pt x="657785" y="127409"/>
                  </a:lnTo>
                  <a:lnTo>
                    <a:pt x="651106" y="127409"/>
                  </a:lnTo>
                  <a:close/>
                  <a:moveTo>
                    <a:pt x="0" y="124197"/>
                  </a:moveTo>
                  <a:lnTo>
                    <a:pt x="166063" y="124197"/>
                  </a:lnTo>
                  <a:lnTo>
                    <a:pt x="166063" y="127409"/>
                  </a:lnTo>
                  <a:lnTo>
                    <a:pt x="0" y="127409"/>
                  </a:lnTo>
                  <a:close/>
                  <a:moveTo>
                    <a:pt x="809726" y="126338"/>
                  </a:moveTo>
                  <a:lnTo>
                    <a:pt x="816405" y="126338"/>
                  </a:lnTo>
                  <a:lnTo>
                    <a:pt x="816405" y="127409"/>
                  </a:lnTo>
                  <a:lnTo>
                    <a:pt x="809726" y="127409"/>
                  </a:lnTo>
                  <a:close/>
                  <a:moveTo>
                    <a:pt x="697857" y="126338"/>
                  </a:moveTo>
                  <a:lnTo>
                    <a:pt x="724572" y="126338"/>
                  </a:lnTo>
                  <a:lnTo>
                    <a:pt x="724572" y="127409"/>
                  </a:lnTo>
                  <a:lnTo>
                    <a:pt x="697857" y="127409"/>
                  </a:lnTo>
                  <a:close/>
                  <a:moveTo>
                    <a:pt x="697857" y="127409"/>
                  </a:moveTo>
                  <a:lnTo>
                    <a:pt x="723738" y="127409"/>
                  </a:lnTo>
                  <a:lnTo>
                    <a:pt x="723738" y="128480"/>
                  </a:lnTo>
                  <a:lnTo>
                    <a:pt x="697857" y="128480"/>
                  </a:lnTo>
                  <a:close/>
                  <a:moveTo>
                    <a:pt x="829762" y="127409"/>
                  </a:moveTo>
                  <a:lnTo>
                    <a:pt x="1000000" y="127409"/>
                  </a:lnTo>
                  <a:lnTo>
                    <a:pt x="1000000" y="128480"/>
                  </a:lnTo>
                  <a:lnTo>
                    <a:pt x="829762" y="128480"/>
                  </a:lnTo>
                  <a:close/>
                  <a:moveTo>
                    <a:pt x="649437" y="127409"/>
                  </a:moveTo>
                  <a:lnTo>
                    <a:pt x="656950" y="127409"/>
                  </a:lnTo>
                  <a:lnTo>
                    <a:pt x="656950" y="128480"/>
                  </a:lnTo>
                  <a:lnTo>
                    <a:pt x="649437" y="128480"/>
                  </a:lnTo>
                  <a:close/>
                  <a:moveTo>
                    <a:pt x="808891" y="127409"/>
                  </a:moveTo>
                  <a:lnTo>
                    <a:pt x="816405" y="127409"/>
                  </a:lnTo>
                  <a:lnTo>
                    <a:pt x="816405" y="128480"/>
                  </a:lnTo>
                  <a:lnTo>
                    <a:pt x="808891" y="128480"/>
                  </a:lnTo>
                  <a:close/>
                  <a:moveTo>
                    <a:pt x="210310" y="125268"/>
                  </a:moveTo>
                  <a:lnTo>
                    <a:pt x="593502" y="125268"/>
                  </a:lnTo>
                  <a:lnTo>
                    <a:pt x="593502" y="128480"/>
                  </a:lnTo>
                  <a:lnTo>
                    <a:pt x="210310" y="128480"/>
                  </a:lnTo>
                  <a:close/>
                  <a:moveTo>
                    <a:pt x="648602" y="128480"/>
                  </a:moveTo>
                  <a:lnTo>
                    <a:pt x="656950" y="128480"/>
                  </a:lnTo>
                  <a:lnTo>
                    <a:pt x="656950" y="129550"/>
                  </a:lnTo>
                  <a:lnTo>
                    <a:pt x="648602" y="129550"/>
                  </a:lnTo>
                  <a:close/>
                  <a:moveTo>
                    <a:pt x="210310" y="128480"/>
                  </a:moveTo>
                  <a:lnTo>
                    <a:pt x="594337" y="128480"/>
                  </a:lnTo>
                  <a:lnTo>
                    <a:pt x="594337" y="130621"/>
                  </a:lnTo>
                  <a:lnTo>
                    <a:pt x="210310" y="130621"/>
                  </a:lnTo>
                  <a:close/>
                  <a:moveTo>
                    <a:pt x="808891" y="128480"/>
                  </a:moveTo>
                  <a:lnTo>
                    <a:pt x="815570" y="128480"/>
                  </a:lnTo>
                  <a:lnTo>
                    <a:pt x="815570" y="130621"/>
                  </a:lnTo>
                  <a:lnTo>
                    <a:pt x="808891" y="130621"/>
                  </a:lnTo>
                  <a:close/>
                  <a:moveTo>
                    <a:pt x="0" y="127409"/>
                  </a:moveTo>
                  <a:lnTo>
                    <a:pt x="165229" y="127409"/>
                  </a:lnTo>
                  <a:lnTo>
                    <a:pt x="165229" y="130621"/>
                  </a:lnTo>
                  <a:lnTo>
                    <a:pt x="0" y="130621"/>
                  </a:lnTo>
                  <a:close/>
                  <a:moveTo>
                    <a:pt x="831432" y="128480"/>
                  </a:moveTo>
                  <a:lnTo>
                    <a:pt x="1000000" y="128480"/>
                  </a:lnTo>
                  <a:lnTo>
                    <a:pt x="1000000" y="130621"/>
                  </a:lnTo>
                  <a:lnTo>
                    <a:pt x="831432" y="130621"/>
                  </a:lnTo>
                  <a:close/>
                  <a:moveTo>
                    <a:pt x="697857" y="128480"/>
                  </a:moveTo>
                  <a:lnTo>
                    <a:pt x="722903" y="128480"/>
                  </a:lnTo>
                  <a:lnTo>
                    <a:pt x="722903" y="130621"/>
                  </a:lnTo>
                  <a:lnTo>
                    <a:pt x="697857" y="130621"/>
                  </a:lnTo>
                  <a:close/>
                  <a:moveTo>
                    <a:pt x="646097" y="129550"/>
                  </a:moveTo>
                  <a:lnTo>
                    <a:pt x="656115" y="129550"/>
                  </a:lnTo>
                  <a:lnTo>
                    <a:pt x="656115" y="130621"/>
                  </a:lnTo>
                  <a:lnTo>
                    <a:pt x="646097" y="130621"/>
                  </a:lnTo>
                  <a:close/>
                  <a:moveTo>
                    <a:pt x="697023" y="130621"/>
                  </a:moveTo>
                  <a:lnTo>
                    <a:pt x="722068" y="130621"/>
                  </a:lnTo>
                  <a:lnTo>
                    <a:pt x="722068" y="131692"/>
                  </a:lnTo>
                  <a:lnTo>
                    <a:pt x="697023" y="131692"/>
                  </a:lnTo>
                  <a:close/>
                  <a:moveTo>
                    <a:pt x="0" y="130621"/>
                  </a:moveTo>
                  <a:lnTo>
                    <a:pt x="164394" y="130621"/>
                  </a:lnTo>
                  <a:lnTo>
                    <a:pt x="164394" y="131692"/>
                  </a:lnTo>
                  <a:lnTo>
                    <a:pt x="0" y="131692"/>
                  </a:lnTo>
                  <a:close/>
                  <a:moveTo>
                    <a:pt x="642758" y="130621"/>
                  </a:moveTo>
                  <a:lnTo>
                    <a:pt x="656115" y="130621"/>
                  </a:lnTo>
                  <a:lnTo>
                    <a:pt x="656115" y="131692"/>
                  </a:lnTo>
                  <a:lnTo>
                    <a:pt x="642758" y="131692"/>
                  </a:lnTo>
                  <a:close/>
                  <a:moveTo>
                    <a:pt x="808056" y="130621"/>
                  </a:moveTo>
                  <a:lnTo>
                    <a:pt x="814735" y="130621"/>
                  </a:lnTo>
                  <a:lnTo>
                    <a:pt x="814735" y="131692"/>
                  </a:lnTo>
                  <a:lnTo>
                    <a:pt x="808056" y="131692"/>
                  </a:lnTo>
                  <a:close/>
                  <a:moveTo>
                    <a:pt x="697023" y="131692"/>
                  </a:moveTo>
                  <a:lnTo>
                    <a:pt x="721233" y="131692"/>
                  </a:lnTo>
                  <a:lnTo>
                    <a:pt x="721233" y="132762"/>
                  </a:lnTo>
                  <a:lnTo>
                    <a:pt x="697023" y="132762"/>
                  </a:lnTo>
                  <a:close/>
                  <a:moveTo>
                    <a:pt x="807222" y="131692"/>
                  </a:moveTo>
                  <a:lnTo>
                    <a:pt x="813900" y="131692"/>
                  </a:lnTo>
                  <a:lnTo>
                    <a:pt x="813900" y="132762"/>
                  </a:lnTo>
                  <a:lnTo>
                    <a:pt x="807222" y="132762"/>
                  </a:lnTo>
                  <a:close/>
                  <a:moveTo>
                    <a:pt x="209475" y="130621"/>
                  </a:moveTo>
                  <a:lnTo>
                    <a:pt x="594337" y="130621"/>
                  </a:lnTo>
                  <a:lnTo>
                    <a:pt x="594337" y="132762"/>
                  </a:lnTo>
                  <a:lnTo>
                    <a:pt x="209475" y="132762"/>
                  </a:lnTo>
                  <a:close/>
                  <a:moveTo>
                    <a:pt x="0" y="131692"/>
                  </a:moveTo>
                  <a:lnTo>
                    <a:pt x="163559" y="131692"/>
                  </a:lnTo>
                  <a:lnTo>
                    <a:pt x="163559" y="132762"/>
                  </a:lnTo>
                  <a:lnTo>
                    <a:pt x="0" y="132762"/>
                  </a:lnTo>
                  <a:close/>
                  <a:moveTo>
                    <a:pt x="641923" y="131692"/>
                  </a:moveTo>
                  <a:lnTo>
                    <a:pt x="655281" y="131692"/>
                  </a:lnTo>
                  <a:lnTo>
                    <a:pt x="655281" y="132762"/>
                  </a:lnTo>
                  <a:lnTo>
                    <a:pt x="641923" y="132762"/>
                  </a:lnTo>
                  <a:close/>
                  <a:moveTo>
                    <a:pt x="832267" y="130621"/>
                  </a:moveTo>
                  <a:lnTo>
                    <a:pt x="1000000" y="130621"/>
                  </a:lnTo>
                  <a:lnTo>
                    <a:pt x="1000000" y="133833"/>
                  </a:lnTo>
                  <a:lnTo>
                    <a:pt x="832267" y="133833"/>
                  </a:lnTo>
                  <a:close/>
                  <a:moveTo>
                    <a:pt x="208640" y="132762"/>
                  </a:moveTo>
                  <a:lnTo>
                    <a:pt x="594337" y="132762"/>
                  </a:lnTo>
                  <a:lnTo>
                    <a:pt x="594337" y="133833"/>
                  </a:lnTo>
                  <a:lnTo>
                    <a:pt x="208640" y="133833"/>
                  </a:lnTo>
                  <a:close/>
                  <a:moveTo>
                    <a:pt x="807222" y="132762"/>
                  </a:moveTo>
                  <a:lnTo>
                    <a:pt x="813066" y="132762"/>
                  </a:lnTo>
                  <a:lnTo>
                    <a:pt x="813066" y="133833"/>
                  </a:lnTo>
                  <a:lnTo>
                    <a:pt x="807222" y="133833"/>
                  </a:lnTo>
                  <a:close/>
                  <a:moveTo>
                    <a:pt x="696188" y="132762"/>
                  </a:moveTo>
                  <a:lnTo>
                    <a:pt x="720398" y="132762"/>
                  </a:lnTo>
                  <a:lnTo>
                    <a:pt x="720398" y="133833"/>
                  </a:lnTo>
                  <a:lnTo>
                    <a:pt x="696188" y="133833"/>
                  </a:lnTo>
                  <a:close/>
                  <a:moveTo>
                    <a:pt x="640253" y="132762"/>
                  </a:moveTo>
                  <a:lnTo>
                    <a:pt x="655281" y="132762"/>
                  </a:lnTo>
                  <a:lnTo>
                    <a:pt x="655281" y="133833"/>
                  </a:lnTo>
                  <a:lnTo>
                    <a:pt x="640253" y="133833"/>
                  </a:lnTo>
                  <a:close/>
                  <a:moveTo>
                    <a:pt x="696188" y="133833"/>
                  </a:moveTo>
                  <a:lnTo>
                    <a:pt x="719563" y="133833"/>
                  </a:lnTo>
                  <a:lnTo>
                    <a:pt x="719563" y="134904"/>
                  </a:lnTo>
                  <a:lnTo>
                    <a:pt x="696188" y="134904"/>
                  </a:lnTo>
                  <a:close/>
                  <a:moveTo>
                    <a:pt x="208640" y="133833"/>
                  </a:moveTo>
                  <a:lnTo>
                    <a:pt x="595172" y="133833"/>
                  </a:lnTo>
                  <a:lnTo>
                    <a:pt x="595172" y="134904"/>
                  </a:lnTo>
                  <a:lnTo>
                    <a:pt x="208640" y="134904"/>
                  </a:lnTo>
                  <a:close/>
                  <a:moveTo>
                    <a:pt x="616043" y="133833"/>
                  </a:moveTo>
                  <a:lnTo>
                    <a:pt x="655281" y="133833"/>
                  </a:lnTo>
                  <a:lnTo>
                    <a:pt x="655281" y="134904"/>
                  </a:lnTo>
                  <a:lnTo>
                    <a:pt x="616043" y="134904"/>
                  </a:lnTo>
                  <a:close/>
                  <a:moveTo>
                    <a:pt x="806387" y="133833"/>
                  </a:moveTo>
                  <a:lnTo>
                    <a:pt x="813066" y="133833"/>
                  </a:lnTo>
                  <a:lnTo>
                    <a:pt x="813066" y="135974"/>
                  </a:lnTo>
                  <a:lnTo>
                    <a:pt x="806387" y="135974"/>
                  </a:lnTo>
                  <a:close/>
                  <a:moveTo>
                    <a:pt x="695353" y="134904"/>
                  </a:moveTo>
                  <a:lnTo>
                    <a:pt x="718728" y="134904"/>
                  </a:lnTo>
                  <a:lnTo>
                    <a:pt x="718728" y="135974"/>
                  </a:lnTo>
                  <a:lnTo>
                    <a:pt x="695353" y="135974"/>
                  </a:lnTo>
                  <a:close/>
                  <a:moveTo>
                    <a:pt x="612704" y="134904"/>
                  </a:moveTo>
                  <a:lnTo>
                    <a:pt x="655281" y="134904"/>
                  </a:lnTo>
                  <a:lnTo>
                    <a:pt x="655281" y="135974"/>
                  </a:lnTo>
                  <a:lnTo>
                    <a:pt x="612704" y="135974"/>
                  </a:lnTo>
                  <a:close/>
                  <a:moveTo>
                    <a:pt x="208640" y="134904"/>
                  </a:moveTo>
                  <a:lnTo>
                    <a:pt x="596007" y="134904"/>
                  </a:lnTo>
                  <a:lnTo>
                    <a:pt x="596007" y="135974"/>
                  </a:lnTo>
                  <a:lnTo>
                    <a:pt x="208640" y="135974"/>
                  </a:lnTo>
                  <a:close/>
                  <a:moveTo>
                    <a:pt x="208640" y="135974"/>
                  </a:moveTo>
                  <a:lnTo>
                    <a:pt x="655281" y="135974"/>
                  </a:lnTo>
                  <a:lnTo>
                    <a:pt x="655281" y="137045"/>
                  </a:lnTo>
                  <a:lnTo>
                    <a:pt x="208640" y="137045"/>
                  </a:lnTo>
                  <a:close/>
                  <a:moveTo>
                    <a:pt x="806387" y="135974"/>
                  </a:moveTo>
                  <a:lnTo>
                    <a:pt x="812231" y="135974"/>
                  </a:lnTo>
                  <a:lnTo>
                    <a:pt x="812231" y="137045"/>
                  </a:lnTo>
                  <a:lnTo>
                    <a:pt x="806387" y="137045"/>
                  </a:lnTo>
                  <a:close/>
                  <a:moveTo>
                    <a:pt x="695353" y="135974"/>
                  </a:moveTo>
                  <a:lnTo>
                    <a:pt x="717894" y="135974"/>
                  </a:lnTo>
                  <a:lnTo>
                    <a:pt x="717894" y="138116"/>
                  </a:lnTo>
                  <a:lnTo>
                    <a:pt x="695353" y="138116"/>
                  </a:lnTo>
                  <a:close/>
                  <a:moveTo>
                    <a:pt x="806387" y="137045"/>
                  </a:moveTo>
                  <a:lnTo>
                    <a:pt x="811396" y="137045"/>
                  </a:lnTo>
                  <a:lnTo>
                    <a:pt x="811396" y="138116"/>
                  </a:lnTo>
                  <a:lnTo>
                    <a:pt x="806387" y="138116"/>
                  </a:lnTo>
                  <a:close/>
                  <a:moveTo>
                    <a:pt x="695353" y="138116"/>
                  </a:moveTo>
                  <a:lnTo>
                    <a:pt x="717059" y="138116"/>
                  </a:lnTo>
                  <a:lnTo>
                    <a:pt x="717059" y="139186"/>
                  </a:lnTo>
                  <a:lnTo>
                    <a:pt x="695353" y="139186"/>
                  </a:lnTo>
                  <a:close/>
                  <a:moveTo>
                    <a:pt x="805552" y="138116"/>
                  </a:moveTo>
                  <a:lnTo>
                    <a:pt x="810561" y="138116"/>
                  </a:lnTo>
                  <a:lnTo>
                    <a:pt x="810561" y="139186"/>
                  </a:lnTo>
                  <a:lnTo>
                    <a:pt x="805552" y="139186"/>
                  </a:lnTo>
                  <a:close/>
                  <a:moveTo>
                    <a:pt x="831432" y="133833"/>
                  </a:moveTo>
                  <a:lnTo>
                    <a:pt x="1000000" y="133833"/>
                  </a:lnTo>
                  <a:lnTo>
                    <a:pt x="1000000" y="139186"/>
                  </a:lnTo>
                  <a:lnTo>
                    <a:pt x="831432" y="139186"/>
                  </a:lnTo>
                  <a:close/>
                  <a:moveTo>
                    <a:pt x="207806" y="137045"/>
                  </a:moveTo>
                  <a:lnTo>
                    <a:pt x="654446" y="137045"/>
                  </a:lnTo>
                  <a:lnTo>
                    <a:pt x="654446" y="139186"/>
                  </a:lnTo>
                  <a:lnTo>
                    <a:pt x="207806" y="139186"/>
                  </a:lnTo>
                  <a:close/>
                  <a:moveTo>
                    <a:pt x="804717" y="139186"/>
                  </a:moveTo>
                  <a:lnTo>
                    <a:pt x="810561" y="139186"/>
                  </a:lnTo>
                  <a:lnTo>
                    <a:pt x="810561" y="140257"/>
                  </a:lnTo>
                  <a:lnTo>
                    <a:pt x="804717" y="140257"/>
                  </a:lnTo>
                  <a:close/>
                  <a:moveTo>
                    <a:pt x="0" y="132762"/>
                  </a:moveTo>
                  <a:lnTo>
                    <a:pt x="162724" y="132762"/>
                  </a:lnTo>
                  <a:lnTo>
                    <a:pt x="162724" y="140257"/>
                  </a:lnTo>
                  <a:lnTo>
                    <a:pt x="0" y="140257"/>
                  </a:lnTo>
                  <a:close/>
                  <a:moveTo>
                    <a:pt x="694518" y="139186"/>
                  </a:moveTo>
                  <a:lnTo>
                    <a:pt x="716224" y="139186"/>
                  </a:lnTo>
                  <a:lnTo>
                    <a:pt x="716224" y="140257"/>
                  </a:lnTo>
                  <a:lnTo>
                    <a:pt x="694518" y="140257"/>
                  </a:lnTo>
                  <a:close/>
                  <a:moveTo>
                    <a:pt x="207806" y="139186"/>
                  </a:moveTo>
                  <a:lnTo>
                    <a:pt x="653611" y="139186"/>
                  </a:lnTo>
                  <a:lnTo>
                    <a:pt x="653611" y="140257"/>
                  </a:lnTo>
                  <a:lnTo>
                    <a:pt x="207806" y="140257"/>
                  </a:lnTo>
                  <a:close/>
                  <a:moveTo>
                    <a:pt x="803882" y="140257"/>
                  </a:moveTo>
                  <a:lnTo>
                    <a:pt x="810561" y="140257"/>
                  </a:lnTo>
                  <a:lnTo>
                    <a:pt x="810561" y="141328"/>
                  </a:lnTo>
                  <a:lnTo>
                    <a:pt x="803882" y="141328"/>
                  </a:lnTo>
                  <a:close/>
                  <a:moveTo>
                    <a:pt x="0" y="140257"/>
                  </a:moveTo>
                  <a:lnTo>
                    <a:pt x="161889" y="140257"/>
                  </a:lnTo>
                  <a:lnTo>
                    <a:pt x="161889" y="141328"/>
                  </a:lnTo>
                  <a:lnTo>
                    <a:pt x="0" y="141328"/>
                  </a:lnTo>
                  <a:close/>
                  <a:moveTo>
                    <a:pt x="803882" y="141328"/>
                  </a:moveTo>
                  <a:lnTo>
                    <a:pt x="809726" y="141328"/>
                  </a:lnTo>
                  <a:lnTo>
                    <a:pt x="809726" y="142398"/>
                  </a:lnTo>
                  <a:lnTo>
                    <a:pt x="803882" y="142398"/>
                  </a:lnTo>
                  <a:close/>
                  <a:moveTo>
                    <a:pt x="694518" y="140257"/>
                  </a:moveTo>
                  <a:lnTo>
                    <a:pt x="715389" y="140257"/>
                  </a:lnTo>
                  <a:lnTo>
                    <a:pt x="715389" y="142398"/>
                  </a:lnTo>
                  <a:lnTo>
                    <a:pt x="694518" y="142398"/>
                  </a:lnTo>
                  <a:close/>
                  <a:moveTo>
                    <a:pt x="693683" y="142398"/>
                  </a:moveTo>
                  <a:lnTo>
                    <a:pt x="714554" y="142398"/>
                  </a:lnTo>
                  <a:lnTo>
                    <a:pt x="714554" y="143469"/>
                  </a:lnTo>
                  <a:lnTo>
                    <a:pt x="693683" y="143469"/>
                  </a:lnTo>
                  <a:close/>
                  <a:moveTo>
                    <a:pt x="803882" y="142398"/>
                  </a:moveTo>
                  <a:lnTo>
                    <a:pt x="808891" y="142398"/>
                  </a:lnTo>
                  <a:lnTo>
                    <a:pt x="808891" y="143469"/>
                  </a:lnTo>
                  <a:lnTo>
                    <a:pt x="803882" y="143469"/>
                  </a:lnTo>
                  <a:close/>
                  <a:moveTo>
                    <a:pt x="0" y="141328"/>
                  </a:moveTo>
                  <a:lnTo>
                    <a:pt x="161054" y="141328"/>
                  </a:lnTo>
                  <a:lnTo>
                    <a:pt x="161054" y="143469"/>
                  </a:lnTo>
                  <a:lnTo>
                    <a:pt x="0" y="143469"/>
                  </a:lnTo>
                  <a:close/>
                  <a:moveTo>
                    <a:pt x="692848" y="143469"/>
                  </a:moveTo>
                  <a:lnTo>
                    <a:pt x="713719" y="143469"/>
                  </a:lnTo>
                  <a:lnTo>
                    <a:pt x="713719" y="144540"/>
                  </a:lnTo>
                  <a:lnTo>
                    <a:pt x="692848" y="144540"/>
                  </a:lnTo>
                  <a:close/>
                  <a:moveTo>
                    <a:pt x="207806" y="140257"/>
                  </a:moveTo>
                  <a:lnTo>
                    <a:pt x="652776" y="140257"/>
                  </a:lnTo>
                  <a:lnTo>
                    <a:pt x="652776" y="145610"/>
                  </a:lnTo>
                  <a:lnTo>
                    <a:pt x="207806" y="145610"/>
                  </a:lnTo>
                  <a:close/>
                  <a:moveTo>
                    <a:pt x="803047" y="143469"/>
                  </a:moveTo>
                  <a:lnTo>
                    <a:pt x="808056" y="143469"/>
                  </a:lnTo>
                  <a:lnTo>
                    <a:pt x="808056" y="145610"/>
                  </a:lnTo>
                  <a:lnTo>
                    <a:pt x="803047" y="145610"/>
                  </a:lnTo>
                  <a:close/>
                  <a:moveTo>
                    <a:pt x="692848" y="144540"/>
                  </a:moveTo>
                  <a:lnTo>
                    <a:pt x="712885" y="144540"/>
                  </a:lnTo>
                  <a:lnTo>
                    <a:pt x="712885" y="145610"/>
                  </a:lnTo>
                  <a:lnTo>
                    <a:pt x="692848" y="145610"/>
                  </a:lnTo>
                  <a:close/>
                  <a:moveTo>
                    <a:pt x="692014" y="145610"/>
                  </a:moveTo>
                  <a:lnTo>
                    <a:pt x="712885" y="145610"/>
                  </a:lnTo>
                  <a:lnTo>
                    <a:pt x="712885" y="146681"/>
                  </a:lnTo>
                  <a:lnTo>
                    <a:pt x="692014" y="146681"/>
                  </a:lnTo>
                  <a:close/>
                  <a:moveTo>
                    <a:pt x="769654" y="145610"/>
                  </a:moveTo>
                  <a:lnTo>
                    <a:pt x="772993" y="145610"/>
                  </a:lnTo>
                  <a:lnTo>
                    <a:pt x="772993" y="146681"/>
                  </a:lnTo>
                  <a:lnTo>
                    <a:pt x="769654" y="146681"/>
                  </a:lnTo>
                  <a:close/>
                  <a:moveTo>
                    <a:pt x="830597" y="139186"/>
                  </a:moveTo>
                  <a:lnTo>
                    <a:pt x="1000000" y="139186"/>
                  </a:lnTo>
                  <a:lnTo>
                    <a:pt x="1000000" y="146681"/>
                  </a:lnTo>
                  <a:lnTo>
                    <a:pt x="830597" y="146681"/>
                  </a:lnTo>
                  <a:close/>
                  <a:moveTo>
                    <a:pt x="769654" y="146681"/>
                  </a:moveTo>
                  <a:lnTo>
                    <a:pt x="774663" y="146681"/>
                  </a:lnTo>
                  <a:lnTo>
                    <a:pt x="774663" y="147752"/>
                  </a:lnTo>
                  <a:lnTo>
                    <a:pt x="769654" y="147752"/>
                  </a:lnTo>
                  <a:close/>
                  <a:moveTo>
                    <a:pt x="801378" y="145610"/>
                  </a:moveTo>
                  <a:lnTo>
                    <a:pt x="808056" y="145610"/>
                  </a:lnTo>
                  <a:lnTo>
                    <a:pt x="808056" y="147752"/>
                  </a:lnTo>
                  <a:lnTo>
                    <a:pt x="801378" y="147752"/>
                  </a:lnTo>
                  <a:close/>
                  <a:moveTo>
                    <a:pt x="206971" y="145610"/>
                  </a:moveTo>
                  <a:lnTo>
                    <a:pt x="651941" y="145610"/>
                  </a:lnTo>
                  <a:lnTo>
                    <a:pt x="651941" y="147752"/>
                  </a:lnTo>
                  <a:lnTo>
                    <a:pt x="206971" y="147752"/>
                  </a:lnTo>
                  <a:close/>
                  <a:moveTo>
                    <a:pt x="768819" y="147752"/>
                  </a:moveTo>
                  <a:lnTo>
                    <a:pt x="778002" y="147752"/>
                  </a:lnTo>
                  <a:lnTo>
                    <a:pt x="778002" y="148822"/>
                  </a:lnTo>
                  <a:lnTo>
                    <a:pt x="768819" y="148822"/>
                  </a:lnTo>
                  <a:close/>
                  <a:moveTo>
                    <a:pt x="829762" y="146681"/>
                  </a:moveTo>
                  <a:lnTo>
                    <a:pt x="1000000" y="146681"/>
                  </a:lnTo>
                  <a:lnTo>
                    <a:pt x="1000000" y="148822"/>
                  </a:lnTo>
                  <a:lnTo>
                    <a:pt x="829762" y="148822"/>
                  </a:lnTo>
                  <a:close/>
                  <a:moveTo>
                    <a:pt x="801378" y="147752"/>
                  </a:moveTo>
                  <a:lnTo>
                    <a:pt x="807222" y="147752"/>
                  </a:lnTo>
                  <a:lnTo>
                    <a:pt x="807222" y="148822"/>
                  </a:lnTo>
                  <a:lnTo>
                    <a:pt x="801378" y="148822"/>
                  </a:lnTo>
                  <a:close/>
                  <a:moveTo>
                    <a:pt x="692014" y="146681"/>
                  </a:moveTo>
                  <a:lnTo>
                    <a:pt x="712050" y="146681"/>
                  </a:lnTo>
                  <a:lnTo>
                    <a:pt x="712050" y="148822"/>
                  </a:lnTo>
                  <a:lnTo>
                    <a:pt x="692014" y="148822"/>
                  </a:lnTo>
                  <a:close/>
                  <a:moveTo>
                    <a:pt x="0" y="143469"/>
                  </a:moveTo>
                  <a:lnTo>
                    <a:pt x="160220" y="143469"/>
                  </a:lnTo>
                  <a:lnTo>
                    <a:pt x="160220" y="149893"/>
                  </a:lnTo>
                  <a:lnTo>
                    <a:pt x="0" y="149893"/>
                  </a:lnTo>
                  <a:close/>
                  <a:moveTo>
                    <a:pt x="692014" y="148822"/>
                  </a:moveTo>
                  <a:lnTo>
                    <a:pt x="710380" y="148822"/>
                  </a:lnTo>
                  <a:lnTo>
                    <a:pt x="710380" y="149893"/>
                  </a:lnTo>
                  <a:lnTo>
                    <a:pt x="692014" y="149893"/>
                  </a:lnTo>
                  <a:close/>
                  <a:moveTo>
                    <a:pt x="206136" y="147752"/>
                  </a:moveTo>
                  <a:lnTo>
                    <a:pt x="651106" y="147752"/>
                  </a:lnTo>
                  <a:lnTo>
                    <a:pt x="651106" y="149893"/>
                  </a:lnTo>
                  <a:lnTo>
                    <a:pt x="206136" y="149893"/>
                  </a:lnTo>
                  <a:close/>
                  <a:moveTo>
                    <a:pt x="768819" y="148822"/>
                  </a:moveTo>
                  <a:lnTo>
                    <a:pt x="778837" y="148822"/>
                  </a:lnTo>
                  <a:lnTo>
                    <a:pt x="778837" y="149893"/>
                  </a:lnTo>
                  <a:lnTo>
                    <a:pt x="768819" y="149893"/>
                  </a:lnTo>
                  <a:close/>
                  <a:moveTo>
                    <a:pt x="800543" y="148822"/>
                  </a:moveTo>
                  <a:lnTo>
                    <a:pt x="807222" y="148822"/>
                  </a:lnTo>
                  <a:lnTo>
                    <a:pt x="807222" y="149893"/>
                  </a:lnTo>
                  <a:lnTo>
                    <a:pt x="800543" y="149893"/>
                  </a:lnTo>
                  <a:close/>
                  <a:moveTo>
                    <a:pt x="800543" y="149893"/>
                  </a:moveTo>
                  <a:lnTo>
                    <a:pt x="806387" y="149893"/>
                  </a:lnTo>
                  <a:lnTo>
                    <a:pt x="806387" y="150964"/>
                  </a:lnTo>
                  <a:lnTo>
                    <a:pt x="800543" y="150964"/>
                  </a:lnTo>
                  <a:close/>
                  <a:moveTo>
                    <a:pt x="768819" y="149893"/>
                  </a:moveTo>
                  <a:lnTo>
                    <a:pt x="779672" y="149893"/>
                  </a:lnTo>
                  <a:lnTo>
                    <a:pt x="779672" y="150964"/>
                  </a:lnTo>
                  <a:lnTo>
                    <a:pt x="768819" y="150964"/>
                  </a:lnTo>
                  <a:close/>
                  <a:moveTo>
                    <a:pt x="692014" y="149893"/>
                  </a:moveTo>
                  <a:lnTo>
                    <a:pt x="709545" y="149893"/>
                  </a:lnTo>
                  <a:lnTo>
                    <a:pt x="709545" y="152034"/>
                  </a:lnTo>
                  <a:lnTo>
                    <a:pt x="692014" y="152034"/>
                  </a:lnTo>
                  <a:close/>
                  <a:moveTo>
                    <a:pt x="767984" y="150964"/>
                  </a:moveTo>
                  <a:lnTo>
                    <a:pt x="783846" y="150964"/>
                  </a:lnTo>
                  <a:lnTo>
                    <a:pt x="783846" y="152034"/>
                  </a:lnTo>
                  <a:lnTo>
                    <a:pt x="767984" y="152034"/>
                  </a:lnTo>
                  <a:close/>
                  <a:moveTo>
                    <a:pt x="0" y="149893"/>
                  </a:moveTo>
                  <a:lnTo>
                    <a:pt x="159385" y="149893"/>
                  </a:lnTo>
                  <a:lnTo>
                    <a:pt x="159385" y="152034"/>
                  </a:lnTo>
                  <a:lnTo>
                    <a:pt x="0" y="152034"/>
                  </a:lnTo>
                  <a:close/>
                  <a:moveTo>
                    <a:pt x="828928" y="148822"/>
                  </a:moveTo>
                  <a:lnTo>
                    <a:pt x="1000000" y="148822"/>
                  </a:lnTo>
                  <a:lnTo>
                    <a:pt x="1000000" y="153105"/>
                  </a:lnTo>
                  <a:lnTo>
                    <a:pt x="828928" y="153105"/>
                  </a:lnTo>
                  <a:close/>
                  <a:moveTo>
                    <a:pt x="798873" y="150964"/>
                  </a:moveTo>
                  <a:lnTo>
                    <a:pt x="805552" y="150964"/>
                  </a:lnTo>
                  <a:lnTo>
                    <a:pt x="805552" y="153105"/>
                  </a:lnTo>
                  <a:lnTo>
                    <a:pt x="798873" y="153105"/>
                  </a:lnTo>
                  <a:close/>
                  <a:moveTo>
                    <a:pt x="691179" y="152034"/>
                  </a:moveTo>
                  <a:lnTo>
                    <a:pt x="709545" y="152034"/>
                  </a:lnTo>
                  <a:lnTo>
                    <a:pt x="709545" y="153105"/>
                  </a:lnTo>
                  <a:lnTo>
                    <a:pt x="691179" y="153105"/>
                  </a:lnTo>
                  <a:close/>
                  <a:moveTo>
                    <a:pt x="767149" y="152034"/>
                  </a:moveTo>
                  <a:lnTo>
                    <a:pt x="785516" y="152034"/>
                  </a:lnTo>
                  <a:lnTo>
                    <a:pt x="785516" y="153105"/>
                  </a:lnTo>
                  <a:lnTo>
                    <a:pt x="767149" y="153105"/>
                  </a:lnTo>
                  <a:close/>
                  <a:moveTo>
                    <a:pt x="690344" y="153105"/>
                  </a:moveTo>
                  <a:lnTo>
                    <a:pt x="708710" y="153105"/>
                  </a:lnTo>
                  <a:lnTo>
                    <a:pt x="708710" y="154176"/>
                  </a:lnTo>
                  <a:lnTo>
                    <a:pt x="690344" y="154176"/>
                  </a:lnTo>
                  <a:close/>
                  <a:moveTo>
                    <a:pt x="798038" y="153105"/>
                  </a:moveTo>
                  <a:lnTo>
                    <a:pt x="804717" y="153105"/>
                  </a:lnTo>
                  <a:lnTo>
                    <a:pt x="804717" y="154176"/>
                  </a:lnTo>
                  <a:lnTo>
                    <a:pt x="798038" y="154176"/>
                  </a:lnTo>
                  <a:close/>
                  <a:moveTo>
                    <a:pt x="0" y="152034"/>
                  </a:moveTo>
                  <a:lnTo>
                    <a:pt x="158550" y="152034"/>
                  </a:lnTo>
                  <a:lnTo>
                    <a:pt x="158550" y="154176"/>
                  </a:lnTo>
                  <a:lnTo>
                    <a:pt x="0" y="154176"/>
                  </a:lnTo>
                  <a:close/>
                  <a:moveTo>
                    <a:pt x="205301" y="149893"/>
                  </a:moveTo>
                  <a:lnTo>
                    <a:pt x="650271" y="149893"/>
                  </a:lnTo>
                  <a:lnTo>
                    <a:pt x="650271" y="154176"/>
                  </a:lnTo>
                  <a:lnTo>
                    <a:pt x="205301" y="154176"/>
                  </a:lnTo>
                  <a:close/>
                  <a:moveTo>
                    <a:pt x="766314" y="153105"/>
                  </a:moveTo>
                  <a:lnTo>
                    <a:pt x="786351" y="153105"/>
                  </a:lnTo>
                  <a:lnTo>
                    <a:pt x="786351" y="154176"/>
                  </a:lnTo>
                  <a:lnTo>
                    <a:pt x="766314" y="154176"/>
                  </a:lnTo>
                  <a:close/>
                  <a:moveTo>
                    <a:pt x="690344" y="154176"/>
                  </a:moveTo>
                  <a:lnTo>
                    <a:pt x="707876" y="154176"/>
                  </a:lnTo>
                  <a:lnTo>
                    <a:pt x="707876" y="155246"/>
                  </a:lnTo>
                  <a:lnTo>
                    <a:pt x="690344" y="155246"/>
                  </a:lnTo>
                  <a:close/>
                  <a:moveTo>
                    <a:pt x="764645" y="154176"/>
                  </a:moveTo>
                  <a:lnTo>
                    <a:pt x="789690" y="154176"/>
                  </a:lnTo>
                  <a:lnTo>
                    <a:pt x="789690" y="155246"/>
                  </a:lnTo>
                  <a:lnTo>
                    <a:pt x="764645" y="155246"/>
                  </a:lnTo>
                  <a:close/>
                  <a:moveTo>
                    <a:pt x="797204" y="154176"/>
                  </a:moveTo>
                  <a:lnTo>
                    <a:pt x="804717" y="154176"/>
                  </a:lnTo>
                  <a:lnTo>
                    <a:pt x="804717" y="155246"/>
                  </a:lnTo>
                  <a:lnTo>
                    <a:pt x="797204" y="155246"/>
                  </a:lnTo>
                  <a:close/>
                  <a:moveTo>
                    <a:pt x="762975" y="155246"/>
                  </a:moveTo>
                  <a:lnTo>
                    <a:pt x="793029" y="155246"/>
                  </a:lnTo>
                  <a:lnTo>
                    <a:pt x="793029" y="156317"/>
                  </a:lnTo>
                  <a:lnTo>
                    <a:pt x="762975" y="156317"/>
                  </a:lnTo>
                  <a:close/>
                  <a:moveTo>
                    <a:pt x="796369" y="155246"/>
                  </a:moveTo>
                  <a:lnTo>
                    <a:pt x="804717" y="155246"/>
                  </a:lnTo>
                  <a:lnTo>
                    <a:pt x="804717" y="156317"/>
                  </a:lnTo>
                  <a:lnTo>
                    <a:pt x="796369" y="156317"/>
                  </a:lnTo>
                  <a:close/>
                  <a:moveTo>
                    <a:pt x="762140" y="156317"/>
                  </a:moveTo>
                  <a:lnTo>
                    <a:pt x="793864" y="156317"/>
                  </a:lnTo>
                  <a:lnTo>
                    <a:pt x="793864" y="157388"/>
                  </a:lnTo>
                  <a:lnTo>
                    <a:pt x="762140" y="157388"/>
                  </a:lnTo>
                  <a:close/>
                  <a:moveTo>
                    <a:pt x="689509" y="155246"/>
                  </a:moveTo>
                  <a:lnTo>
                    <a:pt x="707041" y="155246"/>
                  </a:lnTo>
                  <a:lnTo>
                    <a:pt x="707041" y="157388"/>
                  </a:lnTo>
                  <a:lnTo>
                    <a:pt x="689509" y="157388"/>
                  </a:lnTo>
                  <a:close/>
                  <a:moveTo>
                    <a:pt x="205301" y="154176"/>
                  </a:moveTo>
                  <a:lnTo>
                    <a:pt x="649437" y="154176"/>
                  </a:lnTo>
                  <a:lnTo>
                    <a:pt x="649437" y="157388"/>
                  </a:lnTo>
                  <a:lnTo>
                    <a:pt x="205301" y="157388"/>
                  </a:lnTo>
                  <a:close/>
                  <a:moveTo>
                    <a:pt x="795534" y="156317"/>
                  </a:moveTo>
                  <a:lnTo>
                    <a:pt x="804717" y="156317"/>
                  </a:lnTo>
                  <a:lnTo>
                    <a:pt x="804717" y="157388"/>
                  </a:lnTo>
                  <a:lnTo>
                    <a:pt x="795534" y="157388"/>
                  </a:lnTo>
                  <a:close/>
                  <a:moveTo>
                    <a:pt x="761305" y="157388"/>
                  </a:moveTo>
                  <a:lnTo>
                    <a:pt x="804717" y="157388"/>
                  </a:lnTo>
                  <a:lnTo>
                    <a:pt x="804717" y="158458"/>
                  </a:lnTo>
                  <a:lnTo>
                    <a:pt x="761305" y="158458"/>
                  </a:lnTo>
                  <a:close/>
                  <a:moveTo>
                    <a:pt x="689509" y="157388"/>
                  </a:moveTo>
                  <a:lnTo>
                    <a:pt x="706206" y="157388"/>
                  </a:lnTo>
                  <a:lnTo>
                    <a:pt x="706206" y="158458"/>
                  </a:lnTo>
                  <a:lnTo>
                    <a:pt x="689509" y="158458"/>
                  </a:lnTo>
                  <a:close/>
                  <a:moveTo>
                    <a:pt x="205301" y="157388"/>
                  </a:moveTo>
                  <a:lnTo>
                    <a:pt x="648602" y="157388"/>
                  </a:lnTo>
                  <a:lnTo>
                    <a:pt x="648602" y="158458"/>
                  </a:lnTo>
                  <a:lnTo>
                    <a:pt x="205301" y="158458"/>
                  </a:lnTo>
                  <a:close/>
                  <a:moveTo>
                    <a:pt x="689509" y="158458"/>
                  </a:moveTo>
                  <a:lnTo>
                    <a:pt x="705371" y="158458"/>
                  </a:lnTo>
                  <a:lnTo>
                    <a:pt x="705371" y="159529"/>
                  </a:lnTo>
                  <a:lnTo>
                    <a:pt x="689509" y="159529"/>
                  </a:lnTo>
                  <a:close/>
                  <a:moveTo>
                    <a:pt x="205301" y="158458"/>
                  </a:moveTo>
                  <a:lnTo>
                    <a:pt x="647767" y="158458"/>
                  </a:lnTo>
                  <a:lnTo>
                    <a:pt x="647767" y="159529"/>
                  </a:lnTo>
                  <a:lnTo>
                    <a:pt x="205301" y="159529"/>
                  </a:lnTo>
                  <a:close/>
                  <a:moveTo>
                    <a:pt x="760471" y="158458"/>
                  </a:moveTo>
                  <a:lnTo>
                    <a:pt x="803882" y="158458"/>
                  </a:lnTo>
                  <a:lnTo>
                    <a:pt x="803882" y="159529"/>
                  </a:lnTo>
                  <a:lnTo>
                    <a:pt x="760471" y="159529"/>
                  </a:lnTo>
                  <a:close/>
                  <a:moveTo>
                    <a:pt x="759636" y="159529"/>
                  </a:moveTo>
                  <a:lnTo>
                    <a:pt x="803047" y="159529"/>
                  </a:lnTo>
                  <a:lnTo>
                    <a:pt x="803047" y="160600"/>
                  </a:lnTo>
                  <a:lnTo>
                    <a:pt x="759636" y="160600"/>
                  </a:lnTo>
                  <a:close/>
                  <a:moveTo>
                    <a:pt x="689509" y="159529"/>
                  </a:moveTo>
                  <a:lnTo>
                    <a:pt x="704536" y="159529"/>
                  </a:lnTo>
                  <a:lnTo>
                    <a:pt x="704536" y="160600"/>
                  </a:lnTo>
                  <a:lnTo>
                    <a:pt x="689509" y="160600"/>
                  </a:lnTo>
                  <a:close/>
                  <a:moveTo>
                    <a:pt x="204466" y="159529"/>
                  </a:moveTo>
                  <a:lnTo>
                    <a:pt x="647767" y="159529"/>
                  </a:lnTo>
                  <a:lnTo>
                    <a:pt x="647767" y="161670"/>
                  </a:lnTo>
                  <a:lnTo>
                    <a:pt x="204466" y="161670"/>
                  </a:lnTo>
                  <a:close/>
                  <a:moveTo>
                    <a:pt x="0" y="154176"/>
                  </a:moveTo>
                  <a:lnTo>
                    <a:pt x="157715" y="154176"/>
                  </a:lnTo>
                  <a:lnTo>
                    <a:pt x="157715" y="161670"/>
                  </a:lnTo>
                  <a:lnTo>
                    <a:pt x="0" y="161670"/>
                  </a:lnTo>
                  <a:close/>
                  <a:moveTo>
                    <a:pt x="758801" y="160600"/>
                  </a:moveTo>
                  <a:lnTo>
                    <a:pt x="803047" y="160600"/>
                  </a:lnTo>
                  <a:lnTo>
                    <a:pt x="803047" y="161670"/>
                  </a:lnTo>
                  <a:lnTo>
                    <a:pt x="758801" y="161670"/>
                  </a:lnTo>
                  <a:close/>
                  <a:moveTo>
                    <a:pt x="688674" y="160600"/>
                  </a:moveTo>
                  <a:lnTo>
                    <a:pt x="704536" y="160600"/>
                  </a:lnTo>
                  <a:lnTo>
                    <a:pt x="704536" y="161670"/>
                  </a:lnTo>
                  <a:lnTo>
                    <a:pt x="688674" y="161670"/>
                  </a:lnTo>
                  <a:close/>
                  <a:moveTo>
                    <a:pt x="688674" y="161670"/>
                  </a:moveTo>
                  <a:lnTo>
                    <a:pt x="703701" y="161670"/>
                  </a:lnTo>
                  <a:lnTo>
                    <a:pt x="703701" y="162741"/>
                  </a:lnTo>
                  <a:lnTo>
                    <a:pt x="688674" y="162741"/>
                  </a:lnTo>
                  <a:close/>
                  <a:moveTo>
                    <a:pt x="757966" y="161670"/>
                  </a:moveTo>
                  <a:lnTo>
                    <a:pt x="802213" y="161670"/>
                  </a:lnTo>
                  <a:lnTo>
                    <a:pt x="802213" y="163812"/>
                  </a:lnTo>
                  <a:lnTo>
                    <a:pt x="757966" y="163812"/>
                  </a:lnTo>
                  <a:close/>
                  <a:moveTo>
                    <a:pt x="204466" y="161670"/>
                  </a:moveTo>
                  <a:lnTo>
                    <a:pt x="646932" y="161670"/>
                  </a:lnTo>
                  <a:lnTo>
                    <a:pt x="646932" y="163812"/>
                  </a:lnTo>
                  <a:lnTo>
                    <a:pt x="204466" y="163812"/>
                  </a:lnTo>
                  <a:close/>
                  <a:moveTo>
                    <a:pt x="687839" y="162741"/>
                  </a:moveTo>
                  <a:lnTo>
                    <a:pt x="702866" y="162741"/>
                  </a:lnTo>
                  <a:lnTo>
                    <a:pt x="702866" y="163812"/>
                  </a:lnTo>
                  <a:lnTo>
                    <a:pt x="687839" y="163812"/>
                  </a:lnTo>
                  <a:close/>
                  <a:moveTo>
                    <a:pt x="828093" y="153105"/>
                  </a:moveTo>
                  <a:lnTo>
                    <a:pt x="1000000" y="153105"/>
                  </a:lnTo>
                  <a:lnTo>
                    <a:pt x="1000000" y="165953"/>
                  </a:lnTo>
                  <a:lnTo>
                    <a:pt x="828093" y="165953"/>
                  </a:lnTo>
                  <a:close/>
                  <a:moveTo>
                    <a:pt x="0" y="161670"/>
                  </a:moveTo>
                  <a:lnTo>
                    <a:pt x="156880" y="161670"/>
                  </a:lnTo>
                  <a:lnTo>
                    <a:pt x="156880" y="165953"/>
                  </a:lnTo>
                  <a:lnTo>
                    <a:pt x="0" y="165953"/>
                  </a:lnTo>
                  <a:close/>
                  <a:moveTo>
                    <a:pt x="203631" y="163812"/>
                  </a:moveTo>
                  <a:lnTo>
                    <a:pt x="646932" y="163812"/>
                  </a:lnTo>
                  <a:lnTo>
                    <a:pt x="646932" y="165953"/>
                  </a:lnTo>
                  <a:lnTo>
                    <a:pt x="203631" y="165953"/>
                  </a:lnTo>
                  <a:close/>
                  <a:moveTo>
                    <a:pt x="757131" y="163812"/>
                  </a:moveTo>
                  <a:lnTo>
                    <a:pt x="802213" y="163812"/>
                  </a:lnTo>
                  <a:lnTo>
                    <a:pt x="802213" y="165953"/>
                  </a:lnTo>
                  <a:lnTo>
                    <a:pt x="757131" y="165953"/>
                  </a:lnTo>
                  <a:close/>
                  <a:moveTo>
                    <a:pt x="828928" y="165953"/>
                  </a:moveTo>
                  <a:lnTo>
                    <a:pt x="1000000" y="165953"/>
                  </a:lnTo>
                  <a:lnTo>
                    <a:pt x="1000000" y="167024"/>
                  </a:lnTo>
                  <a:lnTo>
                    <a:pt x="828928" y="167024"/>
                  </a:lnTo>
                  <a:close/>
                  <a:moveTo>
                    <a:pt x="687004" y="163812"/>
                  </a:moveTo>
                  <a:lnTo>
                    <a:pt x="702032" y="163812"/>
                  </a:lnTo>
                  <a:lnTo>
                    <a:pt x="702032" y="167024"/>
                  </a:lnTo>
                  <a:lnTo>
                    <a:pt x="687004" y="167024"/>
                  </a:lnTo>
                  <a:close/>
                  <a:moveTo>
                    <a:pt x="202796" y="165953"/>
                  </a:moveTo>
                  <a:lnTo>
                    <a:pt x="646932" y="165953"/>
                  </a:lnTo>
                  <a:lnTo>
                    <a:pt x="646932" y="167024"/>
                  </a:lnTo>
                  <a:lnTo>
                    <a:pt x="202796" y="167024"/>
                  </a:lnTo>
                  <a:close/>
                  <a:moveTo>
                    <a:pt x="756296" y="165953"/>
                  </a:moveTo>
                  <a:lnTo>
                    <a:pt x="802213" y="165953"/>
                  </a:lnTo>
                  <a:lnTo>
                    <a:pt x="802213" y="167024"/>
                  </a:lnTo>
                  <a:lnTo>
                    <a:pt x="756296" y="167024"/>
                  </a:lnTo>
                  <a:close/>
                  <a:moveTo>
                    <a:pt x="0" y="165953"/>
                  </a:moveTo>
                  <a:lnTo>
                    <a:pt x="156045" y="165953"/>
                  </a:lnTo>
                  <a:lnTo>
                    <a:pt x="156045" y="168094"/>
                  </a:lnTo>
                  <a:lnTo>
                    <a:pt x="0" y="168094"/>
                  </a:lnTo>
                  <a:close/>
                  <a:moveTo>
                    <a:pt x="687004" y="167024"/>
                  </a:moveTo>
                  <a:lnTo>
                    <a:pt x="701197" y="167024"/>
                  </a:lnTo>
                  <a:lnTo>
                    <a:pt x="701197" y="168094"/>
                  </a:lnTo>
                  <a:lnTo>
                    <a:pt x="687004" y="168094"/>
                  </a:lnTo>
                  <a:close/>
                  <a:moveTo>
                    <a:pt x="755461" y="167024"/>
                  </a:moveTo>
                  <a:lnTo>
                    <a:pt x="802213" y="167024"/>
                  </a:lnTo>
                  <a:lnTo>
                    <a:pt x="802213" y="168094"/>
                  </a:lnTo>
                  <a:lnTo>
                    <a:pt x="755461" y="168094"/>
                  </a:lnTo>
                  <a:close/>
                  <a:moveTo>
                    <a:pt x="831432" y="167024"/>
                  </a:moveTo>
                  <a:lnTo>
                    <a:pt x="1000000" y="167024"/>
                  </a:lnTo>
                  <a:lnTo>
                    <a:pt x="1000000" y="168094"/>
                  </a:lnTo>
                  <a:lnTo>
                    <a:pt x="831432" y="168094"/>
                  </a:lnTo>
                  <a:close/>
                  <a:moveTo>
                    <a:pt x="832267" y="168094"/>
                  </a:moveTo>
                  <a:lnTo>
                    <a:pt x="1000000" y="168094"/>
                  </a:lnTo>
                  <a:lnTo>
                    <a:pt x="1000000" y="169165"/>
                  </a:lnTo>
                  <a:lnTo>
                    <a:pt x="832267" y="169165"/>
                  </a:lnTo>
                  <a:close/>
                  <a:moveTo>
                    <a:pt x="687004" y="168094"/>
                  </a:moveTo>
                  <a:lnTo>
                    <a:pt x="700362" y="168094"/>
                  </a:lnTo>
                  <a:lnTo>
                    <a:pt x="700362" y="169165"/>
                  </a:lnTo>
                  <a:lnTo>
                    <a:pt x="687004" y="169165"/>
                  </a:lnTo>
                  <a:close/>
                  <a:moveTo>
                    <a:pt x="754627" y="168094"/>
                  </a:moveTo>
                  <a:lnTo>
                    <a:pt x="803047" y="168094"/>
                  </a:lnTo>
                  <a:lnTo>
                    <a:pt x="803047" y="169165"/>
                  </a:lnTo>
                  <a:lnTo>
                    <a:pt x="754627" y="169165"/>
                  </a:lnTo>
                  <a:close/>
                  <a:moveTo>
                    <a:pt x="202796" y="167024"/>
                  </a:moveTo>
                  <a:lnTo>
                    <a:pt x="646097" y="167024"/>
                  </a:lnTo>
                  <a:lnTo>
                    <a:pt x="646097" y="169165"/>
                  </a:lnTo>
                  <a:lnTo>
                    <a:pt x="202796" y="169165"/>
                  </a:lnTo>
                  <a:close/>
                  <a:moveTo>
                    <a:pt x="754627" y="169165"/>
                  </a:moveTo>
                  <a:lnTo>
                    <a:pt x="803882" y="169165"/>
                  </a:lnTo>
                  <a:lnTo>
                    <a:pt x="803882" y="170236"/>
                  </a:lnTo>
                  <a:lnTo>
                    <a:pt x="754627" y="170236"/>
                  </a:lnTo>
                  <a:close/>
                  <a:moveTo>
                    <a:pt x="202796" y="169165"/>
                  </a:moveTo>
                  <a:lnTo>
                    <a:pt x="645262" y="169165"/>
                  </a:lnTo>
                  <a:lnTo>
                    <a:pt x="645262" y="170236"/>
                  </a:lnTo>
                  <a:lnTo>
                    <a:pt x="202796" y="170236"/>
                  </a:lnTo>
                  <a:close/>
                  <a:moveTo>
                    <a:pt x="833937" y="169165"/>
                  </a:moveTo>
                  <a:lnTo>
                    <a:pt x="1000000" y="169165"/>
                  </a:lnTo>
                  <a:lnTo>
                    <a:pt x="1000000" y="170236"/>
                  </a:lnTo>
                  <a:lnTo>
                    <a:pt x="833937" y="170236"/>
                  </a:lnTo>
                  <a:close/>
                  <a:moveTo>
                    <a:pt x="686170" y="169165"/>
                  </a:moveTo>
                  <a:lnTo>
                    <a:pt x="699527" y="169165"/>
                  </a:lnTo>
                  <a:lnTo>
                    <a:pt x="699527" y="170236"/>
                  </a:lnTo>
                  <a:lnTo>
                    <a:pt x="686170" y="170236"/>
                  </a:lnTo>
                  <a:close/>
                  <a:moveTo>
                    <a:pt x="271253" y="170236"/>
                  </a:moveTo>
                  <a:lnTo>
                    <a:pt x="644428" y="170236"/>
                  </a:lnTo>
                  <a:lnTo>
                    <a:pt x="644428" y="171306"/>
                  </a:lnTo>
                  <a:lnTo>
                    <a:pt x="271253" y="171306"/>
                  </a:lnTo>
                  <a:close/>
                  <a:moveTo>
                    <a:pt x="754627" y="170236"/>
                  </a:moveTo>
                  <a:lnTo>
                    <a:pt x="804717" y="170236"/>
                  </a:lnTo>
                  <a:lnTo>
                    <a:pt x="804717" y="171306"/>
                  </a:lnTo>
                  <a:lnTo>
                    <a:pt x="754627" y="171306"/>
                  </a:lnTo>
                  <a:close/>
                  <a:moveTo>
                    <a:pt x="836441" y="170236"/>
                  </a:moveTo>
                  <a:lnTo>
                    <a:pt x="1000000" y="170236"/>
                  </a:lnTo>
                  <a:lnTo>
                    <a:pt x="1000000" y="171306"/>
                  </a:lnTo>
                  <a:lnTo>
                    <a:pt x="836441" y="171306"/>
                  </a:lnTo>
                  <a:close/>
                  <a:moveTo>
                    <a:pt x="202796" y="170236"/>
                  </a:moveTo>
                  <a:lnTo>
                    <a:pt x="256226" y="170236"/>
                  </a:lnTo>
                  <a:lnTo>
                    <a:pt x="256226" y="171306"/>
                  </a:lnTo>
                  <a:lnTo>
                    <a:pt x="202796" y="171306"/>
                  </a:lnTo>
                  <a:close/>
                  <a:moveTo>
                    <a:pt x="837276" y="171306"/>
                  </a:moveTo>
                  <a:lnTo>
                    <a:pt x="1000000" y="171306"/>
                  </a:lnTo>
                  <a:lnTo>
                    <a:pt x="1000000" y="172377"/>
                  </a:lnTo>
                  <a:lnTo>
                    <a:pt x="837276" y="172377"/>
                  </a:lnTo>
                  <a:close/>
                  <a:moveTo>
                    <a:pt x="202796" y="171306"/>
                  </a:moveTo>
                  <a:lnTo>
                    <a:pt x="255391" y="171306"/>
                  </a:lnTo>
                  <a:lnTo>
                    <a:pt x="255391" y="172377"/>
                  </a:lnTo>
                  <a:lnTo>
                    <a:pt x="202796" y="172377"/>
                  </a:lnTo>
                  <a:close/>
                  <a:moveTo>
                    <a:pt x="753792" y="171306"/>
                  </a:moveTo>
                  <a:lnTo>
                    <a:pt x="805552" y="171306"/>
                  </a:lnTo>
                  <a:lnTo>
                    <a:pt x="805552" y="172377"/>
                  </a:lnTo>
                  <a:lnTo>
                    <a:pt x="753792" y="172377"/>
                  </a:lnTo>
                  <a:close/>
                  <a:moveTo>
                    <a:pt x="272088" y="171306"/>
                  </a:moveTo>
                  <a:lnTo>
                    <a:pt x="644428" y="171306"/>
                  </a:lnTo>
                  <a:lnTo>
                    <a:pt x="644428" y="172377"/>
                  </a:lnTo>
                  <a:lnTo>
                    <a:pt x="272088" y="172377"/>
                  </a:lnTo>
                  <a:close/>
                  <a:moveTo>
                    <a:pt x="686170" y="170236"/>
                  </a:moveTo>
                  <a:lnTo>
                    <a:pt x="698692" y="170236"/>
                  </a:lnTo>
                  <a:lnTo>
                    <a:pt x="698692" y="172377"/>
                  </a:lnTo>
                  <a:lnTo>
                    <a:pt x="686170" y="172377"/>
                  </a:lnTo>
                  <a:close/>
                  <a:moveTo>
                    <a:pt x="838946" y="172377"/>
                  </a:moveTo>
                  <a:lnTo>
                    <a:pt x="1000000" y="172377"/>
                  </a:lnTo>
                  <a:lnTo>
                    <a:pt x="1000000" y="173448"/>
                  </a:lnTo>
                  <a:lnTo>
                    <a:pt x="838946" y="173448"/>
                  </a:lnTo>
                  <a:close/>
                  <a:moveTo>
                    <a:pt x="685335" y="172377"/>
                  </a:moveTo>
                  <a:lnTo>
                    <a:pt x="698692" y="172377"/>
                  </a:lnTo>
                  <a:lnTo>
                    <a:pt x="698692" y="173448"/>
                  </a:lnTo>
                  <a:lnTo>
                    <a:pt x="685335" y="173448"/>
                  </a:lnTo>
                  <a:close/>
                  <a:moveTo>
                    <a:pt x="752957" y="172377"/>
                  </a:moveTo>
                  <a:lnTo>
                    <a:pt x="808056" y="172377"/>
                  </a:lnTo>
                  <a:lnTo>
                    <a:pt x="808056" y="173448"/>
                  </a:lnTo>
                  <a:lnTo>
                    <a:pt x="752957" y="173448"/>
                  </a:lnTo>
                  <a:close/>
                  <a:moveTo>
                    <a:pt x="272923" y="172377"/>
                  </a:moveTo>
                  <a:lnTo>
                    <a:pt x="644428" y="172377"/>
                  </a:lnTo>
                  <a:lnTo>
                    <a:pt x="644428" y="173448"/>
                  </a:lnTo>
                  <a:lnTo>
                    <a:pt x="272923" y="173448"/>
                  </a:lnTo>
                  <a:close/>
                  <a:moveTo>
                    <a:pt x="202796" y="172377"/>
                  </a:moveTo>
                  <a:lnTo>
                    <a:pt x="254557" y="172377"/>
                  </a:lnTo>
                  <a:lnTo>
                    <a:pt x="254557" y="173448"/>
                  </a:lnTo>
                  <a:lnTo>
                    <a:pt x="202796" y="173448"/>
                  </a:lnTo>
                  <a:close/>
                  <a:moveTo>
                    <a:pt x="841450" y="173448"/>
                  </a:moveTo>
                  <a:lnTo>
                    <a:pt x="1000000" y="173448"/>
                  </a:lnTo>
                  <a:lnTo>
                    <a:pt x="1000000" y="174518"/>
                  </a:lnTo>
                  <a:lnTo>
                    <a:pt x="841450" y="174518"/>
                  </a:lnTo>
                  <a:close/>
                  <a:moveTo>
                    <a:pt x="275428" y="173448"/>
                  </a:moveTo>
                  <a:lnTo>
                    <a:pt x="644428" y="173448"/>
                  </a:lnTo>
                  <a:lnTo>
                    <a:pt x="644428" y="174518"/>
                  </a:lnTo>
                  <a:lnTo>
                    <a:pt x="275428" y="174518"/>
                  </a:lnTo>
                  <a:close/>
                  <a:moveTo>
                    <a:pt x="752122" y="173448"/>
                  </a:moveTo>
                  <a:lnTo>
                    <a:pt x="808891" y="173448"/>
                  </a:lnTo>
                  <a:lnTo>
                    <a:pt x="808891" y="174518"/>
                  </a:lnTo>
                  <a:lnTo>
                    <a:pt x="752122" y="174518"/>
                  </a:lnTo>
                  <a:close/>
                  <a:moveTo>
                    <a:pt x="684500" y="173448"/>
                  </a:moveTo>
                  <a:lnTo>
                    <a:pt x="697857" y="173448"/>
                  </a:lnTo>
                  <a:lnTo>
                    <a:pt x="697857" y="174518"/>
                  </a:lnTo>
                  <a:lnTo>
                    <a:pt x="684500" y="174518"/>
                  </a:lnTo>
                  <a:close/>
                  <a:moveTo>
                    <a:pt x="202796" y="173448"/>
                  </a:moveTo>
                  <a:lnTo>
                    <a:pt x="252052" y="173448"/>
                  </a:lnTo>
                  <a:lnTo>
                    <a:pt x="252052" y="174518"/>
                  </a:lnTo>
                  <a:lnTo>
                    <a:pt x="202796" y="174518"/>
                  </a:lnTo>
                  <a:close/>
                  <a:moveTo>
                    <a:pt x="752122" y="174518"/>
                  </a:moveTo>
                  <a:lnTo>
                    <a:pt x="809726" y="174518"/>
                  </a:lnTo>
                  <a:lnTo>
                    <a:pt x="809726" y="175589"/>
                  </a:lnTo>
                  <a:lnTo>
                    <a:pt x="752122" y="175589"/>
                  </a:lnTo>
                  <a:close/>
                  <a:moveTo>
                    <a:pt x="842285" y="174518"/>
                  </a:moveTo>
                  <a:lnTo>
                    <a:pt x="1000000" y="174518"/>
                  </a:lnTo>
                  <a:lnTo>
                    <a:pt x="1000000" y="175589"/>
                  </a:lnTo>
                  <a:lnTo>
                    <a:pt x="842285" y="175589"/>
                  </a:lnTo>
                  <a:close/>
                  <a:moveTo>
                    <a:pt x="202796" y="174518"/>
                  </a:moveTo>
                  <a:lnTo>
                    <a:pt x="250382" y="174518"/>
                  </a:lnTo>
                  <a:lnTo>
                    <a:pt x="250382" y="175589"/>
                  </a:lnTo>
                  <a:lnTo>
                    <a:pt x="202796" y="175589"/>
                  </a:lnTo>
                  <a:close/>
                  <a:moveTo>
                    <a:pt x="276262" y="174518"/>
                  </a:moveTo>
                  <a:lnTo>
                    <a:pt x="644428" y="174518"/>
                  </a:lnTo>
                  <a:lnTo>
                    <a:pt x="644428" y="175589"/>
                  </a:lnTo>
                  <a:lnTo>
                    <a:pt x="276262" y="175589"/>
                  </a:lnTo>
                  <a:close/>
                  <a:moveTo>
                    <a:pt x="684500" y="174518"/>
                  </a:moveTo>
                  <a:lnTo>
                    <a:pt x="697023" y="174518"/>
                  </a:lnTo>
                  <a:lnTo>
                    <a:pt x="697023" y="175589"/>
                  </a:lnTo>
                  <a:lnTo>
                    <a:pt x="684500" y="175589"/>
                  </a:lnTo>
                  <a:close/>
                  <a:moveTo>
                    <a:pt x="752122" y="175589"/>
                  </a:moveTo>
                  <a:lnTo>
                    <a:pt x="812231" y="175589"/>
                  </a:lnTo>
                  <a:lnTo>
                    <a:pt x="812231" y="176660"/>
                  </a:lnTo>
                  <a:lnTo>
                    <a:pt x="752122" y="176660"/>
                  </a:lnTo>
                  <a:close/>
                  <a:moveTo>
                    <a:pt x="843120" y="175589"/>
                  </a:moveTo>
                  <a:lnTo>
                    <a:pt x="1000000" y="175589"/>
                  </a:lnTo>
                  <a:lnTo>
                    <a:pt x="1000000" y="176660"/>
                  </a:lnTo>
                  <a:lnTo>
                    <a:pt x="843120" y="176660"/>
                  </a:lnTo>
                  <a:close/>
                  <a:moveTo>
                    <a:pt x="202796" y="175589"/>
                  </a:moveTo>
                  <a:lnTo>
                    <a:pt x="249548" y="175589"/>
                  </a:lnTo>
                  <a:lnTo>
                    <a:pt x="249548" y="176660"/>
                  </a:lnTo>
                  <a:lnTo>
                    <a:pt x="202796" y="176660"/>
                  </a:lnTo>
                  <a:close/>
                  <a:moveTo>
                    <a:pt x="276262" y="175589"/>
                  </a:moveTo>
                  <a:lnTo>
                    <a:pt x="643593" y="175589"/>
                  </a:lnTo>
                  <a:lnTo>
                    <a:pt x="643593" y="176660"/>
                  </a:lnTo>
                  <a:lnTo>
                    <a:pt x="276262" y="176660"/>
                  </a:lnTo>
                  <a:close/>
                  <a:moveTo>
                    <a:pt x="684500" y="175589"/>
                  </a:moveTo>
                  <a:lnTo>
                    <a:pt x="696188" y="175589"/>
                  </a:lnTo>
                  <a:lnTo>
                    <a:pt x="696188" y="177730"/>
                  </a:lnTo>
                  <a:lnTo>
                    <a:pt x="684500" y="177730"/>
                  </a:lnTo>
                  <a:close/>
                  <a:moveTo>
                    <a:pt x="201962" y="176660"/>
                  </a:moveTo>
                  <a:lnTo>
                    <a:pt x="248713" y="176660"/>
                  </a:lnTo>
                  <a:lnTo>
                    <a:pt x="248713" y="177730"/>
                  </a:lnTo>
                  <a:lnTo>
                    <a:pt x="201962" y="177730"/>
                  </a:lnTo>
                  <a:close/>
                  <a:moveTo>
                    <a:pt x="845624" y="176660"/>
                  </a:moveTo>
                  <a:lnTo>
                    <a:pt x="1000000" y="176660"/>
                  </a:lnTo>
                  <a:lnTo>
                    <a:pt x="1000000" y="177730"/>
                  </a:lnTo>
                  <a:lnTo>
                    <a:pt x="845624" y="177730"/>
                  </a:lnTo>
                  <a:close/>
                  <a:moveTo>
                    <a:pt x="277932" y="176660"/>
                  </a:moveTo>
                  <a:lnTo>
                    <a:pt x="643593" y="176660"/>
                  </a:lnTo>
                  <a:lnTo>
                    <a:pt x="643593" y="177730"/>
                  </a:lnTo>
                  <a:lnTo>
                    <a:pt x="277932" y="177730"/>
                  </a:lnTo>
                  <a:close/>
                  <a:moveTo>
                    <a:pt x="752122" y="176660"/>
                  </a:moveTo>
                  <a:lnTo>
                    <a:pt x="813066" y="176660"/>
                  </a:lnTo>
                  <a:lnTo>
                    <a:pt x="813066" y="177730"/>
                  </a:lnTo>
                  <a:lnTo>
                    <a:pt x="752122" y="177730"/>
                  </a:lnTo>
                  <a:close/>
                  <a:moveTo>
                    <a:pt x="0" y="168094"/>
                  </a:moveTo>
                  <a:lnTo>
                    <a:pt x="155210" y="168094"/>
                  </a:lnTo>
                  <a:lnTo>
                    <a:pt x="155210" y="177730"/>
                  </a:lnTo>
                  <a:lnTo>
                    <a:pt x="0" y="177730"/>
                  </a:lnTo>
                  <a:close/>
                  <a:moveTo>
                    <a:pt x="847294" y="177730"/>
                  </a:moveTo>
                  <a:lnTo>
                    <a:pt x="1000000" y="177730"/>
                  </a:lnTo>
                  <a:lnTo>
                    <a:pt x="1000000" y="178801"/>
                  </a:lnTo>
                  <a:lnTo>
                    <a:pt x="847294" y="178801"/>
                  </a:lnTo>
                  <a:close/>
                  <a:moveTo>
                    <a:pt x="751287" y="177730"/>
                  </a:moveTo>
                  <a:lnTo>
                    <a:pt x="813900" y="177730"/>
                  </a:lnTo>
                  <a:lnTo>
                    <a:pt x="813900" y="178801"/>
                  </a:lnTo>
                  <a:lnTo>
                    <a:pt x="751287" y="178801"/>
                  </a:lnTo>
                  <a:close/>
                  <a:moveTo>
                    <a:pt x="201962" y="177730"/>
                  </a:moveTo>
                  <a:lnTo>
                    <a:pt x="247043" y="177730"/>
                  </a:lnTo>
                  <a:lnTo>
                    <a:pt x="247043" y="179872"/>
                  </a:lnTo>
                  <a:lnTo>
                    <a:pt x="201962" y="179872"/>
                  </a:lnTo>
                  <a:close/>
                  <a:moveTo>
                    <a:pt x="278767" y="177730"/>
                  </a:moveTo>
                  <a:lnTo>
                    <a:pt x="642758" y="177730"/>
                  </a:lnTo>
                  <a:lnTo>
                    <a:pt x="642758" y="179872"/>
                  </a:lnTo>
                  <a:lnTo>
                    <a:pt x="278767" y="179872"/>
                  </a:lnTo>
                  <a:close/>
                  <a:moveTo>
                    <a:pt x="848129" y="178801"/>
                  </a:moveTo>
                  <a:lnTo>
                    <a:pt x="1000000" y="178801"/>
                  </a:lnTo>
                  <a:lnTo>
                    <a:pt x="1000000" y="179872"/>
                  </a:lnTo>
                  <a:lnTo>
                    <a:pt x="848129" y="179872"/>
                  </a:lnTo>
                  <a:close/>
                  <a:moveTo>
                    <a:pt x="683665" y="177730"/>
                  </a:moveTo>
                  <a:lnTo>
                    <a:pt x="695353" y="177730"/>
                  </a:lnTo>
                  <a:lnTo>
                    <a:pt x="695353" y="179872"/>
                  </a:lnTo>
                  <a:lnTo>
                    <a:pt x="683665" y="179872"/>
                  </a:lnTo>
                  <a:close/>
                  <a:moveTo>
                    <a:pt x="750452" y="178801"/>
                  </a:moveTo>
                  <a:lnTo>
                    <a:pt x="816405" y="178801"/>
                  </a:lnTo>
                  <a:lnTo>
                    <a:pt x="816405" y="179872"/>
                  </a:lnTo>
                  <a:lnTo>
                    <a:pt x="750452" y="179872"/>
                  </a:lnTo>
                  <a:close/>
                  <a:moveTo>
                    <a:pt x="280437" y="179872"/>
                  </a:moveTo>
                  <a:lnTo>
                    <a:pt x="641923" y="179872"/>
                  </a:lnTo>
                  <a:lnTo>
                    <a:pt x="641923" y="180942"/>
                  </a:lnTo>
                  <a:lnTo>
                    <a:pt x="280437" y="180942"/>
                  </a:lnTo>
                  <a:close/>
                  <a:moveTo>
                    <a:pt x="201962" y="179872"/>
                  </a:moveTo>
                  <a:lnTo>
                    <a:pt x="246208" y="179872"/>
                  </a:lnTo>
                  <a:lnTo>
                    <a:pt x="246208" y="180942"/>
                  </a:lnTo>
                  <a:lnTo>
                    <a:pt x="201962" y="180942"/>
                  </a:lnTo>
                  <a:close/>
                  <a:moveTo>
                    <a:pt x="749618" y="179872"/>
                  </a:moveTo>
                  <a:lnTo>
                    <a:pt x="817240" y="179872"/>
                  </a:lnTo>
                  <a:lnTo>
                    <a:pt x="817240" y="180942"/>
                  </a:lnTo>
                  <a:lnTo>
                    <a:pt x="749618" y="180942"/>
                  </a:lnTo>
                  <a:close/>
                  <a:moveTo>
                    <a:pt x="849799" y="179872"/>
                  </a:moveTo>
                  <a:lnTo>
                    <a:pt x="1000000" y="179872"/>
                  </a:lnTo>
                  <a:lnTo>
                    <a:pt x="1000000" y="180942"/>
                  </a:lnTo>
                  <a:lnTo>
                    <a:pt x="849799" y="180942"/>
                  </a:lnTo>
                  <a:close/>
                  <a:moveTo>
                    <a:pt x="683665" y="179872"/>
                  </a:moveTo>
                  <a:lnTo>
                    <a:pt x="693683" y="179872"/>
                  </a:lnTo>
                  <a:lnTo>
                    <a:pt x="693683" y="182013"/>
                  </a:lnTo>
                  <a:lnTo>
                    <a:pt x="683665" y="182013"/>
                  </a:lnTo>
                  <a:close/>
                  <a:moveTo>
                    <a:pt x="749618" y="180942"/>
                  </a:moveTo>
                  <a:lnTo>
                    <a:pt x="818075" y="180942"/>
                  </a:lnTo>
                  <a:lnTo>
                    <a:pt x="818075" y="182013"/>
                  </a:lnTo>
                  <a:lnTo>
                    <a:pt x="749618" y="182013"/>
                  </a:lnTo>
                  <a:close/>
                  <a:moveTo>
                    <a:pt x="852303" y="180942"/>
                  </a:moveTo>
                  <a:lnTo>
                    <a:pt x="1000000" y="180942"/>
                  </a:lnTo>
                  <a:lnTo>
                    <a:pt x="1000000" y="182013"/>
                  </a:lnTo>
                  <a:lnTo>
                    <a:pt x="852303" y="182013"/>
                  </a:lnTo>
                  <a:close/>
                  <a:moveTo>
                    <a:pt x="281272" y="180942"/>
                  </a:moveTo>
                  <a:lnTo>
                    <a:pt x="641923" y="180942"/>
                  </a:lnTo>
                  <a:lnTo>
                    <a:pt x="641923" y="183084"/>
                  </a:lnTo>
                  <a:lnTo>
                    <a:pt x="281272" y="183084"/>
                  </a:lnTo>
                  <a:close/>
                  <a:moveTo>
                    <a:pt x="201127" y="180942"/>
                  </a:moveTo>
                  <a:lnTo>
                    <a:pt x="244539" y="180942"/>
                  </a:lnTo>
                  <a:lnTo>
                    <a:pt x="244539" y="183084"/>
                  </a:lnTo>
                  <a:lnTo>
                    <a:pt x="201127" y="183084"/>
                  </a:lnTo>
                  <a:close/>
                  <a:moveTo>
                    <a:pt x="682830" y="182013"/>
                  </a:moveTo>
                  <a:lnTo>
                    <a:pt x="693683" y="182013"/>
                  </a:lnTo>
                  <a:lnTo>
                    <a:pt x="693683" y="183084"/>
                  </a:lnTo>
                  <a:lnTo>
                    <a:pt x="682830" y="183084"/>
                  </a:lnTo>
                  <a:close/>
                  <a:moveTo>
                    <a:pt x="853138" y="182013"/>
                  </a:moveTo>
                  <a:lnTo>
                    <a:pt x="1000000" y="182013"/>
                  </a:lnTo>
                  <a:lnTo>
                    <a:pt x="1000000" y="183084"/>
                  </a:lnTo>
                  <a:lnTo>
                    <a:pt x="853138" y="183084"/>
                  </a:lnTo>
                  <a:close/>
                  <a:moveTo>
                    <a:pt x="749618" y="182013"/>
                  </a:moveTo>
                  <a:lnTo>
                    <a:pt x="820579" y="182013"/>
                  </a:lnTo>
                  <a:lnTo>
                    <a:pt x="820579" y="183084"/>
                  </a:lnTo>
                  <a:lnTo>
                    <a:pt x="749618" y="183084"/>
                  </a:lnTo>
                  <a:close/>
                  <a:moveTo>
                    <a:pt x="681995" y="183084"/>
                  </a:moveTo>
                  <a:lnTo>
                    <a:pt x="692848" y="183084"/>
                  </a:lnTo>
                  <a:lnTo>
                    <a:pt x="692848" y="184154"/>
                  </a:lnTo>
                  <a:lnTo>
                    <a:pt x="681995" y="184154"/>
                  </a:lnTo>
                  <a:close/>
                  <a:moveTo>
                    <a:pt x="749618" y="183084"/>
                  </a:moveTo>
                  <a:lnTo>
                    <a:pt x="822249" y="183084"/>
                  </a:lnTo>
                  <a:lnTo>
                    <a:pt x="822249" y="184154"/>
                  </a:lnTo>
                  <a:lnTo>
                    <a:pt x="749618" y="184154"/>
                  </a:lnTo>
                  <a:close/>
                  <a:moveTo>
                    <a:pt x="282106" y="183084"/>
                  </a:moveTo>
                  <a:lnTo>
                    <a:pt x="641923" y="183084"/>
                  </a:lnTo>
                  <a:lnTo>
                    <a:pt x="641923" y="184154"/>
                  </a:lnTo>
                  <a:lnTo>
                    <a:pt x="282106" y="184154"/>
                  </a:lnTo>
                  <a:close/>
                  <a:moveTo>
                    <a:pt x="201127" y="183084"/>
                  </a:moveTo>
                  <a:lnTo>
                    <a:pt x="243704" y="183084"/>
                  </a:lnTo>
                  <a:lnTo>
                    <a:pt x="243704" y="184154"/>
                  </a:lnTo>
                  <a:lnTo>
                    <a:pt x="201127" y="184154"/>
                  </a:lnTo>
                  <a:close/>
                  <a:moveTo>
                    <a:pt x="854808" y="183084"/>
                  </a:moveTo>
                  <a:lnTo>
                    <a:pt x="1000000" y="183084"/>
                  </a:lnTo>
                  <a:lnTo>
                    <a:pt x="1000000" y="184154"/>
                  </a:lnTo>
                  <a:lnTo>
                    <a:pt x="854808" y="184154"/>
                  </a:lnTo>
                  <a:close/>
                  <a:moveTo>
                    <a:pt x="858147" y="184154"/>
                  </a:moveTo>
                  <a:lnTo>
                    <a:pt x="1000000" y="184154"/>
                  </a:lnTo>
                  <a:lnTo>
                    <a:pt x="1000000" y="185225"/>
                  </a:lnTo>
                  <a:lnTo>
                    <a:pt x="858147" y="185225"/>
                  </a:lnTo>
                  <a:close/>
                  <a:moveTo>
                    <a:pt x="681995" y="184154"/>
                  </a:moveTo>
                  <a:lnTo>
                    <a:pt x="692014" y="184154"/>
                  </a:lnTo>
                  <a:lnTo>
                    <a:pt x="692014" y="185225"/>
                  </a:lnTo>
                  <a:lnTo>
                    <a:pt x="681995" y="185225"/>
                  </a:lnTo>
                  <a:close/>
                  <a:moveTo>
                    <a:pt x="282941" y="184154"/>
                  </a:moveTo>
                  <a:lnTo>
                    <a:pt x="641923" y="184154"/>
                  </a:lnTo>
                  <a:lnTo>
                    <a:pt x="641923" y="185225"/>
                  </a:lnTo>
                  <a:lnTo>
                    <a:pt x="282941" y="185225"/>
                  </a:lnTo>
                  <a:close/>
                  <a:moveTo>
                    <a:pt x="748783" y="184154"/>
                  </a:moveTo>
                  <a:lnTo>
                    <a:pt x="823084" y="184154"/>
                  </a:lnTo>
                  <a:lnTo>
                    <a:pt x="823084" y="185225"/>
                  </a:lnTo>
                  <a:lnTo>
                    <a:pt x="748783" y="185225"/>
                  </a:lnTo>
                  <a:close/>
                  <a:moveTo>
                    <a:pt x="200292" y="184154"/>
                  </a:moveTo>
                  <a:lnTo>
                    <a:pt x="242869" y="184154"/>
                  </a:lnTo>
                  <a:lnTo>
                    <a:pt x="242869" y="185225"/>
                  </a:lnTo>
                  <a:lnTo>
                    <a:pt x="200292" y="185225"/>
                  </a:lnTo>
                  <a:close/>
                  <a:moveTo>
                    <a:pt x="858982" y="185225"/>
                  </a:moveTo>
                  <a:lnTo>
                    <a:pt x="1000000" y="185225"/>
                  </a:lnTo>
                  <a:lnTo>
                    <a:pt x="1000000" y="186296"/>
                  </a:lnTo>
                  <a:lnTo>
                    <a:pt x="858982" y="186296"/>
                  </a:lnTo>
                  <a:close/>
                  <a:moveTo>
                    <a:pt x="748783" y="185225"/>
                  </a:moveTo>
                  <a:lnTo>
                    <a:pt x="823918" y="185225"/>
                  </a:lnTo>
                  <a:lnTo>
                    <a:pt x="823918" y="186296"/>
                  </a:lnTo>
                  <a:lnTo>
                    <a:pt x="748783" y="186296"/>
                  </a:lnTo>
                  <a:close/>
                  <a:moveTo>
                    <a:pt x="859817" y="186296"/>
                  </a:moveTo>
                  <a:lnTo>
                    <a:pt x="1000000" y="186296"/>
                  </a:lnTo>
                  <a:lnTo>
                    <a:pt x="1000000" y="187366"/>
                  </a:lnTo>
                  <a:lnTo>
                    <a:pt x="859817" y="187366"/>
                  </a:lnTo>
                  <a:close/>
                  <a:moveTo>
                    <a:pt x="0" y="177730"/>
                  </a:moveTo>
                  <a:lnTo>
                    <a:pt x="154376" y="177730"/>
                  </a:lnTo>
                  <a:lnTo>
                    <a:pt x="154376" y="187366"/>
                  </a:lnTo>
                  <a:lnTo>
                    <a:pt x="0" y="187366"/>
                  </a:lnTo>
                  <a:close/>
                  <a:moveTo>
                    <a:pt x="283776" y="185225"/>
                  </a:moveTo>
                  <a:lnTo>
                    <a:pt x="641088" y="185225"/>
                  </a:lnTo>
                  <a:lnTo>
                    <a:pt x="641088" y="187366"/>
                  </a:lnTo>
                  <a:lnTo>
                    <a:pt x="283776" y="187366"/>
                  </a:lnTo>
                  <a:close/>
                  <a:moveTo>
                    <a:pt x="200292" y="185225"/>
                  </a:moveTo>
                  <a:lnTo>
                    <a:pt x="242034" y="185225"/>
                  </a:lnTo>
                  <a:lnTo>
                    <a:pt x="242034" y="187366"/>
                  </a:lnTo>
                  <a:lnTo>
                    <a:pt x="200292" y="187366"/>
                  </a:lnTo>
                  <a:close/>
                  <a:moveTo>
                    <a:pt x="747948" y="186296"/>
                  </a:moveTo>
                  <a:lnTo>
                    <a:pt x="826423" y="186296"/>
                  </a:lnTo>
                  <a:lnTo>
                    <a:pt x="826423" y="187366"/>
                  </a:lnTo>
                  <a:lnTo>
                    <a:pt x="747948" y="187366"/>
                  </a:lnTo>
                  <a:close/>
                  <a:moveTo>
                    <a:pt x="747113" y="187366"/>
                  </a:moveTo>
                  <a:lnTo>
                    <a:pt x="827258" y="187366"/>
                  </a:lnTo>
                  <a:lnTo>
                    <a:pt x="827258" y="188437"/>
                  </a:lnTo>
                  <a:lnTo>
                    <a:pt x="747113" y="188437"/>
                  </a:lnTo>
                  <a:close/>
                  <a:moveTo>
                    <a:pt x="200292" y="187366"/>
                  </a:moveTo>
                  <a:lnTo>
                    <a:pt x="241199" y="187366"/>
                  </a:lnTo>
                  <a:lnTo>
                    <a:pt x="241199" y="188437"/>
                  </a:lnTo>
                  <a:lnTo>
                    <a:pt x="200292" y="188437"/>
                  </a:lnTo>
                  <a:close/>
                  <a:moveTo>
                    <a:pt x="284611" y="187366"/>
                  </a:moveTo>
                  <a:lnTo>
                    <a:pt x="640253" y="187366"/>
                  </a:lnTo>
                  <a:lnTo>
                    <a:pt x="640253" y="188437"/>
                  </a:lnTo>
                  <a:lnTo>
                    <a:pt x="284611" y="188437"/>
                  </a:lnTo>
                  <a:close/>
                  <a:moveTo>
                    <a:pt x="862321" y="187366"/>
                  </a:moveTo>
                  <a:lnTo>
                    <a:pt x="1000000" y="187366"/>
                  </a:lnTo>
                  <a:lnTo>
                    <a:pt x="1000000" y="188437"/>
                  </a:lnTo>
                  <a:lnTo>
                    <a:pt x="862321" y="188437"/>
                  </a:lnTo>
                  <a:close/>
                  <a:moveTo>
                    <a:pt x="681161" y="185225"/>
                  </a:moveTo>
                  <a:lnTo>
                    <a:pt x="691179" y="185225"/>
                  </a:lnTo>
                  <a:lnTo>
                    <a:pt x="691179" y="188437"/>
                  </a:lnTo>
                  <a:lnTo>
                    <a:pt x="681161" y="188437"/>
                  </a:lnTo>
                  <a:close/>
                  <a:moveTo>
                    <a:pt x="200292" y="188437"/>
                  </a:moveTo>
                  <a:lnTo>
                    <a:pt x="240364" y="188437"/>
                  </a:lnTo>
                  <a:lnTo>
                    <a:pt x="240364" y="189507"/>
                  </a:lnTo>
                  <a:lnTo>
                    <a:pt x="200292" y="189507"/>
                  </a:lnTo>
                  <a:close/>
                  <a:moveTo>
                    <a:pt x="284611" y="188437"/>
                  </a:moveTo>
                  <a:lnTo>
                    <a:pt x="639419" y="188437"/>
                  </a:lnTo>
                  <a:lnTo>
                    <a:pt x="639419" y="189507"/>
                  </a:lnTo>
                  <a:lnTo>
                    <a:pt x="284611" y="189507"/>
                  </a:lnTo>
                  <a:close/>
                  <a:moveTo>
                    <a:pt x="863156" y="188437"/>
                  </a:moveTo>
                  <a:lnTo>
                    <a:pt x="1000000" y="188437"/>
                  </a:lnTo>
                  <a:lnTo>
                    <a:pt x="1000000" y="189507"/>
                  </a:lnTo>
                  <a:lnTo>
                    <a:pt x="863156" y="189507"/>
                  </a:lnTo>
                  <a:close/>
                  <a:moveTo>
                    <a:pt x="747113" y="188437"/>
                  </a:moveTo>
                  <a:lnTo>
                    <a:pt x="828928" y="188437"/>
                  </a:lnTo>
                  <a:lnTo>
                    <a:pt x="828928" y="189507"/>
                  </a:lnTo>
                  <a:lnTo>
                    <a:pt x="747113" y="189507"/>
                  </a:lnTo>
                  <a:close/>
                  <a:moveTo>
                    <a:pt x="285446" y="189507"/>
                  </a:moveTo>
                  <a:lnTo>
                    <a:pt x="639419" y="189507"/>
                  </a:lnTo>
                  <a:lnTo>
                    <a:pt x="639419" y="190578"/>
                  </a:lnTo>
                  <a:lnTo>
                    <a:pt x="285446" y="190578"/>
                  </a:lnTo>
                  <a:close/>
                  <a:moveTo>
                    <a:pt x="863991" y="189507"/>
                  </a:moveTo>
                  <a:lnTo>
                    <a:pt x="1000000" y="189507"/>
                  </a:lnTo>
                  <a:lnTo>
                    <a:pt x="1000000" y="190578"/>
                  </a:lnTo>
                  <a:lnTo>
                    <a:pt x="863991" y="190578"/>
                  </a:lnTo>
                  <a:close/>
                  <a:moveTo>
                    <a:pt x="681161" y="188437"/>
                  </a:moveTo>
                  <a:lnTo>
                    <a:pt x="690344" y="188437"/>
                  </a:lnTo>
                  <a:lnTo>
                    <a:pt x="690344" y="190578"/>
                  </a:lnTo>
                  <a:lnTo>
                    <a:pt x="681161" y="190578"/>
                  </a:lnTo>
                  <a:close/>
                  <a:moveTo>
                    <a:pt x="746278" y="189507"/>
                  </a:moveTo>
                  <a:lnTo>
                    <a:pt x="831432" y="189507"/>
                  </a:lnTo>
                  <a:lnTo>
                    <a:pt x="831432" y="190578"/>
                  </a:lnTo>
                  <a:lnTo>
                    <a:pt x="746278" y="190578"/>
                  </a:lnTo>
                  <a:close/>
                  <a:moveTo>
                    <a:pt x="681161" y="190578"/>
                  </a:moveTo>
                  <a:lnTo>
                    <a:pt x="689509" y="190578"/>
                  </a:lnTo>
                  <a:lnTo>
                    <a:pt x="689509" y="191649"/>
                  </a:lnTo>
                  <a:lnTo>
                    <a:pt x="681161" y="191649"/>
                  </a:lnTo>
                  <a:close/>
                  <a:moveTo>
                    <a:pt x="746278" y="190578"/>
                  </a:moveTo>
                  <a:lnTo>
                    <a:pt x="832267" y="190578"/>
                  </a:lnTo>
                  <a:lnTo>
                    <a:pt x="832267" y="191649"/>
                  </a:lnTo>
                  <a:lnTo>
                    <a:pt x="746278" y="191649"/>
                  </a:lnTo>
                  <a:close/>
                  <a:moveTo>
                    <a:pt x="724572" y="190578"/>
                  </a:moveTo>
                  <a:lnTo>
                    <a:pt x="727912" y="190578"/>
                  </a:lnTo>
                  <a:lnTo>
                    <a:pt x="727912" y="191649"/>
                  </a:lnTo>
                  <a:lnTo>
                    <a:pt x="724572" y="191649"/>
                  </a:lnTo>
                  <a:close/>
                  <a:moveTo>
                    <a:pt x="866495" y="190578"/>
                  </a:moveTo>
                  <a:lnTo>
                    <a:pt x="1000000" y="190578"/>
                  </a:lnTo>
                  <a:lnTo>
                    <a:pt x="1000000" y="191649"/>
                  </a:lnTo>
                  <a:lnTo>
                    <a:pt x="866495" y="191649"/>
                  </a:lnTo>
                  <a:close/>
                  <a:moveTo>
                    <a:pt x="200292" y="189507"/>
                  </a:moveTo>
                  <a:lnTo>
                    <a:pt x="239529" y="189507"/>
                  </a:lnTo>
                  <a:lnTo>
                    <a:pt x="239529" y="191649"/>
                  </a:lnTo>
                  <a:lnTo>
                    <a:pt x="200292" y="191649"/>
                  </a:lnTo>
                  <a:close/>
                  <a:moveTo>
                    <a:pt x="286281" y="190578"/>
                  </a:moveTo>
                  <a:lnTo>
                    <a:pt x="639419" y="190578"/>
                  </a:lnTo>
                  <a:lnTo>
                    <a:pt x="639419" y="191649"/>
                  </a:lnTo>
                  <a:lnTo>
                    <a:pt x="286281" y="191649"/>
                  </a:lnTo>
                  <a:close/>
                  <a:moveTo>
                    <a:pt x="409002" y="191649"/>
                  </a:moveTo>
                  <a:lnTo>
                    <a:pt x="639419" y="191649"/>
                  </a:lnTo>
                  <a:lnTo>
                    <a:pt x="639419" y="192719"/>
                  </a:lnTo>
                  <a:lnTo>
                    <a:pt x="409002" y="192719"/>
                  </a:lnTo>
                  <a:close/>
                  <a:moveTo>
                    <a:pt x="680326" y="191649"/>
                  </a:moveTo>
                  <a:lnTo>
                    <a:pt x="688674" y="191649"/>
                  </a:lnTo>
                  <a:lnTo>
                    <a:pt x="688674" y="192719"/>
                  </a:lnTo>
                  <a:lnTo>
                    <a:pt x="680326" y="192719"/>
                  </a:lnTo>
                  <a:close/>
                  <a:moveTo>
                    <a:pt x="287115" y="191649"/>
                  </a:moveTo>
                  <a:lnTo>
                    <a:pt x="404828" y="191649"/>
                  </a:lnTo>
                  <a:lnTo>
                    <a:pt x="404828" y="192719"/>
                  </a:lnTo>
                  <a:lnTo>
                    <a:pt x="287115" y="192719"/>
                  </a:lnTo>
                  <a:close/>
                  <a:moveTo>
                    <a:pt x="869000" y="191649"/>
                  </a:moveTo>
                  <a:lnTo>
                    <a:pt x="1000000" y="191649"/>
                  </a:lnTo>
                  <a:lnTo>
                    <a:pt x="1000000" y="192719"/>
                  </a:lnTo>
                  <a:lnTo>
                    <a:pt x="869000" y="192719"/>
                  </a:lnTo>
                  <a:close/>
                  <a:moveTo>
                    <a:pt x="746278" y="191649"/>
                  </a:moveTo>
                  <a:lnTo>
                    <a:pt x="833102" y="191649"/>
                  </a:lnTo>
                  <a:lnTo>
                    <a:pt x="833102" y="192719"/>
                  </a:lnTo>
                  <a:lnTo>
                    <a:pt x="746278" y="192719"/>
                  </a:lnTo>
                  <a:close/>
                  <a:moveTo>
                    <a:pt x="722903" y="191649"/>
                  </a:moveTo>
                  <a:lnTo>
                    <a:pt x="727912" y="191649"/>
                  </a:lnTo>
                  <a:lnTo>
                    <a:pt x="727912" y="192719"/>
                  </a:lnTo>
                  <a:lnTo>
                    <a:pt x="722903" y="192719"/>
                  </a:lnTo>
                  <a:close/>
                  <a:moveTo>
                    <a:pt x="722068" y="192719"/>
                  </a:moveTo>
                  <a:lnTo>
                    <a:pt x="727077" y="192719"/>
                  </a:lnTo>
                  <a:lnTo>
                    <a:pt x="727077" y="193790"/>
                  </a:lnTo>
                  <a:lnTo>
                    <a:pt x="722068" y="193790"/>
                  </a:lnTo>
                  <a:close/>
                  <a:moveTo>
                    <a:pt x="409837" y="192719"/>
                  </a:moveTo>
                  <a:lnTo>
                    <a:pt x="639419" y="192719"/>
                  </a:lnTo>
                  <a:lnTo>
                    <a:pt x="639419" y="193790"/>
                  </a:lnTo>
                  <a:lnTo>
                    <a:pt x="409837" y="193790"/>
                  </a:lnTo>
                  <a:close/>
                  <a:moveTo>
                    <a:pt x="199457" y="191649"/>
                  </a:moveTo>
                  <a:lnTo>
                    <a:pt x="238695" y="191649"/>
                  </a:lnTo>
                  <a:lnTo>
                    <a:pt x="238695" y="193790"/>
                  </a:lnTo>
                  <a:lnTo>
                    <a:pt x="199457" y="193790"/>
                  </a:lnTo>
                  <a:close/>
                  <a:moveTo>
                    <a:pt x="869835" y="192719"/>
                  </a:moveTo>
                  <a:lnTo>
                    <a:pt x="1000000" y="192719"/>
                  </a:lnTo>
                  <a:lnTo>
                    <a:pt x="1000000" y="193790"/>
                  </a:lnTo>
                  <a:lnTo>
                    <a:pt x="869835" y="193790"/>
                  </a:lnTo>
                  <a:close/>
                  <a:moveTo>
                    <a:pt x="746278" y="192719"/>
                  </a:moveTo>
                  <a:lnTo>
                    <a:pt x="835606" y="192719"/>
                  </a:lnTo>
                  <a:lnTo>
                    <a:pt x="835606" y="193790"/>
                  </a:lnTo>
                  <a:lnTo>
                    <a:pt x="746278" y="193790"/>
                  </a:lnTo>
                  <a:close/>
                  <a:moveTo>
                    <a:pt x="287115" y="192719"/>
                  </a:moveTo>
                  <a:lnTo>
                    <a:pt x="403993" y="192719"/>
                  </a:lnTo>
                  <a:lnTo>
                    <a:pt x="403993" y="193790"/>
                  </a:lnTo>
                  <a:lnTo>
                    <a:pt x="287115" y="193790"/>
                  </a:lnTo>
                  <a:close/>
                  <a:moveTo>
                    <a:pt x="199457" y="193790"/>
                  </a:moveTo>
                  <a:lnTo>
                    <a:pt x="237025" y="193790"/>
                  </a:lnTo>
                  <a:lnTo>
                    <a:pt x="237025" y="194861"/>
                  </a:lnTo>
                  <a:lnTo>
                    <a:pt x="199457" y="194861"/>
                  </a:lnTo>
                  <a:close/>
                  <a:moveTo>
                    <a:pt x="745443" y="193790"/>
                  </a:moveTo>
                  <a:lnTo>
                    <a:pt x="837276" y="193790"/>
                  </a:lnTo>
                  <a:lnTo>
                    <a:pt x="837276" y="194861"/>
                  </a:lnTo>
                  <a:lnTo>
                    <a:pt x="745443" y="194861"/>
                  </a:lnTo>
                  <a:close/>
                  <a:moveTo>
                    <a:pt x="287115" y="193790"/>
                  </a:moveTo>
                  <a:lnTo>
                    <a:pt x="403158" y="193790"/>
                  </a:lnTo>
                  <a:lnTo>
                    <a:pt x="403158" y="194861"/>
                  </a:lnTo>
                  <a:lnTo>
                    <a:pt x="287115" y="194861"/>
                  </a:lnTo>
                  <a:close/>
                  <a:moveTo>
                    <a:pt x="722068" y="193790"/>
                  </a:moveTo>
                  <a:lnTo>
                    <a:pt x="726242" y="193790"/>
                  </a:lnTo>
                  <a:lnTo>
                    <a:pt x="726242" y="194861"/>
                  </a:lnTo>
                  <a:lnTo>
                    <a:pt x="722068" y="194861"/>
                  </a:lnTo>
                  <a:close/>
                  <a:moveTo>
                    <a:pt x="870670" y="193790"/>
                  </a:moveTo>
                  <a:lnTo>
                    <a:pt x="1000000" y="193790"/>
                  </a:lnTo>
                  <a:lnTo>
                    <a:pt x="1000000" y="194861"/>
                  </a:lnTo>
                  <a:lnTo>
                    <a:pt x="870670" y="194861"/>
                  </a:lnTo>
                  <a:close/>
                  <a:moveTo>
                    <a:pt x="679491" y="192719"/>
                  </a:moveTo>
                  <a:lnTo>
                    <a:pt x="687839" y="192719"/>
                  </a:lnTo>
                  <a:lnTo>
                    <a:pt x="687839" y="194861"/>
                  </a:lnTo>
                  <a:lnTo>
                    <a:pt x="679491" y="194861"/>
                  </a:lnTo>
                  <a:close/>
                  <a:moveTo>
                    <a:pt x="411507" y="193790"/>
                  </a:moveTo>
                  <a:lnTo>
                    <a:pt x="639419" y="193790"/>
                  </a:lnTo>
                  <a:lnTo>
                    <a:pt x="639419" y="194861"/>
                  </a:lnTo>
                  <a:lnTo>
                    <a:pt x="411507" y="194861"/>
                  </a:lnTo>
                  <a:close/>
                  <a:moveTo>
                    <a:pt x="721233" y="194861"/>
                  </a:moveTo>
                  <a:lnTo>
                    <a:pt x="726242" y="194861"/>
                  </a:lnTo>
                  <a:lnTo>
                    <a:pt x="726242" y="195931"/>
                  </a:lnTo>
                  <a:lnTo>
                    <a:pt x="721233" y="195931"/>
                  </a:lnTo>
                  <a:close/>
                  <a:moveTo>
                    <a:pt x="874009" y="194861"/>
                  </a:moveTo>
                  <a:lnTo>
                    <a:pt x="1000000" y="194861"/>
                  </a:lnTo>
                  <a:lnTo>
                    <a:pt x="1000000" y="195931"/>
                  </a:lnTo>
                  <a:lnTo>
                    <a:pt x="874009" y="195931"/>
                  </a:lnTo>
                  <a:close/>
                  <a:moveTo>
                    <a:pt x="744609" y="194861"/>
                  </a:moveTo>
                  <a:lnTo>
                    <a:pt x="838111" y="194861"/>
                  </a:lnTo>
                  <a:lnTo>
                    <a:pt x="838111" y="195931"/>
                  </a:lnTo>
                  <a:lnTo>
                    <a:pt x="744609" y="195931"/>
                  </a:lnTo>
                  <a:close/>
                  <a:moveTo>
                    <a:pt x="412342" y="194861"/>
                  </a:moveTo>
                  <a:lnTo>
                    <a:pt x="639419" y="194861"/>
                  </a:lnTo>
                  <a:lnTo>
                    <a:pt x="639419" y="195931"/>
                  </a:lnTo>
                  <a:lnTo>
                    <a:pt x="412342" y="195931"/>
                  </a:lnTo>
                  <a:close/>
                  <a:moveTo>
                    <a:pt x="678656" y="194861"/>
                  </a:moveTo>
                  <a:lnTo>
                    <a:pt x="687839" y="194861"/>
                  </a:lnTo>
                  <a:lnTo>
                    <a:pt x="687839" y="195931"/>
                  </a:lnTo>
                  <a:lnTo>
                    <a:pt x="678656" y="195931"/>
                  </a:lnTo>
                  <a:close/>
                  <a:moveTo>
                    <a:pt x="287115" y="194861"/>
                  </a:moveTo>
                  <a:lnTo>
                    <a:pt x="401489" y="194861"/>
                  </a:lnTo>
                  <a:lnTo>
                    <a:pt x="401489" y="195931"/>
                  </a:lnTo>
                  <a:lnTo>
                    <a:pt x="287115" y="195931"/>
                  </a:lnTo>
                  <a:close/>
                  <a:moveTo>
                    <a:pt x="744609" y="195931"/>
                  </a:moveTo>
                  <a:lnTo>
                    <a:pt x="839780" y="195931"/>
                  </a:lnTo>
                  <a:lnTo>
                    <a:pt x="839780" y="197002"/>
                  </a:lnTo>
                  <a:lnTo>
                    <a:pt x="744609" y="197002"/>
                  </a:lnTo>
                  <a:close/>
                  <a:moveTo>
                    <a:pt x="678656" y="195931"/>
                  </a:moveTo>
                  <a:lnTo>
                    <a:pt x="687004" y="195931"/>
                  </a:lnTo>
                  <a:lnTo>
                    <a:pt x="687004" y="197002"/>
                  </a:lnTo>
                  <a:lnTo>
                    <a:pt x="678656" y="197002"/>
                  </a:lnTo>
                  <a:close/>
                  <a:moveTo>
                    <a:pt x="287950" y="195931"/>
                  </a:moveTo>
                  <a:lnTo>
                    <a:pt x="400654" y="195931"/>
                  </a:lnTo>
                  <a:lnTo>
                    <a:pt x="400654" y="197002"/>
                  </a:lnTo>
                  <a:lnTo>
                    <a:pt x="287950" y="197002"/>
                  </a:lnTo>
                  <a:close/>
                  <a:moveTo>
                    <a:pt x="874844" y="195931"/>
                  </a:moveTo>
                  <a:lnTo>
                    <a:pt x="1000000" y="195931"/>
                  </a:lnTo>
                  <a:lnTo>
                    <a:pt x="1000000" y="197002"/>
                  </a:lnTo>
                  <a:lnTo>
                    <a:pt x="874844" y="197002"/>
                  </a:lnTo>
                  <a:close/>
                  <a:moveTo>
                    <a:pt x="720398" y="195931"/>
                  </a:moveTo>
                  <a:lnTo>
                    <a:pt x="726242" y="195931"/>
                  </a:lnTo>
                  <a:lnTo>
                    <a:pt x="726242" y="197002"/>
                  </a:lnTo>
                  <a:lnTo>
                    <a:pt x="720398" y="197002"/>
                  </a:lnTo>
                  <a:close/>
                  <a:moveTo>
                    <a:pt x="413176" y="195931"/>
                  </a:moveTo>
                  <a:lnTo>
                    <a:pt x="638584" y="195931"/>
                  </a:lnTo>
                  <a:lnTo>
                    <a:pt x="638584" y="198073"/>
                  </a:lnTo>
                  <a:lnTo>
                    <a:pt x="413176" y="198073"/>
                  </a:lnTo>
                  <a:close/>
                  <a:moveTo>
                    <a:pt x="288785" y="197002"/>
                  </a:moveTo>
                  <a:lnTo>
                    <a:pt x="399819" y="197002"/>
                  </a:lnTo>
                  <a:lnTo>
                    <a:pt x="399819" y="198073"/>
                  </a:lnTo>
                  <a:lnTo>
                    <a:pt x="288785" y="198073"/>
                  </a:lnTo>
                  <a:close/>
                  <a:moveTo>
                    <a:pt x="678656" y="197002"/>
                  </a:moveTo>
                  <a:lnTo>
                    <a:pt x="686170" y="197002"/>
                  </a:lnTo>
                  <a:lnTo>
                    <a:pt x="686170" y="198073"/>
                  </a:lnTo>
                  <a:lnTo>
                    <a:pt x="678656" y="198073"/>
                  </a:lnTo>
                  <a:close/>
                  <a:moveTo>
                    <a:pt x="719563" y="197002"/>
                  </a:moveTo>
                  <a:lnTo>
                    <a:pt x="726242" y="197002"/>
                  </a:lnTo>
                  <a:lnTo>
                    <a:pt x="726242" y="198073"/>
                  </a:lnTo>
                  <a:lnTo>
                    <a:pt x="719563" y="198073"/>
                  </a:lnTo>
                  <a:close/>
                  <a:moveTo>
                    <a:pt x="875679" y="197002"/>
                  </a:moveTo>
                  <a:lnTo>
                    <a:pt x="1000000" y="197002"/>
                  </a:lnTo>
                  <a:lnTo>
                    <a:pt x="1000000" y="198073"/>
                  </a:lnTo>
                  <a:lnTo>
                    <a:pt x="875679" y="198073"/>
                  </a:lnTo>
                  <a:close/>
                  <a:moveTo>
                    <a:pt x="743774" y="197002"/>
                  </a:moveTo>
                  <a:lnTo>
                    <a:pt x="841450" y="197002"/>
                  </a:lnTo>
                  <a:lnTo>
                    <a:pt x="841450" y="198073"/>
                  </a:lnTo>
                  <a:lnTo>
                    <a:pt x="743774" y="198073"/>
                  </a:lnTo>
                  <a:close/>
                  <a:moveTo>
                    <a:pt x="589328" y="198073"/>
                  </a:moveTo>
                  <a:lnTo>
                    <a:pt x="638584" y="198073"/>
                  </a:lnTo>
                  <a:lnTo>
                    <a:pt x="638584" y="199143"/>
                  </a:lnTo>
                  <a:lnTo>
                    <a:pt x="589328" y="199143"/>
                  </a:lnTo>
                  <a:close/>
                  <a:moveTo>
                    <a:pt x="718728" y="198073"/>
                  </a:moveTo>
                  <a:lnTo>
                    <a:pt x="725407" y="198073"/>
                  </a:lnTo>
                  <a:lnTo>
                    <a:pt x="725407" y="199143"/>
                  </a:lnTo>
                  <a:lnTo>
                    <a:pt x="718728" y="199143"/>
                  </a:lnTo>
                  <a:close/>
                  <a:moveTo>
                    <a:pt x="289620" y="198073"/>
                  </a:moveTo>
                  <a:lnTo>
                    <a:pt x="399819" y="198073"/>
                  </a:lnTo>
                  <a:lnTo>
                    <a:pt x="399819" y="199143"/>
                  </a:lnTo>
                  <a:lnTo>
                    <a:pt x="289620" y="199143"/>
                  </a:lnTo>
                  <a:close/>
                  <a:moveTo>
                    <a:pt x="199457" y="194861"/>
                  </a:moveTo>
                  <a:lnTo>
                    <a:pt x="236190" y="194861"/>
                  </a:lnTo>
                  <a:lnTo>
                    <a:pt x="236190" y="199143"/>
                  </a:lnTo>
                  <a:lnTo>
                    <a:pt x="199457" y="199143"/>
                  </a:lnTo>
                  <a:close/>
                  <a:moveTo>
                    <a:pt x="743774" y="198073"/>
                  </a:moveTo>
                  <a:lnTo>
                    <a:pt x="842285" y="198073"/>
                  </a:lnTo>
                  <a:lnTo>
                    <a:pt x="842285" y="199143"/>
                  </a:lnTo>
                  <a:lnTo>
                    <a:pt x="743774" y="199143"/>
                  </a:lnTo>
                  <a:close/>
                  <a:moveTo>
                    <a:pt x="878183" y="198073"/>
                  </a:moveTo>
                  <a:lnTo>
                    <a:pt x="1000000" y="198073"/>
                  </a:lnTo>
                  <a:lnTo>
                    <a:pt x="1000000" y="199143"/>
                  </a:lnTo>
                  <a:lnTo>
                    <a:pt x="878183" y="199143"/>
                  </a:lnTo>
                  <a:close/>
                  <a:moveTo>
                    <a:pt x="414011" y="198073"/>
                  </a:moveTo>
                  <a:lnTo>
                    <a:pt x="570127" y="198073"/>
                  </a:lnTo>
                  <a:lnTo>
                    <a:pt x="570127" y="199143"/>
                  </a:lnTo>
                  <a:lnTo>
                    <a:pt x="414011" y="199143"/>
                  </a:lnTo>
                  <a:close/>
                  <a:moveTo>
                    <a:pt x="678656" y="198073"/>
                  </a:moveTo>
                  <a:lnTo>
                    <a:pt x="685335" y="198073"/>
                  </a:lnTo>
                  <a:lnTo>
                    <a:pt x="685335" y="200214"/>
                  </a:lnTo>
                  <a:lnTo>
                    <a:pt x="678656" y="200214"/>
                  </a:lnTo>
                  <a:close/>
                  <a:moveTo>
                    <a:pt x="879018" y="199143"/>
                  </a:moveTo>
                  <a:lnTo>
                    <a:pt x="1000000" y="199143"/>
                  </a:lnTo>
                  <a:lnTo>
                    <a:pt x="1000000" y="200214"/>
                  </a:lnTo>
                  <a:lnTo>
                    <a:pt x="879018" y="200214"/>
                  </a:lnTo>
                  <a:close/>
                  <a:moveTo>
                    <a:pt x="590998" y="199143"/>
                  </a:moveTo>
                  <a:lnTo>
                    <a:pt x="638584" y="199143"/>
                  </a:lnTo>
                  <a:lnTo>
                    <a:pt x="638584" y="200214"/>
                  </a:lnTo>
                  <a:lnTo>
                    <a:pt x="590998" y="200214"/>
                  </a:lnTo>
                  <a:close/>
                  <a:moveTo>
                    <a:pt x="414011" y="199143"/>
                  </a:moveTo>
                  <a:lnTo>
                    <a:pt x="568457" y="199143"/>
                  </a:lnTo>
                  <a:lnTo>
                    <a:pt x="568457" y="200214"/>
                  </a:lnTo>
                  <a:lnTo>
                    <a:pt x="414011" y="200214"/>
                  </a:lnTo>
                  <a:close/>
                  <a:moveTo>
                    <a:pt x="289620" y="199143"/>
                  </a:moveTo>
                  <a:lnTo>
                    <a:pt x="398984" y="199143"/>
                  </a:lnTo>
                  <a:lnTo>
                    <a:pt x="398984" y="200214"/>
                  </a:lnTo>
                  <a:lnTo>
                    <a:pt x="289620" y="200214"/>
                  </a:lnTo>
                  <a:close/>
                  <a:moveTo>
                    <a:pt x="717894" y="199143"/>
                  </a:moveTo>
                  <a:lnTo>
                    <a:pt x="725407" y="199143"/>
                  </a:lnTo>
                  <a:lnTo>
                    <a:pt x="725407" y="200214"/>
                  </a:lnTo>
                  <a:lnTo>
                    <a:pt x="717894" y="200214"/>
                  </a:lnTo>
                  <a:close/>
                  <a:moveTo>
                    <a:pt x="743774" y="199143"/>
                  </a:moveTo>
                  <a:lnTo>
                    <a:pt x="843955" y="199143"/>
                  </a:lnTo>
                  <a:lnTo>
                    <a:pt x="843955" y="200214"/>
                  </a:lnTo>
                  <a:lnTo>
                    <a:pt x="743774" y="200214"/>
                  </a:lnTo>
                  <a:close/>
                  <a:moveTo>
                    <a:pt x="717059" y="200214"/>
                  </a:moveTo>
                  <a:lnTo>
                    <a:pt x="724572" y="200214"/>
                  </a:lnTo>
                  <a:lnTo>
                    <a:pt x="724572" y="201285"/>
                  </a:lnTo>
                  <a:lnTo>
                    <a:pt x="717059" y="201285"/>
                  </a:lnTo>
                  <a:close/>
                  <a:moveTo>
                    <a:pt x="414846" y="200214"/>
                  </a:moveTo>
                  <a:lnTo>
                    <a:pt x="568457" y="200214"/>
                  </a:lnTo>
                  <a:lnTo>
                    <a:pt x="568457" y="201285"/>
                  </a:lnTo>
                  <a:lnTo>
                    <a:pt x="414846" y="201285"/>
                  </a:lnTo>
                  <a:close/>
                  <a:moveTo>
                    <a:pt x="591833" y="200214"/>
                  </a:moveTo>
                  <a:lnTo>
                    <a:pt x="638584" y="200214"/>
                  </a:lnTo>
                  <a:lnTo>
                    <a:pt x="638584" y="201285"/>
                  </a:lnTo>
                  <a:lnTo>
                    <a:pt x="591833" y="201285"/>
                  </a:lnTo>
                  <a:close/>
                  <a:moveTo>
                    <a:pt x="199457" y="199143"/>
                  </a:moveTo>
                  <a:lnTo>
                    <a:pt x="235355" y="199143"/>
                  </a:lnTo>
                  <a:lnTo>
                    <a:pt x="235355" y="201285"/>
                  </a:lnTo>
                  <a:lnTo>
                    <a:pt x="199457" y="201285"/>
                  </a:lnTo>
                  <a:close/>
                  <a:moveTo>
                    <a:pt x="743774" y="200214"/>
                  </a:moveTo>
                  <a:lnTo>
                    <a:pt x="847294" y="200214"/>
                  </a:lnTo>
                  <a:lnTo>
                    <a:pt x="847294" y="201285"/>
                  </a:lnTo>
                  <a:lnTo>
                    <a:pt x="743774" y="201285"/>
                  </a:lnTo>
                  <a:close/>
                  <a:moveTo>
                    <a:pt x="879853" y="200214"/>
                  </a:moveTo>
                  <a:lnTo>
                    <a:pt x="1000000" y="200214"/>
                  </a:lnTo>
                  <a:lnTo>
                    <a:pt x="1000000" y="201285"/>
                  </a:lnTo>
                  <a:lnTo>
                    <a:pt x="879853" y="201285"/>
                  </a:lnTo>
                  <a:close/>
                  <a:moveTo>
                    <a:pt x="289620" y="200214"/>
                  </a:moveTo>
                  <a:lnTo>
                    <a:pt x="398149" y="200214"/>
                  </a:lnTo>
                  <a:lnTo>
                    <a:pt x="398149" y="201285"/>
                  </a:lnTo>
                  <a:lnTo>
                    <a:pt x="289620" y="201285"/>
                  </a:lnTo>
                  <a:close/>
                  <a:moveTo>
                    <a:pt x="199457" y="201285"/>
                  </a:moveTo>
                  <a:lnTo>
                    <a:pt x="234520" y="201285"/>
                  </a:lnTo>
                  <a:lnTo>
                    <a:pt x="234520" y="202355"/>
                  </a:lnTo>
                  <a:lnTo>
                    <a:pt x="199457" y="202355"/>
                  </a:lnTo>
                  <a:close/>
                  <a:moveTo>
                    <a:pt x="717059" y="201285"/>
                  </a:moveTo>
                  <a:lnTo>
                    <a:pt x="723738" y="201285"/>
                  </a:lnTo>
                  <a:lnTo>
                    <a:pt x="723738" y="202355"/>
                  </a:lnTo>
                  <a:lnTo>
                    <a:pt x="717059" y="202355"/>
                  </a:lnTo>
                  <a:close/>
                  <a:moveTo>
                    <a:pt x="743774" y="201285"/>
                  </a:moveTo>
                  <a:lnTo>
                    <a:pt x="848129" y="201285"/>
                  </a:lnTo>
                  <a:lnTo>
                    <a:pt x="848129" y="202355"/>
                  </a:lnTo>
                  <a:lnTo>
                    <a:pt x="743774" y="202355"/>
                  </a:lnTo>
                  <a:close/>
                  <a:moveTo>
                    <a:pt x="414846" y="201285"/>
                  </a:moveTo>
                  <a:lnTo>
                    <a:pt x="567622" y="201285"/>
                  </a:lnTo>
                  <a:lnTo>
                    <a:pt x="567622" y="202355"/>
                  </a:lnTo>
                  <a:lnTo>
                    <a:pt x="414846" y="202355"/>
                  </a:lnTo>
                  <a:close/>
                  <a:moveTo>
                    <a:pt x="882357" y="201285"/>
                  </a:moveTo>
                  <a:lnTo>
                    <a:pt x="1000000" y="201285"/>
                  </a:lnTo>
                  <a:lnTo>
                    <a:pt x="1000000" y="202355"/>
                  </a:lnTo>
                  <a:lnTo>
                    <a:pt x="882357" y="202355"/>
                  </a:lnTo>
                  <a:close/>
                  <a:moveTo>
                    <a:pt x="593502" y="201285"/>
                  </a:moveTo>
                  <a:lnTo>
                    <a:pt x="637749" y="201285"/>
                  </a:lnTo>
                  <a:lnTo>
                    <a:pt x="637749" y="202355"/>
                  </a:lnTo>
                  <a:lnTo>
                    <a:pt x="593502" y="202355"/>
                  </a:lnTo>
                  <a:close/>
                  <a:moveTo>
                    <a:pt x="677821" y="200214"/>
                  </a:moveTo>
                  <a:lnTo>
                    <a:pt x="685335" y="200214"/>
                  </a:lnTo>
                  <a:lnTo>
                    <a:pt x="685335" y="202355"/>
                  </a:lnTo>
                  <a:lnTo>
                    <a:pt x="677821" y="202355"/>
                  </a:lnTo>
                  <a:close/>
                  <a:moveTo>
                    <a:pt x="290455" y="201285"/>
                  </a:moveTo>
                  <a:lnTo>
                    <a:pt x="397315" y="201285"/>
                  </a:lnTo>
                  <a:lnTo>
                    <a:pt x="397315" y="203426"/>
                  </a:lnTo>
                  <a:lnTo>
                    <a:pt x="290455" y="203426"/>
                  </a:lnTo>
                  <a:close/>
                  <a:moveTo>
                    <a:pt x="676986" y="202355"/>
                  </a:moveTo>
                  <a:lnTo>
                    <a:pt x="684500" y="202355"/>
                  </a:lnTo>
                  <a:lnTo>
                    <a:pt x="684500" y="203426"/>
                  </a:lnTo>
                  <a:lnTo>
                    <a:pt x="676986" y="203426"/>
                  </a:lnTo>
                  <a:close/>
                  <a:moveTo>
                    <a:pt x="742939" y="202355"/>
                  </a:moveTo>
                  <a:lnTo>
                    <a:pt x="848964" y="202355"/>
                  </a:lnTo>
                  <a:lnTo>
                    <a:pt x="848964" y="203426"/>
                  </a:lnTo>
                  <a:lnTo>
                    <a:pt x="742939" y="203426"/>
                  </a:lnTo>
                  <a:close/>
                  <a:moveTo>
                    <a:pt x="716224" y="202355"/>
                  </a:moveTo>
                  <a:lnTo>
                    <a:pt x="723738" y="202355"/>
                  </a:lnTo>
                  <a:lnTo>
                    <a:pt x="723738" y="203426"/>
                  </a:lnTo>
                  <a:lnTo>
                    <a:pt x="716224" y="203426"/>
                  </a:lnTo>
                  <a:close/>
                  <a:moveTo>
                    <a:pt x="884862" y="202355"/>
                  </a:moveTo>
                  <a:lnTo>
                    <a:pt x="1000000" y="202355"/>
                  </a:lnTo>
                  <a:lnTo>
                    <a:pt x="1000000" y="203426"/>
                  </a:lnTo>
                  <a:lnTo>
                    <a:pt x="884862" y="203426"/>
                  </a:lnTo>
                  <a:close/>
                  <a:moveTo>
                    <a:pt x="885697" y="203426"/>
                  </a:moveTo>
                  <a:lnTo>
                    <a:pt x="1000000" y="203426"/>
                  </a:lnTo>
                  <a:lnTo>
                    <a:pt x="1000000" y="204497"/>
                  </a:lnTo>
                  <a:lnTo>
                    <a:pt x="885697" y="204497"/>
                  </a:lnTo>
                  <a:close/>
                  <a:moveTo>
                    <a:pt x="676152" y="203426"/>
                  </a:moveTo>
                  <a:lnTo>
                    <a:pt x="683665" y="203426"/>
                  </a:lnTo>
                  <a:lnTo>
                    <a:pt x="683665" y="204497"/>
                  </a:lnTo>
                  <a:lnTo>
                    <a:pt x="676152" y="204497"/>
                  </a:lnTo>
                  <a:close/>
                  <a:moveTo>
                    <a:pt x="714554" y="203426"/>
                  </a:moveTo>
                  <a:lnTo>
                    <a:pt x="723738" y="203426"/>
                  </a:lnTo>
                  <a:lnTo>
                    <a:pt x="723738" y="204497"/>
                  </a:lnTo>
                  <a:lnTo>
                    <a:pt x="714554" y="204497"/>
                  </a:lnTo>
                  <a:close/>
                  <a:moveTo>
                    <a:pt x="291290" y="203426"/>
                  </a:moveTo>
                  <a:lnTo>
                    <a:pt x="396480" y="203426"/>
                  </a:lnTo>
                  <a:lnTo>
                    <a:pt x="396480" y="204497"/>
                  </a:lnTo>
                  <a:lnTo>
                    <a:pt x="291290" y="204497"/>
                  </a:lnTo>
                  <a:close/>
                  <a:moveTo>
                    <a:pt x="594337" y="202355"/>
                  </a:moveTo>
                  <a:lnTo>
                    <a:pt x="636914" y="202355"/>
                  </a:lnTo>
                  <a:lnTo>
                    <a:pt x="636914" y="204497"/>
                  </a:lnTo>
                  <a:lnTo>
                    <a:pt x="594337" y="204497"/>
                  </a:lnTo>
                  <a:close/>
                  <a:moveTo>
                    <a:pt x="742104" y="203426"/>
                  </a:moveTo>
                  <a:lnTo>
                    <a:pt x="851468" y="203426"/>
                  </a:lnTo>
                  <a:lnTo>
                    <a:pt x="851468" y="204497"/>
                  </a:lnTo>
                  <a:lnTo>
                    <a:pt x="742104" y="204497"/>
                  </a:lnTo>
                  <a:close/>
                  <a:moveTo>
                    <a:pt x="199457" y="202355"/>
                  </a:moveTo>
                  <a:lnTo>
                    <a:pt x="233686" y="202355"/>
                  </a:lnTo>
                  <a:lnTo>
                    <a:pt x="233686" y="205567"/>
                  </a:lnTo>
                  <a:lnTo>
                    <a:pt x="199457" y="205567"/>
                  </a:lnTo>
                  <a:close/>
                  <a:moveTo>
                    <a:pt x="713719" y="204497"/>
                  </a:moveTo>
                  <a:lnTo>
                    <a:pt x="723738" y="204497"/>
                  </a:lnTo>
                  <a:lnTo>
                    <a:pt x="723738" y="205567"/>
                  </a:lnTo>
                  <a:lnTo>
                    <a:pt x="713719" y="205567"/>
                  </a:lnTo>
                  <a:close/>
                  <a:moveTo>
                    <a:pt x="887366" y="204497"/>
                  </a:moveTo>
                  <a:lnTo>
                    <a:pt x="1000000" y="204497"/>
                  </a:lnTo>
                  <a:lnTo>
                    <a:pt x="1000000" y="205567"/>
                  </a:lnTo>
                  <a:lnTo>
                    <a:pt x="887366" y="205567"/>
                  </a:lnTo>
                  <a:close/>
                  <a:moveTo>
                    <a:pt x="742104" y="204497"/>
                  </a:moveTo>
                  <a:lnTo>
                    <a:pt x="852303" y="204497"/>
                  </a:lnTo>
                  <a:lnTo>
                    <a:pt x="852303" y="205567"/>
                  </a:lnTo>
                  <a:lnTo>
                    <a:pt x="742104" y="205567"/>
                  </a:lnTo>
                  <a:close/>
                  <a:moveTo>
                    <a:pt x="596007" y="204497"/>
                  </a:moveTo>
                  <a:lnTo>
                    <a:pt x="636914" y="204497"/>
                  </a:lnTo>
                  <a:lnTo>
                    <a:pt x="636914" y="205567"/>
                  </a:lnTo>
                  <a:lnTo>
                    <a:pt x="596007" y="205567"/>
                  </a:lnTo>
                  <a:close/>
                  <a:moveTo>
                    <a:pt x="292124" y="204497"/>
                  </a:moveTo>
                  <a:lnTo>
                    <a:pt x="396480" y="204497"/>
                  </a:lnTo>
                  <a:lnTo>
                    <a:pt x="396480" y="206638"/>
                  </a:lnTo>
                  <a:lnTo>
                    <a:pt x="292124" y="206638"/>
                  </a:lnTo>
                  <a:close/>
                  <a:moveTo>
                    <a:pt x="741269" y="205567"/>
                  </a:moveTo>
                  <a:lnTo>
                    <a:pt x="853138" y="205567"/>
                  </a:lnTo>
                  <a:lnTo>
                    <a:pt x="853138" y="206638"/>
                  </a:lnTo>
                  <a:lnTo>
                    <a:pt x="741269" y="206638"/>
                  </a:lnTo>
                  <a:close/>
                  <a:moveTo>
                    <a:pt x="889871" y="205567"/>
                  </a:moveTo>
                  <a:lnTo>
                    <a:pt x="1000000" y="205567"/>
                  </a:lnTo>
                  <a:lnTo>
                    <a:pt x="1000000" y="206638"/>
                  </a:lnTo>
                  <a:lnTo>
                    <a:pt x="889871" y="206638"/>
                  </a:lnTo>
                  <a:close/>
                  <a:moveTo>
                    <a:pt x="713719" y="205567"/>
                  </a:moveTo>
                  <a:lnTo>
                    <a:pt x="722903" y="205567"/>
                  </a:lnTo>
                  <a:lnTo>
                    <a:pt x="722903" y="206638"/>
                  </a:lnTo>
                  <a:lnTo>
                    <a:pt x="713719" y="206638"/>
                  </a:lnTo>
                  <a:close/>
                  <a:moveTo>
                    <a:pt x="414846" y="202355"/>
                  </a:moveTo>
                  <a:lnTo>
                    <a:pt x="565952" y="202355"/>
                  </a:lnTo>
                  <a:lnTo>
                    <a:pt x="565952" y="207709"/>
                  </a:lnTo>
                  <a:lnTo>
                    <a:pt x="414846" y="207709"/>
                  </a:lnTo>
                  <a:close/>
                  <a:moveTo>
                    <a:pt x="741269" y="206638"/>
                  </a:moveTo>
                  <a:lnTo>
                    <a:pt x="855642" y="206638"/>
                  </a:lnTo>
                  <a:lnTo>
                    <a:pt x="855642" y="207709"/>
                  </a:lnTo>
                  <a:lnTo>
                    <a:pt x="741269" y="207709"/>
                  </a:lnTo>
                  <a:close/>
                  <a:moveTo>
                    <a:pt x="596842" y="205567"/>
                  </a:moveTo>
                  <a:lnTo>
                    <a:pt x="636079" y="205567"/>
                  </a:lnTo>
                  <a:lnTo>
                    <a:pt x="636079" y="207709"/>
                  </a:lnTo>
                  <a:lnTo>
                    <a:pt x="596842" y="207709"/>
                  </a:lnTo>
                  <a:close/>
                  <a:moveTo>
                    <a:pt x="199457" y="205567"/>
                  </a:moveTo>
                  <a:lnTo>
                    <a:pt x="232851" y="205567"/>
                  </a:lnTo>
                  <a:lnTo>
                    <a:pt x="232851" y="207709"/>
                  </a:lnTo>
                  <a:lnTo>
                    <a:pt x="199457" y="207709"/>
                  </a:lnTo>
                  <a:close/>
                  <a:moveTo>
                    <a:pt x="890706" y="206638"/>
                  </a:moveTo>
                  <a:lnTo>
                    <a:pt x="1000000" y="206638"/>
                  </a:lnTo>
                  <a:lnTo>
                    <a:pt x="1000000" y="207709"/>
                  </a:lnTo>
                  <a:lnTo>
                    <a:pt x="890706" y="207709"/>
                  </a:lnTo>
                  <a:close/>
                  <a:moveTo>
                    <a:pt x="292124" y="206638"/>
                  </a:moveTo>
                  <a:lnTo>
                    <a:pt x="395645" y="206638"/>
                  </a:lnTo>
                  <a:lnTo>
                    <a:pt x="395645" y="207709"/>
                  </a:lnTo>
                  <a:lnTo>
                    <a:pt x="292124" y="207709"/>
                  </a:lnTo>
                  <a:close/>
                  <a:moveTo>
                    <a:pt x="712885" y="206638"/>
                  </a:moveTo>
                  <a:lnTo>
                    <a:pt x="722903" y="206638"/>
                  </a:lnTo>
                  <a:lnTo>
                    <a:pt x="722903" y="207709"/>
                  </a:lnTo>
                  <a:lnTo>
                    <a:pt x="712885" y="207709"/>
                  </a:lnTo>
                  <a:close/>
                  <a:moveTo>
                    <a:pt x="199457" y="207709"/>
                  </a:moveTo>
                  <a:lnTo>
                    <a:pt x="232016" y="207709"/>
                  </a:lnTo>
                  <a:lnTo>
                    <a:pt x="232016" y="208779"/>
                  </a:lnTo>
                  <a:lnTo>
                    <a:pt x="199457" y="208779"/>
                  </a:lnTo>
                  <a:close/>
                  <a:moveTo>
                    <a:pt x="414846" y="207709"/>
                  </a:moveTo>
                  <a:lnTo>
                    <a:pt x="565118" y="207709"/>
                  </a:lnTo>
                  <a:lnTo>
                    <a:pt x="565118" y="208779"/>
                  </a:lnTo>
                  <a:lnTo>
                    <a:pt x="414846" y="208779"/>
                  </a:lnTo>
                  <a:close/>
                  <a:moveTo>
                    <a:pt x="741269" y="207709"/>
                  </a:moveTo>
                  <a:lnTo>
                    <a:pt x="857312" y="207709"/>
                  </a:lnTo>
                  <a:lnTo>
                    <a:pt x="857312" y="208779"/>
                  </a:lnTo>
                  <a:lnTo>
                    <a:pt x="741269" y="208779"/>
                  </a:lnTo>
                  <a:close/>
                  <a:moveTo>
                    <a:pt x="676152" y="204497"/>
                  </a:moveTo>
                  <a:lnTo>
                    <a:pt x="682830" y="204497"/>
                  </a:lnTo>
                  <a:lnTo>
                    <a:pt x="682830" y="208779"/>
                  </a:lnTo>
                  <a:lnTo>
                    <a:pt x="676152" y="208779"/>
                  </a:lnTo>
                  <a:close/>
                  <a:moveTo>
                    <a:pt x="892375" y="207709"/>
                  </a:moveTo>
                  <a:lnTo>
                    <a:pt x="1000000" y="207709"/>
                  </a:lnTo>
                  <a:lnTo>
                    <a:pt x="1000000" y="208779"/>
                  </a:lnTo>
                  <a:lnTo>
                    <a:pt x="892375" y="208779"/>
                  </a:lnTo>
                  <a:close/>
                  <a:moveTo>
                    <a:pt x="712050" y="207709"/>
                  </a:moveTo>
                  <a:lnTo>
                    <a:pt x="722903" y="207709"/>
                  </a:lnTo>
                  <a:lnTo>
                    <a:pt x="722903" y="208779"/>
                  </a:lnTo>
                  <a:lnTo>
                    <a:pt x="712050" y="208779"/>
                  </a:lnTo>
                  <a:close/>
                  <a:moveTo>
                    <a:pt x="676152" y="208779"/>
                  </a:moveTo>
                  <a:lnTo>
                    <a:pt x="681995" y="208779"/>
                  </a:lnTo>
                  <a:lnTo>
                    <a:pt x="681995" y="209850"/>
                  </a:lnTo>
                  <a:lnTo>
                    <a:pt x="676152" y="209850"/>
                  </a:lnTo>
                  <a:close/>
                  <a:moveTo>
                    <a:pt x="741269" y="208779"/>
                  </a:moveTo>
                  <a:lnTo>
                    <a:pt x="858147" y="208779"/>
                  </a:lnTo>
                  <a:lnTo>
                    <a:pt x="858147" y="209850"/>
                  </a:lnTo>
                  <a:lnTo>
                    <a:pt x="741269" y="209850"/>
                  </a:lnTo>
                  <a:close/>
                  <a:moveTo>
                    <a:pt x="894880" y="208779"/>
                  </a:moveTo>
                  <a:lnTo>
                    <a:pt x="1000000" y="208779"/>
                  </a:lnTo>
                  <a:lnTo>
                    <a:pt x="1000000" y="209850"/>
                  </a:lnTo>
                  <a:lnTo>
                    <a:pt x="894880" y="209850"/>
                  </a:lnTo>
                  <a:close/>
                  <a:moveTo>
                    <a:pt x="597676" y="207709"/>
                  </a:moveTo>
                  <a:lnTo>
                    <a:pt x="636079" y="207709"/>
                  </a:lnTo>
                  <a:lnTo>
                    <a:pt x="636079" y="209850"/>
                  </a:lnTo>
                  <a:lnTo>
                    <a:pt x="597676" y="209850"/>
                  </a:lnTo>
                  <a:close/>
                  <a:moveTo>
                    <a:pt x="711215" y="208779"/>
                  </a:moveTo>
                  <a:lnTo>
                    <a:pt x="722068" y="208779"/>
                  </a:lnTo>
                  <a:lnTo>
                    <a:pt x="722068" y="209850"/>
                  </a:lnTo>
                  <a:lnTo>
                    <a:pt x="711215" y="209850"/>
                  </a:lnTo>
                  <a:close/>
                  <a:moveTo>
                    <a:pt x="292124" y="207709"/>
                  </a:moveTo>
                  <a:lnTo>
                    <a:pt x="394810" y="207709"/>
                  </a:lnTo>
                  <a:lnTo>
                    <a:pt x="394810" y="209850"/>
                  </a:lnTo>
                  <a:lnTo>
                    <a:pt x="292124" y="209850"/>
                  </a:lnTo>
                  <a:close/>
                  <a:moveTo>
                    <a:pt x="598511" y="209850"/>
                  </a:moveTo>
                  <a:lnTo>
                    <a:pt x="636079" y="209850"/>
                  </a:lnTo>
                  <a:lnTo>
                    <a:pt x="636079" y="210921"/>
                  </a:lnTo>
                  <a:lnTo>
                    <a:pt x="598511" y="210921"/>
                  </a:lnTo>
                  <a:close/>
                  <a:moveTo>
                    <a:pt x="711215" y="209850"/>
                  </a:moveTo>
                  <a:lnTo>
                    <a:pt x="721233" y="209850"/>
                  </a:lnTo>
                  <a:lnTo>
                    <a:pt x="721233" y="210921"/>
                  </a:lnTo>
                  <a:lnTo>
                    <a:pt x="711215" y="210921"/>
                  </a:lnTo>
                  <a:close/>
                  <a:moveTo>
                    <a:pt x="292124" y="209850"/>
                  </a:moveTo>
                  <a:lnTo>
                    <a:pt x="337206" y="209850"/>
                  </a:lnTo>
                  <a:lnTo>
                    <a:pt x="337206" y="210921"/>
                  </a:lnTo>
                  <a:lnTo>
                    <a:pt x="292124" y="210921"/>
                  </a:lnTo>
                  <a:close/>
                  <a:moveTo>
                    <a:pt x="895715" y="209850"/>
                  </a:moveTo>
                  <a:lnTo>
                    <a:pt x="1000000" y="209850"/>
                  </a:lnTo>
                  <a:lnTo>
                    <a:pt x="1000000" y="210921"/>
                  </a:lnTo>
                  <a:lnTo>
                    <a:pt x="895715" y="210921"/>
                  </a:lnTo>
                  <a:close/>
                  <a:moveTo>
                    <a:pt x="741269" y="209850"/>
                  </a:moveTo>
                  <a:lnTo>
                    <a:pt x="859817" y="209850"/>
                  </a:lnTo>
                  <a:lnTo>
                    <a:pt x="859817" y="210921"/>
                  </a:lnTo>
                  <a:lnTo>
                    <a:pt x="741269" y="210921"/>
                  </a:lnTo>
                  <a:close/>
                  <a:moveTo>
                    <a:pt x="338876" y="209850"/>
                  </a:moveTo>
                  <a:lnTo>
                    <a:pt x="393975" y="209850"/>
                  </a:lnTo>
                  <a:lnTo>
                    <a:pt x="393975" y="210921"/>
                  </a:lnTo>
                  <a:lnTo>
                    <a:pt x="338876" y="210921"/>
                  </a:lnTo>
                  <a:close/>
                  <a:moveTo>
                    <a:pt x="675317" y="209850"/>
                  </a:moveTo>
                  <a:lnTo>
                    <a:pt x="681995" y="209850"/>
                  </a:lnTo>
                  <a:lnTo>
                    <a:pt x="681995" y="210921"/>
                  </a:lnTo>
                  <a:lnTo>
                    <a:pt x="675317" y="210921"/>
                  </a:lnTo>
                  <a:close/>
                  <a:moveTo>
                    <a:pt x="675317" y="210921"/>
                  </a:moveTo>
                  <a:lnTo>
                    <a:pt x="681161" y="210921"/>
                  </a:lnTo>
                  <a:lnTo>
                    <a:pt x="681161" y="211991"/>
                  </a:lnTo>
                  <a:lnTo>
                    <a:pt x="675317" y="211991"/>
                  </a:lnTo>
                  <a:close/>
                  <a:moveTo>
                    <a:pt x="740434" y="210921"/>
                  </a:moveTo>
                  <a:lnTo>
                    <a:pt x="862321" y="210921"/>
                  </a:lnTo>
                  <a:lnTo>
                    <a:pt x="862321" y="211991"/>
                  </a:lnTo>
                  <a:lnTo>
                    <a:pt x="740434" y="211991"/>
                  </a:lnTo>
                  <a:close/>
                  <a:moveTo>
                    <a:pt x="341380" y="210921"/>
                  </a:moveTo>
                  <a:lnTo>
                    <a:pt x="393975" y="210921"/>
                  </a:lnTo>
                  <a:lnTo>
                    <a:pt x="393975" y="211991"/>
                  </a:lnTo>
                  <a:lnTo>
                    <a:pt x="341380" y="211991"/>
                  </a:lnTo>
                  <a:close/>
                  <a:moveTo>
                    <a:pt x="710380" y="210921"/>
                  </a:moveTo>
                  <a:lnTo>
                    <a:pt x="721233" y="210921"/>
                  </a:lnTo>
                  <a:lnTo>
                    <a:pt x="721233" y="211991"/>
                  </a:lnTo>
                  <a:lnTo>
                    <a:pt x="710380" y="211991"/>
                  </a:lnTo>
                  <a:close/>
                  <a:moveTo>
                    <a:pt x="292959" y="210921"/>
                  </a:moveTo>
                  <a:lnTo>
                    <a:pt x="334701" y="210921"/>
                  </a:lnTo>
                  <a:lnTo>
                    <a:pt x="334701" y="211991"/>
                  </a:lnTo>
                  <a:lnTo>
                    <a:pt x="292959" y="211991"/>
                  </a:lnTo>
                  <a:close/>
                  <a:moveTo>
                    <a:pt x="896550" y="210921"/>
                  </a:moveTo>
                  <a:lnTo>
                    <a:pt x="1000000" y="210921"/>
                  </a:lnTo>
                  <a:lnTo>
                    <a:pt x="1000000" y="211991"/>
                  </a:lnTo>
                  <a:lnTo>
                    <a:pt x="896550" y="211991"/>
                  </a:lnTo>
                  <a:close/>
                  <a:moveTo>
                    <a:pt x="599346" y="210921"/>
                  </a:moveTo>
                  <a:lnTo>
                    <a:pt x="636079" y="210921"/>
                  </a:lnTo>
                  <a:lnTo>
                    <a:pt x="636079" y="213062"/>
                  </a:lnTo>
                  <a:lnTo>
                    <a:pt x="599346" y="213062"/>
                  </a:lnTo>
                  <a:close/>
                  <a:moveTo>
                    <a:pt x="199457" y="208779"/>
                  </a:moveTo>
                  <a:lnTo>
                    <a:pt x="231181" y="208779"/>
                  </a:lnTo>
                  <a:lnTo>
                    <a:pt x="231181" y="213062"/>
                  </a:lnTo>
                  <a:lnTo>
                    <a:pt x="199457" y="213062"/>
                  </a:lnTo>
                  <a:close/>
                  <a:moveTo>
                    <a:pt x="343885" y="211991"/>
                  </a:moveTo>
                  <a:lnTo>
                    <a:pt x="393975" y="211991"/>
                  </a:lnTo>
                  <a:lnTo>
                    <a:pt x="393975" y="213062"/>
                  </a:lnTo>
                  <a:lnTo>
                    <a:pt x="343885" y="213062"/>
                  </a:lnTo>
                  <a:close/>
                  <a:moveTo>
                    <a:pt x="709545" y="211991"/>
                  </a:moveTo>
                  <a:lnTo>
                    <a:pt x="721233" y="211991"/>
                  </a:lnTo>
                  <a:lnTo>
                    <a:pt x="721233" y="213062"/>
                  </a:lnTo>
                  <a:lnTo>
                    <a:pt x="709545" y="213062"/>
                  </a:lnTo>
                  <a:close/>
                  <a:moveTo>
                    <a:pt x="899054" y="211991"/>
                  </a:moveTo>
                  <a:lnTo>
                    <a:pt x="1000000" y="211991"/>
                  </a:lnTo>
                  <a:lnTo>
                    <a:pt x="1000000" y="213062"/>
                  </a:lnTo>
                  <a:lnTo>
                    <a:pt x="899054" y="213062"/>
                  </a:lnTo>
                  <a:close/>
                  <a:moveTo>
                    <a:pt x="292959" y="211991"/>
                  </a:moveTo>
                  <a:lnTo>
                    <a:pt x="328858" y="211991"/>
                  </a:lnTo>
                  <a:lnTo>
                    <a:pt x="328858" y="213062"/>
                  </a:lnTo>
                  <a:lnTo>
                    <a:pt x="292959" y="213062"/>
                  </a:lnTo>
                  <a:close/>
                  <a:moveTo>
                    <a:pt x="674482" y="211991"/>
                  </a:moveTo>
                  <a:lnTo>
                    <a:pt x="680326" y="211991"/>
                  </a:lnTo>
                  <a:lnTo>
                    <a:pt x="680326" y="213062"/>
                  </a:lnTo>
                  <a:lnTo>
                    <a:pt x="674482" y="213062"/>
                  </a:lnTo>
                  <a:close/>
                  <a:moveTo>
                    <a:pt x="740434" y="211991"/>
                  </a:moveTo>
                  <a:lnTo>
                    <a:pt x="863156" y="211991"/>
                  </a:lnTo>
                  <a:lnTo>
                    <a:pt x="863156" y="213062"/>
                  </a:lnTo>
                  <a:lnTo>
                    <a:pt x="740434" y="213062"/>
                  </a:lnTo>
                  <a:close/>
                  <a:moveTo>
                    <a:pt x="708710" y="213062"/>
                  </a:moveTo>
                  <a:lnTo>
                    <a:pt x="720398" y="213062"/>
                  </a:lnTo>
                  <a:lnTo>
                    <a:pt x="720398" y="214133"/>
                  </a:lnTo>
                  <a:lnTo>
                    <a:pt x="708710" y="214133"/>
                  </a:lnTo>
                  <a:close/>
                  <a:moveTo>
                    <a:pt x="740434" y="213062"/>
                  </a:moveTo>
                  <a:lnTo>
                    <a:pt x="864826" y="213062"/>
                  </a:lnTo>
                  <a:lnTo>
                    <a:pt x="864826" y="214133"/>
                  </a:lnTo>
                  <a:lnTo>
                    <a:pt x="740434" y="214133"/>
                  </a:lnTo>
                  <a:close/>
                  <a:moveTo>
                    <a:pt x="301308" y="213062"/>
                  </a:moveTo>
                  <a:lnTo>
                    <a:pt x="328023" y="213062"/>
                  </a:lnTo>
                  <a:lnTo>
                    <a:pt x="328023" y="214133"/>
                  </a:lnTo>
                  <a:lnTo>
                    <a:pt x="301308" y="214133"/>
                  </a:lnTo>
                  <a:close/>
                  <a:moveTo>
                    <a:pt x="344719" y="213062"/>
                  </a:moveTo>
                  <a:lnTo>
                    <a:pt x="393975" y="213062"/>
                  </a:lnTo>
                  <a:lnTo>
                    <a:pt x="393975" y="214133"/>
                  </a:lnTo>
                  <a:lnTo>
                    <a:pt x="344719" y="214133"/>
                  </a:lnTo>
                  <a:close/>
                  <a:moveTo>
                    <a:pt x="292959" y="213062"/>
                  </a:moveTo>
                  <a:lnTo>
                    <a:pt x="299638" y="213062"/>
                  </a:lnTo>
                  <a:lnTo>
                    <a:pt x="299638" y="214133"/>
                  </a:lnTo>
                  <a:lnTo>
                    <a:pt x="292959" y="214133"/>
                  </a:lnTo>
                  <a:close/>
                  <a:moveTo>
                    <a:pt x="899889" y="213062"/>
                  </a:moveTo>
                  <a:lnTo>
                    <a:pt x="1000000" y="213062"/>
                  </a:lnTo>
                  <a:lnTo>
                    <a:pt x="1000000" y="214133"/>
                  </a:lnTo>
                  <a:lnTo>
                    <a:pt x="899889" y="214133"/>
                  </a:lnTo>
                  <a:close/>
                  <a:moveTo>
                    <a:pt x="302977" y="214133"/>
                  </a:moveTo>
                  <a:lnTo>
                    <a:pt x="328023" y="214133"/>
                  </a:lnTo>
                  <a:lnTo>
                    <a:pt x="328023" y="215203"/>
                  </a:lnTo>
                  <a:lnTo>
                    <a:pt x="302977" y="215203"/>
                  </a:lnTo>
                  <a:close/>
                  <a:moveTo>
                    <a:pt x="414846" y="208779"/>
                  </a:moveTo>
                  <a:lnTo>
                    <a:pt x="565952" y="208779"/>
                  </a:lnTo>
                  <a:lnTo>
                    <a:pt x="565952" y="215203"/>
                  </a:lnTo>
                  <a:lnTo>
                    <a:pt x="414846" y="215203"/>
                  </a:lnTo>
                  <a:close/>
                  <a:moveTo>
                    <a:pt x="739599" y="214133"/>
                  </a:moveTo>
                  <a:lnTo>
                    <a:pt x="867330" y="214133"/>
                  </a:lnTo>
                  <a:lnTo>
                    <a:pt x="867330" y="215203"/>
                  </a:lnTo>
                  <a:lnTo>
                    <a:pt x="739599" y="215203"/>
                  </a:lnTo>
                  <a:close/>
                  <a:moveTo>
                    <a:pt x="345554" y="214133"/>
                  </a:moveTo>
                  <a:lnTo>
                    <a:pt x="393975" y="214133"/>
                  </a:lnTo>
                  <a:lnTo>
                    <a:pt x="393975" y="215203"/>
                  </a:lnTo>
                  <a:lnTo>
                    <a:pt x="345554" y="215203"/>
                  </a:lnTo>
                  <a:close/>
                  <a:moveTo>
                    <a:pt x="900724" y="214133"/>
                  </a:moveTo>
                  <a:lnTo>
                    <a:pt x="1000000" y="214133"/>
                  </a:lnTo>
                  <a:lnTo>
                    <a:pt x="1000000" y="215203"/>
                  </a:lnTo>
                  <a:lnTo>
                    <a:pt x="900724" y="215203"/>
                  </a:lnTo>
                  <a:close/>
                  <a:moveTo>
                    <a:pt x="199457" y="213062"/>
                  </a:moveTo>
                  <a:lnTo>
                    <a:pt x="230346" y="213062"/>
                  </a:lnTo>
                  <a:lnTo>
                    <a:pt x="230346" y="215203"/>
                  </a:lnTo>
                  <a:lnTo>
                    <a:pt x="199457" y="215203"/>
                  </a:lnTo>
                  <a:close/>
                  <a:moveTo>
                    <a:pt x="673647" y="213062"/>
                  </a:moveTo>
                  <a:lnTo>
                    <a:pt x="680326" y="213062"/>
                  </a:lnTo>
                  <a:lnTo>
                    <a:pt x="680326" y="215203"/>
                  </a:lnTo>
                  <a:lnTo>
                    <a:pt x="673647" y="215203"/>
                  </a:lnTo>
                  <a:close/>
                  <a:moveTo>
                    <a:pt x="292959" y="214133"/>
                  </a:moveTo>
                  <a:lnTo>
                    <a:pt x="298803" y="214133"/>
                  </a:lnTo>
                  <a:lnTo>
                    <a:pt x="298803" y="215203"/>
                  </a:lnTo>
                  <a:lnTo>
                    <a:pt x="292959" y="215203"/>
                  </a:lnTo>
                  <a:close/>
                  <a:moveTo>
                    <a:pt x="600181" y="213062"/>
                  </a:moveTo>
                  <a:lnTo>
                    <a:pt x="636079" y="213062"/>
                  </a:lnTo>
                  <a:lnTo>
                    <a:pt x="636079" y="216274"/>
                  </a:lnTo>
                  <a:lnTo>
                    <a:pt x="600181" y="216274"/>
                  </a:lnTo>
                  <a:close/>
                  <a:moveTo>
                    <a:pt x="414846" y="215203"/>
                  </a:moveTo>
                  <a:lnTo>
                    <a:pt x="522541" y="215203"/>
                  </a:lnTo>
                  <a:lnTo>
                    <a:pt x="522541" y="216274"/>
                  </a:lnTo>
                  <a:lnTo>
                    <a:pt x="414846" y="216274"/>
                  </a:lnTo>
                  <a:close/>
                  <a:moveTo>
                    <a:pt x="903228" y="215203"/>
                  </a:moveTo>
                  <a:lnTo>
                    <a:pt x="1000000" y="215203"/>
                  </a:lnTo>
                  <a:lnTo>
                    <a:pt x="1000000" y="216274"/>
                  </a:lnTo>
                  <a:lnTo>
                    <a:pt x="903228" y="216274"/>
                  </a:lnTo>
                  <a:close/>
                  <a:moveTo>
                    <a:pt x="738765" y="215203"/>
                  </a:moveTo>
                  <a:lnTo>
                    <a:pt x="868165" y="215203"/>
                  </a:lnTo>
                  <a:lnTo>
                    <a:pt x="868165" y="216274"/>
                  </a:lnTo>
                  <a:lnTo>
                    <a:pt x="738765" y="216274"/>
                  </a:lnTo>
                  <a:close/>
                  <a:moveTo>
                    <a:pt x="707876" y="214133"/>
                  </a:moveTo>
                  <a:lnTo>
                    <a:pt x="720398" y="214133"/>
                  </a:lnTo>
                  <a:lnTo>
                    <a:pt x="720398" y="216274"/>
                  </a:lnTo>
                  <a:lnTo>
                    <a:pt x="707876" y="216274"/>
                  </a:lnTo>
                  <a:close/>
                  <a:moveTo>
                    <a:pt x="302977" y="215203"/>
                  </a:moveTo>
                  <a:lnTo>
                    <a:pt x="326353" y="215203"/>
                  </a:lnTo>
                  <a:lnTo>
                    <a:pt x="326353" y="216274"/>
                  </a:lnTo>
                  <a:lnTo>
                    <a:pt x="302977" y="216274"/>
                  </a:lnTo>
                  <a:close/>
                  <a:moveTo>
                    <a:pt x="525045" y="215203"/>
                  </a:moveTo>
                  <a:lnTo>
                    <a:pt x="566787" y="215203"/>
                  </a:lnTo>
                  <a:lnTo>
                    <a:pt x="566787" y="216274"/>
                  </a:lnTo>
                  <a:lnTo>
                    <a:pt x="525045" y="216274"/>
                  </a:lnTo>
                  <a:close/>
                  <a:moveTo>
                    <a:pt x="293794" y="215203"/>
                  </a:moveTo>
                  <a:lnTo>
                    <a:pt x="298803" y="215203"/>
                  </a:lnTo>
                  <a:lnTo>
                    <a:pt x="298803" y="217345"/>
                  </a:lnTo>
                  <a:lnTo>
                    <a:pt x="293794" y="217345"/>
                  </a:lnTo>
                  <a:close/>
                  <a:moveTo>
                    <a:pt x="303812" y="216274"/>
                  </a:moveTo>
                  <a:lnTo>
                    <a:pt x="325518" y="216274"/>
                  </a:lnTo>
                  <a:lnTo>
                    <a:pt x="325518" y="217345"/>
                  </a:lnTo>
                  <a:lnTo>
                    <a:pt x="303812" y="217345"/>
                  </a:lnTo>
                  <a:close/>
                  <a:moveTo>
                    <a:pt x="528385" y="216274"/>
                  </a:moveTo>
                  <a:lnTo>
                    <a:pt x="566787" y="216274"/>
                  </a:lnTo>
                  <a:lnTo>
                    <a:pt x="566787" y="217345"/>
                  </a:lnTo>
                  <a:lnTo>
                    <a:pt x="528385" y="217345"/>
                  </a:lnTo>
                  <a:close/>
                  <a:moveTo>
                    <a:pt x="673647" y="215203"/>
                  </a:moveTo>
                  <a:lnTo>
                    <a:pt x="679491" y="215203"/>
                  </a:lnTo>
                  <a:lnTo>
                    <a:pt x="679491" y="217345"/>
                  </a:lnTo>
                  <a:lnTo>
                    <a:pt x="673647" y="217345"/>
                  </a:lnTo>
                  <a:close/>
                  <a:moveTo>
                    <a:pt x="738765" y="216274"/>
                  </a:moveTo>
                  <a:lnTo>
                    <a:pt x="869000" y="216274"/>
                  </a:lnTo>
                  <a:lnTo>
                    <a:pt x="869000" y="217345"/>
                  </a:lnTo>
                  <a:lnTo>
                    <a:pt x="738765" y="217345"/>
                  </a:lnTo>
                  <a:close/>
                  <a:moveTo>
                    <a:pt x="601016" y="216274"/>
                  </a:moveTo>
                  <a:lnTo>
                    <a:pt x="635244" y="216274"/>
                  </a:lnTo>
                  <a:lnTo>
                    <a:pt x="635244" y="217345"/>
                  </a:lnTo>
                  <a:lnTo>
                    <a:pt x="601016" y="217345"/>
                  </a:lnTo>
                  <a:close/>
                  <a:moveTo>
                    <a:pt x="707041" y="216274"/>
                  </a:moveTo>
                  <a:lnTo>
                    <a:pt x="720398" y="216274"/>
                  </a:lnTo>
                  <a:lnTo>
                    <a:pt x="720398" y="217345"/>
                  </a:lnTo>
                  <a:lnTo>
                    <a:pt x="707041" y="217345"/>
                  </a:lnTo>
                  <a:close/>
                  <a:moveTo>
                    <a:pt x="346389" y="215203"/>
                  </a:moveTo>
                  <a:lnTo>
                    <a:pt x="393975" y="215203"/>
                  </a:lnTo>
                  <a:lnTo>
                    <a:pt x="393975" y="217345"/>
                  </a:lnTo>
                  <a:lnTo>
                    <a:pt x="346389" y="217345"/>
                  </a:lnTo>
                  <a:close/>
                  <a:moveTo>
                    <a:pt x="199457" y="215203"/>
                  </a:moveTo>
                  <a:lnTo>
                    <a:pt x="229511" y="215203"/>
                  </a:lnTo>
                  <a:lnTo>
                    <a:pt x="229511" y="217345"/>
                  </a:lnTo>
                  <a:lnTo>
                    <a:pt x="199457" y="217345"/>
                  </a:lnTo>
                  <a:close/>
                  <a:moveTo>
                    <a:pt x="414846" y="216274"/>
                  </a:moveTo>
                  <a:lnTo>
                    <a:pt x="520871" y="216274"/>
                  </a:lnTo>
                  <a:lnTo>
                    <a:pt x="520871" y="217345"/>
                  </a:lnTo>
                  <a:lnTo>
                    <a:pt x="414846" y="217345"/>
                  </a:lnTo>
                  <a:close/>
                  <a:moveTo>
                    <a:pt x="304647" y="217345"/>
                  </a:moveTo>
                  <a:lnTo>
                    <a:pt x="325518" y="217345"/>
                  </a:lnTo>
                  <a:lnTo>
                    <a:pt x="325518" y="218415"/>
                  </a:lnTo>
                  <a:lnTo>
                    <a:pt x="304647" y="218415"/>
                  </a:lnTo>
                  <a:close/>
                  <a:moveTo>
                    <a:pt x="672812" y="217345"/>
                  </a:moveTo>
                  <a:lnTo>
                    <a:pt x="679491" y="217345"/>
                  </a:lnTo>
                  <a:lnTo>
                    <a:pt x="679491" y="218415"/>
                  </a:lnTo>
                  <a:lnTo>
                    <a:pt x="672812" y="218415"/>
                  </a:lnTo>
                  <a:close/>
                  <a:moveTo>
                    <a:pt x="738765" y="217345"/>
                  </a:moveTo>
                  <a:lnTo>
                    <a:pt x="871504" y="217345"/>
                  </a:lnTo>
                  <a:lnTo>
                    <a:pt x="871504" y="218415"/>
                  </a:lnTo>
                  <a:lnTo>
                    <a:pt x="738765" y="218415"/>
                  </a:lnTo>
                  <a:close/>
                  <a:moveTo>
                    <a:pt x="414846" y="217345"/>
                  </a:moveTo>
                  <a:lnTo>
                    <a:pt x="516697" y="217345"/>
                  </a:lnTo>
                  <a:lnTo>
                    <a:pt x="516697" y="218415"/>
                  </a:lnTo>
                  <a:lnTo>
                    <a:pt x="414846" y="218415"/>
                  </a:lnTo>
                  <a:close/>
                  <a:moveTo>
                    <a:pt x="904898" y="216274"/>
                  </a:moveTo>
                  <a:lnTo>
                    <a:pt x="1000000" y="216274"/>
                  </a:lnTo>
                  <a:lnTo>
                    <a:pt x="1000000" y="218415"/>
                  </a:lnTo>
                  <a:lnTo>
                    <a:pt x="904898" y="218415"/>
                  </a:lnTo>
                  <a:close/>
                  <a:moveTo>
                    <a:pt x="601851" y="217345"/>
                  </a:moveTo>
                  <a:lnTo>
                    <a:pt x="635244" y="217345"/>
                  </a:lnTo>
                  <a:lnTo>
                    <a:pt x="635244" y="218415"/>
                  </a:lnTo>
                  <a:lnTo>
                    <a:pt x="601851" y="218415"/>
                  </a:lnTo>
                  <a:close/>
                  <a:moveTo>
                    <a:pt x="529219" y="217345"/>
                  </a:moveTo>
                  <a:lnTo>
                    <a:pt x="566787" y="217345"/>
                  </a:lnTo>
                  <a:lnTo>
                    <a:pt x="566787" y="218415"/>
                  </a:lnTo>
                  <a:lnTo>
                    <a:pt x="529219" y="218415"/>
                  </a:lnTo>
                  <a:close/>
                  <a:moveTo>
                    <a:pt x="706206" y="217345"/>
                  </a:moveTo>
                  <a:lnTo>
                    <a:pt x="720398" y="217345"/>
                  </a:lnTo>
                  <a:lnTo>
                    <a:pt x="720398" y="218415"/>
                  </a:lnTo>
                  <a:lnTo>
                    <a:pt x="706206" y="218415"/>
                  </a:lnTo>
                  <a:close/>
                  <a:moveTo>
                    <a:pt x="705371" y="218415"/>
                  </a:moveTo>
                  <a:lnTo>
                    <a:pt x="719563" y="218415"/>
                  </a:lnTo>
                  <a:lnTo>
                    <a:pt x="719563" y="219486"/>
                  </a:lnTo>
                  <a:lnTo>
                    <a:pt x="705371" y="219486"/>
                  </a:lnTo>
                  <a:close/>
                  <a:moveTo>
                    <a:pt x="294629" y="217345"/>
                  </a:moveTo>
                  <a:lnTo>
                    <a:pt x="298803" y="217345"/>
                  </a:lnTo>
                  <a:lnTo>
                    <a:pt x="298803" y="219486"/>
                  </a:lnTo>
                  <a:lnTo>
                    <a:pt x="294629" y="219486"/>
                  </a:lnTo>
                  <a:close/>
                  <a:moveTo>
                    <a:pt x="414846" y="218415"/>
                  </a:moveTo>
                  <a:lnTo>
                    <a:pt x="515027" y="218415"/>
                  </a:lnTo>
                  <a:lnTo>
                    <a:pt x="515027" y="219486"/>
                  </a:lnTo>
                  <a:lnTo>
                    <a:pt x="414846" y="219486"/>
                  </a:lnTo>
                  <a:close/>
                  <a:moveTo>
                    <a:pt x="601851" y="218415"/>
                  </a:moveTo>
                  <a:lnTo>
                    <a:pt x="634409" y="218415"/>
                  </a:lnTo>
                  <a:lnTo>
                    <a:pt x="634409" y="219486"/>
                  </a:lnTo>
                  <a:lnTo>
                    <a:pt x="601851" y="219486"/>
                  </a:lnTo>
                  <a:close/>
                  <a:moveTo>
                    <a:pt x="672812" y="218415"/>
                  </a:moveTo>
                  <a:lnTo>
                    <a:pt x="678656" y="218415"/>
                  </a:lnTo>
                  <a:lnTo>
                    <a:pt x="678656" y="219486"/>
                  </a:lnTo>
                  <a:lnTo>
                    <a:pt x="672812" y="219486"/>
                  </a:lnTo>
                  <a:close/>
                  <a:moveTo>
                    <a:pt x="530889" y="218415"/>
                  </a:moveTo>
                  <a:lnTo>
                    <a:pt x="566787" y="218415"/>
                  </a:lnTo>
                  <a:lnTo>
                    <a:pt x="566787" y="219486"/>
                  </a:lnTo>
                  <a:lnTo>
                    <a:pt x="530889" y="219486"/>
                  </a:lnTo>
                  <a:close/>
                  <a:moveTo>
                    <a:pt x="906568" y="218415"/>
                  </a:moveTo>
                  <a:lnTo>
                    <a:pt x="1000000" y="218415"/>
                  </a:lnTo>
                  <a:lnTo>
                    <a:pt x="1000000" y="219486"/>
                  </a:lnTo>
                  <a:lnTo>
                    <a:pt x="906568" y="219486"/>
                  </a:lnTo>
                  <a:close/>
                  <a:moveTo>
                    <a:pt x="347224" y="217345"/>
                  </a:moveTo>
                  <a:lnTo>
                    <a:pt x="393140" y="217345"/>
                  </a:lnTo>
                  <a:lnTo>
                    <a:pt x="393140" y="219486"/>
                  </a:lnTo>
                  <a:lnTo>
                    <a:pt x="347224" y="219486"/>
                  </a:lnTo>
                  <a:close/>
                  <a:moveTo>
                    <a:pt x="738765" y="218415"/>
                  </a:moveTo>
                  <a:lnTo>
                    <a:pt x="873174" y="218415"/>
                  </a:lnTo>
                  <a:lnTo>
                    <a:pt x="873174" y="219486"/>
                  </a:lnTo>
                  <a:lnTo>
                    <a:pt x="738765" y="219486"/>
                  </a:lnTo>
                  <a:close/>
                  <a:moveTo>
                    <a:pt x="348059" y="219486"/>
                  </a:moveTo>
                  <a:lnTo>
                    <a:pt x="392305" y="219486"/>
                  </a:lnTo>
                  <a:lnTo>
                    <a:pt x="392305" y="220557"/>
                  </a:lnTo>
                  <a:lnTo>
                    <a:pt x="348059" y="220557"/>
                  </a:lnTo>
                  <a:close/>
                  <a:moveTo>
                    <a:pt x="531724" y="219486"/>
                  </a:moveTo>
                  <a:lnTo>
                    <a:pt x="566787" y="219486"/>
                  </a:lnTo>
                  <a:lnTo>
                    <a:pt x="566787" y="220557"/>
                  </a:lnTo>
                  <a:lnTo>
                    <a:pt x="531724" y="220557"/>
                  </a:lnTo>
                  <a:close/>
                  <a:moveTo>
                    <a:pt x="738765" y="219486"/>
                  </a:moveTo>
                  <a:lnTo>
                    <a:pt x="874009" y="219486"/>
                  </a:lnTo>
                  <a:lnTo>
                    <a:pt x="874009" y="220557"/>
                  </a:lnTo>
                  <a:lnTo>
                    <a:pt x="738765" y="220557"/>
                  </a:lnTo>
                  <a:close/>
                  <a:moveTo>
                    <a:pt x="199457" y="217345"/>
                  </a:moveTo>
                  <a:lnTo>
                    <a:pt x="228677" y="217345"/>
                  </a:lnTo>
                  <a:lnTo>
                    <a:pt x="228677" y="220557"/>
                  </a:lnTo>
                  <a:lnTo>
                    <a:pt x="199457" y="220557"/>
                  </a:lnTo>
                  <a:close/>
                  <a:moveTo>
                    <a:pt x="705371" y="219486"/>
                  </a:moveTo>
                  <a:lnTo>
                    <a:pt x="718728" y="219486"/>
                  </a:lnTo>
                  <a:lnTo>
                    <a:pt x="718728" y="220557"/>
                  </a:lnTo>
                  <a:lnTo>
                    <a:pt x="705371" y="220557"/>
                  </a:lnTo>
                  <a:close/>
                  <a:moveTo>
                    <a:pt x="602685" y="219486"/>
                  </a:moveTo>
                  <a:lnTo>
                    <a:pt x="634409" y="219486"/>
                  </a:lnTo>
                  <a:lnTo>
                    <a:pt x="634409" y="220557"/>
                  </a:lnTo>
                  <a:lnTo>
                    <a:pt x="602685" y="220557"/>
                  </a:lnTo>
                  <a:close/>
                  <a:moveTo>
                    <a:pt x="414846" y="219486"/>
                  </a:moveTo>
                  <a:lnTo>
                    <a:pt x="513357" y="219486"/>
                  </a:lnTo>
                  <a:lnTo>
                    <a:pt x="513357" y="220557"/>
                  </a:lnTo>
                  <a:lnTo>
                    <a:pt x="414846" y="220557"/>
                  </a:lnTo>
                  <a:close/>
                  <a:moveTo>
                    <a:pt x="305482" y="218415"/>
                  </a:moveTo>
                  <a:lnTo>
                    <a:pt x="323848" y="218415"/>
                  </a:lnTo>
                  <a:lnTo>
                    <a:pt x="323848" y="220557"/>
                  </a:lnTo>
                  <a:lnTo>
                    <a:pt x="305482" y="220557"/>
                  </a:lnTo>
                  <a:close/>
                  <a:moveTo>
                    <a:pt x="305482" y="220557"/>
                  </a:moveTo>
                  <a:lnTo>
                    <a:pt x="323014" y="220557"/>
                  </a:lnTo>
                  <a:lnTo>
                    <a:pt x="323014" y="221627"/>
                  </a:lnTo>
                  <a:lnTo>
                    <a:pt x="305482" y="221627"/>
                  </a:lnTo>
                  <a:close/>
                  <a:moveTo>
                    <a:pt x="737930" y="220557"/>
                  </a:moveTo>
                  <a:lnTo>
                    <a:pt x="874844" y="220557"/>
                  </a:lnTo>
                  <a:lnTo>
                    <a:pt x="874844" y="221627"/>
                  </a:lnTo>
                  <a:lnTo>
                    <a:pt x="737930" y="221627"/>
                  </a:lnTo>
                  <a:close/>
                  <a:moveTo>
                    <a:pt x="704536" y="220557"/>
                  </a:moveTo>
                  <a:lnTo>
                    <a:pt x="718728" y="220557"/>
                  </a:lnTo>
                  <a:lnTo>
                    <a:pt x="718728" y="221627"/>
                  </a:lnTo>
                  <a:lnTo>
                    <a:pt x="704536" y="221627"/>
                  </a:lnTo>
                  <a:close/>
                  <a:moveTo>
                    <a:pt x="672812" y="219486"/>
                  </a:moveTo>
                  <a:lnTo>
                    <a:pt x="677821" y="219486"/>
                  </a:lnTo>
                  <a:lnTo>
                    <a:pt x="677821" y="221627"/>
                  </a:lnTo>
                  <a:lnTo>
                    <a:pt x="672812" y="221627"/>
                  </a:lnTo>
                  <a:close/>
                  <a:moveTo>
                    <a:pt x="532559" y="220557"/>
                  </a:moveTo>
                  <a:lnTo>
                    <a:pt x="565952" y="220557"/>
                  </a:lnTo>
                  <a:lnTo>
                    <a:pt x="565952" y="221627"/>
                  </a:lnTo>
                  <a:lnTo>
                    <a:pt x="532559" y="221627"/>
                  </a:lnTo>
                  <a:close/>
                  <a:moveTo>
                    <a:pt x="348894" y="220557"/>
                  </a:moveTo>
                  <a:lnTo>
                    <a:pt x="392305" y="220557"/>
                  </a:lnTo>
                  <a:lnTo>
                    <a:pt x="392305" y="222698"/>
                  </a:lnTo>
                  <a:lnTo>
                    <a:pt x="348894" y="222698"/>
                  </a:lnTo>
                  <a:close/>
                  <a:moveTo>
                    <a:pt x="534228" y="221627"/>
                  </a:moveTo>
                  <a:lnTo>
                    <a:pt x="565952" y="221627"/>
                  </a:lnTo>
                  <a:lnTo>
                    <a:pt x="565952" y="222698"/>
                  </a:lnTo>
                  <a:lnTo>
                    <a:pt x="534228" y="222698"/>
                  </a:lnTo>
                  <a:close/>
                  <a:moveTo>
                    <a:pt x="703701" y="221627"/>
                  </a:moveTo>
                  <a:lnTo>
                    <a:pt x="717894" y="221627"/>
                  </a:lnTo>
                  <a:lnTo>
                    <a:pt x="717894" y="222698"/>
                  </a:lnTo>
                  <a:lnTo>
                    <a:pt x="703701" y="222698"/>
                  </a:lnTo>
                  <a:close/>
                  <a:moveTo>
                    <a:pt x="414011" y="220557"/>
                  </a:moveTo>
                  <a:lnTo>
                    <a:pt x="511688" y="220557"/>
                  </a:lnTo>
                  <a:lnTo>
                    <a:pt x="511688" y="222698"/>
                  </a:lnTo>
                  <a:lnTo>
                    <a:pt x="414011" y="222698"/>
                  </a:lnTo>
                  <a:close/>
                  <a:moveTo>
                    <a:pt x="306317" y="221627"/>
                  </a:moveTo>
                  <a:lnTo>
                    <a:pt x="323014" y="221627"/>
                  </a:lnTo>
                  <a:lnTo>
                    <a:pt x="323014" y="222698"/>
                  </a:lnTo>
                  <a:lnTo>
                    <a:pt x="306317" y="222698"/>
                  </a:lnTo>
                  <a:close/>
                  <a:moveTo>
                    <a:pt x="414011" y="222698"/>
                  </a:moveTo>
                  <a:lnTo>
                    <a:pt x="510853" y="222698"/>
                  </a:lnTo>
                  <a:lnTo>
                    <a:pt x="510853" y="223769"/>
                  </a:lnTo>
                  <a:lnTo>
                    <a:pt x="414011" y="223769"/>
                  </a:lnTo>
                  <a:close/>
                  <a:moveTo>
                    <a:pt x="535898" y="222698"/>
                  </a:moveTo>
                  <a:lnTo>
                    <a:pt x="565952" y="222698"/>
                  </a:lnTo>
                  <a:lnTo>
                    <a:pt x="565952" y="223769"/>
                  </a:lnTo>
                  <a:lnTo>
                    <a:pt x="535898" y="223769"/>
                  </a:lnTo>
                  <a:close/>
                  <a:moveTo>
                    <a:pt x="199457" y="220557"/>
                  </a:moveTo>
                  <a:lnTo>
                    <a:pt x="227842" y="220557"/>
                  </a:lnTo>
                  <a:lnTo>
                    <a:pt x="227842" y="223769"/>
                  </a:lnTo>
                  <a:lnTo>
                    <a:pt x="199457" y="223769"/>
                  </a:lnTo>
                  <a:close/>
                  <a:moveTo>
                    <a:pt x="671977" y="221627"/>
                  </a:moveTo>
                  <a:lnTo>
                    <a:pt x="676986" y="221627"/>
                  </a:lnTo>
                  <a:lnTo>
                    <a:pt x="676986" y="223769"/>
                  </a:lnTo>
                  <a:lnTo>
                    <a:pt x="671977" y="223769"/>
                  </a:lnTo>
                  <a:close/>
                  <a:moveTo>
                    <a:pt x="737930" y="221627"/>
                  </a:moveTo>
                  <a:lnTo>
                    <a:pt x="875679" y="221627"/>
                  </a:lnTo>
                  <a:lnTo>
                    <a:pt x="875679" y="223769"/>
                  </a:lnTo>
                  <a:lnTo>
                    <a:pt x="737930" y="223769"/>
                  </a:lnTo>
                  <a:close/>
                  <a:moveTo>
                    <a:pt x="306317" y="222698"/>
                  </a:moveTo>
                  <a:lnTo>
                    <a:pt x="321344" y="222698"/>
                  </a:lnTo>
                  <a:lnTo>
                    <a:pt x="321344" y="224839"/>
                  </a:lnTo>
                  <a:lnTo>
                    <a:pt x="306317" y="224839"/>
                  </a:lnTo>
                  <a:close/>
                  <a:moveTo>
                    <a:pt x="536733" y="223769"/>
                  </a:moveTo>
                  <a:lnTo>
                    <a:pt x="565952" y="223769"/>
                  </a:lnTo>
                  <a:lnTo>
                    <a:pt x="565952" y="224839"/>
                  </a:lnTo>
                  <a:lnTo>
                    <a:pt x="536733" y="224839"/>
                  </a:lnTo>
                  <a:close/>
                  <a:moveTo>
                    <a:pt x="737095" y="223769"/>
                  </a:moveTo>
                  <a:lnTo>
                    <a:pt x="876513" y="223769"/>
                  </a:lnTo>
                  <a:lnTo>
                    <a:pt x="876513" y="224839"/>
                  </a:lnTo>
                  <a:lnTo>
                    <a:pt x="737095" y="224839"/>
                  </a:lnTo>
                  <a:close/>
                  <a:moveTo>
                    <a:pt x="702866" y="222698"/>
                  </a:moveTo>
                  <a:lnTo>
                    <a:pt x="717894" y="222698"/>
                  </a:lnTo>
                  <a:lnTo>
                    <a:pt x="717894" y="224839"/>
                  </a:lnTo>
                  <a:lnTo>
                    <a:pt x="702866" y="224839"/>
                  </a:lnTo>
                  <a:close/>
                  <a:moveTo>
                    <a:pt x="295464" y="219486"/>
                  </a:moveTo>
                  <a:lnTo>
                    <a:pt x="298803" y="219486"/>
                  </a:lnTo>
                  <a:lnTo>
                    <a:pt x="298803" y="225910"/>
                  </a:lnTo>
                  <a:lnTo>
                    <a:pt x="295464" y="225910"/>
                  </a:lnTo>
                  <a:close/>
                  <a:moveTo>
                    <a:pt x="671142" y="223769"/>
                  </a:moveTo>
                  <a:lnTo>
                    <a:pt x="676986" y="223769"/>
                  </a:lnTo>
                  <a:lnTo>
                    <a:pt x="676986" y="225910"/>
                  </a:lnTo>
                  <a:lnTo>
                    <a:pt x="671142" y="225910"/>
                  </a:lnTo>
                  <a:close/>
                  <a:moveTo>
                    <a:pt x="907403" y="219486"/>
                  </a:moveTo>
                  <a:lnTo>
                    <a:pt x="1000000" y="219486"/>
                  </a:lnTo>
                  <a:lnTo>
                    <a:pt x="1000000" y="225910"/>
                  </a:lnTo>
                  <a:lnTo>
                    <a:pt x="907403" y="225910"/>
                  </a:lnTo>
                  <a:close/>
                  <a:moveTo>
                    <a:pt x="537568" y="224839"/>
                  </a:moveTo>
                  <a:lnTo>
                    <a:pt x="565952" y="224839"/>
                  </a:lnTo>
                  <a:lnTo>
                    <a:pt x="565952" y="225910"/>
                  </a:lnTo>
                  <a:lnTo>
                    <a:pt x="537568" y="225910"/>
                  </a:lnTo>
                  <a:close/>
                  <a:moveTo>
                    <a:pt x="199457" y="223769"/>
                  </a:moveTo>
                  <a:lnTo>
                    <a:pt x="227007" y="223769"/>
                  </a:lnTo>
                  <a:lnTo>
                    <a:pt x="227007" y="225910"/>
                  </a:lnTo>
                  <a:lnTo>
                    <a:pt x="199457" y="225910"/>
                  </a:lnTo>
                  <a:close/>
                  <a:moveTo>
                    <a:pt x="702032" y="224839"/>
                  </a:moveTo>
                  <a:lnTo>
                    <a:pt x="717894" y="224839"/>
                  </a:lnTo>
                  <a:lnTo>
                    <a:pt x="717894" y="225910"/>
                  </a:lnTo>
                  <a:lnTo>
                    <a:pt x="702032" y="225910"/>
                  </a:lnTo>
                  <a:close/>
                  <a:moveTo>
                    <a:pt x="307152" y="224839"/>
                  </a:moveTo>
                  <a:lnTo>
                    <a:pt x="320509" y="224839"/>
                  </a:lnTo>
                  <a:lnTo>
                    <a:pt x="320509" y="225910"/>
                  </a:lnTo>
                  <a:lnTo>
                    <a:pt x="307152" y="225910"/>
                  </a:lnTo>
                  <a:close/>
                  <a:moveTo>
                    <a:pt x="602685" y="220557"/>
                  </a:moveTo>
                  <a:lnTo>
                    <a:pt x="633575" y="220557"/>
                  </a:lnTo>
                  <a:lnTo>
                    <a:pt x="633575" y="225910"/>
                  </a:lnTo>
                  <a:lnTo>
                    <a:pt x="602685" y="225910"/>
                  </a:lnTo>
                  <a:close/>
                  <a:moveTo>
                    <a:pt x="413176" y="223769"/>
                  </a:moveTo>
                  <a:lnTo>
                    <a:pt x="510853" y="223769"/>
                  </a:lnTo>
                  <a:lnTo>
                    <a:pt x="510853" y="225910"/>
                  </a:lnTo>
                  <a:lnTo>
                    <a:pt x="413176" y="225910"/>
                  </a:lnTo>
                  <a:close/>
                  <a:moveTo>
                    <a:pt x="736260" y="224839"/>
                  </a:moveTo>
                  <a:lnTo>
                    <a:pt x="876513" y="224839"/>
                  </a:lnTo>
                  <a:lnTo>
                    <a:pt x="876513" y="226981"/>
                  </a:lnTo>
                  <a:lnTo>
                    <a:pt x="736260" y="226981"/>
                  </a:lnTo>
                  <a:close/>
                  <a:moveTo>
                    <a:pt x="670308" y="225910"/>
                  </a:moveTo>
                  <a:lnTo>
                    <a:pt x="676986" y="225910"/>
                  </a:lnTo>
                  <a:lnTo>
                    <a:pt x="676986" y="226981"/>
                  </a:lnTo>
                  <a:lnTo>
                    <a:pt x="670308" y="226981"/>
                  </a:lnTo>
                  <a:close/>
                  <a:moveTo>
                    <a:pt x="413176" y="225910"/>
                  </a:moveTo>
                  <a:lnTo>
                    <a:pt x="510018" y="225910"/>
                  </a:lnTo>
                  <a:lnTo>
                    <a:pt x="510018" y="226981"/>
                  </a:lnTo>
                  <a:lnTo>
                    <a:pt x="413176" y="226981"/>
                  </a:lnTo>
                  <a:close/>
                  <a:moveTo>
                    <a:pt x="539238" y="225910"/>
                  </a:moveTo>
                  <a:lnTo>
                    <a:pt x="565952" y="225910"/>
                  </a:lnTo>
                  <a:lnTo>
                    <a:pt x="565952" y="226981"/>
                  </a:lnTo>
                  <a:lnTo>
                    <a:pt x="539238" y="226981"/>
                  </a:lnTo>
                  <a:close/>
                  <a:moveTo>
                    <a:pt x="701197" y="225910"/>
                  </a:moveTo>
                  <a:lnTo>
                    <a:pt x="717894" y="225910"/>
                  </a:lnTo>
                  <a:lnTo>
                    <a:pt x="717894" y="226981"/>
                  </a:lnTo>
                  <a:lnTo>
                    <a:pt x="701197" y="226981"/>
                  </a:lnTo>
                  <a:close/>
                  <a:moveTo>
                    <a:pt x="349729" y="222698"/>
                  </a:moveTo>
                  <a:lnTo>
                    <a:pt x="391471" y="222698"/>
                  </a:lnTo>
                  <a:lnTo>
                    <a:pt x="391471" y="226981"/>
                  </a:lnTo>
                  <a:lnTo>
                    <a:pt x="349729" y="226981"/>
                  </a:lnTo>
                  <a:close/>
                  <a:moveTo>
                    <a:pt x="199457" y="225910"/>
                  </a:moveTo>
                  <a:lnTo>
                    <a:pt x="226172" y="225910"/>
                  </a:lnTo>
                  <a:lnTo>
                    <a:pt x="226172" y="228051"/>
                  </a:lnTo>
                  <a:lnTo>
                    <a:pt x="199457" y="228051"/>
                  </a:lnTo>
                  <a:close/>
                  <a:moveTo>
                    <a:pt x="670308" y="226981"/>
                  </a:moveTo>
                  <a:lnTo>
                    <a:pt x="676152" y="226981"/>
                  </a:lnTo>
                  <a:lnTo>
                    <a:pt x="676152" y="228051"/>
                  </a:lnTo>
                  <a:lnTo>
                    <a:pt x="670308" y="228051"/>
                  </a:lnTo>
                  <a:close/>
                  <a:moveTo>
                    <a:pt x="295464" y="225910"/>
                  </a:moveTo>
                  <a:lnTo>
                    <a:pt x="297968" y="225910"/>
                  </a:lnTo>
                  <a:lnTo>
                    <a:pt x="297968" y="228051"/>
                  </a:lnTo>
                  <a:lnTo>
                    <a:pt x="295464" y="228051"/>
                  </a:lnTo>
                  <a:close/>
                  <a:moveTo>
                    <a:pt x="540072" y="226981"/>
                  </a:moveTo>
                  <a:lnTo>
                    <a:pt x="565952" y="226981"/>
                  </a:lnTo>
                  <a:lnTo>
                    <a:pt x="565952" y="228051"/>
                  </a:lnTo>
                  <a:lnTo>
                    <a:pt x="540072" y="228051"/>
                  </a:lnTo>
                  <a:close/>
                  <a:moveTo>
                    <a:pt x="413176" y="226981"/>
                  </a:moveTo>
                  <a:lnTo>
                    <a:pt x="509183" y="226981"/>
                  </a:lnTo>
                  <a:lnTo>
                    <a:pt x="509183" y="228051"/>
                  </a:lnTo>
                  <a:lnTo>
                    <a:pt x="413176" y="228051"/>
                  </a:lnTo>
                  <a:close/>
                  <a:moveTo>
                    <a:pt x="700362" y="226981"/>
                  </a:moveTo>
                  <a:lnTo>
                    <a:pt x="717894" y="226981"/>
                  </a:lnTo>
                  <a:lnTo>
                    <a:pt x="717894" y="228051"/>
                  </a:lnTo>
                  <a:lnTo>
                    <a:pt x="700362" y="228051"/>
                  </a:lnTo>
                  <a:close/>
                  <a:moveTo>
                    <a:pt x="307986" y="225910"/>
                  </a:moveTo>
                  <a:lnTo>
                    <a:pt x="320509" y="225910"/>
                  </a:lnTo>
                  <a:lnTo>
                    <a:pt x="320509" y="228051"/>
                  </a:lnTo>
                  <a:lnTo>
                    <a:pt x="307986" y="228051"/>
                  </a:lnTo>
                  <a:close/>
                  <a:moveTo>
                    <a:pt x="424029" y="228051"/>
                  </a:moveTo>
                  <a:lnTo>
                    <a:pt x="508348" y="228051"/>
                  </a:lnTo>
                  <a:lnTo>
                    <a:pt x="508348" y="229122"/>
                  </a:lnTo>
                  <a:lnTo>
                    <a:pt x="424029" y="229122"/>
                  </a:lnTo>
                  <a:close/>
                  <a:moveTo>
                    <a:pt x="603520" y="225910"/>
                  </a:moveTo>
                  <a:lnTo>
                    <a:pt x="633575" y="225910"/>
                  </a:lnTo>
                  <a:lnTo>
                    <a:pt x="633575" y="229122"/>
                  </a:lnTo>
                  <a:lnTo>
                    <a:pt x="603520" y="229122"/>
                  </a:lnTo>
                  <a:close/>
                  <a:moveTo>
                    <a:pt x="700362" y="228051"/>
                  </a:moveTo>
                  <a:lnTo>
                    <a:pt x="717059" y="228051"/>
                  </a:lnTo>
                  <a:lnTo>
                    <a:pt x="717059" y="229122"/>
                  </a:lnTo>
                  <a:lnTo>
                    <a:pt x="700362" y="229122"/>
                  </a:lnTo>
                  <a:close/>
                  <a:moveTo>
                    <a:pt x="308821" y="228051"/>
                  </a:moveTo>
                  <a:lnTo>
                    <a:pt x="319674" y="228051"/>
                  </a:lnTo>
                  <a:lnTo>
                    <a:pt x="319674" y="229122"/>
                  </a:lnTo>
                  <a:lnTo>
                    <a:pt x="308821" y="229122"/>
                  </a:lnTo>
                  <a:close/>
                  <a:moveTo>
                    <a:pt x="412342" y="228051"/>
                  </a:moveTo>
                  <a:lnTo>
                    <a:pt x="420690" y="228051"/>
                  </a:lnTo>
                  <a:lnTo>
                    <a:pt x="420690" y="229122"/>
                  </a:lnTo>
                  <a:lnTo>
                    <a:pt x="412342" y="229122"/>
                  </a:lnTo>
                  <a:close/>
                  <a:moveTo>
                    <a:pt x="736260" y="226981"/>
                  </a:moveTo>
                  <a:lnTo>
                    <a:pt x="877348" y="226981"/>
                  </a:lnTo>
                  <a:lnTo>
                    <a:pt x="877348" y="229122"/>
                  </a:lnTo>
                  <a:lnTo>
                    <a:pt x="736260" y="229122"/>
                  </a:lnTo>
                  <a:close/>
                  <a:moveTo>
                    <a:pt x="540072" y="228051"/>
                  </a:moveTo>
                  <a:lnTo>
                    <a:pt x="565118" y="228051"/>
                  </a:lnTo>
                  <a:lnTo>
                    <a:pt x="565118" y="229122"/>
                  </a:lnTo>
                  <a:lnTo>
                    <a:pt x="540072" y="229122"/>
                  </a:lnTo>
                  <a:close/>
                  <a:moveTo>
                    <a:pt x="350563" y="226981"/>
                  </a:moveTo>
                  <a:lnTo>
                    <a:pt x="391471" y="226981"/>
                  </a:lnTo>
                  <a:lnTo>
                    <a:pt x="391471" y="229122"/>
                  </a:lnTo>
                  <a:lnTo>
                    <a:pt x="350563" y="229122"/>
                  </a:lnTo>
                  <a:close/>
                  <a:moveTo>
                    <a:pt x="670308" y="228051"/>
                  </a:moveTo>
                  <a:lnTo>
                    <a:pt x="675317" y="228051"/>
                  </a:lnTo>
                  <a:lnTo>
                    <a:pt x="675317" y="229122"/>
                  </a:lnTo>
                  <a:lnTo>
                    <a:pt x="670308" y="229122"/>
                  </a:lnTo>
                  <a:close/>
                  <a:moveTo>
                    <a:pt x="296299" y="228051"/>
                  </a:moveTo>
                  <a:lnTo>
                    <a:pt x="297968" y="228051"/>
                  </a:lnTo>
                  <a:lnTo>
                    <a:pt x="297968" y="230193"/>
                  </a:lnTo>
                  <a:lnTo>
                    <a:pt x="296299" y="230193"/>
                  </a:lnTo>
                  <a:close/>
                  <a:moveTo>
                    <a:pt x="604355" y="229122"/>
                  </a:moveTo>
                  <a:lnTo>
                    <a:pt x="633575" y="229122"/>
                  </a:lnTo>
                  <a:lnTo>
                    <a:pt x="633575" y="230193"/>
                  </a:lnTo>
                  <a:lnTo>
                    <a:pt x="604355" y="230193"/>
                  </a:lnTo>
                  <a:close/>
                  <a:moveTo>
                    <a:pt x="735425" y="229122"/>
                  </a:moveTo>
                  <a:lnTo>
                    <a:pt x="877348" y="229122"/>
                  </a:lnTo>
                  <a:lnTo>
                    <a:pt x="877348" y="230193"/>
                  </a:lnTo>
                  <a:lnTo>
                    <a:pt x="735425" y="230193"/>
                  </a:lnTo>
                  <a:close/>
                  <a:moveTo>
                    <a:pt x="308821" y="229122"/>
                  </a:moveTo>
                  <a:lnTo>
                    <a:pt x="318839" y="229122"/>
                  </a:lnTo>
                  <a:lnTo>
                    <a:pt x="318839" y="230193"/>
                  </a:lnTo>
                  <a:lnTo>
                    <a:pt x="308821" y="230193"/>
                  </a:lnTo>
                  <a:close/>
                  <a:moveTo>
                    <a:pt x="424864" y="229122"/>
                  </a:moveTo>
                  <a:lnTo>
                    <a:pt x="508348" y="229122"/>
                  </a:lnTo>
                  <a:lnTo>
                    <a:pt x="508348" y="230193"/>
                  </a:lnTo>
                  <a:lnTo>
                    <a:pt x="424864" y="230193"/>
                  </a:lnTo>
                  <a:close/>
                  <a:moveTo>
                    <a:pt x="541742" y="229122"/>
                  </a:moveTo>
                  <a:lnTo>
                    <a:pt x="565118" y="229122"/>
                  </a:lnTo>
                  <a:lnTo>
                    <a:pt x="565118" y="230193"/>
                  </a:lnTo>
                  <a:lnTo>
                    <a:pt x="541742" y="230193"/>
                  </a:lnTo>
                  <a:close/>
                  <a:moveTo>
                    <a:pt x="412342" y="229122"/>
                  </a:moveTo>
                  <a:lnTo>
                    <a:pt x="419020" y="229122"/>
                  </a:lnTo>
                  <a:lnTo>
                    <a:pt x="419020" y="231263"/>
                  </a:lnTo>
                  <a:lnTo>
                    <a:pt x="412342" y="231263"/>
                  </a:lnTo>
                  <a:close/>
                  <a:moveTo>
                    <a:pt x="699527" y="229122"/>
                  </a:moveTo>
                  <a:lnTo>
                    <a:pt x="716224" y="229122"/>
                  </a:lnTo>
                  <a:lnTo>
                    <a:pt x="716224" y="231263"/>
                  </a:lnTo>
                  <a:lnTo>
                    <a:pt x="699527" y="231263"/>
                  </a:lnTo>
                  <a:close/>
                  <a:moveTo>
                    <a:pt x="670308" y="229122"/>
                  </a:moveTo>
                  <a:lnTo>
                    <a:pt x="674482" y="229122"/>
                  </a:lnTo>
                  <a:lnTo>
                    <a:pt x="674482" y="232334"/>
                  </a:lnTo>
                  <a:lnTo>
                    <a:pt x="670308" y="232334"/>
                  </a:lnTo>
                  <a:close/>
                  <a:moveTo>
                    <a:pt x="351398" y="229122"/>
                  </a:moveTo>
                  <a:lnTo>
                    <a:pt x="391471" y="229122"/>
                  </a:lnTo>
                  <a:lnTo>
                    <a:pt x="391471" y="232334"/>
                  </a:lnTo>
                  <a:lnTo>
                    <a:pt x="351398" y="232334"/>
                  </a:lnTo>
                  <a:close/>
                  <a:moveTo>
                    <a:pt x="735425" y="230193"/>
                  </a:moveTo>
                  <a:lnTo>
                    <a:pt x="876513" y="230193"/>
                  </a:lnTo>
                  <a:lnTo>
                    <a:pt x="876513" y="232334"/>
                  </a:lnTo>
                  <a:lnTo>
                    <a:pt x="735425" y="232334"/>
                  </a:lnTo>
                  <a:close/>
                  <a:moveTo>
                    <a:pt x="604355" y="230193"/>
                  </a:moveTo>
                  <a:lnTo>
                    <a:pt x="632740" y="230193"/>
                  </a:lnTo>
                  <a:lnTo>
                    <a:pt x="632740" y="232334"/>
                  </a:lnTo>
                  <a:lnTo>
                    <a:pt x="604355" y="232334"/>
                  </a:lnTo>
                  <a:close/>
                  <a:moveTo>
                    <a:pt x="908237" y="225910"/>
                  </a:moveTo>
                  <a:lnTo>
                    <a:pt x="1000000" y="225910"/>
                  </a:lnTo>
                  <a:lnTo>
                    <a:pt x="1000000" y="232334"/>
                  </a:lnTo>
                  <a:lnTo>
                    <a:pt x="908237" y="232334"/>
                  </a:lnTo>
                  <a:close/>
                  <a:moveTo>
                    <a:pt x="698692" y="231263"/>
                  </a:moveTo>
                  <a:lnTo>
                    <a:pt x="715389" y="231263"/>
                  </a:lnTo>
                  <a:lnTo>
                    <a:pt x="715389" y="232334"/>
                  </a:lnTo>
                  <a:lnTo>
                    <a:pt x="698692" y="232334"/>
                  </a:lnTo>
                  <a:close/>
                  <a:moveTo>
                    <a:pt x="542577" y="230193"/>
                  </a:moveTo>
                  <a:lnTo>
                    <a:pt x="565118" y="230193"/>
                  </a:lnTo>
                  <a:lnTo>
                    <a:pt x="565118" y="232334"/>
                  </a:lnTo>
                  <a:lnTo>
                    <a:pt x="542577" y="232334"/>
                  </a:lnTo>
                  <a:close/>
                  <a:moveTo>
                    <a:pt x="308821" y="230193"/>
                  </a:moveTo>
                  <a:lnTo>
                    <a:pt x="318005" y="230193"/>
                  </a:lnTo>
                  <a:lnTo>
                    <a:pt x="318005" y="232334"/>
                  </a:lnTo>
                  <a:lnTo>
                    <a:pt x="308821" y="232334"/>
                  </a:lnTo>
                  <a:close/>
                  <a:moveTo>
                    <a:pt x="425699" y="230193"/>
                  </a:moveTo>
                  <a:lnTo>
                    <a:pt x="508348" y="230193"/>
                  </a:lnTo>
                  <a:lnTo>
                    <a:pt x="508348" y="233405"/>
                  </a:lnTo>
                  <a:lnTo>
                    <a:pt x="425699" y="233405"/>
                  </a:lnTo>
                  <a:close/>
                  <a:moveTo>
                    <a:pt x="0" y="187366"/>
                  </a:moveTo>
                  <a:lnTo>
                    <a:pt x="153541" y="187366"/>
                  </a:lnTo>
                  <a:lnTo>
                    <a:pt x="153541" y="233405"/>
                  </a:lnTo>
                  <a:lnTo>
                    <a:pt x="0" y="233405"/>
                  </a:lnTo>
                  <a:close/>
                  <a:moveTo>
                    <a:pt x="412342" y="231263"/>
                  </a:moveTo>
                  <a:lnTo>
                    <a:pt x="418186" y="231263"/>
                  </a:lnTo>
                  <a:lnTo>
                    <a:pt x="418186" y="233405"/>
                  </a:lnTo>
                  <a:lnTo>
                    <a:pt x="412342" y="233405"/>
                  </a:lnTo>
                  <a:close/>
                  <a:moveTo>
                    <a:pt x="543412" y="232334"/>
                  </a:moveTo>
                  <a:lnTo>
                    <a:pt x="565118" y="232334"/>
                  </a:lnTo>
                  <a:lnTo>
                    <a:pt x="565118" y="233405"/>
                  </a:lnTo>
                  <a:lnTo>
                    <a:pt x="543412" y="233405"/>
                  </a:lnTo>
                  <a:close/>
                  <a:moveTo>
                    <a:pt x="669473" y="232334"/>
                  </a:moveTo>
                  <a:lnTo>
                    <a:pt x="674482" y="232334"/>
                  </a:lnTo>
                  <a:lnTo>
                    <a:pt x="674482" y="233405"/>
                  </a:lnTo>
                  <a:lnTo>
                    <a:pt x="669473" y="233405"/>
                  </a:lnTo>
                  <a:close/>
                  <a:moveTo>
                    <a:pt x="309656" y="232334"/>
                  </a:moveTo>
                  <a:lnTo>
                    <a:pt x="318005" y="232334"/>
                  </a:lnTo>
                  <a:lnTo>
                    <a:pt x="318005" y="233405"/>
                  </a:lnTo>
                  <a:lnTo>
                    <a:pt x="309656" y="233405"/>
                  </a:lnTo>
                  <a:close/>
                  <a:moveTo>
                    <a:pt x="605190" y="232334"/>
                  </a:moveTo>
                  <a:lnTo>
                    <a:pt x="632740" y="232334"/>
                  </a:lnTo>
                  <a:lnTo>
                    <a:pt x="632740" y="233405"/>
                  </a:lnTo>
                  <a:lnTo>
                    <a:pt x="605190" y="233405"/>
                  </a:lnTo>
                  <a:close/>
                  <a:moveTo>
                    <a:pt x="199457" y="228051"/>
                  </a:moveTo>
                  <a:lnTo>
                    <a:pt x="225337" y="228051"/>
                  </a:lnTo>
                  <a:lnTo>
                    <a:pt x="225337" y="234475"/>
                  </a:lnTo>
                  <a:lnTo>
                    <a:pt x="199457" y="234475"/>
                  </a:lnTo>
                  <a:close/>
                  <a:moveTo>
                    <a:pt x="544247" y="233405"/>
                  </a:moveTo>
                  <a:lnTo>
                    <a:pt x="565118" y="233405"/>
                  </a:lnTo>
                  <a:lnTo>
                    <a:pt x="565118" y="234475"/>
                  </a:lnTo>
                  <a:lnTo>
                    <a:pt x="544247" y="234475"/>
                  </a:lnTo>
                  <a:close/>
                  <a:moveTo>
                    <a:pt x="412342" y="233405"/>
                  </a:moveTo>
                  <a:lnTo>
                    <a:pt x="417351" y="233405"/>
                  </a:lnTo>
                  <a:lnTo>
                    <a:pt x="417351" y="234475"/>
                  </a:lnTo>
                  <a:lnTo>
                    <a:pt x="412342" y="234475"/>
                  </a:lnTo>
                  <a:close/>
                  <a:moveTo>
                    <a:pt x="697857" y="232334"/>
                  </a:moveTo>
                  <a:lnTo>
                    <a:pt x="715389" y="232334"/>
                  </a:lnTo>
                  <a:lnTo>
                    <a:pt x="715389" y="234475"/>
                  </a:lnTo>
                  <a:lnTo>
                    <a:pt x="697857" y="234475"/>
                  </a:lnTo>
                  <a:close/>
                  <a:moveTo>
                    <a:pt x="310491" y="233405"/>
                  </a:moveTo>
                  <a:lnTo>
                    <a:pt x="317170" y="233405"/>
                  </a:lnTo>
                  <a:lnTo>
                    <a:pt x="317170" y="234475"/>
                  </a:lnTo>
                  <a:lnTo>
                    <a:pt x="310491" y="234475"/>
                  </a:lnTo>
                  <a:close/>
                  <a:moveTo>
                    <a:pt x="668638" y="233405"/>
                  </a:moveTo>
                  <a:lnTo>
                    <a:pt x="674482" y="233405"/>
                  </a:lnTo>
                  <a:lnTo>
                    <a:pt x="674482" y="234475"/>
                  </a:lnTo>
                  <a:lnTo>
                    <a:pt x="668638" y="234475"/>
                  </a:lnTo>
                  <a:close/>
                  <a:moveTo>
                    <a:pt x="310491" y="234475"/>
                  </a:moveTo>
                  <a:lnTo>
                    <a:pt x="316335" y="234475"/>
                  </a:lnTo>
                  <a:lnTo>
                    <a:pt x="316335" y="235546"/>
                  </a:lnTo>
                  <a:lnTo>
                    <a:pt x="310491" y="235546"/>
                  </a:lnTo>
                  <a:close/>
                  <a:moveTo>
                    <a:pt x="697023" y="234475"/>
                  </a:moveTo>
                  <a:lnTo>
                    <a:pt x="715389" y="234475"/>
                  </a:lnTo>
                  <a:lnTo>
                    <a:pt x="715389" y="235546"/>
                  </a:lnTo>
                  <a:lnTo>
                    <a:pt x="697023" y="235546"/>
                  </a:lnTo>
                  <a:close/>
                  <a:moveTo>
                    <a:pt x="735425" y="232334"/>
                  </a:moveTo>
                  <a:lnTo>
                    <a:pt x="875679" y="232334"/>
                  </a:lnTo>
                  <a:lnTo>
                    <a:pt x="875679" y="235546"/>
                  </a:lnTo>
                  <a:lnTo>
                    <a:pt x="735425" y="235546"/>
                  </a:lnTo>
                  <a:close/>
                  <a:moveTo>
                    <a:pt x="667803" y="234475"/>
                  </a:moveTo>
                  <a:lnTo>
                    <a:pt x="674482" y="234475"/>
                  </a:lnTo>
                  <a:lnTo>
                    <a:pt x="674482" y="235546"/>
                  </a:lnTo>
                  <a:lnTo>
                    <a:pt x="667803" y="235546"/>
                  </a:lnTo>
                  <a:close/>
                  <a:moveTo>
                    <a:pt x="605190" y="233405"/>
                  </a:moveTo>
                  <a:lnTo>
                    <a:pt x="631905" y="233405"/>
                  </a:lnTo>
                  <a:lnTo>
                    <a:pt x="631905" y="235546"/>
                  </a:lnTo>
                  <a:lnTo>
                    <a:pt x="605190" y="235546"/>
                  </a:lnTo>
                  <a:close/>
                  <a:moveTo>
                    <a:pt x="545081" y="234475"/>
                  </a:moveTo>
                  <a:lnTo>
                    <a:pt x="564283" y="234475"/>
                  </a:lnTo>
                  <a:lnTo>
                    <a:pt x="564283" y="235546"/>
                  </a:lnTo>
                  <a:lnTo>
                    <a:pt x="545081" y="235546"/>
                  </a:lnTo>
                  <a:close/>
                  <a:moveTo>
                    <a:pt x="412342" y="234475"/>
                  </a:moveTo>
                  <a:lnTo>
                    <a:pt x="416516" y="234475"/>
                  </a:lnTo>
                  <a:lnTo>
                    <a:pt x="416516" y="236617"/>
                  </a:lnTo>
                  <a:lnTo>
                    <a:pt x="412342" y="236617"/>
                  </a:lnTo>
                  <a:close/>
                  <a:moveTo>
                    <a:pt x="734590" y="235546"/>
                  </a:moveTo>
                  <a:lnTo>
                    <a:pt x="875679" y="235546"/>
                  </a:lnTo>
                  <a:lnTo>
                    <a:pt x="875679" y="236617"/>
                  </a:lnTo>
                  <a:lnTo>
                    <a:pt x="734590" y="236617"/>
                  </a:lnTo>
                  <a:close/>
                  <a:moveTo>
                    <a:pt x="667803" y="235546"/>
                  </a:moveTo>
                  <a:lnTo>
                    <a:pt x="673647" y="235546"/>
                  </a:lnTo>
                  <a:lnTo>
                    <a:pt x="673647" y="236617"/>
                  </a:lnTo>
                  <a:lnTo>
                    <a:pt x="667803" y="236617"/>
                  </a:lnTo>
                  <a:close/>
                  <a:moveTo>
                    <a:pt x="696188" y="235546"/>
                  </a:moveTo>
                  <a:lnTo>
                    <a:pt x="715389" y="235546"/>
                  </a:lnTo>
                  <a:lnTo>
                    <a:pt x="715389" y="236617"/>
                  </a:lnTo>
                  <a:lnTo>
                    <a:pt x="696188" y="236617"/>
                  </a:lnTo>
                  <a:close/>
                  <a:moveTo>
                    <a:pt x="426534" y="233405"/>
                  </a:moveTo>
                  <a:lnTo>
                    <a:pt x="508348" y="233405"/>
                  </a:lnTo>
                  <a:lnTo>
                    <a:pt x="508348" y="236617"/>
                  </a:lnTo>
                  <a:lnTo>
                    <a:pt x="426534" y="236617"/>
                  </a:lnTo>
                  <a:close/>
                  <a:moveTo>
                    <a:pt x="199457" y="234475"/>
                  </a:moveTo>
                  <a:lnTo>
                    <a:pt x="224502" y="234475"/>
                  </a:lnTo>
                  <a:lnTo>
                    <a:pt x="224502" y="236617"/>
                  </a:lnTo>
                  <a:lnTo>
                    <a:pt x="199457" y="236617"/>
                  </a:lnTo>
                  <a:close/>
                  <a:moveTo>
                    <a:pt x="733756" y="236617"/>
                  </a:moveTo>
                  <a:lnTo>
                    <a:pt x="875679" y="236617"/>
                  </a:lnTo>
                  <a:lnTo>
                    <a:pt x="875679" y="237687"/>
                  </a:lnTo>
                  <a:lnTo>
                    <a:pt x="733756" y="237687"/>
                  </a:lnTo>
                  <a:close/>
                  <a:moveTo>
                    <a:pt x="311326" y="235546"/>
                  </a:moveTo>
                  <a:lnTo>
                    <a:pt x="315500" y="235546"/>
                  </a:lnTo>
                  <a:lnTo>
                    <a:pt x="315500" y="237687"/>
                  </a:lnTo>
                  <a:lnTo>
                    <a:pt x="311326" y="237687"/>
                  </a:lnTo>
                  <a:close/>
                  <a:moveTo>
                    <a:pt x="667803" y="236617"/>
                  </a:moveTo>
                  <a:lnTo>
                    <a:pt x="672812" y="236617"/>
                  </a:lnTo>
                  <a:lnTo>
                    <a:pt x="672812" y="237687"/>
                  </a:lnTo>
                  <a:lnTo>
                    <a:pt x="667803" y="237687"/>
                  </a:lnTo>
                  <a:close/>
                  <a:moveTo>
                    <a:pt x="199457" y="236617"/>
                  </a:moveTo>
                  <a:lnTo>
                    <a:pt x="223667" y="236617"/>
                  </a:lnTo>
                  <a:lnTo>
                    <a:pt x="223667" y="238758"/>
                  </a:lnTo>
                  <a:lnTo>
                    <a:pt x="199457" y="238758"/>
                  </a:lnTo>
                  <a:close/>
                  <a:moveTo>
                    <a:pt x="311326" y="237687"/>
                  </a:moveTo>
                  <a:lnTo>
                    <a:pt x="314665" y="237687"/>
                  </a:lnTo>
                  <a:lnTo>
                    <a:pt x="314665" y="238758"/>
                  </a:lnTo>
                  <a:lnTo>
                    <a:pt x="311326" y="238758"/>
                  </a:lnTo>
                  <a:close/>
                  <a:moveTo>
                    <a:pt x="545081" y="235546"/>
                  </a:moveTo>
                  <a:lnTo>
                    <a:pt x="563448" y="235546"/>
                  </a:lnTo>
                  <a:lnTo>
                    <a:pt x="563448" y="238758"/>
                  </a:lnTo>
                  <a:lnTo>
                    <a:pt x="545081" y="238758"/>
                  </a:lnTo>
                  <a:close/>
                  <a:moveTo>
                    <a:pt x="427369" y="236617"/>
                  </a:moveTo>
                  <a:lnTo>
                    <a:pt x="508348" y="236617"/>
                  </a:lnTo>
                  <a:lnTo>
                    <a:pt x="508348" y="238758"/>
                  </a:lnTo>
                  <a:lnTo>
                    <a:pt x="427369" y="238758"/>
                  </a:lnTo>
                  <a:close/>
                  <a:moveTo>
                    <a:pt x="605190" y="235546"/>
                  </a:moveTo>
                  <a:lnTo>
                    <a:pt x="631070" y="235546"/>
                  </a:lnTo>
                  <a:lnTo>
                    <a:pt x="631070" y="239829"/>
                  </a:lnTo>
                  <a:lnTo>
                    <a:pt x="605190" y="239829"/>
                  </a:lnTo>
                  <a:close/>
                  <a:moveTo>
                    <a:pt x="312161" y="238758"/>
                  </a:moveTo>
                  <a:lnTo>
                    <a:pt x="314665" y="238758"/>
                  </a:lnTo>
                  <a:lnTo>
                    <a:pt x="314665" y="239829"/>
                  </a:lnTo>
                  <a:lnTo>
                    <a:pt x="312161" y="239829"/>
                  </a:lnTo>
                  <a:close/>
                  <a:moveTo>
                    <a:pt x="733756" y="237687"/>
                  </a:moveTo>
                  <a:lnTo>
                    <a:pt x="874844" y="237687"/>
                  </a:lnTo>
                  <a:lnTo>
                    <a:pt x="874844" y="239829"/>
                  </a:lnTo>
                  <a:lnTo>
                    <a:pt x="733756" y="239829"/>
                  </a:lnTo>
                  <a:close/>
                  <a:moveTo>
                    <a:pt x="545916" y="238758"/>
                  </a:moveTo>
                  <a:lnTo>
                    <a:pt x="563448" y="238758"/>
                  </a:lnTo>
                  <a:lnTo>
                    <a:pt x="563448" y="239829"/>
                  </a:lnTo>
                  <a:lnTo>
                    <a:pt x="545916" y="239829"/>
                  </a:lnTo>
                  <a:close/>
                  <a:moveTo>
                    <a:pt x="695353" y="236617"/>
                  </a:moveTo>
                  <a:lnTo>
                    <a:pt x="714554" y="236617"/>
                  </a:lnTo>
                  <a:lnTo>
                    <a:pt x="714554" y="239829"/>
                  </a:lnTo>
                  <a:lnTo>
                    <a:pt x="695353" y="239829"/>
                  </a:lnTo>
                  <a:close/>
                  <a:moveTo>
                    <a:pt x="694518" y="239829"/>
                  </a:moveTo>
                  <a:lnTo>
                    <a:pt x="713719" y="239829"/>
                  </a:lnTo>
                  <a:lnTo>
                    <a:pt x="713719" y="240899"/>
                  </a:lnTo>
                  <a:lnTo>
                    <a:pt x="694518" y="240899"/>
                  </a:lnTo>
                  <a:close/>
                  <a:moveTo>
                    <a:pt x="732921" y="239829"/>
                  </a:moveTo>
                  <a:lnTo>
                    <a:pt x="874009" y="239829"/>
                  </a:lnTo>
                  <a:lnTo>
                    <a:pt x="874009" y="240899"/>
                  </a:lnTo>
                  <a:lnTo>
                    <a:pt x="732921" y="240899"/>
                  </a:lnTo>
                  <a:close/>
                  <a:moveTo>
                    <a:pt x="907403" y="232334"/>
                  </a:moveTo>
                  <a:lnTo>
                    <a:pt x="1000000" y="232334"/>
                  </a:lnTo>
                  <a:lnTo>
                    <a:pt x="1000000" y="240899"/>
                  </a:lnTo>
                  <a:lnTo>
                    <a:pt x="907403" y="240899"/>
                  </a:lnTo>
                  <a:close/>
                  <a:moveTo>
                    <a:pt x="546751" y="239829"/>
                  </a:moveTo>
                  <a:lnTo>
                    <a:pt x="562613" y="239829"/>
                  </a:lnTo>
                  <a:lnTo>
                    <a:pt x="562613" y="240899"/>
                  </a:lnTo>
                  <a:lnTo>
                    <a:pt x="546751" y="240899"/>
                  </a:lnTo>
                  <a:close/>
                  <a:moveTo>
                    <a:pt x="606025" y="239829"/>
                  </a:moveTo>
                  <a:lnTo>
                    <a:pt x="631070" y="239829"/>
                  </a:lnTo>
                  <a:lnTo>
                    <a:pt x="631070" y="241970"/>
                  </a:lnTo>
                  <a:lnTo>
                    <a:pt x="606025" y="241970"/>
                  </a:lnTo>
                  <a:close/>
                  <a:moveTo>
                    <a:pt x="428204" y="238758"/>
                  </a:moveTo>
                  <a:lnTo>
                    <a:pt x="508348" y="238758"/>
                  </a:lnTo>
                  <a:lnTo>
                    <a:pt x="508348" y="241970"/>
                  </a:lnTo>
                  <a:lnTo>
                    <a:pt x="428204" y="241970"/>
                  </a:lnTo>
                  <a:close/>
                  <a:moveTo>
                    <a:pt x="667803" y="237687"/>
                  </a:moveTo>
                  <a:lnTo>
                    <a:pt x="671977" y="237687"/>
                  </a:lnTo>
                  <a:lnTo>
                    <a:pt x="671977" y="241970"/>
                  </a:lnTo>
                  <a:lnTo>
                    <a:pt x="667803" y="241970"/>
                  </a:lnTo>
                  <a:close/>
                  <a:moveTo>
                    <a:pt x="694518" y="240899"/>
                  </a:moveTo>
                  <a:lnTo>
                    <a:pt x="712885" y="240899"/>
                  </a:lnTo>
                  <a:lnTo>
                    <a:pt x="712885" y="241970"/>
                  </a:lnTo>
                  <a:lnTo>
                    <a:pt x="694518" y="241970"/>
                  </a:lnTo>
                  <a:close/>
                  <a:moveTo>
                    <a:pt x="606860" y="241970"/>
                  </a:moveTo>
                  <a:lnTo>
                    <a:pt x="631070" y="241970"/>
                  </a:lnTo>
                  <a:lnTo>
                    <a:pt x="631070" y="243041"/>
                  </a:lnTo>
                  <a:lnTo>
                    <a:pt x="606860" y="243041"/>
                  </a:lnTo>
                  <a:close/>
                  <a:moveTo>
                    <a:pt x="666968" y="241970"/>
                  </a:moveTo>
                  <a:lnTo>
                    <a:pt x="671977" y="241970"/>
                  </a:lnTo>
                  <a:lnTo>
                    <a:pt x="671977" y="243041"/>
                  </a:lnTo>
                  <a:lnTo>
                    <a:pt x="666968" y="243041"/>
                  </a:lnTo>
                  <a:close/>
                  <a:moveTo>
                    <a:pt x="0" y="233405"/>
                  </a:moveTo>
                  <a:lnTo>
                    <a:pt x="152706" y="233405"/>
                  </a:lnTo>
                  <a:lnTo>
                    <a:pt x="152706" y="243041"/>
                  </a:lnTo>
                  <a:lnTo>
                    <a:pt x="0" y="243041"/>
                  </a:lnTo>
                  <a:close/>
                  <a:moveTo>
                    <a:pt x="412342" y="236617"/>
                  </a:moveTo>
                  <a:lnTo>
                    <a:pt x="415681" y="236617"/>
                  </a:lnTo>
                  <a:lnTo>
                    <a:pt x="415681" y="243041"/>
                  </a:lnTo>
                  <a:lnTo>
                    <a:pt x="412342" y="243041"/>
                  </a:lnTo>
                  <a:close/>
                  <a:moveTo>
                    <a:pt x="693683" y="241970"/>
                  </a:moveTo>
                  <a:lnTo>
                    <a:pt x="712885" y="241970"/>
                  </a:lnTo>
                  <a:lnTo>
                    <a:pt x="712885" y="243041"/>
                  </a:lnTo>
                  <a:lnTo>
                    <a:pt x="693683" y="243041"/>
                  </a:lnTo>
                  <a:close/>
                  <a:moveTo>
                    <a:pt x="906568" y="240899"/>
                  </a:moveTo>
                  <a:lnTo>
                    <a:pt x="1000000" y="240899"/>
                  </a:lnTo>
                  <a:lnTo>
                    <a:pt x="1000000" y="243041"/>
                  </a:lnTo>
                  <a:lnTo>
                    <a:pt x="906568" y="243041"/>
                  </a:lnTo>
                  <a:close/>
                  <a:moveTo>
                    <a:pt x="453249" y="241970"/>
                  </a:moveTo>
                  <a:lnTo>
                    <a:pt x="508348" y="241970"/>
                  </a:lnTo>
                  <a:lnTo>
                    <a:pt x="508348" y="243041"/>
                  </a:lnTo>
                  <a:lnTo>
                    <a:pt x="453249" y="243041"/>
                  </a:lnTo>
                  <a:close/>
                  <a:moveTo>
                    <a:pt x="547586" y="240899"/>
                  </a:moveTo>
                  <a:lnTo>
                    <a:pt x="562613" y="240899"/>
                  </a:lnTo>
                  <a:lnTo>
                    <a:pt x="562613" y="244111"/>
                  </a:lnTo>
                  <a:lnTo>
                    <a:pt x="547586" y="244111"/>
                  </a:lnTo>
                  <a:close/>
                  <a:moveTo>
                    <a:pt x="607695" y="243041"/>
                  </a:moveTo>
                  <a:lnTo>
                    <a:pt x="631070" y="243041"/>
                  </a:lnTo>
                  <a:lnTo>
                    <a:pt x="631070" y="244111"/>
                  </a:lnTo>
                  <a:lnTo>
                    <a:pt x="607695" y="244111"/>
                  </a:lnTo>
                  <a:close/>
                  <a:moveTo>
                    <a:pt x="352233" y="232334"/>
                  </a:moveTo>
                  <a:lnTo>
                    <a:pt x="391471" y="232334"/>
                  </a:lnTo>
                  <a:lnTo>
                    <a:pt x="391471" y="244111"/>
                  </a:lnTo>
                  <a:lnTo>
                    <a:pt x="352233" y="244111"/>
                  </a:lnTo>
                  <a:close/>
                  <a:moveTo>
                    <a:pt x="666968" y="243041"/>
                  </a:moveTo>
                  <a:lnTo>
                    <a:pt x="671142" y="243041"/>
                  </a:lnTo>
                  <a:lnTo>
                    <a:pt x="671142" y="244111"/>
                  </a:lnTo>
                  <a:lnTo>
                    <a:pt x="666968" y="244111"/>
                  </a:lnTo>
                  <a:close/>
                  <a:moveTo>
                    <a:pt x="459928" y="243041"/>
                  </a:moveTo>
                  <a:lnTo>
                    <a:pt x="508348" y="243041"/>
                  </a:lnTo>
                  <a:lnTo>
                    <a:pt x="508348" y="244111"/>
                  </a:lnTo>
                  <a:lnTo>
                    <a:pt x="459928" y="244111"/>
                  </a:lnTo>
                  <a:close/>
                  <a:moveTo>
                    <a:pt x="905733" y="243041"/>
                  </a:moveTo>
                  <a:lnTo>
                    <a:pt x="1000000" y="243041"/>
                  </a:lnTo>
                  <a:lnTo>
                    <a:pt x="1000000" y="244111"/>
                  </a:lnTo>
                  <a:lnTo>
                    <a:pt x="905733" y="244111"/>
                  </a:lnTo>
                  <a:close/>
                  <a:moveTo>
                    <a:pt x="428204" y="241970"/>
                  </a:moveTo>
                  <a:lnTo>
                    <a:pt x="451579" y="241970"/>
                  </a:lnTo>
                  <a:lnTo>
                    <a:pt x="451579" y="244111"/>
                  </a:lnTo>
                  <a:lnTo>
                    <a:pt x="428204" y="244111"/>
                  </a:lnTo>
                  <a:close/>
                  <a:moveTo>
                    <a:pt x="692848" y="243041"/>
                  </a:moveTo>
                  <a:lnTo>
                    <a:pt x="712885" y="243041"/>
                  </a:lnTo>
                  <a:lnTo>
                    <a:pt x="712885" y="244111"/>
                  </a:lnTo>
                  <a:lnTo>
                    <a:pt x="692848" y="244111"/>
                  </a:lnTo>
                  <a:close/>
                  <a:moveTo>
                    <a:pt x="460762" y="244111"/>
                  </a:moveTo>
                  <a:lnTo>
                    <a:pt x="480799" y="244111"/>
                  </a:lnTo>
                  <a:lnTo>
                    <a:pt x="480799" y="245182"/>
                  </a:lnTo>
                  <a:lnTo>
                    <a:pt x="460762" y="245182"/>
                  </a:lnTo>
                  <a:close/>
                  <a:moveTo>
                    <a:pt x="488312" y="244111"/>
                  </a:moveTo>
                  <a:lnTo>
                    <a:pt x="508348" y="244111"/>
                  </a:lnTo>
                  <a:lnTo>
                    <a:pt x="508348" y="245182"/>
                  </a:lnTo>
                  <a:lnTo>
                    <a:pt x="488312" y="245182"/>
                  </a:lnTo>
                  <a:close/>
                  <a:moveTo>
                    <a:pt x="412342" y="243041"/>
                  </a:moveTo>
                  <a:lnTo>
                    <a:pt x="414846" y="243041"/>
                  </a:lnTo>
                  <a:lnTo>
                    <a:pt x="414846" y="245182"/>
                  </a:lnTo>
                  <a:lnTo>
                    <a:pt x="412342" y="245182"/>
                  </a:lnTo>
                  <a:close/>
                  <a:moveTo>
                    <a:pt x="692014" y="244111"/>
                  </a:moveTo>
                  <a:lnTo>
                    <a:pt x="712885" y="244111"/>
                  </a:lnTo>
                  <a:lnTo>
                    <a:pt x="712885" y="245182"/>
                  </a:lnTo>
                  <a:lnTo>
                    <a:pt x="692014" y="245182"/>
                  </a:lnTo>
                  <a:close/>
                  <a:moveTo>
                    <a:pt x="732921" y="240899"/>
                  </a:moveTo>
                  <a:lnTo>
                    <a:pt x="873174" y="240899"/>
                  </a:lnTo>
                  <a:lnTo>
                    <a:pt x="873174" y="245182"/>
                  </a:lnTo>
                  <a:lnTo>
                    <a:pt x="732921" y="245182"/>
                  </a:lnTo>
                  <a:close/>
                  <a:moveTo>
                    <a:pt x="666133" y="244111"/>
                  </a:moveTo>
                  <a:lnTo>
                    <a:pt x="671142" y="244111"/>
                  </a:lnTo>
                  <a:lnTo>
                    <a:pt x="671142" y="245182"/>
                  </a:lnTo>
                  <a:lnTo>
                    <a:pt x="666133" y="245182"/>
                  </a:lnTo>
                  <a:close/>
                  <a:moveTo>
                    <a:pt x="411507" y="245182"/>
                  </a:moveTo>
                  <a:lnTo>
                    <a:pt x="413176" y="245182"/>
                  </a:lnTo>
                  <a:lnTo>
                    <a:pt x="413176" y="246253"/>
                  </a:lnTo>
                  <a:lnTo>
                    <a:pt x="411507" y="246253"/>
                  </a:lnTo>
                  <a:close/>
                  <a:moveTo>
                    <a:pt x="489147" y="245182"/>
                  </a:moveTo>
                  <a:lnTo>
                    <a:pt x="508348" y="245182"/>
                  </a:lnTo>
                  <a:lnTo>
                    <a:pt x="508348" y="246253"/>
                  </a:lnTo>
                  <a:lnTo>
                    <a:pt x="489147" y="246253"/>
                  </a:lnTo>
                  <a:close/>
                  <a:moveTo>
                    <a:pt x="732921" y="245182"/>
                  </a:moveTo>
                  <a:lnTo>
                    <a:pt x="872339" y="245182"/>
                  </a:lnTo>
                  <a:lnTo>
                    <a:pt x="872339" y="246253"/>
                  </a:lnTo>
                  <a:lnTo>
                    <a:pt x="732921" y="246253"/>
                  </a:lnTo>
                  <a:close/>
                  <a:moveTo>
                    <a:pt x="199457" y="238758"/>
                  </a:moveTo>
                  <a:lnTo>
                    <a:pt x="222833" y="238758"/>
                  </a:lnTo>
                  <a:lnTo>
                    <a:pt x="222833" y="246253"/>
                  </a:lnTo>
                  <a:lnTo>
                    <a:pt x="199457" y="246253"/>
                  </a:lnTo>
                  <a:close/>
                  <a:moveTo>
                    <a:pt x="665299" y="245182"/>
                  </a:moveTo>
                  <a:lnTo>
                    <a:pt x="671142" y="245182"/>
                  </a:lnTo>
                  <a:lnTo>
                    <a:pt x="671142" y="246253"/>
                  </a:lnTo>
                  <a:lnTo>
                    <a:pt x="665299" y="246253"/>
                  </a:lnTo>
                  <a:close/>
                  <a:moveTo>
                    <a:pt x="353068" y="244111"/>
                  </a:moveTo>
                  <a:lnTo>
                    <a:pt x="391471" y="244111"/>
                  </a:lnTo>
                  <a:lnTo>
                    <a:pt x="391471" y="246253"/>
                  </a:lnTo>
                  <a:lnTo>
                    <a:pt x="353068" y="246253"/>
                  </a:lnTo>
                  <a:close/>
                  <a:moveTo>
                    <a:pt x="461597" y="245182"/>
                  </a:moveTo>
                  <a:lnTo>
                    <a:pt x="479964" y="245182"/>
                  </a:lnTo>
                  <a:lnTo>
                    <a:pt x="479964" y="246253"/>
                  </a:lnTo>
                  <a:lnTo>
                    <a:pt x="461597" y="246253"/>
                  </a:lnTo>
                  <a:close/>
                  <a:moveTo>
                    <a:pt x="461597" y="246253"/>
                  </a:moveTo>
                  <a:lnTo>
                    <a:pt x="479129" y="246253"/>
                  </a:lnTo>
                  <a:lnTo>
                    <a:pt x="479129" y="247323"/>
                  </a:lnTo>
                  <a:lnTo>
                    <a:pt x="461597" y="247323"/>
                  </a:lnTo>
                  <a:close/>
                  <a:moveTo>
                    <a:pt x="732921" y="246253"/>
                  </a:moveTo>
                  <a:lnTo>
                    <a:pt x="871504" y="246253"/>
                  </a:lnTo>
                  <a:lnTo>
                    <a:pt x="871504" y="247323"/>
                  </a:lnTo>
                  <a:lnTo>
                    <a:pt x="732921" y="247323"/>
                  </a:lnTo>
                  <a:close/>
                  <a:moveTo>
                    <a:pt x="904898" y="244111"/>
                  </a:moveTo>
                  <a:lnTo>
                    <a:pt x="1000000" y="244111"/>
                  </a:lnTo>
                  <a:lnTo>
                    <a:pt x="1000000" y="247323"/>
                  </a:lnTo>
                  <a:lnTo>
                    <a:pt x="904898" y="247323"/>
                  </a:lnTo>
                  <a:close/>
                  <a:moveTo>
                    <a:pt x="353068" y="246253"/>
                  </a:moveTo>
                  <a:lnTo>
                    <a:pt x="390636" y="246253"/>
                  </a:lnTo>
                  <a:lnTo>
                    <a:pt x="390636" y="247323"/>
                  </a:lnTo>
                  <a:lnTo>
                    <a:pt x="353068" y="247323"/>
                  </a:lnTo>
                  <a:close/>
                  <a:moveTo>
                    <a:pt x="607695" y="244111"/>
                  </a:moveTo>
                  <a:lnTo>
                    <a:pt x="630235" y="244111"/>
                  </a:lnTo>
                  <a:lnTo>
                    <a:pt x="630235" y="247323"/>
                  </a:lnTo>
                  <a:lnTo>
                    <a:pt x="607695" y="247323"/>
                  </a:lnTo>
                  <a:close/>
                  <a:moveTo>
                    <a:pt x="548421" y="244111"/>
                  </a:moveTo>
                  <a:lnTo>
                    <a:pt x="562613" y="244111"/>
                  </a:lnTo>
                  <a:lnTo>
                    <a:pt x="562613" y="247323"/>
                  </a:lnTo>
                  <a:lnTo>
                    <a:pt x="548421" y="247323"/>
                  </a:lnTo>
                  <a:close/>
                  <a:moveTo>
                    <a:pt x="692014" y="245182"/>
                  </a:moveTo>
                  <a:lnTo>
                    <a:pt x="712050" y="245182"/>
                  </a:lnTo>
                  <a:lnTo>
                    <a:pt x="712050" y="247323"/>
                  </a:lnTo>
                  <a:lnTo>
                    <a:pt x="692014" y="247323"/>
                  </a:lnTo>
                  <a:close/>
                  <a:moveTo>
                    <a:pt x="410672" y="246253"/>
                  </a:moveTo>
                  <a:lnTo>
                    <a:pt x="412342" y="246253"/>
                  </a:lnTo>
                  <a:lnTo>
                    <a:pt x="412342" y="248394"/>
                  </a:lnTo>
                  <a:lnTo>
                    <a:pt x="410672" y="248394"/>
                  </a:lnTo>
                  <a:close/>
                  <a:moveTo>
                    <a:pt x="691179" y="247323"/>
                  </a:moveTo>
                  <a:lnTo>
                    <a:pt x="712050" y="247323"/>
                  </a:lnTo>
                  <a:lnTo>
                    <a:pt x="712050" y="248394"/>
                  </a:lnTo>
                  <a:lnTo>
                    <a:pt x="691179" y="248394"/>
                  </a:lnTo>
                  <a:close/>
                  <a:moveTo>
                    <a:pt x="490817" y="246253"/>
                  </a:moveTo>
                  <a:lnTo>
                    <a:pt x="508348" y="246253"/>
                  </a:lnTo>
                  <a:lnTo>
                    <a:pt x="508348" y="248394"/>
                  </a:lnTo>
                  <a:lnTo>
                    <a:pt x="490817" y="248394"/>
                  </a:lnTo>
                  <a:close/>
                  <a:moveTo>
                    <a:pt x="462432" y="247323"/>
                  </a:moveTo>
                  <a:lnTo>
                    <a:pt x="478294" y="247323"/>
                  </a:lnTo>
                  <a:lnTo>
                    <a:pt x="478294" y="248394"/>
                  </a:lnTo>
                  <a:lnTo>
                    <a:pt x="462432" y="248394"/>
                  </a:lnTo>
                  <a:close/>
                  <a:moveTo>
                    <a:pt x="607695" y="247323"/>
                  </a:moveTo>
                  <a:lnTo>
                    <a:pt x="629400" y="247323"/>
                  </a:lnTo>
                  <a:lnTo>
                    <a:pt x="629400" y="248394"/>
                  </a:lnTo>
                  <a:lnTo>
                    <a:pt x="607695" y="248394"/>
                  </a:lnTo>
                  <a:close/>
                  <a:moveTo>
                    <a:pt x="548421" y="247323"/>
                  </a:moveTo>
                  <a:lnTo>
                    <a:pt x="561778" y="247323"/>
                  </a:lnTo>
                  <a:lnTo>
                    <a:pt x="561778" y="249465"/>
                  </a:lnTo>
                  <a:lnTo>
                    <a:pt x="548421" y="249465"/>
                  </a:lnTo>
                  <a:close/>
                  <a:moveTo>
                    <a:pt x="462432" y="248394"/>
                  </a:moveTo>
                  <a:lnTo>
                    <a:pt x="477459" y="248394"/>
                  </a:lnTo>
                  <a:lnTo>
                    <a:pt x="477459" y="249465"/>
                  </a:lnTo>
                  <a:lnTo>
                    <a:pt x="462432" y="249465"/>
                  </a:lnTo>
                  <a:close/>
                  <a:moveTo>
                    <a:pt x="491652" y="248394"/>
                  </a:moveTo>
                  <a:lnTo>
                    <a:pt x="508348" y="248394"/>
                  </a:lnTo>
                  <a:lnTo>
                    <a:pt x="508348" y="249465"/>
                  </a:lnTo>
                  <a:lnTo>
                    <a:pt x="491652" y="249465"/>
                  </a:lnTo>
                  <a:close/>
                  <a:moveTo>
                    <a:pt x="608529" y="248394"/>
                  </a:moveTo>
                  <a:lnTo>
                    <a:pt x="629400" y="248394"/>
                  </a:lnTo>
                  <a:lnTo>
                    <a:pt x="629400" y="249465"/>
                  </a:lnTo>
                  <a:lnTo>
                    <a:pt x="608529" y="249465"/>
                  </a:lnTo>
                  <a:close/>
                  <a:moveTo>
                    <a:pt x="904063" y="247323"/>
                  </a:moveTo>
                  <a:lnTo>
                    <a:pt x="1000000" y="247323"/>
                  </a:lnTo>
                  <a:lnTo>
                    <a:pt x="1000000" y="249465"/>
                  </a:lnTo>
                  <a:lnTo>
                    <a:pt x="904063" y="249465"/>
                  </a:lnTo>
                  <a:close/>
                  <a:moveTo>
                    <a:pt x="199457" y="246253"/>
                  </a:moveTo>
                  <a:lnTo>
                    <a:pt x="221998" y="246253"/>
                  </a:lnTo>
                  <a:lnTo>
                    <a:pt x="221998" y="249465"/>
                  </a:lnTo>
                  <a:lnTo>
                    <a:pt x="199457" y="249465"/>
                  </a:lnTo>
                  <a:close/>
                  <a:moveTo>
                    <a:pt x="690344" y="248394"/>
                  </a:moveTo>
                  <a:lnTo>
                    <a:pt x="712050" y="248394"/>
                  </a:lnTo>
                  <a:lnTo>
                    <a:pt x="712050" y="249465"/>
                  </a:lnTo>
                  <a:lnTo>
                    <a:pt x="690344" y="249465"/>
                  </a:lnTo>
                  <a:close/>
                  <a:moveTo>
                    <a:pt x="732086" y="247323"/>
                  </a:moveTo>
                  <a:lnTo>
                    <a:pt x="870670" y="247323"/>
                  </a:lnTo>
                  <a:lnTo>
                    <a:pt x="870670" y="249465"/>
                  </a:lnTo>
                  <a:lnTo>
                    <a:pt x="732086" y="249465"/>
                  </a:lnTo>
                  <a:close/>
                  <a:moveTo>
                    <a:pt x="409837" y="248394"/>
                  </a:moveTo>
                  <a:lnTo>
                    <a:pt x="412342" y="248394"/>
                  </a:lnTo>
                  <a:lnTo>
                    <a:pt x="412342" y="249465"/>
                  </a:lnTo>
                  <a:lnTo>
                    <a:pt x="409837" y="249465"/>
                  </a:lnTo>
                  <a:close/>
                  <a:moveTo>
                    <a:pt x="199457" y="249465"/>
                  </a:moveTo>
                  <a:lnTo>
                    <a:pt x="221163" y="249465"/>
                  </a:lnTo>
                  <a:lnTo>
                    <a:pt x="221163" y="250535"/>
                  </a:lnTo>
                  <a:lnTo>
                    <a:pt x="199457" y="250535"/>
                  </a:lnTo>
                  <a:close/>
                  <a:moveTo>
                    <a:pt x="492486" y="249465"/>
                  </a:moveTo>
                  <a:lnTo>
                    <a:pt x="508348" y="249465"/>
                  </a:lnTo>
                  <a:lnTo>
                    <a:pt x="508348" y="250535"/>
                  </a:lnTo>
                  <a:lnTo>
                    <a:pt x="492486" y="250535"/>
                  </a:lnTo>
                  <a:close/>
                  <a:moveTo>
                    <a:pt x="689509" y="249465"/>
                  </a:moveTo>
                  <a:lnTo>
                    <a:pt x="711215" y="249465"/>
                  </a:lnTo>
                  <a:lnTo>
                    <a:pt x="711215" y="250535"/>
                  </a:lnTo>
                  <a:lnTo>
                    <a:pt x="689509" y="250535"/>
                  </a:lnTo>
                  <a:close/>
                  <a:moveTo>
                    <a:pt x="290455" y="249465"/>
                  </a:moveTo>
                  <a:lnTo>
                    <a:pt x="292959" y="249465"/>
                  </a:lnTo>
                  <a:lnTo>
                    <a:pt x="292959" y="250535"/>
                  </a:lnTo>
                  <a:lnTo>
                    <a:pt x="290455" y="250535"/>
                  </a:lnTo>
                  <a:close/>
                  <a:moveTo>
                    <a:pt x="903228" y="249465"/>
                  </a:moveTo>
                  <a:lnTo>
                    <a:pt x="1000000" y="249465"/>
                  </a:lnTo>
                  <a:lnTo>
                    <a:pt x="1000000" y="250535"/>
                  </a:lnTo>
                  <a:lnTo>
                    <a:pt x="903228" y="250535"/>
                  </a:lnTo>
                  <a:close/>
                  <a:moveTo>
                    <a:pt x="463267" y="249465"/>
                  </a:moveTo>
                  <a:lnTo>
                    <a:pt x="476624" y="249465"/>
                  </a:lnTo>
                  <a:lnTo>
                    <a:pt x="476624" y="250535"/>
                  </a:lnTo>
                  <a:lnTo>
                    <a:pt x="463267" y="250535"/>
                  </a:lnTo>
                  <a:close/>
                  <a:moveTo>
                    <a:pt x="731251" y="249465"/>
                  </a:moveTo>
                  <a:lnTo>
                    <a:pt x="870670" y="249465"/>
                  </a:lnTo>
                  <a:lnTo>
                    <a:pt x="870670" y="250535"/>
                  </a:lnTo>
                  <a:lnTo>
                    <a:pt x="731251" y="250535"/>
                  </a:lnTo>
                  <a:close/>
                  <a:moveTo>
                    <a:pt x="428204" y="244111"/>
                  </a:moveTo>
                  <a:lnTo>
                    <a:pt x="450744" y="244111"/>
                  </a:lnTo>
                  <a:lnTo>
                    <a:pt x="450744" y="250535"/>
                  </a:lnTo>
                  <a:lnTo>
                    <a:pt x="428204" y="250535"/>
                  </a:lnTo>
                  <a:close/>
                  <a:moveTo>
                    <a:pt x="549256" y="249465"/>
                  </a:moveTo>
                  <a:lnTo>
                    <a:pt x="561778" y="249465"/>
                  </a:lnTo>
                  <a:lnTo>
                    <a:pt x="561778" y="250535"/>
                  </a:lnTo>
                  <a:lnTo>
                    <a:pt x="549256" y="250535"/>
                  </a:lnTo>
                  <a:close/>
                  <a:moveTo>
                    <a:pt x="665299" y="246253"/>
                  </a:moveTo>
                  <a:lnTo>
                    <a:pt x="669473" y="246253"/>
                  </a:lnTo>
                  <a:lnTo>
                    <a:pt x="669473" y="250535"/>
                  </a:lnTo>
                  <a:lnTo>
                    <a:pt x="665299" y="250535"/>
                  </a:lnTo>
                  <a:close/>
                  <a:moveTo>
                    <a:pt x="608529" y="249465"/>
                  </a:moveTo>
                  <a:lnTo>
                    <a:pt x="628566" y="249465"/>
                  </a:lnTo>
                  <a:lnTo>
                    <a:pt x="628566" y="251606"/>
                  </a:lnTo>
                  <a:lnTo>
                    <a:pt x="608529" y="251606"/>
                  </a:lnTo>
                  <a:close/>
                  <a:moveTo>
                    <a:pt x="665299" y="250535"/>
                  </a:moveTo>
                  <a:lnTo>
                    <a:pt x="668638" y="250535"/>
                  </a:lnTo>
                  <a:lnTo>
                    <a:pt x="668638" y="251606"/>
                  </a:lnTo>
                  <a:lnTo>
                    <a:pt x="665299" y="251606"/>
                  </a:lnTo>
                  <a:close/>
                  <a:moveTo>
                    <a:pt x="609364" y="251606"/>
                  </a:moveTo>
                  <a:lnTo>
                    <a:pt x="628566" y="251606"/>
                  </a:lnTo>
                  <a:lnTo>
                    <a:pt x="628566" y="252677"/>
                  </a:lnTo>
                  <a:lnTo>
                    <a:pt x="609364" y="252677"/>
                  </a:lnTo>
                  <a:close/>
                  <a:moveTo>
                    <a:pt x="493321" y="250535"/>
                  </a:moveTo>
                  <a:lnTo>
                    <a:pt x="508348" y="250535"/>
                  </a:lnTo>
                  <a:lnTo>
                    <a:pt x="508348" y="252677"/>
                  </a:lnTo>
                  <a:lnTo>
                    <a:pt x="493321" y="252677"/>
                  </a:lnTo>
                  <a:close/>
                  <a:moveTo>
                    <a:pt x="550090" y="250535"/>
                  </a:moveTo>
                  <a:lnTo>
                    <a:pt x="560943" y="250535"/>
                  </a:lnTo>
                  <a:lnTo>
                    <a:pt x="560943" y="252677"/>
                  </a:lnTo>
                  <a:lnTo>
                    <a:pt x="550090" y="252677"/>
                  </a:lnTo>
                  <a:close/>
                  <a:moveTo>
                    <a:pt x="730416" y="250535"/>
                  </a:moveTo>
                  <a:lnTo>
                    <a:pt x="869835" y="250535"/>
                  </a:lnTo>
                  <a:lnTo>
                    <a:pt x="869835" y="252677"/>
                  </a:lnTo>
                  <a:lnTo>
                    <a:pt x="730416" y="252677"/>
                  </a:lnTo>
                  <a:close/>
                  <a:moveTo>
                    <a:pt x="902394" y="250535"/>
                  </a:moveTo>
                  <a:lnTo>
                    <a:pt x="1000000" y="250535"/>
                  </a:lnTo>
                  <a:lnTo>
                    <a:pt x="1000000" y="252677"/>
                  </a:lnTo>
                  <a:lnTo>
                    <a:pt x="902394" y="252677"/>
                  </a:lnTo>
                  <a:close/>
                  <a:moveTo>
                    <a:pt x="353903" y="247323"/>
                  </a:moveTo>
                  <a:lnTo>
                    <a:pt x="391471" y="247323"/>
                  </a:lnTo>
                  <a:lnTo>
                    <a:pt x="391471" y="252677"/>
                  </a:lnTo>
                  <a:lnTo>
                    <a:pt x="353903" y="252677"/>
                  </a:lnTo>
                  <a:close/>
                  <a:moveTo>
                    <a:pt x="289620" y="250535"/>
                  </a:moveTo>
                  <a:lnTo>
                    <a:pt x="293794" y="250535"/>
                  </a:lnTo>
                  <a:lnTo>
                    <a:pt x="293794" y="252677"/>
                  </a:lnTo>
                  <a:lnTo>
                    <a:pt x="289620" y="252677"/>
                  </a:lnTo>
                  <a:close/>
                  <a:moveTo>
                    <a:pt x="664464" y="251606"/>
                  </a:moveTo>
                  <a:lnTo>
                    <a:pt x="668638" y="251606"/>
                  </a:lnTo>
                  <a:lnTo>
                    <a:pt x="668638" y="253747"/>
                  </a:lnTo>
                  <a:lnTo>
                    <a:pt x="664464" y="253747"/>
                  </a:lnTo>
                  <a:close/>
                  <a:moveTo>
                    <a:pt x="689509" y="250535"/>
                  </a:moveTo>
                  <a:lnTo>
                    <a:pt x="710380" y="250535"/>
                  </a:lnTo>
                  <a:lnTo>
                    <a:pt x="710380" y="253747"/>
                  </a:lnTo>
                  <a:lnTo>
                    <a:pt x="689509" y="253747"/>
                  </a:lnTo>
                  <a:close/>
                  <a:moveTo>
                    <a:pt x="550090" y="252677"/>
                  </a:moveTo>
                  <a:lnTo>
                    <a:pt x="560109" y="252677"/>
                  </a:lnTo>
                  <a:lnTo>
                    <a:pt x="560109" y="253747"/>
                  </a:lnTo>
                  <a:lnTo>
                    <a:pt x="550090" y="253747"/>
                  </a:lnTo>
                  <a:close/>
                  <a:moveTo>
                    <a:pt x="730416" y="252677"/>
                  </a:moveTo>
                  <a:lnTo>
                    <a:pt x="869000" y="252677"/>
                  </a:lnTo>
                  <a:lnTo>
                    <a:pt x="869000" y="253747"/>
                  </a:lnTo>
                  <a:lnTo>
                    <a:pt x="730416" y="253747"/>
                  </a:lnTo>
                  <a:close/>
                  <a:moveTo>
                    <a:pt x="288785" y="252677"/>
                  </a:moveTo>
                  <a:lnTo>
                    <a:pt x="293794" y="252677"/>
                  </a:lnTo>
                  <a:lnTo>
                    <a:pt x="293794" y="253747"/>
                  </a:lnTo>
                  <a:lnTo>
                    <a:pt x="288785" y="253747"/>
                  </a:lnTo>
                  <a:close/>
                  <a:moveTo>
                    <a:pt x="463267" y="250535"/>
                  </a:moveTo>
                  <a:lnTo>
                    <a:pt x="475790" y="250535"/>
                  </a:lnTo>
                  <a:lnTo>
                    <a:pt x="475790" y="253747"/>
                  </a:lnTo>
                  <a:lnTo>
                    <a:pt x="463267" y="253747"/>
                  </a:lnTo>
                  <a:close/>
                  <a:moveTo>
                    <a:pt x="663629" y="253747"/>
                  </a:moveTo>
                  <a:lnTo>
                    <a:pt x="668638" y="253747"/>
                  </a:lnTo>
                  <a:lnTo>
                    <a:pt x="668638" y="254818"/>
                  </a:lnTo>
                  <a:lnTo>
                    <a:pt x="663629" y="254818"/>
                  </a:lnTo>
                  <a:close/>
                  <a:moveTo>
                    <a:pt x="688674" y="253747"/>
                  </a:moveTo>
                  <a:lnTo>
                    <a:pt x="709545" y="253747"/>
                  </a:lnTo>
                  <a:lnTo>
                    <a:pt x="709545" y="254818"/>
                  </a:lnTo>
                  <a:lnTo>
                    <a:pt x="688674" y="254818"/>
                  </a:lnTo>
                  <a:close/>
                  <a:moveTo>
                    <a:pt x="287950" y="253747"/>
                  </a:moveTo>
                  <a:lnTo>
                    <a:pt x="293794" y="253747"/>
                  </a:lnTo>
                  <a:lnTo>
                    <a:pt x="293794" y="254818"/>
                  </a:lnTo>
                  <a:lnTo>
                    <a:pt x="287950" y="254818"/>
                  </a:lnTo>
                  <a:close/>
                  <a:moveTo>
                    <a:pt x="354738" y="252677"/>
                  </a:moveTo>
                  <a:lnTo>
                    <a:pt x="391471" y="252677"/>
                  </a:lnTo>
                  <a:lnTo>
                    <a:pt x="391471" y="254818"/>
                  </a:lnTo>
                  <a:lnTo>
                    <a:pt x="354738" y="254818"/>
                  </a:lnTo>
                  <a:close/>
                  <a:moveTo>
                    <a:pt x="494156" y="252677"/>
                  </a:moveTo>
                  <a:lnTo>
                    <a:pt x="508348" y="252677"/>
                  </a:lnTo>
                  <a:lnTo>
                    <a:pt x="508348" y="254818"/>
                  </a:lnTo>
                  <a:lnTo>
                    <a:pt x="494156" y="254818"/>
                  </a:lnTo>
                  <a:close/>
                  <a:moveTo>
                    <a:pt x="464102" y="253747"/>
                  </a:moveTo>
                  <a:lnTo>
                    <a:pt x="475790" y="253747"/>
                  </a:lnTo>
                  <a:lnTo>
                    <a:pt x="475790" y="254818"/>
                  </a:lnTo>
                  <a:lnTo>
                    <a:pt x="464102" y="254818"/>
                  </a:lnTo>
                  <a:close/>
                  <a:moveTo>
                    <a:pt x="730416" y="253747"/>
                  </a:moveTo>
                  <a:lnTo>
                    <a:pt x="868165" y="253747"/>
                  </a:lnTo>
                  <a:lnTo>
                    <a:pt x="868165" y="254818"/>
                  </a:lnTo>
                  <a:lnTo>
                    <a:pt x="730416" y="254818"/>
                  </a:lnTo>
                  <a:close/>
                  <a:moveTo>
                    <a:pt x="409837" y="249465"/>
                  </a:moveTo>
                  <a:lnTo>
                    <a:pt x="413176" y="249465"/>
                  </a:lnTo>
                  <a:lnTo>
                    <a:pt x="413176" y="255889"/>
                  </a:lnTo>
                  <a:lnTo>
                    <a:pt x="409837" y="255889"/>
                  </a:lnTo>
                  <a:close/>
                  <a:moveTo>
                    <a:pt x="610199" y="252677"/>
                  </a:moveTo>
                  <a:lnTo>
                    <a:pt x="628566" y="252677"/>
                  </a:lnTo>
                  <a:lnTo>
                    <a:pt x="628566" y="255889"/>
                  </a:lnTo>
                  <a:lnTo>
                    <a:pt x="610199" y="255889"/>
                  </a:lnTo>
                  <a:close/>
                  <a:moveTo>
                    <a:pt x="687839" y="254818"/>
                  </a:moveTo>
                  <a:lnTo>
                    <a:pt x="709545" y="254818"/>
                  </a:lnTo>
                  <a:lnTo>
                    <a:pt x="709545" y="255889"/>
                  </a:lnTo>
                  <a:lnTo>
                    <a:pt x="687839" y="255889"/>
                  </a:lnTo>
                  <a:close/>
                  <a:moveTo>
                    <a:pt x="494991" y="254818"/>
                  </a:moveTo>
                  <a:lnTo>
                    <a:pt x="508348" y="254818"/>
                  </a:lnTo>
                  <a:lnTo>
                    <a:pt x="508348" y="255889"/>
                  </a:lnTo>
                  <a:lnTo>
                    <a:pt x="494991" y="255889"/>
                  </a:lnTo>
                  <a:close/>
                  <a:moveTo>
                    <a:pt x="662794" y="254818"/>
                  </a:moveTo>
                  <a:lnTo>
                    <a:pt x="668638" y="254818"/>
                  </a:lnTo>
                  <a:lnTo>
                    <a:pt x="668638" y="255889"/>
                  </a:lnTo>
                  <a:lnTo>
                    <a:pt x="662794" y="255889"/>
                  </a:lnTo>
                  <a:close/>
                  <a:moveTo>
                    <a:pt x="901559" y="252677"/>
                  </a:moveTo>
                  <a:lnTo>
                    <a:pt x="1000000" y="252677"/>
                  </a:lnTo>
                  <a:lnTo>
                    <a:pt x="1000000" y="256959"/>
                  </a:lnTo>
                  <a:lnTo>
                    <a:pt x="901559" y="256959"/>
                  </a:lnTo>
                  <a:close/>
                  <a:moveTo>
                    <a:pt x="464102" y="254818"/>
                  </a:moveTo>
                  <a:lnTo>
                    <a:pt x="474955" y="254818"/>
                  </a:lnTo>
                  <a:lnTo>
                    <a:pt x="474955" y="256959"/>
                  </a:lnTo>
                  <a:lnTo>
                    <a:pt x="464102" y="256959"/>
                  </a:lnTo>
                  <a:close/>
                  <a:moveTo>
                    <a:pt x="730416" y="254818"/>
                  </a:moveTo>
                  <a:lnTo>
                    <a:pt x="867330" y="254818"/>
                  </a:lnTo>
                  <a:lnTo>
                    <a:pt x="867330" y="258030"/>
                  </a:lnTo>
                  <a:lnTo>
                    <a:pt x="730416" y="258030"/>
                  </a:lnTo>
                  <a:close/>
                  <a:moveTo>
                    <a:pt x="662794" y="255889"/>
                  </a:moveTo>
                  <a:lnTo>
                    <a:pt x="667803" y="255889"/>
                  </a:lnTo>
                  <a:lnTo>
                    <a:pt x="667803" y="258030"/>
                  </a:lnTo>
                  <a:lnTo>
                    <a:pt x="662794" y="258030"/>
                  </a:lnTo>
                  <a:close/>
                  <a:moveTo>
                    <a:pt x="199457" y="250535"/>
                  </a:moveTo>
                  <a:lnTo>
                    <a:pt x="220328" y="250535"/>
                  </a:lnTo>
                  <a:lnTo>
                    <a:pt x="220328" y="258030"/>
                  </a:lnTo>
                  <a:lnTo>
                    <a:pt x="199457" y="258030"/>
                  </a:lnTo>
                  <a:close/>
                  <a:moveTo>
                    <a:pt x="900724" y="256959"/>
                  </a:moveTo>
                  <a:lnTo>
                    <a:pt x="1000000" y="256959"/>
                  </a:lnTo>
                  <a:lnTo>
                    <a:pt x="1000000" y="258030"/>
                  </a:lnTo>
                  <a:lnTo>
                    <a:pt x="900724" y="258030"/>
                  </a:lnTo>
                  <a:close/>
                  <a:moveTo>
                    <a:pt x="354738" y="254818"/>
                  </a:moveTo>
                  <a:lnTo>
                    <a:pt x="390636" y="254818"/>
                  </a:lnTo>
                  <a:lnTo>
                    <a:pt x="390636" y="258030"/>
                  </a:lnTo>
                  <a:lnTo>
                    <a:pt x="354738" y="258030"/>
                  </a:lnTo>
                  <a:close/>
                  <a:moveTo>
                    <a:pt x="495826" y="255889"/>
                  </a:moveTo>
                  <a:lnTo>
                    <a:pt x="508348" y="255889"/>
                  </a:lnTo>
                  <a:lnTo>
                    <a:pt x="508348" y="258030"/>
                  </a:lnTo>
                  <a:lnTo>
                    <a:pt x="495826" y="258030"/>
                  </a:lnTo>
                  <a:close/>
                  <a:moveTo>
                    <a:pt x="610199" y="255889"/>
                  </a:moveTo>
                  <a:lnTo>
                    <a:pt x="627731" y="255889"/>
                  </a:lnTo>
                  <a:lnTo>
                    <a:pt x="627731" y="258030"/>
                  </a:lnTo>
                  <a:lnTo>
                    <a:pt x="610199" y="258030"/>
                  </a:lnTo>
                  <a:close/>
                  <a:moveTo>
                    <a:pt x="496661" y="258030"/>
                  </a:moveTo>
                  <a:lnTo>
                    <a:pt x="508348" y="258030"/>
                  </a:lnTo>
                  <a:lnTo>
                    <a:pt x="508348" y="259101"/>
                  </a:lnTo>
                  <a:lnTo>
                    <a:pt x="496661" y="259101"/>
                  </a:lnTo>
                  <a:close/>
                  <a:moveTo>
                    <a:pt x="464102" y="256959"/>
                  </a:moveTo>
                  <a:lnTo>
                    <a:pt x="474120" y="256959"/>
                  </a:lnTo>
                  <a:lnTo>
                    <a:pt x="474120" y="259101"/>
                  </a:lnTo>
                  <a:lnTo>
                    <a:pt x="464102" y="259101"/>
                  </a:lnTo>
                  <a:close/>
                  <a:moveTo>
                    <a:pt x="899889" y="258030"/>
                  </a:moveTo>
                  <a:lnTo>
                    <a:pt x="1000000" y="258030"/>
                  </a:lnTo>
                  <a:lnTo>
                    <a:pt x="1000000" y="259101"/>
                  </a:lnTo>
                  <a:lnTo>
                    <a:pt x="899889" y="259101"/>
                  </a:lnTo>
                  <a:close/>
                  <a:moveTo>
                    <a:pt x="661959" y="258030"/>
                  </a:moveTo>
                  <a:lnTo>
                    <a:pt x="666968" y="258030"/>
                  </a:lnTo>
                  <a:lnTo>
                    <a:pt x="666968" y="259101"/>
                  </a:lnTo>
                  <a:lnTo>
                    <a:pt x="661959" y="259101"/>
                  </a:lnTo>
                  <a:close/>
                  <a:moveTo>
                    <a:pt x="730416" y="258030"/>
                  </a:moveTo>
                  <a:lnTo>
                    <a:pt x="866495" y="258030"/>
                  </a:lnTo>
                  <a:lnTo>
                    <a:pt x="866495" y="259101"/>
                  </a:lnTo>
                  <a:lnTo>
                    <a:pt x="730416" y="259101"/>
                  </a:lnTo>
                  <a:close/>
                  <a:moveTo>
                    <a:pt x="687004" y="255889"/>
                  </a:moveTo>
                  <a:lnTo>
                    <a:pt x="709545" y="255889"/>
                  </a:lnTo>
                  <a:lnTo>
                    <a:pt x="709545" y="259101"/>
                  </a:lnTo>
                  <a:lnTo>
                    <a:pt x="687004" y="259101"/>
                  </a:lnTo>
                  <a:close/>
                  <a:moveTo>
                    <a:pt x="287115" y="254818"/>
                  </a:moveTo>
                  <a:lnTo>
                    <a:pt x="293794" y="254818"/>
                  </a:lnTo>
                  <a:lnTo>
                    <a:pt x="293794" y="260171"/>
                  </a:lnTo>
                  <a:lnTo>
                    <a:pt x="287115" y="260171"/>
                  </a:lnTo>
                  <a:close/>
                  <a:moveTo>
                    <a:pt x="729581" y="259101"/>
                  </a:moveTo>
                  <a:lnTo>
                    <a:pt x="866495" y="259101"/>
                  </a:lnTo>
                  <a:lnTo>
                    <a:pt x="866495" y="260171"/>
                  </a:lnTo>
                  <a:lnTo>
                    <a:pt x="729581" y="260171"/>
                  </a:lnTo>
                  <a:close/>
                  <a:moveTo>
                    <a:pt x="354738" y="258030"/>
                  </a:moveTo>
                  <a:lnTo>
                    <a:pt x="391471" y="258030"/>
                  </a:lnTo>
                  <a:lnTo>
                    <a:pt x="391471" y="260171"/>
                  </a:lnTo>
                  <a:lnTo>
                    <a:pt x="354738" y="260171"/>
                  </a:lnTo>
                  <a:close/>
                  <a:moveTo>
                    <a:pt x="686170" y="259101"/>
                  </a:moveTo>
                  <a:lnTo>
                    <a:pt x="709545" y="259101"/>
                  </a:lnTo>
                  <a:lnTo>
                    <a:pt x="709545" y="260171"/>
                  </a:lnTo>
                  <a:lnTo>
                    <a:pt x="686170" y="260171"/>
                  </a:lnTo>
                  <a:close/>
                  <a:moveTo>
                    <a:pt x="686170" y="260171"/>
                  </a:moveTo>
                  <a:lnTo>
                    <a:pt x="708710" y="260171"/>
                  </a:lnTo>
                  <a:lnTo>
                    <a:pt x="708710" y="261242"/>
                  </a:lnTo>
                  <a:lnTo>
                    <a:pt x="686170" y="261242"/>
                  </a:lnTo>
                  <a:close/>
                  <a:moveTo>
                    <a:pt x="611034" y="258030"/>
                  </a:moveTo>
                  <a:lnTo>
                    <a:pt x="627731" y="258030"/>
                  </a:lnTo>
                  <a:lnTo>
                    <a:pt x="627731" y="261242"/>
                  </a:lnTo>
                  <a:lnTo>
                    <a:pt x="611034" y="261242"/>
                  </a:lnTo>
                  <a:close/>
                  <a:moveTo>
                    <a:pt x="496661" y="259101"/>
                  </a:moveTo>
                  <a:lnTo>
                    <a:pt x="509183" y="259101"/>
                  </a:lnTo>
                  <a:lnTo>
                    <a:pt x="509183" y="261242"/>
                  </a:lnTo>
                  <a:lnTo>
                    <a:pt x="496661" y="261242"/>
                  </a:lnTo>
                  <a:close/>
                  <a:moveTo>
                    <a:pt x="257896" y="260171"/>
                  </a:moveTo>
                  <a:lnTo>
                    <a:pt x="259566" y="260171"/>
                  </a:lnTo>
                  <a:lnTo>
                    <a:pt x="259566" y="261242"/>
                  </a:lnTo>
                  <a:lnTo>
                    <a:pt x="257896" y="261242"/>
                  </a:lnTo>
                  <a:close/>
                  <a:moveTo>
                    <a:pt x="729581" y="260171"/>
                  </a:moveTo>
                  <a:lnTo>
                    <a:pt x="865661" y="260171"/>
                  </a:lnTo>
                  <a:lnTo>
                    <a:pt x="865661" y="261242"/>
                  </a:lnTo>
                  <a:lnTo>
                    <a:pt x="729581" y="261242"/>
                  </a:lnTo>
                  <a:close/>
                  <a:moveTo>
                    <a:pt x="685335" y="261242"/>
                  </a:moveTo>
                  <a:lnTo>
                    <a:pt x="708710" y="261242"/>
                  </a:lnTo>
                  <a:lnTo>
                    <a:pt x="708710" y="262313"/>
                  </a:lnTo>
                  <a:lnTo>
                    <a:pt x="685335" y="262313"/>
                  </a:lnTo>
                  <a:close/>
                  <a:moveTo>
                    <a:pt x="257061" y="261242"/>
                  </a:moveTo>
                  <a:lnTo>
                    <a:pt x="260401" y="261242"/>
                  </a:lnTo>
                  <a:lnTo>
                    <a:pt x="260401" y="262313"/>
                  </a:lnTo>
                  <a:lnTo>
                    <a:pt x="257061" y="262313"/>
                  </a:lnTo>
                  <a:close/>
                  <a:moveTo>
                    <a:pt x="729581" y="261242"/>
                  </a:moveTo>
                  <a:lnTo>
                    <a:pt x="864826" y="261242"/>
                  </a:lnTo>
                  <a:lnTo>
                    <a:pt x="864826" y="262313"/>
                  </a:lnTo>
                  <a:lnTo>
                    <a:pt x="729581" y="262313"/>
                  </a:lnTo>
                  <a:close/>
                  <a:moveTo>
                    <a:pt x="550925" y="253747"/>
                  </a:moveTo>
                  <a:lnTo>
                    <a:pt x="560109" y="253747"/>
                  </a:lnTo>
                  <a:lnTo>
                    <a:pt x="560109" y="262313"/>
                  </a:lnTo>
                  <a:lnTo>
                    <a:pt x="550925" y="262313"/>
                  </a:lnTo>
                  <a:close/>
                  <a:moveTo>
                    <a:pt x="496661" y="261242"/>
                  </a:moveTo>
                  <a:lnTo>
                    <a:pt x="510018" y="261242"/>
                  </a:lnTo>
                  <a:lnTo>
                    <a:pt x="510018" y="262313"/>
                  </a:lnTo>
                  <a:lnTo>
                    <a:pt x="496661" y="262313"/>
                  </a:lnTo>
                  <a:close/>
                  <a:moveTo>
                    <a:pt x="899054" y="259101"/>
                  </a:moveTo>
                  <a:lnTo>
                    <a:pt x="1000000" y="259101"/>
                  </a:lnTo>
                  <a:lnTo>
                    <a:pt x="1000000" y="262313"/>
                  </a:lnTo>
                  <a:lnTo>
                    <a:pt x="899054" y="262313"/>
                  </a:lnTo>
                  <a:close/>
                  <a:moveTo>
                    <a:pt x="611869" y="261242"/>
                  </a:moveTo>
                  <a:lnTo>
                    <a:pt x="626896" y="261242"/>
                  </a:lnTo>
                  <a:lnTo>
                    <a:pt x="626896" y="262313"/>
                  </a:lnTo>
                  <a:lnTo>
                    <a:pt x="611869" y="262313"/>
                  </a:lnTo>
                  <a:close/>
                  <a:moveTo>
                    <a:pt x="286281" y="260171"/>
                  </a:moveTo>
                  <a:lnTo>
                    <a:pt x="292959" y="260171"/>
                  </a:lnTo>
                  <a:lnTo>
                    <a:pt x="292959" y="262313"/>
                  </a:lnTo>
                  <a:lnTo>
                    <a:pt x="286281" y="262313"/>
                  </a:lnTo>
                  <a:close/>
                  <a:moveTo>
                    <a:pt x="256226" y="262313"/>
                  </a:moveTo>
                  <a:lnTo>
                    <a:pt x="260401" y="262313"/>
                  </a:lnTo>
                  <a:lnTo>
                    <a:pt x="260401" y="263383"/>
                  </a:lnTo>
                  <a:lnTo>
                    <a:pt x="256226" y="263383"/>
                  </a:lnTo>
                  <a:close/>
                  <a:moveTo>
                    <a:pt x="496661" y="262313"/>
                  </a:moveTo>
                  <a:lnTo>
                    <a:pt x="510853" y="262313"/>
                  </a:lnTo>
                  <a:lnTo>
                    <a:pt x="510853" y="263383"/>
                  </a:lnTo>
                  <a:lnTo>
                    <a:pt x="496661" y="263383"/>
                  </a:lnTo>
                  <a:close/>
                  <a:moveTo>
                    <a:pt x="285446" y="262313"/>
                  </a:moveTo>
                  <a:lnTo>
                    <a:pt x="292959" y="262313"/>
                  </a:lnTo>
                  <a:lnTo>
                    <a:pt x="292959" y="263383"/>
                  </a:lnTo>
                  <a:lnTo>
                    <a:pt x="285446" y="263383"/>
                  </a:lnTo>
                  <a:close/>
                  <a:moveTo>
                    <a:pt x="409002" y="255889"/>
                  </a:moveTo>
                  <a:lnTo>
                    <a:pt x="413176" y="255889"/>
                  </a:lnTo>
                  <a:lnTo>
                    <a:pt x="413176" y="263383"/>
                  </a:lnTo>
                  <a:lnTo>
                    <a:pt x="409002" y="263383"/>
                  </a:lnTo>
                  <a:close/>
                  <a:moveTo>
                    <a:pt x="428204" y="250535"/>
                  </a:moveTo>
                  <a:lnTo>
                    <a:pt x="449910" y="250535"/>
                  </a:lnTo>
                  <a:lnTo>
                    <a:pt x="449910" y="263383"/>
                  </a:lnTo>
                  <a:lnTo>
                    <a:pt x="428204" y="263383"/>
                  </a:lnTo>
                  <a:close/>
                  <a:moveTo>
                    <a:pt x="898219" y="262313"/>
                  </a:moveTo>
                  <a:lnTo>
                    <a:pt x="1000000" y="262313"/>
                  </a:lnTo>
                  <a:lnTo>
                    <a:pt x="1000000" y="263383"/>
                  </a:lnTo>
                  <a:lnTo>
                    <a:pt x="898219" y="263383"/>
                  </a:lnTo>
                  <a:close/>
                  <a:moveTo>
                    <a:pt x="199457" y="258030"/>
                  </a:moveTo>
                  <a:lnTo>
                    <a:pt x="219493" y="258030"/>
                  </a:lnTo>
                  <a:lnTo>
                    <a:pt x="219493" y="263383"/>
                  </a:lnTo>
                  <a:lnTo>
                    <a:pt x="199457" y="263383"/>
                  </a:lnTo>
                  <a:close/>
                  <a:moveTo>
                    <a:pt x="551760" y="262313"/>
                  </a:moveTo>
                  <a:lnTo>
                    <a:pt x="560109" y="262313"/>
                  </a:lnTo>
                  <a:lnTo>
                    <a:pt x="560109" y="263383"/>
                  </a:lnTo>
                  <a:lnTo>
                    <a:pt x="551760" y="263383"/>
                  </a:lnTo>
                  <a:close/>
                  <a:moveTo>
                    <a:pt x="728747" y="262313"/>
                  </a:moveTo>
                  <a:lnTo>
                    <a:pt x="864826" y="262313"/>
                  </a:lnTo>
                  <a:lnTo>
                    <a:pt x="864826" y="263383"/>
                  </a:lnTo>
                  <a:lnTo>
                    <a:pt x="728747" y="263383"/>
                  </a:lnTo>
                  <a:close/>
                  <a:moveTo>
                    <a:pt x="354738" y="260171"/>
                  </a:moveTo>
                  <a:lnTo>
                    <a:pt x="390636" y="260171"/>
                  </a:lnTo>
                  <a:lnTo>
                    <a:pt x="390636" y="264454"/>
                  </a:lnTo>
                  <a:lnTo>
                    <a:pt x="354738" y="264454"/>
                  </a:lnTo>
                  <a:close/>
                  <a:moveTo>
                    <a:pt x="551760" y="263383"/>
                  </a:moveTo>
                  <a:lnTo>
                    <a:pt x="559274" y="263383"/>
                  </a:lnTo>
                  <a:lnTo>
                    <a:pt x="559274" y="264454"/>
                  </a:lnTo>
                  <a:lnTo>
                    <a:pt x="551760" y="264454"/>
                  </a:lnTo>
                  <a:close/>
                  <a:moveTo>
                    <a:pt x="684500" y="262313"/>
                  </a:moveTo>
                  <a:lnTo>
                    <a:pt x="707876" y="262313"/>
                  </a:lnTo>
                  <a:lnTo>
                    <a:pt x="707876" y="264454"/>
                  </a:lnTo>
                  <a:lnTo>
                    <a:pt x="684500" y="264454"/>
                  </a:lnTo>
                  <a:close/>
                  <a:moveTo>
                    <a:pt x="897385" y="263383"/>
                  </a:moveTo>
                  <a:lnTo>
                    <a:pt x="1000000" y="263383"/>
                  </a:lnTo>
                  <a:lnTo>
                    <a:pt x="1000000" y="264454"/>
                  </a:lnTo>
                  <a:lnTo>
                    <a:pt x="897385" y="264454"/>
                  </a:lnTo>
                  <a:close/>
                  <a:moveTo>
                    <a:pt x="728747" y="263383"/>
                  </a:moveTo>
                  <a:lnTo>
                    <a:pt x="863991" y="263383"/>
                  </a:lnTo>
                  <a:lnTo>
                    <a:pt x="863991" y="264454"/>
                  </a:lnTo>
                  <a:lnTo>
                    <a:pt x="728747" y="264454"/>
                  </a:lnTo>
                  <a:close/>
                  <a:moveTo>
                    <a:pt x="497495" y="263383"/>
                  </a:moveTo>
                  <a:lnTo>
                    <a:pt x="510853" y="263383"/>
                  </a:lnTo>
                  <a:lnTo>
                    <a:pt x="510853" y="264454"/>
                  </a:lnTo>
                  <a:lnTo>
                    <a:pt x="497495" y="264454"/>
                  </a:lnTo>
                  <a:close/>
                  <a:moveTo>
                    <a:pt x="612704" y="262313"/>
                  </a:moveTo>
                  <a:lnTo>
                    <a:pt x="626061" y="262313"/>
                  </a:lnTo>
                  <a:lnTo>
                    <a:pt x="626061" y="264454"/>
                  </a:lnTo>
                  <a:lnTo>
                    <a:pt x="612704" y="264454"/>
                  </a:lnTo>
                  <a:close/>
                  <a:moveTo>
                    <a:pt x="661959" y="259101"/>
                  </a:moveTo>
                  <a:lnTo>
                    <a:pt x="666133" y="259101"/>
                  </a:lnTo>
                  <a:lnTo>
                    <a:pt x="666133" y="264454"/>
                  </a:lnTo>
                  <a:lnTo>
                    <a:pt x="661959" y="264454"/>
                  </a:lnTo>
                  <a:close/>
                  <a:moveTo>
                    <a:pt x="684500" y="264454"/>
                  </a:moveTo>
                  <a:lnTo>
                    <a:pt x="707041" y="264454"/>
                  </a:lnTo>
                  <a:lnTo>
                    <a:pt x="707041" y="265525"/>
                  </a:lnTo>
                  <a:lnTo>
                    <a:pt x="684500" y="265525"/>
                  </a:lnTo>
                  <a:close/>
                  <a:moveTo>
                    <a:pt x="661124" y="264454"/>
                  </a:moveTo>
                  <a:lnTo>
                    <a:pt x="666133" y="264454"/>
                  </a:lnTo>
                  <a:lnTo>
                    <a:pt x="666133" y="265525"/>
                  </a:lnTo>
                  <a:lnTo>
                    <a:pt x="661124" y="265525"/>
                  </a:lnTo>
                  <a:close/>
                  <a:moveTo>
                    <a:pt x="552595" y="264454"/>
                  </a:moveTo>
                  <a:lnTo>
                    <a:pt x="559274" y="264454"/>
                  </a:lnTo>
                  <a:lnTo>
                    <a:pt x="559274" y="265525"/>
                  </a:lnTo>
                  <a:lnTo>
                    <a:pt x="552595" y="265525"/>
                  </a:lnTo>
                  <a:close/>
                  <a:moveTo>
                    <a:pt x="784681" y="264454"/>
                  </a:moveTo>
                  <a:lnTo>
                    <a:pt x="863156" y="264454"/>
                  </a:lnTo>
                  <a:lnTo>
                    <a:pt x="863156" y="265525"/>
                  </a:lnTo>
                  <a:lnTo>
                    <a:pt x="784681" y="265525"/>
                  </a:lnTo>
                  <a:close/>
                  <a:moveTo>
                    <a:pt x="254557" y="263383"/>
                  </a:moveTo>
                  <a:lnTo>
                    <a:pt x="260401" y="263383"/>
                  </a:lnTo>
                  <a:lnTo>
                    <a:pt x="260401" y="265525"/>
                  </a:lnTo>
                  <a:lnTo>
                    <a:pt x="254557" y="265525"/>
                  </a:lnTo>
                  <a:close/>
                  <a:moveTo>
                    <a:pt x="785516" y="265525"/>
                  </a:moveTo>
                  <a:lnTo>
                    <a:pt x="862321" y="265525"/>
                  </a:lnTo>
                  <a:lnTo>
                    <a:pt x="862321" y="266595"/>
                  </a:lnTo>
                  <a:lnTo>
                    <a:pt x="785516" y="266595"/>
                  </a:lnTo>
                  <a:close/>
                  <a:moveTo>
                    <a:pt x="552595" y="265525"/>
                  </a:moveTo>
                  <a:lnTo>
                    <a:pt x="558439" y="265525"/>
                  </a:lnTo>
                  <a:lnTo>
                    <a:pt x="558439" y="266595"/>
                  </a:lnTo>
                  <a:lnTo>
                    <a:pt x="552595" y="266595"/>
                  </a:lnTo>
                  <a:close/>
                  <a:moveTo>
                    <a:pt x="727912" y="264454"/>
                  </a:moveTo>
                  <a:lnTo>
                    <a:pt x="783011" y="264454"/>
                  </a:lnTo>
                  <a:lnTo>
                    <a:pt x="783011" y="266595"/>
                  </a:lnTo>
                  <a:lnTo>
                    <a:pt x="727912" y="266595"/>
                  </a:lnTo>
                  <a:close/>
                  <a:moveTo>
                    <a:pt x="253722" y="265525"/>
                  </a:moveTo>
                  <a:lnTo>
                    <a:pt x="259566" y="265525"/>
                  </a:lnTo>
                  <a:lnTo>
                    <a:pt x="259566" y="266595"/>
                  </a:lnTo>
                  <a:lnTo>
                    <a:pt x="253722" y="266595"/>
                  </a:lnTo>
                  <a:close/>
                  <a:moveTo>
                    <a:pt x="660290" y="265525"/>
                  </a:moveTo>
                  <a:lnTo>
                    <a:pt x="666133" y="265525"/>
                  </a:lnTo>
                  <a:lnTo>
                    <a:pt x="666133" y="266595"/>
                  </a:lnTo>
                  <a:lnTo>
                    <a:pt x="660290" y="266595"/>
                  </a:lnTo>
                  <a:close/>
                  <a:moveTo>
                    <a:pt x="199457" y="263383"/>
                  </a:moveTo>
                  <a:lnTo>
                    <a:pt x="218658" y="263383"/>
                  </a:lnTo>
                  <a:lnTo>
                    <a:pt x="218658" y="266595"/>
                  </a:lnTo>
                  <a:lnTo>
                    <a:pt x="199457" y="266595"/>
                  </a:lnTo>
                  <a:close/>
                  <a:moveTo>
                    <a:pt x="284611" y="263383"/>
                  </a:moveTo>
                  <a:lnTo>
                    <a:pt x="292959" y="263383"/>
                  </a:lnTo>
                  <a:lnTo>
                    <a:pt x="292959" y="266595"/>
                  </a:lnTo>
                  <a:lnTo>
                    <a:pt x="284611" y="266595"/>
                  </a:lnTo>
                  <a:close/>
                  <a:moveTo>
                    <a:pt x="498330" y="264454"/>
                  </a:moveTo>
                  <a:lnTo>
                    <a:pt x="510853" y="264454"/>
                  </a:lnTo>
                  <a:lnTo>
                    <a:pt x="510853" y="266595"/>
                  </a:lnTo>
                  <a:lnTo>
                    <a:pt x="498330" y="266595"/>
                  </a:lnTo>
                  <a:close/>
                  <a:moveTo>
                    <a:pt x="409002" y="263383"/>
                  </a:moveTo>
                  <a:lnTo>
                    <a:pt x="414011" y="263383"/>
                  </a:lnTo>
                  <a:lnTo>
                    <a:pt x="414011" y="267666"/>
                  </a:lnTo>
                  <a:lnTo>
                    <a:pt x="409002" y="267666"/>
                  </a:lnTo>
                  <a:close/>
                  <a:moveTo>
                    <a:pt x="659455" y="266595"/>
                  </a:moveTo>
                  <a:lnTo>
                    <a:pt x="666133" y="266595"/>
                  </a:lnTo>
                  <a:lnTo>
                    <a:pt x="666133" y="267666"/>
                  </a:lnTo>
                  <a:lnTo>
                    <a:pt x="659455" y="267666"/>
                  </a:lnTo>
                  <a:close/>
                  <a:moveTo>
                    <a:pt x="284611" y="266595"/>
                  </a:moveTo>
                  <a:lnTo>
                    <a:pt x="292124" y="266595"/>
                  </a:lnTo>
                  <a:lnTo>
                    <a:pt x="292124" y="267666"/>
                  </a:lnTo>
                  <a:lnTo>
                    <a:pt x="284611" y="267666"/>
                  </a:lnTo>
                  <a:close/>
                  <a:moveTo>
                    <a:pt x="252887" y="266595"/>
                  </a:moveTo>
                  <a:lnTo>
                    <a:pt x="259566" y="266595"/>
                  </a:lnTo>
                  <a:lnTo>
                    <a:pt x="259566" y="267666"/>
                  </a:lnTo>
                  <a:lnTo>
                    <a:pt x="252887" y="267666"/>
                  </a:lnTo>
                  <a:close/>
                  <a:moveTo>
                    <a:pt x="786351" y="266595"/>
                  </a:moveTo>
                  <a:lnTo>
                    <a:pt x="862321" y="266595"/>
                  </a:lnTo>
                  <a:lnTo>
                    <a:pt x="862321" y="267666"/>
                  </a:lnTo>
                  <a:lnTo>
                    <a:pt x="786351" y="267666"/>
                  </a:lnTo>
                  <a:close/>
                  <a:moveTo>
                    <a:pt x="499165" y="266595"/>
                  </a:moveTo>
                  <a:lnTo>
                    <a:pt x="510853" y="266595"/>
                  </a:lnTo>
                  <a:lnTo>
                    <a:pt x="510853" y="267666"/>
                  </a:lnTo>
                  <a:lnTo>
                    <a:pt x="499165" y="267666"/>
                  </a:lnTo>
                  <a:close/>
                  <a:moveTo>
                    <a:pt x="727912" y="266595"/>
                  </a:moveTo>
                  <a:lnTo>
                    <a:pt x="782176" y="266595"/>
                  </a:lnTo>
                  <a:lnTo>
                    <a:pt x="782176" y="267666"/>
                  </a:lnTo>
                  <a:lnTo>
                    <a:pt x="727912" y="267666"/>
                  </a:lnTo>
                  <a:close/>
                  <a:moveTo>
                    <a:pt x="552595" y="266595"/>
                  </a:moveTo>
                  <a:lnTo>
                    <a:pt x="557604" y="266595"/>
                  </a:lnTo>
                  <a:lnTo>
                    <a:pt x="557604" y="267666"/>
                  </a:lnTo>
                  <a:lnTo>
                    <a:pt x="552595" y="267666"/>
                  </a:lnTo>
                  <a:close/>
                  <a:moveTo>
                    <a:pt x="896550" y="264454"/>
                  </a:moveTo>
                  <a:lnTo>
                    <a:pt x="1000000" y="264454"/>
                  </a:lnTo>
                  <a:lnTo>
                    <a:pt x="1000000" y="267666"/>
                  </a:lnTo>
                  <a:lnTo>
                    <a:pt x="896550" y="267666"/>
                  </a:lnTo>
                  <a:close/>
                  <a:moveTo>
                    <a:pt x="789690" y="267666"/>
                  </a:moveTo>
                  <a:lnTo>
                    <a:pt x="861486" y="267666"/>
                  </a:lnTo>
                  <a:lnTo>
                    <a:pt x="861486" y="268737"/>
                  </a:lnTo>
                  <a:lnTo>
                    <a:pt x="789690" y="268737"/>
                  </a:lnTo>
                  <a:close/>
                  <a:moveTo>
                    <a:pt x="683665" y="265525"/>
                  </a:moveTo>
                  <a:lnTo>
                    <a:pt x="707041" y="265525"/>
                  </a:lnTo>
                  <a:lnTo>
                    <a:pt x="707041" y="268737"/>
                  </a:lnTo>
                  <a:lnTo>
                    <a:pt x="683665" y="268737"/>
                  </a:lnTo>
                  <a:close/>
                  <a:moveTo>
                    <a:pt x="409002" y="267666"/>
                  </a:moveTo>
                  <a:lnTo>
                    <a:pt x="414846" y="267666"/>
                  </a:lnTo>
                  <a:lnTo>
                    <a:pt x="414846" y="268737"/>
                  </a:lnTo>
                  <a:lnTo>
                    <a:pt x="409002" y="268737"/>
                  </a:lnTo>
                  <a:close/>
                  <a:moveTo>
                    <a:pt x="252052" y="267666"/>
                  </a:moveTo>
                  <a:lnTo>
                    <a:pt x="258731" y="267666"/>
                  </a:lnTo>
                  <a:lnTo>
                    <a:pt x="258731" y="268737"/>
                  </a:lnTo>
                  <a:lnTo>
                    <a:pt x="252052" y="268737"/>
                  </a:lnTo>
                  <a:close/>
                  <a:moveTo>
                    <a:pt x="354738" y="264454"/>
                  </a:moveTo>
                  <a:lnTo>
                    <a:pt x="391471" y="264454"/>
                  </a:lnTo>
                  <a:lnTo>
                    <a:pt x="391471" y="268737"/>
                  </a:lnTo>
                  <a:lnTo>
                    <a:pt x="354738" y="268737"/>
                  </a:lnTo>
                  <a:close/>
                  <a:moveTo>
                    <a:pt x="283776" y="267666"/>
                  </a:moveTo>
                  <a:lnTo>
                    <a:pt x="292124" y="267666"/>
                  </a:lnTo>
                  <a:lnTo>
                    <a:pt x="292124" y="269807"/>
                  </a:lnTo>
                  <a:lnTo>
                    <a:pt x="283776" y="269807"/>
                  </a:lnTo>
                  <a:close/>
                  <a:moveTo>
                    <a:pt x="375609" y="268737"/>
                  </a:moveTo>
                  <a:lnTo>
                    <a:pt x="391471" y="268737"/>
                  </a:lnTo>
                  <a:lnTo>
                    <a:pt x="391471" y="269807"/>
                  </a:lnTo>
                  <a:lnTo>
                    <a:pt x="375609" y="269807"/>
                  </a:lnTo>
                  <a:close/>
                  <a:moveTo>
                    <a:pt x="790525" y="268737"/>
                  </a:moveTo>
                  <a:lnTo>
                    <a:pt x="860651" y="268737"/>
                  </a:lnTo>
                  <a:lnTo>
                    <a:pt x="860651" y="269807"/>
                  </a:lnTo>
                  <a:lnTo>
                    <a:pt x="790525" y="269807"/>
                  </a:lnTo>
                  <a:close/>
                  <a:moveTo>
                    <a:pt x="895715" y="267666"/>
                  </a:moveTo>
                  <a:lnTo>
                    <a:pt x="1000000" y="267666"/>
                  </a:lnTo>
                  <a:lnTo>
                    <a:pt x="1000000" y="269807"/>
                  </a:lnTo>
                  <a:lnTo>
                    <a:pt x="895715" y="269807"/>
                  </a:lnTo>
                  <a:close/>
                  <a:moveTo>
                    <a:pt x="372269" y="268737"/>
                  </a:moveTo>
                  <a:lnTo>
                    <a:pt x="374774" y="268737"/>
                  </a:lnTo>
                  <a:lnTo>
                    <a:pt x="374774" y="269807"/>
                  </a:lnTo>
                  <a:lnTo>
                    <a:pt x="372269" y="269807"/>
                  </a:lnTo>
                  <a:close/>
                  <a:moveTo>
                    <a:pt x="354738" y="268737"/>
                  </a:moveTo>
                  <a:lnTo>
                    <a:pt x="371434" y="268737"/>
                  </a:lnTo>
                  <a:lnTo>
                    <a:pt x="371434" y="269807"/>
                  </a:lnTo>
                  <a:lnTo>
                    <a:pt x="354738" y="269807"/>
                  </a:lnTo>
                  <a:close/>
                  <a:moveTo>
                    <a:pt x="251217" y="268737"/>
                  </a:moveTo>
                  <a:lnTo>
                    <a:pt x="258731" y="268737"/>
                  </a:lnTo>
                  <a:lnTo>
                    <a:pt x="258731" y="269807"/>
                  </a:lnTo>
                  <a:lnTo>
                    <a:pt x="251217" y="269807"/>
                  </a:lnTo>
                  <a:close/>
                  <a:moveTo>
                    <a:pt x="659455" y="267666"/>
                  </a:moveTo>
                  <a:lnTo>
                    <a:pt x="665299" y="267666"/>
                  </a:lnTo>
                  <a:lnTo>
                    <a:pt x="665299" y="269807"/>
                  </a:lnTo>
                  <a:lnTo>
                    <a:pt x="659455" y="269807"/>
                  </a:lnTo>
                  <a:close/>
                  <a:moveTo>
                    <a:pt x="682830" y="268737"/>
                  </a:moveTo>
                  <a:lnTo>
                    <a:pt x="707041" y="268737"/>
                  </a:lnTo>
                  <a:lnTo>
                    <a:pt x="707041" y="269807"/>
                  </a:lnTo>
                  <a:lnTo>
                    <a:pt x="682830" y="269807"/>
                  </a:lnTo>
                  <a:close/>
                  <a:moveTo>
                    <a:pt x="727912" y="267666"/>
                  </a:moveTo>
                  <a:lnTo>
                    <a:pt x="780507" y="267666"/>
                  </a:lnTo>
                  <a:lnTo>
                    <a:pt x="780507" y="270878"/>
                  </a:lnTo>
                  <a:lnTo>
                    <a:pt x="727912" y="270878"/>
                  </a:lnTo>
                  <a:close/>
                  <a:moveTo>
                    <a:pt x="894880" y="269807"/>
                  </a:moveTo>
                  <a:lnTo>
                    <a:pt x="1000000" y="269807"/>
                  </a:lnTo>
                  <a:lnTo>
                    <a:pt x="1000000" y="270878"/>
                  </a:lnTo>
                  <a:lnTo>
                    <a:pt x="894880" y="270878"/>
                  </a:lnTo>
                  <a:close/>
                  <a:moveTo>
                    <a:pt x="378948" y="269807"/>
                  </a:moveTo>
                  <a:lnTo>
                    <a:pt x="390636" y="269807"/>
                  </a:lnTo>
                  <a:lnTo>
                    <a:pt x="390636" y="270878"/>
                  </a:lnTo>
                  <a:lnTo>
                    <a:pt x="378948" y="270878"/>
                  </a:lnTo>
                  <a:close/>
                  <a:moveTo>
                    <a:pt x="659455" y="269807"/>
                  </a:moveTo>
                  <a:lnTo>
                    <a:pt x="664464" y="269807"/>
                  </a:lnTo>
                  <a:lnTo>
                    <a:pt x="664464" y="270878"/>
                  </a:lnTo>
                  <a:lnTo>
                    <a:pt x="659455" y="270878"/>
                  </a:lnTo>
                  <a:close/>
                  <a:moveTo>
                    <a:pt x="613538" y="264454"/>
                  </a:moveTo>
                  <a:lnTo>
                    <a:pt x="625226" y="264454"/>
                  </a:lnTo>
                  <a:lnTo>
                    <a:pt x="625226" y="270878"/>
                  </a:lnTo>
                  <a:lnTo>
                    <a:pt x="613538" y="270878"/>
                  </a:lnTo>
                  <a:close/>
                  <a:moveTo>
                    <a:pt x="250382" y="269807"/>
                  </a:moveTo>
                  <a:lnTo>
                    <a:pt x="258731" y="269807"/>
                  </a:lnTo>
                  <a:lnTo>
                    <a:pt x="258731" y="270878"/>
                  </a:lnTo>
                  <a:lnTo>
                    <a:pt x="250382" y="270878"/>
                  </a:lnTo>
                  <a:close/>
                  <a:moveTo>
                    <a:pt x="464102" y="259101"/>
                  </a:moveTo>
                  <a:lnTo>
                    <a:pt x="473285" y="259101"/>
                  </a:lnTo>
                  <a:lnTo>
                    <a:pt x="473285" y="270878"/>
                  </a:lnTo>
                  <a:lnTo>
                    <a:pt x="464102" y="270878"/>
                  </a:lnTo>
                  <a:close/>
                  <a:moveTo>
                    <a:pt x="354738" y="269807"/>
                  </a:moveTo>
                  <a:lnTo>
                    <a:pt x="369765" y="269807"/>
                  </a:lnTo>
                  <a:lnTo>
                    <a:pt x="369765" y="270878"/>
                  </a:lnTo>
                  <a:lnTo>
                    <a:pt x="354738" y="270878"/>
                  </a:lnTo>
                  <a:close/>
                  <a:moveTo>
                    <a:pt x="791360" y="269807"/>
                  </a:moveTo>
                  <a:lnTo>
                    <a:pt x="859817" y="269807"/>
                  </a:lnTo>
                  <a:lnTo>
                    <a:pt x="859817" y="270878"/>
                  </a:lnTo>
                  <a:lnTo>
                    <a:pt x="791360" y="270878"/>
                  </a:lnTo>
                  <a:close/>
                  <a:moveTo>
                    <a:pt x="681995" y="269807"/>
                  </a:moveTo>
                  <a:lnTo>
                    <a:pt x="707041" y="269807"/>
                  </a:lnTo>
                  <a:lnTo>
                    <a:pt x="707041" y="270878"/>
                  </a:lnTo>
                  <a:lnTo>
                    <a:pt x="681995" y="270878"/>
                  </a:lnTo>
                  <a:close/>
                  <a:moveTo>
                    <a:pt x="499165" y="267666"/>
                  </a:moveTo>
                  <a:lnTo>
                    <a:pt x="511688" y="267666"/>
                  </a:lnTo>
                  <a:lnTo>
                    <a:pt x="511688" y="270878"/>
                  </a:lnTo>
                  <a:lnTo>
                    <a:pt x="499165" y="270878"/>
                  </a:lnTo>
                  <a:close/>
                  <a:moveTo>
                    <a:pt x="793864" y="270878"/>
                  </a:moveTo>
                  <a:lnTo>
                    <a:pt x="859817" y="270878"/>
                  </a:lnTo>
                  <a:lnTo>
                    <a:pt x="859817" y="271949"/>
                  </a:lnTo>
                  <a:lnTo>
                    <a:pt x="793864" y="271949"/>
                  </a:lnTo>
                  <a:close/>
                  <a:moveTo>
                    <a:pt x="354738" y="270878"/>
                  </a:moveTo>
                  <a:lnTo>
                    <a:pt x="368095" y="270878"/>
                  </a:lnTo>
                  <a:lnTo>
                    <a:pt x="368095" y="271949"/>
                  </a:lnTo>
                  <a:lnTo>
                    <a:pt x="354738" y="271949"/>
                  </a:lnTo>
                  <a:close/>
                  <a:moveTo>
                    <a:pt x="199457" y="266595"/>
                  </a:moveTo>
                  <a:lnTo>
                    <a:pt x="217824" y="266595"/>
                  </a:lnTo>
                  <a:lnTo>
                    <a:pt x="217824" y="271949"/>
                  </a:lnTo>
                  <a:lnTo>
                    <a:pt x="199457" y="271949"/>
                  </a:lnTo>
                  <a:close/>
                  <a:moveTo>
                    <a:pt x="381453" y="270878"/>
                  </a:moveTo>
                  <a:lnTo>
                    <a:pt x="390636" y="270878"/>
                  </a:lnTo>
                  <a:lnTo>
                    <a:pt x="390636" y="271949"/>
                  </a:lnTo>
                  <a:lnTo>
                    <a:pt x="381453" y="271949"/>
                  </a:lnTo>
                  <a:close/>
                  <a:moveTo>
                    <a:pt x="681161" y="270878"/>
                  </a:moveTo>
                  <a:lnTo>
                    <a:pt x="707041" y="270878"/>
                  </a:lnTo>
                  <a:lnTo>
                    <a:pt x="707041" y="271949"/>
                  </a:lnTo>
                  <a:lnTo>
                    <a:pt x="681161" y="271949"/>
                  </a:lnTo>
                  <a:close/>
                  <a:moveTo>
                    <a:pt x="249548" y="270878"/>
                  </a:moveTo>
                  <a:lnTo>
                    <a:pt x="258731" y="270878"/>
                  </a:lnTo>
                  <a:lnTo>
                    <a:pt x="258731" y="271949"/>
                  </a:lnTo>
                  <a:lnTo>
                    <a:pt x="249548" y="271949"/>
                  </a:lnTo>
                  <a:close/>
                  <a:moveTo>
                    <a:pt x="614373" y="270878"/>
                  </a:moveTo>
                  <a:lnTo>
                    <a:pt x="625226" y="270878"/>
                  </a:lnTo>
                  <a:lnTo>
                    <a:pt x="625226" y="271949"/>
                  </a:lnTo>
                  <a:lnTo>
                    <a:pt x="614373" y="271949"/>
                  </a:lnTo>
                  <a:close/>
                  <a:moveTo>
                    <a:pt x="727912" y="270878"/>
                  </a:moveTo>
                  <a:lnTo>
                    <a:pt x="779672" y="270878"/>
                  </a:lnTo>
                  <a:lnTo>
                    <a:pt x="779672" y="271949"/>
                  </a:lnTo>
                  <a:lnTo>
                    <a:pt x="727912" y="271949"/>
                  </a:lnTo>
                  <a:close/>
                  <a:moveTo>
                    <a:pt x="248713" y="271949"/>
                  </a:moveTo>
                  <a:lnTo>
                    <a:pt x="257896" y="271949"/>
                  </a:lnTo>
                  <a:lnTo>
                    <a:pt x="257896" y="273019"/>
                  </a:lnTo>
                  <a:lnTo>
                    <a:pt x="248713" y="273019"/>
                  </a:lnTo>
                  <a:close/>
                  <a:moveTo>
                    <a:pt x="553430" y="267666"/>
                  </a:moveTo>
                  <a:lnTo>
                    <a:pt x="557604" y="267666"/>
                  </a:lnTo>
                  <a:lnTo>
                    <a:pt x="557604" y="273019"/>
                  </a:lnTo>
                  <a:lnTo>
                    <a:pt x="553430" y="273019"/>
                  </a:lnTo>
                  <a:close/>
                  <a:moveTo>
                    <a:pt x="614373" y="271949"/>
                  </a:moveTo>
                  <a:lnTo>
                    <a:pt x="624391" y="271949"/>
                  </a:lnTo>
                  <a:lnTo>
                    <a:pt x="624391" y="273019"/>
                  </a:lnTo>
                  <a:lnTo>
                    <a:pt x="614373" y="273019"/>
                  </a:lnTo>
                  <a:close/>
                  <a:moveTo>
                    <a:pt x="499165" y="270878"/>
                  </a:moveTo>
                  <a:lnTo>
                    <a:pt x="512523" y="270878"/>
                  </a:lnTo>
                  <a:lnTo>
                    <a:pt x="512523" y="273019"/>
                  </a:lnTo>
                  <a:lnTo>
                    <a:pt x="499165" y="273019"/>
                  </a:lnTo>
                  <a:close/>
                  <a:moveTo>
                    <a:pt x="727077" y="271949"/>
                  </a:moveTo>
                  <a:lnTo>
                    <a:pt x="778837" y="271949"/>
                  </a:lnTo>
                  <a:lnTo>
                    <a:pt x="778837" y="273019"/>
                  </a:lnTo>
                  <a:lnTo>
                    <a:pt x="727077" y="273019"/>
                  </a:lnTo>
                  <a:close/>
                  <a:moveTo>
                    <a:pt x="383122" y="271949"/>
                  </a:moveTo>
                  <a:lnTo>
                    <a:pt x="390636" y="271949"/>
                  </a:lnTo>
                  <a:lnTo>
                    <a:pt x="390636" y="273019"/>
                  </a:lnTo>
                  <a:lnTo>
                    <a:pt x="383122" y="273019"/>
                  </a:lnTo>
                  <a:close/>
                  <a:moveTo>
                    <a:pt x="894045" y="270878"/>
                  </a:moveTo>
                  <a:lnTo>
                    <a:pt x="1000000" y="270878"/>
                  </a:lnTo>
                  <a:lnTo>
                    <a:pt x="1000000" y="273019"/>
                  </a:lnTo>
                  <a:lnTo>
                    <a:pt x="894045" y="273019"/>
                  </a:lnTo>
                  <a:close/>
                  <a:moveTo>
                    <a:pt x="283776" y="269807"/>
                  </a:moveTo>
                  <a:lnTo>
                    <a:pt x="291290" y="269807"/>
                  </a:lnTo>
                  <a:lnTo>
                    <a:pt x="291290" y="273019"/>
                  </a:lnTo>
                  <a:lnTo>
                    <a:pt x="283776" y="273019"/>
                  </a:lnTo>
                  <a:close/>
                  <a:moveTo>
                    <a:pt x="615208" y="273019"/>
                  </a:moveTo>
                  <a:lnTo>
                    <a:pt x="623557" y="273019"/>
                  </a:lnTo>
                  <a:lnTo>
                    <a:pt x="623557" y="274090"/>
                  </a:lnTo>
                  <a:lnTo>
                    <a:pt x="615208" y="274090"/>
                  </a:lnTo>
                  <a:close/>
                  <a:moveTo>
                    <a:pt x="796369" y="271949"/>
                  </a:moveTo>
                  <a:lnTo>
                    <a:pt x="858982" y="271949"/>
                  </a:lnTo>
                  <a:lnTo>
                    <a:pt x="858982" y="274090"/>
                  </a:lnTo>
                  <a:lnTo>
                    <a:pt x="796369" y="274090"/>
                  </a:lnTo>
                  <a:close/>
                  <a:moveTo>
                    <a:pt x="409002" y="268737"/>
                  </a:moveTo>
                  <a:lnTo>
                    <a:pt x="414011" y="268737"/>
                  </a:lnTo>
                  <a:lnTo>
                    <a:pt x="414011" y="274090"/>
                  </a:lnTo>
                  <a:lnTo>
                    <a:pt x="409002" y="274090"/>
                  </a:lnTo>
                  <a:close/>
                  <a:moveTo>
                    <a:pt x="247878" y="273019"/>
                  </a:moveTo>
                  <a:lnTo>
                    <a:pt x="257896" y="273019"/>
                  </a:lnTo>
                  <a:lnTo>
                    <a:pt x="257896" y="274090"/>
                  </a:lnTo>
                  <a:lnTo>
                    <a:pt x="247878" y="274090"/>
                  </a:lnTo>
                  <a:close/>
                  <a:moveTo>
                    <a:pt x="681161" y="271949"/>
                  </a:moveTo>
                  <a:lnTo>
                    <a:pt x="706206" y="271949"/>
                  </a:lnTo>
                  <a:lnTo>
                    <a:pt x="706206" y="274090"/>
                  </a:lnTo>
                  <a:lnTo>
                    <a:pt x="681161" y="274090"/>
                  </a:lnTo>
                  <a:close/>
                  <a:moveTo>
                    <a:pt x="354738" y="271949"/>
                  </a:moveTo>
                  <a:lnTo>
                    <a:pt x="366425" y="271949"/>
                  </a:lnTo>
                  <a:lnTo>
                    <a:pt x="366425" y="274090"/>
                  </a:lnTo>
                  <a:lnTo>
                    <a:pt x="354738" y="274090"/>
                  </a:lnTo>
                  <a:close/>
                  <a:moveTo>
                    <a:pt x="282941" y="273019"/>
                  </a:moveTo>
                  <a:lnTo>
                    <a:pt x="291290" y="273019"/>
                  </a:lnTo>
                  <a:lnTo>
                    <a:pt x="291290" y="274090"/>
                  </a:lnTo>
                  <a:lnTo>
                    <a:pt x="282941" y="274090"/>
                  </a:lnTo>
                  <a:close/>
                  <a:moveTo>
                    <a:pt x="383957" y="273019"/>
                  </a:moveTo>
                  <a:lnTo>
                    <a:pt x="390636" y="273019"/>
                  </a:lnTo>
                  <a:lnTo>
                    <a:pt x="390636" y="274090"/>
                  </a:lnTo>
                  <a:lnTo>
                    <a:pt x="383957" y="274090"/>
                  </a:lnTo>
                  <a:close/>
                  <a:moveTo>
                    <a:pt x="247043" y="274090"/>
                  </a:moveTo>
                  <a:lnTo>
                    <a:pt x="257896" y="274090"/>
                  </a:lnTo>
                  <a:lnTo>
                    <a:pt x="257896" y="275161"/>
                  </a:lnTo>
                  <a:lnTo>
                    <a:pt x="247043" y="275161"/>
                  </a:lnTo>
                  <a:close/>
                  <a:moveTo>
                    <a:pt x="798038" y="274090"/>
                  </a:moveTo>
                  <a:lnTo>
                    <a:pt x="858147" y="274090"/>
                  </a:lnTo>
                  <a:lnTo>
                    <a:pt x="858147" y="275161"/>
                  </a:lnTo>
                  <a:lnTo>
                    <a:pt x="798038" y="275161"/>
                  </a:lnTo>
                  <a:close/>
                  <a:moveTo>
                    <a:pt x="659455" y="270878"/>
                  </a:moveTo>
                  <a:lnTo>
                    <a:pt x="663629" y="270878"/>
                  </a:lnTo>
                  <a:lnTo>
                    <a:pt x="663629" y="275161"/>
                  </a:lnTo>
                  <a:lnTo>
                    <a:pt x="659455" y="275161"/>
                  </a:lnTo>
                  <a:close/>
                  <a:moveTo>
                    <a:pt x="354738" y="274090"/>
                  </a:moveTo>
                  <a:lnTo>
                    <a:pt x="365591" y="274090"/>
                  </a:lnTo>
                  <a:lnTo>
                    <a:pt x="365591" y="275161"/>
                  </a:lnTo>
                  <a:lnTo>
                    <a:pt x="354738" y="275161"/>
                  </a:lnTo>
                  <a:close/>
                  <a:moveTo>
                    <a:pt x="616043" y="274090"/>
                  </a:moveTo>
                  <a:lnTo>
                    <a:pt x="623557" y="274090"/>
                  </a:lnTo>
                  <a:lnTo>
                    <a:pt x="623557" y="275161"/>
                  </a:lnTo>
                  <a:lnTo>
                    <a:pt x="616043" y="275161"/>
                  </a:lnTo>
                  <a:close/>
                  <a:moveTo>
                    <a:pt x="409002" y="274090"/>
                  </a:moveTo>
                  <a:lnTo>
                    <a:pt x="414846" y="274090"/>
                  </a:lnTo>
                  <a:lnTo>
                    <a:pt x="414846" y="275161"/>
                  </a:lnTo>
                  <a:lnTo>
                    <a:pt x="409002" y="275161"/>
                  </a:lnTo>
                  <a:close/>
                  <a:moveTo>
                    <a:pt x="499165" y="273019"/>
                  </a:moveTo>
                  <a:lnTo>
                    <a:pt x="513357" y="273019"/>
                  </a:lnTo>
                  <a:lnTo>
                    <a:pt x="513357" y="275161"/>
                  </a:lnTo>
                  <a:lnTo>
                    <a:pt x="499165" y="275161"/>
                  </a:lnTo>
                  <a:close/>
                  <a:moveTo>
                    <a:pt x="680326" y="274090"/>
                  </a:moveTo>
                  <a:lnTo>
                    <a:pt x="705371" y="274090"/>
                  </a:lnTo>
                  <a:lnTo>
                    <a:pt x="705371" y="275161"/>
                  </a:lnTo>
                  <a:lnTo>
                    <a:pt x="680326" y="275161"/>
                  </a:lnTo>
                  <a:close/>
                  <a:moveTo>
                    <a:pt x="384792" y="274090"/>
                  </a:moveTo>
                  <a:lnTo>
                    <a:pt x="390636" y="274090"/>
                  </a:lnTo>
                  <a:lnTo>
                    <a:pt x="390636" y="275161"/>
                  </a:lnTo>
                  <a:lnTo>
                    <a:pt x="384792" y="275161"/>
                  </a:lnTo>
                  <a:close/>
                  <a:moveTo>
                    <a:pt x="893210" y="273019"/>
                  </a:moveTo>
                  <a:lnTo>
                    <a:pt x="1000000" y="273019"/>
                  </a:lnTo>
                  <a:lnTo>
                    <a:pt x="1000000" y="275161"/>
                  </a:lnTo>
                  <a:lnTo>
                    <a:pt x="893210" y="275161"/>
                  </a:lnTo>
                  <a:close/>
                  <a:moveTo>
                    <a:pt x="554265" y="273019"/>
                  </a:moveTo>
                  <a:lnTo>
                    <a:pt x="556769" y="273019"/>
                  </a:lnTo>
                  <a:lnTo>
                    <a:pt x="556769" y="275161"/>
                  </a:lnTo>
                  <a:lnTo>
                    <a:pt x="554265" y="275161"/>
                  </a:lnTo>
                  <a:close/>
                  <a:moveTo>
                    <a:pt x="388131" y="275161"/>
                  </a:moveTo>
                  <a:lnTo>
                    <a:pt x="390636" y="275161"/>
                  </a:lnTo>
                  <a:lnTo>
                    <a:pt x="390636" y="276231"/>
                  </a:lnTo>
                  <a:lnTo>
                    <a:pt x="388131" y="276231"/>
                  </a:lnTo>
                  <a:close/>
                  <a:moveTo>
                    <a:pt x="409002" y="275161"/>
                  </a:moveTo>
                  <a:lnTo>
                    <a:pt x="414011" y="275161"/>
                  </a:lnTo>
                  <a:lnTo>
                    <a:pt x="414011" y="276231"/>
                  </a:lnTo>
                  <a:lnTo>
                    <a:pt x="409002" y="276231"/>
                  </a:lnTo>
                  <a:close/>
                  <a:moveTo>
                    <a:pt x="679491" y="275161"/>
                  </a:moveTo>
                  <a:lnTo>
                    <a:pt x="705371" y="275161"/>
                  </a:lnTo>
                  <a:lnTo>
                    <a:pt x="705371" y="276231"/>
                  </a:lnTo>
                  <a:lnTo>
                    <a:pt x="679491" y="276231"/>
                  </a:lnTo>
                  <a:close/>
                  <a:moveTo>
                    <a:pt x="727077" y="273019"/>
                  </a:moveTo>
                  <a:lnTo>
                    <a:pt x="778002" y="273019"/>
                  </a:lnTo>
                  <a:lnTo>
                    <a:pt x="778002" y="276231"/>
                  </a:lnTo>
                  <a:lnTo>
                    <a:pt x="727077" y="276231"/>
                  </a:lnTo>
                  <a:close/>
                  <a:moveTo>
                    <a:pt x="658620" y="275161"/>
                  </a:moveTo>
                  <a:lnTo>
                    <a:pt x="663629" y="275161"/>
                  </a:lnTo>
                  <a:lnTo>
                    <a:pt x="663629" y="276231"/>
                  </a:lnTo>
                  <a:lnTo>
                    <a:pt x="658620" y="276231"/>
                  </a:lnTo>
                  <a:close/>
                  <a:moveTo>
                    <a:pt x="354738" y="275161"/>
                  </a:moveTo>
                  <a:lnTo>
                    <a:pt x="364756" y="275161"/>
                  </a:lnTo>
                  <a:lnTo>
                    <a:pt x="364756" y="276231"/>
                  </a:lnTo>
                  <a:lnTo>
                    <a:pt x="354738" y="276231"/>
                  </a:lnTo>
                  <a:close/>
                  <a:moveTo>
                    <a:pt x="892375" y="275161"/>
                  </a:moveTo>
                  <a:lnTo>
                    <a:pt x="1000000" y="275161"/>
                  </a:lnTo>
                  <a:lnTo>
                    <a:pt x="1000000" y="276231"/>
                  </a:lnTo>
                  <a:lnTo>
                    <a:pt x="892375" y="276231"/>
                  </a:lnTo>
                  <a:close/>
                  <a:moveTo>
                    <a:pt x="801378" y="275161"/>
                  </a:moveTo>
                  <a:lnTo>
                    <a:pt x="857312" y="275161"/>
                  </a:lnTo>
                  <a:lnTo>
                    <a:pt x="857312" y="276231"/>
                  </a:lnTo>
                  <a:lnTo>
                    <a:pt x="801378" y="276231"/>
                  </a:lnTo>
                  <a:close/>
                  <a:moveTo>
                    <a:pt x="246208" y="275161"/>
                  </a:moveTo>
                  <a:lnTo>
                    <a:pt x="257896" y="275161"/>
                  </a:lnTo>
                  <a:lnTo>
                    <a:pt x="257896" y="277302"/>
                  </a:lnTo>
                  <a:lnTo>
                    <a:pt x="246208" y="277302"/>
                  </a:lnTo>
                  <a:close/>
                  <a:moveTo>
                    <a:pt x="679491" y="276231"/>
                  </a:moveTo>
                  <a:lnTo>
                    <a:pt x="704536" y="276231"/>
                  </a:lnTo>
                  <a:lnTo>
                    <a:pt x="704536" y="277302"/>
                  </a:lnTo>
                  <a:lnTo>
                    <a:pt x="679491" y="277302"/>
                  </a:lnTo>
                  <a:close/>
                  <a:moveTo>
                    <a:pt x="726242" y="276231"/>
                  </a:moveTo>
                  <a:lnTo>
                    <a:pt x="778002" y="276231"/>
                  </a:lnTo>
                  <a:lnTo>
                    <a:pt x="778002" y="277302"/>
                  </a:lnTo>
                  <a:lnTo>
                    <a:pt x="726242" y="277302"/>
                  </a:lnTo>
                  <a:close/>
                  <a:moveTo>
                    <a:pt x="282106" y="274090"/>
                  </a:moveTo>
                  <a:lnTo>
                    <a:pt x="291290" y="274090"/>
                  </a:lnTo>
                  <a:lnTo>
                    <a:pt x="291290" y="277302"/>
                  </a:lnTo>
                  <a:lnTo>
                    <a:pt x="282106" y="277302"/>
                  </a:lnTo>
                  <a:close/>
                  <a:moveTo>
                    <a:pt x="802213" y="276231"/>
                  </a:moveTo>
                  <a:lnTo>
                    <a:pt x="856477" y="276231"/>
                  </a:lnTo>
                  <a:lnTo>
                    <a:pt x="856477" y="277302"/>
                  </a:lnTo>
                  <a:lnTo>
                    <a:pt x="802213" y="277302"/>
                  </a:lnTo>
                  <a:close/>
                  <a:moveTo>
                    <a:pt x="464102" y="270878"/>
                  </a:moveTo>
                  <a:lnTo>
                    <a:pt x="472450" y="270878"/>
                  </a:lnTo>
                  <a:lnTo>
                    <a:pt x="472450" y="277302"/>
                  </a:lnTo>
                  <a:lnTo>
                    <a:pt x="464102" y="277302"/>
                  </a:lnTo>
                  <a:close/>
                  <a:moveTo>
                    <a:pt x="500000" y="275161"/>
                  </a:moveTo>
                  <a:lnTo>
                    <a:pt x="513357" y="275161"/>
                  </a:lnTo>
                  <a:lnTo>
                    <a:pt x="513357" y="277302"/>
                  </a:lnTo>
                  <a:lnTo>
                    <a:pt x="500000" y="277302"/>
                  </a:lnTo>
                  <a:close/>
                  <a:moveTo>
                    <a:pt x="803047" y="277302"/>
                  </a:moveTo>
                  <a:lnTo>
                    <a:pt x="856477" y="277302"/>
                  </a:lnTo>
                  <a:lnTo>
                    <a:pt x="856477" y="278373"/>
                  </a:lnTo>
                  <a:lnTo>
                    <a:pt x="803047" y="278373"/>
                  </a:lnTo>
                  <a:close/>
                  <a:moveTo>
                    <a:pt x="245373" y="277302"/>
                  </a:moveTo>
                  <a:lnTo>
                    <a:pt x="257896" y="277302"/>
                  </a:lnTo>
                  <a:lnTo>
                    <a:pt x="257896" y="278373"/>
                  </a:lnTo>
                  <a:lnTo>
                    <a:pt x="245373" y="278373"/>
                  </a:lnTo>
                  <a:close/>
                  <a:moveTo>
                    <a:pt x="891541" y="276231"/>
                  </a:moveTo>
                  <a:lnTo>
                    <a:pt x="1000000" y="276231"/>
                  </a:lnTo>
                  <a:lnTo>
                    <a:pt x="1000000" y="278373"/>
                  </a:lnTo>
                  <a:lnTo>
                    <a:pt x="891541" y="278373"/>
                  </a:lnTo>
                  <a:close/>
                  <a:moveTo>
                    <a:pt x="657785" y="276231"/>
                  </a:moveTo>
                  <a:lnTo>
                    <a:pt x="663629" y="276231"/>
                  </a:lnTo>
                  <a:lnTo>
                    <a:pt x="663629" y="278373"/>
                  </a:lnTo>
                  <a:lnTo>
                    <a:pt x="657785" y="278373"/>
                  </a:lnTo>
                  <a:close/>
                  <a:moveTo>
                    <a:pt x="409002" y="276231"/>
                  </a:moveTo>
                  <a:lnTo>
                    <a:pt x="414846" y="276231"/>
                  </a:lnTo>
                  <a:lnTo>
                    <a:pt x="414846" y="278373"/>
                  </a:lnTo>
                  <a:lnTo>
                    <a:pt x="409002" y="278373"/>
                  </a:lnTo>
                  <a:close/>
                  <a:moveTo>
                    <a:pt x="726242" y="277302"/>
                  </a:moveTo>
                  <a:lnTo>
                    <a:pt x="777167" y="277302"/>
                  </a:lnTo>
                  <a:lnTo>
                    <a:pt x="777167" y="278373"/>
                  </a:lnTo>
                  <a:lnTo>
                    <a:pt x="726242" y="278373"/>
                  </a:lnTo>
                  <a:close/>
                  <a:moveTo>
                    <a:pt x="281272" y="277302"/>
                  </a:moveTo>
                  <a:lnTo>
                    <a:pt x="291290" y="277302"/>
                  </a:lnTo>
                  <a:lnTo>
                    <a:pt x="291290" y="278373"/>
                  </a:lnTo>
                  <a:lnTo>
                    <a:pt x="281272" y="278373"/>
                  </a:lnTo>
                  <a:close/>
                  <a:moveTo>
                    <a:pt x="656950" y="278373"/>
                  </a:moveTo>
                  <a:lnTo>
                    <a:pt x="663629" y="278373"/>
                  </a:lnTo>
                  <a:lnTo>
                    <a:pt x="663629" y="279443"/>
                  </a:lnTo>
                  <a:lnTo>
                    <a:pt x="656950" y="279443"/>
                  </a:lnTo>
                  <a:close/>
                  <a:moveTo>
                    <a:pt x="244539" y="278373"/>
                  </a:moveTo>
                  <a:lnTo>
                    <a:pt x="257896" y="278373"/>
                  </a:lnTo>
                  <a:lnTo>
                    <a:pt x="257896" y="279443"/>
                  </a:lnTo>
                  <a:lnTo>
                    <a:pt x="244539" y="279443"/>
                  </a:lnTo>
                  <a:close/>
                  <a:moveTo>
                    <a:pt x="725407" y="278373"/>
                  </a:moveTo>
                  <a:lnTo>
                    <a:pt x="777167" y="278373"/>
                  </a:lnTo>
                  <a:lnTo>
                    <a:pt x="777167" y="279443"/>
                  </a:lnTo>
                  <a:lnTo>
                    <a:pt x="725407" y="279443"/>
                  </a:lnTo>
                  <a:close/>
                  <a:moveTo>
                    <a:pt x="806387" y="278373"/>
                  </a:moveTo>
                  <a:lnTo>
                    <a:pt x="854808" y="278373"/>
                  </a:lnTo>
                  <a:lnTo>
                    <a:pt x="854808" y="279443"/>
                  </a:lnTo>
                  <a:lnTo>
                    <a:pt x="806387" y="279443"/>
                  </a:lnTo>
                  <a:close/>
                  <a:moveTo>
                    <a:pt x="354738" y="276231"/>
                  </a:moveTo>
                  <a:lnTo>
                    <a:pt x="363921" y="276231"/>
                  </a:lnTo>
                  <a:lnTo>
                    <a:pt x="363921" y="279443"/>
                  </a:lnTo>
                  <a:lnTo>
                    <a:pt x="354738" y="279443"/>
                  </a:lnTo>
                  <a:close/>
                  <a:moveTo>
                    <a:pt x="354738" y="279443"/>
                  </a:moveTo>
                  <a:lnTo>
                    <a:pt x="363086" y="279443"/>
                  </a:lnTo>
                  <a:lnTo>
                    <a:pt x="363086" y="280514"/>
                  </a:lnTo>
                  <a:lnTo>
                    <a:pt x="354738" y="280514"/>
                  </a:lnTo>
                  <a:close/>
                  <a:moveTo>
                    <a:pt x="464102" y="277302"/>
                  </a:moveTo>
                  <a:lnTo>
                    <a:pt x="471615" y="277302"/>
                  </a:lnTo>
                  <a:lnTo>
                    <a:pt x="471615" y="280514"/>
                  </a:lnTo>
                  <a:lnTo>
                    <a:pt x="464102" y="280514"/>
                  </a:lnTo>
                  <a:close/>
                  <a:moveTo>
                    <a:pt x="808056" y="279443"/>
                  </a:moveTo>
                  <a:lnTo>
                    <a:pt x="854808" y="279443"/>
                  </a:lnTo>
                  <a:lnTo>
                    <a:pt x="854808" y="280514"/>
                  </a:lnTo>
                  <a:lnTo>
                    <a:pt x="808056" y="280514"/>
                  </a:lnTo>
                  <a:close/>
                  <a:moveTo>
                    <a:pt x="500835" y="277302"/>
                  </a:moveTo>
                  <a:lnTo>
                    <a:pt x="514192" y="277302"/>
                  </a:lnTo>
                  <a:lnTo>
                    <a:pt x="514192" y="280514"/>
                  </a:lnTo>
                  <a:lnTo>
                    <a:pt x="500835" y="280514"/>
                  </a:lnTo>
                  <a:close/>
                  <a:moveTo>
                    <a:pt x="199457" y="271949"/>
                  </a:moveTo>
                  <a:lnTo>
                    <a:pt x="216989" y="271949"/>
                  </a:lnTo>
                  <a:lnTo>
                    <a:pt x="216989" y="280514"/>
                  </a:lnTo>
                  <a:lnTo>
                    <a:pt x="199457" y="280514"/>
                  </a:lnTo>
                  <a:close/>
                  <a:moveTo>
                    <a:pt x="428204" y="263383"/>
                  </a:moveTo>
                  <a:lnTo>
                    <a:pt x="449075" y="263383"/>
                  </a:lnTo>
                  <a:lnTo>
                    <a:pt x="449075" y="280514"/>
                  </a:lnTo>
                  <a:lnTo>
                    <a:pt x="428204" y="280514"/>
                  </a:lnTo>
                  <a:close/>
                  <a:moveTo>
                    <a:pt x="678656" y="277302"/>
                  </a:moveTo>
                  <a:lnTo>
                    <a:pt x="704536" y="277302"/>
                  </a:lnTo>
                  <a:lnTo>
                    <a:pt x="704536" y="280514"/>
                  </a:lnTo>
                  <a:lnTo>
                    <a:pt x="678656" y="280514"/>
                  </a:lnTo>
                  <a:close/>
                  <a:moveTo>
                    <a:pt x="890706" y="278373"/>
                  </a:moveTo>
                  <a:lnTo>
                    <a:pt x="1000000" y="278373"/>
                  </a:lnTo>
                  <a:lnTo>
                    <a:pt x="1000000" y="280514"/>
                  </a:lnTo>
                  <a:lnTo>
                    <a:pt x="890706" y="280514"/>
                  </a:lnTo>
                  <a:close/>
                  <a:moveTo>
                    <a:pt x="725407" y="279443"/>
                  </a:moveTo>
                  <a:lnTo>
                    <a:pt x="776333" y="279443"/>
                  </a:lnTo>
                  <a:lnTo>
                    <a:pt x="776333" y="280514"/>
                  </a:lnTo>
                  <a:lnTo>
                    <a:pt x="725407" y="280514"/>
                  </a:lnTo>
                  <a:close/>
                  <a:moveTo>
                    <a:pt x="616043" y="275161"/>
                  </a:moveTo>
                  <a:lnTo>
                    <a:pt x="622722" y="275161"/>
                  </a:lnTo>
                  <a:lnTo>
                    <a:pt x="622722" y="281585"/>
                  </a:lnTo>
                  <a:lnTo>
                    <a:pt x="616043" y="281585"/>
                  </a:lnTo>
                  <a:close/>
                  <a:moveTo>
                    <a:pt x="409002" y="278373"/>
                  </a:moveTo>
                  <a:lnTo>
                    <a:pt x="414011" y="278373"/>
                  </a:lnTo>
                  <a:lnTo>
                    <a:pt x="414011" y="281585"/>
                  </a:lnTo>
                  <a:lnTo>
                    <a:pt x="409002" y="281585"/>
                  </a:lnTo>
                  <a:close/>
                  <a:moveTo>
                    <a:pt x="889871" y="280514"/>
                  </a:moveTo>
                  <a:lnTo>
                    <a:pt x="1000000" y="280514"/>
                  </a:lnTo>
                  <a:lnTo>
                    <a:pt x="1000000" y="281585"/>
                  </a:lnTo>
                  <a:lnTo>
                    <a:pt x="889871" y="281585"/>
                  </a:lnTo>
                  <a:close/>
                  <a:moveTo>
                    <a:pt x="808891" y="280514"/>
                  </a:moveTo>
                  <a:lnTo>
                    <a:pt x="853973" y="280514"/>
                  </a:lnTo>
                  <a:lnTo>
                    <a:pt x="853973" y="281585"/>
                  </a:lnTo>
                  <a:lnTo>
                    <a:pt x="808891" y="281585"/>
                  </a:lnTo>
                  <a:close/>
                  <a:moveTo>
                    <a:pt x="243704" y="279443"/>
                  </a:moveTo>
                  <a:lnTo>
                    <a:pt x="257896" y="279443"/>
                  </a:lnTo>
                  <a:lnTo>
                    <a:pt x="257896" y="281585"/>
                  </a:lnTo>
                  <a:lnTo>
                    <a:pt x="243704" y="281585"/>
                  </a:lnTo>
                  <a:close/>
                  <a:moveTo>
                    <a:pt x="656950" y="279443"/>
                  </a:moveTo>
                  <a:lnTo>
                    <a:pt x="662794" y="279443"/>
                  </a:lnTo>
                  <a:lnTo>
                    <a:pt x="662794" y="281585"/>
                  </a:lnTo>
                  <a:lnTo>
                    <a:pt x="656950" y="281585"/>
                  </a:lnTo>
                  <a:close/>
                  <a:moveTo>
                    <a:pt x="330527" y="280514"/>
                  </a:moveTo>
                  <a:lnTo>
                    <a:pt x="332197" y="280514"/>
                  </a:lnTo>
                  <a:lnTo>
                    <a:pt x="332197" y="281585"/>
                  </a:lnTo>
                  <a:lnTo>
                    <a:pt x="330527" y="281585"/>
                  </a:lnTo>
                  <a:close/>
                  <a:moveTo>
                    <a:pt x="725407" y="280514"/>
                  </a:moveTo>
                  <a:lnTo>
                    <a:pt x="775498" y="280514"/>
                  </a:lnTo>
                  <a:lnTo>
                    <a:pt x="775498" y="282655"/>
                  </a:lnTo>
                  <a:lnTo>
                    <a:pt x="725407" y="282655"/>
                  </a:lnTo>
                  <a:close/>
                  <a:moveTo>
                    <a:pt x="328858" y="281585"/>
                  </a:moveTo>
                  <a:lnTo>
                    <a:pt x="333867" y="281585"/>
                  </a:lnTo>
                  <a:lnTo>
                    <a:pt x="333867" y="282655"/>
                  </a:lnTo>
                  <a:lnTo>
                    <a:pt x="328858" y="282655"/>
                  </a:lnTo>
                  <a:close/>
                  <a:moveTo>
                    <a:pt x="677821" y="280514"/>
                  </a:moveTo>
                  <a:lnTo>
                    <a:pt x="704536" y="280514"/>
                  </a:lnTo>
                  <a:lnTo>
                    <a:pt x="704536" y="282655"/>
                  </a:lnTo>
                  <a:lnTo>
                    <a:pt x="677821" y="282655"/>
                  </a:lnTo>
                  <a:close/>
                  <a:moveTo>
                    <a:pt x="199457" y="280514"/>
                  </a:moveTo>
                  <a:lnTo>
                    <a:pt x="216154" y="280514"/>
                  </a:lnTo>
                  <a:lnTo>
                    <a:pt x="216154" y="282655"/>
                  </a:lnTo>
                  <a:lnTo>
                    <a:pt x="199457" y="282655"/>
                  </a:lnTo>
                  <a:close/>
                  <a:moveTo>
                    <a:pt x="889036" y="281585"/>
                  </a:moveTo>
                  <a:lnTo>
                    <a:pt x="1000000" y="281585"/>
                  </a:lnTo>
                  <a:lnTo>
                    <a:pt x="1000000" y="282655"/>
                  </a:lnTo>
                  <a:lnTo>
                    <a:pt x="889036" y="282655"/>
                  </a:lnTo>
                  <a:close/>
                  <a:moveTo>
                    <a:pt x="354738" y="280514"/>
                  </a:moveTo>
                  <a:lnTo>
                    <a:pt x="362251" y="280514"/>
                  </a:lnTo>
                  <a:lnTo>
                    <a:pt x="362251" y="282655"/>
                  </a:lnTo>
                  <a:lnTo>
                    <a:pt x="354738" y="282655"/>
                  </a:lnTo>
                  <a:close/>
                  <a:moveTo>
                    <a:pt x="812231" y="281585"/>
                  </a:moveTo>
                  <a:lnTo>
                    <a:pt x="853973" y="281585"/>
                  </a:lnTo>
                  <a:lnTo>
                    <a:pt x="853973" y="282655"/>
                  </a:lnTo>
                  <a:lnTo>
                    <a:pt x="812231" y="282655"/>
                  </a:lnTo>
                  <a:close/>
                  <a:moveTo>
                    <a:pt x="656950" y="281585"/>
                  </a:moveTo>
                  <a:lnTo>
                    <a:pt x="661959" y="281585"/>
                  </a:lnTo>
                  <a:lnTo>
                    <a:pt x="661959" y="283726"/>
                  </a:lnTo>
                  <a:lnTo>
                    <a:pt x="656950" y="283726"/>
                  </a:lnTo>
                  <a:close/>
                  <a:moveTo>
                    <a:pt x="813900" y="282655"/>
                  </a:moveTo>
                  <a:lnTo>
                    <a:pt x="853138" y="282655"/>
                  </a:lnTo>
                  <a:lnTo>
                    <a:pt x="853138" y="283726"/>
                  </a:lnTo>
                  <a:lnTo>
                    <a:pt x="813900" y="283726"/>
                  </a:lnTo>
                  <a:close/>
                  <a:moveTo>
                    <a:pt x="242869" y="281585"/>
                  </a:moveTo>
                  <a:lnTo>
                    <a:pt x="257896" y="281585"/>
                  </a:lnTo>
                  <a:lnTo>
                    <a:pt x="257896" y="283726"/>
                  </a:lnTo>
                  <a:lnTo>
                    <a:pt x="242869" y="283726"/>
                  </a:lnTo>
                  <a:close/>
                  <a:moveTo>
                    <a:pt x="676986" y="282655"/>
                  </a:moveTo>
                  <a:lnTo>
                    <a:pt x="703701" y="282655"/>
                  </a:lnTo>
                  <a:lnTo>
                    <a:pt x="703701" y="283726"/>
                  </a:lnTo>
                  <a:lnTo>
                    <a:pt x="676986" y="283726"/>
                  </a:lnTo>
                  <a:close/>
                  <a:moveTo>
                    <a:pt x="616878" y="281585"/>
                  </a:moveTo>
                  <a:lnTo>
                    <a:pt x="621887" y="281585"/>
                  </a:lnTo>
                  <a:lnTo>
                    <a:pt x="621887" y="283726"/>
                  </a:lnTo>
                  <a:lnTo>
                    <a:pt x="616878" y="283726"/>
                  </a:lnTo>
                  <a:close/>
                  <a:moveTo>
                    <a:pt x="724572" y="282655"/>
                  </a:moveTo>
                  <a:lnTo>
                    <a:pt x="775498" y="282655"/>
                  </a:lnTo>
                  <a:lnTo>
                    <a:pt x="775498" y="283726"/>
                  </a:lnTo>
                  <a:lnTo>
                    <a:pt x="724572" y="283726"/>
                  </a:lnTo>
                  <a:close/>
                  <a:moveTo>
                    <a:pt x="328023" y="282655"/>
                  </a:moveTo>
                  <a:lnTo>
                    <a:pt x="334701" y="282655"/>
                  </a:lnTo>
                  <a:lnTo>
                    <a:pt x="334701" y="283726"/>
                  </a:lnTo>
                  <a:lnTo>
                    <a:pt x="328023" y="283726"/>
                  </a:lnTo>
                  <a:close/>
                  <a:moveTo>
                    <a:pt x="325518" y="283726"/>
                  </a:moveTo>
                  <a:lnTo>
                    <a:pt x="336371" y="283726"/>
                  </a:lnTo>
                  <a:lnTo>
                    <a:pt x="336371" y="284797"/>
                  </a:lnTo>
                  <a:lnTo>
                    <a:pt x="325518" y="284797"/>
                  </a:lnTo>
                  <a:close/>
                  <a:moveTo>
                    <a:pt x="242034" y="283726"/>
                  </a:moveTo>
                  <a:lnTo>
                    <a:pt x="257896" y="283726"/>
                  </a:lnTo>
                  <a:lnTo>
                    <a:pt x="257896" y="284797"/>
                  </a:lnTo>
                  <a:lnTo>
                    <a:pt x="242034" y="284797"/>
                  </a:lnTo>
                  <a:close/>
                  <a:moveTo>
                    <a:pt x="814735" y="283726"/>
                  </a:moveTo>
                  <a:lnTo>
                    <a:pt x="852303" y="283726"/>
                  </a:lnTo>
                  <a:lnTo>
                    <a:pt x="852303" y="284797"/>
                  </a:lnTo>
                  <a:lnTo>
                    <a:pt x="814735" y="284797"/>
                  </a:lnTo>
                  <a:close/>
                  <a:moveTo>
                    <a:pt x="618547" y="283726"/>
                  </a:moveTo>
                  <a:lnTo>
                    <a:pt x="621887" y="283726"/>
                  </a:lnTo>
                  <a:lnTo>
                    <a:pt x="621887" y="284797"/>
                  </a:lnTo>
                  <a:lnTo>
                    <a:pt x="618547" y="284797"/>
                  </a:lnTo>
                  <a:close/>
                  <a:moveTo>
                    <a:pt x="816405" y="284797"/>
                  </a:moveTo>
                  <a:lnTo>
                    <a:pt x="851468" y="284797"/>
                  </a:lnTo>
                  <a:lnTo>
                    <a:pt x="851468" y="285867"/>
                  </a:lnTo>
                  <a:lnTo>
                    <a:pt x="816405" y="285867"/>
                  </a:lnTo>
                  <a:close/>
                  <a:moveTo>
                    <a:pt x="281272" y="278373"/>
                  </a:moveTo>
                  <a:lnTo>
                    <a:pt x="290455" y="278373"/>
                  </a:lnTo>
                  <a:lnTo>
                    <a:pt x="290455" y="285867"/>
                  </a:lnTo>
                  <a:lnTo>
                    <a:pt x="281272" y="285867"/>
                  </a:lnTo>
                  <a:close/>
                  <a:moveTo>
                    <a:pt x="324683" y="284797"/>
                  </a:moveTo>
                  <a:lnTo>
                    <a:pt x="337206" y="284797"/>
                  </a:lnTo>
                  <a:lnTo>
                    <a:pt x="337206" y="285867"/>
                  </a:lnTo>
                  <a:lnTo>
                    <a:pt x="324683" y="285867"/>
                  </a:lnTo>
                  <a:close/>
                  <a:moveTo>
                    <a:pt x="620217" y="284797"/>
                  </a:moveTo>
                  <a:lnTo>
                    <a:pt x="621052" y="284797"/>
                  </a:lnTo>
                  <a:lnTo>
                    <a:pt x="621052" y="285867"/>
                  </a:lnTo>
                  <a:lnTo>
                    <a:pt x="620217" y="285867"/>
                  </a:lnTo>
                  <a:close/>
                  <a:moveTo>
                    <a:pt x="427369" y="280514"/>
                  </a:moveTo>
                  <a:lnTo>
                    <a:pt x="449075" y="280514"/>
                  </a:lnTo>
                  <a:lnTo>
                    <a:pt x="449075" y="286938"/>
                  </a:lnTo>
                  <a:lnTo>
                    <a:pt x="427369" y="286938"/>
                  </a:lnTo>
                  <a:close/>
                  <a:moveTo>
                    <a:pt x="408167" y="281585"/>
                  </a:moveTo>
                  <a:lnTo>
                    <a:pt x="414011" y="281585"/>
                  </a:lnTo>
                  <a:lnTo>
                    <a:pt x="414011" y="286938"/>
                  </a:lnTo>
                  <a:lnTo>
                    <a:pt x="408167" y="286938"/>
                  </a:lnTo>
                  <a:close/>
                  <a:moveTo>
                    <a:pt x="656115" y="283726"/>
                  </a:moveTo>
                  <a:lnTo>
                    <a:pt x="661124" y="283726"/>
                  </a:lnTo>
                  <a:lnTo>
                    <a:pt x="661124" y="286938"/>
                  </a:lnTo>
                  <a:lnTo>
                    <a:pt x="656115" y="286938"/>
                  </a:lnTo>
                  <a:close/>
                  <a:moveTo>
                    <a:pt x="323848" y="285867"/>
                  </a:moveTo>
                  <a:lnTo>
                    <a:pt x="338041" y="285867"/>
                  </a:lnTo>
                  <a:lnTo>
                    <a:pt x="338041" y="286938"/>
                  </a:lnTo>
                  <a:lnTo>
                    <a:pt x="323848" y="286938"/>
                  </a:lnTo>
                  <a:close/>
                  <a:moveTo>
                    <a:pt x="888201" y="282655"/>
                  </a:moveTo>
                  <a:lnTo>
                    <a:pt x="1000000" y="282655"/>
                  </a:lnTo>
                  <a:lnTo>
                    <a:pt x="1000000" y="286938"/>
                  </a:lnTo>
                  <a:lnTo>
                    <a:pt x="888201" y="286938"/>
                  </a:lnTo>
                  <a:close/>
                  <a:moveTo>
                    <a:pt x="241199" y="284797"/>
                  </a:moveTo>
                  <a:lnTo>
                    <a:pt x="257061" y="284797"/>
                  </a:lnTo>
                  <a:lnTo>
                    <a:pt x="257061" y="286938"/>
                  </a:lnTo>
                  <a:lnTo>
                    <a:pt x="241199" y="286938"/>
                  </a:lnTo>
                  <a:close/>
                  <a:moveTo>
                    <a:pt x="676152" y="283726"/>
                  </a:moveTo>
                  <a:lnTo>
                    <a:pt x="703701" y="283726"/>
                  </a:lnTo>
                  <a:lnTo>
                    <a:pt x="703701" y="286938"/>
                  </a:lnTo>
                  <a:lnTo>
                    <a:pt x="676152" y="286938"/>
                  </a:lnTo>
                  <a:close/>
                  <a:moveTo>
                    <a:pt x="819744" y="285867"/>
                  </a:moveTo>
                  <a:lnTo>
                    <a:pt x="850633" y="285867"/>
                  </a:lnTo>
                  <a:lnTo>
                    <a:pt x="850633" y="286938"/>
                  </a:lnTo>
                  <a:lnTo>
                    <a:pt x="819744" y="286938"/>
                  </a:lnTo>
                  <a:close/>
                  <a:moveTo>
                    <a:pt x="322179" y="286938"/>
                  </a:moveTo>
                  <a:lnTo>
                    <a:pt x="338876" y="286938"/>
                  </a:lnTo>
                  <a:lnTo>
                    <a:pt x="338876" y="288009"/>
                  </a:lnTo>
                  <a:lnTo>
                    <a:pt x="322179" y="288009"/>
                  </a:lnTo>
                  <a:close/>
                  <a:moveTo>
                    <a:pt x="280437" y="285867"/>
                  </a:moveTo>
                  <a:lnTo>
                    <a:pt x="290455" y="285867"/>
                  </a:lnTo>
                  <a:lnTo>
                    <a:pt x="290455" y="288009"/>
                  </a:lnTo>
                  <a:lnTo>
                    <a:pt x="280437" y="288009"/>
                  </a:lnTo>
                  <a:close/>
                  <a:moveTo>
                    <a:pt x="199457" y="282655"/>
                  </a:moveTo>
                  <a:lnTo>
                    <a:pt x="215319" y="282655"/>
                  </a:lnTo>
                  <a:lnTo>
                    <a:pt x="215319" y="288009"/>
                  </a:lnTo>
                  <a:lnTo>
                    <a:pt x="199457" y="288009"/>
                  </a:lnTo>
                  <a:close/>
                  <a:moveTo>
                    <a:pt x="655281" y="286938"/>
                  </a:moveTo>
                  <a:lnTo>
                    <a:pt x="661124" y="286938"/>
                  </a:lnTo>
                  <a:lnTo>
                    <a:pt x="661124" y="288009"/>
                  </a:lnTo>
                  <a:lnTo>
                    <a:pt x="655281" y="288009"/>
                  </a:lnTo>
                  <a:close/>
                  <a:moveTo>
                    <a:pt x="820579" y="286938"/>
                  </a:moveTo>
                  <a:lnTo>
                    <a:pt x="850633" y="286938"/>
                  </a:lnTo>
                  <a:lnTo>
                    <a:pt x="850633" y="288009"/>
                  </a:lnTo>
                  <a:lnTo>
                    <a:pt x="820579" y="288009"/>
                  </a:lnTo>
                  <a:close/>
                  <a:moveTo>
                    <a:pt x="501670" y="280514"/>
                  </a:moveTo>
                  <a:lnTo>
                    <a:pt x="514192" y="280514"/>
                  </a:lnTo>
                  <a:lnTo>
                    <a:pt x="514192" y="288009"/>
                  </a:lnTo>
                  <a:lnTo>
                    <a:pt x="501670" y="288009"/>
                  </a:lnTo>
                  <a:close/>
                  <a:moveTo>
                    <a:pt x="887366" y="286938"/>
                  </a:moveTo>
                  <a:lnTo>
                    <a:pt x="1000000" y="286938"/>
                  </a:lnTo>
                  <a:lnTo>
                    <a:pt x="1000000" y="288009"/>
                  </a:lnTo>
                  <a:lnTo>
                    <a:pt x="887366" y="288009"/>
                  </a:lnTo>
                  <a:close/>
                  <a:moveTo>
                    <a:pt x="724572" y="283726"/>
                  </a:moveTo>
                  <a:lnTo>
                    <a:pt x="774663" y="283726"/>
                  </a:lnTo>
                  <a:lnTo>
                    <a:pt x="774663" y="288009"/>
                  </a:lnTo>
                  <a:lnTo>
                    <a:pt x="724572" y="288009"/>
                  </a:lnTo>
                  <a:close/>
                  <a:moveTo>
                    <a:pt x="675317" y="286938"/>
                  </a:moveTo>
                  <a:lnTo>
                    <a:pt x="702866" y="286938"/>
                  </a:lnTo>
                  <a:lnTo>
                    <a:pt x="702866" y="289079"/>
                  </a:lnTo>
                  <a:lnTo>
                    <a:pt x="675317" y="289079"/>
                  </a:lnTo>
                  <a:close/>
                  <a:moveTo>
                    <a:pt x="408167" y="286938"/>
                  </a:moveTo>
                  <a:lnTo>
                    <a:pt x="414846" y="286938"/>
                  </a:lnTo>
                  <a:lnTo>
                    <a:pt x="414846" y="289079"/>
                  </a:lnTo>
                  <a:lnTo>
                    <a:pt x="408167" y="289079"/>
                  </a:lnTo>
                  <a:close/>
                  <a:moveTo>
                    <a:pt x="822249" y="288009"/>
                  </a:moveTo>
                  <a:lnTo>
                    <a:pt x="848964" y="288009"/>
                  </a:lnTo>
                  <a:lnTo>
                    <a:pt x="848964" y="289079"/>
                  </a:lnTo>
                  <a:lnTo>
                    <a:pt x="822249" y="289079"/>
                  </a:lnTo>
                  <a:close/>
                  <a:moveTo>
                    <a:pt x="322179" y="288009"/>
                  </a:moveTo>
                  <a:lnTo>
                    <a:pt x="339710" y="288009"/>
                  </a:lnTo>
                  <a:lnTo>
                    <a:pt x="339710" y="289079"/>
                  </a:lnTo>
                  <a:lnTo>
                    <a:pt x="322179" y="289079"/>
                  </a:lnTo>
                  <a:close/>
                  <a:moveTo>
                    <a:pt x="354738" y="282655"/>
                  </a:moveTo>
                  <a:lnTo>
                    <a:pt x="361416" y="282655"/>
                  </a:lnTo>
                  <a:lnTo>
                    <a:pt x="361416" y="289079"/>
                  </a:lnTo>
                  <a:lnTo>
                    <a:pt x="354738" y="289079"/>
                  </a:lnTo>
                  <a:close/>
                  <a:moveTo>
                    <a:pt x="408167" y="289079"/>
                  </a:moveTo>
                  <a:lnTo>
                    <a:pt x="414011" y="289079"/>
                  </a:lnTo>
                  <a:lnTo>
                    <a:pt x="414011" y="290150"/>
                  </a:lnTo>
                  <a:lnTo>
                    <a:pt x="408167" y="290150"/>
                  </a:lnTo>
                  <a:close/>
                  <a:moveTo>
                    <a:pt x="724572" y="288009"/>
                  </a:moveTo>
                  <a:lnTo>
                    <a:pt x="773828" y="288009"/>
                  </a:lnTo>
                  <a:lnTo>
                    <a:pt x="773828" y="290150"/>
                  </a:lnTo>
                  <a:lnTo>
                    <a:pt x="724572" y="290150"/>
                  </a:lnTo>
                  <a:close/>
                  <a:moveTo>
                    <a:pt x="826423" y="289079"/>
                  </a:moveTo>
                  <a:lnTo>
                    <a:pt x="848129" y="289079"/>
                  </a:lnTo>
                  <a:lnTo>
                    <a:pt x="848129" y="290150"/>
                  </a:lnTo>
                  <a:lnTo>
                    <a:pt x="826423" y="290150"/>
                  </a:lnTo>
                  <a:close/>
                  <a:moveTo>
                    <a:pt x="240364" y="286938"/>
                  </a:moveTo>
                  <a:lnTo>
                    <a:pt x="257061" y="286938"/>
                  </a:lnTo>
                  <a:lnTo>
                    <a:pt x="257061" y="290150"/>
                  </a:lnTo>
                  <a:lnTo>
                    <a:pt x="240364" y="290150"/>
                  </a:lnTo>
                  <a:close/>
                  <a:moveTo>
                    <a:pt x="501670" y="288009"/>
                  </a:moveTo>
                  <a:lnTo>
                    <a:pt x="515027" y="288009"/>
                  </a:lnTo>
                  <a:lnTo>
                    <a:pt x="515027" y="290150"/>
                  </a:lnTo>
                  <a:lnTo>
                    <a:pt x="501670" y="290150"/>
                  </a:lnTo>
                  <a:close/>
                  <a:moveTo>
                    <a:pt x="675317" y="289079"/>
                  </a:moveTo>
                  <a:lnTo>
                    <a:pt x="702032" y="289079"/>
                  </a:lnTo>
                  <a:lnTo>
                    <a:pt x="702032" y="290150"/>
                  </a:lnTo>
                  <a:lnTo>
                    <a:pt x="675317" y="290150"/>
                  </a:lnTo>
                  <a:close/>
                  <a:moveTo>
                    <a:pt x="885697" y="288009"/>
                  </a:moveTo>
                  <a:lnTo>
                    <a:pt x="1000000" y="288009"/>
                  </a:lnTo>
                  <a:lnTo>
                    <a:pt x="1000000" y="290150"/>
                  </a:lnTo>
                  <a:lnTo>
                    <a:pt x="885697" y="290150"/>
                  </a:lnTo>
                  <a:close/>
                  <a:moveTo>
                    <a:pt x="279602" y="288009"/>
                  </a:moveTo>
                  <a:lnTo>
                    <a:pt x="290455" y="288009"/>
                  </a:lnTo>
                  <a:lnTo>
                    <a:pt x="290455" y="290150"/>
                  </a:lnTo>
                  <a:lnTo>
                    <a:pt x="279602" y="290150"/>
                  </a:lnTo>
                  <a:close/>
                  <a:moveTo>
                    <a:pt x="321344" y="289079"/>
                  </a:moveTo>
                  <a:lnTo>
                    <a:pt x="339710" y="289079"/>
                  </a:lnTo>
                  <a:lnTo>
                    <a:pt x="339710" y="290150"/>
                  </a:lnTo>
                  <a:lnTo>
                    <a:pt x="321344" y="290150"/>
                  </a:lnTo>
                  <a:close/>
                  <a:moveTo>
                    <a:pt x="354738" y="289079"/>
                  </a:moveTo>
                  <a:lnTo>
                    <a:pt x="360581" y="289079"/>
                  </a:lnTo>
                  <a:lnTo>
                    <a:pt x="360581" y="291221"/>
                  </a:lnTo>
                  <a:lnTo>
                    <a:pt x="354738" y="291221"/>
                  </a:lnTo>
                  <a:close/>
                  <a:moveTo>
                    <a:pt x="501670" y="290150"/>
                  </a:moveTo>
                  <a:lnTo>
                    <a:pt x="515862" y="290150"/>
                  </a:lnTo>
                  <a:lnTo>
                    <a:pt x="515862" y="291221"/>
                  </a:lnTo>
                  <a:lnTo>
                    <a:pt x="501670" y="291221"/>
                  </a:lnTo>
                  <a:close/>
                  <a:moveTo>
                    <a:pt x="827258" y="290150"/>
                  </a:moveTo>
                  <a:lnTo>
                    <a:pt x="848129" y="290150"/>
                  </a:lnTo>
                  <a:lnTo>
                    <a:pt x="848129" y="291221"/>
                  </a:lnTo>
                  <a:lnTo>
                    <a:pt x="827258" y="291221"/>
                  </a:lnTo>
                  <a:close/>
                  <a:moveTo>
                    <a:pt x="723738" y="290150"/>
                  </a:moveTo>
                  <a:lnTo>
                    <a:pt x="774663" y="290150"/>
                  </a:lnTo>
                  <a:lnTo>
                    <a:pt x="774663" y="291221"/>
                  </a:lnTo>
                  <a:lnTo>
                    <a:pt x="723738" y="291221"/>
                  </a:lnTo>
                  <a:close/>
                  <a:moveTo>
                    <a:pt x="240364" y="290150"/>
                  </a:moveTo>
                  <a:lnTo>
                    <a:pt x="256226" y="290150"/>
                  </a:lnTo>
                  <a:lnTo>
                    <a:pt x="256226" y="291221"/>
                  </a:lnTo>
                  <a:lnTo>
                    <a:pt x="240364" y="291221"/>
                  </a:lnTo>
                  <a:close/>
                  <a:moveTo>
                    <a:pt x="320509" y="290150"/>
                  </a:moveTo>
                  <a:lnTo>
                    <a:pt x="339710" y="290150"/>
                  </a:lnTo>
                  <a:lnTo>
                    <a:pt x="339710" y="291221"/>
                  </a:lnTo>
                  <a:lnTo>
                    <a:pt x="320509" y="291221"/>
                  </a:lnTo>
                  <a:close/>
                  <a:moveTo>
                    <a:pt x="674482" y="290150"/>
                  </a:moveTo>
                  <a:lnTo>
                    <a:pt x="702032" y="290150"/>
                  </a:lnTo>
                  <a:lnTo>
                    <a:pt x="702032" y="291221"/>
                  </a:lnTo>
                  <a:lnTo>
                    <a:pt x="674482" y="291221"/>
                  </a:lnTo>
                  <a:close/>
                  <a:moveTo>
                    <a:pt x="408167" y="290150"/>
                  </a:moveTo>
                  <a:lnTo>
                    <a:pt x="414846" y="290150"/>
                  </a:lnTo>
                  <a:lnTo>
                    <a:pt x="414846" y="291221"/>
                  </a:lnTo>
                  <a:lnTo>
                    <a:pt x="408167" y="291221"/>
                  </a:lnTo>
                  <a:close/>
                  <a:moveTo>
                    <a:pt x="654446" y="288009"/>
                  </a:moveTo>
                  <a:lnTo>
                    <a:pt x="661124" y="288009"/>
                  </a:lnTo>
                  <a:lnTo>
                    <a:pt x="661124" y="291221"/>
                  </a:lnTo>
                  <a:lnTo>
                    <a:pt x="654446" y="291221"/>
                  </a:lnTo>
                  <a:close/>
                  <a:moveTo>
                    <a:pt x="426534" y="286938"/>
                  </a:moveTo>
                  <a:lnTo>
                    <a:pt x="449075" y="286938"/>
                  </a:lnTo>
                  <a:lnTo>
                    <a:pt x="449075" y="291221"/>
                  </a:lnTo>
                  <a:lnTo>
                    <a:pt x="426534" y="291221"/>
                  </a:lnTo>
                  <a:close/>
                  <a:moveTo>
                    <a:pt x="723738" y="291221"/>
                  </a:moveTo>
                  <a:lnTo>
                    <a:pt x="775498" y="291221"/>
                  </a:lnTo>
                  <a:lnTo>
                    <a:pt x="775498" y="292291"/>
                  </a:lnTo>
                  <a:lnTo>
                    <a:pt x="723738" y="292291"/>
                  </a:lnTo>
                  <a:close/>
                  <a:moveTo>
                    <a:pt x="828928" y="291221"/>
                  </a:moveTo>
                  <a:lnTo>
                    <a:pt x="847294" y="291221"/>
                  </a:lnTo>
                  <a:lnTo>
                    <a:pt x="847294" y="292291"/>
                  </a:lnTo>
                  <a:lnTo>
                    <a:pt x="828928" y="292291"/>
                  </a:lnTo>
                  <a:close/>
                  <a:moveTo>
                    <a:pt x="279602" y="290150"/>
                  </a:moveTo>
                  <a:lnTo>
                    <a:pt x="289620" y="290150"/>
                  </a:lnTo>
                  <a:lnTo>
                    <a:pt x="289620" y="292291"/>
                  </a:lnTo>
                  <a:lnTo>
                    <a:pt x="279602" y="292291"/>
                  </a:lnTo>
                  <a:close/>
                  <a:moveTo>
                    <a:pt x="239529" y="291221"/>
                  </a:moveTo>
                  <a:lnTo>
                    <a:pt x="256226" y="291221"/>
                  </a:lnTo>
                  <a:lnTo>
                    <a:pt x="256226" y="292291"/>
                  </a:lnTo>
                  <a:lnTo>
                    <a:pt x="239529" y="292291"/>
                  </a:lnTo>
                  <a:close/>
                  <a:moveTo>
                    <a:pt x="654446" y="291221"/>
                  </a:moveTo>
                  <a:lnTo>
                    <a:pt x="660290" y="291221"/>
                  </a:lnTo>
                  <a:lnTo>
                    <a:pt x="660290" y="293362"/>
                  </a:lnTo>
                  <a:lnTo>
                    <a:pt x="654446" y="293362"/>
                  </a:lnTo>
                  <a:close/>
                  <a:moveTo>
                    <a:pt x="238695" y="292291"/>
                  </a:moveTo>
                  <a:lnTo>
                    <a:pt x="255391" y="292291"/>
                  </a:lnTo>
                  <a:lnTo>
                    <a:pt x="255391" y="293362"/>
                  </a:lnTo>
                  <a:lnTo>
                    <a:pt x="238695" y="293362"/>
                  </a:lnTo>
                  <a:close/>
                  <a:moveTo>
                    <a:pt x="722903" y="292291"/>
                  </a:moveTo>
                  <a:lnTo>
                    <a:pt x="775498" y="292291"/>
                  </a:lnTo>
                  <a:lnTo>
                    <a:pt x="775498" y="293362"/>
                  </a:lnTo>
                  <a:lnTo>
                    <a:pt x="722903" y="293362"/>
                  </a:lnTo>
                  <a:close/>
                  <a:moveTo>
                    <a:pt x="278767" y="292291"/>
                  </a:moveTo>
                  <a:lnTo>
                    <a:pt x="289620" y="292291"/>
                  </a:lnTo>
                  <a:lnTo>
                    <a:pt x="289620" y="293362"/>
                  </a:lnTo>
                  <a:lnTo>
                    <a:pt x="278767" y="293362"/>
                  </a:lnTo>
                  <a:close/>
                  <a:moveTo>
                    <a:pt x="354738" y="291221"/>
                  </a:moveTo>
                  <a:lnTo>
                    <a:pt x="359747" y="291221"/>
                  </a:lnTo>
                  <a:lnTo>
                    <a:pt x="359747" y="293362"/>
                  </a:lnTo>
                  <a:lnTo>
                    <a:pt x="354738" y="293362"/>
                  </a:lnTo>
                  <a:close/>
                  <a:moveTo>
                    <a:pt x="673647" y="291221"/>
                  </a:moveTo>
                  <a:lnTo>
                    <a:pt x="702032" y="291221"/>
                  </a:lnTo>
                  <a:lnTo>
                    <a:pt x="702032" y="293362"/>
                  </a:lnTo>
                  <a:lnTo>
                    <a:pt x="673647" y="293362"/>
                  </a:lnTo>
                  <a:close/>
                  <a:moveTo>
                    <a:pt x="833937" y="292291"/>
                  </a:moveTo>
                  <a:lnTo>
                    <a:pt x="846459" y="292291"/>
                  </a:lnTo>
                  <a:lnTo>
                    <a:pt x="846459" y="293362"/>
                  </a:lnTo>
                  <a:lnTo>
                    <a:pt x="833937" y="293362"/>
                  </a:lnTo>
                  <a:close/>
                  <a:moveTo>
                    <a:pt x="884862" y="290150"/>
                  </a:moveTo>
                  <a:lnTo>
                    <a:pt x="1000000" y="290150"/>
                  </a:lnTo>
                  <a:lnTo>
                    <a:pt x="1000000" y="293362"/>
                  </a:lnTo>
                  <a:lnTo>
                    <a:pt x="884862" y="293362"/>
                  </a:lnTo>
                  <a:close/>
                  <a:moveTo>
                    <a:pt x="502505" y="291221"/>
                  </a:moveTo>
                  <a:lnTo>
                    <a:pt x="515862" y="291221"/>
                  </a:lnTo>
                  <a:lnTo>
                    <a:pt x="515862" y="293362"/>
                  </a:lnTo>
                  <a:lnTo>
                    <a:pt x="502505" y="293362"/>
                  </a:lnTo>
                  <a:close/>
                  <a:moveTo>
                    <a:pt x="319674" y="291221"/>
                  </a:moveTo>
                  <a:lnTo>
                    <a:pt x="339710" y="291221"/>
                  </a:lnTo>
                  <a:lnTo>
                    <a:pt x="339710" y="294433"/>
                  </a:lnTo>
                  <a:lnTo>
                    <a:pt x="319674" y="294433"/>
                  </a:lnTo>
                  <a:close/>
                  <a:moveTo>
                    <a:pt x="834771" y="293362"/>
                  </a:moveTo>
                  <a:lnTo>
                    <a:pt x="845624" y="293362"/>
                  </a:lnTo>
                  <a:lnTo>
                    <a:pt x="845624" y="294433"/>
                  </a:lnTo>
                  <a:lnTo>
                    <a:pt x="834771" y="294433"/>
                  </a:lnTo>
                  <a:close/>
                  <a:moveTo>
                    <a:pt x="722903" y="293362"/>
                  </a:moveTo>
                  <a:lnTo>
                    <a:pt x="776333" y="293362"/>
                  </a:lnTo>
                  <a:lnTo>
                    <a:pt x="776333" y="294433"/>
                  </a:lnTo>
                  <a:lnTo>
                    <a:pt x="722903" y="294433"/>
                  </a:lnTo>
                  <a:close/>
                  <a:moveTo>
                    <a:pt x="836441" y="294433"/>
                  </a:moveTo>
                  <a:lnTo>
                    <a:pt x="845624" y="294433"/>
                  </a:lnTo>
                  <a:lnTo>
                    <a:pt x="845624" y="295503"/>
                  </a:lnTo>
                  <a:lnTo>
                    <a:pt x="836441" y="295503"/>
                  </a:lnTo>
                  <a:close/>
                  <a:moveTo>
                    <a:pt x="379783" y="294433"/>
                  </a:moveTo>
                  <a:lnTo>
                    <a:pt x="393140" y="294433"/>
                  </a:lnTo>
                  <a:lnTo>
                    <a:pt x="393140" y="295503"/>
                  </a:lnTo>
                  <a:lnTo>
                    <a:pt x="379783" y="295503"/>
                  </a:lnTo>
                  <a:close/>
                  <a:moveTo>
                    <a:pt x="425699" y="291221"/>
                  </a:moveTo>
                  <a:lnTo>
                    <a:pt x="449075" y="291221"/>
                  </a:lnTo>
                  <a:lnTo>
                    <a:pt x="449075" y="295503"/>
                  </a:lnTo>
                  <a:lnTo>
                    <a:pt x="425699" y="295503"/>
                  </a:lnTo>
                  <a:close/>
                  <a:moveTo>
                    <a:pt x="653611" y="293362"/>
                  </a:moveTo>
                  <a:lnTo>
                    <a:pt x="660290" y="293362"/>
                  </a:lnTo>
                  <a:lnTo>
                    <a:pt x="660290" y="295503"/>
                  </a:lnTo>
                  <a:lnTo>
                    <a:pt x="653611" y="295503"/>
                  </a:lnTo>
                  <a:close/>
                  <a:moveTo>
                    <a:pt x="464102" y="280514"/>
                  </a:moveTo>
                  <a:lnTo>
                    <a:pt x="470781" y="280514"/>
                  </a:lnTo>
                  <a:lnTo>
                    <a:pt x="470781" y="295503"/>
                  </a:lnTo>
                  <a:lnTo>
                    <a:pt x="464102" y="295503"/>
                  </a:lnTo>
                  <a:close/>
                  <a:moveTo>
                    <a:pt x="883192" y="293362"/>
                  </a:moveTo>
                  <a:lnTo>
                    <a:pt x="1000000" y="293362"/>
                  </a:lnTo>
                  <a:lnTo>
                    <a:pt x="1000000" y="295503"/>
                  </a:lnTo>
                  <a:lnTo>
                    <a:pt x="883192" y="295503"/>
                  </a:lnTo>
                  <a:close/>
                  <a:moveTo>
                    <a:pt x="502505" y="293362"/>
                  </a:moveTo>
                  <a:lnTo>
                    <a:pt x="516697" y="293362"/>
                  </a:lnTo>
                  <a:lnTo>
                    <a:pt x="516697" y="295503"/>
                  </a:lnTo>
                  <a:lnTo>
                    <a:pt x="502505" y="295503"/>
                  </a:lnTo>
                  <a:close/>
                  <a:moveTo>
                    <a:pt x="722903" y="294433"/>
                  </a:moveTo>
                  <a:lnTo>
                    <a:pt x="778837" y="294433"/>
                  </a:lnTo>
                  <a:lnTo>
                    <a:pt x="778837" y="295503"/>
                  </a:lnTo>
                  <a:lnTo>
                    <a:pt x="722903" y="295503"/>
                  </a:lnTo>
                  <a:close/>
                  <a:moveTo>
                    <a:pt x="722903" y="295503"/>
                  </a:moveTo>
                  <a:lnTo>
                    <a:pt x="779672" y="295503"/>
                  </a:lnTo>
                  <a:lnTo>
                    <a:pt x="779672" y="296574"/>
                  </a:lnTo>
                  <a:lnTo>
                    <a:pt x="722903" y="296574"/>
                  </a:lnTo>
                  <a:close/>
                  <a:moveTo>
                    <a:pt x="379783" y="295503"/>
                  </a:moveTo>
                  <a:lnTo>
                    <a:pt x="393975" y="295503"/>
                  </a:lnTo>
                  <a:lnTo>
                    <a:pt x="393975" y="296574"/>
                  </a:lnTo>
                  <a:lnTo>
                    <a:pt x="379783" y="296574"/>
                  </a:lnTo>
                  <a:close/>
                  <a:moveTo>
                    <a:pt x="672812" y="293362"/>
                  </a:moveTo>
                  <a:lnTo>
                    <a:pt x="701197" y="293362"/>
                  </a:lnTo>
                  <a:lnTo>
                    <a:pt x="701197" y="297645"/>
                  </a:lnTo>
                  <a:lnTo>
                    <a:pt x="672812" y="297645"/>
                  </a:lnTo>
                  <a:close/>
                  <a:moveTo>
                    <a:pt x="722903" y="296574"/>
                  </a:moveTo>
                  <a:lnTo>
                    <a:pt x="780507" y="296574"/>
                  </a:lnTo>
                  <a:lnTo>
                    <a:pt x="780507" y="297645"/>
                  </a:lnTo>
                  <a:lnTo>
                    <a:pt x="722903" y="297645"/>
                  </a:lnTo>
                  <a:close/>
                  <a:moveTo>
                    <a:pt x="653611" y="295503"/>
                  </a:moveTo>
                  <a:lnTo>
                    <a:pt x="659455" y="295503"/>
                  </a:lnTo>
                  <a:lnTo>
                    <a:pt x="659455" y="297645"/>
                  </a:lnTo>
                  <a:lnTo>
                    <a:pt x="653611" y="297645"/>
                  </a:lnTo>
                  <a:close/>
                  <a:moveTo>
                    <a:pt x="882357" y="295503"/>
                  </a:moveTo>
                  <a:lnTo>
                    <a:pt x="1000000" y="295503"/>
                  </a:lnTo>
                  <a:lnTo>
                    <a:pt x="1000000" y="297645"/>
                  </a:lnTo>
                  <a:lnTo>
                    <a:pt x="882357" y="297645"/>
                  </a:lnTo>
                  <a:close/>
                  <a:moveTo>
                    <a:pt x="318839" y="294433"/>
                  </a:moveTo>
                  <a:lnTo>
                    <a:pt x="339710" y="294433"/>
                  </a:lnTo>
                  <a:lnTo>
                    <a:pt x="339710" y="297645"/>
                  </a:lnTo>
                  <a:lnTo>
                    <a:pt x="318839" y="297645"/>
                  </a:lnTo>
                  <a:close/>
                  <a:moveTo>
                    <a:pt x="652776" y="297645"/>
                  </a:moveTo>
                  <a:lnTo>
                    <a:pt x="658620" y="297645"/>
                  </a:lnTo>
                  <a:lnTo>
                    <a:pt x="658620" y="298715"/>
                  </a:lnTo>
                  <a:lnTo>
                    <a:pt x="652776" y="298715"/>
                  </a:lnTo>
                  <a:close/>
                  <a:moveTo>
                    <a:pt x="378948" y="296574"/>
                  </a:moveTo>
                  <a:lnTo>
                    <a:pt x="394810" y="296574"/>
                  </a:lnTo>
                  <a:lnTo>
                    <a:pt x="394810" y="298715"/>
                  </a:lnTo>
                  <a:lnTo>
                    <a:pt x="378948" y="298715"/>
                  </a:lnTo>
                  <a:close/>
                  <a:moveTo>
                    <a:pt x="881523" y="297645"/>
                  </a:moveTo>
                  <a:lnTo>
                    <a:pt x="1000000" y="297645"/>
                  </a:lnTo>
                  <a:lnTo>
                    <a:pt x="1000000" y="298715"/>
                  </a:lnTo>
                  <a:lnTo>
                    <a:pt x="881523" y="298715"/>
                  </a:lnTo>
                  <a:close/>
                  <a:moveTo>
                    <a:pt x="237860" y="293362"/>
                  </a:moveTo>
                  <a:lnTo>
                    <a:pt x="255391" y="293362"/>
                  </a:lnTo>
                  <a:lnTo>
                    <a:pt x="255391" y="298715"/>
                  </a:lnTo>
                  <a:lnTo>
                    <a:pt x="237860" y="298715"/>
                  </a:lnTo>
                  <a:close/>
                  <a:moveTo>
                    <a:pt x="278767" y="293362"/>
                  </a:moveTo>
                  <a:lnTo>
                    <a:pt x="288785" y="293362"/>
                  </a:lnTo>
                  <a:lnTo>
                    <a:pt x="288785" y="298715"/>
                  </a:lnTo>
                  <a:lnTo>
                    <a:pt x="278767" y="298715"/>
                  </a:lnTo>
                  <a:close/>
                  <a:moveTo>
                    <a:pt x="503339" y="295503"/>
                  </a:moveTo>
                  <a:lnTo>
                    <a:pt x="516697" y="295503"/>
                  </a:lnTo>
                  <a:lnTo>
                    <a:pt x="516697" y="298715"/>
                  </a:lnTo>
                  <a:lnTo>
                    <a:pt x="503339" y="298715"/>
                  </a:lnTo>
                  <a:close/>
                  <a:moveTo>
                    <a:pt x="722068" y="297645"/>
                  </a:moveTo>
                  <a:lnTo>
                    <a:pt x="782176" y="297645"/>
                  </a:lnTo>
                  <a:lnTo>
                    <a:pt x="782176" y="298715"/>
                  </a:lnTo>
                  <a:lnTo>
                    <a:pt x="722068" y="298715"/>
                  </a:lnTo>
                  <a:close/>
                  <a:moveTo>
                    <a:pt x="318005" y="297645"/>
                  </a:moveTo>
                  <a:lnTo>
                    <a:pt x="339710" y="297645"/>
                  </a:lnTo>
                  <a:lnTo>
                    <a:pt x="339710" y="298715"/>
                  </a:lnTo>
                  <a:lnTo>
                    <a:pt x="318005" y="298715"/>
                  </a:lnTo>
                  <a:close/>
                  <a:moveTo>
                    <a:pt x="671977" y="297645"/>
                  </a:moveTo>
                  <a:lnTo>
                    <a:pt x="701197" y="297645"/>
                  </a:lnTo>
                  <a:lnTo>
                    <a:pt x="701197" y="298715"/>
                  </a:lnTo>
                  <a:lnTo>
                    <a:pt x="671977" y="298715"/>
                  </a:lnTo>
                  <a:close/>
                  <a:moveTo>
                    <a:pt x="671142" y="298715"/>
                  </a:moveTo>
                  <a:lnTo>
                    <a:pt x="701197" y="298715"/>
                  </a:lnTo>
                  <a:lnTo>
                    <a:pt x="701197" y="299786"/>
                  </a:lnTo>
                  <a:lnTo>
                    <a:pt x="671142" y="299786"/>
                  </a:lnTo>
                  <a:close/>
                  <a:moveTo>
                    <a:pt x="722068" y="298715"/>
                  </a:moveTo>
                  <a:lnTo>
                    <a:pt x="783011" y="298715"/>
                  </a:lnTo>
                  <a:lnTo>
                    <a:pt x="783011" y="299786"/>
                  </a:lnTo>
                  <a:lnTo>
                    <a:pt x="722068" y="299786"/>
                  </a:lnTo>
                  <a:close/>
                  <a:moveTo>
                    <a:pt x="378113" y="298715"/>
                  </a:moveTo>
                  <a:lnTo>
                    <a:pt x="394810" y="298715"/>
                  </a:lnTo>
                  <a:lnTo>
                    <a:pt x="394810" y="299786"/>
                  </a:lnTo>
                  <a:lnTo>
                    <a:pt x="378113" y="299786"/>
                  </a:lnTo>
                  <a:close/>
                  <a:moveTo>
                    <a:pt x="880688" y="298715"/>
                  </a:moveTo>
                  <a:lnTo>
                    <a:pt x="1000000" y="298715"/>
                  </a:lnTo>
                  <a:lnTo>
                    <a:pt x="1000000" y="299786"/>
                  </a:lnTo>
                  <a:lnTo>
                    <a:pt x="880688" y="299786"/>
                  </a:lnTo>
                  <a:close/>
                  <a:moveTo>
                    <a:pt x="237025" y="298715"/>
                  </a:moveTo>
                  <a:lnTo>
                    <a:pt x="255391" y="298715"/>
                  </a:lnTo>
                  <a:lnTo>
                    <a:pt x="255391" y="299786"/>
                  </a:lnTo>
                  <a:lnTo>
                    <a:pt x="237025" y="299786"/>
                  </a:lnTo>
                  <a:close/>
                  <a:moveTo>
                    <a:pt x="722068" y="299786"/>
                  </a:moveTo>
                  <a:lnTo>
                    <a:pt x="783846" y="299786"/>
                  </a:lnTo>
                  <a:lnTo>
                    <a:pt x="783846" y="300857"/>
                  </a:lnTo>
                  <a:lnTo>
                    <a:pt x="722068" y="300857"/>
                  </a:lnTo>
                  <a:close/>
                  <a:moveTo>
                    <a:pt x="486643" y="299786"/>
                  </a:moveTo>
                  <a:lnTo>
                    <a:pt x="488312" y="299786"/>
                  </a:lnTo>
                  <a:lnTo>
                    <a:pt x="488312" y="300857"/>
                  </a:lnTo>
                  <a:lnTo>
                    <a:pt x="486643" y="300857"/>
                  </a:lnTo>
                  <a:close/>
                  <a:moveTo>
                    <a:pt x="671142" y="299786"/>
                  </a:moveTo>
                  <a:lnTo>
                    <a:pt x="700362" y="299786"/>
                  </a:lnTo>
                  <a:lnTo>
                    <a:pt x="700362" y="300857"/>
                  </a:lnTo>
                  <a:lnTo>
                    <a:pt x="671142" y="300857"/>
                  </a:lnTo>
                  <a:close/>
                  <a:moveTo>
                    <a:pt x="377278" y="299786"/>
                  </a:moveTo>
                  <a:lnTo>
                    <a:pt x="395645" y="299786"/>
                  </a:lnTo>
                  <a:lnTo>
                    <a:pt x="395645" y="300857"/>
                  </a:lnTo>
                  <a:lnTo>
                    <a:pt x="377278" y="300857"/>
                  </a:lnTo>
                  <a:close/>
                  <a:moveTo>
                    <a:pt x="671142" y="300857"/>
                  </a:moveTo>
                  <a:lnTo>
                    <a:pt x="699527" y="300857"/>
                  </a:lnTo>
                  <a:lnTo>
                    <a:pt x="699527" y="301927"/>
                  </a:lnTo>
                  <a:lnTo>
                    <a:pt x="671142" y="301927"/>
                  </a:lnTo>
                  <a:close/>
                  <a:moveTo>
                    <a:pt x="879853" y="299786"/>
                  </a:moveTo>
                  <a:lnTo>
                    <a:pt x="1000000" y="299786"/>
                  </a:lnTo>
                  <a:lnTo>
                    <a:pt x="1000000" y="301927"/>
                  </a:lnTo>
                  <a:lnTo>
                    <a:pt x="879853" y="301927"/>
                  </a:lnTo>
                  <a:close/>
                  <a:moveTo>
                    <a:pt x="236190" y="299786"/>
                  </a:moveTo>
                  <a:lnTo>
                    <a:pt x="255391" y="299786"/>
                  </a:lnTo>
                  <a:lnTo>
                    <a:pt x="255391" y="301927"/>
                  </a:lnTo>
                  <a:lnTo>
                    <a:pt x="236190" y="301927"/>
                  </a:lnTo>
                  <a:close/>
                  <a:moveTo>
                    <a:pt x="722068" y="300857"/>
                  </a:moveTo>
                  <a:lnTo>
                    <a:pt x="785516" y="300857"/>
                  </a:lnTo>
                  <a:lnTo>
                    <a:pt x="785516" y="301927"/>
                  </a:lnTo>
                  <a:lnTo>
                    <a:pt x="722068" y="301927"/>
                  </a:lnTo>
                  <a:close/>
                  <a:moveTo>
                    <a:pt x="651941" y="298715"/>
                  </a:moveTo>
                  <a:lnTo>
                    <a:pt x="658620" y="298715"/>
                  </a:lnTo>
                  <a:lnTo>
                    <a:pt x="658620" y="301927"/>
                  </a:lnTo>
                  <a:lnTo>
                    <a:pt x="651941" y="301927"/>
                  </a:lnTo>
                  <a:close/>
                  <a:moveTo>
                    <a:pt x="485808" y="300857"/>
                  </a:moveTo>
                  <a:lnTo>
                    <a:pt x="489982" y="300857"/>
                  </a:lnTo>
                  <a:lnTo>
                    <a:pt x="489982" y="301927"/>
                  </a:lnTo>
                  <a:lnTo>
                    <a:pt x="485808" y="301927"/>
                  </a:lnTo>
                  <a:close/>
                  <a:moveTo>
                    <a:pt x="376443" y="300857"/>
                  </a:moveTo>
                  <a:lnTo>
                    <a:pt x="395645" y="300857"/>
                  </a:lnTo>
                  <a:lnTo>
                    <a:pt x="395645" y="301927"/>
                  </a:lnTo>
                  <a:lnTo>
                    <a:pt x="376443" y="301927"/>
                  </a:lnTo>
                  <a:close/>
                  <a:moveTo>
                    <a:pt x="484973" y="301927"/>
                  </a:moveTo>
                  <a:lnTo>
                    <a:pt x="490817" y="301927"/>
                  </a:lnTo>
                  <a:lnTo>
                    <a:pt x="490817" y="302998"/>
                  </a:lnTo>
                  <a:lnTo>
                    <a:pt x="484973" y="302998"/>
                  </a:lnTo>
                  <a:close/>
                  <a:moveTo>
                    <a:pt x="722068" y="301927"/>
                  </a:moveTo>
                  <a:lnTo>
                    <a:pt x="787185" y="301927"/>
                  </a:lnTo>
                  <a:lnTo>
                    <a:pt x="787185" y="302998"/>
                  </a:lnTo>
                  <a:lnTo>
                    <a:pt x="722068" y="302998"/>
                  </a:lnTo>
                  <a:close/>
                  <a:moveTo>
                    <a:pt x="651941" y="301927"/>
                  </a:moveTo>
                  <a:lnTo>
                    <a:pt x="657785" y="301927"/>
                  </a:lnTo>
                  <a:lnTo>
                    <a:pt x="657785" y="302998"/>
                  </a:lnTo>
                  <a:lnTo>
                    <a:pt x="651941" y="302998"/>
                  </a:lnTo>
                  <a:close/>
                  <a:moveTo>
                    <a:pt x="484138" y="302998"/>
                  </a:moveTo>
                  <a:lnTo>
                    <a:pt x="490817" y="302998"/>
                  </a:lnTo>
                  <a:lnTo>
                    <a:pt x="490817" y="304069"/>
                  </a:lnTo>
                  <a:lnTo>
                    <a:pt x="484138" y="304069"/>
                  </a:lnTo>
                  <a:close/>
                  <a:moveTo>
                    <a:pt x="670308" y="301927"/>
                  </a:moveTo>
                  <a:lnTo>
                    <a:pt x="699527" y="301927"/>
                  </a:lnTo>
                  <a:lnTo>
                    <a:pt x="699527" y="304069"/>
                  </a:lnTo>
                  <a:lnTo>
                    <a:pt x="670308" y="304069"/>
                  </a:lnTo>
                  <a:close/>
                  <a:moveTo>
                    <a:pt x="317170" y="298715"/>
                  </a:moveTo>
                  <a:lnTo>
                    <a:pt x="339710" y="298715"/>
                  </a:lnTo>
                  <a:lnTo>
                    <a:pt x="339710" y="304069"/>
                  </a:lnTo>
                  <a:lnTo>
                    <a:pt x="317170" y="304069"/>
                  </a:lnTo>
                  <a:close/>
                  <a:moveTo>
                    <a:pt x="879018" y="301927"/>
                  </a:moveTo>
                  <a:lnTo>
                    <a:pt x="1000000" y="301927"/>
                  </a:lnTo>
                  <a:lnTo>
                    <a:pt x="1000000" y="304069"/>
                  </a:lnTo>
                  <a:lnTo>
                    <a:pt x="879018" y="304069"/>
                  </a:lnTo>
                  <a:close/>
                  <a:moveTo>
                    <a:pt x="722068" y="302998"/>
                  </a:moveTo>
                  <a:lnTo>
                    <a:pt x="788020" y="302998"/>
                  </a:lnTo>
                  <a:lnTo>
                    <a:pt x="788020" y="304069"/>
                  </a:lnTo>
                  <a:lnTo>
                    <a:pt x="722068" y="304069"/>
                  </a:lnTo>
                  <a:close/>
                  <a:moveTo>
                    <a:pt x="722068" y="304069"/>
                  </a:moveTo>
                  <a:lnTo>
                    <a:pt x="788855" y="304069"/>
                  </a:lnTo>
                  <a:lnTo>
                    <a:pt x="788855" y="305139"/>
                  </a:lnTo>
                  <a:lnTo>
                    <a:pt x="722068" y="305139"/>
                  </a:lnTo>
                  <a:close/>
                  <a:moveTo>
                    <a:pt x="376443" y="301927"/>
                  </a:moveTo>
                  <a:lnTo>
                    <a:pt x="396480" y="301927"/>
                  </a:lnTo>
                  <a:lnTo>
                    <a:pt x="396480" y="305139"/>
                  </a:lnTo>
                  <a:lnTo>
                    <a:pt x="376443" y="305139"/>
                  </a:lnTo>
                  <a:close/>
                  <a:moveTo>
                    <a:pt x="199457" y="288009"/>
                  </a:moveTo>
                  <a:lnTo>
                    <a:pt x="214484" y="288009"/>
                  </a:lnTo>
                  <a:lnTo>
                    <a:pt x="214484" y="305139"/>
                  </a:lnTo>
                  <a:lnTo>
                    <a:pt x="199457" y="305139"/>
                  </a:lnTo>
                  <a:close/>
                  <a:moveTo>
                    <a:pt x="278767" y="298715"/>
                  </a:moveTo>
                  <a:lnTo>
                    <a:pt x="287950" y="298715"/>
                  </a:lnTo>
                  <a:lnTo>
                    <a:pt x="287950" y="305139"/>
                  </a:lnTo>
                  <a:lnTo>
                    <a:pt x="278767" y="305139"/>
                  </a:lnTo>
                  <a:close/>
                  <a:moveTo>
                    <a:pt x="504174" y="298715"/>
                  </a:moveTo>
                  <a:lnTo>
                    <a:pt x="516697" y="298715"/>
                  </a:lnTo>
                  <a:lnTo>
                    <a:pt x="516697" y="305139"/>
                  </a:lnTo>
                  <a:lnTo>
                    <a:pt x="504174" y="305139"/>
                  </a:lnTo>
                  <a:close/>
                  <a:moveTo>
                    <a:pt x="670308" y="304069"/>
                  </a:moveTo>
                  <a:lnTo>
                    <a:pt x="698692" y="304069"/>
                  </a:lnTo>
                  <a:lnTo>
                    <a:pt x="698692" y="306210"/>
                  </a:lnTo>
                  <a:lnTo>
                    <a:pt x="670308" y="306210"/>
                  </a:lnTo>
                  <a:close/>
                  <a:moveTo>
                    <a:pt x="721233" y="305139"/>
                  </a:moveTo>
                  <a:lnTo>
                    <a:pt x="791360" y="305139"/>
                  </a:lnTo>
                  <a:lnTo>
                    <a:pt x="791360" y="306210"/>
                  </a:lnTo>
                  <a:lnTo>
                    <a:pt x="721233" y="306210"/>
                  </a:lnTo>
                  <a:close/>
                  <a:moveTo>
                    <a:pt x="483303" y="304069"/>
                  </a:moveTo>
                  <a:lnTo>
                    <a:pt x="491652" y="304069"/>
                  </a:lnTo>
                  <a:lnTo>
                    <a:pt x="491652" y="306210"/>
                  </a:lnTo>
                  <a:lnTo>
                    <a:pt x="483303" y="306210"/>
                  </a:lnTo>
                  <a:close/>
                  <a:moveTo>
                    <a:pt x="375609" y="305139"/>
                  </a:moveTo>
                  <a:lnTo>
                    <a:pt x="396480" y="305139"/>
                  </a:lnTo>
                  <a:lnTo>
                    <a:pt x="396480" y="306210"/>
                  </a:lnTo>
                  <a:lnTo>
                    <a:pt x="375609" y="306210"/>
                  </a:lnTo>
                  <a:close/>
                  <a:moveTo>
                    <a:pt x="464102" y="295503"/>
                  </a:moveTo>
                  <a:lnTo>
                    <a:pt x="469946" y="295503"/>
                  </a:lnTo>
                  <a:lnTo>
                    <a:pt x="469946" y="306210"/>
                  </a:lnTo>
                  <a:lnTo>
                    <a:pt x="464102" y="306210"/>
                  </a:lnTo>
                  <a:close/>
                  <a:moveTo>
                    <a:pt x="235355" y="301927"/>
                  </a:moveTo>
                  <a:lnTo>
                    <a:pt x="255391" y="301927"/>
                  </a:lnTo>
                  <a:lnTo>
                    <a:pt x="255391" y="306210"/>
                  </a:lnTo>
                  <a:lnTo>
                    <a:pt x="235355" y="306210"/>
                  </a:lnTo>
                  <a:close/>
                  <a:moveTo>
                    <a:pt x="482468" y="306210"/>
                  </a:moveTo>
                  <a:lnTo>
                    <a:pt x="491652" y="306210"/>
                  </a:lnTo>
                  <a:lnTo>
                    <a:pt x="491652" y="307281"/>
                  </a:lnTo>
                  <a:lnTo>
                    <a:pt x="482468" y="307281"/>
                  </a:lnTo>
                  <a:close/>
                  <a:moveTo>
                    <a:pt x="504174" y="305139"/>
                  </a:moveTo>
                  <a:lnTo>
                    <a:pt x="517532" y="305139"/>
                  </a:lnTo>
                  <a:lnTo>
                    <a:pt x="517532" y="307281"/>
                  </a:lnTo>
                  <a:lnTo>
                    <a:pt x="504174" y="307281"/>
                  </a:lnTo>
                  <a:close/>
                  <a:moveTo>
                    <a:pt x="374774" y="306210"/>
                  </a:moveTo>
                  <a:lnTo>
                    <a:pt x="396480" y="306210"/>
                  </a:lnTo>
                  <a:lnTo>
                    <a:pt x="396480" y="307281"/>
                  </a:lnTo>
                  <a:lnTo>
                    <a:pt x="374774" y="307281"/>
                  </a:lnTo>
                  <a:close/>
                  <a:moveTo>
                    <a:pt x="877348" y="304069"/>
                  </a:moveTo>
                  <a:lnTo>
                    <a:pt x="1000000" y="304069"/>
                  </a:lnTo>
                  <a:lnTo>
                    <a:pt x="1000000" y="307281"/>
                  </a:lnTo>
                  <a:lnTo>
                    <a:pt x="877348" y="307281"/>
                  </a:lnTo>
                  <a:close/>
                  <a:moveTo>
                    <a:pt x="721233" y="306210"/>
                  </a:moveTo>
                  <a:lnTo>
                    <a:pt x="792194" y="306210"/>
                  </a:lnTo>
                  <a:lnTo>
                    <a:pt x="792194" y="307281"/>
                  </a:lnTo>
                  <a:lnTo>
                    <a:pt x="721233" y="307281"/>
                  </a:lnTo>
                  <a:close/>
                  <a:moveTo>
                    <a:pt x="277932" y="305139"/>
                  </a:moveTo>
                  <a:lnTo>
                    <a:pt x="287950" y="305139"/>
                  </a:lnTo>
                  <a:lnTo>
                    <a:pt x="287950" y="307281"/>
                  </a:lnTo>
                  <a:lnTo>
                    <a:pt x="277932" y="307281"/>
                  </a:lnTo>
                  <a:close/>
                  <a:moveTo>
                    <a:pt x="463267" y="306210"/>
                  </a:moveTo>
                  <a:lnTo>
                    <a:pt x="469946" y="306210"/>
                  </a:lnTo>
                  <a:lnTo>
                    <a:pt x="469946" y="308351"/>
                  </a:lnTo>
                  <a:lnTo>
                    <a:pt x="463267" y="308351"/>
                  </a:lnTo>
                  <a:close/>
                  <a:moveTo>
                    <a:pt x="651106" y="302998"/>
                  </a:moveTo>
                  <a:lnTo>
                    <a:pt x="657785" y="302998"/>
                  </a:lnTo>
                  <a:lnTo>
                    <a:pt x="657785" y="308351"/>
                  </a:lnTo>
                  <a:lnTo>
                    <a:pt x="651106" y="308351"/>
                  </a:lnTo>
                  <a:close/>
                  <a:moveTo>
                    <a:pt x="235355" y="306210"/>
                  </a:moveTo>
                  <a:lnTo>
                    <a:pt x="254557" y="306210"/>
                  </a:lnTo>
                  <a:lnTo>
                    <a:pt x="254557" y="308351"/>
                  </a:lnTo>
                  <a:lnTo>
                    <a:pt x="235355" y="308351"/>
                  </a:lnTo>
                  <a:close/>
                  <a:moveTo>
                    <a:pt x="669473" y="306210"/>
                  </a:moveTo>
                  <a:lnTo>
                    <a:pt x="698692" y="306210"/>
                  </a:lnTo>
                  <a:lnTo>
                    <a:pt x="698692" y="308351"/>
                  </a:lnTo>
                  <a:lnTo>
                    <a:pt x="669473" y="308351"/>
                  </a:lnTo>
                  <a:close/>
                  <a:moveTo>
                    <a:pt x="720398" y="307281"/>
                  </a:moveTo>
                  <a:lnTo>
                    <a:pt x="793864" y="307281"/>
                  </a:lnTo>
                  <a:lnTo>
                    <a:pt x="793864" y="308351"/>
                  </a:lnTo>
                  <a:lnTo>
                    <a:pt x="720398" y="308351"/>
                  </a:lnTo>
                  <a:close/>
                  <a:moveTo>
                    <a:pt x="876513" y="307281"/>
                  </a:moveTo>
                  <a:lnTo>
                    <a:pt x="1000000" y="307281"/>
                  </a:lnTo>
                  <a:lnTo>
                    <a:pt x="1000000" y="308351"/>
                  </a:lnTo>
                  <a:lnTo>
                    <a:pt x="876513" y="308351"/>
                  </a:lnTo>
                  <a:close/>
                  <a:moveTo>
                    <a:pt x="650271" y="308351"/>
                  </a:moveTo>
                  <a:lnTo>
                    <a:pt x="657785" y="308351"/>
                  </a:lnTo>
                  <a:lnTo>
                    <a:pt x="657785" y="309422"/>
                  </a:lnTo>
                  <a:lnTo>
                    <a:pt x="650271" y="309422"/>
                  </a:lnTo>
                  <a:close/>
                  <a:moveTo>
                    <a:pt x="234520" y="308351"/>
                  </a:moveTo>
                  <a:lnTo>
                    <a:pt x="254557" y="308351"/>
                  </a:lnTo>
                  <a:lnTo>
                    <a:pt x="254557" y="309422"/>
                  </a:lnTo>
                  <a:lnTo>
                    <a:pt x="234520" y="309422"/>
                  </a:lnTo>
                  <a:close/>
                  <a:moveTo>
                    <a:pt x="199457" y="305139"/>
                  </a:moveTo>
                  <a:lnTo>
                    <a:pt x="213649" y="305139"/>
                  </a:lnTo>
                  <a:lnTo>
                    <a:pt x="213649" y="309422"/>
                  </a:lnTo>
                  <a:lnTo>
                    <a:pt x="199457" y="309422"/>
                  </a:lnTo>
                  <a:close/>
                  <a:moveTo>
                    <a:pt x="277097" y="307281"/>
                  </a:moveTo>
                  <a:lnTo>
                    <a:pt x="287950" y="307281"/>
                  </a:lnTo>
                  <a:lnTo>
                    <a:pt x="287950" y="309422"/>
                  </a:lnTo>
                  <a:lnTo>
                    <a:pt x="277097" y="309422"/>
                  </a:lnTo>
                  <a:close/>
                  <a:moveTo>
                    <a:pt x="720398" y="308351"/>
                  </a:moveTo>
                  <a:lnTo>
                    <a:pt x="796369" y="308351"/>
                  </a:lnTo>
                  <a:lnTo>
                    <a:pt x="796369" y="309422"/>
                  </a:lnTo>
                  <a:lnTo>
                    <a:pt x="720398" y="309422"/>
                  </a:lnTo>
                  <a:close/>
                  <a:moveTo>
                    <a:pt x="875679" y="308351"/>
                  </a:moveTo>
                  <a:lnTo>
                    <a:pt x="1000000" y="308351"/>
                  </a:lnTo>
                  <a:lnTo>
                    <a:pt x="1000000" y="309422"/>
                  </a:lnTo>
                  <a:lnTo>
                    <a:pt x="875679" y="309422"/>
                  </a:lnTo>
                  <a:close/>
                  <a:moveTo>
                    <a:pt x="668638" y="308351"/>
                  </a:moveTo>
                  <a:lnTo>
                    <a:pt x="698692" y="308351"/>
                  </a:lnTo>
                  <a:lnTo>
                    <a:pt x="698692" y="309422"/>
                  </a:lnTo>
                  <a:lnTo>
                    <a:pt x="668638" y="309422"/>
                  </a:lnTo>
                  <a:close/>
                  <a:moveTo>
                    <a:pt x="720398" y="309422"/>
                  </a:moveTo>
                  <a:lnTo>
                    <a:pt x="797204" y="309422"/>
                  </a:lnTo>
                  <a:lnTo>
                    <a:pt x="797204" y="310493"/>
                  </a:lnTo>
                  <a:lnTo>
                    <a:pt x="720398" y="310493"/>
                  </a:lnTo>
                  <a:close/>
                  <a:moveTo>
                    <a:pt x="354738" y="293362"/>
                  </a:moveTo>
                  <a:lnTo>
                    <a:pt x="358912" y="293362"/>
                  </a:lnTo>
                  <a:lnTo>
                    <a:pt x="358912" y="310493"/>
                  </a:lnTo>
                  <a:lnTo>
                    <a:pt x="354738" y="310493"/>
                  </a:lnTo>
                  <a:close/>
                  <a:moveTo>
                    <a:pt x="482468" y="307281"/>
                  </a:moveTo>
                  <a:lnTo>
                    <a:pt x="492486" y="307281"/>
                  </a:lnTo>
                  <a:lnTo>
                    <a:pt x="492486" y="310493"/>
                  </a:lnTo>
                  <a:lnTo>
                    <a:pt x="482468" y="310493"/>
                  </a:lnTo>
                  <a:close/>
                  <a:moveTo>
                    <a:pt x="277932" y="309422"/>
                  </a:moveTo>
                  <a:lnTo>
                    <a:pt x="287950" y="309422"/>
                  </a:lnTo>
                  <a:lnTo>
                    <a:pt x="287950" y="310493"/>
                  </a:lnTo>
                  <a:lnTo>
                    <a:pt x="277932" y="310493"/>
                  </a:lnTo>
                  <a:close/>
                  <a:moveTo>
                    <a:pt x="373939" y="307281"/>
                  </a:moveTo>
                  <a:lnTo>
                    <a:pt x="396480" y="307281"/>
                  </a:lnTo>
                  <a:lnTo>
                    <a:pt x="396480" y="310493"/>
                  </a:lnTo>
                  <a:lnTo>
                    <a:pt x="373939" y="310493"/>
                  </a:lnTo>
                  <a:close/>
                  <a:moveTo>
                    <a:pt x="316335" y="304069"/>
                  </a:moveTo>
                  <a:lnTo>
                    <a:pt x="339710" y="304069"/>
                  </a:lnTo>
                  <a:lnTo>
                    <a:pt x="339710" y="311563"/>
                  </a:lnTo>
                  <a:lnTo>
                    <a:pt x="316335" y="311563"/>
                  </a:lnTo>
                  <a:close/>
                  <a:moveTo>
                    <a:pt x="233686" y="309422"/>
                  </a:moveTo>
                  <a:lnTo>
                    <a:pt x="255391" y="309422"/>
                  </a:lnTo>
                  <a:lnTo>
                    <a:pt x="255391" y="311563"/>
                  </a:lnTo>
                  <a:lnTo>
                    <a:pt x="233686" y="311563"/>
                  </a:lnTo>
                  <a:close/>
                  <a:moveTo>
                    <a:pt x="504174" y="307281"/>
                  </a:moveTo>
                  <a:lnTo>
                    <a:pt x="518367" y="307281"/>
                  </a:lnTo>
                  <a:lnTo>
                    <a:pt x="518367" y="311563"/>
                  </a:lnTo>
                  <a:lnTo>
                    <a:pt x="504174" y="311563"/>
                  </a:lnTo>
                  <a:close/>
                  <a:moveTo>
                    <a:pt x="355572" y="310493"/>
                  </a:moveTo>
                  <a:lnTo>
                    <a:pt x="358912" y="310493"/>
                  </a:lnTo>
                  <a:lnTo>
                    <a:pt x="358912" y="311563"/>
                  </a:lnTo>
                  <a:lnTo>
                    <a:pt x="355572" y="311563"/>
                  </a:lnTo>
                  <a:close/>
                  <a:moveTo>
                    <a:pt x="649437" y="309422"/>
                  </a:moveTo>
                  <a:lnTo>
                    <a:pt x="657785" y="309422"/>
                  </a:lnTo>
                  <a:lnTo>
                    <a:pt x="657785" y="311563"/>
                  </a:lnTo>
                  <a:lnTo>
                    <a:pt x="649437" y="311563"/>
                  </a:lnTo>
                  <a:close/>
                  <a:moveTo>
                    <a:pt x="719563" y="310493"/>
                  </a:moveTo>
                  <a:lnTo>
                    <a:pt x="798873" y="310493"/>
                  </a:lnTo>
                  <a:lnTo>
                    <a:pt x="798873" y="311563"/>
                  </a:lnTo>
                  <a:lnTo>
                    <a:pt x="719563" y="311563"/>
                  </a:lnTo>
                  <a:close/>
                  <a:moveTo>
                    <a:pt x="874844" y="309422"/>
                  </a:moveTo>
                  <a:lnTo>
                    <a:pt x="1000000" y="309422"/>
                  </a:lnTo>
                  <a:lnTo>
                    <a:pt x="1000000" y="311563"/>
                  </a:lnTo>
                  <a:lnTo>
                    <a:pt x="874844" y="311563"/>
                  </a:lnTo>
                  <a:close/>
                  <a:moveTo>
                    <a:pt x="481633" y="310493"/>
                  </a:moveTo>
                  <a:lnTo>
                    <a:pt x="492486" y="310493"/>
                  </a:lnTo>
                  <a:lnTo>
                    <a:pt x="492486" y="312634"/>
                  </a:lnTo>
                  <a:lnTo>
                    <a:pt x="481633" y="312634"/>
                  </a:lnTo>
                  <a:close/>
                  <a:moveTo>
                    <a:pt x="373939" y="310493"/>
                  </a:moveTo>
                  <a:lnTo>
                    <a:pt x="395645" y="310493"/>
                  </a:lnTo>
                  <a:lnTo>
                    <a:pt x="395645" y="312634"/>
                  </a:lnTo>
                  <a:lnTo>
                    <a:pt x="373939" y="312634"/>
                  </a:lnTo>
                  <a:close/>
                  <a:moveTo>
                    <a:pt x="277097" y="310493"/>
                  </a:moveTo>
                  <a:lnTo>
                    <a:pt x="287950" y="310493"/>
                  </a:lnTo>
                  <a:lnTo>
                    <a:pt x="287950" y="312634"/>
                  </a:lnTo>
                  <a:lnTo>
                    <a:pt x="277097" y="312634"/>
                  </a:lnTo>
                  <a:close/>
                  <a:moveTo>
                    <a:pt x="874009" y="311563"/>
                  </a:moveTo>
                  <a:lnTo>
                    <a:pt x="1000000" y="311563"/>
                  </a:lnTo>
                  <a:lnTo>
                    <a:pt x="1000000" y="312634"/>
                  </a:lnTo>
                  <a:lnTo>
                    <a:pt x="874009" y="312634"/>
                  </a:lnTo>
                  <a:close/>
                  <a:moveTo>
                    <a:pt x="719563" y="311563"/>
                  </a:moveTo>
                  <a:lnTo>
                    <a:pt x="801378" y="311563"/>
                  </a:lnTo>
                  <a:lnTo>
                    <a:pt x="801378" y="312634"/>
                  </a:lnTo>
                  <a:lnTo>
                    <a:pt x="719563" y="312634"/>
                  </a:lnTo>
                  <a:close/>
                  <a:moveTo>
                    <a:pt x="719563" y="312634"/>
                  </a:moveTo>
                  <a:lnTo>
                    <a:pt x="802213" y="312634"/>
                  </a:lnTo>
                  <a:lnTo>
                    <a:pt x="802213" y="313704"/>
                  </a:lnTo>
                  <a:lnTo>
                    <a:pt x="719563" y="313704"/>
                  </a:lnTo>
                  <a:close/>
                  <a:moveTo>
                    <a:pt x="648602" y="311563"/>
                  </a:moveTo>
                  <a:lnTo>
                    <a:pt x="656950" y="311563"/>
                  </a:lnTo>
                  <a:lnTo>
                    <a:pt x="656950" y="313704"/>
                  </a:lnTo>
                  <a:lnTo>
                    <a:pt x="648602" y="313704"/>
                  </a:lnTo>
                  <a:close/>
                  <a:moveTo>
                    <a:pt x="373104" y="312634"/>
                  </a:moveTo>
                  <a:lnTo>
                    <a:pt x="395645" y="312634"/>
                  </a:lnTo>
                  <a:lnTo>
                    <a:pt x="395645" y="313704"/>
                  </a:lnTo>
                  <a:lnTo>
                    <a:pt x="373104" y="313704"/>
                  </a:lnTo>
                  <a:close/>
                  <a:moveTo>
                    <a:pt x="667803" y="309422"/>
                  </a:moveTo>
                  <a:lnTo>
                    <a:pt x="698692" y="309422"/>
                  </a:lnTo>
                  <a:lnTo>
                    <a:pt x="698692" y="313704"/>
                  </a:lnTo>
                  <a:lnTo>
                    <a:pt x="667803" y="313704"/>
                  </a:lnTo>
                  <a:close/>
                  <a:moveTo>
                    <a:pt x="872339" y="312634"/>
                  </a:moveTo>
                  <a:lnTo>
                    <a:pt x="1000000" y="312634"/>
                  </a:lnTo>
                  <a:lnTo>
                    <a:pt x="1000000" y="314775"/>
                  </a:lnTo>
                  <a:lnTo>
                    <a:pt x="872339" y="314775"/>
                  </a:lnTo>
                  <a:close/>
                  <a:moveTo>
                    <a:pt x="373104" y="313704"/>
                  </a:moveTo>
                  <a:lnTo>
                    <a:pt x="394810" y="313704"/>
                  </a:lnTo>
                  <a:lnTo>
                    <a:pt x="394810" y="314775"/>
                  </a:lnTo>
                  <a:lnTo>
                    <a:pt x="373104" y="314775"/>
                  </a:lnTo>
                  <a:close/>
                  <a:moveTo>
                    <a:pt x="463267" y="308351"/>
                  </a:moveTo>
                  <a:lnTo>
                    <a:pt x="469111" y="308351"/>
                  </a:lnTo>
                  <a:lnTo>
                    <a:pt x="469111" y="314775"/>
                  </a:lnTo>
                  <a:lnTo>
                    <a:pt x="463267" y="314775"/>
                  </a:lnTo>
                  <a:close/>
                  <a:moveTo>
                    <a:pt x="481633" y="312634"/>
                  </a:moveTo>
                  <a:lnTo>
                    <a:pt x="493321" y="312634"/>
                  </a:lnTo>
                  <a:lnTo>
                    <a:pt x="493321" y="314775"/>
                  </a:lnTo>
                  <a:lnTo>
                    <a:pt x="481633" y="314775"/>
                  </a:lnTo>
                  <a:close/>
                  <a:moveTo>
                    <a:pt x="719563" y="313704"/>
                  </a:moveTo>
                  <a:lnTo>
                    <a:pt x="803882" y="313704"/>
                  </a:lnTo>
                  <a:lnTo>
                    <a:pt x="803882" y="314775"/>
                  </a:lnTo>
                  <a:lnTo>
                    <a:pt x="719563" y="314775"/>
                  </a:lnTo>
                  <a:close/>
                  <a:moveTo>
                    <a:pt x="232851" y="311563"/>
                  </a:moveTo>
                  <a:lnTo>
                    <a:pt x="254557" y="311563"/>
                  </a:lnTo>
                  <a:lnTo>
                    <a:pt x="254557" y="315846"/>
                  </a:lnTo>
                  <a:lnTo>
                    <a:pt x="232851" y="315846"/>
                  </a:lnTo>
                  <a:close/>
                  <a:moveTo>
                    <a:pt x="199457" y="309422"/>
                  </a:moveTo>
                  <a:lnTo>
                    <a:pt x="212815" y="309422"/>
                  </a:lnTo>
                  <a:lnTo>
                    <a:pt x="212815" y="315846"/>
                  </a:lnTo>
                  <a:lnTo>
                    <a:pt x="199457" y="315846"/>
                  </a:lnTo>
                  <a:close/>
                  <a:moveTo>
                    <a:pt x="372269" y="314775"/>
                  </a:moveTo>
                  <a:lnTo>
                    <a:pt x="394810" y="314775"/>
                  </a:lnTo>
                  <a:lnTo>
                    <a:pt x="394810" y="315846"/>
                  </a:lnTo>
                  <a:lnTo>
                    <a:pt x="372269" y="315846"/>
                  </a:lnTo>
                  <a:close/>
                  <a:moveTo>
                    <a:pt x="667803" y="313704"/>
                  </a:moveTo>
                  <a:lnTo>
                    <a:pt x="697857" y="313704"/>
                  </a:lnTo>
                  <a:lnTo>
                    <a:pt x="697857" y="315846"/>
                  </a:lnTo>
                  <a:lnTo>
                    <a:pt x="667803" y="315846"/>
                  </a:lnTo>
                  <a:close/>
                  <a:moveTo>
                    <a:pt x="871504" y="314775"/>
                  </a:moveTo>
                  <a:lnTo>
                    <a:pt x="1000000" y="314775"/>
                  </a:lnTo>
                  <a:lnTo>
                    <a:pt x="1000000" y="315846"/>
                  </a:lnTo>
                  <a:lnTo>
                    <a:pt x="871504" y="315846"/>
                  </a:lnTo>
                  <a:close/>
                  <a:moveTo>
                    <a:pt x="719563" y="314775"/>
                  </a:moveTo>
                  <a:lnTo>
                    <a:pt x="806387" y="314775"/>
                  </a:lnTo>
                  <a:lnTo>
                    <a:pt x="806387" y="315846"/>
                  </a:lnTo>
                  <a:lnTo>
                    <a:pt x="719563" y="315846"/>
                  </a:lnTo>
                  <a:close/>
                  <a:moveTo>
                    <a:pt x="464102" y="314775"/>
                  </a:moveTo>
                  <a:lnTo>
                    <a:pt x="469111" y="314775"/>
                  </a:lnTo>
                  <a:lnTo>
                    <a:pt x="469111" y="316916"/>
                  </a:lnTo>
                  <a:lnTo>
                    <a:pt x="464102" y="316916"/>
                  </a:lnTo>
                  <a:close/>
                  <a:moveTo>
                    <a:pt x="667803" y="315846"/>
                  </a:moveTo>
                  <a:lnTo>
                    <a:pt x="697023" y="315846"/>
                  </a:lnTo>
                  <a:lnTo>
                    <a:pt x="697023" y="316916"/>
                  </a:lnTo>
                  <a:lnTo>
                    <a:pt x="667803" y="316916"/>
                  </a:lnTo>
                  <a:close/>
                  <a:moveTo>
                    <a:pt x="648602" y="313704"/>
                  </a:moveTo>
                  <a:lnTo>
                    <a:pt x="656115" y="313704"/>
                  </a:lnTo>
                  <a:lnTo>
                    <a:pt x="656115" y="316916"/>
                  </a:lnTo>
                  <a:lnTo>
                    <a:pt x="648602" y="316916"/>
                  </a:lnTo>
                  <a:close/>
                  <a:moveTo>
                    <a:pt x="870670" y="315846"/>
                  </a:moveTo>
                  <a:lnTo>
                    <a:pt x="1000000" y="315846"/>
                  </a:lnTo>
                  <a:lnTo>
                    <a:pt x="1000000" y="316916"/>
                  </a:lnTo>
                  <a:lnTo>
                    <a:pt x="870670" y="316916"/>
                  </a:lnTo>
                  <a:close/>
                  <a:moveTo>
                    <a:pt x="372269" y="315846"/>
                  </a:moveTo>
                  <a:lnTo>
                    <a:pt x="395645" y="315846"/>
                  </a:lnTo>
                  <a:lnTo>
                    <a:pt x="395645" y="316916"/>
                  </a:lnTo>
                  <a:lnTo>
                    <a:pt x="372269" y="316916"/>
                  </a:lnTo>
                  <a:close/>
                  <a:moveTo>
                    <a:pt x="232851" y="315846"/>
                  </a:moveTo>
                  <a:lnTo>
                    <a:pt x="253722" y="315846"/>
                  </a:lnTo>
                  <a:lnTo>
                    <a:pt x="253722" y="316916"/>
                  </a:lnTo>
                  <a:lnTo>
                    <a:pt x="232851" y="316916"/>
                  </a:lnTo>
                  <a:close/>
                  <a:moveTo>
                    <a:pt x="719563" y="315846"/>
                  </a:moveTo>
                  <a:lnTo>
                    <a:pt x="808891" y="315846"/>
                  </a:lnTo>
                  <a:lnTo>
                    <a:pt x="808891" y="316916"/>
                  </a:lnTo>
                  <a:lnTo>
                    <a:pt x="719563" y="316916"/>
                  </a:lnTo>
                  <a:close/>
                  <a:moveTo>
                    <a:pt x="869835" y="316916"/>
                  </a:moveTo>
                  <a:lnTo>
                    <a:pt x="1000000" y="316916"/>
                  </a:lnTo>
                  <a:lnTo>
                    <a:pt x="1000000" y="317987"/>
                  </a:lnTo>
                  <a:lnTo>
                    <a:pt x="869835" y="317987"/>
                  </a:lnTo>
                  <a:close/>
                  <a:moveTo>
                    <a:pt x="719563" y="316916"/>
                  </a:moveTo>
                  <a:lnTo>
                    <a:pt x="809726" y="316916"/>
                  </a:lnTo>
                  <a:lnTo>
                    <a:pt x="809726" y="317987"/>
                  </a:lnTo>
                  <a:lnTo>
                    <a:pt x="719563" y="317987"/>
                  </a:lnTo>
                  <a:close/>
                  <a:moveTo>
                    <a:pt x="666968" y="316916"/>
                  </a:moveTo>
                  <a:lnTo>
                    <a:pt x="697023" y="316916"/>
                  </a:lnTo>
                  <a:lnTo>
                    <a:pt x="697023" y="317987"/>
                  </a:lnTo>
                  <a:lnTo>
                    <a:pt x="666968" y="317987"/>
                  </a:lnTo>
                  <a:close/>
                  <a:moveTo>
                    <a:pt x="719563" y="317987"/>
                  </a:moveTo>
                  <a:lnTo>
                    <a:pt x="811396" y="317987"/>
                  </a:lnTo>
                  <a:lnTo>
                    <a:pt x="811396" y="319058"/>
                  </a:lnTo>
                  <a:lnTo>
                    <a:pt x="719563" y="319058"/>
                  </a:lnTo>
                  <a:close/>
                  <a:moveTo>
                    <a:pt x="480799" y="314775"/>
                  </a:moveTo>
                  <a:lnTo>
                    <a:pt x="494156" y="314775"/>
                  </a:lnTo>
                  <a:lnTo>
                    <a:pt x="494156" y="319058"/>
                  </a:lnTo>
                  <a:lnTo>
                    <a:pt x="480799" y="319058"/>
                  </a:lnTo>
                  <a:close/>
                  <a:moveTo>
                    <a:pt x="315500" y="311563"/>
                  </a:moveTo>
                  <a:lnTo>
                    <a:pt x="339710" y="311563"/>
                  </a:lnTo>
                  <a:lnTo>
                    <a:pt x="339710" y="319058"/>
                  </a:lnTo>
                  <a:lnTo>
                    <a:pt x="315500" y="319058"/>
                  </a:lnTo>
                  <a:close/>
                  <a:moveTo>
                    <a:pt x="666968" y="317987"/>
                  </a:moveTo>
                  <a:lnTo>
                    <a:pt x="696188" y="317987"/>
                  </a:lnTo>
                  <a:lnTo>
                    <a:pt x="696188" y="319058"/>
                  </a:lnTo>
                  <a:lnTo>
                    <a:pt x="666968" y="319058"/>
                  </a:lnTo>
                  <a:close/>
                  <a:moveTo>
                    <a:pt x="648602" y="316916"/>
                  </a:moveTo>
                  <a:lnTo>
                    <a:pt x="655281" y="316916"/>
                  </a:lnTo>
                  <a:lnTo>
                    <a:pt x="655281" y="319058"/>
                  </a:lnTo>
                  <a:lnTo>
                    <a:pt x="648602" y="319058"/>
                  </a:lnTo>
                  <a:close/>
                  <a:moveTo>
                    <a:pt x="371434" y="316916"/>
                  </a:moveTo>
                  <a:lnTo>
                    <a:pt x="395645" y="316916"/>
                  </a:lnTo>
                  <a:lnTo>
                    <a:pt x="395645" y="320128"/>
                  </a:lnTo>
                  <a:lnTo>
                    <a:pt x="371434" y="320128"/>
                  </a:lnTo>
                  <a:close/>
                  <a:moveTo>
                    <a:pt x="276262" y="312634"/>
                  </a:moveTo>
                  <a:lnTo>
                    <a:pt x="287950" y="312634"/>
                  </a:lnTo>
                  <a:lnTo>
                    <a:pt x="287950" y="320128"/>
                  </a:lnTo>
                  <a:lnTo>
                    <a:pt x="276262" y="320128"/>
                  </a:lnTo>
                  <a:close/>
                  <a:moveTo>
                    <a:pt x="719563" y="319058"/>
                  </a:moveTo>
                  <a:lnTo>
                    <a:pt x="815570" y="319058"/>
                  </a:lnTo>
                  <a:lnTo>
                    <a:pt x="815570" y="320128"/>
                  </a:lnTo>
                  <a:lnTo>
                    <a:pt x="719563" y="320128"/>
                  </a:lnTo>
                  <a:close/>
                  <a:moveTo>
                    <a:pt x="463267" y="316916"/>
                  </a:moveTo>
                  <a:lnTo>
                    <a:pt x="469111" y="316916"/>
                  </a:lnTo>
                  <a:lnTo>
                    <a:pt x="469111" y="320128"/>
                  </a:lnTo>
                  <a:lnTo>
                    <a:pt x="463267" y="320128"/>
                  </a:lnTo>
                  <a:close/>
                  <a:moveTo>
                    <a:pt x="869000" y="317987"/>
                  </a:moveTo>
                  <a:lnTo>
                    <a:pt x="1000000" y="317987"/>
                  </a:lnTo>
                  <a:lnTo>
                    <a:pt x="1000000" y="320128"/>
                  </a:lnTo>
                  <a:lnTo>
                    <a:pt x="869000" y="320128"/>
                  </a:lnTo>
                  <a:close/>
                  <a:moveTo>
                    <a:pt x="647767" y="319058"/>
                  </a:moveTo>
                  <a:lnTo>
                    <a:pt x="655281" y="319058"/>
                  </a:lnTo>
                  <a:lnTo>
                    <a:pt x="655281" y="320128"/>
                  </a:lnTo>
                  <a:lnTo>
                    <a:pt x="647767" y="320128"/>
                  </a:lnTo>
                  <a:close/>
                  <a:moveTo>
                    <a:pt x="868165" y="320128"/>
                  </a:moveTo>
                  <a:lnTo>
                    <a:pt x="1000000" y="320128"/>
                  </a:lnTo>
                  <a:lnTo>
                    <a:pt x="1000000" y="321199"/>
                  </a:lnTo>
                  <a:lnTo>
                    <a:pt x="868165" y="321199"/>
                  </a:lnTo>
                  <a:close/>
                  <a:moveTo>
                    <a:pt x="355572" y="311563"/>
                  </a:moveTo>
                  <a:lnTo>
                    <a:pt x="358077" y="311563"/>
                  </a:lnTo>
                  <a:lnTo>
                    <a:pt x="358077" y="321199"/>
                  </a:lnTo>
                  <a:lnTo>
                    <a:pt x="355572" y="321199"/>
                  </a:lnTo>
                  <a:close/>
                  <a:moveTo>
                    <a:pt x="719563" y="320128"/>
                  </a:moveTo>
                  <a:lnTo>
                    <a:pt x="817240" y="320128"/>
                  </a:lnTo>
                  <a:lnTo>
                    <a:pt x="817240" y="321199"/>
                  </a:lnTo>
                  <a:lnTo>
                    <a:pt x="719563" y="321199"/>
                  </a:lnTo>
                  <a:close/>
                  <a:moveTo>
                    <a:pt x="232016" y="316916"/>
                  </a:moveTo>
                  <a:lnTo>
                    <a:pt x="253722" y="316916"/>
                  </a:lnTo>
                  <a:lnTo>
                    <a:pt x="253722" y="321199"/>
                  </a:lnTo>
                  <a:lnTo>
                    <a:pt x="232016" y="321199"/>
                  </a:lnTo>
                  <a:close/>
                  <a:moveTo>
                    <a:pt x="666133" y="319058"/>
                  </a:moveTo>
                  <a:lnTo>
                    <a:pt x="696188" y="319058"/>
                  </a:lnTo>
                  <a:lnTo>
                    <a:pt x="696188" y="321199"/>
                  </a:lnTo>
                  <a:lnTo>
                    <a:pt x="666133" y="321199"/>
                  </a:lnTo>
                  <a:close/>
                  <a:moveTo>
                    <a:pt x="464102" y="320128"/>
                  </a:moveTo>
                  <a:lnTo>
                    <a:pt x="469111" y="320128"/>
                  </a:lnTo>
                  <a:lnTo>
                    <a:pt x="469111" y="322270"/>
                  </a:lnTo>
                  <a:lnTo>
                    <a:pt x="464102" y="322270"/>
                  </a:lnTo>
                  <a:close/>
                  <a:moveTo>
                    <a:pt x="719563" y="321199"/>
                  </a:moveTo>
                  <a:lnTo>
                    <a:pt x="818909" y="321199"/>
                  </a:lnTo>
                  <a:lnTo>
                    <a:pt x="818909" y="322270"/>
                  </a:lnTo>
                  <a:lnTo>
                    <a:pt x="719563" y="322270"/>
                  </a:lnTo>
                  <a:close/>
                  <a:moveTo>
                    <a:pt x="867330" y="321199"/>
                  </a:moveTo>
                  <a:lnTo>
                    <a:pt x="1000000" y="321199"/>
                  </a:lnTo>
                  <a:lnTo>
                    <a:pt x="1000000" y="322270"/>
                  </a:lnTo>
                  <a:lnTo>
                    <a:pt x="867330" y="322270"/>
                  </a:lnTo>
                  <a:close/>
                  <a:moveTo>
                    <a:pt x="480799" y="319058"/>
                  </a:moveTo>
                  <a:lnTo>
                    <a:pt x="494991" y="319058"/>
                  </a:lnTo>
                  <a:lnTo>
                    <a:pt x="494991" y="322270"/>
                  </a:lnTo>
                  <a:lnTo>
                    <a:pt x="480799" y="322270"/>
                  </a:lnTo>
                  <a:close/>
                  <a:moveTo>
                    <a:pt x="231181" y="321199"/>
                  </a:moveTo>
                  <a:lnTo>
                    <a:pt x="253722" y="321199"/>
                  </a:lnTo>
                  <a:lnTo>
                    <a:pt x="253722" y="322270"/>
                  </a:lnTo>
                  <a:lnTo>
                    <a:pt x="231181" y="322270"/>
                  </a:lnTo>
                  <a:close/>
                  <a:moveTo>
                    <a:pt x="646932" y="320128"/>
                  </a:moveTo>
                  <a:lnTo>
                    <a:pt x="655281" y="320128"/>
                  </a:lnTo>
                  <a:lnTo>
                    <a:pt x="655281" y="322270"/>
                  </a:lnTo>
                  <a:lnTo>
                    <a:pt x="646932" y="322270"/>
                  </a:lnTo>
                  <a:close/>
                  <a:moveTo>
                    <a:pt x="354738" y="321199"/>
                  </a:moveTo>
                  <a:lnTo>
                    <a:pt x="358077" y="321199"/>
                  </a:lnTo>
                  <a:lnTo>
                    <a:pt x="358077" y="322270"/>
                  </a:lnTo>
                  <a:lnTo>
                    <a:pt x="354738" y="322270"/>
                  </a:lnTo>
                  <a:close/>
                  <a:moveTo>
                    <a:pt x="231181" y="322270"/>
                  </a:moveTo>
                  <a:lnTo>
                    <a:pt x="252887" y="322270"/>
                  </a:lnTo>
                  <a:lnTo>
                    <a:pt x="252887" y="323340"/>
                  </a:lnTo>
                  <a:lnTo>
                    <a:pt x="231181" y="323340"/>
                  </a:lnTo>
                  <a:close/>
                  <a:moveTo>
                    <a:pt x="353903" y="322270"/>
                  </a:moveTo>
                  <a:lnTo>
                    <a:pt x="358077" y="322270"/>
                  </a:lnTo>
                  <a:lnTo>
                    <a:pt x="358077" y="323340"/>
                  </a:lnTo>
                  <a:lnTo>
                    <a:pt x="353903" y="323340"/>
                  </a:lnTo>
                  <a:close/>
                  <a:moveTo>
                    <a:pt x="718728" y="322270"/>
                  </a:moveTo>
                  <a:lnTo>
                    <a:pt x="823918" y="322270"/>
                  </a:lnTo>
                  <a:lnTo>
                    <a:pt x="823918" y="323340"/>
                  </a:lnTo>
                  <a:lnTo>
                    <a:pt x="718728" y="323340"/>
                  </a:lnTo>
                  <a:close/>
                  <a:moveTo>
                    <a:pt x="866495" y="322270"/>
                  </a:moveTo>
                  <a:lnTo>
                    <a:pt x="1000000" y="322270"/>
                  </a:lnTo>
                  <a:lnTo>
                    <a:pt x="1000000" y="323340"/>
                  </a:lnTo>
                  <a:lnTo>
                    <a:pt x="866495" y="323340"/>
                  </a:lnTo>
                  <a:close/>
                  <a:moveTo>
                    <a:pt x="276262" y="320128"/>
                  </a:moveTo>
                  <a:lnTo>
                    <a:pt x="287115" y="320128"/>
                  </a:lnTo>
                  <a:lnTo>
                    <a:pt x="287115" y="324411"/>
                  </a:lnTo>
                  <a:lnTo>
                    <a:pt x="276262" y="324411"/>
                  </a:lnTo>
                  <a:close/>
                  <a:moveTo>
                    <a:pt x="718728" y="323340"/>
                  </a:moveTo>
                  <a:lnTo>
                    <a:pt x="825588" y="323340"/>
                  </a:lnTo>
                  <a:lnTo>
                    <a:pt x="825588" y="324411"/>
                  </a:lnTo>
                  <a:lnTo>
                    <a:pt x="718728" y="324411"/>
                  </a:lnTo>
                  <a:close/>
                  <a:moveTo>
                    <a:pt x="353903" y="323340"/>
                  </a:moveTo>
                  <a:lnTo>
                    <a:pt x="357242" y="323340"/>
                  </a:lnTo>
                  <a:lnTo>
                    <a:pt x="357242" y="324411"/>
                  </a:lnTo>
                  <a:lnTo>
                    <a:pt x="353903" y="324411"/>
                  </a:lnTo>
                  <a:close/>
                  <a:moveTo>
                    <a:pt x="865661" y="323340"/>
                  </a:moveTo>
                  <a:lnTo>
                    <a:pt x="1000000" y="323340"/>
                  </a:lnTo>
                  <a:lnTo>
                    <a:pt x="1000000" y="324411"/>
                  </a:lnTo>
                  <a:lnTo>
                    <a:pt x="865661" y="324411"/>
                  </a:lnTo>
                  <a:close/>
                  <a:moveTo>
                    <a:pt x="408167" y="291221"/>
                  </a:moveTo>
                  <a:lnTo>
                    <a:pt x="414011" y="291221"/>
                  </a:lnTo>
                  <a:lnTo>
                    <a:pt x="414011" y="325482"/>
                  </a:lnTo>
                  <a:lnTo>
                    <a:pt x="408167" y="325482"/>
                  </a:lnTo>
                  <a:close/>
                  <a:moveTo>
                    <a:pt x="717894" y="324411"/>
                  </a:moveTo>
                  <a:lnTo>
                    <a:pt x="826423" y="324411"/>
                  </a:lnTo>
                  <a:lnTo>
                    <a:pt x="826423" y="325482"/>
                  </a:lnTo>
                  <a:lnTo>
                    <a:pt x="717894" y="325482"/>
                  </a:lnTo>
                  <a:close/>
                  <a:moveTo>
                    <a:pt x="864826" y="324411"/>
                  </a:moveTo>
                  <a:lnTo>
                    <a:pt x="1000000" y="324411"/>
                  </a:lnTo>
                  <a:lnTo>
                    <a:pt x="1000000" y="325482"/>
                  </a:lnTo>
                  <a:lnTo>
                    <a:pt x="864826" y="325482"/>
                  </a:lnTo>
                  <a:close/>
                  <a:moveTo>
                    <a:pt x="505009" y="311563"/>
                  </a:moveTo>
                  <a:lnTo>
                    <a:pt x="519201" y="311563"/>
                  </a:lnTo>
                  <a:lnTo>
                    <a:pt x="519201" y="325482"/>
                  </a:lnTo>
                  <a:lnTo>
                    <a:pt x="505009" y="325482"/>
                  </a:lnTo>
                  <a:close/>
                  <a:moveTo>
                    <a:pt x="371434" y="320128"/>
                  </a:moveTo>
                  <a:lnTo>
                    <a:pt x="394810" y="320128"/>
                  </a:lnTo>
                  <a:lnTo>
                    <a:pt x="394810" y="326552"/>
                  </a:lnTo>
                  <a:lnTo>
                    <a:pt x="371434" y="326552"/>
                  </a:lnTo>
                  <a:close/>
                  <a:moveTo>
                    <a:pt x="463267" y="322270"/>
                  </a:moveTo>
                  <a:lnTo>
                    <a:pt x="468276" y="322270"/>
                  </a:lnTo>
                  <a:lnTo>
                    <a:pt x="468276" y="326552"/>
                  </a:lnTo>
                  <a:lnTo>
                    <a:pt x="463267" y="326552"/>
                  </a:lnTo>
                  <a:close/>
                  <a:moveTo>
                    <a:pt x="408167" y="325482"/>
                  </a:moveTo>
                  <a:lnTo>
                    <a:pt x="414846" y="325482"/>
                  </a:lnTo>
                  <a:lnTo>
                    <a:pt x="414846" y="326552"/>
                  </a:lnTo>
                  <a:lnTo>
                    <a:pt x="408167" y="326552"/>
                  </a:lnTo>
                  <a:close/>
                  <a:moveTo>
                    <a:pt x="353068" y="324411"/>
                  </a:moveTo>
                  <a:lnTo>
                    <a:pt x="357242" y="324411"/>
                  </a:lnTo>
                  <a:lnTo>
                    <a:pt x="357242" y="326552"/>
                  </a:lnTo>
                  <a:lnTo>
                    <a:pt x="353068" y="326552"/>
                  </a:lnTo>
                  <a:close/>
                  <a:moveTo>
                    <a:pt x="863156" y="325482"/>
                  </a:moveTo>
                  <a:lnTo>
                    <a:pt x="1000000" y="325482"/>
                  </a:lnTo>
                  <a:lnTo>
                    <a:pt x="1000000" y="326552"/>
                  </a:lnTo>
                  <a:lnTo>
                    <a:pt x="863156" y="326552"/>
                  </a:lnTo>
                  <a:close/>
                  <a:moveTo>
                    <a:pt x="425699" y="295503"/>
                  </a:moveTo>
                  <a:lnTo>
                    <a:pt x="449910" y="295503"/>
                  </a:lnTo>
                  <a:lnTo>
                    <a:pt x="449910" y="326552"/>
                  </a:lnTo>
                  <a:lnTo>
                    <a:pt x="425699" y="326552"/>
                  </a:lnTo>
                  <a:close/>
                  <a:moveTo>
                    <a:pt x="717894" y="325482"/>
                  </a:moveTo>
                  <a:lnTo>
                    <a:pt x="833102" y="325482"/>
                  </a:lnTo>
                  <a:lnTo>
                    <a:pt x="833102" y="326552"/>
                  </a:lnTo>
                  <a:lnTo>
                    <a:pt x="717894" y="326552"/>
                  </a:lnTo>
                  <a:close/>
                  <a:moveTo>
                    <a:pt x="230346" y="323340"/>
                  </a:moveTo>
                  <a:lnTo>
                    <a:pt x="252887" y="323340"/>
                  </a:lnTo>
                  <a:lnTo>
                    <a:pt x="252887" y="327623"/>
                  </a:lnTo>
                  <a:lnTo>
                    <a:pt x="230346" y="327623"/>
                  </a:lnTo>
                  <a:close/>
                  <a:moveTo>
                    <a:pt x="862321" y="326552"/>
                  </a:moveTo>
                  <a:lnTo>
                    <a:pt x="1000000" y="326552"/>
                  </a:lnTo>
                  <a:lnTo>
                    <a:pt x="1000000" y="327623"/>
                  </a:lnTo>
                  <a:lnTo>
                    <a:pt x="862321" y="327623"/>
                  </a:lnTo>
                  <a:close/>
                  <a:moveTo>
                    <a:pt x="665299" y="321199"/>
                  </a:moveTo>
                  <a:lnTo>
                    <a:pt x="696188" y="321199"/>
                  </a:lnTo>
                  <a:lnTo>
                    <a:pt x="696188" y="327623"/>
                  </a:lnTo>
                  <a:lnTo>
                    <a:pt x="665299" y="327623"/>
                  </a:lnTo>
                  <a:close/>
                  <a:moveTo>
                    <a:pt x="717059" y="326552"/>
                  </a:moveTo>
                  <a:lnTo>
                    <a:pt x="835606" y="326552"/>
                  </a:lnTo>
                  <a:lnTo>
                    <a:pt x="835606" y="327623"/>
                  </a:lnTo>
                  <a:lnTo>
                    <a:pt x="717059" y="327623"/>
                  </a:lnTo>
                  <a:close/>
                  <a:moveTo>
                    <a:pt x="665299" y="327623"/>
                  </a:moveTo>
                  <a:lnTo>
                    <a:pt x="695353" y="327623"/>
                  </a:lnTo>
                  <a:lnTo>
                    <a:pt x="695353" y="328694"/>
                  </a:lnTo>
                  <a:lnTo>
                    <a:pt x="665299" y="328694"/>
                  </a:lnTo>
                  <a:close/>
                  <a:moveTo>
                    <a:pt x="646097" y="322270"/>
                  </a:moveTo>
                  <a:lnTo>
                    <a:pt x="655281" y="322270"/>
                  </a:lnTo>
                  <a:lnTo>
                    <a:pt x="655281" y="328694"/>
                  </a:lnTo>
                  <a:lnTo>
                    <a:pt x="646097" y="328694"/>
                  </a:lnTo>
                  <a:close/>
                  <a:moveTo>
                    <a:pt x="717059" y="327623"/>
                  </a:moveTo>
                  <a:lnTo>
                    <a:pt x="837276" y="327623"/>
                  </a:lnTo>
                  <a:lnTo>
                    <a:pt x="837276" y="328694"/>
                  </a:lnTo>
                  <a:lnTo>
                    <a:pt x="717059" y="328694"/>
                  </a:lnTo>
                  <a:close/>
                  <a:moveTo>
                    <a:pt x="861486" y="327623"/>
                  </a:moveTo>
                  <a:lnTo>
                    <a:pt x="1000000" y="327623"/>
                  </a:lnTo>
                  <a:lnTo>
                    <a:pt x="1000000" y="328694"/>
                  </a:lnTo>
                  <a:lnTo>
                    <a:pt x="861486" y="328694"/>
                  </a:lnTo>
                  <a:close/>
                  <a:moveTo>
                    <a:pt x="408167" y="326552"/>
                  </a:moveTo>
                  <a:lnTo>
                    <a:pt x="414011" y="326552"/>
                  </a:lnTo>
                  <a:lnTo>
                    <a:pt x="414011" y="329764"/>
                  </a:lnTo>
                  <a:lnTo>
                    <a:pt x="408167" y="329764"/>
                  </a:lnTo>
                  <a:close/>
                  <a:moveTo>
                    <a:pt x="859817" y="328694"/>
                  </a:moveTo>
                  <a:lnTo>
                    <a:pt x="1000000" y="328694"/>
                  </a:lnTo>
                  <a:lnTo>
                    <a:pt x="1000000" y="329764"/>
                  </a:lnTo>
                  <a:lnTo>
                    <a:pt x="859817" y="329764"/>
                  </a:lnTo>
                  <a:close/>
                  <a:moveTo>
                    <a:pt x="479964" y="322270"/>
                  </a:moveTo>
                  <a:lnTo>
                    <a:pt x="494991" y="322270"/>
                  </a:lnTo>
                  <a:lnTo>
                    <a:pt x="494991" y="329764"/>
                  </a:lnTo>
                  <a:lnTo>
                    <a:pt x="479964" y="329764"/>
                  </a:lnTo>
                  <a:close/>
                  <a:moveTo>
                    <a:pt x="717059" y="328694"/>
                  </a:moveTo>
                  <a:lnTo>
                    <a:pt x="844790" y="328694"/>
                  </a:lnTo>
                  <a:lnTo>
                    <a:pt x="844790" y="329764"/>
                  </a:lnTo>
                  <a:lnTo>
                    <a:pt x="717059" y="329764"/>
                  </a:lnTo>
                  <a:close/>
                  <a:moveTo>
                    <a:pt x="371434" y="326552"/>
                  </a:moveTo>
                  <a:lnTo>
                    <a:pt x="393975" y="326552"/>
                  </a:lnTo>
                  <a:lnTo>
                    <a:pt x="393975" y="329764"/>
                  </a:lnTo>
                  <a:lnTo>
                    <a:pt x="371434" y="329764"/>
                  </a:lnTo>
                  <a:close/>
                  <a:moveTo>
                    <a:pt x="717059" y="329764"/>
                  </a:moveTo>
                  <a:lnTo>
                    <a:pt x="850633" y="329764"/>
                  </a:lnTo>
                  <a:lnTo>
                    <a:pt x="850633" y="330835"/>
                  </a:lnTo>
                  <a:lnTo>
                    <a:pt x="717059" y="330835"/>
                  </a:lnTo>
                  <a:close/>
                  <a:moveTo>
                    <a:pt x="664464" y="328694"/>
                  </a:moveTo>
                  <a:lnTo>
                    <a:pt x="695353" y="328694"/>
                  </a:lnTo>
                  <a:lnTo>
                    <a:pt x="695353" y="330835"/>
                  </a:lnTo>
                  <a:lnTo>
                    <a:pt x="664464" y="330835"/>
                  </a:lnTo>
                  <a:close/>
                  <a:moveTo>
                    <a:pt x="646097" y="328694"/>
                  </a:moveTo>
                  <a:lnTo>
                    <a:pt x="654446" y="328694"/>
                  </a:lnTo>
                  <a:lnTo>
                    <a:pt x="654446" y="330835"/>
                  </a:lnTo>
                  <a:lnTo>
                    <a:pt x="646097" y="330835"/>
                  </a:lnTo>
                  <a:close/>
                  <a:moveTo>
                    <a:pt x="408167" y="329764"/>
                  </a:moveTo>
                  <a:lnTo>
                    <a:pt x="414846" y="329764"/>
                  </a:lnTo>
                  <a:lnTo>
                    <a:pt x="414846" y="330835"/>
                  </a:lnTo>
                  <a:lnTo>
                    <a:pt x="408167" y="330835"/>
                  </a:lnTo>
                  <a:close/>
                  <a:moveTo>
                    <a:pt x="505844" y="325482"/>
                  </a:moveTo>
                  <a:lnTo>
                    <a:pt x="520036" y="325482"/>
                  </a:lnTo>
                  <a:lnTo>
                    <a:pt x="520036" y="330835"/>
                  </a:lnTo>
                  <a:lnTo>
                    <a:pt x="505844" y="330835"/>
                  </a:lnTo>
                  <a:close/>
                  <a:moveTo>
                    <a:pt x="858147" y="329764"/>
                  </a:moveTo>
                  <a:lnTo>
                    <a:pt x="1000000" y="329764"/>
                  </a:lnTo>
                  <a:lnTo>
                    <a:pt x="1000000" y="330835"/>
                  </a:lnTo>
                  <a:lnTo>
                    <a:pt x="858147" y="330835"/>
                  </a:lnTo>
                  <a:close/>
                  <a:moveTo>
                    <a:pt x="353068" y="326552"/>
                  </a:moveTo>
                  <a:lnTo>
                    <a:pt x="358077" y="326552"/>
                  </a:lnTo>
                  <a:lnTo>
                    <a:pt x="358077" y="330835"/>
                  </a:lnTo>
                  <a:lnTo>
                    <a:pt x="353068" y="330835"/>
                  </a:lnTo>
                  <a:close/>
                  <a:moveTo>
                    <a:pt x="314665" y="319058"/>
                  </a:moveTo>
                  <a:lnTo>
                    <a:pt x="339710" y="319058"/>
                  </a:lnTo>
                  <a:lnTo>
                    <a:pt x="339710" y="330835"/>
                  </a:lnTo>
                  <a:lnTo>
                    <a:pt x="314665" y="330835"/>
                  </a:lnTo>
                  <a:close/>
                  <a:moveTo>
                    <a:pt x="408167" y="330835"/>
                  </a:moveTo>
                  <a:lnTo>
                    <a:pt x="414011" y="330835"/>
                  </a:lnTo>
                  <a:lnTo>
                    <a:pt x="414011" y="331906"/>
                  </a:lnTo>
                  <a:lnTo>
                    <a:pt x="408167" y="331906"/>
                  </a:lnTo>
                  <a:close/>
                  <a:moveTo>
                    <a:pt x="353068" y="330835"/>
                  </a:moveTo>
                  <a:lnTo>
                    <a:pt x="357242" y="330835"/>
                  </a:lnTo>
                  <a:lnTo>
                    <a:pt x="357242" y="331906"/>
                  </a:lnTo>
                  <a:lnTo>
                    <a:pt x="353068" y="331906"/>
                  </a:lnTo>
                  <a:close/>
                  <a:moveTo>
                    <a:pt x="664464" y="330835"/>
                  </a:moveTo>
                  <a:lnTo>
                    <a:pt x="694518" y="330835"/>
                  </a:lnTo>
                  <a:lnTo>
                    <a:pt x="694518" y="331906"/>
                  </a:lnTo>
                  <a:lnTo>
                    <a:pt x="664464" y="331906"/>
                  </a:lnTo>
                  <a:close/>
                  <a:moveTo>
                    <a:pt x="276262" y="324411"/>
                  </a:moveTo>
                  <a:lnTo>
                    <a:pt x="286281" y="324411"/>
                  </a:lnTo>
                  <a:lnTo>
                    <a:pt x="286281" y="332976"/>
                  </a:lnTo>
                  <a:lnTo>
                    <a:pt x="276262" y="332976"/>
                  </a:lnTo>
                  <a:close/>
                  <a:moveTo>
                    <a:pt x="645262" y="330835"/>
                  </a:moveTo>
                  <a:lnTo>
                    <a:pt x="654446" y="330835"/>
                  </a:lnTo>
                  <a:lnTo>
                    <a:pt x="654446" y="332976"/>
                  </a:lnTo>
                  <a:lnTo>
                    <a:pt x="645262" y="332976"/>
                  </a:lnTo>
                  <a:close/>
                  <a:moveTo>
                    <a:pt x="663629" y="331906"/>
                  </a:moveTo>
                  <a:lnTo>
                    <a:pt x="694518" y="331906"/>
                  </a:lnTo>
                  <a:lnTo>
                    <a:pt x="694518" y="332976"/>
                  </a:lnTo>
                  <a:lnTo>
                    <a:pt x="663629" y="332976"/>
                  </a:lnTo>
                  <a:close/>
                  <a:moveTo>
                    <a:pt x="644428" y="332976"/>
                  </a:moveTo>
                  <a:lnTo>
                    <a:pt x="654446" y="332976"/>
                  </a:lnTo>
                  <a:lnTo>
                    <a:pt x="654446" y="334047"/>
                  </a:lnTo>
                  <a:lnTo>
                    <a:pt x="644428" y="334047"/>
                  </a:lnTo>
                  <a:close/>
                  <a:moveTo>
                    <a:pt x="505844" y="330835"/>
                  </a:moveTo>
                  <a:lnTo>
                    <a:pt x="520871" y="330835"/>
                  </a:lnTo>
                  <a:lnTo>
                    <a:pt x="520871" y="335118"/>
                  </a:lnTo>
                  <a:lnTo>
                    <a:pt x="505844" y="335118"/>
                  </a:lnTo>
                  <a:close/>
                  <a:moveTo>
                    <a:pt x="275428" y="332976"/>
                  </a:moveTo>
                  <a:lnTo>
                    <a:pt x="285446" y="332976"/>
                  </a:lnTo>
                  <a:lnTo>
                    <a:pt x="285446" y="335118"/>
                  </a:lnTo>
                  <a:lnTo>
                    <a:pt x="275428" y="335118"/>
                  </a:lnTo>
                  <a:close/>
                  <a:moveTo>
                    <a:pt x="644428" y="334047"/>
                  </a:moveTo>
                  <a:lnTo>
                    <a:pt x="653611" y="334047"/>
                  </a:lnTo>
                  <a:lnTo>
                    <a:pt x="653611" y="335118"/>
                  </a:lnTo>
                  <a:lnTo>
                    <a:pt x="644428" y="335118"/>
                  </a:lnTo>
                  <a:close/>
                  <a:moveTo>
                    <a:pt x="663629" y="332976"/>
                  </a:moveTo>
                  <a:lnTo>
                    <a:pt x="693683" y="332976"/>
                  </a:lnTo>
                  <a:lnTo>
                    <a:pt x="693683" y="335118"/>
                  </a:lnTo>
                  <a:lnTo>
                    <a:pt x="663629" y="335118"/>
                  </a:lnTo>
                  <a:close/>
                  <a:moveTo>
                    <a:pt x="370600" y="329764"/>
                  </a:moveTo>
                  <a:lnTo>
                    <a:pt x="393975" y="329764"/>
                  </a:lnTo>
                  <a:lnTo>
                    <a:pt x="393975" y="335118"/>
                  </a:lnTo>
                  <a:lnTo>
                    <a:pt x="370600" y="335118"/>
                  </a:lnTo>
                  <a:close/>
                  <a:moveTo>
                    <a:pt x="229511" y="327623"/>
                  </a:moveTo>
                  <a:lnTo>
                    <a:pt x="252887" y="327623"/>
                  </a:lnTo>
                  <a:lnTo>
                    <a:pt x="252887" y="336188"/>
                  </a:lnTo>
                  <a:lnTo>
                    <a:pt x="229511" y="336188"/>
                  </a:lnTo>
                  <a:close/>
                  <a:moveTo>
                    <a:pt x="479964" y="329764"/>
                  </a:moveTo>
                  <a:lnTo>
                    <a:pt x="495826" y="329764"/>
                  </a:lnTo>
                  <a:lnTo>
                    <a:pt x="495826" y="336188"/>
                  </a:lnTo>
                  <a:lnTo>
                    <a:pt x="479964" y="336188"/>
                  </a:lnTo>
                  <a:close/>
                  <a:moveTo>
                    <a:pt x="506679" y="335118"/>
                  </a:moveTo>
                  <a:lnTo>
                    <a:pt x="520871" y="335118"/>
                  </a:lnTo>
                  <a:lnTo>
                    <a:pt x="520871" y="336188"/>
                  </a:lnTo>
                  <a:lnTo>
                    <a:pt x="506679" y="336188"/>
                  </a:lnTo>
                  <a:close/>
                  <a:moveTo>
                    <a:pt x="408167" y="331906"/>
                  </a:moveTo>
                  <a:lnTo>
                    <a:pt x="414846" y="331906"/>
                  </a:lnTo>
                  <a:lnTo>
                    <a:pt x="414846" y="336188"/>
                  </a:lnTo>
                  <a:lnTo>
                    <a:pt x="408167" y="336188"/>
                  </a:lnTo>
                  <a:close/>
                  <a:moveTo>
                    <a:pt x="717059" y="330835"/>
                  </a:moveTo>
                  <a:lnTo>
                    <a:pt x="1000000" y="330835"/>
                  </a:lnTo>
                  <a:lnTo>
                    <a:pt x="1000000" y="337259"/>
                  </a:lnTo>
                  <a:lnTo>
                    <a:pt x="717059" y="337259"/>
                  </a:lnTo>
                  <a:close/>
                  <a:moveTo>
                    <a:pt x="276262" y="335118"/>
                  </a:moveTo>
                  <a:lnTo>
                    <a:pt x="285446" y="335118"/>
                  </a:lnTo>
                  <a:lnTo>
                    <a:pt x="285446" y="338330"/>
                  </a:lnTo>
                  <a:lnTo>
                    <a:pt x="276262" y="338330"/>
                  </a:lnTo>
                  <a:close/>
                  <a:moveTo>
                    <a:pt x="506679" y="336188"/>
                  </a:moveTo>
                  <a:lnTo>
                    <a:pt x="521706" y="336188"/>
                  </a:lnTo>
                  <a:lnTo>
                    <a:pt x="521706" y="338330"/>
                  </a:lnTo>
                  <a:lnTo>
                    <a:pt x="506679" y="338330"/>
                  </a:lnTo>
                  <a:close/>
                  <a:moveTo>
                    <a:pt x="228677" y="336188"/>
                  </a:moveTo>
                  <a:lnTo>
                    <a:pt x="252887" y="336188"/>
                  </a:lnTo>
                  <a:lnTo>
                    <a:pt x="252887" y="338330"/>
                  </a:lnTo>
                  <a:lnTo>
                    <a:pt x="228677" y="338330"/>
                  </a:lnTo>
                  <a:close/>
                  <a:moveTo>
                    <a:pt x="353068" y="331906"/>
                  </a:moveTo>
                  <a:lnTo>
                    <a:pt x="358077" y="331906"/>
                  </a:lnTo>
                  <a:lnTo>
                    <a:pt x="358077" y="338330"/>
                  </a:lnTo>
                  <a:lnTo>
                    <a:pt x="353068" y="338330"/>
                  </a:lnTo>
                  <a:close/>
                  <a:moveTo>
                    <a:pt x="643593" y="335118"/>
                  </a:moveTo>
                  <a:lnTo>
                    <a:pt x="653611" y="335118"/>
                  </a:lnTo>
                  <a:lnTo>
                    <a:pt x="653611" y="338330"/>
                  </a:lnTo>
                  <a:lnTo>
                    <a:pt x="643593" y="338330"/>
                  </a:lnTo>
                  <a:close/>
                  <a:moveTo>
                    <a:pt x="408167" y="336188"/>
                  </a:moveTo>
                  <a:lnTo>
                    <a:pt x="414011" y="336188"/>
                  </a:lnTo>
                  <a:lnTo>
                    <a:pt x="414011" y="339400"/>
                  </a:lnTo>
                  <a:lnTo>
                    <a:pt x="408167" y="339400"/>
                  </a:lnTo>
                  <a:close/>
                  <a:moveTo>
                    <a:pt x="479964" y="336188"/>
                  </a:moveTo>
                  <a:lnTo>
                    <a:pt x="496661" y="336188"/>
                  </a:lnTo>
                  <a:lnTo>
                    <a:pt x="496661" y="340471"/>
                  </a:lnTo>
                  <a:lnTo>
                    <a:pt x="479964" y="340471"/>
                  </a:lnTo>
                  <a:close/>
                  <a:moveTo>
                    <a:pt x="353068" y="338330"/>
                  </a:moveTo>
                  <a:lnTo>
                    <a:pt x="357242" y="338330"/>
                  </a:lnTo>
                  <a:lnTo>
                    <a:pt x="357242" y="340471"/>
                  </a:lnTo>
                  <a:lnTo>
                    <a:pt x="353068" y="340471"/>
                  </a:lnTo>
                  <a:close/>
                  <a:moveTo>
                    <a:pt x="275428" y="338330"/>
                  </a:moveTo>
                  <a:lnTo>
                    <a:pt x="285446" y="338330"/>
                  </a:lnTo>
                  <a:lnTo>
                    <a:pt x="285446" y="341542"/>
                  </a:lnTo>
                  <a:lnTo>
                    <a:pt x="275428" y="341542"/>
                  </a:lnTo>
                  <a:close/>
                  <a:moveTo>
                    <a:pt x="507514" y="338330"/>
                  </a:moveTo>
                  <a:lnTo>
                    <a:pt x="521706" y="338330"/>
                  </a:lnTo>
                  <a:lnTo>
                    <a:pt x="521706" y="341542"/>
                  </a:lnTo>
                  <a:lnTo>
                    <a:pt x="507514" y="341542"/>
                  </a:lnTo>
                  <a:close/>
                  <a:moveTo>
                    <a:pt x="662794" y="335118"/>
                  </a:moveTo>
                  <a:lnTo>
                    <a:pt x="693683" y="335118"/>
                  </a:lnTo>
                  <a:lnTo>
                    <a:pt x="693683" y="341542"/>
                  </a:lnTo>
                  <a:lnTo>
                    <a:pt x="662794" y="341542"/>
                  </a:lnTo>
                  <a:close/>
                  <a:moveTo>
                    <a:pt x="353068" y="340471"/>
                  </a:moveTo>
                  <a:lnTo>
                    <a:pt x="358077" y="340471"/>
                  </a:lnTo>
                  <a:lnTo>
                    <a:pt x="358077" y="341542"/>
                  </a:lnTo>
                  <a:lnTo>
                    <a:pt x="353068" y="341542"/>
                  </a:lnTo>
                  <a:close/>
                  <a:moveTo>
                    <a:pt x="643593" y="338330"/>
                  </a:moveTo>
                  <a:lnTo>
                    <a:pt x="652776" y="338330"/>
                  </a:lnTo>
                  <a:lnTo>
                    <a:pt x="652776" y="342612"/>
                  </a:lnTo>
                  <a:lnTo>
                    <a:pt x="643593" y="342612"/>
                  </a:lnTo>
                  <a:close/>
                  <a:moveTo>
                    <a:pt x="227842" y="338330"/>
                  </a:moveTo>
                  <a:lnTo>
                    <a:pt x="252887" y="338330"/>
                  </a:lnTo>
                  <a:lnTo>
                    <a:pt x="252887" y="342612"/>
                  </a:lnTo>
                  <a:lnTo>
                    <a:pt x="227842" y="342612"/>
                  </a:lnTo>
                  <a:close/>
                  <a:moveTo>
                    <a:pt x="661959" y="341542"/>
                  </a:moveTo>
                  <a:lnTo>
                    <a:pt x="693683" y="341542"/>
                  </a:lnTo>
                  <a:lnTo>
                    <a:pt x="693683" y="342612"/>
                  </a:lnTo>
                  <a:lnTo>
                    <a:pt x="661959" y="342612"/>
                  </a:lnTo>
                  <a:close/>
                  <a:moveTo>
                    <a:pt x="716224" y="337259"/>
                  </a:moveTo>
                  <a:lnTo>
                    <a:pt x="1000000" y="337259"/>
                  </a:lnTo>
                  <a:lnTo>
                    <a:pt x="1000000" y="342612"/>
                  </a:lnTo>
                  <a:lnTo>
                    <a:pt x="716224" y="342612"/>
                  </a:lnTo>
                  <a:close/>
                  <a:moveTo>
                    <a:pt x="408167" y="339400"/>
                  </a:moveTo>
                  <a:lnTo>
                    <a:pt x="414846" y="339400"/>
                  </a:lnTo>
                  <a:lnTo>
                    <a:pt x="414846" y="343683"/>
                  </a:lnTo>
                  <a:lnTo>
                    <a:pt x="408167" y="343683"/>
                  </a:lnTo>
                  <a:close/>
                  <a:moveTo>
                    <a:pt x="352233" y="341542"/>
                  </a:moveTo>
                  <a:lnTo>
                    <a:pt x="358077" y="341542"/>
                  </a:lnTo>
                  <a:lnTo>
                    <a:pt x="358077" y="343683"/>
                  </a:lnTo>
                  <a:lnTo>
                    <a:pt x="352233" y="343683"/>
                  </a:lnTo>
                  <a:close/>
                  <a:moveTo>
                    <a:pt x="715389" y="342612"/>
                  </a:moveTo>
                  <a:lnTo>
                    <a:pt x="1000000" y="342612"/>
                  </a:lnTo>
                  <a:lnTo>
                    <a:pt x="1000000" y="344754"/>
                  </a:lnTo>
                  <a:lnTo>
                    <a:pt x="715389" y="344754"/>
                  </a:lnTo>
                  <a:close/>
                  <a:moveTo>
                    <a:pt x="425699" y="326552"/>
                  </a:moveTo>
                  <a:lnTo>
                    <a:pt x="450744" y="326552"/>
                  </a:lnTo>
                  <a:lnTo>
                    <a:pt x="450744" y="345824"/>
                  </a:lnTo>
                  <a:lnTo>
                    <a:pt x="425699" y="345824"/>
                  </a:lnTo>
                  <a:close/>
                  <a:moveTo>
                    <a:pt x="642758" y="342612"/>
                  </a:moveTo>
                  <a:lnTo>
                    <a:pt x="652776" y="342612"/>
                  </a:lnTo>
                  <a:lnTo>
                    <a:pt x="652776" y="346895"/>
                  </a:lnTo>
                  <a:lnTo>
                    <a:pt x="642758" y="346895"/>
                  </a:lnTo>
                  <a:close/>
                  <a:moveTo>
                    <a:pt x="426534" y="345824"/>
                  </a:moveTo>
                  <a:lnTo>
                    <a:pt x="450744" y="345824"/>
                  </a:lnTo>
                  <a:lnTo>
                    <a:pt x="450744" y="346895"/>
                  </a:lnTo>
                  <a:lnTo>
                    <a:pt x="426534" y="346895"/>
                  </a:lnTo>
                  <a:close/>
                  <a:moveTo>
                    <a:pt x="661959" y="342612"/>
                  </a:moveTo>
                  <a:lnTo>
                    <a:pt x="692848" y="342612"/>
                  </a:lnTo>
                  <a:lnTo>
                    <a:pt x="692848" y="346895"/>
                  </a:lnTo>
                  <a:lnTo>
                    <a:pt x="661959" y="346895"/>
                  </a:lnTo>
                  <a:close/>
                  <a:moveTo>
                    <a:pt x="199457" y="315846"/>
                  </a:moveTo>
                  <a:lnTo>
                    <a:pt x="211980" y="315846"/>
                  </a:lnTo>
                  <a:lnTo>
                    <a:pt x="211980" y="347966"/>
                  </a:lnTo>
                  <a:lnTo>
                    <a:pt x="199457" y="347966"/>
                  </a:lnTo>
                  <a:close/>
                  <a:moveTo>
                    <a:pt x="661959" y="346895"/>
                  </a:moveTo>
                  <a:lnTo>
                    <a:pt x="692014" y="346895"/>
                  </a:lnTo>
                  <a:lnTo>
                    <a:pt x="692014" y="349036"/>
                  </a:lnTo>
                  <a:lnTo>
                    <a:pt x="661959" y="349036"/>
                  </a:lnTo>
                  <a:close/>
                  <a:moveTo>
                    <a:pt x="369765" y="335118"/>
                  </a:moveTo>
                  <a:lnTo>
                    <a:pt x="393975" y="335118"/>
                  </a:lnTo>
                  <a:lnTo>
                    <a:pt x="393975" y="349036"/>
                  </a:lnTo>
                  <a:lnTo>
                    <a:pt x="369765" y="349036"/>
                  </a:lnTo>
                  <a:close/>
                  <a:moveTo>
                    <a:pt x="200292" y="347966"/>
                  </a:moveTo>
                  <a:lnTo>
                    <a:pt x="211980" y="347966"/>
                  </a:lnTo>
                  <a:lnTo>
                    <a:pt x="211980" y="349036"/>
                  </a:lnTo>
                  <a:lnTo>
                    <a:pt x="200292" y="349036"/>
                  </a:lnTo>
                  <a:close/>
                  <a:moveTo>
                    <a:pt x="641923" y="346895"/>
                  </a:moveTo>
                  <a:lnTo>
                    <a:pt x="652776" y="346895"/>
                  </a:lnTo>
                  <a:lnTo>
                    <a:pt x="652776" y="349036"/>
                  </a:lnTo>
                  <a:lnTo>
                    <a:pt x="641923" y="349036"/>
                  </a:lnTo>
                  <a:close/>
                  <a:moveTo>
                    <a:pt x="370600" y="349036"/>
                  </a:moveTo>
                  <a:lnTo>
                    <a:pt x="393975" y="349036"/>
                  </a:lnTo>
                  <a:lnTo>
                    <a:pt x="393975" y="350107"/>
                  </a:lnTo>
                  <a:lnTo>
                    <a:pt x="370600" y="350107"/>
                  </a:lnTo>
                  <a:close/>
                  <a:moveTo>
                    <a:pt x="200292" y="349036"/>
                  </a:moveTo>
                  <a:lnTo>
                    <a:pt x="211145" y="349036"/>
                  </a:lnTo>
                  <a:lnTo>
                    <a:pt x="211145" y="350107"/>
                  </a:lnTo>
                  <a:lnTo>
                    <a:pt x="200292" y="350107"/>
                  </a:lnTo>
                  <a:close/>
                  <a:moveTo>
                    <a:pt x="661959" y="349036"/>
                  </a:moveTo>
                  <a:lnTo>
                    <a:pt x="691179" y="349036"/>
                  </a:lnTo>
                  <a:lnTo>
                    <a:pt x="691179" y="351178"/>
                  </a:lnTo>
                  <a:lnTo>
                    <a:pt x="661959" y="351178"/>
                  </a:lnTo>
                  <a:close/>
                  <a:moveTo>
                    <a:pt x="714554" y="344754"/>
                  </a:moveTo>
                  <a:lnTo>
                    <a:pt x="1000000" y="344754"/>
                  </a:lnTo>
                  <a:lnTo>
                    <a:pt x="1000000" y="351178"/>
                  </a:lnTo>
                  <a:lnTo>
                    <a:pt x="714554" y="351178"/>
                  </a:lnTo>
                  <a:close/>
                  <a:moveTo>
                    <a:pt x="227007" y="342612"/>
                  </a:moveTo>
                  <a:lnTo>
                    <a:pt x="252887" y="342612"/>
                  </a:lnTo>
                  <a:lnTo>
                    <a:pt x="252887" y="351178"/>
                  </a:lnTo>
                  <a:lnTo>
                    <a:pt x="227007" y="351178"/>
                  </a:lnTo>
                  <a:close/>
                  <a:moveTo>
                    <a:pt x="641088" y="349036"/>
                  </a:moveTo>
                  <a:lnTo>
                    <a:pt x="652776" y="349036"/>
                  </a:lnTo>
                  <a:lnTo>
                    <a:pt x="652776" y="352248"/>
                  </a:lnTo>
                  <a:lnTo>
                    <a:pt x="641088" y="352248"/>
                  </a:lnTo>
                  <a:close/>
                  <a:moveTo>
                    <a:pt x="661124" y="351178"/>
                  </a:moveTo>
                  <a:lnTo>
                    <a:pt x="691179" y="351178"/>
                  </a:lnTo>
                  <a:lnTo>
                    <a:pt x="691179" y="353319"/>
                  </a:lnTo>
                  <a:lnTo>
                    <a:pt x="661124" y="353319"/>
                  </a:lnTo>
                  <a:close/>
                  <a:moveTo>
                    <a:pt x="640253" y="352248"/>
                  </a:moveTo>
                  <a:lnTo>
                    <a:pt x="652776" y="352248"/>
                  </a:lnTo>
                  <a:lnTo>
                    <a:pt x="652776" y="354390"/>
                  </a:lnTo>
                  <a:lnTo>
                    <a:pt x="640253" y="354390"/>
                  </a:lnTo>
                  <a:close/>
                  <a:moveTo>
                    <a:pt x="313830" y="330835"/>
                  </a:moveTo>
                  <a:lnTo>
                    <a:pt x="339710" y="330835"/>
                  </a:lnTo>
                  <a:lnTo>
                    <a:pt x="339710" y="354390"/>
                  </a:lnTo>
                  <a:lnTo>
                    <a:pt x="313830" y="354390"/>
                  </a:lnTo>
                  <a:close/>
                  <a:moveTo>
                    <a:pt x="274593" y="341542"/>
                  </a:moveTo>
                  <a:lnTo>
                    <a:pt x="285446" y="341542"/>
                  </a:lnTo>
                  <a:lnTo>
                    <a:pt x="285446" y="355460"/>
                  </a:lnTo>
                  <a:lnTo>
                    <a:pt x="274593" y="355460"/>
                  </a:lnTo>
                  <a:close/>
                  <a:moveTo>
                    <a:pt x="660290" y="353319"/>
                  </a:moveTo>
                  <a:lnTo>
                    <a:pt x="691179" y="353319"/>
                  </a:lnTo>
                  <a:lnTo>
                    <a:pt x="691179" y="356531"/>
                  </a:lnTo>
                  <a:lnTo>
                    <a:pt x="660290" y="356531"/>
                  </a:lnTo>
                  <a:close/>
                  <a:moveTo>
                    <a:pt x="660290" y="356531"/>
                  </a:moveTo>
                  <a:lnTo>
                    <a:pt x="690344" y="356531"/>
                  </a:lnTo>
                  <a:lnTo>
                    <a:pt x="690344" y="358672"/>
                  </a:lnTo>
                  <a:lnTo>
                    <a:pt x="660290" y="358672"/>
                  </a:lnTo>
                  <a:close/>
                  <a:moveTo>
                    <a:pt x="227007" y="351178"/>
                  </a:moveTo>
                  <a:lnTo>
                    <a:pt x="252052" y="351178"/>
                  </a:lnTo>
                  <a:lnTo>
                    <a:pt x="252052" y="358672"/>
                  </a:lnTo>
                  <a:lnTo>
                    <a:pt x="227007" y="358672"/>
                  </a:lnTo>
                  <a:close/>
                  <a:moveTo>
                    <a:pt x="506679" y="341542"/>
                  </a:moveTo>
                  <a:lnTo>
                    <a:pt x="521706" y="341542"/>
                  </a:lnTo>
                  <a:lnTo>
                    <a:pt x="521706" y="359743"/>
                  </a:lnTo>
                  <a:lnTo>
                    <a:pt x="506679" y="359743"/>
                  </a:lnTo>
                  <a:close/>
                  <a:moveTo>
                    <a:pt x="463267" y="326552"/>
                  </a:moveTo>
                  <a:lnTo>
                    <a:pt x="467441" y="326552"/>
                  </a:lnTo>
                  <a:lnTo>
                    <a:pt x="467441" y="359743"/>
                  </a:lnTo>
                  <a:lnTo>
                    <a:pt x="463267" y="359743"/>
                  </a:lnTo>
                  <a:close/>
                  <a:moveTo>
                    <a:pt x="640253" y="354390"/>
                  </a:moveTo>
                  <a:lnTo>
                    <a:pt x="651941" y="354390"/>
                  </a:lnTo>
                  <a:lnTo>
                    <a:pt x="651941" y="359743"/>
                  </a:lnTo>
                  <a:lnTo>
                    <a:pt x="640253" y="359743"/>
                  </a:lnTo>
                  <a:close/>
                  <a:moveTo>
                    <a:pt x="507514" y="359743"/>
                  </a:moveTo>
                  <a:lnTo>
                    <a:pt x="521706" y="359743"/>
                  </a:lnTo>
                  <a:lnTo>
                    <a:pt x="521706" y="361884"/>
                  </a:lnTo>
                  <a:lnTo>
                    <a:pt x="507514" y="361884"/>
                  </a:lnTo>
                  <a:close/>
                  <a:moveTo>
                    <a:pt x="479964" y="340471"/>
                  </a:moveTo>
                  <a:lnTo>
                    <a:pt x="497495" y="340471"/>
                  </a:lnTo>
                  <a:lnTo>
                    <a:pt x="497495" y="361884"/>
                  </a:lnTo>
                  <a:lnTo>
                    <a:pt x="479964" y="361884"/>
                  </a:lnTo>
                  <a:close/>
                  <a:moveTo>
                    <a:pt x="713719" y="351178"/>
                  </a:moveTo>
                  <a:lnTo>
                    <a:pt x="1000000" y="351178"/>
                  </a:lnTo>
                  <a:lnTo>
                    <a:pt x="1000000" y="361884"/>
                  </a:lnTo>
                  <a:lnTo>
                    <a:pt x="713719" y="361884"/>
                  </a:lnTo>
                  <a:close/>
                  <a:moveTo>
                    <a:pt x="273758" y="355460"/>
                  </a:moveTo>
                  <a:lnTo>
                    <a:pt x="285446" y="355460"/>
                  </a:lnTo>
                  <a:lnTo>
                    <a:pt x="285446" y="362955"/>
                  </a:lnTo>
                  <a:lnTo>
                    <a:pt x="273758" y="362955"/>
                  </a:lnTo>
                  <a:close/>
                  <a:moveTo>
                    <a:pt x="639419" y="359743"/>
                  </a:moveTo>
                  <a:lnTo>
                    <a:pt x="651941" y="359743"/>
                  </a:lnTo>
                  <a:lnTo>
                    <a:pt x="651941" y="362955"/>
                  </a:lnTo>
                  <a:lnTo>
                    <a:pt x="639419" y="362955"/>
                  </a:lnTo>
                  <a:close/>
                  <a:moveTo>
                    <a:pt x="312996" y="354390"/>
                  </a:moveTo>
                  <a:lnTo>
                    <a:pt x="339710" y="354390"/>
                  </a:lnTo>
                  <a:lnTo>
                    <a:pt x="339710" y="362955"/>
                  </a:lnTo>
                  <a:lnTo>
                    <a:pt x="312996" y="362955"/>
                  </a:lnTo>
                  <a:close/>
                  <a:moveTo>
                    <a:pt x="352233" y="343683"/>
                  </a:moveTo>
                  <a:lnTo>
                    <a:pt x="357242" y="343683"/>
                  </a:lnTo>
                  <a:lnTo>
                    <a:pt x="357242" y="364026"/>
                  </a:lnTo>
                  <a:lnTo>
                    <a:pt x="352233" y="364026"/>
                  </a:lnTo>
                  <a:close/>
                  <a:moveTo>
                    <a:pt x="425699" y="346895"/>
                  </a:moveTo>
                  <a:lnTo>
                    <a:pt x="450744" y="346895"/>
                  </a:lnTo>
                  <a:lnTo>
                    <a:pt x="450744" y="364026"/>
                  </a:lnTo>
                  <a:lnTo>
                    <a:pt x="425699" y="364026"/>
                  </a:lnTo>
                  <a:close/>
                  <a:moveTo>
                    <a:pt x="712885" y="361884"/>
                  </a:moveTo>
                  <a:lnTo>
                    <a:pt x="1000000" y="361884"/>
                  </a:lnTo>
                  <a:lnTo>
                    <a:pt x="1000000" y="364026"/>
                  </a:lnTo>
                  <a:lnTo>
                    <a:pt x="712885" y="364026"/>
                  </a:lnTo>
                  <a:close/>
                  <a:moveTo>
                    <a:pt x="659455" y="358672"/>
                  </a:moveTo>
                  <a:lnTo>
                    <a:pt x="690344" y="358672"/>
                  </a:lnTo>
                  <a:lnTo>
                    <a:pt x="690344" y="364026"/>
                  </a:lnTo>
                  <a:lnTo>
                    <a:pt x="659455" y="364026"/>
                  </a:lnTo>
                  <a:close/>
                  <a:moveTo>
                    <a:pt x="479964" y="361884"/>
                  </a:moveTo>
                  <a:lnTo>
                    <a:pt x="496661" y="361884"/>
                  </a:lnTo>
                  <a:lnTo>
                    <a:pt x="496661" y="365096"/>
                  </a:lnTo>
                  <a:lnTo>
                    <a:pt x="479964" y="365096"/>
                  </a:lnTo>
                  <a:close/>
                  <a:moveTo>
                    <a:pt x="199457" y="350107"/>
                  </a:moveTo>
                  <a:lnTo>
                    <a:pt x="211145" y="350107"/>
                  </a:lnTo>
                  <a:lnTo>
                    <a:pt x="211145" y="365096"/>
                  </a:lnTo>
                  <a:lnTo>
                    <a:pt x="199457" y="365096"/>
                  </a:lnTo>
                  <a:close/>
                  <a:moveTo>
                    <a:pt x="638584" y="362955"/>
                  </a:moveTo>
                  <a:lnTo>
                    <a:pt x="651106" y="362955"/>
                  </a:lnTo>
                  <a:lnTo>
                    <a:pt x="651106" y="365096"/>
                  </a:lnTo>
                  <a:lnTo>
                    <a:pt x="638584" y="365096"/>
                  </a:lnTo>
                  <a:close/>
                  <a:moveTo>
                    <a:pt x="659455" y="364026"/>
                  </a:moveTo>
                  <a:lnTo>
                    <a:pt x="689509" y="364026"/>
                  </a:lnTo>
                  <a:lnTo>
                    <a:pt x="689509" y="366167"/>
                  </a:lnTo>
                  <a:lnTo>
                    <a:pt x="659455" y="366167"/>
                  </a:lnTo>
                  <a:close/>
                  <a:moveTo>
                    <a:pt x="312161" y="362955"/>
                  </a:moveTo>
                  <a:lnTo>
                    <a:pt x="339710" y="362955"/>
                  </a:lnTo>
                  <a:lnTo>
                    <a:pt x="339710" y="366167"/>
                  </a:lnTo>
                  <a:lnTo>
                    <a:pt x="312161" y="366167"/>
                  </a:lnTo>
                  <a:close/>
                  <a:moveTo>
                    <a:pt x="463267" y="359743"/>
                  </a:moveTo>
                  <a:lnTo>
                    <a:pt x="468276" y="359743"/>
                  </a:lnTo>
                  <a:lnTo>
                    <a:pt x="468276" y="366167"/>
                  </a:lnTo>
                  <a:lnTo>
                    <a:pt x="463267" y="366167"/>
                  </a:lnTo>
                  <a:close/>
                  <a:moveTo>
                    <a:pt x="352233" y="364026"/>
                  </a:moveTo>
                  <a:lnTo>
                    <a:pt x="358077" y="364026"/>
                  </a:lnTo>
                  <a:lnTo>
                    <a:pt x="358077" y="366167"/>
                  </a:lnTo>
                  <a:lnTo>
                    <a:pt x="352233" y="366167"/>
                  </a:lnTo>
                  <a:close/>
                  <a:moveTo>
                    <a:pt x="226172" y="358672"/>
                  </a:moveTo>
                  <a:lnTo>
                    <a:pt x="252052" y="358672"/>
                  </a:lnTo>
                  <a:lnTo>
                    <a:pt x="252052" y="367238"/>
                  </a:lnTo>
                  <a:lnTo>
                    <a:pt x="226172" y="367238"/>
                  </a:lnTo>
                  <a:close/>
                  <a:moveTo>
                    <a:pt x="712050" y="364026"/>
                  </a:moveTo>
                  <a:lnTo>
                    <a:pt x="1000000" y="364026"/>
                  </a:lnTo>
                  <a:lnTo>
                    <a:pt x="1000000" y="367238"/>
                  </a:lnTo>
                  <a:lnTo>
                    <a:pt x="712050" y="367238"/>
                  </a:lnTo>
                  <a:close/>
                  <a:moveTo>
                    <a:pt x="312161" y="366167"/>
                  </a:moveTo>
                  <a:lnTo>
                    <a:pt x="338876" y="366167"/>
                  </a:lnTo>
                  <a:lnTo>
                    <a:pt x="338876" y="368308"/>
                  </a:lnTo>
                  <a:lnTo>
                    <a:pt x="312161" y="368308"/>
                  </a:lnTo>
                  <a:close/>
                  <a:moveTo>
                    <a:pt x="311326" y="368308"/>
                  </a:moveTo>
                  <a:lnTo>
                    <a:pt x="338876" y="368308"/>
                  </a:lnTo>
                  <a:lnTo>
                    <a:pt x="338876" y="369379"/>
                  </a:lnTo>
                  <a:lnTo>
                    <a:pt x="311326" y="369379"/>
                  </a:lnTo>
                  <a:close/>
                  <a:moveTo>
                    <a:pt x="199457" y="365096"/>
                  </a:moveTo>
                  <a:lnTo>
                    <a:pt x="211980" y="365096"/>
                  </a:lnTo>
                  <a:lnTo>
                    <a:pt x="211980" y="369379"/>
                  </a:lnTo>
                  <a:lnTo>
                    <a:pt x="199457" y="369379"/>
                  </a:lnTo>
                  <a:close/>
                  <a:moveTo>
                    <a:pt x="659455" y="366167"/>
                  </a:moveTo>
                  <a:lnTo>
                    <a:pt x="688674" y="366167"/>
                  </a:lnTo>
                  <a:lnTo>
                    <a:pt x="688674" y="370450"/>
                  </a:lnTo>
                  <a:lnTo>
                    <a:pt x="659455" y="370450"/>
                  </a:lnTo>
                  <a:close/>
                  <a:moveTo>
                    <a:pt x="425699" y="364026"/>
                  </a:moveTo>
                  <a:lnTo>
                    <a:pt x="449910" y="364026"/>
                  </a:lnTo>
                  <a:lnTo>
                    <a:pt x="449910" y="370450"/>
                  </a:lnTo>
                  <a:lnTo>
                    <a:pt x="425699" y="370450"/>
                  </a:lnTo>
                  <a:close/>
                  <a:moveTo>
                    <a:pt x="637749" y="365096"/>
                  </a:moveTo>
                  <a:lnTo>
                    <a:pt x="651106" y="365096"/>
                  </a:lnTo>
                  <a:lnTo>
                    <a:pt x="651106" y="371520"/>
                  </a:lnTo>
                  <a:lnTo>
                    <a:pt x="637749" y="371520"/>
                  </a:lnTo>
                  <a:close/>
                  <a:moveTo>
                    <a:pt x="425699" y="370450"/>
                  </a:moveTo>
                  <a:lnTo>
                    <a:pt x="449075" y="370450"/>
                  </a:lnTo>
                  <a:lnTo>
                    <a:pt x="449075" y="372591"/>
                  </a:lnTo>
                  <a:lnTo>
                    <a:pt x="425699" y="372591"/>
                  </a:lnTo>
                  <a:close/>
                  <a:moveTo>
                    <a:pt x="225337" y="367238"/>
                  </a:moveTo>
                  <a:lnTo>
                    <a:pt x="252052" y="367238"/>
                  </a:lnTo>
                  <a:lnTo>
                    <a:pt x="252052" y="372591"/>
                  </a:lnTo>
                  <a:lnTo>
                    <a:pt x="225337" y="372591"/>
                  </a:lnTo>
                  <a:close/>
                  <a:moveTo>
                    <a:pt x="479964" y="365096"/>
                  </a:moveTo>
                  <a:lnTo>
                    <a:pt x="497495" y="365096"/>
                  </a:lnTo>
                  <a:lnTo>
                    <a:pt x="497495" y="373662"/>
                  </a:lnTo>
                  <a:lnTo>
                    <a:pt x="479964" y="373662"/>
                  </a:lnTo>
                  <a:close/>
                  <a:moveTo>
                    <a:pt x="463267" y="366167"/>
                  </a:moveTo>
                  <a:lnTo>
                    <a:pt x="469111" y="366167"/>
                  </a:lnTo>
                  <a:lnTo>
                    <a:pt x="469111" y="374732"/>
                  </a:lnTo>
                  <a:lnTo>
                    <a:pt x="463267" y="374732"/>
                  </a:lnTo>
                  <a:close/>
                  <a:moveTo>
                    <a:pt x="637749" y="371520"/>
                  </a:moveTo>
                  <a:lnTo>
                    <a:pt x="650271" y="371520"/>
                  </a:lnTo>
                  <a:lnTo>
                    <a:pt x="650271" y="374732"/>
                  </a:lnTo>
                  <a:lnTo>
                    <a:pt x="637749" y="374732"/>
                  </a:lnTo>
                  <a:close/>
                  <a:moveTo>
                    <a:pt x="312161" y="369379"/>
                  </a:moveTo>
                  <a:lnTo>
                    <a:pt x="338041" y="369379"/>
                  </a:lnTo>
                  <a:lnTo>
                    <a:pt x="338041" y="374732"/>
                  </a:lnTo>
                  <a:lnTo>
                    <a:pt x="312161" y="374732"/>
                  </a:lnTo>
                  <a:close/>
                  <a:moveTo>
                    <a:pt x="479964" y="373662"/>
                  </a:moveTo>
                  <a:lnTo>
                    <a:pt x="496661" y="373662"/>
                  </a:lnTo>
                  <a:lnTo>
                    <a:pt x="496661" y="375803"/>
                  </a:lnTo>
                  <a:lnTo>
                    <a:pt x="479964" y="375803"/>
                  </a:lnTo>
                  <a:close/>
                  <a:moveTo>
                    <a:pt x="659455" y="370450"/>
                  </a:moveTo>
                  <a:lnTo>
                    <a:pt x="687839" y="370450"/>
                  </a:lnTo>
                  <a:lnTo>
                    <a:pt x="687839" y="375803"/>
                  </a:lnTo>
                  <a:lnTo>
                    <a:pt x="659455" y="375803"/>
                  </a:lnTo>
                  <a:close/>
                  <a:moveTo>
                    <a:pt x="273758" y="362955"/>
                  </a:moveTo>
                  <a:lnTo>
                    <a:pt x="284611" y="362955"/>
                  </a:lnTo>
                  <a:lnTo>
                    <a:pt x="284611" y="375803"/>
                  </a:lnTo>
                  <a:lnTo>
                    <a:pt x="273758" y="375803"/>
                  </a:lnTo>
                  <a:close/>
                  <a:moveTo>
                    <a:pt x="426534" y="372591"/>
                  </a:moveTo>
                  <a:lnTo>
                    <a:pt x="449075" y="372591"/>
                  </a:lnTo>
                  <a:lnTo>
                    <a:pt x="449075" y="375803"/>
                  </a:lnTo>
                  <a:lnTo>
                    <a:pt x="426534" y="375803"/>
                  </a:lnTo>
                  <a:close/>
                  <a:moveTo>
                    <a:pt x="636914" y="374732"/>
                  </a:moveTo>
                  <a:lnTo>
                    <a:pt x="650271" y="374732"/>
                  </a:lnTo>
                  <a:lnTo>
                    <a:pt x="650271" y="376874"/>
                  </a:lnTo>
                  <a:lnTo>
                    <a:pt x="636914" y="376874"/>
                  </a:lnTo>
                  <a:close/>
                  <a:moveTo>
                    <a:pt x="273758" y="375803"/>
                  </a:moveTo>
                  <a:lnTo>
                    <a:pt x="285446" y="375803"/>
                  </a:lnTo>
                  <a:lnTo>
                    <a:pt x="285446" y="376874"/>
                  </a:lnTo>
                  <a:lnTo>
                    <a:pt x="273758" y="376874"/>
                  </a:lnTo>
                  <a:close/>
                  <a:moveTo>
                    <a:pt x="427369" y="375803"/>
                  </a:moveTo>
                  <a:lnTo>
                    <a:pt x="449075" y="375803"/>
                  </a:lnTo>
                  <a:lnTo>
                    <a:pt x="449075" y="377944"/>
                  </a:lnTo>
                  <a:lnTo>
                    <a:pt x="427369" y="377944"/>
                  </a:lnTo>
                  <a:close/>
                  <a:moveTo>
                    <a:pt x="464102" y="374732"/>
                  </a:moveTo>
                  <a:lnTo>
                    <a:pt x="469111" y="374732"/>
                  </a:lnTo>
                  <a:lnTo>
                    <a:pt x="469111" y="377944"/>
                  </a:lnTo>
                  <a:lnTo>
                    <a:pt x="464102" y="377944"/>
                  </a:lnTo>
                  <a:close/>
                  <a:moveTo>
                    <a:pt x="352233" y="366167"/>
                  </a:moveTo>
                  <a:lnTo>
                    <a:pt x="358912" y="366167"/>
                  </a:lnTo>
                  <a:lnTo>
                    <a:pt x="358912" y="377944"/>
                  </a:lnTo>
                  <a:lnTo>
                    <a:pt x="352233" y="377944"/>
                  </a:lnTo>
                  <a:close/>
                  <a:moveTo>
                    <a:pt x="507514" y="361884"/>
                  </a:moveTo>
                  <a:lnTo>
                    <a:pt x="522541" y="361884"/>
                  </a:lnTo>
                  <a:lnTo>
                    <a:pt x="522541" y="379015"/>
                  </a:lnTo>
                  <a:lnTo>
                    <a:pt x="507514" y="379015"/>
                  </a:lnTo>
                  <a:close/>
                  <a:moveTo>
                    <a:pt x="636079" y="376874"/>
                  </a:moveTo>
                  <a:lnTo>
                    <a:pt x="650271" y="376874"/>
                  </a:lnTo>
                  <a:lnTo>
                    <a:pt x="650271" y="379015"/>
                  </a:lnTo>
                  <a:lnTo>
                    <a:pt x="636079" y="379015"/>
                  </a:lnTo>
                  <a:close/>
                  <a:moveTo>
                    <a:pt x="711215" y="367238"/>
                  </a:moveTo>
                  <a:lnTo>
                    <a:pt x="1000000" y="367238"/>
                  </a:lnTo>
                  <a:lnTo>
                    <a:pt x="1000000" y="380086"/>
                  </a:lnTo>
                  <a:lnTo>
                    <a:pt x="711215" y="380086"/>
                  </a:lnTo>
                  <a:close/>
                  <a:moveTo>
                    <a:pt x="463267" y="377944"/>
                  </a:moveTo>
                  <a:lnTo>
                    <a:pt x="469111" y="377944"/>
                  </a:lnTo>
                  <a:lnTo>
                    <a:pt x="469111" y="382227"/>
                  </a:lnTo>
                  <a:lnTo>
                    <a:pt x="463267" y="382227"/>
                  </a:lnTo>
                  <a:close/>
                  <a:moveTo>
                    <a:pt x="658620" y="375803"/>
                  </a:moveTo>
                  <a:lnTo>
                    <a:pt x="687839" y="375803"/>
                  </a:lnTo>
                  <a:lnTo>
                    <a:pt x="687839" y="382227"/>
                  </a:lnTo>
                  <a:lnTo>
                    <a:pt x="658620" y="382227"/>
                  </a:lnTo>
                  <a:close/>
                  <a:moveTo>
                    <a:pt x="273758" y="376874"/>
                  </a:moveTo>
                  <a:lnTo>
                    <a:pt x="284611" y="376874"/>
                  </a:lnTo>
                  <a:lnTo>
                    <a:pt x="284611" y="383298"/>
                  </a:lnTo>
                  <a:lnTo>
                    <a:pt x="273758" y="383298"/>
                  </a:lnTo>
                  <a:close/>
                  <a:moveTo>
                    <a:pt x="710380" y="380086"/>
                  </a:moveTo>
                  <a:lnTo>
                    <a:pt x="1000000" y="380086"/>
                  </a:lnTo>
                  <a:lnTo>
                    <a:pt x="1000000" y="383298"/>
                  </a:lnTo>
                  <a:lnTo>
                    <a:pt x="710380" y="383298"/>
                  </a:lnTo>
                  <a:close/>
                  <a:moveTo>
                    <a:pt x="0" y="243041"/>
                  </a:moveTo>
                  <a:lnTo>
                    <a:pt x="151871" y="243041"/>
                  </a:lnTo>
                  <a:lnTo>
                    <a:pt x="151871" y="384368"/>
                  </a:lnTo>
                  <a:lnTo>
                    <a:pt x="0" y="384368"/>
                  </a:lnTo>
                  <a:close/>
                  <a:moveTo>
                    <a:pt x="427369" y="377944"/>
                  </a:moveTo>
                  <a:lnTo>
                    <a:pt x="448240" y="377944"/>
                  </a:lnTo>
                  <a:lnTo>
                    <a:pt x="448240" y="384368"/>
                  </a:lnTo>
                  <a:lnTo>
                    <a:pt x="427369" y="384368"/>
                  </a:lnTo>
                  <a:close/>
                  <a:moveTo>
                    <a:pt x="427369" y="384368"/>
                  </a:moveTo>
                  <a:lnTo>
                    <a:pt x="447405" y="384368"/>
                  </a:lnTo>
                  <a:lnTo>
                    <a:pt x="447405" y="385439"/>
                  </a:lnTo>
                  <a:lnTo>
                    <a:pt x="427369" y="385439"/>
                  </a:lnTo>
                  <a:close/>
                  <a:moveTo>
                    <a:pt x="479964" y="375803"/>
                  </a:moveTo>
                  <a:lnTo>
                    <a:pt x="495826" y="375803"/>
                  </a:lnTo>
                  <a:lnTo>
                    <a:pt x="495826" y="385439"/>
                  </a:lnTo>
                  <a:lnTo>
                    <a:pt x="479964" y="385439"/>
                  </a:lnTo>
                  <a:close/>
                  <a:moveTo>
                    <a:pt x="658620" y="382227"/>
                  </a:moveTo>
                  <a:lnTo>
                    <a:pt x="687004" y="382227"/>
                  </a:lnTo>
                  <a:lnTo>
                    <a:pt x="687004" y="386510"/>
                  </a:lnTo>
                  <a:lnTo>
                    <a:pt x="658620" y="386510"/>
                  </a:lnTo>
                  <a:close/>
                  <a:moveTo>
                    <a:pt x="428204" y="385439"/>
                  </a:moveTo>
                  <a:lnTo>
                    <a:pt x="447405" y="385439"/>
                  </a:lnTo>
                  <a:lnTo>
                    <a:pt x="447405" y="386510"/>
                  </a:lnTo>
                  <a:lnTo>
                    <a:pt x="428204" y="386510"/>
                  </a:lnTo>
                  <a:close/>
                  <a:moveTo>
                    <a:pt x="709545" y="383298"/>
                  </a:moveTo>
                  <a:lnTo>
                    <a:pt x="1000000" y="383298"/>
                  </a:lnTo>
                  <a:lnTo>
                    <a:pt x="1000000" y="386510"/>
                  </a:lnTo>
                  <a:lnTo>
                    <a:pt x="709545" y="386510"/>
                  </a:lnTo>
                  <a:close/>
                  <a:moveTo>
                    <a:pt x="0" y="384368"/>
                  </a:moveTo>
                  <a:lnTo>
                    <a:pt x="151036" y="384368"/>
                  </a:lnTo>
                  <a:lnTo>
                    <a:pt x="151036" y="387580"/>
                  </a:lnTo>
                  <a:lnTo>
                    <a:pt x="0" y="387580"/>
                  </a:lnTo>
                  <a:close/>
                  <a:moveTo>
                    <a:pt x="199457" y="369379"/>
                  </a:moveTo>
                  <a:lnTo>
                    <a:pt x="211145" y="369379"/>
                  </a:lnTo>
                  <a:lnTo>
                    <a:pt x="211145" y="387580"/>
                  </a:lnTo>
                  <a:lnTo>
                    <a:pt x="199457" y="387580"/>
                  </a:lnTo>
                  <a:close/>
                  <a:moveTo>
                    <a:pt x="479964" y="385439"/>
                  </a:moveTo>
                  <a:lnTo>
                    <a:pt x="494991" y="385439"/>
                  </a:lnTo>
                  <a:lnTo>
                    <a:pt x="494991" y="387580"/>
                  </a:lnTo>
                  <a:lnTo>
                    <a:pt x="479964" y="387580"/>
                  </a:lnTo>
                  <a:close/>
                  <a:moveTo>
                    <a:pt x="428204" y="386510"/>
                  </a:moveTo>
                  <a:lnTo>
                    <a:pt x="446570" y="386510"/>
                  </a:lnTo>
                  <a:lnTo>
                    <a:pt x="446570" y="388651"/>
                  </a:lnTo>
                  <a:lnTo>
                    <a:pt x="428204" y="388651"/>
                  </a:lnTo>
                  <a:close/>
                  <a:moveTo>
                    <a:pt x="507514" y="379015"/>
                  </a:moveTo>
                  <a:lnTo>
                    <a:pt x="521706" y="379015"/>
                  </a:lnTo>
                  <a:lnTo>
                    <a:pt x="521706" y="388651"/>
                  </a:lnTo>
                  <a:lnTo>
                    <a:pt x="507514" y="388651"/>
                  </a:lnTo>
                  <a:close/>
                  <a:moveTo>
                    <a:pt x="658620" y="386510"/>
                  </a:moveTo>
                  <a:lnTo>
                    <a:pt x="686170" y="386510"/>
                  </a:lnTo>
                  <a:lnTo>
                    <a:pt x="686170" y="388651"/>
                  </a:lnTo>
                  <a:lnTo>
                    <a:pt x="658620" y="388651"/>
                  </a:lnTo>
                  <a:close/>
                  <a:moveTo>
                    <a:pt x="635244" y="379015"/>
                  </a:moveTo>
                  <a:lnTo>
                    <a:pt x="650271" y="379015"/>
                  </a:lnTo>
                  <a:lnTo>
                    <a:pt x="650271" y="389722"/>
                  </a:lnTo>
                  <a:lnTo>
                    <a:pt x="635244" y="389722"/>
                  </a:lnTo>
                  <a:close/>
                  <a:moveTo>
                    <a:pt x="369765" y="350107"/>
                  </a:moveTo>
                  <a:lnTo>
                    <a:pt x="393975" y="350107"/>
                  </a:lnTo>
                  <a:lnTo>
                    <a:pt x="393975" y="389722"/>
                  </a:lnTo>
                  <a:lnTo>
                    <a:pt x="369765" y="389722"/>
                  </a:lnTo>
                  <a:close/>
                  <a:moveTo>
                    <a:pt x="352233" y="377944"/>
                  </a:moveTo>
                  <a:lnTo>
                    <a:pt x="358077" y="377944"/>
                  </a:lnTo>
                  <a:lnTo>
                    <a:pt x="358077" y="390792"/>
                  </a:lnTo>
                  <a:lnTo>
                    <a:pt x="352233" y="390792"/>
                  </a:lnTo>
                  <a:close/>
                  <a:moveTo>
                    <a:pt x="0" y="387580"/>
                  </a:moveTo>
                  <a:lnTo>
                    <a:pt x="150201" y="387580"/>
                  </a:lnTo>
                  <a:lnTo>
                    <a:pt x="150201" y="391863"/>
                  </a:lnTo>
                  <a:lnTo>
                    <a:pt x="0" y="391863"/>
                  </a:lnTo>
                  <a:close/>
                  <a:moveTo>
                    <a:pt x="634409" y="389722"/>
                  </a:moveTo>
                  <a:lnTo>
                    <a:pt x="650271" y="389722"/>
                  </a:lnTo>
                  <a:lnTo>
                    <a:pt x="650271" y="392934"/>
                  </a:lnTo>
                  <a:lnTo>
                    <a:pt x="634409" y="392934"/>
                  </a:lnTo>
                  <a:close/>
                  <a:moveTo>
                    <a:pt x="408167" y="343683"/>
                  </a:moveTo>
                  <a:lnTo>
                    <a:pt x="415681" y="343683"/>
                  </a:lnTo>
                  <a:lnTo>
                    <a:pt x="415681" y="392934"/>
                  </a:lnTo>
                  <a:lnTo>
                    <a:pt x="408167" y="392934"/>
                  </a:lnTo>
                  <a:close/>
                  <a:moveTo>
                    <a:pt x="428204" y="388651"/>
                  </a:moveTo>
                  <a:lnTo>
                    <a:pt x="445735" y="388651"/>
                  </a:lnTo>
                  <a:lnTo>
                    <a:pt x="445735" y="392934"/>
                  </a:lnTo>
                  <a:lnTo>
                    <a:pt x="428204" y="392934"/>
                  </a:lnTo>
                  <a:close/>
                  <a:moveTo>
                    <a:pt x="0" y="391863"/>
                  </a:moveTo>
                  <a:lnTo>
                    <a:pt x="151036" y="391863"/>
                  </a:lnTo>
                  <a:lnTo>
                    <a:pt x="151036" y="394004"/>
                  </a:lnTo>
                  <a:lnTo>
                    <a:pt x="0" y="394004"/>
                  </a:lnTo>
                  <a:close/>
                  <a:moveTo>
                    <a:pt x="428204" y="392934"/>
                  </a:moveTo>
                  <a:lnTo>
                    <a:pt x="444900" y="392934"/>
                  </a:lnTo>
                  <a:lnTo>
                    <a:pt x="444900" y="394004"/>
                  </a:lnTo>
                  <a:lnTo>
                    <a:pt x="428204" y="394004"/>
                  </a:lnTo>
                  <a:close/>
                  <a:moveTo>
                    <a:pt x="311326" y="374732"/>
                  </a:moveTo>
                  <a:lnTo>
                    <a:pt x="338041" y="374732"/>
                  </a:lnTo>
                  <a:lnTo>
                    <a:pt x="338041" y="394004"/>
                  </a:lnTo>
                  <a:lnTo>
                    <a:pt x="311326" y="394004"/>
                  </a:lnTo>
                  <a:close/>
                  <a:moveTo>
                    <a:pt x="370600" y="389722"/>
                  </a:moveTo>
                  <a:lnTo>
                    <a:pt x="393975" y="389722"/>
                  </a:lnTo>
                  <a:lnTo>
                    <a:pt x="393975" y="394004"/>
                  </a:lnTo>
                  <a:lnTo>
                    <a:pt x="370600" y="394004"/>
                  </a:lnTo>
                  <a:close/>
                  <a:moveTo>
                    <a:pt x="506679" y="388651"/>
                  </a:moveTo>
                  <a:lnTo>
                    <a:pt x="521706" y="388651"/>
                  </a:lnTo>
                  <a:lnTo>
                    <a:pt x="521706" y="395075"/>
                  </a:lnTo>
                  <a:lnTo>
                    <a:pt x="506679" y="395075"/>
                  </a:lnTo>
                  <a:close/>
                  <a:moveTo>
                    <a:pt x="224502" y="372591"/>
                  </a:moveTo>
                  <a:lnTo>
                    <a:pt x="252052" y="372591"/>
                  </a:lnTo>
                  <a:lnTo>
                    <a:pt x="252052" y="395075"/>
                  </a:lnTo>
                  <a:lnTo>
                    <a:pt x="224502" y="395075"/>
                  </a:lnTo>
                  <a:close/>
                  <a:moveTo>
                    <a:pt x="428204" y="394004"/>
                  </a:moveTo>
                  <a:lnTo>
                    <a:pt x="444066" y="394004"/>
                  </a:lnTo>
                  <a:lnTo>
                    <a:pt x="444066" y="395075"/>
                  </a:lnTo>
                  <a:lnTo>
                    <a:pt x="428204" y="395075"/>
                  </a:lnTo>
                  <a:close/>
                  <a:moveTo>
                    <a:pt x="633575" y="392934"/>
                  </a:moveTo>
                  <a:lnTo>
                    <a:pt x="650271" y="392934"/>
                  </a:lnTo>
                  <a:lnTo>
                    <a:pt x="650271" y="395075"/>
                  </a:lnTo>
                  <a:lnTo>
                    <a:pt x="633575" y="395075"/>
                  </a:lnTo>
                  <a:close/>
                  <a:moveTo>
                    <a:pt x="429038" y="395075"/>
                  </a:moveTo>
                  <a:lnTo>
                    <a:pt x="444066" y="395075"/>
                  </a:lnTo>
                  <a:lnTo>
                    <a:pt x="444066" y="396146"/>
                  </a:lnTo>
                  <a:lnTo>
                    <a:pt x="429038" y="396146"/>
                  </a:lnTo>
                  <a:close/>
                  <a:moveTo>
                    <a:pt x="464102" y="382227"/>
                  </a:moveTo>
                  <a:lnTo>
                    <a:pt x="469946" y="382227"/>
                  </a:lnTo>
                  <a:lnTo>
                    <a:pt x="469946" y="396146"/>
                  </a:lnTo>
                  <a:lnTo>
                    <a:pt x="464102" y="396146"/>
                  </a:lnTo>
                  <a:close/>
                  <a:moveTo>
                    <a:pt x="352233" y="390792"/>
                  </a:moveTo>
                  <a:lnTo>
                    <a:pt x="358912" y="390792"/>
                  </a:lnTo>
                  <a:lnTo>
                    <a:pt x="358912" y="396146"/>
                  </a:lnTo>
                  <a:lnTo>
                    <a:pt x="352233" y="396146"/>
                  </a:lnTo>
                  <a:close/>
                  <a:moveTo>
                    <a:pt x="0" y="394004"/>
                  </a:moveTo>
                  <a:lnTo>
                    <a:pt x="150201" y="394004"/>
                  </a:lnTo>
                  <a:lnTo>
                    <a:pt x="150201" y="397216"/>
                  </a:lnTo>
                  <a:lnTo>
                    <a:pt x="0" y="397216"/>
                  </a:lnTo>
                  <a:close/>
                  <a:moveTo>
                    <a:pt x="480799" y="387580"/>
                  </a:moveTo>
                  <a:lnTo>
                    <a:pt x="494991" y="387580"/>
                  </a:lnTo>
                  <a:lnTo>
                    <a:pt x="494991" y="397216"/>
                  </a:lnTo>
                  <a:lnTo>
                    <a:pt x="480799" y="397216"/>
                  </a:lnTo>
                  <a:close/>
                  <a:moveTo>
                    <a:pt x="429038" y="396146"/>
                  </a:moveTo>
                  <a:lnTo>
                    <a:pt x="443231" y="396146"/>
                  </a:lnTo>
                  <a:lnTo>
                    <a:pt x="443231" y="397216"/>
                  </a:lnTo>
                  <a:lnTo>
                    <a:pt x="429038" y="397216"/>
                  </a:lnTo>
                  <a:close/>
                  <a:moveTo>
                    <a:pt x="464102" y="396146"/>
                  </a:moveTo>
                  <a:lnTo>
                    <a:pt x="470781" y="396146"/>
                  </a:lnTo>
                  <a:lnTo>
                    <a:pt x="470781" y="398287"/>
                  </a:lnTo>
                  <a:lnTo>
                    <a:pt x="464102" y="398287"/>
                  </a:lnTo>
                  <a:close/>
                  <a:moveTo>
                    <a:pt x="507514" y="395075"/>
                  </a:moveTo>
                  <a:lnTo>
                    <a:pt x="521706" y="395075"/>
                  </a:lnTo>
                  <a:lnTo>
                    <a:pt x="521706" y="398287"/>
                  </a:lnTo>
                  <a:lnTo>
                    <a:pt x="507514" y="398287"/>
                  </a:lnTo>
                  <a:close/>
                  <a:moveTo>
                    <a:pt x="429873" y="397216"/>
                  </a:moveTo>
                  <a:lnTo>
                    <a:pt x="443231" y="397216"/>
                  </a:lnTo>
                  <a:lnTo>
                    <a:pt x="443231" y="398287"/>
                  </a:lnTo>
                  <a:lnTo>
                    <a:pt x="429873" y="398287"/>
                  </a:lnTo>
                  <a:close/>
                  <a:moveTo>
                    <a:pt x="408167" y="392934"/>
                  </a:moveTo>
                  <a:lnTo>
                    <a:pt x="416516" y="392934"/>
                  </a:lnTo>
                  <a:lnTo>
                    <a:pt x="416516" y="399358"/>
                  </a:lnTo>
                  <a:lnTo>
                    <a:pt x="408167" y="399358"/>
                  </a:lnTo>
                  <a:close/>
                  <a:moveTo>
                    <a:pt x="430708" y="398287"/>
                  </a:moveTo>
                  <a:lnTo>
                    <a:pt x="442396" y="398287"/>
                  </a:lnTo>
                  <a:lnTo>
                    <a:pt x="442396" y="399358"/>
                  </a:lnTo>
                  <a:lnTo>
                    <a:pt x="430708" y="399358"/>
                  </a:lnTo>
                  <a:close/>
                  <a:moveTo>
                    <a:pt x="708710" y="386510"/>
                  </a:moveTo>
                  <a:lnTo>
                    <a:pt x="1000000" y="386510"/>
                  </a:lnTo>
                  <a:lnTo>
                    <a:pt x="1000000" y="399358"/>
                  </a:lnTo>
                  <a:lnTo>
                    <a:pt x="708710" y="399358"/>
                  </a:lnTo>
                  <a:close/>
                  <a:moveTo>
                    <a:pt x="658620" y="388651"/>
                  </a:moveTo>
                  <a:lnTo>
                    <a:pt x="685335" y="388651"/>
                  </a:lnTo>
                  <a:lnTo>
                    <a:pt x="685335" y="399358"/>
                  </a:lnTo>
                  <a:lnTo>
                    <a:pt x="658620" y="399358"/>
                  </a:lnTo>
                  <a:close/>
                  <a:moveTo>
                    <a:pt x="506679" y="398287"/>
                  </a:moveTo>
                  <a:lnTo>
                    <a:pt x="521706" y="398287"/>
                  </a:lnTo>
                  <a:lnTo>
                    <a:pt x="521706" y="400428"/>
                  </a:lnTo>
                  <a:lnTo>
                    <a:pt x="506679" y="400428"/>
                  </a:lnTo>
                  <a:close/>
                  <a:moveTo>
                    <a:pt x="430708" y="399358"/>
                  </a:moveTo>
                  <a:lnTo>
                    <a:pt x="441561" y="399358"/>
                  </a:lnTo>
                  <a:lnTo>
                    <a:pt x="441561" y="400428"/>
                  </a:lnTo>
                  <a:lnTo>
                    <a:pt x="430708" y="400428"/>
                  </a:lnTo>
                  <a:close/>
                  <a:moveTo>
                    <a:pt x="481633" y="397216"/>
                  </a:moveTo>
                  <a:lnTo>
                    <a:pt x="494991" y="397216"/>
                  </a:lnTo>
                  <a:lnTo>
                    <a:pt x="494991" y="400428"/>
                  </a:lnTo>
                  <a:lnTo>
                    <a:pt x="481633" y="400428"/>
                  </a:lnTo>
                  <a:close/>
                  <a:moveTo>
                    <a:pt x="431543" y="400428"/>
                  </a:moveTo>
                  <a:lnTo>
                    <a:pt x="440726" y="400428"/>
                  </a:lnTo>
                  <a:lnTo>
                    <a:pt x="440726" y="401499"/>
                  </a:lnTo>
                  <a:lnTo>
                    <a:pt x="431543" y="401499"/>
                  </a:lnTo>
                  <a:close/>
                  <a:moveTo>
                    <a:pt x="481633" y="400428"/>
                  </a:moveTo>
                  <a:lnTo>
                    <a:pt x="494156" y="400428"/>
                  </a:lnTo>
                  <a:lnTo>
                    <a:pt x="494156" y="402570"/>
                  </a:lnTo>
                  <a:lnTo>
                    <a:pt x="481633" y="402570"/>
                  </a:lnTo>
                  <a:close/>
                  <a:moveTo>
                    <a:pt x="707876" y="399358"/>
                  </a:moveTo>
                  <a:lnTo>
                    <a:pt x="1000000" y="399358"/>
                  </a:lnTo>
                  <a:lnTo>
                    <a:pt x="1000000" y="402570"/>
                  </a:lnTo>
                  <a:lnTo>
                    <a:pt x="707876" y="402570"/>
                  </a:lnTo>
                  <a:close/>
                  <a:moveTo>
                    <a:pt x="351398" y="396146"/>
                  </a:moveTo>
                  <a:lnTo>
                    <a:pt x="358912" y="396146"/>
                  </a:lnTo>
                  <a:lnTo>
                    <a:pt x="358912" y="402570"/>
                  </a:lnTo>
                  <a:lnTo>
                    <a:pt x="351398" y="402570"/>
                  </a:lnTo>
                  <a:close/>
                  <a:moveTo>
                    <a:pt x="431543" y="401499"/>
                  </a:moveTo>
                  <a:lnTo>
                    <a:pt x="439891" y="401499"/>
                  </a:lnTo>
                  <a:lnTo>
                    <a:pt x="439891" y="402570"/>
                  </a:lnTo>
                  <a:lnTo>
                    <a:pt x="431543" y="402570"/>
                  </a:lnTo>
                  <a:close/>
                  <a:moveTo>
                    <a:pt x="632740" y="395075"/>
                  </a:moveTo>
                  <a:lnTo>
                    <a:pt x="650271" y="395075"/>
                  </a:lnTo>
                  <a:lnTo>
                    <a:pt x="650271" y="403640"/>
                  </a:lnTo>
                  <a:lnTo>
                    <a:pt x="632740" y="403640"/>
                  </a:lnTo>
                  <a:close/>
                  <a:moveTo>
                    <a:pt x="432378" y="402570"/>
                  </a:moveTo>
                  <a:lnTo>
                    <a:pt x="439891" y="402570"/>
                  </a:lnTo>
                  <a:lnTo>
                    <a:pt x="439891" y="403640"/>
                  </a:lnTo>
                  <a:lnTo>
                    <a:pt x="432378" y="403640"/>
                  </a:lnTo>
                  <a:close/>
                  <a:moveTo>
                    <a:pt x="584319" y="402570"/>
                  </a:moveTo>
                  <a:lnTo>
                    <a:pt x="596842" y="402570"/>
                  </a:lnTo>
                  <a:lnTo>
                    <a:pt x="596842" y="403640"/>
                  </a:lnTo>
                  <a:lnTo>
                    <a:pt x="584319" y="403640"/>
                  </a:lnTo>
                  <a:close/>
                  <a:moveTo>
                    <a:pt x="659455" y="399358"/>
                  </a:moveTo>
                  <a:lnTo>
                    <a:pt x="685335" y="399358"/>
                  </a:lnTo>
                  <a:lnTo>
                    <a:pt x="685335" y="404711"/>
                  </a:lnTo>
                  <a:lnTo>
                    <a:pt x="659455" y="404711"/>
                  </a:lnTo>
                  <a:close/>
                  <a:moveTo>
                    <a:pt x="434048" y="403640"/>
                  </a:moveTo>
                  <a:lnTo>
                    <a:pt x="437387" y="403640"/>
                  </a:lnTo>
                  <a:lnTo>
                    <a:pt x="437387" y="404711"/>
                  </a:lnTo>
                  <a:lnTo>
                    <a:pt x="434048" y="404711"/>
                  </a:lnTo>
                  <a:close/>
                  <a:moveTo>
                    <a:pt x="506679" y="400428"/>
                  </a:moveTo>
                  <a:lnTo>
                    <a:pt x="520871" y="400428"/>
                  </a:lnTo>
                  <a:lnTo>
                    <a:pt x="520871" y="404711"/>
                  </a:lnTo>
                  <a:lnTo>
                    <a:pt x="506679" y="404711"/>
                  </a:lnTo>
                  <a:close/>
                  <a:moveTo>
                    <a:pt x="408167" y="399358"/>
                  </a:moveTo>
                  <a:lnTo>
                    <a:pt x="415681" y="399358"/>
                  </a:lnTo>
                  <a:lnTo>
                    <a:pt x="415681" y="404711"/>
                  </a:lnTo>
                  <a:lnTo>
                    <a:pt x="408167" y="404711"/>
                  </a:lnTo>
                  <a:close/>
                  <a:moveTo>
                    <a:pt x="482468" y="402570"/>
                  </a:moveTo>
                  <a:lnTo>
                    <a:pt x="493321" y="402570"/>
                  </a:lnTo>
                  <a:lnTo>
                    <a:pt x="493321" y="404711"/>
                  </a:lnTo>
                  <a:lnTo>
                    <a:pt x="482468" y="404711"/>
                  </a:lnTo>
                  <a:close/>
                  <a:moveTo>
                    <a:pt x="583484" y="403640"/>
                  </a:moveTo>
                  <a:lnTo>
                    <a:pt x="597676" y="403640"/>
                  </a:lnTo>
                  <a:lnTo>
                    <a:pt x="597676" y="404711"/>
                  </a:lnTo>
                  <a:lnTo>
                    <a:pt x="583484" y="404711"/>
                  </a:lnTo>
                  <a:close/>
                  <a:moveTo>
                    <a:pt x="350563" y="402570"/>
                  </a:moveTo>
                  <a:lnTo>
                    <a:pt x="358912" y="402570"/>
                  </a:lnTo>
                  <a:lnTo>
                    <a:pt x="358912" y="404711"/>
                  </a:lnTo>
                  <a:lnTo>
                    <a:pt x="350563" y="404711"/>
                  </a:lnTo>
                  <a:close/>
                  <a:moveTo>
                    <a:pt x="505844" y="404711"/>
                  </a:moveTo>
                  <a:lnTo>
                    <a:pt x="520871" y="404711"/>
                  </a:lnTo>
                  <a:lnTo>
                    <a:pt x="520871" y="405782"/>
                  </a:lnTo>
                  <a:lnTo>
                    <a:pt x="505844" y="405782"/>
                  </a:lnTo>
                  <a:close/>
                  <a:moveTo>
                    <a:pt x="707041" y="402570"/>
                  </a:moveTo>
                  <a:lnTo>
                    <a:pt x="1000000" y="402570"/>
                  </a:lnTo>
                  <a:lnTo>
                    <a:pt x="1000000" y="405782"/>
                  </a:lnTo>
                  <a:lnTo>
                    <a:pt x="707041" y="405782"/>
                  </a:lnTo>
                  <a:close/>
                  <a:moveTo>
                    <a:pt x="581814" y="404711"/>
                  </a:moveTo>
                  <a:lnTo>
                    <a:pt x="598511" y="404711"/>
                  </a:lnTo>
                  <a:lnTo>
                    <a:pt x="598511" y="405782"/>
                  </a:lnTo>
                  <a:lnTo>
                    <a:pt x="581814" y="405782"/>
                  </a:lnTo>
                  <a:close/>
                  <a:moveTo>
                    <a:pt x="578475" y="405782"/>
                  </a:moveTo>
                  <a:lnTo>
                    <a:pt x="598511" y="405782"/>
                  </a:lnTo>
                  <a:lnTo>
                    <a:pt x="598511" y="406852"/>
                  </a:lnTo>
                  <a:lnTo>
                    <a:pt x="578475" y="406852"/>
                  </a:lnTo>
                  <a:close/>
                  <a:moveTo>
                    <a:pt x="505844" y="405782"/>
                  </a:moveTo>
                  <a:lnTo>
                    <a:pt x="520036" y="405782"/>
                  </a:lnTo>
                  <a:lnTo>
                    <a:pt x="520036" y="407923"/>
                  </a:lnTo>
                  <a:lnTo>
                    <a:pt x="505844" y="407923"/>
                  </a:lnTo>
                  <a:close/>
                  <a:moveTo>
                    <a:pt x="351398" y="404711"/>
                  </a:moveTo>
                  <a:lnTo>
                    <a:pt x="358912" y="404711"/>
                  </a:lnTo>
                  <a:lnTo>
                    <a:pt x="358912" y="407923"/>
                  </a:lnTo>
                  <a:lnTo>
                    <a:pt x="351398" y="407923"/>
                  </a:lnTo>
                  <a:close/>
                  <a:moveTo>
                    <a:pt x="659455" y="404711"/>
                  </a:moveTo>
                  <a:lnTo>
                    <a:pt x="684500" y="404711"/>
                  </a:lnTo>
                  <a:lnTo>
                    <a:pt x="684500" y="407923"/>
                  </a:lnTo>
                  <a:lnTo>
                    <a:pt x="659455" y="407923"/>
                  </a:lnTo>
                  <a:close/>
                  <a:moveTo>
                    <a:pt x="577640" y="406852"/>
                  </a:moveTo>
                  <a:lnTo>
                    <a:pt x="600181" y="406852"/>
                  </a:lnTo>
                  <a:lnTo>
                    <a:pt x="600181" y="407923"/>
                  </a:lnTo>
                  <a:lnTo>
                    <a:pt x="577640" y="407923"/>
                  </a:lnTo>
                  <a:close/>
                  <a:moveTo>
                    <a:pt x="464937" y="398287"/>
                  </a:moveTo>
                  <a:lnTo>
                    <a:pt x="470781" y="398287"/>
                  </a:lnTo>
                  <a:lnTo>
                    <a:pt x="470781" y="408994"/>
                  </a:lnTo>
                  <a:lnTo>
                    <a:pt x="464937" y="408994"/>
                  </a:lnTo>
                  <a:close/>
                  <a:moveTo>
                    <a:pt x="408167" y="404711"/>
                  </a:moveTo>
                  <a:lnTo>
                    <a:pt x="416516" y="404711"/>
                  </a:lnTo>
                  <a:lnTo>
                    <a:pt x="416516" y="408994"/>
                  </a:lnTo>
                  <a:lnTo>
                    <a:pt x="408167" y="408994"/>
                  </a:lnTo>
                  <a:close/>
                  <a:moveTo>
                    <a:pt x="371434" y="394004"/>
                  </a:moveTo>
                  <a:lnTo>
                    <a:pt x="393975" y="394004"/>
                  </a:lnTo>
                  <a:lnTo>
                    <a:pt x="393975" y="408994"/>
                  </a:lnTo>
                  <a:lnTo>
                    <a:pt x="371434" y="408994"/>
                  </a:lnTo>
                  <a:close/>
                  <a:moveTo>
                    <a:pt x="576805" y="407923"/>
                  </a:moveTo>
                  <a:lnTo>
                    <a:pt x="600181" y="407923"/>
                  </a:lnTo>
                  <a:lnTo>
                    <a:pt x="600181" y="408994"/>
                  </a:lnTo>
                  <a:lnTo>
                    <a:pt x="576805" y="408994"/>
                  </a:lnTo>
                  <a:close/>
                  <a:moveTo>
                    <a:pt x="659455" y="407923"/>
                  </a:moveTo>
                  <a:lnTo>
                    <a:pt x="683665" y="407923"/>
                  </a:lnTo>
                  <a:lnTo>
                    <a:pt x="683665" y="408994"/>
                  </a:lnTo>
                  <a:lnTo>
                    <a:pt x="659455" y="408994"/>
                  </a:lnTo>
                  <a:close/>
                  <a:moveTo>
                    <a:pt x="482468" y="404711"/>
                  </a:moveTo>
                  <a:lnTo>
                    <a:pt x="492486" y="404711"/>
                  </a:lnTo>
                  <a:lnTo>
                    <a:pt x="492486" y="408994"/>
                  </a:lnTo>
                  <a:lnTo>
                    <a:pt x="482468" y="408994"/>
                  </a:lnTo>
                  <a:close/>
                  <a:moveTo>
                    <a:pt x="311326" y="394004"/>
                  </a:moveTo>
                  <a:lnTo>
                    <a:pt x="337206" y="394004"/>
                  </a:lnTo>
                  <a:lnTo>
                    <a:pt x="337206" y="408994"/>
                  </a:lnTo>
                  <a:lnTo>
                    <a:pt x="311326" y="408994"/>
                  </a:lnTo>
                  <a:close/>
                  <a:moveTo>
                    <a:pt x="574301" y="408994"/>
                  </a:moveTo>
                  <a:lnTo>
                    <a:pt x="600181" y="408994"/>
                  </a:lnTo>
                  <a:lnTo>
                    <a:pt x="600181" y="410064"/>
                  </a:lnTo>
                  <a:lnTo>
                    <a:pt x="574301" y="410064"/>
                  </a:lnTo>
                  <a:close/>
                  <a:moveTo>
                    <a:pt x="631905" y="403640"/>
                  </a:moveTo>
                  <a:lnTo>
                    <a:pt x="650271" y="403640"/>
                  </a:lnTo>
                  <a:lnTo>
                    <a:pt x="650271" y="411135"/>
                  </a:lnTo>
                  <a:lnTo>
                    <a:pt x="631905" y="411135"/>
                  </a:lnTo>
                  <a:close/>
                  <a:moveTo>
                    <a:pt x="483303" y="408994"/>
                  </a:moveTo>
                  <a:lnTo>
                    <a:pt x="491652" y="408994"/>
                  </a:lnTo>
                  <a:lnTo>
                    <a:pt x="491652" y="411135"/>
                  </a:lnTo>
                  <a:lnTo>
                    <a:pt x="483303" y="411135"/>
                  </a:lnTo>
                  <a:close/>
                  <a:moveTo>
                    <a:pt x="350563" y="407923"/>
                  </a:moveTo>
                  <a:lnTo>
                    <a:pt x="359747" y="407923"/>
                  </a:lnTo>
                  <a:lnTo>
                    <a:pt x="359747" y="411135"/>
                  </a:lnTo>
                  <a:lnTo>
                    <a:pt x="350563" y="411135"/>
                  </a:lnTo>
                  <a:close/>
                  <a:moveTo>
                    <a:pt x="572631" y="410064"/>
                  </a:moveTo>
                  <a:lnTo>
                    <a:pt x="600181" y="410064"/>
                  </a:lnTo>
                  <a:lnTo>
                    <a:pt x="600181" y="411135"/>
                  </a:lnTo>
                  <a:lnTo>
                    <a:pt x="572631" y="411135"/>
                  </a:lnTo>
                  <a:close/>
                  <a:moveTo>
                    <a:pt x="465772" y="408994"/>
                  </a:moveTo>
                  <a:lnTo>
                    <a:pt x="470781" y="408994"/>
                  </a:lnTo>
                  <a:lnTo>
                    <a:pt x="470781" y="411135"/>
                  </a:lnTo>
                  <a:lnTo>
                    <a:pt x="465772" y="411135"/>
                  </a:lnTo>
                  <a:close/>
                  <a:moveTo>
                    <a:pt x="660290" y="408994"/>
                  </a:moveTo>
                  <a:lnTo>
                    <a:pt x="683665" y="408994"/>
                  </a:lnTo>
                  <a:lnTo>
                    <a:pt x="683665" y="411135"/>
                  </a:lnTo>
                  <a:lnTo>
                    <a:pt x="660290" y="411135"/>
                  </a:lnTo>
                  <a:close/>
                  <a:moveTo>
                    <a:pt x="351398" y="411135"/>
                  </a:moveTo>
                  <a:lnTo>
                    <a:pt x="359747" y="411135"/>
                  </a:lnTo>
                  <a:lnTo>
                    <a:pt x="359747" y="412206"/>
                  </a:lnTo>
                  <a:lnTo>
                    <a:pt x="351398" y="412206"/>
                  </a:lnTo>
                  <a:close/>
                  <a:moveTo>
                    <a:pt x="465772" y="411135"/>
                  </a:moveTo>
                  <a:lnTo>
                    <a:pt x="471615" y="411135"/>
                  </a:lnTo>
                  <a:lnTo>
                    <a:pt x="471615" y="412206"/>
                  </a:lnTo>
                  <a:lnTo>
                    <a:pt x="465772" y="412206"/>
                  </a:lnTo>
                  <a:close/>
                  <a:moveTo>
                    <a:pt x="571796" y="411135"/>
                  </a:moveTo>
                  <a:lnTo>
                    <a:pt x="600181" y="411135"/>
                  </a:lnTo>
                  <a:lnTo>
                    <a:pt x="600181" y="412206"/>
                  </a:lnTo>
                  <a:lnTo>
                    <a:pt x="571796" y="412206"/>
                  </a:lnTo>
                  <a:close/>
                  <a:moveTo>
                    <a:pt x="661124" y="411135"/>
                  </a:moveTo>
                  <a:lnTo>
                    <a:pt x="683665" y="411135"/>
                  </a:lnTo>
                  <a:lnTo>
                    <a:pt x="683665" y="412206"/>
                  </a:lnTo>
                  <a:lnTo>
                    <a:pt x="661124" y="412206"/>
                  </a:lnTo>
                  <a:close/>
                  <a:moveTo>
                    <a:pt x="483303" y="411135"/>
                  </a:moveTo>
                  <a:lnTo>
                    <a:pt x="489982" y="411135"/>
                  </a:lnTo>
                  <a:lnTo>
                    <a:pt x="489982" y="412206"/>
                  </a:lnTo>
                  <a:lnTo>
                    <a:pt x="483303" y="412206"/>
                  </a:lnTo>
                  <a:close/>
                  <a:moveTo>
                    <a:pt x="505844" y="407923"/>
                  </a:moveTo>
                  <a:lnTo>
                    <a:pt x="519201" y="407923"/>
                  </a:lnTo>
                  <a:lnTo>
                    <a:pt x="519201" y="412206"/>
                  </a:lnTo>
                  <a:lnTo>
                    <a:pt x="505844" y="412206"/>
                  </a:lnTo>
                  <a:close/>
                  <a:moveTo>
                    <a:pt x="371434" y="408994"/>
                  </a:moveTo>
                  <a:lnTo>
                    <a:pt x="393140" y="408994"/>
                  </a:lnTo>
                  <a:lnTo>
                    <a:pt x="393140" y="412206"/>
                  </a:lnTo>
                  <a:lnTo>
                    <a:pt x="371434" y="412206"/>
                  </a:lnTo>
                  <a:close/>
                  <a:moveTo>
                    <a:pt x="661959" y="412206"/>
                  </a:moveTo>
                  <a:lnTo>
                    <a:pt x="683665" y="412206"/>
                  </a:lnTo>
                  <a:lnTo>
                    <a:pt x="683665" y="413276"/>
                  </a:lnTo>
                  <a:lnTo>
                    <a:pt x="661959" y="413276"/>
                  </a:lnTo>
                  <a:close/>
                  <a:moveTo>
                    <a:pt x="484138" y="412206"/>
                  </a:moveTo>
                  <a:lnTo>
                    <a:pt x="489982" y="412206"/>
                  </a:lnTo>
                  <a:lnTo>
                    <a:pt x="489982" y="413276"/>
                  </a:lnTo>
                  <a:lnTo>
                    <a:pt x="484138" y="413276"/>
                  </a:lnTo>
                  <a:close/>
                  <a:moveTo>
                    <a:pt x="570127" y="412206"/>
                  </a:moveTo>
                  <a:lnTo>
                    <a:pt x="600181" y="412206"/>
                  </a:lnTo>
                  <a:lnTo>
                    <a:pt x="600181" y="413276"/>
                  </a:lnTo>
                  <a:lnTo>
                    <a:pt x="570127" y="413276"/>
                  </a:lnTo>
                  <a:close/>
                  <a:moveTo>
                    <a:pt x="631070" y="411135"/>
                  </a:moveTo>
                  <a:lnTo>
                    <a:pt x="650271" y="411135"/>
                  </a:lnTo>
                  <a:lnTo>
                    <a:pt x="650271" y="413276"/>
                  </a:lnTo>
                  <a:lnTo>
                    <a:pt x="631070" y="413276"/>
                  </a:lnTo>
                  <a:close/>
                  <a:moveTo>
                    <a:pt x="484973" y="413276"/>
                  </a:moveTo>
                  <a:lnTo>
                    <a:pt x="489147" y="413276"/>
                  </a:lnTo>
                  <a:lnTo>
                    <a:pt x="489147" y="414347"/>
                  </a:lnTo>
                  <a:lnTo>
                    <a:pt x="484973" y="414347"/>
                  </a:lnTo>
                  <a:close/>
                  <a:moveTo>
                    <a:pt x="371434" y="412206"/>
                  </a:moveTo>
                  <a:lnTo>
                    <a:pt x="392305" y="412206"/>
                  </a:lnTo>
                  <a:lnTo>
                    <a:pt x="392305" y="414347"/>
                  </a:lnTo>
                  <a:lnTo>
                    <a:pt x="371434" y="414347"/>
                  </a:lnTo>
                  <a:close/>
                  <a:moveTo>
                    <a:pt x="568457" y="413276"/>
                  </a:moveTo>
                  <a:lnTo>
                    <a:pt x="600181" y="413276"/>
                  </a:lnTo>
                  <a:lnTo>
                    <a:pt x="600181" y="414347"/>
                  </a:lnTo>
                  <a:lnTo>
                    <a:pt x="568457" y="414347"/>
                  </a:lnTo>
                  <a:close/>
                  <a:moveTo>
                    <a:pt x="351398" y="412206"/>
                  </a:moveTo>
                  <a:lnTo>
                    <a:pt x="360581" y="412206"/>
                  </a:lnTo>
                  <a:lnTo>
                    <a:pt x="360581" y="414347"/>
                  </a:lnTo>
                  <a:lnTo>
                    <a:pt x="351398" y="414347"/>
                  </a:lnTo>
                  <a:close/>
                  <a:moveTo>
                    <a:pt x="567622" y="414347"/>
                  </a:moveTo>
                  <a:lnTo>
                    <a:pt x="600181" y="414347"/>
                  </a:lnTo>
                  <a:lnTo>
                    <a:pt x="600181" y="415418"/>
                  </a:lnTo>
                  <a:lnTo>
                    <a:pt x="567622" y="415418"/>
                  </a:lnTo>
                  <a:close/>
                  <a:moveTo>
                    <a:pt x="661959" y="413276"/>
                  </a:moveTo>
                  <a:lnTo>
                    <a:pt x="682830" y="413276"/>
                  </a:lnTo>
                  <a:lnTo>
                    <a:pt x="682830" y="415418"/>
                  </a:lnTo>
                  <a:lnTo>
                    <a:pt x="661959" y="415418"/>
                  </a:lnTo>
                  <a:close/>
                  <a:moveTo>
                    <a:pt x="351398" y="414347"/>
                  </a:moveTo>
                  <a:lnTo>
                    <a:pt x="361416" y="414347"/>
                  </a:lnTo>
                  <a:lnTo>
                    <a:pt x="361416" y="415418"/>
                  </a:lnTo>
                  <a:lnTo>
                    <a:pt x="351398" y="415418"/>
                  </a:lnTo>
                  <a:close/>
                  <a:moveTo>
                    <a:pt x="466606" y="412206"/>
                  </a:moveTo>
                  <a:lnTo>
                    <a:pt x="471615" y="412206"/>
                  </a:lnTo>
                  <a:lnTo>
                    <a:pt x="471615" y="416488"/>
                  </a:lnTo>
                  <a:lnTo>
                    <a:pt x="466606" y="416488"/>
                  </a:lnTo>
                  <a:close/>
                  <a:moveTo>
                    <a:pt x="706206" y="405782"/>
                  </a:moveTo>
                  <a:lnTo>
                    <a:pt x="1000000" y="405782"/>
                  </a:lnTo>
                  <a:lnTo>
                    <a:pt x="1000000" y="416488"/>
                  </a:lnTo>
                  <a:lnTo>
                    <a:pt x="706206" y="416488"/>
                  </a:lnTo>
                  <a:close/>
                  <a:moveTo>
                    <a:pt x="566787" y="415418"/>
                  </a:moveTo>
                  <a:lnTo>
                    <a:pt x="600181" y="415418"/>
                  </a:lnTo>
                  <a:lnTo>
                    <a:pt x="600181" y="416488"/>
                  </a:lnTo>
                  <a:lnTo>
                    <a:pt x="566787" y="416488"/>
                  </a:lnTo>
                  <a:close/>
                  <a:moveTo>
                    <a:pt x="662794" y="415418"/>
                  </a:moveTo>
                  <a:lnTo>
                    <a:pt x="682830" y="415418"/>
                  </a:lnTo>
                  <a:lnTo>
                    <a:pt x="682830" y="417559"/>
                  </a:lnTo>
                  <a:lnTo>
                    <a:pt x="662794" y="417559"/>
                  </a:lnTo>
                  <a:close/>
                  <a:moveTo>
                    <a:pt x="565118" y="416488"/>
                  </a:moveTo>
                  <a:lnTo>
                    <a:pt x="600181" y="416488"/>
                  </a:lnTo>
                  <a:lnTo>
                    <a:pt x="600181" y="417559"/>
                  </a:lnTo>
                  <a:lnTo>
                    <a:pt x="565118" y="417559"/>
                  </a:lnTo>
                  <a:close/>
                  <a:moveTo>
                    <a:pt x="350563" y="415418"/>
                  </a:moveTo>
                  <a:lnTo>
                    <a:pt x="361416" y="415418"/>
                  </a:lnTo>
                  <a:lnTo>
                    <a:pt x="361416" y="417559"/>
                  </a:lnTo>
                  <a:lnTo>
                    <a:pt x="350563" y="417559"/>
                  </a:lnTo>
                  <a:close/>
                  <a:moveTo>
                    <a:pt x="663629" y="417559"/>
                  </a:moveTo>
                  <a:lnTo>
                    <a:pt x="682830" y="417559"/>
                  </a:lnTo>
                  <a:lnTo>
                    <a:pt x="682830" y="418630"/>
                  </a:lnTo>
                  <a:lnTo>
                    <a:pt x="663629" y="418630"/>
                  </a:lnTo>
                  <a:close/>
                  <a:moveTo>
                    <a:pt x="630235" y="413276"/>
                  </a:moveTo>
                  <a:lnTo>
                    <a:pt x="650271" y="413276"/>
                  </a:lnTo>
                  <a:lnTo>
                    <a:pt x="650271" y="418630"/>
                  </a:lnTo>
                  <a:lnTo>
                    <a:pt x="630235" y="418630"/>
                  </a:lnTo>
                  <a:close/>
                  <a:moveTo>
                    <a:pt x="564283" y="417559"/>
                  </a:moveTo>
                  <a:lnTo>
                    <a:pt x="599346" y="417559"/>
                  </a:lnTo>
                  <a:lnTo>
                    <a:pt x="599346" y="419700"/>
                  </a:lnTo>
                  <a:lnTo>
                    <a:pt x="564283" y="419700"/>
                  </a:lnTo>
                  <a:close/>
                  <a:moveTo>
                    <a:pt x="199457" y="387580"/>
                  </a:moveTo>
                  <a:lnTo>
                    <a:pt x="211980" y="387580"/>
                  </a:lnTo>
                  <a:lnTo>
                    <a:pt x="211980" y="419700"/>
                  </a:lnTo>
                  <a:lnTo>
                    <a:pt x="199457" y="419700"/>
                  </a:lnTo>
                  <a:close/>
                  <a:moveTo>
                    <a:pt x="371434" y="414347"/>
                  </a:moveTo>
                  <a:lnTo>
                    <a:pt x="391471" y="414347"/>
                  </a:lnTo>
                  <a:lnTo>
                    <a:pt x="391471" y="419700"/>
                  </a:lnTo>
                  <a:lnTo>
                    <a:pt x="371434" y="419700"/>
                  </a:lnTo>
                  <a:close/>
                  <a:moveTo>
                    <a:pt x="0" y="397216"/>
                  </a:moveTo>
                  <a:lnTo>
                    <a:pt x="149367" y="397216"/>
                  </a:lnTo>
                  <a:lnTo>
                    <a:pt x="149367" y="419700"/>
                  </a:lnTo>
                  <a:lnTo>
                    <a:pt x="0" y="419700"/>
                  </a:lnTo>
                  <a:close/>
                  <a:moveTo>
                    <a:pt x="562613" y="419700"/>
                  </a:moveTo>
                  <a:lnTo>
                    <a:pt x="598511" y="419700"/>
                  </a:lnTo>
                  <a:lnTo>
                    <a:pt x="598511" y="420771"/>
                  </a:lnTo>
                  <a:lnTo>
                    <a:pt x="562613" y="420771"/>
                  </a:lnTo>
                  <a:close/>
                  <a:moveTo>
                    <a:pt x="408167" y="408994"/>
                  </a:moveTo>
                  <a:lnTo>
                    <a:pt x="417351" y="408994"/>
                  </a:lnTo>
                  <a:lnTo>
                    <a:pt x="417351" y="420771"/>
                  </a:lnTo>
                  <a:lnTo>
                    <a:pt x="408167" y="420771"/>
                  </a:lnTo>
                  <a:close/>
                  <a:moveTo>
                    <a:pt x="505009" y="412206"/>
                  </a:moveTo>
                  <a:lnTo>
                    <a:pt x="519201" y="412206"/>
                  </a:lnTo>
                  <a:lnTo>
                    <a:pt x="519201" y="420771"/>
                  </a:lnTo>
                  <a:lnTo>
                    <a:pt x="505009" y="420771"/>
                  </a:lnTo>
                  <a:close/>
                  <a:moveTo>
                    <a:pt x="664464" y="418630"/>
                  </a:moveTo>
                  <a:lnTo>
                    <a:pt x="682830" y="418630"/>
                  </a:lnTo>
                  <a:lnTo>
                    <a:pt x="682830" y="420771"/>
                  </a:lnTo>
                  <a:lnTo>
                    <a:pt x="664464" y="420771"/>
                  </a:lnTo>
                  <a:close/>
                  <a:moveTo>
                    <a:pt x="0" y="419700"/>
                  </a:moveTo>
                  <a:lnTo>
                    <a:pt x="148532" y="419700"/>
                  </a:lnTo>
                  <a:lnTo>
                    <a:pt x="148532" y="420771"/>
                  </a:lnTo>
                  <a:lnTo>
                    <a:pt x="0" y="420771"/>
                  </a:lnTo>
                  <a:close/>
                  <a:moveTo>
                    <a:pt x="224502" y="395075"/>
                  </a:moveTo>
                  <a:lnTo>
                    <a:pt x="252887" y="395075"/>
                  </a:lnTo>
                  <a:lnTo>
                    <a:pt x="252887" y="420771"/>
                  </a:lnTo>
                  <a:lnTo>
                    <a:pt x="224502" y="420771"/>
                  </a:lnTo>
                  <a:close/>
                  <a:moveTo>
                    <a:pt x="466606" y="416488"/>
                  </a:moveTo>
                  <a:lnTo>
                    <a:pt x="472450" y="416488"/>
                  </a:lnTo>
                  <a:lnTo>
                    <a:pt x="472450" y="421842"/>
                  </a:lnTo>
                  <a:lnTo>
                    <a:pt x="466606" y="421842"/>
                  </a:lnTo>
                  <a:close/>
                  <a:moveTo>
                    <a:pt x="665299" y="420771"/>
                  </a:moveTo>
                  <a:lnTo>
                    <a:pt x="681995" y="420771"/>
                  </a:lnTo>
                  <a:lnTo>
                    <a:pt x="681995" y="421842"/>
                  </a:lnTo>
                  <a:lnTo>
                    <a:pt x="665299" y="421842"/>
                  </a:lnTo>
                  <a:close/>
                  <a:moveTo>
                    <a:pt x="199457" y="419700"/>
                  </a:moveTo>
                  <a:lnTo>
                    <a:pt x="212815" y="419700"/>
                  </a:lnTo>
                  <a:lnTo>
                    <a:pt x="212815" y="421842"/>
                  </a:lnTo>
                  <a:lnTo>
                    <a:pt x="199457" y="421842"/>
                  </a:lnTo>
                  <a:close/>
                  <a:moveTo>
                    <a:pt x="372269" y="419700"/>
                  </a:moveTo>
                  <a:lnTo>
                    <a:pt x="391471" y="419700"/>
                  </a:lnTo>
                  <a:lnTo>
                    <a:pt x="391471" y="421842"/>
                  </a:lnTo>
                  <a:lnTo>
                    <a:pt x="372269" y="421842"/>
                  </a:lnTo>
                  <a:close/>
                  <a:moveTo>
                    <a:pt x="225337" y="420771"/>
                  </a:moveTo>
                  <a:lnTo>
                    <a:pt x="252887" y="420771"/>
                  </a:lnTo>
                  <a:lnTo>
                    <a:pt x="252887" y="422912"/>
                  </a:lnTo>
                  <a:lnTo>
                    <a:pt x="225337" y="422912"/>
                  </a:lnTo>
                  <a:close/>
                  <a:moveTo>
                    <a:pt x="373104" y="421842"/>
                  </a:moveTo>
                  <a:lnTo>
                    <a:pt x="391471" y="421842"/>
                  </a:lnTo>
                  <a:lnTo>
                    <a:pt x="391471" y="422912"/>
                  </a:lnTo>
                  <a:lnTo>
                    <a:pt x="373104" y="422912"/>
                  </a:lnTo>
                  <a:close/>
                  <a:moveTo>
                    <a:pt x="505009" y="420771"/>
                  </a:moveTo>
                  <a:lnTo>
                    <a:pt x="518367" y="420771"/>
                  </a:lnTo>
                  <a:lnTo>
                    <a:pt x="518367" y="422912"/>
                  </a:lnTo>
                  <a:lnTo>
                    <a:pt x="505009" y="422912"/>
                  </a:lnTo>
                  <a:close/>
                  <a:moveTo>
                    <a:pt x="561778" y="420771"/>
                  </a:moveTo>
                  <a:lnTo>
                    <a:pt x="598511" y="420771"/>
                  </a:lnTo>
                  <a:lnTo>
                    <a:pt x="598511" y="422912"/>
                  </a:lnTo>
                  <a:lnTo>
                    <a:pt x="561778" y="422912"/>
                  </a:lnTo>
                  <a:close/>
                  <a:moveTo>
                    <a:pt x="666133" y="421842"/>
                  </a:moveTo>
                  <a:lnTo>
                    <a:pt x="679491" y="421842"/>
                  </a:lnTo>
                  <a:lnTo>
                    <a:pt x="679491" y="422912"/>
                  </a:lnTo>
                  <a:lnTo>
                    <a:pt x="666133" y="422912"/>
                  </a:lnTo>
                  <a:close/>
                  <a:moveTo>
                    <a:pt x="666133" y="422912"/>
                  </a:moveTo>
                  <a:lnTo>
                    <a:pt x="678656" y="422912"/>
                  </a:lnTo>
                  <a:lnTo>
                    <a:pt x="678656" y="423983"/>
                  </a:lnTo>
                  <a:lnTo>
                    <a:pt x="666133" y="423983"/>
                  </a:lnTo>
                  <a:close/>
                  <a:moveTo>
                    <a:pt x="504174" y="422912"/>
                  </a:moveTo>
                  <a:lnTo>
                    <a:pt x="518367" y="422912"/>
                  </a:lnTo>
                  <a:lnTo>
                    <a:pt x="518367" y="423983"/>
                  </a:lnTo>
                  <a:lnTo>
                    <a:pt x="504174" y="423983"/>
                  </a:lnTo>
                  <a:close/>
                  <a:moveTo>
                    <a:pt x="560109" y="422912"/>
                  </a:moveTo>
                  <a:lnTo>
                    <a:pt x="598511" y="422912"/>
                  </a:lnTo>
                  <a:lnTo>
                    <a:pt x="598511" y="423983"/>
                  </a:lnTo>
                  <a:lnTo>
                    <a:pt x="560109" y="423983"/>
                  </a:lnTo>
                  <a:close/>
                  <a:moveTo>
                    <a:pt x="373104" y="422912"/>
                  </a:moveTo>
                  <a:lnTo>
                    <a:pt x="390636" y="422912"/>
                  </a:lnTo>
                  <a:lnTo>
                    <a:pt x="390636" y="423983"/>
                  </a:lnTo>
                  <a:lnTo>
                    <a:pt x="373104" y="423983"/>
                  </a:lnTo>
                  <a:close/>
                  <a:moveTo>
                    <a:pt x="705371" y="416488"/>
                  </a:moveTo>
                  <a:lnTo>
                    <a:pt x="1000000" y="416488"/>
                  </a:lnTo>
                  <a:lnTo>
                    <a:pt x="1000000" y="423983"/>
                  </a:lnTo>
                  <a:lnTo>
                    <a:pt x="705371" y="423983"/>
                  </a:lnTo>
                  <a:close/>
                  <a:moveTo>
                    <a:pt x="349729" y="417559"/>
                  </a:moveTo>
                  <a:lnTo>
                    <a:pt x="361416" y="417559"/>
                  </a:lnTo>
                  <a:lnTo>
                    <a:pt x="361416" y="423983"/>
                  </a:lnTo>
                  <a:lnTo>
                    <a:pt x="349729" y="423983"/>
                  </a:lnTo>
                  <a:close/>
                  <a:moveTo>
                    <a:pt x="667803" y="423983"/>
                  </a:moveTo>
                  <a:lnTo>
                    <a:pt x="676152" y="423983"/>
                  </a:lnTo>
                  <a:lnTo>
                    <a:pt x="676152" y="425054"/>
                  </a:lnTo>
                  <a:lnTo>
                    <a:pt x="667803" y="425054"/>
                  </a:lnTo>
                  <a:close/>
                  <a:moveTo>
                    <a:pt x="373939" y="423983"/>
                  </a:moveTo>
                  <a:lnTo>
                    <a:pt x="389801" y="423983"/>
                  </a:lnTo>
                  <a:lnTo>
                    <a:pt x="389801" y="425054"/>
                  </a:lnTo>
                  <a:lnTo>
                    <a:pt x="373939" y="425054"/>
                  </a:lnTo>
                  <a:close/>
                  <a:moveTo>
                    <a:pt x="559274" y="423983"/>
                  </a:moveTo>
                  <a:lnTo>
                    <a:pt x="598511" y="423983"/>
                  </a:lnTo>
                  <a:lnTo>
                    <a:pt x="598511" y="425054"/>
                  </a:lnTo>
                  <a:lnTo>
                    <a:pt x="559274" y="425054"/>
                  </a:lnTo>
                  <a:close/>
                  <a:moveTo>
                    <a:pt x="0" y="420771"/>
                  </a:moveTo>
                  <a:lnTo>
                    <a:pt x="149367" y="420771"/>
                  </a:lnTo>
                  <a:lnTo>
                    <a:pt x="149367" y="425054"/>
                  </a:lnTo>
                  <a:lnTo>
                    <a:pt x="0" y="425054"/>
                  </a:lnTo>
                  <a:close/>
                  <a:moveTo>
                    <a:pt x="225337" y="422912"/>
                  </a:moveTo>
                  <a:lnTo>
                    <a:pt x="253722" y="422912"/>
                  </a:lnTo>
                  <a:lnTo>
                    <a:pt x="253722" y="425054"/>
                  </a:lnTo>
                  <a:lnTo>
                    <a:pt x="225337" y="425054"/>
                  </a:lnTo>
                  <a:close/>
                  <a:moveTo>
                    <a:pt x="200292" y="421842"/>
                  </a:moveTo>
                  <a:lnTo>
                    <a:pt x="212815" y="421842"/>
                  </a:lnTo>
                  <a:lnTo>
                    <a:pt x="212815" y="426124"/>
                  </a:lnTo>
                  <a:lnTo>
                    <a:pt x="200292" y="426124"/>
                  </a:lnTo>
                  <a:close/>
                  <a:moveTo>
                    <a:pt x="504174" y="423983"/>
                  </a:moveTo>
                  <a:lnTo>
                    <a:pt x="517532" y="423983"/>
                  </a:lnTo>
                  <a:lnTo>
                    <a:pt x="517532" y="426124"/>
                  </a:lnTo>
                  <a:lnTo>
                    <a:pt x="504174" y="426124"/>
                  </a:lnTo>
                  <a:close/>
                  <a:moveTo>
                    <a:pt x="668638" y="425054"/>
                  </a:moveTo>
                  <a:lnTo>
                    <a:pt x="670308" y="425054"/>
                  </a:lnTo>
                  <a:lnTo>
                    <a:pt x="670308" y="426124"/>
                  </a:lnTo>
                  <a:lnTo>
                    <a:pt x="668638" y="426124"/>
                  </a:lnTo>
                  <a:close/>
                  <a:moveTo>
                    <a:pt x="558439" y="425054"/>
                  </a:moveTo>
                  <a:lnTo>
                    <a:pt x="598511" y="425054"/>
                  </a:lnTo>
                  <a:lnTo>
                    <a:pt x="598511" y="427195"/>
                  </a:lnTo>
                  <a:lnTo>
                    <a:pt x="558439" y="427195"/>
                  </a:lnTo>
                  <a:close/>
                  <a:moveTo>
                    <a:pt x="349729" y="423983"/>
                  </a:moveTo>
                  <a:lnTo>
                    <a:pt x="362251" y="423983"/>
                  </a:lnTo>
                  <a:lnTo>
                    <a:pt x="362251" y="427195"/>
                  </a:lnTo>
                  <a:lnTo>
                    <a:pt x="349729" y="427195"/>
                  </a:lnTo>
                  <a:close/>
                  <a:moveTo>
                    <a:pt x="704536" y="423983"/>
                  </a:moveTo>
                  <a:lnTo>
                    <a:pt x="1000000" y="423983"/>
                  </a:lnTo>
                  <a:lnTo>
                    <a:pt x="1000000" y="427195"/>
                  </a:lnTo>
                  <a:lnTo>
                    <a:pt x="704536" y="427195"/>
                  </a:lnTo>
                  <a:close/>
                  <a:moveTo>
                    <a:pt x="556769" y="427195"/>
                  </a:moveTo>
                  <a:lnTo>
                    <a:pt x="598511" y="427195"/>
                  </a:lnTo>
                  <a:lnTo>
                    <a:pt x="598511" y="428266"/>
                  </a:lnTo>
                  <a:lnTo>
                    <a:pt x="556769" y="428266"/>
                  </a:lnTo>
                  <a:close/>
                  <a:moveTo>
                    <a:pt x="0" y="425054"/>
                  </a:moveTo>
                  <a:lnTo>
                    <a:pt x="148532" y="425054"/>
                  </a:lnTo>
                  <a:lnTo>
                    <a:pt x="148532" y="428266"/>
                  </a:lnTo>
                  <a:lnTo>
                    <a:pt x="0" y="428266"/>
                  </a:lnTo>
                  <a:close/>
                  <a:moveTo>
                    <a:pt x="349729" y="427195"/>
                  </a:moveTo>
                  <a:lnTo>
                    <a:pt x="363086" y="427195"/>
                  </a:lnTo>
                  <a:lnTo>
                    <a:pt x="363086" y="429336"/>
                  </a:lnTo>
                  <a:lnTo>
                    <a:pt x="349729" y="429336"/>
                  </a:lnTo>
                  <a:close/>
                  <a:moveTo>
                    <a:pt x="200292" y="426124"/>
                  </a:moveTo>
                  <a:lnTo>
                    <a:pt x="213649" y="426124"/>
                  </a:lnTo>
                  <a:lnTo>
                    <a:pt x="213649" y="429336"/>
                  </a:lnTo>
                  <a:lnTo>
                    <a:pt x="200292" y="429336"/>
                  </a:lnTo>
                  <a:close/>
                  <a:moveTo>
                    <a:pt x="629400" y="418630"/>
                  </a:moveTo>
                  <a:lnTo>
                    <a:pt x="650271" y="418630"/>
                  </a:lnTo>
                  <a:lnTo>
                    <a:pt x="650271" y="430407"/>
                  </a:lnTo>
                  <a:lnTo>
                    <a:pt x="629400" y="430407"/>
                  </a:lnTo>
                  <a:close/>
                  <a:moveTo>
                    <a:pt x="555934" y="428266"/>
                  </a:moveTo>
                  <a:lnTo>
                    <a:pt x="598511" y="428266"/>
                  </a:lnTo>
                  <a:lnTo>
                    <a:pt x="598511" y="430407"/>
                  </a:lnTo>
                  <a:lnTo>
                    <a:pt x="555934" y="430407"/>
                  </a:lnTo>
                  <a:close/>
                  <a:moveTo>
                    <a:pt x="373939" y="425054"/>
                  </a:moveTo>
                  <a:lnTo>
                    <a:pt x="388966" y="425054"/>
                  </a:lnTo>
                  <a:lnTo>
                    <a:pt x="388966" y="430407"/>
                  </a:lnTo>
                  <a:lnTo>
                    <a:pt x="373939" y="430407"/>
                  </a:lnTo>
                  <a:close/>
                  <a:moveTo>
                    <a:pt x="226172" y="425054"/>
                  </a:moveTo>
                  <a:lnTo>
                    <a:pt x="253722" y="425054"/>
                  </a:lnTo>
                  <a:lnTo>
                    <a:pt x="253722" y="430407"/>
                  </a:lnTo>
                  <a:lnTo>
                    <a:pt x="226172" y="430407"/>
                  </a:lnTo>
                  <a:close/>
                  <a:moveTo>
                    <a:pt x="554265" y="430407"/>
                  </a:moveTo>
                  <a:lnTo>
                    <a:pt x="598511" y="430407"/>
                  </a:lnTo>
                  <a:lnTo>
                    <a:pt x="598511" y="431478"/>
                  </a:lnTo>
                  <a:lnTo>
                    <a:pt x="554265" y="431478"/>
                  </a:lnTo>
                  <a:close/>
                  <a:moveTo>
                    <a:pt x="226172" y="430407"/>
                  </a:moveTo>
                  <a:lnTo>
                    <a:pt x="254557" y="430407"/>
                  </a:lnTo>
                  <a:lnTo>
                    <a:pt x="254557" y="431478"/>
                  </a:lnTo>
                  <a:lnTo>
                    <a:pt x="226172" y="431478"/>
                  </a:lnTo>
                  <a:close/>
                  <a:moveTo>
                    <a:pt x="374774" y="430407"/>
                  </a:moveTo>
                  <a:lnTo>
                    <a:pt x="388131" y="430407"/>
                  </a:lnTo>
                  <a:lnTo>
                    <a:pt x="388131" y="431478"/>
                  </a:lnTo>
                  <a:lnTo>
                    <a:pt x="374774" y="431478"/>
                  </a:lnTo>
                  <a:close/>
                  <a:moveTo>
                    <a:pt x="408167" y="420771"/>
                  </a:moveTo>
                  <a:lnTo>
                    <a:pt x="418186" y="420771"/>
                  </a:lnTo>
                  <a:lnTo>
                    <a:pt x="418186" y="431478"/>
                  </a:lnTo>
                  <a:lnTo>
                    <a:pt x="408167" y="431478"/>
                  </a:lnTo>
                  <a:close/>
                  <a:moveTo>
                    <a:pt x="504174" y="426124"/>
                  </a:moveTo>
                  <a:lnTo>
                    <a:pt x="516697" y="426124"/>
                  </a:lnTo>
                  <a:lnTo>
                    <a:pt x="516697" y="431478"/>
                  </a:lnTo>
                  <a:lnTo>
                    <a:pt x="504174" y="431478"/>
                  </a:lnTo>
                  <a:close/>
                  <a:moveTo>
                    <a:pt x="466606" y="421842"/>
                  </a:moveTo>
                  <a:lnTo>
                    <a:pt x="473285" y="421842"/>
                  </a:lnTo>
                  <a:lnTo>
                    <a:pt x="473285" y="431478"/>
                  </a:lnTo>
                  <a:lnTo>
                    <a:pt x="466606" y="431478"/>
                  </a:lnTo>
                  <a:close/>
                  <a:moveTo>
                    <a:pt x="375609" y="431478"/>
                  </a:moveTo>
                  <a:lnTo>
                    <a:pt x="388131" y="431478"/>
                  </a:lnTo>
                  <a:lnTo>
                    <a:pt x="388131" y="432548"/>
                  </a:lnTo>
                  <a:lnTo>
                    <a:pt x="375609" y="432548"/>
                  </a:lnTo>
                  <a:close/>
                  <a:moveTo>
                    <a:pt x="703701" y="427195"/>
                  </a:moveTo>
                  <a:lnTo>
                    <a:pt x="1000000" y="427195"/>
                  </a:lnTo>
                  <a:lnTo>
                    <a:pt x="1000000" y="432548"/>
                  </a:lnTo>
                  <a:lnTo>
                    <a:pt x="703701" y="432548"/>
                  </a:lnTo>
                  <a:close/>
                  <a:moveTo>
                    <a:pt x="225337" y="431478"/>
                  </a:moveTo>
                  <a:lnTo>
                    <a:pt x="254557" y="431478"/>
                  </a:lnTo>
                  <a:lnTo>
                    <a:pt x="254557" y="432548"/>
                  </a:lnTo>
                  <a:lnTo>
                    <a:pt x="225337" y="432548"/>
                  </a:lnTo>
                  <a:close/>
                  <a:moveTo>
                    <a:pt x="628566" y="430407"/>
                  </a:moveTo>
                  <a:lnTo>
                    <a:pt x="650271" y="430407"/>
                  </a:lnTo>
                  <a:lnTo>
                    <a:pt x="650271" y="433619"/>
                  </a:lnTo>
                  <a:lnTo>
                    <a:pt x="628566" y="433619"/>
                  </a:lnTo>
                  <a:close/>
                  <a:moveTo>
                    <a:pt x="310491" y="408994"/>
                  </a:moveTo>
                  <a:lnTo>
                    <a:pt x="337206" y="408994"/>
                  </a:lnTo>
                  <a:lnTo>
                    <a:pt x="337206" y="433619"/>
                  </a:lnTo>
                  <a:lnTo>
                    <a:pt x="310491" y="433619"/>
                  </a:lnTo>
                  <a:close/>
                  <a:moveTo>
                    <a:pt x="466606" y="431478"/>
                  </a:moveTo>
                  <a:lnTo>
                    <a:pt x="474120" y="431478"/>
                  </a:lnTo>
                  <a:lnTo>
                    <a:pt x="474120" y="433619"/>
                  </a:lnTo>
                  <a:lnTo>
                    <a:pt x="466606" y="433619"/>
                  </a:lnTo>
                  <a:close/>
                  <a:moveTo>
                    <a:pt x="503339" y="431478"/>
                  </a:moveTo>
                  <a:lnTo>
                    <a:pt x="516697" y="431478"/>
                  </a:lnTo>
                  <a:lnTo>
                    <a:pt x="516697" y="433619"/>
                  </a:lnTo>
                  <a:lnTo>
                    <a:pt x="503339" y="433619"/>
                  </a:lnTo>
                  <a:close/>
                  <a:moveTo>
                    <a:pt x="553430" y="431478"/>
                  </a:moveTo>
                  <a:lnTo>
                    <a:pt x="597676" y="431478"/>
                  </a:lnTo>
                  <a:lnTo>
                    <a:pt x="597676" y="434690"/>
                  </a:lnTo>
                  <a:lnTo>
                    <a:pt x="553430" y="434690"/>
                  </a:lnTo>
                  <a:close/>
                  <a:moveTo>
                    <a:pt x="226172" y="432548"/>
                  </a:moveTo>
                  <a:lnTo>
                    <a:pt x="255391" y="432548"/>
                  </a:lnTo>
                  <a:lnTo>
                    <a:pt x="255391" y="434690"/>
                  </a:lnTo>
                  <a:lnTo>
                    <a:pt x="226172" y="434690"/>
                  </a:lnTo>
                  <a:close/>
                  <a:moveTo>
                    <a:pt x="309656" y="433619"/>
                  </a:moveTo>
                  <a:lnTo>
                    <a:pt x="337206" y="433619"/>
                  </a:lnTo>
                  <a:lnTo>
                    <a:pt x="337206" y="434690"/>
                  </a:lnTo>
                  <a:lnTo>
                    <a:pt x="309656" y="434690"/>
                  </a:lnTo>
                  <a:close/>
                  <a:moveTo>
                    <a:pt x="627731" y="433619"/>
                  </a:moveTo>
                  <a:lnTo>
                    <a:pt x="650271" y="433619"/>
                  </a:lnTo>
                  <a:lnTo>
                    <a:pt x="650271" y="435760"/>
                  </a:lnTo>
                  <a:lnTo>
                    <a:pt x="627731" y="435760"/>
                  </a:lnTo>
                  <a:close/>
                  <a:moveTo>
                    <a:pt x="502505" y="433619"/>
                  </a:moveTo>
                  <a:lnTo>
                    <a:pt x="515862" y="433619"/>
                  </a:lnTo>
                  <a:lnTo>
                    <a:pt x="515862" y="435760"/>
                  </a:lnTo>
                  <a:lnTo>
                    <a:pt x="502505" y="435760"/>
                  </a:lnTo>
                  <a:close/>
                  <a:moveTo>
                    <a:pt x="376443" y="432548"/>
                  </a:moveTo>
                  <a:lnTo>
                    <a:pt x="388131" y="432548"/>
                  </a:lnTo>
                  <a:lnTo>
                    <a:pt x="388131" y="435760"/>
                  </a:lnTo>
                  <a:lnTo>
                    <a:pt x="376443" y="435760"/>
                  </a:lnTo>
                  <a:close/>
                  <a:moveTo>
                    <a:pt x="552595" y="434690"/>
                  </a:moveTo>
                  <a:lnTo>
                    <a:pt x="597676" y="434690"/>
                  </a:lnTo>
                  <a:lnTo>
                    <a:pt x="597676" y="435760"/>
                  </a:lnTo>
                  <a:lnTo>
                    <a:pt x="552595" y="435760"/>
                  </a:lnTo>
                  <a:close/>
                  <a:moveTo>
                    <a:pt x="349729" y="429336"/>
                  </a:moveTo>
                  <a:lnTo>
                    <a:pt x="363921" y="429336"/>
                  </a:lnTo>
                  <a:lnTo>
                    <a:pt x="363921" y="435760"/>
                  </a:lnTo>
                  <a:lnTo>
                    <a:pt x="349729" y="435760"/>
                  </a:lnTo>
                  <a:close/>
                  <a:moveTo>
                    <a:pt x="466606" y="433619"/>
                  </a:moveTo>
                  <a:lnTo>
                    <a:pt x="474955" y="433619"/>
                  </a:lnTo>
                  <a:lnTo>
                    <a:pt x="474955" y="436831"/>
                  </a:lnTo>
                  <a:lnTo>
                    <a:pt x="466606" y="436831"/>
                  </a:lnTo>
                  <a:close/>
                  <a:moveTo>
                    <a:pt x="502505" y="435760"/>
                  </a:moveTo>
                  <a:lnTo>
                    <a:pt x="515027" y="435760"/>
                  </a:lnTo>
                  <a:lnTo>
                    <a:pt x="515027" y="436831"/>
                  </a:lnTo>
                  <a:lnTo>
                    <a:pt x="502505" y="436831"/>
                  </a:lnTo>
                  <a:close/>
                  <a:moveTo>
                    <a:pt x="551760" y="435760"/>
                  </a:moveTo>
                  <a:lnTo>
                    <a:pt x="597676" y="435760"/>
                  </a:lnTo>
                  <a:lnTo>
                    <a:pt x="597676" y="436831"/>
                  </a:lnTo>
                  <a:lnTo>
                    <a:pt x="551760" y="436831"/>
                  </a:lnTo>
                  <a:close/>
                  <a:moveTo>
                    <a:pt x="377278" y="435760"/>
                  </a:moveTo>
                  <a:lnTo>
                    <a:pt x="388131" y="435760"/>
                  </a:lnTo>
                  <a:lnTo>
                    <a:pt x="388131" y="436831"/>
                  </a:lnTo>
                  <a:lnTo>
                    <a:pt x="377278" y="436831"/>
                  </a:lnTo>
                  <a:close/>
                  <a:moveTo>
                    <a:pt x="377278" y="436831"/>
                  </a:moveTo>
                  <a:lnTo>
                    <a:pt x="388966" y="436831"/>
                  </a:lnTo>
                  <a:lnTo>
                    <a:pt x="388966" y="437901"/>
                  </a:lnTo>
                  <a:lnTo>
                    <a:pt x="377278" y="437901"/>
                  </a:lnTo>
                  <a:close/>
                  <a:moveTo>
                    <a:pt x="501670" y="436831"/>
                  </a:moveTo>
                  <a:lnTo>
                    <a:pt x="515027" y="436831"/>
                  </a:lnTo>
                  <a:lnTo>
                    <a:pt x="515027" y="437901"/>
                  </a:lnTo>
                  <a:lnTo>
                    <a:pt x="501670" y="437901"/>
                  </a:lnTo>
                  <a:close/>
                  <a:moveTo>
                    <a:pt x="550925" y="436831"/>
                  </a:moveTo>
                  <a:lnTo>
                    <a:pt x="596842" y="436831"/>
                  </a:lnTo>
                  <a:lnTo>
                    <a:pt x="596842" y="438972"/>
                  </a:lnTo>
                  <a:lnTo>
                    <a:pt x="550925" y="438972"/>
                  </a:lnTo>
                  <a:close/>
                  <a:moveTo>
                    <a:pt x="378948" y="437901"/>
                  </a:moveTo>
                  <a:lnTo>
                    <a:pt x="388966" y="437901"/>
                  </a:lnTo>
                  <a:lnTo>
                    <a:pt x="388966" y="438972"/>
                  </a:lnTo>
                  <a:lnTo>
                    <a:pt x="378948" y="438972"/>
                  </a:lnTo>
                  <a:close/>
                  <a:moveTo>
                    <a:pt x="550090" y="438972"/>
                  </a:moveTo>
                  <a:lnTo>
                    <a:pt x="596007" y="438972"/>
                  </a:lnTo>
                  <a:lnTo>
                    <a:pt x="596007" y="440043"/>
                  </a:lnTo>
                  <a:lnTo>
                    <a:pt x="550090" y="440043"/>
                  </a:lnTo>
                  <a:close/>
                  <a:moveTo>
                    <a:pt x="627731" y="435760"/>
                  </a:moveTo>
                  <a:lnTo>
                    <a:pt x="651106" y="435760"/>
                  </a:lnTo>
                  <a:lnTo>
                    <a:pt x="651106" y="440043"/>
                  </a:lnTo>
                  <a:lnTo>
                    <a:pt x="627731" y="440043"/>
                  </a:lnTo>
                  <a:close/>
                  <a:moveTo>
                    <a:pt x="349729" y="435760"/>
                  </a:moveTo>
                  <a:lnTo>
                    <a:pt x="364756" y="435760"/>
                  </a:lnTo>
                  <a:lnTo>
                    <a:pt x="364756" y="440043"/>
                  </a:lnTo>
                  <a:lnTo>
                    <a:pt x="349729" y="440043"/>
                  </a:lnTo>
                  <a:close/>
                  <a:moveTo>
                    <a:pt x="549256" y="440043"/>
                  </a:moveTo>
                  <a:lnTo>
                    <a:pt x="596007" y="440043"/>
                  </a:lnTo>
                  <a:lnTo>
                    <a:pt x="596007" y="441113"/>
                  </a:lnTo>
                  <a:lnTo>
                    <a:pt x="549256" y="441113"/>
                  </a:lnTo>
                  <a:close/>
                  <a:moveTo>
                    <a:pt x="349729" y="440043"/>
                  </a:moveTo>
                  <a:lnTo>
                    <a:pt x="365591" y="440043"/>
                  </a:lnTo>
                  <a:lnTo>
                    <a:pt x="365591" y="441113"/>
                  </a:lnTo>
                  <a:lnTo>
                    <a:pt x="349729" y="441113"/>
                  </a:lnTo>
                  <a:close/>
                  <a:moveTo>
                    <a:pt x="379783" y="438972"/>
                  </a:moveTo>
                  <a:lnTo>
                    <a:pt x="388966" y="438972"/>
                  </a:lnTo>
                  <a:lnTo>
                    <a:pt x="388966" y="441113"/>
                  </a:lnTo>
                  <a:lnTo>
                    <a:pt x="379783" y="441113"/>
                  </a:lnTo>
                  <a:close/>
                  <a:moveTo>
                    <a:pt x="273758" y="383298"/>
                  </a:moveTo>
                  <a:lnTo>
                    <a:pt x="283776" y="383298"/>
                  </a:lnTo>
                  <a:lnTo>
                    <a:pt x="283776" y="441113"/>
                  </a:lnTo>
                  <a:lnTo>
                    <a:pt x="273758" y="441113"/>
                  </a:lnTo>
                  <a:close/>
                  <a:moveTo>
                    <a:pt x="380618" y="441113"/>
                  </a:moveTo>
                  <a:lnTo>
                    <a:pt x="388131" y="441113"/>
                  </a:lnTo>
                  <a:lnTo>
                    <a:pt x="388131" y="442184"/>
                  </a:lnTo>
                  <a:lnTo>
                    <a:pt x="380618" y="442184"/>
                  </a:lnTo>
                  <a:close/>
                  <a:moveTo>
                    <a:pt x="308821" y="434690"/>
                  </a:moveTo>
                  <a:lnTo>
                    <a:pt x="337206" y="434690"/>
                  </a:lnTo>
                  <a:lnTo>
                    <a:pt x="337206" y="442184"/>
                  </a:lnTo>
                  <a:lnTo>
                    <a:pt x="308821" y="442184"/>
                  </a:lnTo>
                  <a:close/>
                  <a:moveTo>
                    <a:pt x="547586" y="441113"/>
                  </a:moveTo>
                  <a:lnTo>
                    <a:pt x="596007" y="441113"/>
                  </a:lnTo>
                  <a:lnTo>
                    <a:pt x="596007" y="443255"/>
                  </a:lnTo>
                  <a:lnTo>
                    <a:pt x="547586" y="443255"/>
                  </a:lnTo>
                  <a:close/>
                  <a:moveTo>
                    <a:pt x="501670" y="437901"/>
                  </a:moveTo>
                  <a:lnTo>
                    <a:pt x="514192" y="437901"/>
                  </a:lnTo>
                  <a:lnTo>
                    <a:pt x="514192" y="443255"/>
                  </a:lnTo>
                  <a:lnTo>
                    <a:pt x="501670" y="443255"/>
                  </a:lnTo>
                  <a:close/>
                  <a:moveTo>
                    <a:pt x="466606" y="436831"/>
                  </a:moveTo>
                  <a:lnTo>
                    <a:pt x="475790" y="436831"/>
                  </a:lnTo>
                  <a:lnTo>
                    <a:pt x="475790" y="444325"/>
                  </a:lnTo>
                  <a:lnTo>
                    <a:pt x="466606" y="444325"/>
                  </a:lnTo>
                  <a:close/>
                  <a:moveTo>
                    <a:pt x="408167" y="431478"/>
                  </a:moveTo>
                  <a:lnTo>
                    <a:pt x="419020" y="431478"/>
                  </a:lnTo>
                  <a:lnTo>
                    <a:pt x="419020" y="444325"/>
                  </a:lnTo>
                  <a:lnTo>
                    <a:pt x="408167" y="444325"/>
                  </a:lnTo>
                  <a:close/>
                  <a:moveTo>
                    <a:pt x="274593" y="441113"/>
                  </a:moveTo>
                  <a:lnTo>
                    <a:pt x="283776" y="441113"/>
                  </a:lnTo>
                  <a:lnTo>
                    <a:pt x="283776" y="444325"/>
                  </a:lnTo>
                  <a:lnTo>
                    <a:pt x="274593" y="444325"/>
                  </a:lnTo>
                  <a:close/>
                  <a:moveTo>
                    <a:pt x="501670" y="443255"/>
                  </a:moveTo>
                  <a:lnTo>
                    <a:pt x="513357" y="443255"/>
                  </a:lnTo>
                  <a:lnTo>
                    <a:pt x="513357" y="444325"/>
                  </a:lnTo>
                  <a:lnTo>
                    <a:pt x="501670" y="444325"/>
                  </a:lnTo>
                  <a:close/>
                  <a:moveTo>
                    <a:pt x="546751" y="443255"/>
                  </a:moveTo>
                  <a:lnTo>
                    <a:pt x="595172" y="443255"/>
                  </a:lnTo>
                  <a:lnTo>
                    <a:pt x="595172" y="444325"/>
                  </a:lnTo>
                  <a:lnTo>
                    <a:pt x="546751" y="444325"/>
                  </a:lnTo>
                  <a:close/>
                  <a:moveTo>
                    <a:pt x="349729" y="441113"/>
                  </a:moveTo>
                  <a:lnTo>
                    <a:pt x="366425" y="441113"/>
                  </a:lnTo>
                  <a:lnTo>
                    <a:pt x="366425" y="444325"/>
                  </a:lnTo>
                  <a:lnTo>
                    <a:pt x="349729" y="444325"/>
                  </a:lnTo>
                  <a:close/>
                  <a:moveTo>
                    <a:pt x="500835" y="444325"/>
                  </a:moveTo>
                  <a:lnTo>
                    <a:pt x="513357" y="444325"/>
                  </a:lnTo>
                  <a:lnTo>
                    <a:pt x="513357" y="445396"/>
                  </a:lnTo>
                  <a:lnTo>
                    <a:pt x="500835" y="445396"/>
                  </a:lnTo>
                  <a:close/>
                  <a:moveTo>
                    <a:pt x="0" y="428266"/>
                  </a:moveTo>
                  <a:lnTo>
                    <a:pt x="147697" y="428266"/>
                  </a:lnTo>
                  <a:lnTo>
                    <a:pt x="147697" y="445396"/>
                  </a:lnTo>
                  <a:lnTo>
                    <a:pt x="0" y="445396"/>
                  </a:lnTo>
                  <a:close/>
                  <a:moveTo>
                    <a:pt x="545916" y="444325"/>
                  </a:moveTo>
                  <a:lnTo>
                    <a:pt x="595172" y="444325"/>
                  </a:lnTo>
                  <a:lnTo>
                    <a:pt x="595172" y="445396"/>
                  </a:lnTo>
                  <a:lnTo>
                    <a:pt x="545916" y="445396"/>
                  </a:lnTo>
                  <a:close/>
                  <a:moveTo>
                    <a:pt x="702866" y="432548"/>
                  </a:moveTo>
                  <a:lnTo>
                    <a:pt x="1000000" y="432548"/>
                  </a:lnTo>
                  <a:lnTo>
                    <a:pt x="1000000" y="445396"/>
                  </a:lnTo>
                  <a:lnTo>
                    <a:pt x="702866" y="445396"/>
                  </a:lnTo>
                  <a:close/>
                  <a:moveTo>
                    <a:pt x="408167" y="444325"/>
                  </a:moveTo>
                  <a:lnTo>
                    <a:pt x="419855" y="444325"/>
                  </a:lnTo>
                  <a:lnTo>
                    <a:pt x="419855" y="445396"/>
                  </a:lnTo>
                  <a:lnTo>
                    <a:pt x="408167" y="445396"/>
                  </a:lnTo>
                  <a:close/>
                  <a:moveTo>
                    <a:pt x="466606" y="444325"/>
                  </a:moveTo>
                  <a:lnTo>
                    <a:pt x="476624" y="444325"/>
                  </a:lnTo>
                  <a:lnTo>
                    <a:pt x="476624" y="446467"/>
                  </a:lnTo>
                  <a:lnTo>
                    <a:pt x="466606" y="446467"/>
                  </a:lnTo>
                  <a:close/>
                  <a:moveTo>
                    <a:pt x="407333" y="445396"/>
                  </a:moveTo>
                  <a:lnTo>
                    <a:pt x="419855" y="445396"/>
                  </a:lnTo>
                  <a:lnTo>
                    <a:pt x="419855" y="446467"/>
                  </a:lnTo>
                  <a:lnTo>
                    <a:pt x="407333" y="446467"/>
                  </a:lnTo>
                  <a:close/>
                  <a:moveTo>
                    <a:pt x="309656" y="442184"/>
                  </a:moveTo>
                  <a:lnTo>
                    <a:pt x="337206" y="442184"/>
                  </a:lnTo>
                  <a:lnTo>
                    <a:pt x="337206" y="446467"/>
                  </a:lnTo>
                  <a:lnTo>
                    <a:pt x="309656" y="446467"/>
                  </a:lnTo>
                  <a:close/>
                  <a:moveTo>
                    <a:pt x="466606" y="446467"/>
                  </a:moveTo>
                  <a:lnTo>
                    <a:pt x="477459" y="446467"/>
                  </a:lnTo>
                  <a:lnTo>
                    <a:pt x="477459" y="447537"/>
                  </a:lnTo>
                  <a:lnTo>
                    <a:pt x="466606" y="447537"/>
                  </a:lnTo>
                  <a:close/>
                  <a:moveTo>
                    <a:pt x="500000" y="445396"/>
                  </a:moveTo>
                  <a:lnTo>
                    <a:pt x="512523" y="445396"/>
                  </a:lnTo>
                  <a:lnTo>
                    <a:pt x="512523" y="447537"/>
                  </a:lnTo>
                  <a:lnTo>
                    <a:pt x="500000" y="447537"/>
                  </a:lnTo>
                  <a:close/>
                  <a:moveTo>
                    <a:pt x="545081" y="445396"/>
                  </a:moveTo>
                  <a:lnTo>
                    <a:pt x="595172" y="445396"/>
                  </a:lnTo>
                  <a:lnTo>
                    <a:pt x="595172" y="447537"/>
                  </a:lnTo>
                  <a:lnTo>
                    <a:pt x="545081" y="447537"/>
                  </a:lnTo>
                  <a:close/>
                  <a:moveTo>
                    <a:pt x="626896" y="440043"/>
                  </a:moveTo>
                  <a:lnTo>
                    <a:pt x="651106" y="440043"/>
                  </a:lnTo>
                  <a:lnTo>
                    <a:pt x="651106" y="447537"/>
                  </a:lnTo>
                  <a:lnTo>
                    <a:pt x="626896" y="447537"/>
                  </a:lnTo>
                  <a:close/>
                  <a:moveTo>
                    <a:pt x="702032" y="445396"/>
                  </a:moveTo>
                  <a:lnTo>
                    <a:pt x="1000000" y="445396"/>
                  </a:lnTo>
                  <a:lnTo>
                    <a:pt x="1000000" y="447537"/>
                  </a:lnTo>
                  <a:lnTo>
                    <a:pt x="702032" y="447537"/>
                  </a:lnTo>
                  <a:close/>
                  <a:moveTo>
                    <a:pt x="543412" y="447537"/>
                  </a:moveTo>
                  <a:lnTo>
                    <a:pt x="595172" y="447537"/>
                  </a:lnTo>
                  <a:lnTo>
                    <a:pt x="595172" y="448608"/>
                  </a:lnTo>
                  <a:lnTo>
                    <a:pt x="543412" y="448608"/>
                  </a:lnTo>
                  <a:close/>
                  <a:moveTo>
                    <a:pt x="310491" y="446467"/>
                  </a:moveTo>
                  <a:lnTo>
                    <a:pt x="337206" y="446467"/>
                  </a:lnTo>
                  <a:lnTo>
                    <a:pt x="337206" y="448608"/>
                  </a:lnTo>
                  <a:lnTo>
                    <a:pt x="310491" y="448608"/>
                  </a:lnTo>
                  <a:close/>
                  <a:moveTo>
                    <a:pt x="349729" y="444325"/>
                  </a:moveTo>
                  <a:lnTo>
                    <a:pt x="367260" y="444325"/>
                  </a:lnTo>
                  <a:lnTo>
                    <a:pt x="367260" y="448608"/>
                  </a:lnTo>
                  <a:lnTo>
                    <a:pt x="349729" y="448608"/>
                  </a:lnTo>
                  <a:close/>
                  <a:moveTo>
                    <a:pt x="407333" y="446467"/>
                  </a:moveTo>
                  <a:lnTo>
                    <a:pt x="420690" y="446467"/>
                  </a:lnTo>
                  <a:lnTo>
                    <a:pt x="420690" y="448608"/>
                  </a:lnTo>
                  <a:lnTo>
                    <a:pt x="407333" y="448608"/>
                  </a:lnTo>
                  <a:close/>
                  <a:moveTo>
                    <a:pt x="200292" y="429336"/>
                  </a:moveTo>
                  <a:lnTo>
                    <a:pt x="214484" y="429336"/>
                  </a:lnTo>
                  <a:lnTo>
                    <a:pt x="214484" y="448608"/>
                  </a:lnTo>
                  <a:lnTo>
                    <a:pt x="200292" y="448608"/>
                  </a:lnTo>
                  <a:close/>
                  <a:moveTo>
                    <a:pt x="227007" y="434690"/>
                  </a:moveTo>
                  <a:lnTo>
                    <a:pt x="255391" y="434690"/>
                  </a:lnTo>
                  <a:lnTo>
                    <a:pt x="255391" y="449679"/>
                  </a:lnTo>
                  <a:lnTo>
                    <a:pt x="227007" y="449679"/>
                  </a:lnTo>
                  <a:close/>
                  <a:moveTo>
                    <a:pt x="499165" y="447537"/>
                  </a:moveTo>
                  <a:lnTo>
                    <a:pt x="511688" y="447537"/>
                  </a:lnTo>
                  <a:lnTo>
                    <a:pt x="511688" y="449679"/>
                  </a:lnTo>
                  <a:lnTo>
                    <a:pt x="499165" y="449679"/>
                  </a:lnTo>
                  <a:close/>
                  <a:moveTo>
                    <a:pt x="349729" y="448608"/>
                  </a:moveTo>
                  <a:lnTo>
                    <a:pt x="368095" y="448608"/>
                  </a:lnTo>
                  <a:lnTo>
                    <a:pt x="368095" y="450749"/>
                  </a:lnTo>
                  <a:lnTo>
                    <a:pt x="349729" y="450749"/>
                  </a:lnTo>
                  <a:close/>
                  <a:moveTo>
                    <a:pt x="542577" y="448608"/>
                  </a:moveTo>
                  <a:lnTo>
                    <a:pt x="595172" y="448608"/>
                  </a:lnTo>
                  <a:lnTo>
                    <a:pt x="595172" y="450749"/>
                  </a:lnTo>
                  <a:lnTo>
                    <a:pt x="542577" y="450749"/>
                  </a:lnTo>
                  <a:close/>
                  <a:moveTo>
                    <a:pt x="466606" y="447537"/>
                  </a:moveTo>
                  <a:lnTo>
                    <a:pt x="478294" y="447537"/>
                  </a:lnTo>
                  <a:lnTo>
                    <a:pt x="478294" y="451820"/>
                  </a:lnTo>
                  <a:lnTo>
                    <a:pt x="466606" y="451820"/>
                  </a:lnTo>
                  <a:close/>
                  <a:moveTo>
                    <a:pt x="499165" y="449679"/>
                  </a:moveTo>
                  <a:lnTo>
                    <a:pt x="510853" y="449679"/>
                  </a:lnTo>
                  <a:lnTo>
                    <a:pt x="510853" y="451820"/>
                  </a:lnTo>
                  <a:lnTo>
                    <a:pt x="499165" y="451820"/>
                  </a:lnTo>
                  <a:close/>
                  <a:moveTo>
                    <a:pt x="541742" y="450749"/>
                  </a:moveTo>
                  <a:lnTo>
                    <a:pt x="594337" y="450749"/>
                  </a:lnTo>
                  <a:lnTo>
                    <a:pt x="594337" y="451820"/>
                  </a:lnTo>
                  <a:lnTo>
                    <a:pt x="541742" y="451820"/>
                  </a:lnTo>
                  <a:close/>
                  <a:moveTo>
                    <a:pt x="349729" y="450749"/>
                  </a:moveTo>
                  <a:lnTo>
                    <a:pt x="368930" y="450749"/>
                  </a:lnTo>
                  <a:lnTo>
                    <a:pt x="368930" y="451820"/>
                  </a:lnTo>
                  <a:lnTo>
                    <a:pt x="349729" y="451820"/>
                  </a:lnTo>
                  <a:close/>
                  <a:moveTo>
                    <a:pt x="407333" y="448608"/>
                  </a:moveTo>
                  <a:lnTo>
                    <a:pt x="421525" y="448608"/>
                  </a:lnTo>
                  <a:lnTo>
                    <a:pt x="421525" y="452891"/>
                  </a:lnTo>
                  <a:lnTo>
                    <a:pt x="407333" y="452891"/>
                  </a:lnTo>
                  <a:close/>
                  <a:moveTo>
                    <a:pt x="200292" y="448608"/>
                  </a:moveTo>
                  <a:lnTo>
                    <a:pt x="215319" y="448608"/>
                  </a:lnTo>
                  <a:lnTo>
                    <a:pt x="215319" y="452891"/>
                  </a:lnTo>
                  <a:lnTo>
                    <a:pt x="200292" y="452891"/>
                  </a:lnTo>
                  <a:close/>
                  <a:moveTo>
                    <a:pt x="540907" y="451820"/>
                  </a:moveTo>
                  <a:lnTo>
                    <a:pt x="594337" y="451820"/>
                  </a:lnTo>
                  <a:lnTo>
                    <a:pt x="594337" y="452891"/>
                  </a:lnTo>
                  <a:lnTo>
                    <a:pt x="540907" y="452891"/>
                  </a:lnTo>
                  <a:close/>
                  <a:moveTo>
                    <a:pt x="701197" y="447537"/>
                  </a:moveTo>
                  <a:lnTo>
                    <a:pt x="1000000" y="447537"/>
                  </a:lnTo>
                  <a:lnTo>
                    <a:pt x="1000000" y="453961"/>
                  </a:lnTo>
                  <a:lnTo>
                    <a:pt x="701197" y="453961"/>
                  </a:lnTo>
                  <a:close/>
                  <a:moveTo>
                    <a:pt x="498330" y="451820"/>
                  </a:moveTo>
                  <a:lnTo>
                    <a:pt x="510853" y="451820"/>
                  </a:lnTo>
                  <a:lnTo>
                    <a:pt x="510853" y="453961"/>
                  </a:lnTo>
                  <a:lnTo>
                    <a:pt x="498330" y="453961"/>
                  </a:lnTo>
                  <a:close/>
                  <a:moveTo>
                    <a:pt x="227007" y="449679"/>
                  </a:moveTo>
                  <a:lnTo>
                    <a:pt x="256226" y="449679"/>
                  </a:lnTo>
                  <a:lnTo>
                    <a:pt x="256226" y="453961"/>
                  </a:lnTo>
                  <a:lnTo>
                    <a:pt x="227007" y="453961"/>
                  </a:lnTo>
                  <a:close/>
                  <a:moveTo>
                    <a:pt x="540072" y="452891"/>
                  </a:moveTo>
                  <a:lnTo>
                    <a:pt x="594337" y="452891"/>
                  </a:lnTo>
                  <a:lnTo>
                    <a:pt x="594337" y="453961"/>
                  </a:lnTo>
                  <a:lnTo>
                    <a:pt x="540072" y="453961"/>
                  </a:lnTo>
                  <a:close/>
                  <a:moveTo>
                    <a:pt x="407333" y="452891"/>
                  </a:moveTo>
                  <a:lnTo>
                    <a:pt x="422360" y="452891"/>
                  </a:lnTo>
                  <a:lnTo>
                    <a:pt x="422360" y="453961"/>
                  </a:lnTo>
                  <a:lnTo>
                    <a:pt x="407333" y="453961"/>
                  </a:lnTo>
                  <a:close/>
                  <a:moveTo>
                    <a:pt x="497495" y="453961"/>
                  </a:moveTo>
                  <a:lnTo>
                    <a:pt x="510018" y="453961"/>
                  </a:lnTo>
                  <a:lnTo>
                    <a:pt x="510018" y="455032"/>
                  </a:lnTo>
                  <a:lnTo>
                    <a:pt x="497495" y="455032"/>
                  </a:lnTo>
                  <a:close/>
                  <a:moveTo>
                    <a:pt x="539238" y="453961"/>
                  </a:moveTo>
                  <a:lnTo>
                    <a:pt x="593502" y="453961"/>
                  </a:lnTo>
                  <a:lnTo>
                    <a:pt x="593502" y="455032"/>
                  </a:lnTo>
                  <a:lnTo>
                    <a:pt x="539238" y="455032"/>
                  </a:lnTo>
                  <a:close/>
                  <a:moveTo>
                    <a:pt x="626896" y="447537"/>
                  </a:moveTo>
                  <a:lnTo>
                    <a:pt x="651941" y="447537"/>
                  </a:lnTo>
                  <a:lnTo>
                    <a:pt x="651941" y="455032"/>
                  </a:lnTo>
                  <a:lnTo>
                    <a:pt x="626896" y="455032"/>
                  </a:lnTo>
                  <a:close/>
                  <a:moveTo>
                    <a:pt x="407333" y="453961"/>
                  </a:moveTo>
                  <a:lnTo>
                    <a:pt x="423195" y="453961"/>
                  </a:lnTo>
                  <a:lnTo>
                    <a:pt x="423195" y="455032"/>
                  </a:lnTo>
                  <a:lnTo>
                    <a:pt x="407333" y="455032"/>
                  </a:lnTo>
                  <a:close/>
                  <a:moveTo>
                    <a:pt x="466606" y="451820"/>
                  </a:moveTo>
                  <a:lnTo>
                    <a:pt x="479129" y="451820"/>
                  </a:lnTo>
                  <a:lnTo>
                    <a:pt x="479129" y="455032"/>
                  </a:lnTo>
                  <a:lnTo>
                    <a:pt x="466606" y="455032"/>
                  </a:lnTo>
                  <a:close/>
                  <a:moveTo>
                    <a:pt x="200292" y="452891"/>
                  </a:moveTo>
                  <a:lnTo>
                    <a:pt x="216154" y="452891"/>
                  </a:lnTo>
                  <a:lnTo>
                    <a:pt x="216154" y="456103"/>
                  </a:lnTo>
                  <a:lnTo>
                    <a:pt x="200292" y="456103"/>
                  </a:lnTo>
                  <a:close/>
                  <a:moveTo>
                    <a:pt x="538403" y="455032"/>
                  </a:moveTo>
                  <a:lnTo>
                    <a:pt x="593502" y="455032"/>
                  </a:lnTo>
                  <a:lnTo>
                    <a:pt x="593502" y="456103"/>
                  </a:lnTo>
                  <a:lnTo>
                    <a:pt x="538403" y="456103"/>
                  </a:lnTo>
                  <a:close/>
                  <a:moveTo>
                    <a:pt x="227842" y="453961"/>
                  </a:moveTo>
                  <a:lnTo>
                    <a:pt x="257061" y="453961"/>
                  </a:lnTo>
                  <a:lnTo>
                    <a:pt x="257061" y="456103"/>
                  </a:lnTo>
                  <a:lnTo>
                    <a:pt x="227842" y="456103"/>
                  </a:lnTo>
                  <a:close/>
                  <a:moveTo>
                    <a:pt x="310491" y="448608"/>
                  </a:moveTo>
                  <a:lnTo>
                    <a:pt x="336371" y="448608"/>
                  </a:lnTo>
                  <a:lnTo>
                    <a:pt x="336371" y="456103"/>
                  </a:lnTo>
                  <a:lnTo>
                    <a:pt x="310491" y="456103"/>
                  </a:lnTo>
                  <a:close/>
                  <a:moveTo>
                    <a:pt x="466606" y="455032"/>
                  </a:moveTo>
                  <a:lnTo>
                    <a:pt x="480799" y="455032"/>
                  </a:lnTo>
                  <a:lnTo>
                    <a:pt x="480799" y="457173"/>
                  </a:lnTo>
                  <a:lnTo>
                    <a:pt x="466606" y="457173"/>
                  </a:lnTo>
                  <a:close/>
                  <a:moveTo>
                    <a:pt x="406498" y="455032"/>
                  </a:moveTo>
                  <a:lnTo>
                    <a:pt x="424029" y="455032"/>
                  </a:lnTo>
                  <a:lnTo>
                    <a:pt x="424029" y="457173"/>
                  </a:lnTo>
                  <a:lnTo>
                    <a:pt x="406498" y="457173"/>
                  </a:lnTo>
                  <a:close/>
                  <a:moveTo>
                    <a:pt x="537568" y="456103"/>
                  </a:moveTo>
                  <a:lnTo>
                    <a:pt x="593502" y="456103"/>
                  </a:lnTo>
                  <a:lnTo>
                    <a:pt x="593502" y="457173"/>
                  </a:lnTo>
                  <a:lnTo>
                    <a:pt x="537568" y="457173"/>
                  </a:lnTo>
                  <a:close/>
                  <a:moveTo>
                    <a:pt x="227842" y="456103"/>
                  </a:moveTo>
                  <a:lnTo>
                    <a:pt x="257896" y="456103"/>
                  </a:lnTo>
                  <a:lnTo>
                    <a:pt x="257896" y="457173"/>
                  </a:lnTo>
                  <a:lnTo>
                    <a:pt x="227842" y="457173"/>
                  </a:lnTo>
                  <a:close/>
                  <a:moveTo>
                    <a:pt x="496661" y="455032"/>
                  </a:moveTo>
                  <a:lnTo>
                    <a:pt x="509183" y="455032"/>
                  </a:lnTo>
                  <a:lnTo>
                    <a:pt x="509183" y="457173"/>
                  </a:lnTo>
                  <a:lnTo>
                    <a:pt x="496661" y="457173"/>
                  </a:lnTo>
                  <a:close/>
                  <a:moveTo>
                    <a:pt x="349729" y="451820"/>
                  </a:moveTo>
                  <a:lnTo>
                    <a:pt x="369765" y="451820"/>
                  </a:lnTo>
                  <a:lnTo>
                    <a:pt x="369765" y="457173"/>
                  </a:lnTo>
                  <a:lnTo>
                    <a:pt x="349729" y="457173"/>
                  </a:lnTo>
                  <a:close/>
                  <a:moveTo>
                    <a:pt x="274593" y="444325"/>
                  </a:moveTo>
                  <a:lnTo>
                    <a:pt x="284611" y="444325"/>
                  </a:lnTo>
                  <a:lnTo>
                    <a:pt x="284611" y="458244"/>
                  </a:lnTo>
                  <a:lnTo>
                    <a:pt x="274593" y="458244"/>
                  </a:lnTo>
                  <a:close/>
                  <a:moveTo>
                    <a:pt x="228677" y="457173"/>
                  </a:moveTo>
                  <a:lnTo>
                    <a:pt x="257896" y="457173"/>
                  </a:lnTo>
                  <a:lnTo>
                    <a:pt x="257896" y="458244"/>
                  </a:lnTo>
                  <a:lnTo>
                    <a:pt x="228677" y="458244"/>
                  </a:lnTo>
                  <a:close/>
                  <a:moveTo>
                    <a:pt x="349729" y="457173"/>
                  </a:moveTo>
                  <a:lnTo>
                    <a:pt x="370600" y="457173"/>
                  </a:lnTo>
                  <a:lnTo>
                    <a:pt x="370600" y="458244"/>
                  </a:lnTo>
                  <a:lnTo>
                    <a:pt x="349729" y="458244"/>
                  </a:lnTo>
                  <a:close/>
                  <a:moveTo>
                    <a:pt x="626896" y="455032"/>
                  </a:moveTo>
                  <a:lnTo>
                    <a:pt x="652776" y="455032"/>
                  </a:lnTo>
                  <a:lnTo>
                    <a:pt x="652776" y="458244"/>
                  </a:lnTo>
                  <a:lnTo>
                    <a:pt x="626896" y="458244"/>
                  </a:lnTo>
                  <a:close/>
                  <a:moveTo>
                    <a:pt x="406498" y="457173"/>
                  </a:moveTo>
                  <a:lnTo>
                    <a:pt x="424864" y="457173"/>
                  </a:lnTo>
                  <a:lnTo>
                    <a:pt x="424864" y="458244"/>
                  </a:lnTo>
                  <a:lnTo>
                    <a:pt x="406498" y="458244"/>
                  </a:lnTo>
                  <a:close/>
                  <a:moveTo>
                    <a:pt x="495826" y="457173"/>
                  </a:moveTo>
                  <a:lnTo>
                    <a:pt x="508348" y="457173"/>
                  </a:lnTo>
                  <a:lnTo>
                    <a:pt x="508348" y="458244"/>
                  </a:lnTo>
                  <a:lnTo>
                    <a:pt x="495826" y="458244"/>
                  </a:lnTo>
                  <a:close/>
                  <a:moveTo>
                    <a:pt x="349729" y="458244"/>
                  </a:moveTo>
                  <a:lnTo>
                    <a:pt x="371434" y="458244"/>
                  </a:lnTo>
                  <a:lnTo>
                    <a:pt x="371434" y="459315"/>
                  </a:lnTo>
                  <a:lnTo>
                    <a:pt x="349729" y="459315"/>
                  </a:lnTo>
                  <a:close/>
                  <a:moveTo>
                    <a:pt x="406498" y="458244"/>
                  </a:moveTo>
                  <a:lnTo>
                    <a:pt x="425699" y="458244"/>
                  </a:lnTo>
                  <a:lnTo>
                    <a:pt x="425699" y="459315"/>
                  </a:lnTo>
                  <a:lnTo>
                    <a:pt x="406498" y="459315"/>
                  </a:lnTo>
                  <a:close/>
                  <a:moveTo>
                    <a:pt x="536733" y="457173"/>
                  </a:moveTo>
                  <a:lnTo>
                    <a:pt x="592667" y="457173"/>
                  </a:lnTo>
                  <a:lnTo>
                    <a:pt x="592667" y="459315"/>
                  </a:lnTo>
                  <a:lnTo>
                    <a:pt x="536733" y="459315"/>
                  </a:lnTo>
                  <a:close/>
                  <a:moveTo>
                    <a:pt x="466606" y="457173"/>
                  </a:moveTo>
                  <a:lnTo>
                    <a:pt x="481633" y="457173"/>
                  </a:lnTo>
                  <a:lnTo>
                    <a:pt x="481633" y="459315"/>
                  </a:lnTo>
                  <a:lnTo>
                    <a:pt x="466606" y="459315"/>
                  </a:lnTo>
                  <a:close/>
                  <a:moveTo>
                    <a:pt x="494991" y="458244"/>
                  </a:moveTo>
                  <a:lnTo>
                    <a:pt x="508348" y="458244"/>
                  </a:lnTo>
                  <a:lnTo>
                    <a:pt x="508348" y="459315"/>
                  </a:lnTo>
                  <a:lnTo>
                    <a:pt x="494991" y="459315"/>
                  </a:lnTo>
                  <a:close/>
                  <a:moveTo>
                    <a:pt x="406498" y="459315"/>
                  </a:moveTo>
                  <a:lnTo>
                    <a:pt x="426534" y="459315"/>
                  </a:lnTo>
                  <a:lnTo>
                    <a:pt x="426534" y="460385"/>
                  </a:lnTo>
                  <a:lnTo>
                    <a:pt x="406498" y="460385"/>
                  </a:lnTo>
                  <a:close/>
                  <a:moveTo>
                    <a:pt x="466606" y="459315"/>
                  </a:moveTo>
                  <a:lnTo>
                    <a:pt x="482468" y="459315"/>
                  </a:lnTo>
                  <a:lnTo>
                    <a:pt x="482468" y="460385"/>
                  </a:lnTo>
                  <a:lnTo>
                    <a:pt x="466606" y="460385"/>
                  </a:lnTo>
                  <a:close/>
                  <a:moveTo>
                    <a:pt x="535898" y="459315"/>
                  </a:moveTo>
                  <a:lnTo>
                    <a:pt x="592667" y="459315"/>
                  </a:lnTo>
                  <a:lnTo>
                    <a:pt x="592667" y="460385"/>
                  </a:lnTo>
                  <a:lnTo>
                    <a:pt x="535898" y="460385"/>
                  </a:lnTo>
                  <a:close/>
                  <a:moveTo>
                    <a:pt x="494156" y="459315"/>
                  </a:moveTo>
                  <a:lnTo>
                    <a:pt x="508348" y="459315"/>
                  </a:lnTo>
                  <a:lnTo>
                    <a:pt x="508348" y="460385"/>
                  </a:lnTo>
                  <a:lnTo>
                    <a:pt x="494156" y="460385"/>
                  </a:lnTo>
                  <a:close/>
                  <a:moveTo>
                    <a:pt x="466606" y="460385"/>
                  </a:moveTo>
                  <a:lnTo>
                    <a:pt x="483303" y="460385"/>
                  </a:lnTo>
                  <a:lnTo>
                    <a:pt x="483303" y="461456"/>
                  </a:lnTo>
                  <a:lnTo>
                    <a:pt x="466606" y="461456"/>
                  </a:lnTo>
                  <a:close/>
                  <a:moveTo>
                    <a:pt x="493321" y="460385"/>
                  </a:moveTo>
                  <a:lnTo>
                    <a:pt x="508348" y="460385"/>
                  </a:lnTo>
                  <a:lnTo>
                    <a:pt x="508348" y="461456"/>
                  </a:lnTo>
                  <a:lnTo>
                    <a:pt x="493321" y="461456"/>
                  </a:lnTo>
                  <a:close/>
                  <a:moveTo>
                    <a:pt x="535063" y="460385"/>
                  </a:moveTo>
                  <a:lnTo>
                    <a:pt x="592667" y="460385"/>
                  </a:lnTo>
                  <a:lnTo>
                    <a:pt x="592667" y="461456"/>
                  </a:lnTo>
                  <a:lnTo>
                    <a:pt x="535063" y="461456"/>
                  </a:lnTo>
                  <a:close/>
                  <a:moveTo>
                    <a:pt x="626061" y="458244"/>
                  </a:moveTo>
                  <a:lnTo>
                    <a:pt x="652776" y="458244"/>
                  </a:lnTo>
                  <a:lnTo>
                    <a:pt x="652776" y="461456"/>
                  </a:lnTo>
                  <a:lnTo>
                    <a:pt x="626061" y="461456"/>
                  </a:lnTo>
                  <a:close/>
                  <a:moveTo>
                    <a:pt x="406498" y="460385"/>
                  </a:moveTo>
                  <a:lnTo>
                    <a:pt x="427369" y="460385"/>
                  </a:lnTo>
                  <a:lnTo>
                    <a:pt x="427369" y="461456"/>
                  </a:lnTo>
                  <a:lnTo>
                    <a:pt x="406498" y="461456"/>
                  </a:lnTo>
                  <a:close/>
                  <a:moveTo>
                    <a:pt x="274593" y="458244"/>
                  </a:moveTo>
                  <a:lnTo>
                    <a:pt x="285446" y="458244"/>
                  </a:lnTo>
                  <a:lnTo>
                    <a:pt x="285446" y="461456"/>
                  </a:lnTo>
                  <a:lnTo>
                    <a:pt x="274593" y="461456"/>
                  </a:lnTo>
                  <a:close/>
                  <a:moveTo>
                    <a:pt x="492486" y="461456"/>
                  </a:moveTo>
                  <a:lnTo>
                    <a:pt x="508348" y="461456"/>
                  </a:lnTo>
                  <a:lnTo>
                    <a:pt x="508348" y="462527"/>
                  </a:lnTo>
                  <a:lnTo>
                    <a:pt x="492486" y="462527"/>
                  </a:lnTo>
                  <a:close/>
                  <a:moveTo>
                    <a:pt x="406498" y="461456"/>
                  </a:moveTo>
                  <a:lnTo>
                    <a:pt x="429038" y="461456"/>
                  </a:lnTo>
                  <a:lnTo>
                    <a:pt x="429038" y="462527"/>
                  </a:lnTo>
                  <a:lnTo>
                    <a:pt x="406498" y="462527"/>
                  </a:lnTo>
                  <a:close/>
                  <a:moveTo>
                    <a:pt x="466606" y="461456"/>
                  </a:moveTo>
                  <a:lnTo>
                    <a:pt x="484973" y="461456"/>
                  </a:lnTo>
                  <a:lnTo>
                    <a:pt x="484973" y="462527"/>
                  </a:lnTo>
                  <a:lnTo>
                    <a:pt x="466606" y="462527"/>
                  </a:lnTo>
                  <a:close/>
                  <a:moveTo>
                    <a:pt x="349729" y="459315"/>
                  </a:moveTo>
                  <a:lnTo>
                    <a:pt x="372269" y="459315"/>
                  </a:lnTo>
                  <a:lnTo>
                    <a:pt x="372269" y="462527"/>
                  </a:lnTo>
                  <a:lnTo>
                    <a:pt x="349729" y="462527"/>
                  </a:lnTo>
                  <a:close/>
                  <a:moveTo>
                    <a:pt x="534228" y="461456"/>
                  </a:moveTo>
                  <a:lnTo>
                    <a:pt x="592667" y="461456"/>
                  </a:lnTo>
                  <a:lnTo>
                    <a:pt x="592667" y="462527"/>
                  </a:lnTo>
                  <a:lnTo>
                    <a:pt x="534228" y="462527"/>
                  </a:lnTo>
                  <a:close/>
                  <a:moveTo>
                    <a:pt x="533394" y="462527"/>
                  </a:moveTo>
                  <a:lnTo>
                    <a:pt x="592667" y="462527"/>
                  </a:lnTo>
                  <a:lnTo>
                    <a:pt x="592667" y="463597"/>
                  </a:lnTo>
                  <a:lnTo>
                    <a:pt x="533394" y="463597"/>
                  </a:lnTo>
                  <a:close/>
                  <a:moveTo>
                    <a:pt x="625226" y="461456"/>
                  </a:moveTo>
                  <a:lnTo>
                    <a:pt x="652776" y="461456"/>
                  </a:lnTo>
                  <a:lnTo>
                    <a:pt x="652776" y="463597"/>
                  </a:lnTo>
                  <a:lnTo>
                    <a:pt x="625226" y="463597"/>
                  </a:lnTo>
                  <a:close/>
                  <a:moveTo>
                    <a:pt x="466606" y="462527"/>
                  </a:moveTo>
                  <a:lnTo>
                    <a:pt x="487477" y="462527"/>
                  </a:lnTo>
                  <a:lnTo>
                    <a:pt x="487477" y="463597"/>
                  </a:lnTo>
                  <a:lnTo>
                    <a:pt x="466606" y="463597"/>
                  </a:lnTo>
                  <a:close/>
                  <a:moveTo>
                    <a:pt x="488312" y="462527"/>
                  </a:moveTo>
                  <a:lnTo>
                    <a:pt x="508348" y="462527"/>
                  </a:lnTo>
                  <a:lnTo>
                    <a:pt x="508348" y="463597"/>
                  </a:lnTo>
                  <a:lnTo>
                    <a:pt x="488312" y="463597"/>
                  </a:lnTo>
                  <a:close/>
                  <a:moveTo>
                    <a:pt x="406498" y="462527"/>
                  </a:moveTo>
                  <a:lnTo>
                    <a:pt x="429873" y="462527"/>
                  </a:lnTo>
                  <a:lnTo>
                    <a:pt x="429873" y="463597"/>
                  </a:lnTo>
                  <a:lnTo>
                    <a:pt x="406498" y="463597"/>
                  </a:lnTo>
                  <a:close/>
                  <a:moveTo>
                    <a:pt x="532559" y="463597"/>
                  </a:moveTo>
                  <a:lnTo>
                    <a:pt x="592667" y="463597"/>
                  </a:lnTo>
                  <a:lnTo>
                    <a:pt x="592667" y="464668"/>
                  </a:lnTo>
                  <a:lnTo>
                    <a:pt x="532559" y="464668"/>
                  </a:lnTo>
                  <a:close/>
                  <a:moveTo>
                    <a:pt x="406498" y="463597"/>
                  </a:moveTo>
                  <a:lnTo>
                    <a:pt x="430708" y="463597"/>
                  </a:lnTo>
                  <a:lnTo>
                    <a:pt x="430708" y="464668"/>
                  </a:lnTo>
                  <a:lnTo>
                    <a:pt x="406498" y="464668"/>
                  </a:lnTo>
                  <a:close/>
                  <a:moveTo>
                    <a:pt x="349729" y="462527"/>
                  </a:moveTo>
                  <a:lnTo>
                    <a:pt x="373104" y="462527"/>
                  </a:lnTo>
                  <a:lnTo>
                    <a:pt x="373104" y="464668"/>
                  </a:lnTo>
                  <a:lnTo>
                    <a:pt x="349729" y="464668"/>
                  </a:lnTo>
                  <a:close/>
                  <a:moveTo>
                    <a:pt x="449910" y="464668"/>
                  </a:moveTo>
                  <a:lnTo>
                    <a:pt x="453249" y="464668"/>
                  </a:lnTo>
                  <a:lnTo>
                    <a:pt x="453249" y="465739"/>
                  </a:lnTo>
                  <a:lnTo>
                    <a:pt x="449910" y="465739"/>
                  </a:lnTo>
                  <a:close/>
                  <a:moveTo>
                    <a:pt x="275428" y="461456"/>
                  </a:moveTo>
                  <a:lnTo>
                    <a:pt x="285446" y="461456"/>
                  </a:lnTo>
                  <a:lnTo>
                    <a:pt x="285446" y="465739"/>
                  </a:lnTo>
                  <a:lnTo>
                    <a:pt x="275428" y="465739"/>
                  </a:lnTo>
                  <a:close/>
                  <a:moveTo>
                    <a:pt x="406498" y="464668"/>
                  </a:moveTo>
                  <a:lnTo>
                    <a:pt x="434048" y="464668"/>
                  </a:lnTo>
                  <a:lnTo>
                    <a:pt x="434048" y="465739"/>
                  </a:lnTo>
                  <a:lnTo>
                    <a:pt x="406498" y="465739"/>
                  </a:lnTo>
                  <a:close/>
                  <a:moveTo>
                    <a:pt x="531724" y="464668"/>
                  </a:moveTo>
                  <a:lnTo>
                    <a:pt x="592667" y="464668"/>
                  </a:lnTo>
                  <a:lnTo>
                    <a:pt x="592667" y="465739"/>
                  </a:lnTo>
                  <a:lnTo>
                    <a:pt x="531724" y="465739"/>
                  </a:lnTo>
                  <a:close/>
                  <a:moveTo>
                    <a:pt x="700362" y="453961"/>
                  </a:moveTo>
                  <a:lnTo>
                    <a:pt x="1000000" y="453961"/>
                  </a:lnTo>
                  <a:lnTo>
                    <a:pt x="1000000" y="465739"/>
                  </a:lnTo>
                  <a:lnTo>
                    <a:pt x="700362" y="465739"/>
                  </a:lnTo>
                  <a:close/>
                  <a:moveTo>
                    <a:pt x="200292" y="456103"/>
                  </a:moveTo>
                  <a:lnTo>
                    <a:pt x="216989" y="456103"/>
                  </a:lnTo>
                  <a:lnTo>
                    <a:pt x="216989" y="465739"/>
                  </a:lnTo>
                  <a:lnTo>
                    <a:pt x="200292" y="465739"/>
                  </a:lnTo>
                  <a:close/>
                  <a:moveTo>
                    <a:pt x="466606" y="463597"/>
                  </a:moveTo>
                  <a:lnTo>
                    <a:pt x="508348" y="463597"/>
                  </a:lnTo>
                  <a:lnTo>
                    <a:pt x="508348" y="465739"/>
                  </a:lnTo>
                  <a:lnTo>
                    <a:pt x="466606" y="465739"/>
                  </a:lnTo>
                  <a:close/>
                  <a:moveTo>
                    <a:pt x="276262" y="465739"/>
                  </a:moveTo>
                  <a:lnTo>
                    <a:pt x="285446" y="465739"/>
                  </a:lnTo>
                  <a:lnTo>
                    <a:pt x="285446" y="466809"/>
                  </a:lnTo>
                  <a:lnTo>
                    <a:pt x="276262" y="466809"/>
                  </a:lnTo>
                  <a:close/>
                  <a:moveTo>
                    <a:pt x="530889" y="465739"/>
                  </a:moveTo>
                  <a:lnTo>
                    <a:pt x="592667" y="465739"/>
                  </a:lnTo>
                  <a:lnTo>
                    <a:pt x="592667" y="466809"/>
                  </a:lnTo>
                  <a:lnTo>
                    <a:pt x="530889" y="466809"/>
                  </a:lnTo>
                  <a:close/>
                  <a:moveTo>
                    <a:pt x="447405" y="465739"/>
                  </a:moveTo>
                  <a:lnTo>
                    <a:pt x="454084" y="465739"/>
                  </a:lnTo>
                  <a:lnTo>
                    <a:pt x="454084" y="466809"/>
                  </a:lnTo>
                  <a:lnTo>
                    <a:pt x="447405" y="466809"/>
                  </a:lnTo>
                  <a:close/>
                  <a:moveTo>
                    <a:pt x="229511" y="458244"/>
                  </a:moveTo>
                  <a:lnTo>
                    <a:pt x="257896" y="458244"/>
                  </a:lnTo>
                  <a:lnTo>
                    <a:pt x="257896" y="466809"/>
                  </a:lnTo>
                  <a:lnTo>
                    <a:pt x="229511" y="466809"/>
                  </a:lnTo>
                  <a:close/>
                  <a:moveTo>
                    <a:pt x="406498" y="465739"/>
                  </a:moveTo>
                  <a:lnTo>
                    <a:pt x="439057" y="465739"/>
                  </a:lnTo>
                  <a:lnTo>
                    <a:pt x="439057" y="466809"/>
                  </a:lnTo>
                  <a:lnTo>
                    <a:pt x="406498" y="466809"/>
                  </a:lnTo>
                  <a:close/>
                  <a:moveTo>
                    <a:pt x="349729" y="464668"/>
                  </a:moveTo>
                  <a:lnTo>
                    <a:pt x="374774" y="464668"/>
                  </a:lnTo>
                  <a:lnTo>
                    <a:pt x="374774" y="466809"/>
                  </a:lnTo>
                  <a:lnTo>
                    <a:pt x="349729" y="466809"/>
                  </a:lnTo>
                  <a:close/>
                  <a:moveTo>
                    <a:pt x="626061" y="463597"/>
                  </a:moveTo>
                  <a:lnTo>
                    <a:pt x="652776" y="463597"/>
                  </a:lnTo>
                  <a:lnTo>
                    <a:pt x="652776" y="466809"/>
                  </a:lnTo>
                  <a:lnTo>
                    <a:pt x="626061" y="466809"/>
                  </a:lnTo>
                  <a:close/>
                  <a:moveTo>
                    <a:pt x="406498" y="466809"/>
                  </a:moveTo>
                  <a:lnTo>
                    <a:pt x="444900" y="466809"/>
                  </a:lnTo>
                  <a:lnTo>
                    <a:pt x="444900" y="467880"/>
                  </a:lnTo>
                  <a:lnTo>
                    <a:pt x="406498" y="467880"/>
                  </a:lnTo>
                  <a:close/>
                  <a:moveTo>
                    <a:pt x="530054" y="466809"/>
                  </a:moveTo>
                  <a:lnTo>
                    <a:pt x="592667" y="466809"/>
                  </a:lnTo>
                  <a:lnTo>
                    <a:pt x="592667" y="467880"/>
                  </a:lnTo>
                  <a:lnTo>
                    <a:pt x="530054" y="467880"/>
                  </a:lnTo>
                  <a:close/>
                  <a:moveTo>
                    <a:pt x="230346" y="466809"/>
                  </a:moveTo>
                  <a:lnTo>
                    <a:pt x="257896" y="466809"/>
                  </a:lnTo>
                  <a:lnTo>
                    <a:pt x="257896" y="467880"/>
                  </a:lnTo>
                  <a:lnTo>
                    <a:pt x="230346" y="467880"/>
                  </a:lnTo>
                  <a:close/>
                  <a:moveTo>
                    <a:pt x="465772" y="465739"/>
                  </a:moveTo>
                  <a:lnTo>
                    <a:pt x="508348" y="465739"/>
                  </a:lnTo>
                  <a:lnTo>
                    <a:pt x="508348" y="467880"/>
                  </a:lnTo>
                  <a:lnTo>
                    <a:pt x="465772" y="467880"/>
                  </a:lnTo>
                  <a:close/>
                  <a:moveTo>
                    <a:pt x="446570" y="466809"/>
                  </a:moveTo>
                  <a:lnTo>
                    <a:pt x="454084" y="466809"/>
                  </a:lnTo>
                  <a:lnTo>
                    <a:pt x="454084" y="467880"/>
                  </a:lnTo>
                  <a:lnTo>
                    <a:pt x="446570" y="467880"/>
                  </a:lnTo>
                  <a:close/>
                  <a:moveTo>
                    <a:pt x="529219" y="467880"/>
                  </a:moveTo>
                  <a:lnTo>
                    <a:pt x="592667" y="467880"/>
                  </a:lnTo>
                  <a:lnTo>
                    <a:pt x="592667" y="468951"/>
                  </a:lnTo>
                  <a:lnTo>
                    <a:pt x="529219" y="468951"/>
                  </a:lnTo>
                  <a:close/>
                  <a:moveTo>
                    <a:pt x="349729" y="466809"/>
                  </a:moveTo>
                  <a:lnTo>
                    <a:pt x="375609" y="466809"/>
                  </a:lnTo>
                  <a:lnTo>
                    <a:pt x="375609" y="468951"/>
                  </a:lnTo>
                  <a:lnTo>
                    <a:pt x="349729" y="468951"/>
                  </a:lnTo>
                  <a:close/>
                  <a:moveTo>
                    <a:pt x="276262" y="466809"/>
                  </a:moveTo>
                  <a:lnTo>
                    <a:pt x="286281" y="466809"/>
                  </a:lnTo>
                  <a:lnTo>
                    <a:pt x="286281" y="468951"/>
                  </a:lnTo>
                  <a:lnTo>
                    <a:pt x="276262" y="468951"/>
                  </a:lnTo>
                  <a:close/>
                  <a:moveTo>
                    <a:pt x="464937" y="467880"/>
                  </a:moveTo>
                  <a:lnTo>
                    <a:pt x="509183" y="467880"/>
                  </a:lnTo>
                  <a:lnTo>
                    <a:pt x="509183" y="468951"/>
                  </a:lnTo>
                  <a:lnTo>
                    <a:pt x="464937" y="468951"/>
                  </a:lnTo>
                  <a:close/>
                  <a:moveTo>
                    <a:pt x="521706" y="468951"/>
                  </a:moveTo>
                  <a:lnTo>
                    <a:pt x="592667" y="468951"/>
                  </a:lnTo>
                  <a:lnTo>
                    <a:pt x="592667" y="470021"/>
                  </a:lnTo>
                  <a:lnTo>
                    <a:pt x="521706" y="470021"/>
                  </a:lnTo>
                  <a:close/>
                  <a:moveTo>
                    <a:pt x="276262" y="468951"/>
                  </a:moveTo>
                  <a:lnTo>
                    <a:pt x="287115" y="468951"/>
                  </a:lnTo>
                  <a:lnTo>
                    <a:pt x="287115" y="470021"/>
                  </a:lnTo>
                  <a:lnTo>
                    <a:pt x="276262" y="470021"/>
                  </a:lnTo>
                  <a:close/>
                  <a:moveTo>
                    <a:pt x="626061" y="466809"/>
                  </a:moveTo>
                  <a:lnTo>
                    <a:pt x="653611" y="466809"/>
                  </a:lnTo>
                  <a:lnTo>
                    <a:pt x="653611" y="470021"/>
                  </a:lnTo>
                  <a:lnTo>
                    <a:pt x="626061" y="470021"/>
                  </a:lnTo>
                  <a:close/>
                  <a:moveTo>
                    <a:pt x="464102" y="468951"/>
                  </a:moveTo>
                  <a:lnTo>
                    <a:pt x="510853" y="468951"/>
                  </a:lnTo>
                  <a:lnTo>
                    <a:pt x="510853" y="470021"/>
                  </a:lnTo>
                  <a:lnTo>
                    <a:pt x="464102" y="470021"/>
                  </a:lnTo>
                  <a:close/>
                  <a:moveTo>
                    <a:pt x="349729" y="468951"/>
                  </a:moveTo>
                  <a:lnTo>
                    <a:pt x="377278" y="468951"/>
                  </a:lnTo>
                  <a:lnTo>
                    <a:pt x="377278" y="470021"/>
                  </a:lnTo>
                  <a:lnTo>
                    <a:pt x="349729" y="470021"/>
                  </a:lnTo>
                  <a:close/>
                  <a:moveTo>
                    <a:pt x="230346" y="467880"/>
                  </a:moveTo>
                  <a:lnTo>
                    <a:pt x="258731" y="467880"/>
                  </a:lnTo>
                  <a:lnTo>
                    <a:pt x="258731" y="470021"/>
                  </a:lnTo>
                  <a:lnTo>
                    <a:pt x="230346" y="470021"/>
                  </a:lnTo>
                  <a:close/>
                  <a:moveTo>
                    <a:pt x="406498" y="467880"/>
                  </a:moveTo>
                  <a:lnTo>
                    <a:pt x="454084" y="467880"/>
                  </a:lnTo>
                  <a:lnTo>
                    <a:pt x="454084" y="470021"/>
                  </a:lnTo>
                  <a:lnTo>
                    <a:pt x="406498" y="470021"/>
                  </a:lnTo>
                  <a:close/>
                  <a:moveTo>
                    <a:pt x="349729" y="470021"/>
                  </a:moveTo>
                  <a:lnTo>
                    <a:pt x="378113" y="470021"/>
                  </a:lnTo>
                  <a:lnTo>
                    <a:pt x="378113" y="471092"/>
                  </a:lnTo>
                  <a:lnTo>
                    <a:pt x="349729" y="471092"/>
                  </a:lnTo>
                  <a:close/>
                  <a:moveTo>
                    <a:pt x="463267" y="470021"/>
                  </a:moveTo>
                  <a:lnTo>
                    <a:pt x="512523" y="470021"/>
                  </a:lnTo>
                  <a:lnTo>
                    <a:pt x="512523" y="471092"/>
                  </a:lnTo>
                  <a:lnTo>
                    <a:pt x="463267" y="471092"/>
                  </a:lnTo>
                  <a:close/>
                  <a:moveTo>
                    <a:pt x="699527" y="465739"/>
                  </a:moveTo>
                  <a:lnTo>
                    <a:pt x="1000000" y="465739"/>
                  </a:lnTo>
                  <a:lnTo>
                    <a:pt x="1000000" y="471092"/>
                  </a:lnTo>
                  <a:lnTo>
                    <a:pt x="699527" y="471092"/>
                  </a:lnTo>
                  <a:close/>
                  <a:moveTo>
                    <a:pt x="520871" y="470021"/>
                  </a:moveTo>
                  <a:lnTo>
                    <a:pt x="592667" y="470021"/>
                  </a:lnTo>
                  <a:lnTo>
                    <a:pt x="592667" y="471092"/>
                  </a:lnTo>
                  <a:lnTo>
                    <a:pt x="520871" y="471092"/>
                  </a:lnTo>
                  <a:close/>
                  <a:moveTo>
                    <a:pt x="516697" y="470021"/>
                  </a:moveTo>
                  <a:lnTo>
                    <a:pt x="517532" y="470021"/>
                  </a:lnTo>
                  <a:lnTo>
                    <a:pt x="517532" y="471092"/>
                  </a:lnTo>
                  <a:lnTo>
                    <a:pt x="516697" y="471092"/>
                  </a:lnTo>
                  <a:close/>
                  <a:moveTo>
                    <a:pt x="231181" y="470021"/>
                  </a:moveTo>
                  <a:lnTo>
                    <a:pt x="258731" y="470021"/>
                  </a:lnTo>
                  <a:lnTo>
                    <a:pt x="258731" y="471092"/>
                  </a:lnTo>
                  <a:lnTo>
                    <a:pt x="231181" y="471092"/>
                  </a:lnTo>
                  <a:close/>
                  <a:moveTo>
                    <a:pt x="311326" y="456103"/>
                  </a:moveTo>
                  <a:lnTo>
                    <a:pt x="336371" y="456103"/>
                  </a:lnTo>
                  <a:lnTo>
                    <a:pt x="336371" y="472163"/>
                  </a:lnTo>
                  <a:lnTo>
                    <a:pt x="311326" y="472163"/>
                  </a:lnTo>
                  <a:close/>
                  <a:moveTo>
                    <a:pt x="405663" y="470021"/>
                  </a:moveTo>
                  <a:lnTo>
                    <a:pt x="454084" y="470021"/>
                  </a:lnTo>
                  <a:lnTo>
                    <a:pt x="454084" y="472163"/>
                  </a:lnTo>
                  <a:lnTo>
                    <a:pt x="405663" y="472163"/>
                  </a:lnTo>
                  <a:close/>
                  <a:moveTo>
                    <a:pt x="463267" y="471092"/>
                  </a:moveTo>
                  <a:lnTo>
                    <a:pt x="592667" y="471092"/>
                  </a:lnTo>
                  <a:lnTo>
                    <a:pt x="592667" y="472163"/>
                  </a:lnTo>
                  <a:lnTo>
                    <a:pt x="463267" y="472163"/>
                  </a:lnTo>
                  <a:close/>
                  <a:moveTo>
                    <a:pt x="626061" y="470021"/>
                  </a:moveTo>
                  <a:lnTo>
                    <a:pt x="654446" y="470021"/>
                  </a:lnTo>
                  <a:lnTo>
                    <a:pt x="654446" y="472163"/>
                  </a:lnTo>
                  <a:lnTo>
                    <a:pt x="626061" y="472163"/>
                  </a:lnTo>
                  <a:close/>
                  <a:moveTo>
                    <a:pt x="350563" y="471092"/>
                  </a:moveTo>
                  <a:lnTo>
                    <a:pt x="378113" y="471092"/>
                  </a:lnTo>
                  <a:lnTo>
                    <a:pt x="378113" y="472163"/>
                  </a:lnTo>
                  <a:lnTo>
                    <a:pt x="350563" y="472163"/>
                  </a:lnTo>
                  <a:close/>
                  <a:moveTo>
                    <a:pt x="276262" y="470021"/>
                  </a:moveTo>
                  <a:lnTo>
                    <a:pt x="287950" y="470021"/>
                  </a:lnTo>
                  <a:lnTo>
                    <a:pt x="287950" y="473233"/>
                  </a:lnTo>
                  <a:lnTo>
                    <a:pt x="276262" y="473233"/>
                  </a:lnTo>
                  <a:close/>
                  <a:moveTo>
                    <a:pt x="462432" y="472163"/>
                  </a:moveTo>
                  <a:lnTo>
                    <a:pt x="592667" y="472163"/>
                  </a:lnTo>
                  <a:lnTo>
                    <a:pt x="592667" y="473233"/>
                  </a:lnTo>
                  <a:lnTo>
                    <a:pt x="462432" y="473233"/>
                  </a:lnTo>
                  <a:close/>
                  <a:moveTo>
                    <a:pt x="232016" y="471092"/>
                  </a:moveTo>
                  <a:lnTo>
                    <a:pt x="259566" y="471092"/>
                  </a:lnTo>
                  <a:lnTo>
                    <a:pt x="259566" y="473233"/>
                  </a:lnTo>
                  <a:lnTo>
                    <a:pt x="232016" y="473233"/>
                  </a:lnTo>
                  <a:close/>
                  <a:moveTo>
                    <a:pt x="350563" y="472163"/>
                  </a:moveTo>
                  <a:lnTo>
                    <a:pt x="379783" y="472163"/>
                  </a:lnTo>
                  <a:lnTo>
                    <a:pt x="379783" y="473233"/>
                  </a:lnTo>
                  <a:lnTo>
                    <a:pt x="350563" y="473233"/>
                  </a:lnTo>
                  <a:close/>
                  <a:moveTo>
                    <a:pt x="200292" y="465739"/>
                  </a:moveTo>
                  <a:lnTo>
                    <a:pt x="217824" y="465739"/>
                  </a:lnTo>
                  <a:lnTo>
                    <a:pt x="217824" y="474304"/>
                  </a:lnTo>
                  <a:lnTo>
                    <a:pt x="200292" y="474304"/>
                  </a:lnTo>
                  <a:close/>
                  <a:moveTo>
                    <a:pt x="232016" y="473233"/>
                  </a:moveTo>
                  <a:lnTo>
                    <a:pt x="260401" y="473233"/>
                  </a:lnTo>
                  <a:lnTo>
                    <a:pt x="260401" y="474304"/>
                  </a:lnTo>
                  <a:lnTo>
                    <a:pt x="232016" y="474304"/>
                  </a:lnTo>
                  <a:close/>
                  <a:moveTo>
                    <a:pt x="350563" y="473233"/>
                  </a:moveTo>
                  <a:lnTo>
                    <a:pt x="380618" y="473233"/>
                  </a:lnTo>
                  <a:lnTo>
                    <a:pt x="380618" y="474304"/>
                  </a:lnTo>
                  <a:lnTo>
                    <a:pt x="350563" y="474304"/>
                  </a:lnTo>
                  <a:close/>
                  <a:moveTo>
                    <a:pt x="461597" y="473233"/>
                  </a:moveTo>
                  <a:lnTo>
                    <a:pt x="592667" y="473233"/>
                  </a:lnTo>
                  <a:lnTo>
                    <a:pt x="592667" y="474304"/>
                  </a:lnTo>
                  <a:lnTo>
                    <a:pt x="461597" y="474304"/>
                  </a:lnTo>
                  <a:close/>
                  <a:moveTo>
                    <a:pt x="275428" y="473233"/>
                  </a:moveTo>
                  <a:lnTo>
                    <a:pt x="287950" y="473233"/>
                  </a:lnTo>
                  <a:lnTo>
                    <a:pt x="287950" y="474304"/>
                  </a:lnTo>
                  <a:lnTo>
                    <a:pt x="275428" y="474304"/>
                  </a:lnTo>
                  <a:close/>
                  <a:moveTo>
                    <a:pt x="351398" y="474304"/>
                  </a:moveTo>
                  <a:lnTo>
                    <a:pt x="381453" y="474304"/>
                  </a:lnTo>
                  <a:lnTo>
                    <a:pt x="381453" y="475375"/>
                  </a:lnTo>
                  <a:lnTo>
                    <a:pt x="351398" y="475375"/>
                  </a:lnTo>
                  <a:close/>
                  <a:moveTo>
                    <a:pt x="275428" y="474304"/>
                  </a:moveTo>
                  <a:lnTo>
                    <a:pt x="288785" y="474304"/>
                  </a:lnTo>
                  <a:lnTo>
                    <a:pt x="288785" y="475375"/>
                  </a:lnTo>
                  <a:lnTo>
                    <a:pt x="275428" y="475375"/>
                  </a:lnTo>
                  <a:close/>
                  <a:moveTo>
                    <a:pt x="698692" y="471092"/>
                  </a:moveTo>
                  <a:lnTo>
                    <a:pt x="1000000" y="471092"/>
                  </a:lnTo>
                  <a:lnTo>
                    <a:pt x="1000000" y="475375"/>
                  </a:lnTo>
                  <a:lnTo>
                    <a:pt x="698692" y="475375"/>
                  </a:lnTo>
                  <a:close/>
                  <a:moveTo>
                    <a:pt x="311326" y="472163"/>
                  </a:moveTo>
                  <a:lnTo>
                    <a:pt x="337206" y="472163"/>
                  </a:lnTo>
                  <a:lnTo>
                    <a:pt x="337206" y="475375"/>
                  </a:lnTo>
                  <a:lnTo>
                    <a:pt x="311326" y="475375"/>
                  </a:lnTo>
                  <a:close/>
                  <a:moveTo>
                    <a:pt x="200292" y="474304"/>
                  </a:moveTo>
                  <a:lnTo>
                    <a:pt x="218658" y="474304"/>
                  </a:lnTo>
                  <a:lnTo>
                    <a:pt x="218658" y="476445"/>
                  </a:lnTo>
                  <a:lnTo>
                    <a:pt x="200292" y="476445"/>
                  </a:lnTo>
                  <a:close/>
                  <a:moveTo>
                    <a:pt x="275428" y="475375"/>
                  </a:moveTo>
                  <a:lnTo>
                    <a:pt x="289620" y="475375"/>
                  </a:lnTo>
                  <a:lnTo>
                    <a:pt x="289620" y="476445"/>
                  </a:lnTo>
                  <a:lnTo>
                    <a:pt x="275428" y="476445"/>
                  </a:lnTo>
                  <a:close/>
                  <a:moveTo>
                    <a:pt x="460762" y="474304"/>
                  </a:moveTo>
                  <a:lnTo>
                    <a:pt x="592667" y="474304"/>
                  </a:lnTo>
                  <a:lnTo>
                    <a:pt x="592667" y="476445"/>
                  </a:lnTo>
                  <a:lnTo>
                    <a:pt x="460762" y="476445"/>
                  </a:lnTo>
                  <a:close/>
                  <a:moveTo>
                    <a:pt x="404828" y="472163"/>
                  </a:moveTo>
                  <a:lnTo>
                    <a:pt x="454084" y="472163"/>
                  </a:lnTo>
                  <a:lnTo>
                    <a:pt x="454084" y="476445"/>
                  </a:lnTo>
                  <a:lnTo>
                    <a:pt x="404828" y="476445"/>
                  </a:lnTo>
                  <a:close/>
                  <a:moveTo>
                    <a:pt x="351398" y="475375"/>
                  </a:moveTo>
                  <a:lnTo>
                    <a:pt x="387296" y="475375"/>
                  </a:lnTo>
                  <a:lnTo>
                    <a:pt x="387296" y="476445"/>
                  </a:lnTo>
                  <a:lnTo>
                    <a:pt x="351398" y="476445"/>
                  </a:lnTo>
                  <a:close/>
                  <a:moveTo>
                    <a:pt x="232851" y="474304"/>
                  </a:moveTo>
                  <a:lnTo>
                    <a:pt x="260401" y="474304"/>
                  </a:lnTo>
                  <a:lnTo>
                    <a:pt x="260401" y="477516"/>
                  </a:lnTo>
                  <a:lnTo>
                    <a:pt x="232851" y="477516"/>
                  </a:lnTo>
                  <a:close/>
                  <a:moveTo>
                    <a:pt x="351398" y="476445"/>
                  </a:moveTo>
                  <a:lnTo>
                    <a:pt x="388131" y="476445"/>
                  </a:lnTo>
                  <a:lnTo>
                    <a:pt x="388131" y="477516"/>
                  </a:lnTo>
                  <a:lnTo>
                    <a:pt x="351398" y="477516"/>
                  </a:lnTo>
                  <a:close/>
                  <a:moveTo>
                    <a:pt x="0" y="445396"/>
                  </a:moveTo>
                  <a:lnTo>
                    <a:pt x="146862" y="445396"/>
                  </a:lnTo>
                  <a:lnTo>
                    <a:pt x="146862" y="477516"/>
                  </a:lnTo>
                  <a:lnTo>
                    <a:pt x="0" y="477516"/>
                  </a:lnTo>
                  <a:close/>
                  <a:moveTo>
                    <a:pt x="233686" y="477516"/>
                  </a:moveTo>
                  <a:lnTo>
                    <a:pt x="260401" y="477516"/>
                  </a:lnTo>
                  <a:lnTo>
                    <a:pt x="260401" y="478587"/>
                  </a:lnTo>
                  <a:lnTo>
                    <a:pt x="233686" y="478587"/>
                  </a:lnTo>
                  <a:close/>
                  <a:moveTo>
                    <a:pt x="351398" y="477516"/>
                  </a:moveTo>
                  <a:lnTo>
                    <a:pt x="388966" y="477516"/>
                  </a:lnTo>
                  <a:lnTo>
                    <a:pt x="388966" y="478587"/>
                  </a:lnTo>
                  <a:lnTo>
                    <a:pt x="351398" y="478587"/>
                  </a:lnTo>
                  <a:close/>
                  <a:moveTo>
                    <a:pt x="403993" y="476445"/>
                  </a:moveTo>
                  <a:lnTo>
                    <a:pt x="454084" y="476445"/>
                  </a:lnTo>
                  <a:lnTo>
                    <a:pt x="454084" y="478587"/>
                  </a:lnTo>
                  <a:lnTo>
                    <a:pt x="403993" y="478587"/>
                  </a:lnTo>
                  <a:close/>
                  <a:moveTo>
                    <a:pt x="459093" y="476445"/>
                  </a:moveTo>
                  <a:lnTo>
                    <a:pt x="592667" y="476445"/>
                  </a:lnTo>
                  <a:lnTo>
                    <a:pt x="592667" y="478587"/>
                  </a:lnTo>
                  <a:lnTo>
                    <a:pt x="459093" y="478587"/>
                  </a:lnTo>
                  <a:close/>
                  <a:moveTo>
                    <a:pt x="626061" y="472163"/>
                  </a:moveTo>
                  <a:lnTo>
                    <a:pt x="655281" y="472163"/>
                  </a:lnTo>
                  <a:lnTo>
                    <a:pt x="655281" y="478587"/>
                  </a:lnTo>
                  <a:lnTo>
                    <a:pt x="626061" y="478587"/>
                  </a:lnTo>
                  <a:close/>
                  <a:moveTo>
                    <a:pt x="276262" y="476445"/>
                  </a:moveTo>
                  <a:lnTo>
                    <a:pt x="290455" y="476445"/>
                  </a:lnTo>
                  <a:lnTo>
                    <a:pt x="290455" y="479657"/>
                  </a:lnTo>
                  <a:lnTo>
                    <a:pt x="276262" y="479657"/>
                  </a:lnTo>
                  <a:close/>
                  <a:moveTo>
                    <a:pt x="403993" y="478587"/>
                  </a:moveTo>
                  <a:lnTo>
                    <a:pt x="455753" y="478587"/>
                  </a:lnTo>
                  <a:lnTo>
                    <a:pt x="455753" y="479657"/>
                  </a:lnTo>
                  <a:lnTo>
                    <a:pt x="403993" y="479657"/>
                  </a:lnTo>
                  <a:close/>
                  <a:moveTo>
                    <a:pt x="457423" y="478587"/>
                  </a:moveTo>
                  <a:lnTo>
                    <a:pt x="592667" y="478587"/>
                  </a:lnTo>
                  <a:lnTo>
                    <a:pt x="592667" y="479657"/>
                  </a:lnTo>
                  <a:lnTo>
                    <a:pt x="457423" y="479657"/>
                  </a:lnTo>
                  <a:close/>
                  <a:moveTo>
                    <a:pt x="350563" y="478587"/>
                  </a:moveTo>
                  <a:lnTo>
                    <a:pt x="388966" y="478587"/>
                  </a:lnTo>
                  <a:lnTo>
                    <a:pt x="388966" y="480728"/>
                  </a:lnTo>
                  <a:lnTo>
                    <a:pt x="350563" y="480728"/>
                  </a:lnTo>
                  <a:close/>
                  <a:moveTo>
                    <a:pt x="626061" y="478587"/>
                  </a:moveTo>
                  <a:lnTo>
                    <a:pt x="656115" y="478587"/>
                  </a:lnTo>
                  <a:lnTo>
                    <a:pt x="656115" y="480728"/>
                  </a:lnTo>
                  <a:lnTo>
                    <a:pt x="626061" y="480728"/>
                  </a:lnTo>
                  <a:close/>
                  <a:moveTo>
                    <a:pt x="234520" y="478587"/>
                  </a:moveTo>
                  <a:lnTo>
                    <a:pt x="261235" y="478587"/>
                  </a:lnTo>
                  <a:lnTo>
                    <a:pt x="261235" y="480728"/>
                  </a:lnTo>
                  <a:lnTo>
                    <a:pt x="234520" y="480728"/>
                  </a:lnTo>
                  <a:close/>
                  <a:moveTo>
                    <a:pt x="351398" y="480728"/>
                  </a:moveTo>
                  <a:lnTo>
                    <a:pt x="388966" y="480728"/>
                  </a:lnTo>
                  <a:lnTo>
                    <a:pt x="388966" y="481799"/>
                  </a:lnTo>
                  <a:lnTo>
                    <a:pt x="351398" y="481799"/>
                  </a:lnTo>
                  <a:close/>
                  <a:moveTo>
                    <a:pt x="626061" y="480728"/>
                  </a:moveTo>
                  <a:lnTo>
                    <a:pt x="656950" y="480728"/>
                  </a:lnTo>
                  <a:lnTo>
                    <a:pt x="656950" y="481799"/>
                  </a:lnTo>
                  <a:lnTo>
                    <a:pt x="626061" y="481799"/>
                  </a:lnTo>
                  <a:close/>
                  <a:moveTo>
                    <a:pt x="403993" y="479657"/>
                  </a:moveTo>
                  <a:lnTo>
                    <a:pt x="592667" y="479657"/>
                  </a:lnTo>
                  <a:lnTo>
                    <a:pt x="592667" y="481799"/>
                  </a:lnTo>
                  <a:lnTo>
                    <a:pt x="403993" y="481799"/>
                  </a:lnTo>
                  <a:close/>
                  <a:moveTo>
                    <a:pt x="200292" y="476445"/>
                  </a:moveTo>
                  <a:lnTo>
                    <a:pt x="219493" y="476445"/>
                  </a:lnTo>
                  <a:lnTo>
                    <a:pt x="219493" y="481799"/>
                  </a:lnTo>
                  <a:lnTo>
                    <a:pt x="200292" y="481799"/>
                  </a:lnTo>
                  <a:close/>
                  <a:moveTo>
                    <a:pt x="276262" y="479657"/>
                  </a:moveTo>
                  <a:lnTo>
                    <a:pt x="291290" y="479657"/>
                  </a:lnTo>
                  <a:lnTo>
                    <a:pt x="291290" y="481799"/>
                  </a:lnTo>
                  <a:lnTo>
                    <a:pt x="276262" y="481799"/>
                  </a:lnTo>
                  <a:close/>
                  <a:moveTo>
                    <a:pt x="235355" y="480728"/>
                  </a:moveTo>
                  <a:lnTo>
                    <a:pt x="261235" y="480728"/>
                  </a:lnTo>
                  <a:lnTo>
                    <a:pt x="261235" y="482869"/>
                  </a:lnTo>
                  <a:lnTo>
                    <a:pt x="235355" y="482869"/>
                  </a:lnTo>
                  <a:close/>
                  <a:moveTo>
                    <a:pt x="276262" y="481799"/>
                  </a:moveTo>
                  <a:lnTo>
                    <a:pt x="292124" y="481799"/>
                  </a:lnTo>
                  <a:lnTo>
                    <a:pt x="292124" y="482869"/>
                  </a:lnTo>
                  <a:lnTo>
                    <a:pt x="276262" y="482869"/>
                  </a:lnTo>
                  <a:close/>
                  <a:moveTo>
                    <a:pt x="403158" y="481799"/>
                  </a:moveTo>
                  <a:lnTo>
                    <a:pt x="592667" y="481799"/>
                  </a:lnTo>
                  <a:lnTo>
                    <a:pt x="592667" y="482869"/>
                  </a:lnTo>
                  <a:lnTo>
                    <a:pt x="403158" y="482869"/>
                  </a:lnTo>
                  <a:close/>
                  <a:moveTo>
                    <a:pt x="312161" y="475375"/>
                  </a:moveTo>
                  <a:lnTo>
                    <a:pt x="337206" y="475375"/>
                  </a:lnTo>
                  <a:lnTo>
                    <a:pt x="337206" y="482869"/>
                  </a:lnTo>
                  <a:lnTo>
                    <a:pt x="312161" y="482869"/>
                  </a:lnTo>
                  <a:close/>
                  <a:moveTo>
                    <a:pt x="351398" y="481799"/>
                  </a:moveTo>
                  <a:lnTo>
                    <a:pt x="389801" y="481799"/>
                  </a:lnTo>
                  <a:lnTo>
                    <a:pt x="389801" y="482869"/>
                  </a:lnTo>
                  <a:lnTo>
                    <a:pt x="351398" y="482869"/>
                  </a:lnTo>
                  <a:close/>
                  <a:moveTo>
                    <a:pt x="350563" y="482869"/>
                  </a:moveTo>
                  <a:lnTo>
                    <a:pt x="393140" y="482869"/>
                  </a:lnTo>
                  <a:lnTo>
                    <a:pt x="393140" y="483940"/>
                  </a:lnTo>
                  <a:lnTo>
                    <a:pt x="350563" y="483940"/>
                  </a:lnTo>
                  <a:close/>
                  <a:moveTo>
                    <a:pt x="236190" y="482869"/>
                  </a:moveTo>
                  <a:lnTo>
                    <a:pt x="260401" y="482869"/>
                  </a:lnTo>
                  <a:lnTo>
                    <a:pt x="260401" y="483940"/>
                  </a:lnTo>
                  <a:lnTo>
                    <a:pt x="236190" y="483940"/>
                  </a:lnTo>
                  <a:close/>
                  <a:moveTo>
                    <a:pt x="402324" y="482869"/>
                  </a:moveTo>
                  <a:lnTo>
                    <a:pt x="592667" y="482869"/>
                  </a:lnTo>
                  <a:lnTo>
                    <a:pt x="592667" y="483940"/>
                  </a:lnTo>
                  <a:lnTo>
                    <a:pt x="402324" y="483940"/>
                  </a:lnTo>
                  <a:close/>
                  <a:moveTo>
                    <a:pt x="311326" y="482869"/>
                  </a:moveTo>
                  <a:lnTo>
                    <a:pt x="337206" y="482869"/>
                  </a:lnTo>
                  <a:lnTo>
                    <a:pt x="337206" y="483940"/>
                  </a:lnTo>
                  <a:lnTo>
                    <a:pt x="311326" y="483940"/>
                  </a:lnTo>
                  <a:close/>
                  <a:moveTo>
                    <a:pt x="626061" y="481799"/>
                  </a:moveTo>
                  <a:lnTo>
                    <a:pt x="657785" y="481799"/>
                  </a:lnTo>
                  <a:lnTo>
                    <a:pt x="657785" y="485011"/>
                  </a:lnTo>
                  <a:lnTo>
                    <a:pt x="626061" y="485011"/>
                  </a:lnTo>
                  <a:close/>
                  <a:moveTo>
                    <a:pt x="237025" y="483940"/>
                  </a:moveTo>
                  <a:lnTo>
                    <a:pt x="260401" y="483940"/>
                  </a:lnTo>
                  <a:lnTo>
                    <a:pt x="260401" y="485011"/>
                  </a:lnTo>
                  <a:lnTo>
                    <a:pt x="237025" y="485011"/>
                  </a:lnTo>
                  <a:close/>
                  <a:moveTo>
                    <a:pt x="276262" y="482869"/>
                  </a:moveTo>
                  <a:lnTo>
                    <a:pt x="292959" y="482869"/>
                  </a:lnTo>
                  <a:lnTo>
                    <a:pt x="292959" y="485011"/>
                  </a:lnTo>
                  <a:lnTo>
                    <a:pt x="276262" y="485011"/>
                  </a:lnTo>
                  <a:close/>
                  <a:moveTo>
                    <a:pt x="400654" y="483940"/>
                  </a:moveTo>
                  <a:lnTo>
                    <a:pt x="592667" y="483940"/>
                  </a:lnTo>
                  <a:lnTo>
                    <a:pt x="592667" y="485011"/>
                  </a:lnTo>
                  <a:lnTo>
                    <a:pt x="400654" y="485011"/>
                  </a:lnTo>
                  <a:close/>
                  <a:moveTo>
                    <a:pt x="351398" y="483940"/>
                  </a:moveTo>
                  <a:lnTo>
                    <a:pt x="396480" y="483940"/>
                  </a:lnTo>
                  <a:lnTo>
                    <a:pt x="396480" y="485011"/>
                  </a:lnTo>
                  <a:lnTo>
                    <a:pt x="351398" y="485011"/>
                  </a:lnTo>
                  <a:close/>
                  <a:moveTo>
                    <a:pt x="237860" y="485011"/>
                  </a:moveTo>
                  <a:lnTo>
                    <a:pt x="258731" y="485011"/>
                  </a:lnTo>
                  <a:lnTo>
                    <a:pt x="258731" y="486081"/>
                  </a:lnTo>
                  <a:lnTo>
                    <a:pt x="237860" y="486081"/>
                  </a:lnTo>
                  <a:close/>
                  <a:moveTo>
                    <a:pt x="312161" y="483940"/>
                  </a:moveTo>
                  <a:lnTo>
                    <a:pt x="337206" y="483940"/>
                  </a:lnTo>
                  <a:lnTo>
                    <a:pt x="337206" y="486081"/>
                  </a:lnTo>
                  <a:lnTo>
                    <a:pt x="312161" y="486081"/>
                  </a:lnTo>
                  <a:close/>
                  <a:moveTo>
                    <a:pt x="626061" y="485011"/>
                  </a:moveTo>
                  <a:lnTo>
                    <a:pt x="658620" y="485011"/>
                  </a:lnTo>
                  <a:lnTo>
                    <a:pt x="658620" y="486081"/>
                  </a:lnTo>
                  <a:lnTo>
                    <a:pt x="626061" y="486081"/>
                  </a:lnTo>
                  <a:close/>
                  <a:moveTo>
                    <a:pt x="351398" y="485011"/>
                  </a:moveTo>
                  <a:lnTo>
                    <a:pt x="592667" y="485011"/>
                  </a:lnTo>
                  <a:lnTo>
                    <a:pt x="592667" y="487152"/>
                  </a:lnTo>
                  <a:lnTo>
                    <a:pt x="351398" y="487152"/>
                  </a:lnTo>
                  <a:close/>
                  <a:moveTo>
                    <a:pt x="312161" y="486081"/>
                  </a:moveTo>
                  <a:lnTo>
                    <a:pt x="338041" y="486081"/>
                  </a:lnTo>
                  <a:lnTo>
                    <a:pt x="338041" y="487152"/>
                  </a:lnTo>
                  <a:lnTo>
                    <a:pt x="312161" y="487152"/>
                  </a:lnTo>
                  <a:close/>
                  <a:moveTo>
                    <a:pt x="237860" y="486081"/>
                  </a:moveTo>
                  <a:lnTo>
                    <a:pt x="257896" y="486081"/>
                  </a:lnTo>
                  <a:lnTo>
                    <a:pt x="257896" y="487152"/>
                  </a:lnTo>
                  <a:lnTo>
                    <a:pt x="237860" y="487152"/>
                  </a:lnTo>
                  <a:close/>
                  <a:moveTo>
                    <a:pt x="626061" y="486081"/>
                  </a:moveTo>
                  <a:lnTo>
                    <a:pt x="661124" y="486081"/>
                  </a:lnTo>
                  <a:lnTo>
                    <a:pt x="661124" y="487152"/>
                  </a:lnTo>
                  <a:lnTo>
                    <a:pt x="626061" y="487152"/>
                  </a:lnTo>
                  <a:close/>
                  <a:moveTo>
                    <a:pt x="276262" y="485011"/>
                  </a:moveTo>
                  <a:lnTo>
                    <a:pt x="293794" y="485011"/>
                  </a:lnTo>
                  <a:lnTo>
                    <a:pt x="293794" y="487152"/>
                  </a:lnTo>
                  <a:lnTo>
                    <a:pt x="276262" y="487152"/>
                  </a:lnTo>
                  <a:close/>
                  <a:moveTo>
                    <a:pt x="238695" y="487152"/>
                  </a:moveTo>
                  <a:lnTo>
                    <a:pt x="255391" y="487152"/>
                  </a:lnTo>
                  <a:lnTo>
                    <a:pt x="255391" y="488223"/>
                  </a:lnTo>
                  <a:lnTo>
                    <a:pt x="238695" y="488223"/>
                  </a:lnTo>
                  <a:close/>
                  <a:moveTo>
                    <a:pt x="626061" y="487152"/>
                  </a:moveTo>
                  <a:lnTo>
                    <a:pt x="661959" y="487152"/>
                  </a:lnTo>
                  <a:lnTo>
                    <a:pt x="661959" y="488223"/>
                  </a:lnTo>
                  <a:lnTo>
                    <a:pt x="626061" y="488223"/>
                  </a:lnTo>
                  <a:close/>
                  <a:moveTo>
                    <a:pt x="276262" y="487152"/>
                  </a:moveTo>
                  <a:lnTo>
                    <a:pt x="294629" y="487152"/>
                  </a:lnTo>
                  <a:lnTo>
                    <a:pt x="294629" y="488223"/>
                  </a:lnTo>
                  <a:lnTo>
                    <a:pt x="276262" y="488223"/>
                  </a:lnTo>
                  <a:close/>
                  <a:moveTo>
                    <a:pt x="276262" y="488223"/>
                  </a:moveTo>
                  <a:lnTo>
                    <a:pt x="295464" y="488223"/>
                  </a:lnTo>
                  <a:lnTo>
                    <a:pt x="295464" y="489293"/>
                  </a:lnTo>
                  <a:lnTo>
                    <a:pt x="276262" y="489293"/>
                  </a:lnTo>
                  <a:close/>
                  <a:moveTo>
                    <a:pt x="311326" y="487152"/>
                  </a:moveTo>
                  <a:lnTo>
                    <a:pt x="338876" y="487152"/>
                  </a:lnTo>
                  <a:lnTo>
                    <a:pt x="338876" y="489293"/>
                  </a:lnTo>
                  <a:lnTo>
                    <a:pt x="311326" y="489293"/>
                  </a:lnTo>
                  <a:close/>
                  <a:moveTo>
                    <a:pt x="626061" y="488223"/>
                  </a:moveTo>
                  <a:lnTo>
                    <a:pt x="663629" y="488223"/>
                  </a:lnTo>
                  <a:lnTo>
                    <a:pt x="663629" y="489293"/>
                  </a:lnTo>
                  <a:lnTo>
                    <a:pt x="626061" y="489293"/>
                  </a:lnTo>
                  <a:close/>
                  <a:moveTo>
                    <a:pt x="239529" y="488223"/>
                  </a:moveTo>
                  <a:lnTo>
                    <a:pt x="253722" y="488223"/>
                  </a:lnTo>
                  <a:lnTo>
                    <a:pt x="253722" y="489293"/>
                  </a:lnTo>
                  <a:lnTo>
                    <a:pt x="239529" y="489293"/>
                  </a:lnTo>
                  <a:close/>
                  <a:moveTo>
                    <a:pt x="311326" y="489293"/>
                  </a:moveTo>
                  <a:lnTo>
                    <a:pt x="339710" y="489293"/>
                  </a:lnTo>
                  <a:lnTo>
                    <a:pt x="339710" y="490364"/>
                  </a:lnTo>
                  <a:lnTo>
                    <a:pt x="311326" y="490364"/>
                  </a:lnTo>
                  <a:close/>
                  <a:moveTo>
                    <a:pt x="200292" y="481799"/>
                  </a:moveTo>
                  <a:lnTo>
                    <a:pt x="220328" y="481799"/>
                  </a:lnTo>
                  <a:lnTo>
                    <a:pt x="220328" y="490364"/>
                  </a:lnTo>
                  <a:lnTo>
                    <a:pt x="200292" y="490364"/>
                  </a:lnTo>
                  <a:close/>
                  <a:moveTo>
                    <a:pt x="626896" y="489293"/>
                  </a:moveTo>
                  <a:lnTo>
                    <a:pt x="666968" y="489293"/>
                  </a:lnTo>
                  <a:lnTo>
                    <a:pt x="666968" y="490364"/>
                  </a:lnTo>
                  <a:lnTo>
                    <a:pt x="626896" y="490364"/>
                  </a:lnTo>
                  <a:close/>
                  <a:moveTo>
                    <a:pt x="240364" y="489293"/>
                  </a:moveTo>
                  <a:lnTo>
                    <a:pt x="252887" y="489293"/>
                  </a:lnTo>
                  <a:lnTo>
                    <a:pt x="252887" y="490364"/>
                  </a:lnTo>
                  <a:lnTo>
                    <a:pt x="240364" y="490364"/>
                  </a:lnTo>
                  <a:close/>
                  <a:moveTo>
                    <a:pt x="201127" y="490364"/>
                  </a:moveTo>
                  <a:lnTo>
                    <a:pt x="220328" y="490364"/>
                  </a:lnTo>
                  <a:lnTo>
                    <a:pt x="220328" y="491435"/>
                  </a:lnTo>
                  <a:lnTo>
                    <a:pt x="201127" y="491435"/>
                  </a:lnTo>
                  <a:close/>
                  <a:moveTo>
                    <a:pt x="626896" y="490364"/>
                  </a:moveTo>
                  <a:lnTo>
                    <a:pt x="667803" y="490364"/>
                  </a:lnTo>
                  <a:lnTo>
                    <a:pt x="667803" y="491435"/>
                  </a:lnTo>
                  <a:lnTo>
                    <a:pt x="626896" y="491435"/>
                  </a:lnTo>
                  <a:close/>
                  <a:moveTo>
                    <a:pt x="351398" y="487152"/>
                  </a:moveTo>
                  <a:lnTo>
                    <a:pt x="591833" y="487152"/>
                  </a:lnTo>
                  <a:lnTo>
                    <a:pt x="591833" y="491435"/>
                  </a:lnTo>
                  <a:lnTo>
                    <a:pt x="351398" y="491435"/>
                  </a:lnTo>
                  <a:close/>
                  <a:moveTo>
                    <a:pt x="241199" y="490364"/>
                  </a:moveTo>
                  <a:lnTo>
                    <a:pt x="251217" y="490364"/>
                  </a:lnTo>
                  <a:lnTo>
                    <a:pt x="251217" y="491435"/>
                  </a:lnTo>
                  <a:lnTo>
                    <a:pt x="241199" y="491435"/>
                  </a:lnTo>
                  <a:close/>
                  <a:moveTo>
                    <a:pt x="242869" y="491435"/>
                  </a:moveTo>
                  <a:lnTo>
                    <a:pt x="248713" y="491435"/>
                  </a:lnTo>
                  <a:lnTo>
                    <a:pt x="248713" y="492505"/>
                  </a:lnTo>
                  <a:lnTo>
                    <a:pt x="242869" y="492505"/>
                  </a:lnTo>
                  <a:close/>
                  <a:moveTo>
                    <a:pt x="201127" y="491435"/>
                  </a:moveTo>
                  <a:lnTo>
                    <a:pt x="221163" y="491435"/>
                  </a:lnTo>
                  <a:lnTo>
                    <a:pt x="221163" y="492505"/>
                  </a:lnTo>
                  <a:lnTo>
                    <a:pt x="201127" y="492505"/>
                  </a:lnTo>
                  <a:close/>
                  <a:moveTo>
                    <a:pt x="276262" y="489293"/>
                  </a:moveTo>
                  <a:lnTo>
                    <a:pt x="296299" y="489293"/>
                  </a:lnTo>
                  <a:lnTo>
                    <a:pt x="296299" y="492505"/>
                  </a:lnTo>
                  <a:lnTo>
                    <a:pt x="276262" y="492505"/>
                  </a:lnTo>
                  <a:close/>
                  <a:moveTo>
                    <a:pt x="243704" y="492505"/>
                  </a:moveTo>
                  <a:lnTo>
                    <a:pt x="247878" y="492505"/>
                  </a:lnTo>
                  <a:lnTo>
                    <a:pt x="247878" y="493576"/>
                  </a:lnTo>
                  <a:lnTo>
                    <a:pt x="243704" y="493576"/>
                  </a:lnTo>
                  <a:close/>
                  <a:moveTo>
                    <a:pt x="276262" y="492505"/>
                  </a:moveTo>
                  <a:lnTo>
                    <a:pt x="297134" y="492505"/>
                  </a:lnTo>
                  <a:lnTo>
                    <a:pt x="297134" y="493576"/>
                  </a:lnTo>
                  <a:lnTo>
                    <a:pt x="276262" y="493576"/>
                  </a:lnTo>
                  <a:close/>
                  <a:moveTo>
                    <a:pt x="312161" y="490364"/>
                  </a:moveTo>
                  <a:lnTo>
                    <a:pt x="339710" y="490364"/>
                  </a:lnTo>
                  <a:lnTo>
                    <a:pt x="339710" y="493576"/>
                  </a:lnTo>
                  <a:lnTo>
                    <a:pt x="312161" y="493576"/>
                  </a:lnTo>
                  <a:close/>
                  <a:moveTo>
                    <a:pt x="244539" y="493576"/>
                  </a:moveTo>
                  <a:lnTo>
                    <a:pt x="246208" y="493576"/>
                  </a:lnTo>
                  <a:lnTo>
                    <a:pt x="246208" y="494647"/>
                  </a:lnTo>
                  <a:lnTo>
                    <a:pt x="244539" y="494647"/>
                  </a:lnTo>
                  <a:close/>
                  <a:moveTo>
                    <a:pt x="276262" y="493576"/>
                  </a:moveTo>
                  <a:lnTo>
                    <a:pt x="298803" y="493576"/>
                  </a:lnTo>
                  <a:lnTo>
                    <a:pt x="298803" y="495717"/>
                  </a:lnTo>
                  <a:lnTo>
                    <a:pt x="276262" y="495717"/>
                  </a:lnTo>
                  <a:close/>
                  <a:moveTo>
                    <a:pt x="311326" y="493576"/>
                  </a:moveTo>
                  <a:lnTo>
                    <a:pt x="340545" y="493576"/>
                  </a:lnTo>
                  <a:lnTo>
                    <a:pt x="340545" y="495717"/>
                  </a:lnTo>
                  <a:lnTo>
                    <a:pt x="311326" y="495717"/>
                  </a:lnTo>
                  <a:close/>
                  <a:moveTo>
                    <a:pt x="201127" y="492505"/>
                  </a:moveTo>
                  <a:lnTo>
                    <a:pt x="221998" y="492505"/>
                  </a:lnTo>
                  <a:lnTo>
                    <a:pt x="221998" y="495717"/>
                  </a:lnTo>
                  <a:lnTo>
                    <a:pt x="201127" y="495717"/>
                  </a:lnTo>
                  <a:close/>
                  <a:moveTo>
                    <a:pt x="276262" y="495717"/>
                  </a:moveTo>
                  <a:lnTo>
                    <a:pt x="299638" y="495717"/>
                  </a:lnTo>
                  <a:lnTo>
                    <a:pt x="299638" y="496788"/>
                  </a:lnTo>
                  <a:lnTo>
                    <a:pt x="276262" y="496788"/>
                  </a:lnTo>
                  <a:close/>
                  <a:moveTo>
                    <a:pt x="311326" y="495717"/>
                  </a:moveTo>
                  <a:lnTo>
                    <a:pt x="341380" y="495717"/>
                  </a:lnTo>
                  <a:lnTo>
                    <a:pt x="341380" y="496788"/>
                  </a:lnTo>
                  <a:lnTo>
                    <a:pt x="311326" y="496788"/>
                  </a:lnTo>
                  <a:close/>
                  <a:moveTo>
                    <a:pt x="350563" y="491435"/>
                  </a:moveTo>
                  <a:lnTo>
                    <a:pt x="590998" y="491435"/>
                  </a:lnTo>
                  <a:lnTo>
                    <a:pt x="590998" y="497859"/>
                  </a:lnTo>
                  <a:lnTo>
                    <a:pt x="350563" y="497859"/>
                  </a:lnTo>
                  <a:close/>
                  <a:moveTo>
                    <a:pt x="276262" y="496788"/>
                  </a:moveTo>
                  <a:lnTo>
                    <a:pt x="301308" y="496788"/>
                  </a:lnTo>
                  <a:lnTo>
                    <a:pt x="301308" y="497859"/>
                  </a:lnTo>
                  <a:lnTo>
                    <a:pt x="276262" y="497859"/>
                  </a:lnTo>
                  <a:close/>
                  <a:moveTo>
                    <a:pt x="311326" y="496788"/>
                  </a:moveTo>
                  <a:lnTo>
                    <a:pt x="342215" y="496788"/>
                  </a:lnTo>
                  <a:lnTo>
                    <a:pt x="342215" y="498929"/>
                  </a:lnTo>
                  <a:lnTo>
                    <a:pt x="311326" y="498929"/>
                  </a:lnTo>
                  <a:close/>
                  <a:moveTo>
                    <a:pt x="276262" y="497859"/>
                  </a:moveTo>
                  <a:lnTo>
                    <a:pt x="302143" y="497859"/>
                  </a:lnTo>
                  <a:lnTo>
                    <a:pt x="302143" y="498929"/>
                  </a:lnTo>
                  <a:lnTo>
                    <a:pt x="276262" y="498929"/>
                  </a:lnTo>
                  <a:close/>
                  <a:moveTo>
                    <a:pt x="626896" y="491435"/>
                  </a:moveTo>
                  <a:lnTo>
                    <a:pt x="668638" y="491435"/>
                  </a:lnTo>
                  <a:lnTo>
                    <a:pt x="668638" y="498929"/>
                  </a:lnTo>
                  <a:lnTo>
                    <a:pt x="626896" y="498929"/>
                  </a:lnTo>
                  <a:close/>
                  <a:moveTo>
                    <a:pt x="276262" y="498929"/>
                  </a:moveTo>
                  <a:lnTo>
                    <a:pt x="303812" y="498929"/>
                  </a:lnTo>
                  <a:lnTo>
                    <a:pt x="303812" y="500000"/>
                  </a:lnTo>
                  <a:lnTo>
                    <a:pt x="276262" y="500000"/>
                  </a:lnTo>
                  <a:close/>
                  <a:moveTo>
                    <a:pt x="349729" y="497859"/>
                  </a:moveTo>
                  <a:lnTo>
                    <a:pt x="590998" y="497859"/>
                  </a:lnTo>
                  <a:lnTo>
                    <a:pt x="590998" y="500000"/>
                  </a:lnTo>
                  <a:lnTo>
                    <a:pt x="349729" y="500000"/>
                  </a:lnTo>
                  <a:close/>
                  <a:moveTo>
                    <a:pt x="310491" y="498929"/>
                  </a:moveTo>
                  <a:lnTo>
                    <a:pt x="343050" y="498929"/>
                  </a:lnTo>
                  <a:lnTo>
                    <a:pt x="343050" y="500000"/>
                  </a:lnTo>
                  <a:lnTo>
                    <a:pt x="310491" y="500000"/>
                  </a:lnTo>
                  <a:close/>
                  <a:moveTo>
                    <a:pt x="627731" y="498929"/>
                  </a:moveTo>
                  <a:lnTo>
                    <a:pt x="668638" y="498929"/>
                  </a:lnTo>
                  <a:lnTo>
                    <a:pt x="668638" y="501071"/>
                  </a:lnTo>
                  <a:lnTo>
                    <a:pt x="627731" y="501071"/>
                  </a:lnTo>
                  <a:close/>
                  <a:moveTo>
                    <a:pt x="348894" y="500000"/>
                  </a:moveTo>
                  <a:lnTo>
                    <a:pt x="590998" y="500000"/>
                  </a:lnTo>
                  <a:lnTo>
                    <a:pt x="590998" y="501071"/>
                  </a:lnTo>
                  <a:lnTo>
                    <a:pt x="348894" y="501071"/>
                  </a:lnTo>
                  <a:close/>
                  <a:moveTo>
                    <a:pt x="276262" y="500000"/>
                  </a:moveTo>
                  <a:lnTo>
                    <a:pt x="343885" y="500000"/>
                  </a:lnTo>
                  <a:lnTo>
                    <a:pt x="343885" y="501071"/>
                  </a:lnTo>
                  <a:lnTo>
                    <a:pt x="276262" y="501071"/>
                  </a:lnTo>
                  <a:close/>
                  <a:moveTo>
                    <a:pt x="276262" y="501071"/>
                  </a:moveTo>
                  <a:lnTo>
                    <a:pt x="344719" y="501071"/>
                  </a:lnTo>
                  <a:lnTo>
                    <a:pt x="344719" y="502141"/>
                  </a:lnTo>
                  <a:lnTo>
                    <a:pt x="276262" y="502141"/>
                  </a:lnTo>
                  <a:close/>
                  <a:moveTo>
                    <a:pt x="348059" y="501071"/>
                  </a:moveTo>
                  <a:lnTo>
                    <a:pt x="590998" y="501071"/>
                  </a:lnTo>
                  <a:lnTo>
                    <a:pt x="590998" y="502141"/>
                  </a:lnTo>
                  <a:lnTo>
                    <a:pt x="348059" y="502141"/>
                  </a:lnTo>
                  <a:close/>
                  <a:moveTo>
                    <a:pt x="276262" y="502141"/>
                  </a:moveTo>
                  <a:lnTo>
                    <a:pt x="345554" y="502141"/>
                  </a:lnTo>
                  <a:lnTo>
                    <a:pt x="345554" y="503212"/>
                  </a:lnTo>
                  <a:lnTo>
                    <a:pt x="276262" y="503212"/>
                  </a:lnTo>
                  <a:close/>
                  <a:moveTo>
                    <a:pt x="628566" y="501071"/>
                  </a:moveTo>
                  <a:lnTo>
                    <a:pt x="668638" y="501071"/>
                  </a:lnTo>
                  <a:lnTo>
                    <a:pt x="668638" y="503212"/>
                  </a:lnTo>
                  <a:lnTo>
                    <a:pt x="628566" y="503212"/>
                  </a:lnTo>
                  <a:close/>
                  <a:moveTo>
                    <a:pt x="347224" y="502141"/>
                  </a:moveTo>
                  <a:lnTo>
                    <a:pt x="590998" y="502141"/>
                  </a:lnTo>
                  <a:lnTo>
                    <a:pt x="590998" y="503212"/>
                  </a:lnTo>
                  <a:lnTo>
                    <a:pt x="347224" y="503212"/>
                  </a:lnTo>
                  <a:close/>
                  <a:moveTo>
                    <a:pt x="201127" y="495717"/>
                  </a:moveTo>
                  <a:lnTo>
                    <a:pt x="222833" y="495717"/>
                  </a:lnTo>
                  <a:lnTo>
                    <a:pt x="222833" y="505353"/>
                  </a:lnTo>
                  <a:lnTo>
                    <a:pt x="201127" y="505353"/>
                  </a:lnTo>
                  <a:close/>
                  <a:moveTo>
                    <a:pt x="201127" y="505353"/>
                  </a:moveTo>
                  <a:lnTo>
                    <a:pt x="223667" y="505353"/>
                  </a:lnTo>
                  <a:lnTo>
                    <a:pt x="223667" y="507495"/>
                  </a:lnTo>
                  <a:lnTo>
                    <a:pt x="201127" y="507495"/>
                  </a:lnTo>
                  <a:close/>
                  <a:moveTo>
                    <a:pt x="201127" y="507495"/>
                  </a:moveTo>
                  <a:lnTo>
                    <a:pt x="224502" y="507495"/>
                  </a:lnTo>
                  <a:lnTo>
                    <a:pt x="224502" y="509636"/>
                  </a:lnTo>
                  <a:lnTo>
                    <a:pt x="201127" y="509636"/>
                  </a:lnTo>
                  <a:close/>
                  <a:moveTo>
                    <a:pt x="697857" y="475375"/>
                  </a:moveTo>
                  <a:lnTo>
                    <a:pt x="1000000" y="475375"/>
                  </a:lnTo>
                  <a:lnTo>
                    <a:pt x="1000000" y="509636"/>
                  </a:lnTo>
                  <a:lnTo>
                    <a:pt x="697857" y="509636"/>
                  </a:lnTo>
                  <a:close/>
                  <a:moveTo>
                    <a:pt x="698692" y="509636"/>
                  </a:moveTo>
                  <a:lnTo>
                    <a:pt x="1000000" y="509636"/>
                  </a:lnTo>
                  <a:lnTo>
                    <a:pt x="1000000" y="510707"/>
                  </a:lnTo>
                  <a:lnTo>
                    <a:pt x="698692" y="510707"/>
                  </a:lnTo>
                  <a:close/>
                  <a:moveTo>
                    <a:pt x="699527" y="510707"/>
                  </a:moveTo>
                  <a:lnTo>
                    <a:pt x="1000000" y="510707"/>
                  </a:lnTo>
                  <a:lnTo>
                    <a:pt x="1000000" y="511777"/>
                  </a:lnTo>
                  <a:lnTo>
                    <a:pt x="699527" y="511777"/>
                  </a:lnTo>
                  <a:close/>
                  <a:moveTo>
                    <a:pt x="276262" y="503212"/>
                  </a:moveTo>
                  <a:lnTo>
                    <a:pt x="590163" y="503212"/>
                  </a:lnTo>
                  <a:lnTo>
                    <a:pt x="590163" y="513919"/>
                  </a:lnTo>
                  <a:lnTo>
                    <a:pt x="276262" y="513919"/>
                  </a:lnTo>
                  <a:close/>
                  <a:moveTo>
                    <a:pt x="629400" y="503212"/>
                  </a:moveTo>
                  <a:lnTo>
                    <a:pt x="668638" y="503212"/>
                  </a:lnTo>
                  <a:lnTo>
                    <a:pt x="668638" y="514989"/>
                  </a:lnTo>
                  <a:lnTo>
                    <a:pt x="629400" y="514989"/>
                  </a:lnTo>
                  <a:close/>
                  <a:moveTo>
                    <a:pt x="277097" y="513919"/>
                  </a:moveTo>
                  <a:lnTo>
                    <a:pt x="590163" y="513919"/>
                  </a:lnTo>
                  <a:lnTo>
                    <a:pt x="590163" y="514989"/>
                  </a:lnTo>
                  <a:lnTo>
                    <a:pt x="277097" y="514989"/>
                  </a:lnTo>
                  <a:close/>
                  <a:moveTo>
                    <a:pt x="201127" y="509636"/>
                  </a:moveTo>
                  <a:lnTo>
                    <a:pt x="225337" y="509636"/>
                  </a:lnTo>
                  <a:lnTo>
                    <a:pt x="225337" y="516060"/>
                  </a:lnTo>
                  <a:lnTo>
                    <a:pt x="201127" y="516060"/>
                  </a:lnTo>
                  <a:close/>
                  <a:moveTo>
                    <a:pt x="630235" y="514989"/>
                  </a:moveTo>
                  <a:lnTo>
                    <a:pt x="668638" y="514989"/>
                  </a:lnTo>
                  <a:lnTo>
                    <a:pt x="668638" y="517131"/>
                  </a:lnTo>
                  <a:lnTo>
                    <a:pt x="630235" y="517131"/>
                  </a:lnTo>
                  <a:close/>
                  <a:moveTo>
                    <a:pt x="700362" y="511777"/>
                  </a:moveTo>
                  <a:lnTo>
                    <a:pt x="1000000" y="511777"/>
                  </a:lnTo>
                  <a:lnTo>
                    <a:pt x="1000000" y="517131"/>
                  </a:lnTo>
                  <a:lnTo>
                    <a:pt x="700362" y="517131"/>
                  </a:lnTo>
                  <a:close/>
                  <a:moveTo>
                    <a:pt x="631070" y="517131"/>
                  </a:moveTo>
                  <a:lnTo>
                    <a:pt x="668638" y="517131"/>
                  </a:lnTo>
                  <a:lnTo>
                    <a:pt x="668638" y="518201"/>
                  </a:lnTo>
                  <a:lnTo>
                    <a:pt x="631070" y="518201"/>
                  </a:lnTo>
                  <a:close/>
                  <a:moveTo>
                    <a:pt x="277932" y="514989"/>
                  </a:moveTo>
                  <a:lnTo>
                    <a:pt x="590163" y="514989"/>
                  </a:lnTo>
                  <a:lnTo>
                    <a:pt x="590163" y="518201"/>
                  </a:lnTo>
                  <a:lnTo>
                    <a:pt x="277932" y="518201"/>
                  </a:lnTo>
                  <a:close/>
                  <a:moveTo>
                    <a:pt x="701197" y="517131"/>
                  </a:moveTo>
                  <a:lnTo>
                    <a:pt x="1000000" y="517131"/>
                  </a:lnTo>
                  <a:lnTo>
                    <a:pt x="1000000" y="518201"/>
                  </a:lnTo>
                  <a:lnTo>
                    <a:pt x="701197" y="518201"/>
                  </a:lnTo>
                  <a:close/>
                  <a:moveTo>
                    <a:pt x="201127" y="516060"/>
                  </a:moveTo>
                  <a:lnTo>
                    <a:pt x="226172" y="516060"/>
                  </a:lnTo>
                  <a:lnTo>
                    <a:pt x="226172" y="518201"/>
                  </a:lnTo>
                  <a:lnTo>
                    <a:pt x="201127" y="518201"/>
                  </a:lnTo>
                  <a:close/>
                  <a:moveTo>
                    <a:pt x="201127" y="518201"/>
                  </a:moveTo>
                  <a:lnTo>
                    <a:pt x="227007" y="518201"/>
                  </a:lnTo>
                  <a:lnTo>
                    <a:pt x="227007" y="520343"/>
                  </a:lnTo>
                  <a:lnTo>
                    <a:pt x="201127" y="520343"/>
                  </a:lnTo>
                  <a:close/>
                  <a:moveTo>
                    <a:pt x="702866" y="518201"/>
                  </a:moveTo>
                  <a:lnTo>
                    <a:pt x="1000000" y="518201"/>
                  </a:lnTo>
                  <a:lnTo>
                    <a:pt x="1000000" y="520343"/>
                  </a:lnTo>
                  <a:lnTo>
                    <a:pt x="702866" y="520343"/>
                  </a:lnTo>
                  <a:close/>
                  <a:moveTo>
                    <a:pt x="703701" y="520343"/>
                  </a:moveTo>
                  <a:lnTo>
                    <a:pt x="1000000" y="520343"/>
                  </a:lnTo>
                  <a:lnTo>
                    <a:pt x="1000000" y="521413"/>
                  </a:lnTo>
                  <a:lnTo>
                    <a:pt x="703701" y="521413"/>
                  </a:lnTo>
                  <a:close/>
                  <a:moveTo>
                    <a:pt x="631905" y="518201"/>
                  </a:moveTo>
                  <a:lnTo>
                    <a:pt x="669473" y="518201"/>
                  </a:lnTo>
                  <a:lnTo>
                    <a:pt x="669473" y="521413"/>
                  </a:lnTo>
                  <a:lnTo>
                    <a:pt x="631905" y="521413"/>
                  </a:lnTo>
                  <a:close/>
                  <a:moveTo>
                    <a:pt x="704536" y="521413"/>
                  </a:moveTo>
                  <a:lnTo>
                    <a:pt x="1000000" y="521413"/>
                  </a:lnTo>
                  <a:lnTo>
                    <a:pt x="1000000" y="522484"/>
                  </a:lnTo>
                  <a:lnTo>
                    <a:pt x="704536" y="522484"/>
                  </a:lnTo>
                  <a:close/>
                  <a:moveTo>
                    <a:pt x="706206" y="522484"/>
                  </a:moveTo>
                  <a:lnTo>
                    <a:pt x="1000000" y="522484"/>
                  </a:lnTo>
                  <a:lnTo>
                    <a:pt x="1000000" y="523555"/>
                  </a:lnTo>
                  <a:lnTo>
                    <a:pt x="706206" y="523555"/>
                  </a:lnTo>
                  <a:close/>
                  <a:moveTo>
                    <a:pt x="632740" y="521413"/>
                  </a:moveTo>
                  <a:lnTo>
                    <a:pt x="669473" y="521413"/>
                  </a:lnTo>
                  <a:lnTo>
                    <a:pt x="669473" y="523555"/>
                  </a:lnTo>
                  <a:lnTo>
                    <a:pt x="632740" y="523555"/>
                  </a:lnTo>
                  <a:close/>
                  <a:moveTo>
                    <a:pt x="201127" y="520343"/>
                  </a:moveTo>
                  <a:lnTo>
                    <a:pt x="227842" y="520343"/>
                  </a:lnTo>
                  <a:lnTo>
                    <a:pt x="227842" y="523555"/>
                  </a:lnTo>
                  <a:lnTo>
                    <a:pt x="201127" y="523555"/>
                  </a:lnTo>
                  <a:close/>
                  <a:moveTo>
                    <a:pt x="707041" y="523555"/>
                  </a:moveTo>
                  <a:lnTo>
                    <a:pt x="1000000" y="523555"/>
                  </a:lnTo>
                  <a:lnTo>
                    <a:pt x="1000000" y="524625"/>
                  </a:lnTo>
                  <a:lnTo>
                    <a:pt x="707041" y="524625"/>
                  </a:lnTo>
                  <a:close/>
                  <a:moveTo>
                    <a:pt x="633575" y="523555"/>
                  </a:moveTo>
                  <a:lnTo>
                    <a:pt x="669473" y="523555"/>
                  </a:lnTo>
                  <a:lnTo>
                    <a:pt x="669473" y="524625"/>
                  </a:lnTo>
                  <a:lnTo>
                    <a:pt x="633575" y="524625"/>
                  </a:lnTo>
                  <a:close/>
                  <a:moveTo>
                    <a:pt x="634409" y="524625"/>
                  </a:moveTo>
                  <a:lnTo>
                    <a:pt x="669473" y="524625"/>
                  </a:lnTo>
                  <a:lnTo>
                    <a:pt x="669473" y="525696"/>
                  </a:lnTo>
                  <a:lnTo>
                    <a:pt x="634409" y="525696"/>
                  </a:lnTo>
                  <a:close/>
                  <a:moveTo>
                    <a:pt x="707876" y="524625"/>
                  </a:moveTo>
                  <a:lnTo>
                    <a:pt x="1000000" y="524625"/>
                  </a:lnTo>
                  <a:lnTo>
                    <a:pt x="1000000" y="525696"/>
                  </a:lnTo>
                  <a:lnTo>
                    <a:pt x="707876" y="525696"/>
                  </a:lnTo>
                  <a:close/>
                  <a:moveTo>
                    <a:pt x="635244" y="525696"/>
                  </a:moveTo>
                  <a:lnTo>
                    <a:pt x="669473" y="525696"/>
                  </a:lnTo>
                  <a:lnTo>
                    <a:pt x="669473" y="526767"/>
                  </a:lnTo>
                  <a:lnTo>
                    <a:pt x="635244" y="526767"/>
                  </a:lnTo>
                  <a:close/>
                  <a:moveTo>
                    <a:pt x="724572" y="525696"/>
                  </a:moveTo>
                  <a:lnTo>
                    <a:pt x="1000000" y="525696"/>
                  </a:lnTo>
                  <a:lnTo>
                    <a:pt x="1000000" y="526767"/>
                  </a:lnTo>
                  <a:lnTo>
                    <a:pt x="724572" y="526767"/>
                  </a:lnTo>
                  <a:close/>
                  <a:moveTo>
                    <a:pt x="713719" y="525696"/>
                  </a:moveTo>
                  <a:lnTo>
                    <a:pt x="716224" y="525696"/>
                  </a:lnTo>
                  <a:lnTo>
                    <a:pt x="716224" y="526767"/>
                  </a:lnTo>
                  <a:lnTo>
                    <a:pt x="713719" y="526767"/>
                  </a:lnTo>
                  <a:close/>
                  <a:moveTo>
                    <a:pt x="201127" y="523555"/>
                  </a:moveTo>
                  <a:lnTo>
                    <a:pt x="228677" y="523555"/>
                  </a:lnTo>
                  <a:lnTo>
                    <a:pt x="228677" y="527837"/>
                  </a:lnTo>
                  <a:lnTo>
                    <a:pt x="201127" y="527837"/>
                  </a:lnTo>
                  <a:close/>
                  <a:moveTo>
                    <a:pt x="726242" y="526767"/>
                  </a:moveTo>
                  <a:lnTo>
                    <a:pt x="1000000" y="526767"/>
                  </a:lnTo>
                  <a:lnTo>
                    <a:pt x="1000000" y="527837"/>
                  </a:lnTo>
                  <a:lnTo>
                    <a:pt x="726242" y="527837"/>
                  </a:lnTo>
                  <a:close/>
                  <a:moveTo>
                    <a:pt x="201127" y="527837"/>
                  </a:moveTo>
                  <a:lnTo>
                    <a:pt x="229511" y="527837"/>
                  </a:lnTo>
                  <a:lnTo>
                    <a:pt x="229511" y="528908"/>
                  </a:lnTo>
                  <a:lnTo>
                    <a:pt x="201127" y="528908"/>
                  </a:lnTo>
                  <a:close/>
                  <a:moveTo>
                    <a:pt x="635244" y="526767"/>
                  </a:moveTo>
                  <a:lnTo>
                    <a:pt x="670308" y="526767"/>
                  </a:lnTo>
                  <a:lnTo>
                    <a:pt x="670308" y="528908"/>
                  </a:lnTo>
                  <a:lnTo>
                    <a:pt x="635244" y="528908"/>
                  </a:lnTo>
                  <a:close/>
                  <a:moveTo>
                    <a:pt x="636914" y="528908"/>
                  </a:moveTo>
                  <a:lnTo>
                    <a:pt x="671142" y="528908"/>
                  </a:lnTo>
                  <a:lnTo>
                    <a:pt x="671142" y="529979"/>
                  </a:lnTo>
                  <a:lnTo>
                    <a:pt x="636914" y="529979"/>
                  </a:lnTo>
                  <a:close/>
                  <a:moveTo>
                    <a:pt x="727077" y="527837"/>
                  </a:moveTo>
                  <a:lnTo>
                    <a:pt x="1000000" y="527837"/>
                  </a:lnTo>
                  <a:lnTo>
                    <a:pt x="1000000" y="529979"/>
                  </a:lnTo>
                  <a:lnTo>
                    <a:pt x="727077" y="529979"/>
                  </a:lnTo>
                  <a:close/>
                  <a:moveTo>
                    <a:pt x="727912" y="529979"/>
                  </a:moveTo>
                  <a:lnTo>
                    <a:pt x="1000000" y="529979"/>
                  </a:lnTo>
                  <a:lnTo>
                    <a:pt x="1000000" y="532120"/>
                  </a:lnTo>
                  <a:lnTo>
                    <a:pt x="727912" y="532120"/>
                  </a:lnTo>
                  <a:close/>
                  <a:moveTo>
                    <a:pt x="637749" y="529979"/>
                  </a:moveTo>
                  <a:lnTo>
                    <a:pt x="671142" y="529979"/>
                  </a:lnTo>
                  <a:lnTo>
                    <a:pt x="671142" y="532120"/>
                  </a:lnTo>
                  <a:lnTo>
                    <a:pt x="637749" y="532120"/>
                  </a:lnTo>
                  <a:close/>
                  <a:moveTo>
                    <a:pt x="201127" y="528908"/>
                  </a:moveTo>
                  <a:lnTo>
                    <a:pt x="230346" y="528908"/>
                  </a:lnTo>
                  <a:lnTo>
                    <a:pt x="230346" y="532120"/>
                  </a:lnTo>
                  <a:lnTo>
                    <a:pt x="201127" y="532120"/>
                  </a:lnTo>
                  <a:close/>
                  <a:moveTo>
                    <a:pt x="728747" y="532120"/>
                  </a:moveTo>
                  <a:lnTo>
                    <a:pt x="1000000" y="532120"/>
                  </a:lnTo>
                  <a:lnTo>
                    <a:pt x="1000000" y="533191"/>
                  </a:lnTo>
                  <a:lnTo>
                    <a:pt x="728747" y="533191"/>
                  </a:lnTo>
                  <a:close/>
                  <a:moveTo>
                    <a:pt x="638584" y="532120"/>
                  </a:moveTo>
                  <a:lnTo>
                    <a:pt x="671142" y="532120"/>
                  </a:lnTo>
                  <a:lnTo>
                    <a:pt x="671142" y="533191"/>
                  </a:lnTo>
                  <a:lnTo>
                    <a:pt x="638584" y="533191"/>
                  </a:lnTo>
                  <a:close/>
                  <a:moveTo>
                    <a:pt x="278767" y="518201"/>
                  </a:moveTo>
                  <a:lnTo>
                    <a:pt x="590163" y="518201"/>
                  </a:lnTo>
                  <a:lnTo>
                    <a:pt x="590163" y="534261"/>
                  </a:lnTo>
                  <a:lnTo>
                    <a:pt x="278767" y="534261"/>
                  </a:lnTo>
                  <a:close/>
                  <a:moveTo>
                    <a:pt x="641088" y="533191"/>
                  </a:moveTo>
                  <a:lnTo>
                    <a:pt x="671977" y="533191"/>
                  </a:lnTo>
                  <a:lnTo>
                    <a:pt x="671977" y="534261"/>
                  </a:lnTo>
                  <a:lnTo>
                    <a:pt x="641088" y="534261"/>
                  </a:lnTo>
                  <a:close/>
                  <a:moveTo>
                    <a:pt x="641923" y="534261"/>
                  </a:moveTo>
                  <a:lnTo>
                    <a:pt x="647767" y="534261"/>
                  </a:lnTo>
                  <a:lnTo>
                    <a:pt x="647767" y="535332"/>
                  </a:lnTo>
                  <a:lnTo>
                    <a:pt x="641923" y="535332"/>
                  </a:lnTo>
                  <a:close/>
                  <a:moveTo>
                    <a:pt x="649437" y="534261"/>
                  </a:moveTo>
                  <a:lnTo>
                    <a:pt x="671977" y="534261"/>
                  </a:lnTo>
                  <a:lnTo>
                    <a:pt x="671977" y="535332"/>
                  </a:lnTo>
                  <a:lnTo>
                    <a:pt x="649437" y="535332"/>
                  </a:lnTo>
                  <a:close/>
                  <a:moveTo>
                    <a:pt x="729581" y="533191"/>
                  </a:moveTo>
                  <a:lnTo>
                    <a:pt x="1000000" y="533191"/>
                  </a:lnTo>
                  <a:lnTo>
                    <a:pt x="1000000" y="535332"/>
                  </a:lnTo>
                  <a:lnTo>
                    <a:pt x="729581" y="535332"/>
                  </a:lnTo>
                  <a:close/>
                  <a:moveTo>
                    <a:pt x="201127" y="532120"/>
                  </a:moveTo>
                  <a:lnTo>
                    <a:pt x="231181" y="532120"/>
                  </a:lnTo>
                  <a:lnTo>
                    <a:pt x="231181" y="535332"/>
                  </a:lnTo>
                  <a:lnTo>
                    <a:pt x="201127" y="535332"/>
                  </a:lnTo>
                  <a:close/>
                  <a:moveTo>
                    <a:pt x="278767" y="534261"/>
                  </a:moveTo>
                  <a:lnTo>
                    <a:pt x="589328" y="534261"/>
                  </a:lnTo>
                  <a:lnTo>
                    <a:pt x="589328" y="536403"/>
                  </a:lnTo>
                  <a:lnTo>
                    <a:pt x="278767" y="536403"/>
                  </a:lnTo>
                  <a:close/>
                  <a:moveTo>
                    <a:pt x="643593" y="535332"/>
                  </a:moveTo>
                  <a:lnTo>
                    <a:pt x="646097" y="535332"/>
                  </a:lnTo>
                  <a:lnTo>
                    <a:pt x="646097" y="536403"/>
                  </a:lnTo>
                  <a:lnTo>
                    <a:pt x="643593" y="536403"/>
                  </a:lnTo>
                  <a:close/>
                  <a:moveTo>
                    <a:pt x="651941" y="535332"/>
                  </a:moveTo>
                  <a:lnTo>
                    <a:pt x="671977" y="535332"/>
                  </a:lnTo>
                  <a:lnTo>
                    <a:pt x="671977" y="536403"/>
                  </a:lnTo>
                  <a:lnTo>
                    <a:pt x="651941" y="536403"/>
                  </a:lnTo>
                  <a:close/>
                  <a:moveTo>
                    <a:pt x="201127" y="535332"/>
                  </a:moveTo>
                  <a:lnTo>
                    <a:pt x="232016" y="535332"/>
                  </a:lnTo>
                  <a:lnTo>
                    <a:pt x="232016" y="536403"/>
                  </a:lnTo>
                  <a:lnTo>
                    <a:pt x="201127" y="536403"/>
                  </a:lnTo>
                  <a:close/>
                  <a:moveTo>
                    <a:pt x="201127" y="536403"/>
                  </a:moveTo>
                  <a:lnTo>
                    <a:pt x="232851" y="536403"/>
                  </a:lnTo>
                  <a:lnTo>
                    <a:pt x="232851" y="537473"/>
                  </a:lnTo>
                  <a:lnTo>
                    <a:pt x="201127" y="537473"/>
                  </a:lnTo>
                  <a:close/>
                  <a:moveTo>
                    <a:pt x="656115" y="536403"/>
                  </a:moveTo>
                  <a:lnTo>
                    <a:pt x="671977" y="536403"/>
                  </a:lnTo>
                  <a:lnTo>
                    <a:pt x="671977" y="537473"/>
                  </a:lnTo>
                  <a:lnTo>
                    <a:pt x="656115" y="537473"/>
                  </a:lnTo>
                  <a:close/>
                  <a:moveTo>
                    <a:pt x="278767" y="536403"/>
                  </a:moveTo>
                  <a:lnTo>
                    <a:pt x="588493" y="536403"/>
                  </a:lnTo>
                  <a:lnTo>
                    <a:pt x="588493" y="538544"/>
                  </a:lnTo>
                  <a:lnTo>
                    <a:pt x="278767" y="538544"/>
                  </a:lnTo>
                  <a:close/>
                  <a:moveTo>
                    <a:pt x="656950" y="537473"/>
                  </a:moveTo>
                  <a:lnTo>
                    <a:pt x="671977" y="537473"/>
                  </a:lnTo>
                  <a:lnTo>
                    <a:pt x="671977" y="539615"/>
                  </a:lnTo>
                  <a:lnTo>
                    <a:pt x="656950" y="539615"/>
                  </a:lnTo>
                  <a:close/>
                  <a:moveTo>
                    <a:pt x="658620" y="539615"/>
                  </a:moveTo>
                  <a:lnTo>
                    <a:pt x="672812" y="539615"/>
                  </a:lnTo>
                  <a:lnTo>
                    <a:pt x="672812" y="540685"/>
                  </a:lnTo>
                  <a:lnTo>
                    <a:pt x="658620" y="540685"/>
                  </a:lnTo>
                  <a:close/>
                  <a:moveTo>
                    <a:pt x="201127" y="537473"/>
                  </a:moveTo>
                  <a:lnTo>
                    <a:pt x="233686" y="537473"/>
                  </a:lnTo>
                  <a:lnTo>
                    <a:pt x="233686" y="541756"/>
                  </a:lnTo>
                  <a:lnTo>
                    <a:pt x="201127" y="541756"/>
                  </a:lnTo>
                  <a:close/>
                  <a:moveTo>
                    <a:pt x="278767" y="538544"/>
                  </a:moveTo>
                  <a:lnTo>
                    <a:pt x="587658" y="538544"/>
                  </a:lnTo>
                  <a:lnTo>
                    <a:pt x="587658" y="541756"/>
                  </a:lnTo>
                  <a:lnTo>
                    <a:pt x="278767" y="541756"/>
                  </a:lnTo>
                  <a:close/>
                  <a:moveTo>
                    <a:pt x="201962" y="541756"/>
                  </a:moveTo>
                  <a:lnTo>
                    <a:pt x="235355" y="541756"/>
                  </a:lnTo>
                  <a:lnTo>
                    <a:pt x="235355" y="542827"/>
                  </a:lnTo>
                  <a:lnTo>
                    <a:pt x="201962" y="542827"/>
                  </a:lnTo>
                  <a:close/>
                  <a:moveTo>
                    <a:pt x="659455" y="540685"/>
                  </a:moveTo>
                  <a:lnTo>
                    <a:pt x="673647" y="540685"/>
                  </a:lnTo>
                  <a:lnTo>
                    <a:pt x="673647" y="542827"/>
                  </a:lnTo>
                  <a:lnTo>
                    <a:pt x="659455" y="542827"/>
                  </a:lnTo>
                  <a:close/>
                  <a:moveTo>
                    <a:pt x="278767" y="541756"/>
                  </a:moveTo>
                  <a:lnTo>
                    <a:pt x="588493" y="541756"/>
                  </a:lnTo>
                  <a:lnTo>
                    <a:pt x="588493" y="543897"/>
                  </a:lnTo>
                  <a:lnTo>
                    <a:pt x="278767" y="543897"/>
                  </a:lnTo>
                  <a:close/>
                  <a:moveTo>
                    <a:pt x="730416" y="535332"/>
                  </a:moveTo>
                  <a:lnTo>
                    <a:pt x="1000000" y="535332"/>
                  </a:lnTo>
                  <a:lnTo>
                    <a:pt x="1000000" y="544968"/>
                  </a:lnTo>
                  <a:lnTo>
                    <a:pt x="730416" y="544968"/>
                  </a:lnTo>
                  <a:close/>
                  <a:moveTo>
                    <a:pt x="201962" y="542827"/>
                  </a:moveTo>
                  <a:lnTo>
                    <a:pt x="236190" y="542827"/>
                  </a:lnTo>
                  <a:lnTo>
                    <a:pt x="236190" y="544968"/>
                  </a:lnTo>
                  <a:lnTo>
                    <a:pt x="201962" y="544968"/>
                  </a:lnTo>
                  <a:close/>
                  <a:moveTo>
                    <a:pt x="660290" y="542827"/>
                  </a:moveTo>
                  <a:lnTo>
                    <a:pt x="674482" y="542827"/>
                  </a:lnTo>
                  <a:lnTo>
                    <a:pt x="674482" y="544968"/>
                  </a:lnTo>
                  <a:lnTo>
                    <a:pt x="660290" y="544968"/>
                  </a:lnTo>
                  <a:close/>
                  <a:moveTo>
                    <a:pt x="661124" y="544968"/>
                  </a:moveTo>
                  <a:lnTo>
                    <a:pt x="674482" y="544968"/>
                  </a:lnTo>
                  <a:lnTo>
                    <a:pt x="674482" y="546039"/>
                  </a:lnTo>
                  <a:lnTo>
                    <a:pt x="661124" y="546039"/>
                  </a:lnTo>
                  <a:close/>
                  <a:moveTo>
                    <a:pt x="201962" y="544968"/>
                  </a:moveTo>
                  <a:lnTo>
                    <a:pt x="237025" y="544968"/>
                  </a:lnTo>
                  <a:lnTo>
                    <a:pt x="237025" y="546039"/>
                  </a:lnTo>
                  <a:lnTo>
                    <a:pt x="201962" y="546039"/>
                  </a:lnTo>
                  <a:close/>
                  <a:moveTo>
                    <a:pt x="201962" y="546039"/>
                  </a:moveTo>
                  <a:lnTo>
                    <a:pt x="237860" y="546039"/>
                  </a:lnTo>
                  <a:lnTo>
                    <a:pt x="237860" y="547109"/>
                  </a:lnTo>
                  <a:lnTo>
                    <a:pt x="201962" y="547109"/>
                  </a:lnTo>
                  <a:close/>
                  <a:moveTo>
                    <a:pt x="661959" y="546039"/>
                  </a:moveTo>
                  <a:lnTo>
                    <a:pt x="674482" y="546039"/>
                  </a:lnTo>
                  <a:lnTo>
                    <a:pt x="674482" y="547109"/>
                  </a:lnTo>
                  <a:lnTo>
                    <a:pt x="661959" y="547109"/>
                  </a:lnTo>
                  <a:close/>
                  <a:moveTo>
                    <a:pt x="278767" y="543897"/>
                  </a:moveTo>
                  <a:lnTo>
                    <a:pt x="589328" y="543897"/>
                  </a:lnTo>
                  <a:lnTo>
                    <a:pt x="589328" y="548180"/>
                  </a:lnTo>
                  <a:lnTo>
                    <a:pt x="278767" y="548180"/>
                  </a:lnTo>
                  <a:close/>
                  <a:moveTo>
                    <a:pt x="201962" y="547109"/>
                  </a:moveTo>
                  <a:lnTo>
                    <a:pt x="238695" y="547109"/>
                  </a:lnTo>
                  <a:lnTo>
                    <a:pt x="238695" y="548180"/>
                  </a:lnTo>
                  <a:lnTo>
                    <a:pt x="201962" y="548180"/>
                  </a:lnTo>
                  <a:close/>
                  <a:moveTo>
                    <a:pt x="661959" y="547109"/>
                  </a:moveTo>
                  <a:lnTo>
                    <a:pt x="675317" y="547109"/>
                  </a:lnTo>
                  <a:lnTo>
                    <a:pt x="675317" y="548180"/>
                  </a:lnTo>
                  <a:lnTo>
                    <a:pt x="661959" y="548180"/>
                  </a:lnTo>
                  <a:close/>
                  <a:moveTo>
                    <a:pt x="201962" y="548180"/>
                  </a:moveTo>
                  <a:lnTo>
                    <a:pt x="239529" y="548180"/>
                  </a:lnTo>
                  <a:lnTo>
                    <a:pt x="239529" y="549251"/>
                  </a:lnTo>
                  <a:lnTo>
                    <a:pt x="201962" y="549251"/>
                  </a:lnTo>
                  <a:close/>
                  <a:moveTo>
                    <a:pt x="661959" y="548180"/>
                  </a:moveTo>
                  <a:lnTo>
                    <a:pt x="676152" y="548180"/>
                  </a:lnTo>
                  <a:lnTo>
                    <a:pt x="676152" y="549251"/>
                  </a:lnTo>
                  <a:lnTo>
                    <a:pt x="661959" y="549251"/>
                  </a:lnTo>
                  <a:close/>
                  <a:moveTo>
                    <a:pt x="731251" y="544968"/>
                  </a:moveTo>
                  <a:lnTo>
                    <a:pt x="1000000" y="544968"/>
                  </a:lnTo>
                  <a:lnTo>
                    <a:pt x="1000000" y="549251"/>
                  </a:lnTo>
                  <a:lnTo>
                    <a:pt x="731251" y="549251"/>
                  </a:lnTo>
                  <a:close/>
                  <a:moveTo>
                    <a:pt x="201962" y="549251"/>
                  </a:moveTo>
                  <a:lnTo>
                    <a:pt x="248713" y="549251"/>
                  </a:lnTo>
                  <a:lnTo>
                    <a:pt x="248713" y="550321"/>
                  </a:lnTo>
                  <a:lnTo>
                    <a:pt x="201962" y="550321"/>
                  </a:lnTo>
                  <a:close/>
                  <a:moveTo>
                    <a:pt x="661959" y="549251"/>
                  </a:moveTo>
                  <a:lnTo>
                    <a:pt x="676986" y="549251"/>
                  </a:lnTo>
                  <a:lnTo>
                    <a:pt x="676986" y="552463"/>
                  </a:lnTo>
                  <a:lnTo>
                    <a:pt x="661959" y="552463"/>
                  </a:lnTo>
                  <a:close/>
                  <a:moveTo>
                    <a:pt x="202796" y="550321"/>
                  </a:moveTo>
                  <a:lnTo>
                    <a:pt x="249548" y="550321"/>
                  </a:lnTo>
                  <a:lnTo>
                    <a:pt x="249548" y="552463"/>
                  </a:lnTo>
                  <a:lnTo>
                    <a:pt x="202796" y="552463"/>
                  </a:lnTo>
                  <a:close/>
                  <a:moveTo>
                    <a:pt x="278767" y="548180"/>
                  </a:moveTo>
                  <a:lnTo>
                    <a:pt x="590163" y="548180"/>
                  </a:lnTo>
                  <a:lnTo>
                    <a:pt x="590163" y="552463"/>
                  </a:lnTo>
                  <a:lnTo>
                    <a:pt x="278767" y="552463"/>
                  </a:lnTo>
                  <a:close/>
                  <a:moveTo>
                    <a:pt x="661959" y="552463"/>
                  </a:moveTo>
                  <a:lnTo>
                    <a:pt x="678656" y="552463"/>
                  </a:lnTo>
                  <a:lnTo>
                    <a:pt x="678656" y="553533"/>
                  </a:lnTo>
                  <a:lnTo>
                    <a:pt x="661959" y="553533"/>
                  </a:lnTo>
                  <a:close/>
                  <a:moveTo>
                    <a:pt x="279602" y="552463"/>
                  </a:moveTo>
                  <a:lnTo>
                    <a:pt x="590163" y="552463"/>
                  </a:lnTo>
                  <a:lnTo>
                    <a:pt x="590163" y="555675"/>
                  </a:lnTo>
                  <a:lnTo>
                    <a:pt x="279602" y="555675"/>
                  </a:lnTo>
                  <a:close/>
                  <a:moveTo>
                    <a:pt x="661959" y="553533"/>
                  </a:moveTo>
                  <a:lnTo>
                    <a:pt x="679491" y="553533"/>
                  </a:lnTo>
                  <a:lnTo>
                    <a:pt x="679491" y="555675"/>
                  </a:lnTo>
                  <a:lnTo>
                    <a:pt x="661959" y="555675"/>
                  </a:lnTo>
                  <a:close/>
                  <a:moveTo>
                    <a:pt x="280437" y="555675"/>
                  </a:moveTo>
                  <a:lnTo>
                    <a:pt x="590998" y="555675"/>
                  </a:lnTo>
                  <a:lnTo>
                    <a:pt x="590998" y="556745"/>
                  </a:lnTo>
                  <a:lnTo>
                    <a:pt x="280437" y="556745"/>
                  </a:lnTo>
                  <a:close/>
                  <a:moveTo>
                    <a:pt x="202796" y="552463"/>
                  </a:moveTo>
                  <a:lnTo>
                    <a:pt x="250382" y="552463"/>
                  </a:lnTo>
                  <a:lnTo>
                    <a:pt x="250382" y="556745"/>
                  </a:lnTo>
                  <a:lnTo>
                    <a:pt x="202796" y="556745"/>
                  </a:lnTo>
                  <a:close/>
                  <a:moveTo>
                    <a:pt x="661959" y="555675"/>
                  </a:moveTo>
                  <a:lnTo>
                    <a:pt x="681161" y="555675"/>
                  </a:lnTo>
                  <a:lnTo>
                    <a:pt x="681161" y="556745"/>
                  </a:lnTo>
                  <a:lnTo>
                    <a:pt x="661959" y="556745"/>
                  </a:lnTo>
                  <a:close/>
                  <a:moveTo>
                    <a:pt x="661959" y="556745"/>
                  </a:moveTo>
                  <a:lnTo>
                    <a:pt x="682830" y="556745"/>
                  </a:lnTo>
                  <a:lnTo>
                    <a:pt x="682830" y="557816"/>
                  </a:lnTo>
                  <a:lnTo>
                    <a:pt x="661959" y="557816"/>
                  </a:lnTo>
                  <a:close/>
                  <a:moveTo>
                    <a:pt x="281272" y="556745"/>
                  </a:moveTo>
                  <a:lnTo>
                    <a:pt x="590998" y="556745"/>
                  </a:lnTo>
                  <a:lnTo>
                    <a:pt x="590998" y="557816"/>
                  </a:lnTo>
                  <a:lnTo>
                    <a:pt x="281272" y="557816"/>
                  </a:lnTo>
                  <a:close/>
                  <a:moveTo>
                    <a:pt x="203631" y="556745"/>
                  </a:moveTo>
                  <a:lnTo>
                    <a:pt x="250382" y="556745"/>
                  </a:lnTo>
                  <a:lnTo>
                    <a:pt x="250382" y="557816"/>
                  </a:lnTo>
                  <a:lnTo>
                    <a:pt x="203631" y="557816"/>
                  </a:lnTo>
                  <a:close/>
                  <a:moveTo>
                    <a:pt x="281272" y="557816"/>
                  </a:moveTo>
                  <a:lnTo>
                    <a:pt x="591833" y="557816"/>
                  </a:lnTo>
                  <a:lnTo>
                    <a:pt x="591833" y="558887"/>
                  </a:lnTo>
                  <a:lnTo>
                    <a:pt x="281272" y="558887"/>
                  </a:lnTo>
                  <a:close/>
                  <a:moveTo>
                    <a:pt x="661959" y="557816"/>
                  </a:moveTo>
                  <a:lnTo>
                    <a:pt x="683665" y="557816"/>
                  </a:lnTo>
                  <a:lnTo>
                    <a:pt x="683665" y="558887"/>
                  </a:lnTo>
                  <a:lnTo>
                    <a:pt x="661959" y="558887"/>
                  </a:lnTo>
                  <a:close/>
                  <a:moveTo>
                    <a:pt x="732086" y="549251"/>
                  </a:moveTo>
                  <a:lnTo>
                    <a:pt x="1000000" y="549251"/>
                  </a:lnTo>
                  <a:lnTo>
                    <a:pt x="1000000" y="558887"/>
                  </a:lnTo>
                  <a:lnTo>
                    <a:pt x="732086" y="558887"/>
                  </a:lnTo>
                  <a:close/>
                  <a:moveTo>
                    <a:pt x="281272" y="558887"/>
                  </a:moveTo>
                  <a:lnTo>
                    <a:pt x="592667" y="558887"/>
                  </a:lnTo>
                  <a:lnTo>
                    <a:pt x="592667" y="559957"/>
                  </a:lnTo>
                  <a:lnTo>
                    <a:pt x="281272" y="559957"/>
                  </a:lnTo>
                  <a:close/>
                  <a:moveTo>
                    <a:pt x="204466" y="557816"/>
                  </a:moveTo>
                  <a:lnTo>
                    <a:pt x="250382" y="557816"/>
                  </a:lnTo>
                  <a:lnTo>
                    <a:pt x="250382" y="559957"/>
                  </a:lnTo>
                  <a:lnTo>
                    <a:pt x="204466" y="559957"/>
                  </a:lnTo>
                  <a:close/>
                  <a:moveTo>
                    <a:pt x="661959" y="558887"/>
                  </a:moveTo>
                  <a:lnTo>
                    <a:pt x="685335" y="558887"/>
                  </a:lnTo>
                  <a:lnTo>
                    <a:pt x="685335" y="559957"/>
                  </a:lnTo>
                  <a:lnTo>
                    <a:pt x="661959" y="559957"/>
                  </a:lnTo>
                  <a:close/>
                  <a:moveTo>
                    <a:pt x="661959" y="559957"/>
                  </a:moveTo>
                  <a:lnTo>
                    <a:pt x="687004" y="559957"/>
                  </a:lnTo>
                  <a:lnTo>
                    <a:pt x="687004" y="561028"/>
                  </a:lnTo>
                  <a:lnTo>
                    <a:pt x="661959" y="561028"/>
                  </a:lnTo>
                  <a:close/>
                  <a:moveTo>
                    <a:pt x="0" y="477516"/>
                  </a:moveTo>
                  <a:lnTo>
                    <a:pt x="146027" y="477516"/>
                  </a:lnTo>
                  <a:lnTo>
                    <a:pt x="146027" y="561028"/>
                  </a:lnTo>
                  <a:lnTo>
                    <a:pt x="0" y="561028"/>
                  </a:lnTo>
                  <a:close/>
                  <a:moveTo>
                    <a:pt x="731251" y="558887"/>
                  </a:moveTo>
                  <a:lnTo>
                    <a:pt x="1000000" y="558887"/>
                  </a:lnTo>
                  <a:lnTo>
                    <a:pt x="1000000" y="561028"/>
                  </a:lnTo>
                  <a:lnTo>
                    <a:pt x="731251" y="561028"/>
                  </a:lnTo>
                  <a:close/>
                  <a:moveTo>
                    <a:pt x="282106" y="559957"/>
                  </a:moveTo>
                  <a:lnTo>
                    <a:pt x="592667" y="559957"/>
                  </a:lnTo>
                  <a:lnTo>
                    <a:pt x="592667" y="562099"/>
                  </a:lnTo>
                  <a:lnTo>
                    <a:pt x="282106" y="562099"/>
                  </a:lnTo>
                  <a:close/>
                  <a:moveTo>
                    <a:pt x="730416" y="561028"/>
                  </a:moveTo>
                  <a:lnTo>
                    <a:pt x="1000000" y="561028"/>
                  </a:lnTo>
                  <a:lnTo>
                    <a:pt x="1000000" y="562099"/>
                  </a:lnTo>
                  <a:lnTo>
                    <a:pt x="730416" y="562099"/>
                  </a:lnTo>
                  <a:close/>
                  <a:moveTo>
                    <a:pt x="661959" y="561028"/>
                  </a:moveTo>
                  <a:lnTo>
                    <a:pt x="687839" y="561028"/>
                  </a:lnTo>
                  <a:lnTo>
                    <a:pt x="687839" y="562099"/>
                  </a:lnTo>
                  <a:lnTo>
                    <a:pt x="661959" y="562099"/>
                  </a:lnTo>
                  <a:close/>
                  <a:moveTo>
                    <a:pt x="205301" y="559957"/>
                  </a:moveTo>
                  <a:lnTo>
                    <a:pt x="251217" y="559957"/>
                  </a:lnTo>
                  <a:lnTo>
                    <a:pt x="251217" y="563169"/>
                  </a:lnTo>
                  <a:lnTo>
                    <a:pt x="205301" y="563169"/>
                  </a:lnTo>
                  <a:close/>
                  <a:moveTo>
                    <a:pt x="729581" y="562099"/>
                  </a:moveTo>
                  <a:lnTo>
                    <a:pt x="1000000" y="562099"/>
                  </a:lnTo>
                  <a:lnTo>
                    <a:pt x="1000000" y="563169"/>
                  </a:lnTo>
                  <a:lnTo>
                    <a:pt x="729581" y="563169"/>
                  </a:lnTo>
                  <a:close/>
                  <a:moveTo>
                    <a:pt x="282941" y="562099"/>
                  </a:moveTo>
                  <a:lnTo>
                    <a:pt x="592667" y="562099"/>
                  </a:lnTo>
                  <a:lnTo>
                    <a:pt x="592667" y="563169"/>
                  </a:lnTo>
                  <a:lnTo>
                    <a:pt x="282941" y="563169"/>
                  </a:lnTo>
                  <a:close/>
                  <a:moveTo>
                    <a:pt x="661959" y="562099"/>
                  </a:moveTo>
                  <a:lnTo>
                    <a:pt x="688674" y="562099"/>
                  </a:lnTo>
                  <a:lnTo>
                    <a:pt x="688674" y="563169"/>
                  </a:lnTo>
                  <a:lnTo>
                    <a:pt x="661959" y="563169"/>
                  </a:lnTo>
                  <a:close/>
                  <a:moveTo>
                    <a:pt x="661959" y="563169"/>
                  </a:moveTo>
                  <a:lnTo>
                    <a:pt x="692848" y="563169"/>
                  </a:lnTo>
                  <a:lnTo>
                    <a:pt x="692848" y="564240"/>
                  </a:lnTo>
                  <a:lnTo>
                    <a:pt x="661959" y="564240"/>
                  </a:lnTo>
                  <a:close/>
                  <a:moveTo>
                    <a:pt x="727077" y="563169"/>
                  </a:moveTo>
                  <a:lnTo>
                    <a:pt x="1000000" y="563169"/>
                  </a:lnTo>
                  <a:lnTo>
                    <a:pt x="1000000" y="564240"/>
                  </a:lnTo>
                  <a:lnTo>
                    <a:pt x="727077" y="564240"/>
                  </a:lnTo>
                  <a:close/>
                  <a:moveTo>
                    <a:pt x="283776" y="563169"/>
                  </a:moveTo>
                  <a:lnTo>
                    <a:pt x="593502" y="563169"/>
                  </a:lnTo>
                  <a:lnTo>
                    <a:pt x="593502" y="565310"/>
                  </a:lnTo>
                  <a:lnTo>
                    <a:pt x="283776" y="565310"/>
                  </a:lnTo>
                  <a:close/>
                  <a:moveTo>
                    <a:pt x="724572" y="564240"/>
                  </a:moveTo>
                  <a:lnTo>
                    <a:pt x="1000000" y="564240"/>
                  </a:lnTo>
                  <a:lnTo>
                    <a:pt x="1000000" y="565310"/>
                  </a:lnTo>
                  <a:lnTo>
                    <a:pt x="724572" y="565310"/>
                  </a:lnTo>
                  <a:close/>
                  <a:moveTo>
                    <a:pt x="661959" y="564240"/>
                  </a:moveTo>
                  <a:lnTo>
                    <a:pt x="693683" y="564240"/>
                  </a:lnTo>
                  <a:lnTo>
                    <a:pt x="693683" y="565310"/>
                  </a:lnTo>
                  <a:lnTo>
                    <a:pt x="661959" y="565310"/>
                  </a:lnTo>
                  <a:close/>
                  <a:moveTo>
                    <a:pt x="205301" y="563169"/>
                  </a:moveTo>
                  <a:lnTo>
                    <a:pt x="252052" y="563169"/>
                  </a:lnTo>
                  <a:lnTo>
                    <a:pt x="252052" y="565310"/>
                  </a:lnTo>
                  <a:lnTo>
                    <a:pt x="205301" y="565310"/>
                  </a:lnTo>
                  <a:close/>
                  <a:moveTo>
                    <a:pt x="661959" y="565310"/>
                  </a:moveTo>
                  <a:lnTo>
                    <a:pt x="695353" y="565310"/>
                  </a:lnTo>
                  <a:lnTo>
                    <a:pt x="695353" y="566381"/>
                  </a:lnTo>
                  <a:lnTo>
                    <a:pt x="661959" y="566381"/>
                  </a:lnTo>
                  <a:close/>
                  <a:moveTo>
                    <a:pt x="284611" y="565310"/>
                  </a:moveTo>
                  <a:lnTo>
                    <a:pt x="594337" y="565310"/>
                  </a:lnTo>
                  <a:lnTo>
                    <a:pt x="594337" y="566381"/>
                  </a:lnTo>
                  <a:lnTo>
                    <a:pt x="284611" y="566381"/>
                  </a:lnTo>
                  <a:close/>
                  <a:moveTo>
                    <a:pt x="206136" y="565310"/>
                  </a:moveTo>
                  <a:lnTo>
                    <a:pt x="252052" y="565310"/>
                  </a:lnTo>
                  <a:lnTo>
                    <a:pt x="252052" y="566381"/>
                  </a:lnTo>
                  <a:lnTo>
                    <a:pt x="206136" y="566381"/>
                  </a:lnTo>
                  <a:close/>
                  <a:moveTo>
                    <a:pt x="722903" y="565310"/>
                  </a:moveTo>
                  <a:lnTo>
                    <a:pt x="1000000" y="565310"/>
                  </a:lnTo>
                  <a:lnTo>
                    <a:pt x="1000000" y="566381"/>
                  </a:lnTo>
                  <a:lnTo>
                    <a:pt x="722903" y="566381"/>
                  </a:lnTo>
                  <a:close/>
                  <a:moveTo>
                    <a:pt x="206971" y="566381"/>
                  </a:moveTo>
                  <a:lnTo>
                    <a:pt x="252887" y="566381"/>
                  </a:lnTo>
                  <a:lnTo>
                    <a:pt x="252887" y="567452"/>
                  </a:lnTo>
                  <a:lnTo>
                    <a:pt x="206971" y="567452"/>
                  </a:lnTo>
                  <a:close/>
                  <a:moveTo>
                    <a:pt x="284611" y="566381"/>
                  </a:moveTo>
                  <a:lnTo>
                    <a:pt x="595172" y="566381"/>
                  </a:lnTo>
                  <a:lnTo>
                    <a:pt x="595172" y="567452"/>
                  </a:lnTo>
                  <a:lnTo>
                    <a:pt x="284611" y="567452"/>
                  </a:lnTo>
                  <a:close/>
                  <a:moveTo>
                    <a:pt x="286281" y="567452"/>
                  </a:moveTo>
                  <a:lnTo>
                    <a:pt x="595172" y="567452"/>
                  </a:lnTo>
                  <a:lnTo>
                    <a:pt x="595172" y="568522"/>
                  </a:lnTo>
                  <a:lnTo>
                    <a:pt x="286281" y="568522"/>
                  </a:lnTo>
                  <a:close/>
                  <a:moveTo>
                    <a:pt x="661959" y="566381"/>
                  </a:moveTo>
                  <a:lnTo>
                    <a:pt x="1000000" y="566381"/>
                  </a:lnTo>
                  <a:lnTo>
                    <a:pt x="1000000" y="568522"/>
                  </a:lnTo>
                  <a:lnTo>
                    <a:pt x="661959" y="568522"/>
                  </a:lnTo>
                  <a:close/>
                  <a:moveTo>
                    <a:pt x="287115" y="568522"/>
                  </a:moveTo>
                  <a:lnTo>
                    <a:pt x="596007" y="568522"/>
                  </a:lnTo>
                  <a:lnTo>
                    <a:pt x="596007" y="569593"/>
                  </a:lnTo>
                  <a:lnTo>
                    <a:pt x="287115" y="569593"/>
                  </a:lnTo>
                  <a:close/>
                  <a:moveTo>
                    <a:pt x="0" y="561028"/>
                  </a:moveTo>
                  <a:lnTo>
                    <a:pt x="146862" y="561028"/>
                  </a:lnTo>
                  <a:lnTo>
                    <a:pt x="146862" y="570664"/>
                  </a:lnTo>
                  <a:lnTo>
                    <a:pt x="0" y="570664"/>
                  </a:lnTo>
                  <a:close/>
                  <a:moveTo>
                    <a:pt x="287115" y="569593"/>
                  </a:moveTo>
                  <a:lnTo>
                    <a:pt x="596842" y="569593"/>
                  </a:lnTo>
                  <a:lnTo>
                    <a:pt x="596842" y="570664"/>
                  </a:lnTo>
                  <a:lnTo>
                    <a:pt x="287115" y="570664"/>
                  </a:lnTo>
                  <a:close/>
                  <a:moveTo>
                    <a:pt x="661124" y="568522"/>
                  </a:moveTo>
                  <a:lnTo>
                    <a:pt x="1000000" y="568522"/>
                  </a:lnTo>
                  <a:lnTo>
                    <a:pt x="1000000" y="571734"/>
                  </a:lnTo>
                  <a:lnTo>
                    <a:pt x="661124" y="571734"/>
                  </a:lnTo>
                  <a:close/>
                  <a:moveTo>
                    <a:pt x="207806" y="567452"/>
                  </a:moveTo>
                  <a:lnTo>
                    <a:pt x="252887" y="567452"/>
                  </a:lnTo>
                  <a:lnTo>
                    <a:pt x="252887" y="571734"/>
                  </a:lnTo>
                  <a:lnTo>
                    <a:pt x="207806" y="571734"/>
                  </a:lnTo>
                  <a:close/>
                  <a:moveTo>
                    <a:pt x="288785" y="570664"/>
                  </a:moveTo>
                  <a:lnTo>
                    <a:pt x="597676" y="570664"/>
                  </a:lnTo>
                  <a:lnTo>
                    <a:pt x="597676" y="571734"/>
                  </a:lnTo>
                  <a:lnTo>
                    <a:pt x="288785" y="571734"/>
                  </a:lnTo>
                  <a:close/>
                  <a:moveTo>
                    <a:pt x="0" y="570664"/>
                  </a:moveTo>
                  <a:lnTo>
                    <a:pt x="147697" y="570664"/>
                  </a:lnTo>
                  <a:lnTo>
                    <a:pt x="147697" y="571734"/>
                  </a:lnTo>
                  <a:lnTo>
                    <a:pt x="0" y="571734"/>
                  </a:lnTo>
                  <a:close/>
                  <a:moveTo>
                    <a:pt x="660290" y="571734"/>
                  </a:moveTo>
                  <a:lnTo>
                    <a:pt x="1000000" y="571734"/>
                  </a:lnTo>
                  <a:lnTo>
                    <a:pt x="1000000" y="572805"/>
                  </a:lnTo>
                  <a:lnTo>
                    <a:pt x="660290" y="572805"/>
                  </a:lnTo>
                  <a:close/>
                  <a:moveTo>
                    <a:pt x="291290" y="571734"/>
                  </a:moveTo>
                  <a:lnTo>
                    <a:pt x="302977" y="571734"/>
                  </a:lnTo>
                  <a:lnTo>
                    <a:pt x="302977" y="572805"/>
                  </a:lnTo>
                  <a:lnTo>
                    <a:pt x="291290" y="572805"/>
                  </a:lnTo>
                  <a:close/>
                  <a:moveTo>
                    <a:pt x="308821" y="571734"/>
                  </a:moveTo>
                  <a:lnTo>
                    <a:pt x="598511" y="571734"/>
                  </a:lnTo>
                  <a:lnTo>
                    <a:pt x="598511" y="572805"/>
                  </a:lnTo>
                  <a:lnTo>
                    <a:pt x="308821" y="572805"/>
                  </a:lnTo>
                  <a:close/>
                  <a:moveTo>
                    <a:pt x="208640" y="571734"/>
                  </a:moveTo>
                  <a:lnTo>
                    <a:pt x="252887" y="571734"/>
                  </a:lnTo>
                  <a:lnTo>
                    <a:pt x="252887" y="573876"/>
                  </a:lnTo>
                  <a:lnTo>
                    <a:pt x="208640" y="573876"/>
                  </a:lnTo>
                  <a:close/>
                  <a:moveTo>
                    <a:pt x="309656" y="572805"/>
                  </a:moveTo>
                  <a:lnTo>
                    <a:pt x="600181" y="572805"/>
                  </a:lnTo>
                  <a:lnTo>
                    <a:pt x="600181" y="573876"/>
                  </a:lnTo>
                  <a:lnTo>
                    <a:pt x="309656" y="573876"/>
                  </a:lnTo>
                  <a:close/>
                  <a:moveTo>
                    <a:pt x="659455" y="572805"/>
                  </a:moveTo>
                  <a:lnTo>
                    <a:pt x="1000000" y="572805"/>
                  </a:lnTo>
                  <a:lnTo>
                    <a:pt x="1000000" y="573876"/>
                  </a:lnTo>
                  <a:lnTo>
                    <a:pt x="659455" y="573876"/>
                  </a:lnTo>
                  <a:close/>
                  <a:moveTo>
                    <a:pt x="292124" y="572805"/>
                  </a:moveTo>
                  <a:lnTo>
                    <a:pt x="301308" y="572805"/>
                  </a:lnTo>
                  <a:lnTo>
                    <a:pt x="301308" y="573876"/>
                  </a:lnTo>
                  <a:lnTo>
                    <a:pt x="292124" y="573876"/>
                  </a:lnTo>
                  <a:close/>
                  <a:moveTo>
                    <a:pt x="652776" y="573876"/>
                  </a:moveTo>
                  <a:lnTo>
                    <a:pt x="1000000" y="573876"/>
                  </a:lnTo>
                  <a:lnTo>
                    <a:pt x="1000000" y="574946"/>
                  </a:lnTo>
                  <a:lnTo>
                    <a:pt x="652776" y="574946"/>
                  </a:lnTo>
                  <a:close/>
                  <a:moveTo>
                    <a:pt x="310491" y="573876"/>
                  </a:moveTo>
                  <a:lnTo>
                    <a:pt x="601851" y="573876"/>
                  </a:lnTo>
                  <a:lnTo>
                    <a:pt x="601851" y="574946"/>
                  </a:lnTo>
                  <a:lnTo>
                    <a:pt x="310491" y="574946"/>
                  </a:lnTo>
                  <a:close/>
                  <a:moveTo>
                    <a:pt x="0" y="571734"/>
                  </a:moveTo>
                  <a:lnTo>
                    <a:pt x="148532" y="571734"/>
                  </a:lnTo>
                  <a:lnTo>
                    <a:pt x="148532" y="574946"/>
                  </a:lnTo>
                  <a:lnTo>
                    <a:pt x="0" y="574946"/>
                  </a:lnTo>
                  <a:close/>
                  <a:moveTo>
                    <a:pt x="297134" y="573876"/>
                  </a:moveTo>
                  <a:lnTo>
                    <a:pt x="299638" y="573876"/>
                  </a:lnTo>
                  <a:lnTo>
                    <a:pt x="299638" y="574946"/>
                  </a:lnTo>
                  <a:lnTo>
                    <a:pt x="297134" y="574946"/>
                  </a:lnTo>
                  <a:close/>
                  <a:moveTo>
                    <a:pt x="294629" y="573876"/>
                  </a:moveTo>
                  <a:lnTo>
                    <a:pt x="296299" y="573876"/>
                  </a:lnTo>
                  <a:lnTo>
                    <a:pt x="296299" y="574946"/>
                  </a:lnTo>
                  <a:lnTo>
                    <a:pt x="294629" y="574946"/>
                  </a:lnTo>
                  <a:close/>
                  <a:moveTo>
                    <a:pt x="646932" y="574946"/>
                  </a:moveTo>
                  <a:lnTo>
                    <a:pt x="1000000" y="574946"/>
                  </a:lnTo>
                  <a:lnTo>
                    <a:pt x="1000000" y="576017"/>
                  </a:lnTo>
                  <a:lnTo>
                    <a:pt x="646932" y="576017"/>
                  </a:lnTo>
                  <a:close/>
                  <a:moveTo>
                    <a:pt x="311326" y="574946"/>
                  </a:moveTo>
                  <a:lnTo>
                    <a:pt x="602685" y="574946"/>
                  </a:lnTo>
                  <a:lnTo>
                    <a:pt x="602685" y="576017"/>
                  </a:lnTo>
                  <a:lnTo>
                    <a:pt x="311326" y="576017"/>
                  </a:lnTo>
                  <a:close/>
                  <a:moveTo>
                    <a:pt x="210310" y="573876"/>
                  </a:moveTo>
                  <a:lnTo>
                    <a:pt x="252887" y="573876"/>
                  </a:lnTo>
                  <a:lnTo>
                    <a:pt x="252887" y="576017"/>
                  </a:lnTo>
                  <a:lnTo>
                    <a:pt x="210310" y="576017"/>
                  </a:lnTo>
                  <a:close/>
                  <a:moveTo>
                    <a:pt x="644428" y="576017"/>
                  </a:moveTo>
                  <a:lnTo>
                    <a:pt x="1000000" y="576017"/>
                  </a:lnTo>
                  <a:lnTo>
                    <a:pt x="1000000" y="577088"/>
                  </a:lnTo>
                  <a:lnTo>
                    <a:pt x="644428" y="577088"/>
                  </a:lnTo>
                  <a:close/>
                  <a:moveTo>
                    <a:pt x="311326" y="576017"/>
                  </a:moveTo>
                  <a:lnTo>
                    <a:pt x="604355" y="576017"/>
                  </a:lnTo>
                  <a:lnTo>
                    <a:pt x="604355" y="577088"/>
                  </a:lnTo>
                  <a:lnTo>
                    <a:pt x="311326" y="577088"/>
                  </a:lnTo>
                  <a:close/>
                  <a:moveTo>
                    <a:pt x="211145" y="576017"/>
                  </a:moveTo>
                  <a:lnTo>
                    <a:pt x="252887" y="576017"/>
                  </a:lnTo>
                  <a:lnTo>
                    <a:pt x="252887" y="577088"/>
                  </a:lnTo>
                  <a:lnTo>
                    <a:pt x="211145" y="577088"/>
                  </a:lnTo>
                  <a:close/>
                  <a:moveTo>
                    <a:pt x="211145" y="577088"/>
                  </a:moveTo>
                  <a:lnTo>
                    <a:pt x="253722" y="577088"/>
                  </a:lnTo>
                  <a:lnTo>
                    <a:pt x="253722" y="578158"/>
                  </a:lnTo>
                  <a:lnTo>
                    <a:pt x="211145" y="578158"/>
                  </a:lnTo>
                  <a:close/>
                  <a:moveTo>
                    <a:pt x="312161" y="577088"/>
                  </a:moveTo>
                  <a:lnTo>
                    <a:pt x="1000000" y="577088"/>
                  </a:lnTo>
                  <a:lnTo>
                    <a:pt x="1000000" y="578158"/>
                  </a:lnTo>
                  <a:lnTo>
                    <a:pt x="312161" y="578158"/>
                  </a:lnTo>
                  <a:close/>
                  <a:moveTo>
                    <a:pt x="211980" y="578158"/>
                  </a:moveTo>
                  <a:lnTo>
                    <a:pt x="254557" y="578158"/>
                  </a:lnTo>
                  <a:lnTo>
                    <a:pt x="254557" y="579229"/>
                  </a:lnTo>
                  <a:lnTo>
                    <a:pt x="211980" y="579229"/>
                  </a:lnTo>
                  <a:close/>
                  <a:moveTo>
                    <a:pt x="212815" y="579229"/>
                  </a:moveTo>
                  <a:lnTo>
                    <a:pt x="254557" y="579229"/>
                  </a:lnTo>
                  <a:lnTo>
                    <a:pt x="254557" y="580300"/>
                  </a:lnTo>
                  <a:lnTo>
                    <a:pt x="212815" y="580300"/>
                  </a:lnTo>
                  <a:close/>
                  <a:moveTo>
                    <a:pt x="0" y="574946"/>
                  </a:moveTo>
                  <a:lnTo>
                    <a:pt x="149367" y="574946"/>
                  </a:lnTo>
                  <a:lnTo>
                    <a:pt x="149367" y="581370"/>
                  </a:lnTo>
                  <a:lnTo>
                    <a:pt x="0" y="581370"/>
                  </a:lnTo>
                  <a:close/>
                  <a:moveTo>
                    <a:pt x="213649" y="580300"/>
                  </a:moveTo>
                  <a:lnTo>
                    <a:pt x="255391" y="580300"/>
                  </a:lnTo>
                  <a:lnTo>
                    <a:pt x="255391" y="581370"/>
                  </a:lnTo>
                  <a:lnTo>
                    <a:pt x="213649" y="581370"/>
                  </a:lnTo>
                  <a:close/>
                  <a:moveTo>
                    <a:pt x="214484" y="581370"/>
                  </a:moveTo>
                  <a:lnTo>
                    <a:pt x="255391" y="581370"/>
                  </a:lnTo>
                  <a:lnTo>
                    <a:pt x="255391" y="582441"/>
                  </a:lnTo>
                  <a:lnTo>
                    <a:pt x="214484" y="582441"/>
                  </a:lnTo>
                  <a:close/>
                  <a:moveTo>
                    <a:pt x="0" y="581370"/>
                  </a:moveTo>
                  <a:lnTo>
                    <a:pt x="150201" y="581370"/>
                  </a:lnTo>
                  <a:lnTo>
                    <a:pt x="150201" y="582441"/>
                  </a:lnTo>
                  <a:lnTo>
                    <a:pt x="0" y="582441"/>
                  </a:lnTo>
                  <a:close/>
                  <a:moveTo>
                    <a:pt x="0" y="582441"/>
                  </a:moveTo>
                  <a:lnTo>
                    <a:pt x="151036" y="582441"/>
                  </a:lnTo>
                  <a:lnTo>
                    <a:pt x="151036" y="583512"/>
                  </a:lnTo>
                  <a:lnTo>
                    <a:pt x="0" y="583512"/>
                  </a:lnTo>
                  <a:close/>
                  <a:moveTo>
                    <a:pt x="215319" y="582441"/>
                  </a:moveTo>
                  <a:lnTo>
                    <a:pt x="255391" y="582441"/>
                  </a:lnTo>
                  <a:lnTo>
                    <a:pt x="255391" y="583512"/>
                  </a:lnTo>
                  <a:lnTo>
                    <a:pt x="215319" y="583512"/>
                  </a:lnTo>
                  <a:close/>
                  <a:moveTo>
                    <a:pt x="313830" y="578158"/>
                  </a:moveTo>
                  <a:lnTo>
                    <a:pt x="1000000" y="578158"/>
                  </a:lnTo>
                  <a:lnTo>
                    <a:pt x="1000000" y="583512"/>
                  </a:lnTo>
                  <a:lnTo>
                    <a:pt x="313830" y="583512"/>
                  </a:lnTo>
                  <a:close/>
                  <a:moveTo>
                    <a:pt x="216154" y="583512"/>
                  </a:moveTo>
                  <a:lnTo>
                    <a:pt x="255391" y="583512"/>
                  </a:lnTo>
                  <a:lnTo>
                    <a:pt x="255391" y="584582"/>
                  </a:lnTo>
                  <a:lnTo>
                    <a:pt x="216154" y="584582"/>
                  </a:lnTo>
                  <a:close/>
                  <a:moveTo>
                    <a:pt x="217824" y="584582"/>
                  </a:moveTo>
                  <a:lnTo>
                    <a:pt x="255391" y="584582"/>
                  </a:lnTo>
                  <a:lnTo>
                    <a:pt x="255391" y="585653"/>
                  </a:lnTo>
                  <a:lnTo>
                    <a:pt x="217824" y="585653"/>
                  </a:lnTo>
                  <a:close/>
                  <a:moveTo>
                    <a:pt x="314665" y="583512"/>
                  </a:moveTo>
                  <a:lnTo>
                    <a:pt x="1000000" y="583512"/>
                  </a:lnTo>
                  <a:lnTo>
                    <a:pt x="1000000" y="585653"/>
                  </a:lnTo>
                  <a:lnTo>
                    <a:pt x="314665" y="585653"/>
                  </a:lnTo>
                  <a:close/>
                  <a:moveTo>
                    <a:pt x="315500" y="585653"/>
                  </a:moveTo>
                  <a:lnTo>
                    <a:pt x="1000000" y="585653"/>
                  </a:lnTo>
                  <a:lnTo>
                    <a:pt x="1000000" y="586724"/>
                  </a:lnTo>
                  <a:lnTo>
                    <a:pt x="315500" y="586724"/>
                  </a:lnTo>
                  <a:close/>
                  <a:moveTo>
                    <a:pt x="219493" y="585653"/>
                  </a:moveTo>
                  <a:lnTo>
                    <a:pt x="255391" y="585653"/>
                  </a:lnTo>
                  <a:lnTo>
                    <a:pt x="255391" y="586724"/>
                  </a:lnTo>
                  <a:lnTo>
                    <a:pt x="219493" y="586724"/>
                  </a:lnTo>
                  <a:close/>
                  <a:moveTo>
                    <a:pt x="220328" y="586724"/>
                  </a:moveTo>
                  <a:lnTo>
                    <a:pt x="255391" y="586724"/>
                  </a:lnTo>
                  <a:lnTo>
                    <a:pt x="255391" y="587794"/>
                  </a:lnTo>
                  <a:lnTo>
                    <a:pt x="220328" y="587794"/>
                  </a:lnTo>
                  <a:close/>
                  <a:moveTo>
                    <a:pt x="0" y="583512"/>
                  </a:moveTo>
                  <a:lnTo>
                    <a:pt x="151871" y="583512"/>
                  </a:lnTo>
                  <a:lnTo>
                    <a:pt x="151871" y="588865"/>
                  </a:lnTo>
                  <a:lnTo>
                    <a:pt x="0" y="588865"/>
                  </a:lnTo>
                  <a:close/>
                  <a:moveTo>
                    <a:pt x="221998" y="587794"/>
                  </a:moveTo>
                  <a:lnTo>
                    <a:pt x="256226" y="587794"/>
                  </a:lnTo>
                  <a:lnTo>
                    <a:pt x="256226" y="588865"/>
                  </a:lnTo>
                  <a:lnTo>
                    <a:pt x="221998" y="588865"/>
                  </a:lnTo>
                  <a:close/>
                  <a:moveTo>
                    <a:pt x="244539" y="588865"/>
                  </a:moveTo>
                  <a:lnTo>
                    <a:pt x="257061" y="588865"/>
                  </a:lnTo>
                  <a:lnTo>
                    <a:pt x="257061" y="589936"/>
                  </a:lnTo>
                  <a:lnTo>
                    <a:pt x="244539" y="589936"/>
                  </a:lnTo>
                  <a:close/>
                  <a:moveTo>
                    <a:pt x="0" y="588865"/>
                  </a:moveTo>
                  <a:lnTo>
                    <a:pt x="152706" y="588865"/>
                  </a:lnTo>
                  <a:lnTo>
                    <a:pt x="152706" y="591006"/>
                  </a:lnTo>
                  <a:lnTo>
                    <a:pt x="0" y="591006"/>
                  </a:lnTo>
                  <a:close/>
                  <a:moveTo>
                    <a:pt x="316335" y="586724"/>
                  </a:moveTo>
                  <a:lnTo>
                    <a:pt x="1000000" y="586724"/>
                  </a:lnTo>
                  <a:lnTo>
                    <a:pt x="1000000" y="591006"/>
                  </a:lnTo>
                  <a:lnTo>
                    <a:pt x="316335" y="591006"/>
                  </a:lnTo>
                  <a:close/>
                  <a:moveTo>
                    <a:pt x="245373" y="589936"/>
                  </a:moveTo>
                  <a:lnTo>
                    <a:pt x="257896" y="589936"/>
                  </a:lnTo>
                  <a:lnTo>
                    <a:pt x="257896" y="591006"/>
                  </a:lnTo>
                  <a:lnTo>
                    <a:pt x="245373" y="591006"/>
                  </a:lnTo>
                  <a:close/>
                  <a:moveTo>
                    <a:pt x="246208" y="591006"/>
                  </a:moveTo>
                  <a:lnTo>
                    <a:pt x="257896" y="591006"/>
                  </a:lnTo>
                  <a:lnTo>
                    <a:pt x="257896" y="592077"/>
                  </a:lnTo>
                  <a:lnTo>
                    <a:pt x="246208" y="592077"/>
                  </a:lnTo>
                  <a:close/>
                  <a:moveTo>
                    <a:pt x="0" y="591006"/>
                  </a:moveTo>
                  <a:lnTo>
                    <a:pt x="153541" y="591006"/>
                  </a:lnTo>
                  <a:lnTo>
                    <a:pt x="153541" y="592077"/>
                  </a:lnTo>
                  <a:lnTo>
                    <a:pt x="0" y="592077"/>
                  </a:lnTo>
                  <a:close/>
                  <a:moveTo>
                    <a:pt x="247878" y="592077"/>
                  </a:moveTo>
                  <a:lnTo>
                    <a:pt x="257896" y="592077"/>
                  </a:lnTo>
                  <a:lnTo>
                    <a:pt x="257896" y="593148"/>
                  </a:lnTo>
                  <a:lnTo>
                    <a:pt x="247878" y="593148"/>
                  </a:lnTo>
                  <a:close/>
                  <a:moveTo>
                    <a:pt x="0" y="592077"/>
                  </a:moveTo>
                  <a:lnTo>
                    <a:pt x="154376" y="592077"/>
                  </a:lnTo>
                  <a:lnTo>
                    <a:pt x="154376" y="594218"/>
                  </a:lnTo>
                  <a:lnTo>
                    <a:pt x="0" y="594218"/>
                  </a:lnTo>
                  <a:close/>
                  <a:moveTo>
                    <a:pt x="248713" y="593148"/>
                  </a:moveTo>
                  <a:lnTo>
                    <a:pt x="257896" y="593148"/>
                  </a:lnTo>
                  <a:lnTo>
                    <a:pt x="257896" y="594218"/>
                  </a:lnTo>
                  <a:lnTo>
                    <a:pt x="248713" y="594218"/>
                  </a:lnTo>
                  <a:close/>
                  <a:moveTo>
                    <a:pt x="249548" y="594218"/>
                  </a:moveTo>
                  <a:lnTo>
                    <a:pt x="258731" y="594218"/>
                  </a:lnTo>
                  <a:lnTo>
                    <a:pt x="258731" y="595289"/>
                  </a:lnTo>
                  <a:lnTo>
                    <a:pt x="249548" y="595289"/>
                  </a:lnTo>
                  <a:close/>
                  <a:moveTo>
                    <a:pt x="250382" y="595289"/>
                  </a:moveTo>
                  <a:lnTo>
                    <a:pt x="258731" y="595289"/>
                  </a:lnTo>
                  <a:lnTo>
                    <a:pt x="258731" y="596360"/>
                  </a:lnTo>
                  <a:lnTo>
                    <a:pt x="250382" y="596360"/>
                  </a:lnTo>
                  <a:close/>
                  <a:moveTo>
                    <a:pt x="251217" y="596360"/>
                  </a:moveTo>
                  <a:lnTo>
                    <a:pt x="259566" y="596360"/>
                  </a:lnTo>
                  <a:lnTo>
                    <a:pt x="259566" y="597430"/>
                  </a:lnTo>
                  <a:lnTo>
                    <a:pt x="251217" y="597430"/>
                  </a:lnTo>
                  <a:close/>
                  <a:moveTo>
                    <a:pt x="0" y="594218"/>
                  </a:moveTo>
                  <a:lnTo>
                    <a:pt x="155210" y="594218"/>
                  </a:lnTo>
                  <a:lnTo>
                    <a:pt x="155210" y="597430"/>
                  </a:lnTo>
                  <a:lnTo>
                    <a:pt x="0" y="597430"/>
                  </a:lnTo>
                  <a:close/>
                  <a:moveTo>
                    <a:pt x="0" y="597430"/>
                  </a:moveTo>
                  <a:lnTo>
                    <a:pt x="156045" y="597430"/>
                  </a:lnTo>
                  <a:lnTo>
                    <a:pt x="156045" y="598501"/>
                  </a:lnTo>
                  <a:lnTo>
                    <a:pt x="0" y="598501"/>
                  </a:lnTo>
                  <a:close/>
                  <a:moveTo>
                    <a:pt x="0" y="598501"/>
                  </a:moveTo>
                  <a:lnTo>
                    <a:pt x="156880" y="598501"/>
                  </a:lnTo>
                  <a:lnTo>
                    <a:pt x="156880" y="599572"/>
                  </a:lnTo>
                  <a:lnTo>
                    <a:pt x="0" y="599572"/>
                  </a:lnTo>
                  <a:close/>
                  <a:moveTo>
                    <a:pt x="252052" y="597430"/>
                  </a:moveTo>
                  <a:lnTo>
                    <a:pt x="260401" y="597430"/>
                  </a:lnTo>
                  <a:lnTo>
                    <a:pt x="260401" y="599572"/>
                  </a:lnTo>
                  <a:lnTo>
                    <a:pt x="252052" y="599572"/>
                  </a:lnTo>
                  <a:close/>
                  <a:moveTo>
                    <a:pt x="252887" y="599572"/>
                  </a:moveTo>
                  <a:lnTo>
                    <a:pt x="261235" y="599572"/>
                  </a:lnTo>
                  <a:lnTo>
                    <a:pt x="261235" y="600642"/>
                  </a:lnTo>
                  <a:lnTo>
                    <a:pt x="252887" y="600642"/>
                  </a:lnTo>
                  <a:close/>
                  <a:moveTo>
                    <a:pt x="253722" y="600642"/>
                  </a:moveTo>
                  <a:lnTo>
                    <a:pt x="262070" y="600642"/>
                  </a:lnTo>
                  <a:lnTo>
                    <a:pt x="262070" y="601713"/>
                  </a:lnTo>
                  <a:lnTo>
                    <a:pt x="253722" y="601713"/>
                  </a:lnTo>
                  <a:close/>
                  <a:moveTo>
                    <a:pt x="317170" y="591006"/>
                  </a:moveTo>
                  <a:lnTo>
                    <a:pt x="1000000" y="591006"/>
                  </a:lnTo>
                  <a:lnTo>
                    <a:pt x="1000000" y="601713"/>
                  </a:lnTo>
                  <a:lnTo>
                    <a:pt x="317170" y="601713"/>
                  </a:lnTo>
                  <a:close/>
                  <a:moveTo>
                    <a:pt x="0" y="599572"/>
                  </a:moveTo>
                  <a:lnTo>
                    <a:pt x="157715" y="599572"/>
                  </a:lnTo>
                  <a:lnTo>
                    <a:pt x="157715" y="602784"/>
                  </a:lnTo>
                  <a:lnTo>
                    <a:pt x="0" y="602784"/>
                  </a:lnTo>
                  <a:close/>
                  <a:moveTo>
                    <a:pt x="253722" y="601713"/>
                  </a:moveTo>
                  <a:lnTo>
                    <a:pt x="262905" y="601713"/>
                  </a:lnTo>
                  <a:lnTo>
                    <a:pt x="262905" y="602784"/>
                  </a:lnTo>
                  <a:lnTo>
                    <a:pt x="253722" y="602784"/>
                  </a:lnTo>
                  <a:close/>
                  <a:moveTo>
                    <a:pt x="0" y="602784"/>
                  </a:moveTo>
                  <a:lnTo>
                    <a:pt x="158550" y="602784"/>
                  </a:lnTo>
                  <a:lnTo>
                    <a:pt x="158550" y="603854"/>
                  </a:lnTo>
                  <a:lnTo>
                    <a:pt x="0" y="603854"/>
                  </a:lnTo>
                  <a:close/>
                  <a:moveTo>
                    <a:pt x="318005" y="601713"/>
                  </a:moveTo>
                  <a:lnTo>
                    <a:pt x="1000000" y="601713"/>
                  </a:lnTo>
                  <a:lnTo>
                    <a:pt x="1000000" y="604925"/>
                  </a:lnTo>
                  <a:lnTo>
                    <a:pt x="318005" y="604925"/>
                  </a:lnTo>
                  <a:close/>
                  <a:moveTo>
                    <a:pt x="254557" y="602784"/>
                  </a:moveTo>
                  <a:lnTo>
                    <a:pt x="263740" y="602784"/>
                  </a:lnTo>
                  <a:lnTo>
                    <a:pt x="263740" y="604925"/>
                  </a:lnTo>
                  <a:lnTo>
                    <a:pt x="254557" y="604925"/>
                  </a:lnTo>
                  <a:close/>
                  <a:moveTo>
                    <a:pt x="0" y="603854"/>
                  </a:moveTo>
                  <a:lnTo>
                    <a:pt x="159385" y="603854"/>
                  </a:lnTo>
                  <a:lnTo>
                    <a:pt x="159385" y="604925"/>
                  </a:lnTo>
                  <a:lnTo>
                    <a:pt x="0" y="604925"/>
                  </a:lnTo>
                  <a:close/>
                  <a:moveTo>
                    <a:pt x="254557" y="604925"/>
                  </a:moveTo>
                  <a:lnTo>
                    <a:pt x="265410" y="604925"/>
                  </a:lnTo>
                  <a:lnTo>
                    <a:pt x="265410" y="605996"/>
                  </a:lnTo>
                  <a:lnTo>
                    <a:pt x="254557" y="605996"/>
                  </a:lnTo>
                  <a:close/>
                  <a:moveTo>
                    <a:pt x="0" y="604925"/>
                  </a:moveTo>
                  <a:lnTo>
                    <a:pt x="160220" y="604925"/>
                  </a:lnTo>
                  <a:lnTo>
                    <a:pt x="160220" y="607066"/>
                  </a:lnTo>
                  <a:lnTo>
                    <a:pt x="0" y="607066"/>
                  </a:lnTo>
                  <a:close/>
                  <a:moveTo>
                    <a:pt x="317170" y="604925"/>
                  </a:moveTo>
                  <a:lnTo>
                    <a:pt x="1000000" y="604925"/>
                  </a:lnTo>
                  <a:lnTo>
                    <a:pt x="1000000" y="607066"/>
                  </a:lnTo>
                  <a:lnTo>
                    <a:pt x="317170" y="607066"/>
                  </a:lnTo>
                  <a:close/>
                  <a:moveTo>
                    <a:pt x="254557" y="605996"/>
                  </a:moveTo>
                  <a:lnTo>
                    <a:pt x="266244" y="605996"/>
                  </a:lnTo>
                  <a:lnTo>
                    <a:pt x="266244" y="607066"/>
                  </a:lnTo>
                  <a:lnTo>
                    <a:pt x="254557" y="607066"/>
                  </a:lnTo>
                  <a:close/>
                  <a:moveTo>
                    <a:pt x="0" y="607066"/>
                  </a:moveTo>
                  <a:lnTo>
                    <a:pt x="161054" y="607066"/>
                  </a:lnTo>
                  <a:lnTo>
                    <a:pt x="161054" y="608137"/>
                  </a:lnTo>
                  <a:lnTo>
                    <a:pt x="0" y="608137"/>
                  </a:lnTo>
                  <a:close/>
                  <a:moveTo>
                    <a:pt x="255391" y="607066"/>
                  </a:moveTo>
                  <a:lnTo>
                    <a:pt x="266244" y="607066"/>
                  </a:lnTo>
                  <a:lnTo>
                    <a:pt x="266244" y="608137"/>
                  </a:lnTo>
                  <a:lnTo>
                    <a:pt x="255391" y="608137"/>
                  </a:lnTo>
                  <a:close/>
                  <a:moveTo>
                    <a:pt x="316335" y="607066"/>
                  </a:moveTo>
                  <a:lnTo>
                    <a:pt x="1000000" y="607066"/>
                  </a:lnTo>
                  <a:lnTo>
                    <a:pt x="1000000" y="608137"/>
                  </a:lnTo>
                  <a:lnTo>
                    <a:pt x="316335" y="608137"/>
                  </a:lnTo>
                  <a:close/>
                  <a:moveTo>
                    <a:pt x="256226" y="608137"/>
                  </a:moveTo>
                  <a:lnTo>
                    <a:pt x="269584" y="608137"/>
                  </a:lnTo>
                  <a:lnTo>
                    <a:pt x="269584" y="609208"/>
                  </a:lnTo>
                  <a:lnTo>
                    <a:pt x="256226" y="609208"/>
                  </a:lnTo>
                  <a:close/>
                  <a:moveTo>
                    <a:pt x="0" y="608137"/>
                  </a:moveTo>
                  <a:lnTo>
                    <a:pt x="162724" y="608137"/>
                  </a:lnTo>
                  <a:lnTo>
                    <a:pt x="162724" y="609208"/>
                  </a:lnTo>
                  <a:lnTo>
                    <a:pt x="0" y="609208"/>
                  </a:lnTo>
                  <a:close/>
                  <a:moveTo>
                    <a:pt x="314665" y="608137"/>
                  </a:moveTo>
                  <a:lnTo>
                    <a:pt x="1000000" y="608137"/>
                  </a:lnTo>
                  <a:lnTo>
                    <a:pt x="1000000" y="609208"/>
                  </a:lnTo>
                  <a:lnTo>
                    <a:pt x="314665" y="609208"/>
                  </a:lnTo>
                  <a:close/>
                  <a:moveTo>
                    <a:pt x="257061" y="609208"/>
                  </a:moveTo>
                  <a:lnTo>
                    <a:pt x="271253" y="609208"/>
                  </a:lnTo>
                  <a:lnTo>
                    <a:pt x="271253" y="610278"/>
                  </a:lnTo>
                  <a:lnTo>
                    <a:pt x="257061" y="610278"/>
                  </a:lnTo>
                  <a:close/>
                  <a:moveTo>
                    <a:pt x="313830" y="609208"/>
                  </a:moveTo>
                  <a:lnTo>
                    <a:pt x="1000000" y="609208"/>
                  </a:lnTo>
                  <a:lnTo>
                    <a:pt x="1000000" y="610278"/>
                  </a:lnTo>
                  <a:lnTo>
                    <a:pt x="313830" y="610278"/>
                  </a:lnTo>
                  <a:close/>
                  <a:moveTo>
                    <a:pt x="257061" y="610278"/>
                  </a:moveTo>
                  <a:lnTo>
                    <a:pt x="272088" y="610278"/>
                  </a:lnTo>
                  <a:lnTo>
                    <a:pt x="272088" y="611349"/>
                  </a:lnTo>
                  <a:lnTo>
                    <a:pt x="257061" y="611349"/>
                  </a:lnTo>
                  <a:close/>
                  <a:moveTo>
                    <a:pt x="0" y="609208"/>
                  </a:moveTo>
                  <a:lnTo>
                    <a:pt x="163559" y="609208"/>
                  </a:lnTo>
                  <a:lnTo>
                    <a:pt x="163559" y="611349"/>
                  </a:lnTo>
                  <a:lnTo>
                    <a:pt x="0" y="611349"/>
                  </a:lnTo>
                  <a:close/>
                  <a:moveTo>
                    <a:pt x="312996" y="610278"/>
                  </a:moveTo>
                  <a:lnTo>
                    <a:pt x="1000000" y="610278"/>
                  </a:lnTo>
                  <a:lnTo>
                    <a:pt x="1000000" y="611349"/>
                  </a:lnTo>
                  <a:lnTo>
                    <a:pt x="312996" y="611349"/>
                  </a:lnTo>
                  <a:close/>
                  <a:moveTo>
                    <a:pt x="0" y="611349"/>
                  </a:moveTo>
                  <a:lnTo>
                    <a:pt x="165229" y="611349"/>
                  </a:lnTo>
                  <a:lnTo>
                    <a:pt x="165229" y="612420"/>
                  </a:lnTo>
                  <a:lnTo>
                    <a:pt x="0" y="612420"/>
                  </a:lnTo>
                  <a:close/>
                  <a:moveTo>
                    <a:pt x="306317" y="611349"/>
                  </a:moveTo>
                  <a:lnTo>
                    <a:pt x="1000000" y="611349"/>
                  </a:lnTo>
                  <a:lnTo>
                    <a:pt x="1000000" y="612420"/>
                  </a:lnTo>
                  <a:lnTo>
                    <a:pt x="306317" y="612420"/>
                  </a:lnTo>
                  <a:close/>
                  <a:moveTo>
                    <a:pt x="257061" y="611349"/>
                  </a:moveTo>
                  <a:lnTo>
                    <a:pt x="274593" y="611349"/>
                  </a:lnTo>
                  <a:lnTo>
                    <a:pt x="274593" y="612420"/>
                  </a:lnTo>
                  <a:lnTo>
                    <a:pt x="257061" y="612420"/>
                  </a:lnTo>
                  <a:close/>
                  <a:moveTo>
                    <a:pt x="257061" y="612420"/>
                  </a:moveTo>
                  <a:lnTo>
                    <a:pt x="277097" y="612420"/>
                  </a:lnTo>
                  <a:lnTo>
                    <a:pt x="277097" y="613490"/>
                  </a:lnTo>
                  <a:lnTo>
                    <a:pt x="257061" y="613490"/>
                  </a:lnTo>
                  <a:close/>
                  <a:moveTo>
                    <a:pt x="0" y="612420"/>
                  </a:moveTo>
                  <a:lnTo>
                    <a:pt x="166898" y="612420"/>
                  </a:lnTo>
                  <a:lnTo>
                    <a:pt x="166898" y="613490"/>
                  </a:lnTo>
                  <a:lnTo>
                    <a:pt x="0" y="613490"/>
                  </a:lnTo>
                  <a:close/>
                  <a:moveTo>
                    <a:pt x="301308" y="612420"/>
                  </a:moveTo>
                  <a:lnTo>
                    <a:pt x="1000000" y="612420"/>
                  </a:lnTo>
                  <a:lnTo>
                    <a:pt x="1000000" y="613490"/>
                  </a:lnTo>
                  <a:lnTo>
                    <a:pt x="301308" y="613490"/>
                  </a:lnTo>
                  <a:close/>
                  <a:moveTo>
                    <a:pt x="257061" y="613490"/>
                  </a:moveTo>
                  <a:lnTo>
                    <a:pt x="277932" y="613490"/>
                  </a:lnTo>
                  <a:lnTo>
                    <a:pt x="277932" y="614561"/>
                  </a:lnTo>
                  <a:lnTo>
                    <a:pt x="257061" y="614561"/>
                  </a:lnTo>
                  <a:close/>
                  <a:moveTo>
                    <a:pt x="0" y="613490"/>
                  </a:moveTo>
                  <a:lnTo>
                    <a:pt x="167733" y="613490"/>
                  </a:lnTo>
                  <a:lnTo>
                    <a:pt x="167733" y="614561"/>
                  </a:lnTo>
                  <a:lnTo>
                    <a:pt x="0" y="614561"/>
                  </a:lnTo>
                  <a:close/>
                  <a:moveTo>
                    <a:pt x="298803" y="613490"/>
                  </a:moveTo>
                  <a:lnTo>
                    <a:pt x="1000000" y="613490"/>
                  </a:lnTo>
                  <a:lnTo>
                    <a:pt x="1000000" y="614561"/>
                  </a:lnTo>
                  <a:lnTo>
                    <a:pt x="298803" y="614561"/>
                  </a:lnTo>
                  <a:close/>
                  <a:moveTo>
                    <a:pt x="257061" y="614561"/>
                  </a:moveTo>
                  <a:lnTo>
                    <a:pt x="282106" y="614561"/>
                  </a:lnTo>
                  <a:lnTo>
                    <a:pt x="282106" y="615632"/>
                  </a:lnTo>
                  <a:lnTo>
                    <a:pt x="257061" y="615632"/>
                  </a:lnTo>
                  <a:close/>
                  <a:moveTo>
                    <a:pt x="0" y="614561"/>
                  </a:moveTo>
                  <a:lnTo>
                    <a:pt x="168568" y="614561"/>
                  </a:lnTo>
                  <a:lnTo>
                    <a:pt x="168568" y="615632"/>
                  </a:lnTo>
                  <a:lnTo>
                    <a:pt x="0" y="615632"/>
                  </a:lnTo>
                  <a:close/>
                  <a:moveTo>
                    <a:pt x="294629" y="614561"/>
                  </a:moveTo>
                  <a:lnTo>
                    <a:pt x="1000000" y="614561"/>
                  </a:lnTo>
                  <a:lnTo>
                    <a:pt x="1000000" y="615632"/>
                  </a:lnTo>
                  <a:lnTo>
                    <a:pt x="294629" y="615632"/>
                  </a:lnTo>
                  <a:close/>
                  <a:moveTo>
                    <a:pt x="0" y="615632"/>
                  </a:moveTo>
                  <a:lnTo>
                    <a:pt x="170238" y="615632"/>
                  </a:lnTo>
                  <a:lnTo>
                    <a:pt x="170238" y="617773"/>
                  </a:lnTo>
                  <a:lnTo>
                    <a:pt x="0" y="617773"/>
                  </a:lnTo>
                  <a:close/>
                  <a:moveTo>
                    <a:pt x="0" y="617773"/>
                  </a:moveTo>
                  <a:lnTo>
                    <a:pt x="171072" y="617773"/>
                  </a:lnTo>
                  <a:lnTo>
                    <a:pt x="171072" y="618844"/>
                  </a:lnTo>
                  <a:lnTo>
                    <a:pt x="0" y="618844"/>
                  </a:lnTo>
                  <a:close/>
                  <a:moveTo>
                    <a:pt x="0" y="618844"/>
                  </a:moveTo>
                  <a:lnTo>
                    <a:pt x="173577" y="618844"/>
                  </a:lnTo>
                  <a:lnTo>
                    <a:pt x="173577" y="619914"/>
                  </a:lnTo>
                  <a:lnTo>
                    <a:pt x="0" y="619914"/>
                  </a:lnTo>
                  <a:close/>
                  <a:moveTo>
                    <a:pt x="0" y="619914"/>
                  </a:moveTo>
                  <a:lnTo>
                    <a:pt x="174412" y="619914"/>
                  </a:lnTo>
                  <a:lnTo>
                    <a:pt x="174412" y="620985"/>
                  </a:lnTo>
                  <a:lnTo>
                    <a:pt x="0" y="620985"/>
                  </a:lnTo>
                  <a:close/>
                  <a:moveTo>
                    <a:pt x="0" y="620985"/>
                  </a:moveTo>
                  <a:lnTo>
                    <a:pt x="175247" y="620985"/>
                  </a:lnTo>
                  <a:lnTo>
                    <a:pt x="175247" y="622056"/>
                  </a:lnTo>
                  <a:lnTo>
                    <a:pt x="0" y="622056"/>
                  </a:lnTo>
                  <a:close/>
                  <a:moveTo>
                    <a:pt x="0" y="622056"/>
                  </a:moveTo>
                  <a:lnTo>
                    <a:pt x="176916" y="622056"/>
                  </a:lnTo>
                  <a:lnTo>
                    <a:pt x="176916" y="623126"/>
                  </a:lnTo>
                  <a:lnTo>
                    <a:pt x="0" y="623126"/>
                  </a:lnTo>
                  <a:close/>
                  <a:moveTo>
                    <a:pt x="0" y="623126"/>
                  </a:moveTo>
                  <a:lnTo>
                    <a:pt x="178586" y="623126"/>
                  </a:lnTo>
                  <a:lnTo>
                    <a:pt x="178586" y="625268"/>
                  </a:lnTo>
                  <a:lnTo>
                    <a:pt x="0" y="625268"/>
                  </a:lnTo>
                  <a:close/>
                  <a:moveTo>
                    <a:pt x="0" y="625268"/>
                  </a:moveTo>
                  <a:lnTo>
                    <a:pt x="181091" y="625268"/>
                  </a:lnTo>
                  <a:lnTo>
                    <a:pt x="181091" y="626338"/>
                  </a:lnTo>
                  <a:lnTo>
                    <a:pt x="0" y="626338"/>
                  </a:lnTo>
                  <a:close/>
                  <a:moveTo>
                    <a:pt x="0" y="626338"/>
                  </a:moveTo>
                  <a:lnTo>
                    <a:pt x="181925" y="626338"/>
                  </a:lnTo>
                  <a:lnTo>
                    <a:pt x="181925" y="627409"/>
                  </a:lnTo>
                  <a:lnTo>
                    <a:pt x="0" y="627409"/>
                  </a:lnTo>
                  <a:close/>
                  <a:moveTo>
                    <a:pt x="0" y="627409"/>
                  </a:moveTo>
                  <a:lnTo>
                    <a:pt x="182760" y="627409"/>
                  </a:lnTo>
                  <a:lnTo>
                    <a:pt x="182760" y="628480"/>
                  </a:lnTo>
                  <a:lnTo>
                    <a:pt x="0" y="628480"/>
                  </a:lnTo>
                  <a:close/>
                  <a:moveTo>
                    <a:pt x="0" y="628480"/>
                  </a:moveTo>
                  <a:lnTo>
                    <a:pt x="185265" y="628480"/>
                  </a:lnTo>
                  <a:lnTo>
                    <a:pt x="185265" y="629550"/>
                  </a:lnTo>
                  <a:lnTo>
                    <a:pt x="0" y="629550"/>
                  </a:lnTo>
                  <a:close/>
                  <a:moveTo>
                    <a:pt x="0" y="629550"/>
                  </a:moveTo>
                  <a:lnTo>
                    <a:pt x="186934" y="629550"/>
                  </a:lnTo>
                  <a:lnTo>
                    <a:pt x="186934" y="630621"/>
                  </a:lnTo>
                  <a:lnTo>
                    <a:pt x="0" y="630621"/>
                  </a:lnTo>
                  <a:close/>
                  <a:moveTo>
                    <a:pt x="0" y="630621"/>
                  </a:moveTo>
                  <a:lnTo>
                    <a:pt x="188604" y="630621"/>
                  </a:lnTo>
                  <a:lnTo>
                    <a:pt x="188604" y="631692"/>
                  </a:lnTo>
                  <a:lnTo>
                    <a:pt x="0" y="631692"/>
                  </a:lnTo>
                  <a:close/>
                  <a:moveTo>
                    <a:pt x="0" y="631692"/>
                  </a:moveTo>
                  <a:lnTo>
                    <a:pt x="189439" y="631692"/>
                  </a:lnTo>
                  <a:lnTo>
                    <a:pt x="189439" y="632762"/>
                  </a:lnTo>
                  <a:lnTo>
                    <a:pt x="0" y="632762"/>
                  </a:lnTo>
                  <a:close/>
                  <a:moveTo>
                    <a:pt x="0" y="632762"/>
                  </a:moveTo>
                  <a:lnTo>
                    <a:pt x="192778" y="632762"/>
                  </a:lnTo>
                  <a:lnTo>
                    <a:pt x="192778" y="633833"/>
                  </a:lnTo>
                  <a:lnTo>
                    <a:pt x="0" y="633833"/>
                  </a:lnTo>
                  <a:close/>
                  <a:moveTo>
                    <a:pt x="0" y="633833"/>
                  </a:moveTo>
                  <a:lnTo>
                    <a:pt x="193613" y="633833"/>
                  </a:lnTo>
                  <a:lnTo>
                    <a:pt x="193613" y="634904"/>
                  </a:lnTo>
                  <a:lnTo>
                    <a:pt x="0" y="634904"/>
                  </a:lnTo>
                  <a:close/>
                  <a:moveTo>
                    <a:pt x="0" y="634904"/>
                  </a:moveTo>
                  <a:lnTo>
                    <a:pt x="195283" y="634904"/>
                  </a:lnTo>
                  <a:lnTo>
                    <a:pt x="195283" y="635974"/>
                  </a:lnTo>
                  <a:lnTo>
                    <a:pt x="0" y="635974"/>
                  </a:lnTo>
                  <a:close/>
                  <a:moveTo>
                    <a:pt x="0" y="635974"/>
                  </a:moveTo>
                  <a:lnTo>
                    <a:pt x="199457" y="635974"/>
                  </a:lnTo>
                  <a:lnTo>
                    <a:pt x="199457" y="637045"/>
                  </a:lnTo>
                  <a:lnTo>
                    <a:pt x="0" y="637045"/>
                  </a:lnTo>
                  <a:close/>
                  <a:moveTo>
                    <a:pt x="0" y="637045"/>
                  </a:moveTo>
                  <a:lnTo>
                    <a:pt x="201127" y="637045"/>
                  </a:lnTo>
                  <a:lnTo>
                    <a:pt x="201127" y="638116"/>
                  </a:lnTo>
                  <a:lnTo>
                    <a:pt x="0" y="638116"/>
                  </a:lnTo>
                  <a:close/>
                  <a:moveTo>
                    <a:pt x="257061" y="615632"/>
                  </a:moveTo>
                  <a:lnTo>
                    <a:pt x="1000000" y="615632"/>
                  </a:lnTo>
                  <a:lnTo>
                    <a:pt x="1000000" y="639186"/>
                  </a:lnTo>
                  <a:lnTo>
                    <a:pt x="257061" y="639186"/>
                  </a:lnTo>
                  <a:close/>
                  <a:moveTo>
                    <a:pt x="0" y="638116"/>
                  </a:moveTo>
                  <a:lnTo>
                    <a:pt x="201962" y="638116"/>
                  </a:lnTo>
                  <a:lnTo>
                    <a:pt x="201962" y="639186"/>
                  </a:lnTo>
                  <a:lnTo>
                    <a:pt x="0" y="639186"/>
                  </a:lnTo>
                  <a:close/>
                  <a:moveTo>
                    <a:pt x="0" y="639186"/>
                  </a:moveTo>
                  <a:lnTo>
                    <a:pt x="206136" y="639186"/>
                  </a:lnTo>
                  <a:lnTo>
                    <a:pt x="206136" y="640257"/>
                  </a:lnTo>
                  <a:lnTo>
                    <a:pt x="0" y="640257"/>
                  </a:lnTo>
                  <a:close/>
                  <a:moveTo>
                    <a:pt x="256226" y="639186"/>
                  </a:moveTo>
                  <a:lnTo>
                    <a:pt x="1000000" y="639186"/>
                  </a:lnTo>
                  <a:lnTo>
                    <a:pt x="1000000" y="640257"/>
                  </a:lnTo>
                  <a:lnTo>
                    <a:pt x="256226" y="640257"/>
                  </a:lnTo>
                  <a:close/>
                  <a:moveTo>
                    <a:pt x="252887" y="640257"/>
                  </a:moveTo>
                  <a:lnTo>
                    <a:pt x="1000000" y="640257"/>
                  </a:lnTo>
                  <a:lnTo>
                    <a:pt x="1000000" y="641328"/>
                  </a:lnTo>
                  <a:lnTo>
                    <a:pt x="252887" y="641328"/>
                  </a:lnTo>
                  <a:close/>
                  <a:moveTo>
                    <a:pt x="0" y="640257"/>
                  </a:moveTo>
                  <a:lnTo>
                    <a:pt x="209475" y="640257"/>
                  </a:lnTo>
                  <a:lnTo>
                    <a:pt x="209475" y="641328"/>
                  </a:lnTo>
                  <a:lnTo>
                    <a:pt x="0" y="641328"/>
                  </a:lnTo>
                  <a:close/>
                  <a:moveTo>
                    <a:pt x="250382" y="641328"/>
                  </a:moveTo>
                  <a:lnTo>
                    <a:pt x="1000000" y="641328"/>
                  </a:lnTo>
                  <a:lnTo>
                    <a:pt x="1000000" y="642398"/>
                  </a:lnTo>
                  <a:lnTo>
                    <a:pt x="250382" y="642398"/>
                  </a:lnTo>
                  <a:close/>
                  <a:moveTo>
                    <a:pt x="0" y="641328"/>
                  </a:moveTo>
                  <a:lnTo>
                    <a:pt x="211145" y="641328"/>
                  </a:lnTo>
                  <a:lnTo>
                    <a:pt x="211145" y="642398"/>
                  </a:lnTo>
                  <a:lnTo>
                    <a:pt x="0" y="642398"/>
                  </a:lnTo>
                  <a:close/>
                  <a:moveTo>
                    <a:pt x="247878" y="642398"/>
                  </a:moveTo>
                  <a:lnTo>
                    <a:pt x="1000000" y="642398"/>
                  </a:lnTo>
                  <a:lnTo>
                    <a:pt x="1000000" y="643469"/>
                  </a:lnTo>
                  <a:lnTo>
                    <a:pt x="247878" y="643469"/>
                  </a:lnTo>
                  <a:close/>
                  <a:moveTo>
                    <a:pt x="0" y="642398"/>
                  </a:moveTo>
                  <a:lnTo>
                    <a:pt x="215319" y="642398"/>
                  </a:lnTo>
                  <a:lnTo>
                    <a:pt x="215319" y="643469"/>
                  </a:lnTo>
                  <a:lnTo>
                    <a:pt x="0" y="643469"/>
                  </a:lnTo>
                  <a:close/>
                  <a:moveTo>
                    <a:pt x="0" y="643469"/>
                  </a:moveTo>
                  <a:lnTo>
                    <a:pt x="1000000" y="643469"/>
                  </a:lnTo>
                  <a:lnTo>
                    <a:pt x="1000000" y="763383"/>
                  </a:lnTo>
                  <a:lnTo>
                    <a:pt x="0" y="763383"/>
                  </a:lnTo>
                  <a:close/>
                  <a:moveTo>
                    <a:pt x="0" y="763383"/>
                  </a:moveTo>
                  <a:lnTo>
                    <a:pt x="310491" y="763383"/>
                  </a:lnTo>
                  <a:lnTo>
                    <a:pt x="310491" y="764454"/>
                  </a:lnTo>
                  <a:lnTo>
                    <a:pt x="0" y="764454"/>
                  </a:lnTo>
                  <a:close/>
                  <a:moveTo>
                    <a:pt x="319674" y="763383"/>
                  </a:moveTo>
                  <a:lnTo>
                    <a:pt x="1000000" y="763383"/>
                  </a:lnTo>
                  <a:lnTo>
                    <a:pt x="1000000" y="764454"/>
                  </a:lnTo>
                  <a:lnTo>
                    <a:pt x="319674" y="764454"/>
                  </a:lnTo>
                  <a:close/>
                  <a:moveTo>
                    <a:pt x="320509" y="764454"/>
                  </a:moveTo>
                  <a:lnTo>
                    <a:pt x="1000000" y="764454"/>
                  </a:lnTo>
                  <a:lnTo>
                    <a:pt x="1000000" y="765525"/>
                  </a:lnTo>
                  <a:lnTo>
                    <a:pt x="320509" y="765525"/>
                  </a:lnTo>
                  <a:close/>
                  <a:moveTo>
                    <a:pt x="0" y="764454"/>
                  </a:moveTo>
                  <a:lnTo>
                    <a:pt x="309656" y="764454"/>
                  </a:lnTo>
                  <a:lnTo>
                    <a:pt x="309656" y="765525"/>
                  </a:lnTo>
                  <a:lnTo>
                    <a:pt x="0" y="765525"/>
                  </a:lnTo>
                  <a:close/>
                  <a:moveTo>
                    <a:pt x="321344" y="765525"/>
                  </a:moveTo>
                  <a:lnTo>
                    <a:pt x="1000000" y="765525"/>
                  </a:lnTo>
                  <a:lnTo>
                    <a:pt x="1000000" y="766595"/>
                  </a:lnTo>
                  <a:lnTo>
                    <a:pt x="321344" y="766595"/>
                  </a:lnTo>
                  <a:close/>
                  <a:moveTo>
                    <a:pt x="0" y="765525"/>
                  </a:moveTo>
                  <a:lnTo>
                    <a:pt x="308821" y="765525"/>
                  </a:lnTo>
                  <a:lnTo>
                    <a:pt x="308821" y="766595"/>
                  </a:lnTo>
                  <a:lnTo>
                    <a:pt x="0" y="766595"/>
                  </a:lnTo>
                  <a:close/>
                  <a:moveTo>
                    <a:pt x="522541" y="766595"/>
                  </a:moveTo>
                  <a:lnTo>
                    <a:pt x="697857" y="766595"/>
                  </a:lnTo>
                  <a:lnTo>
                    <a:pt x="697857" y="767666"/>
                  </a:lnTo>
                  <a:lnTo>
                    <a:pt x="522541" y="767666"/>
                  </a:lnTo>
                  <a:close/>
                  <a:moveTo>
                    <a:pt x="322179" y="766595"/>
                  </a:moveTo>
                  <a:lnTo>
                    <a:pt x="515027" y="766595"/>
                  </a:lnTo>
                  <a:lnTo>
                    <a:pt x="515027" y="767666"/>
                  </a:lnTo>
                  <a:lnTo>
                    <a:pt x="322179" y="767666"/>
                  </a:lnTo>
                  <a:close/>
                  <a:moveTo>
                    <a:pt x="700362" y="766595"/>
                  </a:moveTo>
                  <a:lnTo>
                    <a:pt x="1000000" y="766595"/>
                  </a:lnTo>
                  <a:lnTo>
                    <a:pt x="1000000" y="767666"/>
                  </a:lnTo>
                  <a:lnTo>
                    <a:pt x="700362" y="767666"/>
                  </a:lnTo>
                  <a:close/>
                  <a:moveTo>
                    <a:pt x="523376" y="767666"/>
                  </a:moveTo>
                  <a:lnTo>
                    <a:pt x="695353" y="767666"/>
                  </a:lnTo>
                  <a:lnTo>
                    <a:pt x="695353" y="768737"/>
                  </a:lnTo>
                  <a:lnTo>
                    <a:pt x="523376" y="768737"/>
                  </a:lnTo>
                  <a:close/>
                  <a:moveTo>
                    <a:pt x="0" y="766595"/>
                  </a:moveTo>
                  <a:lnTo>
                    <a:pt x="307152" y="766595"/>
                  </a:lnTo>
                  <a:lnTo>
                    <a:pt x="307152" y="768737"/>
                  </a:lnTo>
                  <a:lnTo>
                    <a:pt x="0" y="768737"/>
                  </a:lnTo>
                  <a:close/>
                  <a:moveTo>
                    <a:pt x="702032" y="767666"/>
                  </a:moveTo>
                  <a:lnTo>
                    <a:pt x="1000000" y="767666"/>
                  </a:lnTo>
                  <a:lnTo>
                    <a:pt x="1000000" y="768737"/>
                  </a:lnTo>
                  <a:lnTo>
                    <a:pt x="702032" y="768737"/>
                  </a:lnTo>
                  <a:close/>
                  <a:moveTo>
                    <a:pt x="323014" y="767666"/>
                  </a:moveTo>
                  <a:lnTo>
                    <a:pt x="513357" y="767666"/>
                  </a:lnTo>
                  <a:lnTo>
                    <a:pt x="513357" y="768737"/>
                  </a:lnTo>
                  <a:lnTo>
                    <a:pt x="323014" y="768737"/>
                  </a:lnTo>
                  <a:close/>
                  <a:moveTo>
                    <a:pt x="0" y="768737"/>
                  </a:moveTo>
                  <a:lnTo>
                    <a:pt x="306317" y="768737"/>
                  </a:lnTo>
                  <a:lnTo>
                    <a:pt x="306317" y="769807"/>
                  </a:lnTo>
                  <a:lnTo>
                    <a:pt x="0" y="769807"/>
                  </a:lnTo>
                  <a:close/>
                  <a:moveTo>
                    <a:pt x="702866" y="768737"/>
                  </a:moveTo>
                  <a:lnTo>
                    <a:pt x="1000000" y="768737"/>
                  </a:lnTo>
                  <a:lnTo>
                    <a:pt x="1000000" y="769807"/>
                  </a:lnTo>
                  <a:lnTo>
                    <a:pt x="702866" y="769807"/>
                  </a:lnTo>
                  <a:close/>
                  <a:moveTo>
                    <a:pt x="323848" y="768737"/>
                  </a:moveTo>
                  <a:lnTo>
                    <a:pt x="512523" y="768737"/>
                  </a:lnTo>
                  <a:lnTo>
                    <a:pt x="512523" y="769807"/>
                  </a:lnTo>
                  <a:lnTo>
                    <a:pt x="323848" y="769807"/>
                  </a:lnTo>
                  <a:close/>
                  <a:moveTo>
                    <a:pt x="524210" y="768737"/>
                  </a:moveTo>
                  <a:lnTo>
                    <a:pt x="694518" y="768737"/>
                  </a:lnTo>
                  <a:lnTo>
                    <a:pt x="694518" y="769807"/>
                  </a:lnTo>
                  <a:lnTo>
                    <a:pt x="524210" y="769807"/>
                  </a:lnTo>
                  <a:close/>
                  <a:moveTo>
                    <a:pt x="525045" y="769807"/>
                  </a:moveTo>
                  <a:lnTo>
                    <a:pt x="692848" y="769807"/>
                  </a:lnTo>
                  <a:lnTo>
                    <a:pt x="692848" y="770878"/>
                  </a:lnTo>
                  <a:lnTo>
                    <a:pt x="525045" y="770878"/>
                  </a:lnTo>
                  <a:close/>
                  <a:moveTo>
                    <a:pt x="324683" y="769807"/>
                  </a:moveTo>
                  <a:lnTo>
                    <a:pt x="511688" y="769807"/>
                  </a:lnTo>
                  <a:lnTo>
                    <a:pt x="511688" y="770878"/>
                  </a:lnTo>
                  <a:lnTo>
                    <a:pt x="324683" y="770878"/>
                  </a:lnTo>
                  <a:close/>
                  <a:moveTo>
                    <a:pt x="704536" y="769807"/>
                  </a:moveTo>
                  <a:lnTo>
                    <a:pt x="1000000" y="769807"/>
                  </a:lnTo>
                  <a:lnTo>
                    <a:pt x="1000000" y="770878"/>
                  </a:lnTo>
                  <a:lnTo>
                    <a:pt x="704536" y="770878"/>
                  </a:lnTo>
                  <a:close/>
                  <a:moveTo>
                    <a:pt x="0" y="769807"/>
                  </a:moveTo>
                  <a:lnTo>
                    <a:pt x="304647" y="769807"/>
                  </a:lnTo>
                  <a:lnTo>
                    <a:pt x="304647" y="770878"/>
                  </a:lnTo>
                  <a:lnTo>
                    <a:pt x="0" y="770878"/>
                  </a:lnTo>
                  <a:close/>
                  <a:moveTo>
                    <a:pt x="705371" y="770878"/>
                  </a:moveTo>
                  <a:lnTo>
                    <a:pt x="1000000" y="770878"/>
                  </a:lnTo>
                  <a:lnTo>
                    <a:pt x="1000000" y="771949"/>
                  </a:lnTo>
                  <a:lnTo>
                    <a:pt x="705371" y="771949"/>
                  </a:lnTo>
                  <a:close/>
                  <a:moveTo>
                    <a:pt x="0" y="770878"/>
                  </a:moveTo>
                  <a:lnTo>
                    <a:pt x="303812" y="770878"/>
                  </a:lnTo>
                  <a:lnTo>
                    <a:pt x="303812" y="773019"/>
                  </a:lnTo>
                  <a:lnTo>
                    <a:pt x="0" y="773019"/>
                  </a:lnTo>
                  <a:close/>
                  <a:moveTo>
                    <a:pt x="324683" y="770878"/>
                  </a:moveTo>
                  <a:lnTo>
                    <a:pt x="510853" y="770878"/>
                  </a:lnTo>
                  <a:lnTo>
                    <a:pt x="510853" y="774090"/>
                  </a:lnTo>
                  <a:lnTo>
                    <a:pt x="324683" y="774090"/>
                  </a:lnTo>
                  <a:close/>
                  <a:moveTo>
                    <a:pt x="525880" y="770878"/>
                  </a:moveTo>
                  <a:lnTo>
                    <a:pt x="691179" y="770878"/>
                  </a:lnTo>
                  <a:lnTo>
                    <a:pt x="691179" y="774090"/>
                  </a:lnTo>
                  <a:lnTo>
                    <a:pt x="525880" y="774090"/>
                  </a:lnTo>
                  <a:close/>
                  <a:moveTo>
                    <a:pt x="0" y="773019"/>
                  </a:moveTo>
                  <a:lnTo>
                    <a:pt x="302143" y="773019"/>
                  </a:lnTo>
                  <a:lnTo>
                    <a:pt x="302143" y="774090"/>
                  </a:lnTo>
                  <a:lnTo>
                    <a:pt x="0" y="774090"/>
                  </a:lnTo>
                  <a:close/>
                  <a:moveTo>
                    <a:pt x="0" y="774090"/>
                  </a:moveTo>
                  <a:lnTo>
                    <a:pt x="301308" y="774090"/>
                  </a:lnTo>
                  <a:lnTo>
                    <a:pt x="301308" y="775161"/>
                  </a:lnTo>
                  <a:lnTo>
                    <a:pt x="0" y="775161"/>
                  </a:lnTo>
                  <a:close/>
                  <a:moveTo>
                    <a:pt x="706206" y="771949"/>
                  </a:moveTo>
                  <a:lnTo>
                    <a:pt x="1000000" y="771949"/>
                  </a:lnTo>
                  <a:lnTo>
                    <a:pt x="1000000" y="775161"/>
                  </a:lnTo>
                  <a:lnTo>
                    <a:pt x="706206" y="775161"/>
                  </a:lnTo>
                  <a:close/>
                  <a:moveTo>
                    <a:pt x="0" y="775161"/>
                  </a:moveTo>
                  <a:lnTo>
                    <a:pt x="300473" y="775161"/>
                  </a:lnTo>
                  <a:lnTo>
                    <a:pt x="300473" y="776231"/>
                  </a:lnTo>
                  <a:lnTo>
                    <a:pt x="0" y="776231"/>
                  </a:lnTo>
                  <a:close/>
                  <a:moveTo>
                    <a:pt x="0" y="776231"/>
                  </a:moveTo>
                  <a:lnTo>
                    <a:pt x="299638" y="776231"/>
                  </a:lnTo>
                  <a:lnTo>
                    <a:pt x="299638" y="777302"/>
                  </a:lnTo>
                  <a:lnTo>
                    <a:pt x="0" y="777302"/>
                  </a:lnTo>
                  <a:close/>
                  <a:moveTo>
                    <a:pt x="324683" y="774090"/>
                  </a:moveTo>
                  <a:lnTo>
                    <a:pt x="510018" y="774090"/>
                  </a:lnTo>
                  <a:lnTo>
                    <a:pt x="510018" y="777302"/>
                  </a:lnTo>
                  <a:lnTo>
                    <a:pt x="324683" y="777302"/>
                  </a:lnTo>
                  <a:close/>
                  <a:moveTo>
                    <a:pt x="0" y="777302"/>
                  </a:moveTo>
                  <a:lnTo>
                    <a:pt x="297968" y="777302"/>
                  </a:lnTo>
                  <a:lnTo>
                    <a:pt x="297968" y="778373"/>
                  </a:lnTo>
                  <a:lnTo>
                    <a:pt x="0" y="778373"/>
                  </a:lnTo>
                  <a:close/>
                  <a:moveTo>
                    <a:pt x="0" y="778373"/>
                  </a:moveTo>
                  <a:lnTo>
                    <a:pt x="297134" y="778373"/>
                  </a:lnTo>
                  <a:lnTo>
                    <a:pt x="297134" y="779443"/>
                  </a:lnTo>
                  <a:lnTo>
                    <a:pt x="0" y="779443"/>
                  </a:lnTo>
                  <a:close/>
                  <a:moveTo>
                    <a:pt x="324683" y="777302"/>
                  </a:moveTo>
                  <a:lnTo>
                    <a:pt x="509183" y="777302"/>
                  </a:lnTo>
                  <a:lnTo>
                    <a:pt x="509183" y="779443"/>
                  </a:lnTo>
                  <a:lnTo>
                    <a:pt x="324683" y="779443"/>
                  </a:lnTo>
                  <a:close/>
                  <a:moveTo>
                    <a:pt x="707041" y="775161"/>
                  </a:moveTo>
                  <a:lnTo>
                    <a:pt x="1000000" y="775161"/>
                  </a:lnTo>
                  <a:lnTo>
                    <a:pt x="1000000" y="779443"/>
                  </a:lnTo>
                  <a:lnTo>
                    <a:pt x="707041" y="779443"/>
                  </a:lnTo>
                  <a:close/>
                  <a:moveTo>
                    <a:pt x="0" y="779443"/>
                  </a:moveTo>
                  <a:lnTo>
                    <a:pt x="296299" y="779443"/>
                  </a:lnTo>
                  <a:lnTo>
                    <a:pt x="296299" y="780514"/>
                  </a:lnTo>
                  <a:lnTo>
                    <a:pt x="0" y="780514"/>
                  </a:lnTo>
                  <a:close/>
                  <a:moveTo>
                    <a:pt x="707876" y="779443"/>
                  </a:moveTo>
                  <a:lnTo>
                    <a:pt x="1000000" y="779443"/>
                  </a:lnTo>
                  <a:lnTo>
                    <a:pt x="1000000" y="780514"/>
                  </a:lnTo>
                  <a:lnTo>
                    <a:pt x="707876" y="780514"/>
                  </a:lnTo>
                  <a:close/>
                  <a:moveTo>
                    <a:pt x="159385" y="780514"/>
                  </a:moveTo>
                  <a:lnTo>
                    <a:pt x="295464" y="780514"/>
                  </a:lnTo>
                  <a:lnTo>
                    <a:pt x="295464" y="781585"/>
                  </a:lnTo>
                  <a:lnTo>
                    <a:pt x="159385" y="781585"/>
                  </a:lnTo>
                  <a:close/>
                  <a:moveTo>
                    <a:pt x="0" y="780514"/>
                  </a:moveTo>
                  <a:lnTo>
                    <a:pt x="149367" y="780514"/>
                  </a:lnTo>
                  <a:lnTo>
                    <a:pt x="149367" y="781585"/>
                  </a:lnTo>
                  <a:lnTo>
                    <a:pt x="0" y="781585"/>
                  </a:lnTo>
                  <a:close/>
                  <a:moveTo>
                    <a:pt x="324683" y="779443"/>
                  </a:moveTo>
                  <a:lnTo>
                    <a:pt x="510018" y="779443"/>
                  </a:lnTo>
                  <a:lnTo>
                    <a:pt x="510018" y="781585"/>
                  </a:lnTo>
                  <a:lnTo>
                    <a:pt x="324683" y="781585"/>
                  </a:lnTo>
                  <a:close/>
                  <a:moveTo>
                    <a:pt x="936622" y="780514"/>
                  </a:moveTo>
                  <a:lnTo>
                    <a:pt x="1000000" y="780514"/>
                  </a:lnTo>
                  <a:lnTo>
                    <a:pt x="1000000" y="781585"/>
                  </a:lnTo>
                  <a:lnTo>
                    <a:pt x="936622" y="781585"/>
                  </a:lnTo>
                  <a:close/>
                  <a:moveTo>
                    <a:pt x="707041" y="780514"/>
                  </a:moveTo>
                  <a:lnTo>
                    <a:pt x="926604" y="780514"/>
                  </a:lnTo>
                  <a:lnTo>
                    <a:pt x="926604" y="781585"/>
                  </a:lnTo>
                  <a:lnTo>
                    <a:pt x="707041" y="781585"/>
                  </a:lnTo>
                  <a:close/>
                  <a:moveTo>
                    <a:pt x="707041" y="781585"/>
                  </a:moveTo>
                  <a:lnTo>
                    <a:pt x="925769" y="781585"/>
                  </a:lnTo>
                  <a:lnTo>
                    <a:pt x="925769" y="782655"/>
                  </a:lnTo>
                  <a:lnTo>
                    <a:pt x="707041" y="782655"/>
                  </a:lnTo>
                  <a:close/>
                  <a:moveTo>
                    <a:pt x="938292" y="781585"/>
                  </a:moveTo>
                  <a:lnTo>
                    <a:pt x="1000000" y="781585"/>
                  </a:lnTo>
                  <a:lnTo>
                    <a:pt x="1000000" y="782655"/>
                  </a:lnTo>
                  <a:lnTo>
                    <a:pt x="938292" y="782655"/>
                  </a:lnTo>
                  <a:close/>
                  <a:moveTo>
                    <a:pt x="161054" y="781585"/>
                  </a:moveTo>
                  <a:lnTo>
                    <a:pt x="293794" y="781585"/>
                  </a:lnTo>
                  <a:lnTo>
                    <a:pt x="293794" y="782655"/>
                  </a:lnTo>
                  <a:lnTo>
                    <a:pt x="161054" y="782655"/>
                  </a:lnTo>
                  <a:close/>
                  <a:moveTo>
                    <a:pt x="0" y="781585"/>
                  </a:moveTo>
                  <a:lnTo>
                    <a:pt x="148532" y="781585"/>
                  </a:lnTo>
                  <a:lnTo>
                    <a:pt x="148532" y="782655"/>
                  </a:lnTo>
                  <a:lnTo>
                    <a:pt x="0" y="782655"/>
                  </a:lnTo>
                  <a:close/>
                  <a:moveTo>
                    <a:pt x="939127" y="782655"/>
                  </a:moveTo>
                  <a:lnTo>
                    <a:pt x="1000000" y="782655"/>
                  </a:lnTo>
                  <a:lnTo>
                    <a:pt x="1000000" y="783726"/>
                  </a:lnTo>
                  <a:lnTo>
                    <a:pt x="939127" y="783726"/>
                  </a:lnTo>
                  <a:close/>
                  <a:moveTo>
                    <a:pt x="0" y="782655"/>
                  </a:moveTo>
                  <a:lnTo>
                    <a:pt x="147697" y="782655"/>
                  </a:lnTo>
                  <a:lnTo>
                    <a:pt x="147697" y="783726"/>
                  </a:lnTo>
                  <a:lnTo>
                    <a:pt x="0" y="783726"/>
                  </a:lnTo>
                  <a:close/>
                  <a:moveTo>
                    <a:pt x="707041" y="782655"/>
                  </a:moveTo>
                  <a:lnTo>
                    <a:pt x="924934" y="782655"/>
                  </a:lnTo>
                  <a:lnTo>
                    <a:pt x="924934" y="783726"/>
                  </a:lnTo>
                  <a:lnTo>
                    <a:pt x="707041" y="783726"/>
                  </a:lnTo>
                  <a:close/>
                  <a:moveTo>
                    <a:pt x="324683" y="781585"/>
                  </a:moveTo>
                  <a:lnTo>
                    <a:pt x="509183" y="781585"/>
                  </a:lnTo>
                  <a:lnTo>
                    <a:pt x="509183" y="783726"/>
                  </a:lnTo>
                  <a:lnTo>
                    <a:pt x="324683" y="783726"/>
                  </a:lnTo>
                  <a:close/>
                  <a:moveTo>
                    <a:pt x="161889" y="782655"/>
                  </a:moveTo>
                  <a:lnTo>
                    <a:pt x="293794" y="782655"/>
                  </a:lnTo>
                  <a:lnTo>
                    <a:pt x="293794" y="783726"/>
                  </a:lnTo>
                  <a:lnTo>
                    <a:pt x="161889" y="783726"/>
                  </a:lnTo>
                  <a:close/>
                  <a:moveTo>
                    <a:pt x="0" y="783726"/>
                  </a:moveTo>
                  <a:lnTo>
                    <a:pt x="146862" y="783726"/>
                  </a:lnTo>
                  <a:lnTo>
                    <a:pt x="146862" y="784797"/>
                  </a:lnTo>
                  <a:lnTo>
                    <a:pt x="0" y="784797"/>
                  </a:lnTo>
                  <a:close/>
                  <a:moveTo>
                    <a:pt x="162724" y="783726"/>
                  </a:moveTo>
                  <a:lnTo>
                    <a:pt x="292959" y="783726"/>
                  </a:lnTo>
                  <a:lnTo>
                    <a:pt x="292959" y="784797"/>
                  </a:lnTo>
                  <a:lnTo>
                    <a:pt x="162724" y="784797"/>
                  </a:lnTo>
                  <a:close/>
                  <a:moveTo>
                    <a:pt x="325518" y="783726"/>
                  </a:moveTo>
                  <a:lnTo>
                    <a:pt x="435717" y="783726"/>
                  </a:lnTo>
                  <a:lnTo>
                    <a:pt x="435717" y="784797"/>
                  </a:lnTo>
                  <a:lnTo>
                    <a:pt x="325518" y="784797"/>
                  </a:lnTo>
                  <a:close/>
                  <a:moveTo>
                    <a:pt x="446570" y="783726"/>
                  </a:moveTo>
                  <a:lnTo>
                    <a:pt x="509183" y="783726"/>
                  </a:lnTo>
                  <a:lnTo>
                    <a:pt x="509183" y="784797"/>
                  </a:lnTo>
                  <a:lnTo>
                    <a:pt x="446570" y="784797"/>
                  </a:lnTo>
                  <a:close/>
                  <a:moveTo>
                    <a:pt x="163559" y="784797"/>
                  </a:moveTo>
                  <a:lnTo>
                    <a:pt x="291290" y="784797"/>
                  </a:lnTo>
                  <a:lnTo>
                    <a:pt x="291290" y="785867"/>
                  </a:lnTo>
                  <a:lnTo>
                    <a:pt x="163559" y="785867"/>
                  </a:lnTo>
                  <a:close/>
                  <a:moveTo>
                    <a:pt x="526715" y="774090"/>
                  </a:moveTo>
                  <a:lnTo>
                    <a:pt x="690344" y="774090"/>
                  </a:lnTo>
                  <a:lnTo>
                    <a:pt x="690344" y="785867"/>
                  </a:lnTo>
                  <a:lnTo>
                    <a:pt x="526715" y="785867"/>
                  </a:lnTo>
                  <a:close/>
                  <a:moveTo>
                    <a:pt x="939961" y="783726"/>
                  </a:moveTo>
                  <a:lnTo>
                    <a:pt x="1000000" y="783726"/>
                  </a:lnTo>
                  <a:lnTo>
                    <a:pt x="1000000" y="785867"/>
                  </a:lnTo>
                  <a:lnTo>
                    <a:pt x="939961" y="785867"/>
                  </a:lnTo>
                  <a:close/>
                  <a:moveTo>
                    <a:pt x="327188" y="784797"/>
                  </a:moveTo>
                  <a:lnTo>
                    <a:pt x="434048" y="784797"/>
                  </a:lnTo>
                  <a:lnTo>
                    <a:pt x="434048" y="785867"/>
                  </a:lnTo>
                  <a:lnTo>
                    <a:pt x="327188" y="785867"/>
                  </a:lnTo>
                  <a:close/>
                  <a:moveTo>
                    <a:pt x="707041" y="783726"/>
                  </a:moveTo>
                  <a:lnTo>
                    <a:pt x="924099" y="783726"/>
                  </a:lnTo>
                  <a:lnTo>
                    <a:pt x="924099" y="785867"/>
                  </a:lnTo>
                  <a:lnTo>
                    <a:pt x="707041" y="785867"/>
                  </a:lnTo>
                  <a:close/>
                  <a:moveTo>
                    <a:pt x="448240" y="784797"/>
                  </a:moveTo>
                  <a:lnTo>
                    <a:pt x="508348" y="784797"/>
                  </a:lnTo>
                  <a:lnTo>
                    <a:pt x="508348" y="785867"/>
                  </a:lnTo>
                  <a:lnTo>
                    <a:pt x="448240" y="785867"/>
                  </a:lnTo>
                  <a:close/>
                  <a:moveTo>
                    <a:pt x="0" y="784797"/>
                  </a:moveTo>
                  <a:lnTo>
                    <a:pt x="146027" y="784797"/>
                  </a:lnTo>
                  <a:lnTo>
                    <a:pt x="146027" y="785867"/>
                  </a:lnTo>
                  <a:lnTo>
                    <a:pt x="0" y="785867"/>
                  </a:lnTo>
                  <a:close/>
                  <a:moveTo>
                    <a:pt x="527550" y="785867"/>
                  </a:moveTo>
                  <a:lnTo>
                    <a:pt x="690344" y="785867"/>
                  </a:lnTo>
                  <a:lnTo>
                    <a:pt x="690344" y="786938"/>
                  </a:lnTo>
                  <a:lnTo>
                    <a:pt x="527550" y="786938"/>
                  </a:lnTo>
                  <a:close/>
                  <a:moveTo>
                    <a:pt x="0" y="785867"/>
                  </a:moveTo>
                  <a:lnTo>
                    <a:pt x="145192" y="785867"/>
                  </a:lnTo>
                  <a:lnTo>
                    <a:pt x="145192" y="786938"/>
                  </a:lnTo>
                  <a:lnTo>
                    <a:pt x="0" y="786938"/>
                  </a:lnTo>
                  <a:close/>
                  <a:moveTo>
                    <a:pt x="328023" y="785867"/>
                  </a:moveTo>
                  <a:lnTo>
                    <a:pt x="433213" y="785867"/>
                  </a:lnTo>
                  <a:lnTo>
                    <a:pt x="433213" y="786938"/>
                  </a:lnTo>
                  <a:lnTo>
                    <a:pt x="328023" y="786938"/>
                  </a:lnTo>
                  <a:close/>
                  <a:moveTo>
                    <a:pt x="164394" y="785867"/>
                  </a:moveTo>
                  <a:lnTo>
                    <a:pt x="290455" y="785867"/>
                  </a:lnTo>
                  <a:lnTo>
                    <a:pt x="290455" y="786938"/>
                  </a:lnTo>
                  <a:lnTo>
                    <a:pt x="164394" y="786938"/>
                  </a:lnTo>
                  <a:close/>
                  <a:moveTo>
                    <a:pt x="449075" y="785867"/>
                  </a:moveTo>
                  <a:lnTo>
                    <a:pt x="508348" y="785867"/>
                  </a:lnTo>
                  <a:lnTo>
                    <a:pt x="508348" y="786938"/>
                  </a:lnTo>
                  <a:lnTo>
                    <a:pt x="449075" y="786938"/>
                  </a:lnTo>
                  <a:close/>
                  <a:moveTo>
                    <a:pt x="707876" y="785867"/>
                  </a:moveTo>
                  <a:lnTo>
                    <a:pt x="923265" y="785867"/>
                  </a:lnTo>
                  <a:lnTo>
                    <a:pt x="923265" y="786938"/>
                  </a:lnTo>
                  <a:lnTo>
                    <a:pt x="707876" y="786938"/>
                  </a:lnTo>
                  <a:close/>
                  <a:moveTo>
                    <a:pt x="449910" y="786938"/>
                  </a:moveTo>
                  <a:lnTo>
                    <a:pt x="467441" y="786938"/>
                  </a:lnTo>
                  <a:lnTo>
                    <a:pt x="467441" y="788009"/>
                  </a:lnTo>
                  <a:lnTo>
                    <a:pt x="449910" y="788009"/>
                  </a:lnTo>
                  <a:close/>
                  <a:moveTo>
                    <a:pt x="329692" y="786938"/>
                  </a:moveTo>
                  <a:lnTo>
                    <a:pt x="432378" y="786938"/>
                  </a:lnTo>
                  <a:lnTo>
                    <a:pt x="432378" y="788009"/>
                  </a:lnTo>
                  <a:lnTo>
                    <a:pt x="329692" y="788009"/>
                  </a:lnTo>
                  <a:close/>
                  <a:moveTo>
                    <a:pt x="570127" y="786938"/>
                  </a:moveTo>
                  <a:lnTo>
                    <a:pt x="690344" y="786938"/>
                  </a:lnTo>
                  <a:lnTo>
                    <a:pt x="690344" y="788009"/>
                  </a:lnTo>
                  <a:lnTo>
                    <a:pt x="570127" y="788009"/>
                  </a:lnTo>
                  <a:close/>
                  <a:moveTo>
                    <a:pt x="164394" y="786938"/>
                  </a:moveTo>
                  <a:lnTo>
                    <a:pt x="289620" y="786938"/>
                  </a:lnTo>
                  <a:lnTo>
                    <a:pt x="289620" y="788009"/>
                  </a:lnTo>
                  <a:lnTo>
                    <a:pt x="164394" y="788009"/>
                  </a:lnTo>
                  <a:close/>
                  <a:moveTo>
                    <a:pt x="940796" y="785867"/>
                  </a:moveTo>
                  <a:lnTo>
                    <a:pt x="1000000" y="785867"/>
                  </a:lnTo>
                  <a:lnTo>
                    <a:pt x="1000000" y="788009"/>
                  </a:lnTo>
                  <a:lnTo>
                    <a:pt x="940796" y="788009"/>
                  </a:lnTo>
                  <a:close/>
                  <a:moveTo>
                    <a:pt x="707876" y="786938"/>
                  </a:moveTo>
                  <a:lnTo>
                    <a:pt x="922430" y="786938"/>
                  </a:lnTo>
                  <a:lnTo>
                    <a:pt x="922430" y="788009"/>
                  </a:lnTo>
                  <a:lnTo>
                    <a:pt x="707876" y="788009"/>
                  </a:lnTo>
                  <a:close/>
                  <a:moveTo>
                    <a:pt x="0" y="786938"/>
                  </a:moveTo>
                  <a:lnTo>
                    <a:pt x="144358" y="786938"/>
                  </a:lnTo>
                  <a:lnTo>
                    <a:pt x="144358" y="788009"/>
                  </a:lnTo>
                  <a:lnTo>
                    <a:pt x="0" y="788009"/>
                  </a:lnTo>
                  <a:close/>
                  <a:moveTo>
                    <a:pt x="333867" y="788009"/>
                  </a:moveTo>
                  <a:lnTo>
                    <a:pt x="431543" y="788009"/>
                  </a:lnTo>
                  <a:lnTo>
                    <a:pt x="431543" y="789079"/>
                  </a:lnTo>
                  <a:lnTo>
                    <a:pt x="333867" y="789079"/>
                  </a:lnTo>
                  <a:close/>
                  <a:moveTo>
                    <a:pt x="572631" y="788009"/>
                  </a:moveTo>
                  <a:lnTo>
                    <a:pt x="689509" y="788009"/>
                  </a:lnTo>
                  <a:lnTo>
                    <a:pt x="689509" y="789079"/>
                  </a:lnTo>
                  <a:lnTo>
                    <a:pt x="572631" y="789079"/>
                  </a:lnTo>
                  <a:close/>
                  <a:moveTo>
                    <a:pt x="0" y="788009"/>
                  </a:moveTo>
                  <a:lnTo>
                    <a:pt x="93432" y="788009"/>
                  </a:lnTo>
                  <a:lnTo>
                    <a:pt x="93432" y="789079"/>
                  </a:lnTo>
                  <a:lnTo>
                    <a:pt x="0" y="789079"/>
                  </a:lnTo>
                  <a:close/>
                  <a:moveTo>
                    <a:pt x="99276" y="788009"/>
                  </a:moveTo>
                  <a:lnTo>
                    <a:pt x="144358" y="788009"/>
                  </a:lnTo>
                  <a:lnTo>
                    <a:pt x="144358" y="789079"/>
                  </a:lnTo>
                  <a:lnTo>
                    <a:pt x="99276" y="789079"/>
                  </a:lnTo>
                  <a:close/>
                  <a:moveTo>
                    <a:pt x="450744" y="788009"/>
                  </a:moveTo>
                  <a:lnTo>
                    <a:pt x="465772" y="788009"/>
                  </a:lnTo>
                  <a:lnTo>
                    <a:pt x="465772" y="789079"/>
                  </a:lnTo>
                  <a:lnTo>
                    <a:pt x="450744" y="789079"/>
                  </a:lnTo>
                  <a:close/>
                  <a:moveTo>
                    <a:pt x="0" y="789079"/>
                  </a:moveTo>
                  <a:lnTo>
                    <a:pt x="91763" y="789079"/>
                  </a:lnTo>
                  <a:lnTo>
                    <a:pt x="91763" y="790150"/>
                  </a:lnTo>
                  <a:lnTo>
                    <a:pt x="0" y="790150"/>
                  </a:lnTo>
                  <a:close/>
                  <a:moveTo>
                    <a:pt x="708710" y="788009"/>
                  </a:moveTo>
                  <a:lnTo>
                    <a:pt x="921595" y="788009"/>
                  </a:lnTo>
                  <a:lnTo>
                    <a:pt x="921595" y="790150"/>
                  </a:lnTo>
                  <a:lnTo>
                    <a:pt x="708710" y="790150"/>
                  </a:lnTo>
                  <a:close/>
                  <a:moveTo>
                    <a:pt x="451579" y="789079"/>
                  </a:moveTo>
                  <a:lnTo>
                    <a:pt x="464937" y="789079"/>
                  </a:lnTo>
                  <a:lnTo>
                    <a:pt x="464937" y="790150"/>
                  </a:lnTo>
                  <a:lnTo>
                    <a:pt x="451579" y="790150"/>
                  </a:lnTo>
                  <a:close/>
                  <a:moveTo>
                    <a:pt x="941631" y="788009"/>
                  </a:moveTo>
                  <a:lnTo>
                    <a:pt x="1000000" y="788009"/>
                  </a:lnTo>
                  <a:lnTo>
                    <a:pt x="1000000" y="790150"/>
                  </a:lnTo>
                  <a:lnTo>
                    <a:pt x="941631" y="790150"/>
                  </a:lnTo>
                  <a:close/>
                  <a:moveTo>
                    <a:pt x="164394" y="788009"/>
                  </a:moveTo>
                  <a:lnTo>
                    <a:pt x="287950" y="788009"/>
                  </a:lnTo>
                  <a:lnTo>
                    <a:pt x="287950" y="790150"/>
                  </a:lnTo>
                  <a:lnTo>
                    <a:pt x="164394" y="790150"/>
                  </a:lnTo>
                  <a:close/>
                  <a:moveTo>
                    <a:pt x="572631" y="789079"/>
                  </a:moveTo>
                  <a:lnTo>
                    <a:pt x="688674" y="789079"/>
                  </a:lnTo>
                  <a:lnTo>
                    <a:pt x="688674" y="790150"/>
                  </a:lnTo>
                  <a:lnTo>
                    <a:pt x="572631" y="790150"/>
                  </a:lnTo>
                  <a:close/>
                  <a:moveTo>
                    <a:pt x="100111" y="789079"/>
                  </a:moveTo>
                  <a:lnTo>
                    <a:pt x="143523" y="789079"/>
                  </a:lnTo>
                  <a:lnTo>
                    <a:pt x="143523" y="790150"/>
                  </a:lnTo>
                  <a:lnTo>
                    <a:pt x="100111" y="790150"/>
                  </a:lnTo>
                  <a:close/>
                  <a:moveTo>
                    <a:pt x="334701" y="789079"/>
                  </a:moveTo>
                  <a:lnTo>
                    <a:pt x="430708" y="789079"/>
                  </a:lnTo>
                  <a:lnTo>
                    <a:pt x="430708" y="790150"/>
                  </a:lnTo>
                  <a:lnTo>
                    <a:pt x="334701" y="790150"/>
                  </a:lnTo>
                  <a:close/>
                  <a:moveTo>
                    <a:pt x="336371" y="790150"/>
                  </a:moveTo>
                  <a:lnTo>
                    <a:pt x="429873" y="790150"/>
                  </a:lnTo>
                  <a:lnTo>
                    <a:pt x="429873" y="791221"/>
                  </a:lnTo>
                  <a:lnTo>
                    <a:pt x="336371" y="791221"/>
                  </a:lnTo>
                  <a:close/>
                  <a:moveTo>
                    <a:pt x="683665" y="790150"/>
                  </a:moveTo>
                  <a:lnTo>
                    <a:pt x="686170" y="790150"/>
                  </a:lnTo>
                  <a:lnTo>
                    <a:pt x="686170" y="791221"/>
                  </a:lnTo>
                  <a:lnTo>
                    <a:pt x="683665" y="791221"/>
                  </a:lnTo>
                  <a:close/>
                  <a:moveTo>
                    <a:pt x="572631" y="790150"/>
                  </a:moveTo>
                  <a:lnTo>
                    <a:pt x="659455" y="790150"/>
                  </a:lnTo>
                  <a:lnTo>
                    <a:pt x="659455" y="791221"/>
                  </a:lnTo>
                  <a:lnTo>
                    <a:pt x="572631" y="791221"/>
                  </a:lnTo>
                  <a:close/>
                  <a:moveTo>
                    <a:pt x="164394" y="790150"/>
                  </a:moveTo>
                  <a:lnTo>
                    <a:pt x="287115" y="790150"/>
                  </a:lnTo>
                  <a:lnTo>
                    <a:pt x="287115" y="791221"/>
                  </a:lnTo>
                  <a:lnTo>
                    <a:pt x="164394" y="791221"/>
                  </a:lnTo>
                  <a:close/>
                  <a:moveTo>
                    <a:pt x="0" y="790150"/>
                  </a:moveTo>
                  <a:lnTo>
                    <a:pt x="90093" y="790150"/>
                  </a:lnTo>
                  <a:lnTo>
                    <a:pt x="90093" y="791221"/>
                  </a:lnTo>
                  <a:lnTo>
                    <a:pt x="0" y="791221"/>
                  </a:lnTo>
                  <a:close/>
                  <a:moveTo>
                    <a:pt x="759636" y="790150"/>
                  </a:moveTo>
                  <a:lnTo>
                    <a:pt x="921595" y="790150"/>
                  </a:lnTo>
                  <a:lnTo>
                    <a:pt x="921595" y="791221"/>
                  </a:lnTo>
                  <a:lnTo>
                    <a:pt x="759636" y="791221"/>
                  </a:lnTo>
                  <a:close/>
                  <a:moveTo>
                    <a:pt x="102615" y="790150"/>
                  </a:moveTo>
                  <a:lnTo>
                    <a:pt x="143523" y="790150"/>
                  </a:lnTo>
                  <a:lnTo>
                    <a:pt x="143523" y="791221"/>
                  </a:lnTo>
                  <a:lnTo>
                    <a:pt x="102615" y="791221"/>
                  </a:lnTo>
                  <a:close/>
                  <a:moveTo>
                    <a:pt x="710380" y="790150"/>
                  </a:moveTo>
                  <a:lnTo>
                    <a:pt x="712050" y="790150"/>
                  </a:lnTo>
                  <a:lnTo>
                    <a:pt x="712050" y="791221"/>
                  </a:lnTo>
                  <a:lnTo>
                    <a:pt x="710380" y="791221"/>
                  </a:lnTo>
                  <a:close/>
                  <a:moveTo>
                    <a:pt x="104285" y="791221"/>
                  </a:moveTo>
                  <a:lnTo>
                    <a:pt x="142688" y="791221"/>
                  </a:lnTo>
                  <a:lnTo>
                    <a:pt x="142688" y="792291"/>
                  </a:lnTo>
                  <a:lnTo>
                    <a:pt x="104285" y="792291"/>
                  </a:lnTo>
                  <a:close/>
                  <a:moveTo>
                    <a:pt x="340545" y="791221"/>
                  </a:moveTo>
                  <a:lnTo>
                    <a:pt x="429873" y="791221"/>
                  </a:lnTo>
                  <a:lnTo>
                    <a:pt x="429873" y="792291"/>
                  </a:lnTo>
                  <a:lnTo>
                    <a:pt x="340545" y="792291"/>
                  </a:lnTo>
                  <a:close/>
                  <a:moveTo>
                    <a:pt x="0" y="791221"/>
                  </a:moveTo>
                  <a:lnTo>
                    <a:pt x="87588" y="791221"/>
                  </a:lnTo>
                  <a:lnTo>
                    <a:pt x="87588" y="792291"/>
                  </a:lnTo>
                  <a:lnTo>
                    <a:pt x="0" y="792291"/>
                  </a:lnTo>
                  <a:close/>
                  <a:moveTo>
                    <a:pt x="573466" y="791221"/>
                  </a:moveTo>
                  <a:lnTo>
                    <a:pt x="656115" y="791221"/>
                  </a:lnTo>
                  <a:lnTo>
                    <a:pt x="656115" y="792291"/>
                  </a:lnTo>
                  <a:lnTo>
                    <a:pt x="573466" y="792291"/>
                  </a:lnTo>
                  <a:close/>
                  <a:moveTo>
                    <a:pt x="765480" y="791221"/>
                  </a:moveTo>
                  <a:lnTo>
                    <a:pt x="921595" y="791221"/>
                  </a:lnTo>
                  <a:lnTo>
                    <a:pt x="921595" y="792291"/>
                  </a:lnTo>
                  <a:lnTo>
                    <a:pt x="765480" y="792291"/>
                  </a:lnTo>
                  <a:close/>
                  <a:moveTo>
                    <a:pt x="636914" y="792291"/>
                  </a:moveTo>
                  <a:lnTo>
                    <a:pt x="655281" y="792291"/>
                  </a:lnTo>
                  <a:lnTo>
                    <a:pt x="655281" y="793362"/>
                  </a:lnTo>
                  <a:lnTo>
                    <a:pt x="636914" y="793362"/>
                  </a:lnTo>
                  <a:close/>
                  <a:moveTo>
                    <a:pt x="574301" y="792291"/>
                  </a:moveTo>
                  <a:lnTo>
                    <a:pt x="631070" y="792291"/>
                  </a:lnTo>
                  <a:lnTo>
                    <a:pt x="631070" y="793362"/>
                  </a:lnTo>
                  <a:lnTo>
                    <a:pt x="574301" y="793362"/>
                  </a:lnTo>
                  <a:close/>
                  <a:moveTo>
                    <a:pt x="847294" y="792291"/>
                  </a:moveTo>
                  <a:lnTo>
                    <a:pt x="920760" y="792291"/>
                  </a:lnTo>
                  <a:lnTo>
                    <a:pt x="920760" y="793362"/>
                  </a:lnTo>
                  <a:lnTo>
                    <a:pt x="847294" y="793362"/>
                  </a:lnTo>
                  <a:close/>
                  <a:moveTo>
                    <a:pt x="452414" y="790150"/>
                  </a:moveTo>
                  <a:lnTo>
                    <a:pt x="464937" y="790150"/>
                  </a:lnTo>
                  <a:lnTo>
                    <a:pt x="464937" y="793362"/>
                  </a:lnTo>
                  <a:lnTo>
                    <a:pt x="452414" y="793362"/>
                  </a:lnTo>
                  <a:close/>
                  <a:moveTo>
                    <a:pt x="341380" y="792291"/>
                  </a:moveTo>
                  <a:lnTo>
                    <a:pt x="429873" y="792291"/>
                  </a:lnTo>
                  <a:lnTo>
                    <a:pt x="429873" y="793362"/>
                  </a:lnTo>
                  <a:lnTo>
                    <a:pt x="341380" y="793362"/>
                  </a:lnTo>
                  <a:close/>
                  <a:moveTo>
                    <a:pt x="105120" y="792291"/>
                  </a:moveTo>
                  <a:lnTo>
                    <a:pt x="141853" y="792291"/>
                  </a:lnTo>
                  <a:lnTo>
                    <a:pt x="141853" y="793362"/>
                  </a:lnTo>
                  <a:lnTo>
                    <a:pt x="105120" y="793362"/>
                  </a:lnTo>
                  <a:close/>
                  <a:moveTo>
                    <a:pt x="0" y="792291"/>
                  </a:moveTo>
                  <a:lnTo>
                    <a:pt x="86753" y="792291"/>
                  </a:lnTo>
                  <a:lnTo>
                    <a:pt x="86753" y="793362"/>
                  </a:lnTo>
                  <a:lnTo>
                    <a:pt x="0" y="793362"/>
                  </a:lnTo>
                  <a:close/>
                  <a:moveTo>
                    <a:pt x="165229" y="791221"/>
                  </a:moveTo>
                  <a:lnTo>
                    <a:pt x="285446" y="791221"/>
                  </a:lnTo>
                  <a:lnTo>
                    <a:pt x="285446" y="793362"/>
                  </a:lnTo>
                  <a:lnTo>
                    <a:pt x="165229" y="793362"/>
                  </a:lnTo>
                  <a:close/>
                  <a:moveTo>
                    <a:pt x="765480" y="792291"/>
                  </a:moveTo>
                  <a:lnTo>
                    <a:pt x="846459" y="792291"/>
                  </a:lnTo>
                  <a:lnTo>
                    <a:pt x="846459" y="793362"/>
                  </a:lnTo>
                  <a:lnTo>
                    <a:pt x="765480" y="793362"/>
                  </a:lnTo>
                  <a:close/>
                  <a:moveTo>
                    <a:pt x="165229" y="793362"/>
                  </a:moveTo>
                  <a:lnTo>
                    <a:pt x="284611" y="793362"/>
                  </a:lnTo>
                  <a:lnTo>
                    <a:pt x="284611" y="794433"/>
                  </a:lnTo>
                  <a:lnTo>
                    <a:pt x="165229" y="794433"/>
                  </a:lnTo>
                  <a:close/>
                  <a:moveTo>
                    <a:pt x="575136" y="793362"/>
                  </a:moveTo>
                  <a:lnTo>
                    <a:pt x="630235" y="793362"/>
                  </a:lnTo>
                  <a:lnTo>
                    <a:pt x="630235" y="794433"/>
                  </a:lnTo>
                  <a:lnTo>
                    <a:pt x="575136" y="794433"/>
                  </a:lnTo>
                  <a:close/>
                  <a:moveTo>
                    <a:pt x="0" y="793362"/>
                  </a:moveTo>
                  <a:lnTo>
                    <a:pt x="85919" y="793362"/>
                  </a:lnTo>
                  <a:lnTo>
                    <a:pt x="85919" y="794433"/>
                  </a:lnTo>
                  <a:lnTo>
                    <a:pt x="0" y="794433"/>
                  </a:lnTo>
                  <a:close/>
                  <a:moveTo>
                    <a:pt x="343050" y="793362"/>
                  </a:moveTo>
                  <a:lnTo>
                    <a:pt x="429873" y="793362"/>
                  </a:lnTo>
                  <a:lnTo>
                    <a:pt x="429873" y="794433"/>
                  </a:lnTo>
                  <a:lnTo>
                    <a:pt x="343050" y="794433"/>
                  </a:lnTo>
                  <a:close/>
                  <a:moveTo>
                    <a:pt x="105955" y="793362"/>
                  </a:moveTo>
                  <a:lnTo>
                    <a:pt x="141853" y="793362"/>
                  </a:lnTo>
                  <a:lnTo>
                    <a:pt x="141853" y="794433"/>
                  </a:lnTo>
                  <a:lnTo>
                    <a:pt x="105955" y="794433"/>
                  </a:lnTo>
                  <a:close/>
                  <a:moveTo>
                    <a:pt x="638584" y="793362"/>
                  </a:moveTo>
                  <a:lnTo>
                    <a:pt x="654446" y="793362"/>
                  </a:lnTo>
                  <a:lnTo>
                    <a:pt x="654446" y="794433"/>
                  </a:lnTo>
                  <a:lnTo>
                    <a:pt x="638584" y="794433"/>
                  </a:lnTo>
                  <a:close/>
                  <a:moveTo>
                    <a:pt x="766314" y="793362"/>
                  </a:moveTo>
                  <a:lnTo>
                    <a:pt x="843955" y="793362"/>
                  </a:lnTo>
                  <a:lnTo>
                    <a:pt x="843955" y="794433"/>
                  </a:lnTo>
                  <a:lnTo>
                    <a:pt x="766314" y="794433"/>
                  </a:lnTo>
                  <a:close/>
                  <a:moveTo>
                    <a:pt x="848964" y="793362"/>
                  </a:moveTo>
                  <a:lnTo>
                    <a:pt x="919925" y="793362"/>
                  </a:lnTo>
                  <a:lnTo>
                    <a:pt x="919925" y="794433"/>
                  </a:lnTo>
                  <a:lnTo>
                    <a:pt x="848964" y="794433"/>
                  </a:lnTo>
                  <a:close/>
                  <a:moveTo>
                    <a:pt x="575136" y="794433"/>
                  </a:moveTo>
                  <a:lnTo>
                    <a:pt x="627731" y="794433"/>
                  </a:lnTo>
                  <a:lnTo>
                    <a:pt x="627731" y="795503"/>
                  </a:lnTo>
                  <a:lnTo>
                    <a:pt x="575136" y="795503"/>
                  </a:lnTo>
                  <a:close/>
                  <a:moveTo>
                    <a:pt x="346389" y="794433"/>
                  </a:moveTo>
                  <a:lnTo>
                    <a:pt x="429873" y="794433"/>
                  </a:lnTo>
                  <a:lnTo>
                    <a:pt x="429873" y="795503"/>
                  </a:lnTo>
                  <a:lnTo>
                    <a:pt x="346389" y="795503"/>
                  </a:lnTo>
                  <a:close/>
                  <a:moveTo>
                    <a:pt x="942466" y="790150"/>
                  </a:moveTo>
                  <a:lnTo>
                    <a:pt x="1000000" y="790150"/>
                  </a:lnTo>
                  <a:lnTo>
                    <a:pt x="1000000" y="795503"/>
                  </a:lnTo>
                  <a:lnTo>
                    <a:pt x="942466" y="795503"/>
                  </a:lnTo>
                  <a:close/>
                  <a:moveTo>
                    <a:pt x="0" y="794433"/>
                  </a:moveTo>
                  <a:lnTo>
                    <a:pt x="85084" y="794433"/>
                  </a:lnTo>
                  <a:lnTo>
                    <a:pt x="85084" y="795503"/>
                  </a:lnTo>
                  <a:lnTo>
                    <a:pt x="0" y="795503"/>
                  </a:lnTo>
                  <a:close/>
                  <a:moveTo>
                    <a:pt x="640253" y="794433"/>
                  </a:moveTo>
                  <a:lnTo>
                    <a:pt x="653611" y="794433"/>
                  </a:lnTo>
                  <a:lnTo>
                    <a:pt x="653611" y="795503"/>
                  </a:lnTo>
                  <a:lnTo>
                    <a:pt x="640253" y="795503"/>
                  </a:lnTo>
                  <a:close/>
                  <a:moveTo>
                    <a:pt x="165229" y="794433"/>
                  </a:moveTo>
                  <a:lnTo>
                    <a:pt x="282941" y="794433"/>
                  </a:lnTo>
                  <a:lnTo>
                    <a:pt x="282941" y="795503"/>
                  </a:lnTo>
                  <a:lnTo>
                    <a:pt x="165229" y="795503"/>
                  </a:lnTo>
                  <a:close/>
                  <a:moveTo>
                    <a:pt x="852303" y="794433"/>
                  </a:moveTo>
                  <a:lnTo>
                    <a:pt x="919090" y="794433"/>
                  </a:lnTo>
                  <a:lnTo>
                    <a:pt x="919090" y="795503"/>
                  </a:lnTo>
                  <a:lnTo>
                    <a:pt x="852303" y="795503"/>
                  </a:lnTo>
                  <a:close/>
                  <a:moveTo>
                    <a:pt x="106790" y="794433"/>
                  </a:moveTo>
                  <a:lnTo>
                    <a:pt x="141018" y="794433"/>
                  </a:lnTo>
                  <a:lnTo>
                    <a:pt x="141018" y="795503"/>
                  </a:lnTo>
                  <a:lnTo>
                    <a:pt x="106790" y="795503"/>
                  </a:lnTo>
                  <a:close/>
                  <a:moveTo>
                    <a:pt x="767984" y="794433"/>
                  </a:moveTo>
                  <a:lnTo>
                    <a:pt x="841450" y="794433"/>
                  </a:lnTo>
                  <a:lnTo>
                    <a:pt x="841450" y="795503"/>
                  </a:lnTo>
                  <a:lnTo>
                    <a:pt x="767984" y="795503"/>
                  </a:lnTo>
                  <a:close/>
                  <a:moveTo>
                    <a:pt x="348894" y="795503"/>
                  </a:moveTo>
                  <a:lnTo>
                    <a:pt x="429873" y="795503"/>
                  </a:lnTo>
                  <a:lnTo>
                    <a:pt x="429873" y="796574"/>
                  </a:lnTo>
                  <a:lnTo>
                    <a:pt x="348894" y="796574"/>
                  </a:lnTo>
                  <a:close/>
                  <a:moveTo>
                    <a:pt x="165229" y="795503"/>
                  </a:moveTo>
                  <a:lnTo>
                    <a:pt x="282106" y="795503"/>
                  </a:lnTo>
                  <a:lnTo>
                    <a:pt x="282106" y="796574"/>
                  </a:lnTo>
                  <a:lnTo>
                    <a:pt x="165229" y="796574"/>
                  </a:lnTo>
                  <a:close/>
                  <a:moveTo>
                    <a:pt x="941631" y="795503"/>
                  </a:moveTo>
                  <a:lnTo>
                    <a:pt x="1000000" y="795503"/>
                  </a:lnTo>
                  <a:lnTo>
                    <a:pt x="1000000" y="796574"/>
                  </a:lnTo>
                  <a:lnTo>
                    <a:pt x="941631" y="796574"/>
                  </a:lnTo>
                  <a:close/>
                  <a:moveTo>
                    <a:pt x="767984" y="795503"/>
                  </a:moveTo>
                  <a:lnTo>
                    <a:pt x="840615" y="795503"/>
                  </a:lnTo>
                  <a:lnTo>
                    <a:pt x="840615" y="796574"/>
                  </a:lnTo>
                  <a:lnTo>
                    <a:pt x="767984" y="796574"/>
                  </a:lnTo>
                  <a:close/>
                  <a:moveTo>
                    <a:pt x="575136" y="795503"/>
                  </a:moveTo>
                  <a:lnTo>
                    <a:pt x="626896" y="795503"/>
                  </a:lnTo>
                  <a:lnTo>
                    <a:pt x="626896" y="796574"/>
                  </a:lnTo>
                  <a:lnTo>
                    <a:pt x="575136" y="796574"/>
                  </a:lnTo>
                  <a:close/>
                  <a:moveTo>
                    <a:pt x="107625" y="795503"/>
                  </a:moveTo>
                  <a:lnTo>
                    <a:pt x="141018" y="795503"/>
                  </a:lnTo>
                  <a:lnTo>
                    <a:pt x="141018" y="796574"/>
                  </a:lnTo>
                  <a:lnTo>
                    <a:pt x="107625" y="796574"/>
                  </a:lnTo>
                  <a:close/>
                  <a:moveTo>
                    <a:pt x="641088" y="795503"/>
                  </a:moveTo>
                  <a:lnTo>
                    <a:pt x="652776" y="795503"/>
                  </a:lnTo>
                  <a:lnTo>
                    <a:pt x="652776" y="796574"/>
                  </a:lnTo>
                  <a:lnTo>
                    <a:pt x="641088" y="796574"/>
                  </a:lnTo>
                  <a:close/>
                  <a:moveTo>
                    <a:pt x="853138" y="795503"/>
                  </a:moveTo>
                  <a:lnTo>
                    <a:pt x="919090" y="795503"/>
                  </a:lnTo>
                  <a:lnTo>
                    <a:pt x="919090" y="796574"/>
                  </a:lnTo>
                  <a:lnTo>
                    <a:pt x="853138" y="796574"/>
                  </a:lnTo>
                  <a:close/>
                  <a:moveTo>
                    <a:pt x="349729" y="796574"/>
                  </a:moveTo>
                  <a:lnTo>
                    <a:pt x="429873" y="796574"/>
                  </a:lnTo>
                  <a:lnTo>
                    <a:pt x="429873" y="797645"/>
                  </a:lnTo>
                  <a:lnTo>
                    <a:pt x="349729" y="797645"/>
                  </a:lnTo>
                  <a:close/>
                  <a:moveTo>
                    <a:pt x="107625" y="796574"/>
                  </a:moveTo>
                  <a:lnTo>
                    <a:pt x="140183" y="796574"/>
                  </a:lnTo>
                  <a:lnTo>
                    <a:pt x="140183" y="797645"/>
                  </a:lnTo>
                  <a:lnTo>
                    <a:pt x="107625" y="797645"/>
                  </a:lnTo>
                  <a:close/>
                  <a:moveTo>
                    <a:pt x="641923" y="796574"/>
                  </a:moveTo>
                  <a:lnTo>
                    <a:pt x="652776" y="796574"/>
                  </a:lnTo>
                  <a:lnTo>
                    <a:pt x="652776" y="797645"/>
                  </a:lnTo>
                  <a:lnTo>
                    <a:pt x="641923" y="797645"/>
                  </a:lnTo>
                  <a:close/>
                  <a:moveTo>
                    <a:pt x="767984" y="796574"/>
                  </a:moveTo>
                  <a:lnTo>
                    <a:pt x="839780" y="796574"/>
                  </a:lnTo>
                  <a:lnTo>
                    <a:pt x="839780" y="797645"/>
                  </a:lnTo>
                  <a:lnTo>
                    <a:pt x="767984" y="797645"/>
                  </a:lnTo>
                  <a:close/>
                  <a:moveTo>
                    <a:pt x="853973" y="796574"/>
                  </a:moveTo>
                  <a:lnTo>
                    <a:pt x="919090" y="796574"/>
                  </a:lnTo>
                  <a:lnTo>
                    <a:pt x="919090" y="797645"/>
                  </a:lnTo>
                  <a:lnTo>
                    <a:pt x="853973" y="797645"/>
                  </a:lnTo>
                  <a:close/>
                  <a:moveTo>
                    <a:pt x="164394" y="796574"/>
                  </a:moveTo>
                  <a:lnTo>
                    <a:pt x="281272" y="796574"/>
                  </a:lnTo>
                  <a:lnTo>
                    <a:pt x="281272" y="797645"/>
                  </a:lnTo>
                  <a:lnTo>
                    <a:pt x="164394" y="797645"/>
                  </a:lnTo>
                  <a:close/>
                  <a:moveTo>
                    <a:pt x="0" y="795503"/>
                  </a:moveTo>
                  <a:lnTo>
                    <a:pt x="84249" y="795503"/>
                  </a:lnTo>
                  <a:lnTo>
                    <a:pt x="84249" y="797645"/>
                  </a:lnTo>
                  <a:lnTo>
                    <a:pt x="0" y="797645"/>
                  </a:lnTo>
                  <a:close/>
                  <a:moveTo>
                    <a:pt x="164394" y="797645"/>
                  </a:moveTo>
                  <a:lnTo>
                    <a:pt x="280437" y="797645"/>
                  </a:lnTo>
                  <a:lnTo>
                    <a:pt x="280437" y="798715"/>
                  </a:lnTo>
                  <a:lnTo>
                    <a:pt x="164394" y="798715"/>
                  </a:lnTo>
                  <a:close/>
                  <a:moveTo>
                    <a:pt x="854808" y="797645"/>
                  </a:moveTo>
                  <a:lnTo>
                    <a:pt x="865661" y="797645"/>
                  </a:lnTo>
                  <a:lnTo>
                    <a:pt x="865661" y="798715"/>
                  </a:lnTo>
                  <a:lnTo>
                    <a:pt x="854808" y="798715"/>
                  </a:lnTo>
                  <a:close/>
                  <a:moveTo>
                    <a:pt x="642758" y="797645"/>
                  </a:moveTo>
                  <a:lnTo>
                    <a:pt x="652776" y="797645"/>
                  </a:lnTo>
                  <a:lnTo>
                    <a:pt x="652776" y="798715"/>
                  </a:lnTo>
                  <a:lnTo>
                    <a:pt x="642758" y="798715"/>
                  </a:lnTo>
                  <a:close/>
                  <a:moveTo>
                    <a:pt x="940796" y="796574"/>
                  </a:moveTo>
                  <a:lnTo>
                    <a:pt x="1000000" y="796574"/>
                  </a:lnTo>
                  <a:lnTo>
                    <a:pt x="1000000" y="798715"/>
                  </a:lnTo>
                  <a:lnTo>
                    <a:pt x="940796" y="798715"/>
                  </a:lnTo>
                  <a:close/>
                  <a:moveTo>
                    <a:pt x="109294" y="797645"/>
                  </a:moveTo>
                  <a:lnTo>
                    <a:pt x="139349" y="797645"/>
                  </a:lnTo>
                  <a:lnTo>
                    <a:pt x="139349" y="798715"/>
                  </a:lnTo>
                  <a:lnTo>
                    <a:pt x="109294" y="798715"/>
                  </a:lnTo>
                  <a:close/>
                  <a:moveTo>
                    <a:pt x="768819" y="797645"/>
                  </a:moveTo>
                  <a:lnTo>
                    <a:pt x="838946" y="797645"/>
                  </a:lnTo>
                  <a:lnTo>
                    <a:pt x="838946" y="798715"/>
                  </a:lnTo>
                  <a:lnTo>
                    <a:pt x="768819" y="798715"/>
                  </a:lnTo>
                  <a:close/>
                  <a:moveTo>
                    <a:pt x="575136" y="796574"/>
                  </a:moveTo>
                  <a:lnTo>
                    <a:pt x="626061" y="796574"/>
                  </a:lnTo>
                  <a:lnTo>
                    <a:pt x="626061" y="798715"/>
                  </a:lnTo>
                  <a:lnTo>
                    <a:pt x="575136" y="798715"/>
                  </a:lnTo>
                  <a:close/>
                  <a:moveTo>
                    <a:pt x="874009" y="797645"/>
                  </a:moveTo>
                  <a:lnTo>
                    <a:pt x="919090" y="797645"/>
                  </a:lnTo>
                  <a:lnTo>
                    <a:pt x="919090" y="798715"/>
                  </a:lnTo>
                  <a:lnTo>
                    <a:pt x="874009" y="798715"/>
                  </a:lnTo>
                  <a:close/>
                  <a:moveTo>
                    <a:pt x="352233" y="797645"/>
                  </a:moveTo>
                  <a:lnTo>
                    <a:pt x="429873" y="797645"/>
                  </a:lnTo>
                  <a:lnTo>
                    <a:pt x="429873" y="798715"/>
                  </a:lnTo>
                  <a:lnTo>
                    <a:pt x="352233" y="798715"/>
                  </a:lnTo>
                  <a:close/>
                  <a:moveTo>
                    <a:pt x="0" y="797645"/>
                  </a:moveTo>
                  <a:lnTo>
                    <a:pt x="83414" y="797645"/>
                  </a:lnTo>
                  <a:lnTo>
                    <a:pt x="83414" y="799786"/>
                  </a:lnTo>
                  <a:lnTo>
                    <a:pt x="0" y="799786"/>
                  </a:lnTo>
                  <a:close/>
                  <a:moveTo>
                    <a:pt x="876513" y="798715"/>
                  </a:moveTo>
                  <a:lnTo>
                    <a:pt x="918256" y="798715"/>
                  </a:lnTo>
                  <a:lnTo>
                    <a:pt x="918256" y="799786"/>
                  </a:lnTo>
                  <a:lnTo>
                    <a:pt x="876513" y="799786"/>
                  </a:lnTo>
                  <a:close/>
                  <a:moveTo>
                    <a:pt x="574301" y="798715"/>
                  </a:moveTo>
                  <a:lnTo>
                    <a:pt x="625226" y="798715"/>
                  </a:lnTo>
                  <a:lnTo>
                    <a:pt x="625226" y="799786"/>
                  </a:lnTo>
                  <a:lnTo>
                    <a:pt x="574301" y="799786"/>
                  </a:lnTo>
                  <a:close/>
                  <a:moveTo>
                    <a:pt x="164394" y="798715"/>
                  </a:moveTo>
                  <a:lnTo>
                    <a:pt x="279602" y="798715"/>
                  </a:lnTo>
                  <a:lnTo>
                    <a:pt x="279602" y="799786"/>
                  </a:lnTo>
                  <a:lnTo>
                    <a:pt x="164394" y="799786"/>
                  </a:lnTo>
                  <a:close/>
                  <a:moveTo>
                    <a:pt x="109294" y="798715"/>
                  </a:moveTo>
                  <a:lnTo>
                    <a:pt x="138514" y="798715"/>
                  </a:lnTo>
                  <a:lnTo>
                    <a:pt x="138514" y="799786"/>
                  </a:lnTo>
                  <a:lnTo>
                    <a:pt x="109294" y="799786"/>
                  </a:lnTo>
                  <a:close/>
                  <a:moveTo>
                    <a:pt x="355572" y="798715"/>
                  </a:moveTo>
                  <a:lnTo>
                    <a:pt x="429873" y="798715"/>
                  </a:lnTo>
                  <a:lnTo>
                    <a:pt x="429873" y="799786"/>
                  </a:lnTo>
                  <a:lnTo>
                    <a:pt x="355572" y="799786"/>
                  </a:lnTo>
                  <a:close/>
                  <a:moveTo>
                    <a:pt x="356407" y="799786"/>
                  </a:moveTo>
                  <a:lnTo>
                    <a:pt x="429873" y="799786"/>
                  </a:lnTo>
                  <a:lnTo>
                    <a:pt x="429873" y="800857"/>
                  </a:lnTo>
                  <a:lnTo>
                    <a:pt x="356407" y="800857"/>
                  </a:lnTo>
                  <a:close/>
                  <a:moveTo>
                    <a:pt x="876513" y="799786"/>
                  </a:moveTo>
                  <a:lnTo>
                    <a:pt x="917421" y="799786"/>
                  </a:lnTo>
                  <a:lnTo>
                    <a:pt x="917421" y="800857"/>
                  </a:lnTo>
                  <a:lnTo>
                    <a:pt x="876513" y="800857"/>
                  </a:lnTo>
                  <a:close/>
                  <a:moveTo>
                    <a:pt x="855642" y="798715"/>
                  </a:moveTo>
                  <a:lnTo>
                    <a:pt x="863156" y="798715"/>
                  </a:lnTo>
                  <a:lnTo>
                    <a:pt x="863156" y="800857"/>
                  </a:lnTo>
                  <a:lnTo>
                    <a:pt x="855642" y="800857"/>
                  </a:lnTo>
                  <a:close/>
                  <a:moveTo>
                    <a:pt x="643593" y="798715"/>
                  </a:moveTo>
                  <a:lnTo>
                    <a:pt x="651941" y="798715"/>
                  </a:lnTo>
                  <a:lnTo>
                    <a:pt x="651941" y="800857"/>
                  </a:lnTo>
                  <a:lnTo>
                    <a:pt x="643593" y="800857"/>
                  </a:lnTo>
                  <a:close/>
                  <a:moveTo>
                    <a:pt x="164394" y="799786"/>
                  </a:moveTo>
                  <a:lnTo>
                    <a:pt x="278767" y="799786"/>
                  </a:lnTo>
                  <a:lnTo>
                    <a:pt x="278767" y="800857"/>
                  </a:lnTo>
                  <a:lnTo>
                    <a:pt x="164394" y="800857"/>
                  </a:lnTo>
                  <a:close/>
                  <a:moveTo>
                    <a:pt x="768819" y="798715"/>
                  </a:moveTo>
                  <a:lnTo>
                    <a:pt x="838111" y="798715"/>
                  </a:lnTo>
                  <a:lnTo>
                    <a:pt x="838111" y="800857"/>
                  </a:lnTo>
                  <a:lnTo>
                    <a:pt x="768819" y="800857"/>
                  </a:lnTo>
                  <a:close/>
                  <a:moveTo>
                    <a:pt x="358077" y="800857"/>
                  </a:moveTo>
                  <a:lnTo>
                    <a:pt x="429873" y="800857"/>
                  </a:lnTo>
                  <a:lnTo>
                    <a:pt x="429873" y="801927"/>
                  </a:lnTo>
                  <a:lnTo>
                    <a:pt x="358077" y="801927"/>
                  </a:lnTo>
                  <a:close/>
                  <a:moveTo>
                    <a:pt x="164394" y="800857"/>
                  </a:moveTo>
                  <a:lnTo>
                    <a:pt x="277932" y="800857"/>
                  </a:lnTo>
                  <a:lnTo>
                    <a:pt x="277932" y="801927"/>
                  </a:lnTo>
                  <a:lnTo>
                    <a:pt x="164394" y="801927"/>
                  </a:lnTo>
                  <a:close/>
                  <a:moveTo>
                    <a:pt x="768819" y="800857"/>
                  </a:moveTo>
                  <a:lnTo>
                    <a:pt x="837276" y="800857"/>
                  </a:lnTo>
                  <a:lnTo>
                    <a:pt x="837276" y="801927"/>
                  </a:lnTo>
                  <a:lnTo>
                    <a:pt x="768819" y="801927"/>
                  </a:lnTo>
                  <a:close/>
                  <a:moveTo>
                    <a:pt x="573466" y="799786"/>
                  </a:moveTo>
                  <a:lnTo>
                    <a:pt x="625226" y="799786"/>
                  </a:lnTo>
                  <a:lnTo>
                    <a:pt x="625226" y="801927"/>
                  </a:lnTo>
                  <a:lnTo>
                    <a:pt x="573466" y="801927"/>
                  </a:lnTo>
                  <a:close/>
                  <a:moveTo>
                    <a:pt x="0" y="799786"/>
                  </a:moveTo>
                  <a:lnTo>
                    <a:pt x="82579" y="799786"/>
                  </a:lnTo>
                  <a:lnTo>
                    <a:pt x="82579" y="801927"/>
                  </a:lnTo>
                  <a:lnTo>
                    <a:pt x="0" y="801927"/>
                  </a:lnTo>
                  <a:close/>
                  <a:moveTo>
                    <a:pt x="453249" y="793362"/>
                  </a:moveTo>
                  <a:lnTo>
                    <a:pt x="464937" y="793362"/>
                  </a:lnTo>
                  <a:lnTo>
                    <a:pt x="464937" y="801927"/>
                  </a:lnTo>
                  <a:lnTo>
                    <a:pt x="453249" y="801927"/>
                  </a:lnTo>
                  <a:close/>
                  <a:moveTo>
                    <a:pt x="362251" y="801927"/>
                  </a:moveTo>
                  <a:lnTo>
                    <a:pt x="429873" y="801927"/>
                  </a:lnTo>
                  <a:lnTo>
                    <a:pt x="429873" y="802998"/>
                  </a:lnTo>
                  <a:lnTo>
                    <a:pt x="362251" y="802998"/>
                  </a:lnTo>
                  <a:close/>
                  <a:moveTo>
                    <a:pt x="769654" y="801927"/>
                  </a:moveTo>
                  <a:lnTo>
                    <a:pt x="837276" y="801927"/>
                  </a:lnTo>
                  <a:lnTo>
                    <a:pt x="837276" y="802998"/>
                  </a:lnTo>
                  <a:lnTo>
                    <a:pt x="769654" y="802998"/>
                  </a:lnTo>
                  <a:close/>
                  <a:moveTo>
                    <a:pt x="163559" y="801927"/>
                  </a:moveTo>
                  <a:lnTo>
                    <a:pt x="276262" y="801927"/>
                  </a:lnTo>
                  <a:lnTo>
                    <a:pt x="276262" y="802998"/>
                  </a:lnTo>
                  <a:lnTo>
                    <a:pt x="163559" y="802998"/>
                  </a:lnTo>
                  <a:close/>
                  <a:moveTo>
                    <a:pt x="877348" y="800857"/>
                  </a:moveTo>
                  <a:lnTo>
                    <a:pt x="916586" y="800857"/>
                  </a:lnTo>
                  <a:lnTo>
                    <a:pt x="916586" y="802998"/>
                  </a:lnTo>
                  <a:lnTo>
                    <a:pt x="877348" y="802998"/>
                  </a:lnTo>
                  <a:close/>
                  <a:moveTo>
                    <a:pt x="572631" y="801927"/>
                  </a:moveTo>
                  <a:lnTo>
                    <a:pt x="624391" y="801927"/>
                  </a:lnTo>
                  <a:lnTo>
                    <a:pt x="624391" y="802998"/>
                  </a:lnTo>
                  <a:lnTo>
                    <a:pt x="572631" y="802998"/>
                  </a:lnTo>
                  <a:close/>
                  <a:moveTo>
                    <a:pt x="939961" y="798715"/>
                  </a:moveTo>
                  <a:lnTo>
                    <a:pt x="1000000" y="798715"/>
                  </a:lnTo>
                  <a:lnTo>
                    <a:pt x="1000000" y="802998"/>
                  </a:lnTo>
                  <a:lnTo>
                    <a:pt x="939961" y="802998"/>
                  </a:lnTo>
                  <a:close/>
                  <a:moveTo>
                    <a:pt x="110129" y="799786"/>
                  </a:moveTo>
                  <a:lnTo>
                    <a:pt x="138514" y="799786"/>
                  </a:lnTo>
                  <a:lnTo>
                    <a:pt x="138514" y="802998"/>
                  </a:lnTo>
                  <a:lnTo>
                    <a:pt x="110129" y="802998"/>
                  </a:lnTo>
                  <a:close/>
                  <a:moveTo>
                    <a:pt x="855642" y="800857"/>
                  </a:moveTo>
                  <a:lnTo>
                    <a:pt x="862321" y="800857"/>
                  </a:lnTo>
                  <a:lnTo>
                    <a:pt x="862321" y="802998"/>
                  </a:lnTo>
                  <a:lnTo>
                    <a:pt x="855642" y="802998"/>
                  </a:lnTo>
                  <a:close/>
                  <a:moveTo>
                    <a:pt x="452414" y="801927"/>
                  </a:moveTo>
                  <a:lnTo>
                    <a:pt x="464937" y="801927"/>
                  </a:lnTo>
                  <a:lnTo>
                    <a:pt x="464937" y="802998"/>
                  </a:lnTo>
                  <a:lnTo>
                    <a:pt x="452414" y="802998"/>
                  </a:lnTo>
                  <a:close/>
                  <a:moveTo>
                    <a:pt x="363086" y="802998"/>
                  </a:moveTo>
                  <a:lnTo>
                    <a:pt x="429873" y="802998"/>
                  </a:lnTo>
                  <a:lnTo>
                    <a:pt x="429873" y="804069"/>
                  </a:lnTo>
                  <a:lnTo>
                    <a:pt x="363086" y="804069"/>
                  </a:lnTo>
                  <a:close/>
                  <a:moveTo>
                    <a:pt x="163559" y="802998"/>
                  </a:moveTo>
                  <a:lnTo>
                    <a:pt x="275428" y="802998"/>
                  </a:lnTo>
                  <a:lnTo>
                    <a:pt x="275428" y="804069"/>
                  </a:lnTo>
                  <a:lnTo>
                    <a:pt x="163559" y="804069"/>
                  </a:lnTo>
                  <a:close/>
                  <a:moveTo>
                    <a:pt x="571796" y="802998"/>
                  </a:moveTo>
                  <a:lnTo>
                    <a:pt x="624391" y="802998"/>
                  </a:lnTo>
                  <a:lnTo>
                    <a:pt x="624391" y="804069"/>
                  </a:lnTo>
                  <a:lnTo>
                    <a:pt x="571796" y="804069"/>
                  </a:lnTo>
                  <a:close/>
                  <a:moveTo>
                    <a:pt x="939127" y="802998"/>
                  </a:moveTo>
                  <a:lnTo>
                    <a:pt x="1000000" y="802998"/>
                  </a:lnTo>
                  <a:lnTo>
                    <a:pt x="1000000" y="804069"/>
                  </a:lnTo>
                  <a:lnTo>
                    <a:pt x="939127" y="804069"/>
                  </a:lnTo>
                  <a:close/>
                  <a:moveTo>
                    <a:pt x="878183" y="802998"/>
                  </a:moveTo>
                  <a:lnTo>
                    <a:pt x="916586" y="802998"/>
                  </a:lnTo>
                  <a:lnTo>
                    <a:pt x="916586" y="804069"/>
                  </a:lnTo>
                  <a:lnTo>
                    <a:pt x="878183" y="804069"/>
                  </a:lnTo>
                  <a:close/>
                  <a:moveTo>
                    <a:pt x="452414" y="802998"/>
                  </a:moveTo>
                  <a:lnTo>
                    <a:pt x="465772" y="802998"/>
                  </a:lnTo>
                  <a:lnTo>
                    <a:pt x="465772" y="804069"/>
                  </a:lnTo>
                  <a:lnTo>
                    <a:pt x="452414" y="804069"/>
                  </a:lnTo>
                  <a:close/>
                  <a:moveTo>
                    <a:pt x="643593" y="800857"/>
                  </a:moveTo>
                  <a:lnTo>
                    <a:pt x="651106" y="800857"/>
                  </a:lnTo>
                  <a:lnTo>
                    <a:pt x="651106" y="804069"/>
                  </a:lnTo>
                  <a:lnTo>
                    <a:pt x="643593" y="804069"/>
                  </a:lnTo>
                  <a:close/>
                  <a:moveTo>
                    <a:pt x="110129" y="802998"/>
                  </a:moveTo>
                  <a:lnTo>
                    <a:pt x="137679" y="802998"/>
                  </a:lnTo>
                  <a:lnTo>
                    <a:pt x="137679" y="804069"/>
                  </a:lnTo>
                  <a:lnTo>
                    <a:pt x="110129" y="804069"/>
                  </a:lnTo>
                  <a:close/>
                  <a:moveTo>
                    <a:pt x="770489" y="802998"/>
                  </a:moveTo>
                  <a:lnTo>
                    <a:pt x="837276" y="802998"/>
                  </a:lnTo>
                  <a:lnTo>
                    <a:pt x="837276" y="805139"/>
                  </a:lnTo>
                  <a:lnTo>
                    <a:pt x="770489" y="805139"/>
                  </a:lnTo>
                  <a:close/>
                  <a:moveTo>
                    <a:pt x="161889" y="804069"/>
                  </a:moveTo>
                  <a:lnTo>
                    <a:pt x="274593" y="804069"/>
                  </a:lnTo>
                  <a:lnTo>
                    <a:pt x="274593" y="805139"/>
                  </a:lnTo>
                  <a:lnTo>
                    <a:pt x="161889" y="805139"/>
                  </a:lnTo>
                  <a:close/>
                  <a:moveTo>
                    <a:pt x="110129" y="804069"/>
                  </a:moveTo>
                  <a:lnTo>
                    <a:pt x="136844" y="804069"/>
                  </a:lnTo>
                  <a:lnTo>
                    <a:pt x="136844" y="805139"/>
                  </a:lnTo>
                  <a:lnTo>
                    <a:pt x="110129" y="805139"/>
                  </a:lnTo>
                  <a:close/>
                  <a:moveTo>
                    <a:pt x="879018" y="804069"/>
                  </a:moveTo>
                  <a:lnTo>
                    <a:pt x="916586" y="804069"/>
                  </a:lnTo>
                  <a:lnTo>
                    <a:pt x="916586" y="805139"/>
                  </a:lnTo>
                  <a:lnTo>
                    <a:pt x="879018" y="805139"/>
                  </a:lnTo>
                  <a:close/>
                  <a:moveTo>
                    <a:pt x="938292" y="804069"/>
                  </a:moveTo>
                  <a:lnTo>
                    <a:pt x="1000000" y="804069"/>
                  </a:lnTo>
                  <a:lnTo>
                    <a:pt x="1000000" y="805139"/>
                  </a:lnTo>
                  <a:lnTo>
                    <a:pt x="938292" y="805139"/>
                  </a:lnTo>
                  <a:close/>
                  <a:moveTo>
                    <a:pt x="364756" y="804069"/>
                  </a:moveTo>
                  <a:lnTo>
                    <a:pt x="429873" y="804069"/>
                  </a:lnTo>
                  <a:lnTo>
                    <a:pt x="429873" y="805139"/>
                  </a:lnTo>
                  <a:lnTo>
                    <a:pt x="364756" y="805139"/>
                  </a:lnTo>
                  <a:close/>
                  <a:moveTo>
                    <a:pt x="452414" y="804069"/>
                  </a:moveTo>
                  <a:lnTo>
                    <a:pt x="468276" y="804069"/>
                  </a:lnTo>
                  <a:lnTo>
                    <a:pt x="468276" y="805139"/>
                  </a:lnTo>
                  <a:lnTo>
                    <a:pt x="452414" y="805139"/>
                  </a:lnTo>
                  <a:close/>
                  <a:moveTo>
                    <a:pt x="569292" y="804069"/>
                  </a:moveTo>
                  <a:lnTo>
                    <a:pt x="624391" y="804069"/>
                  </a:lnTo>
                  <a:lnTo>
                    <a:pt x="624391" y="805139"/>
                  </a:lnTo>
                  <a:lnTo>
                    <a:pt x="569292" y="805139"/>
                  </a:lnTo>
                  <a:close/>
                  <a:moveTo>
                    <a:pt x="305482" y="804069"/>
                  </a:moveTo>
                  <a:lnTo>
                    <a:pt x="310491" y="804069"/>
                  </a:lnTo>
                  <a:lnTo>
                    <a:pt x="310491" y="805139"/>
                  </a:lnTo>
                  <a:lnTo>
                    <a:pt x="305482" y="805139"/>
                  </a:lnTo>
                  <a:close/>
                  <a:moveTo>
                    <a:pt x="879853" y="805139"/>
                  </a:moveTo>
                  <a:lnTo>
                    <a:pt x="915751" y="805139"/>
                  </a:lnTo>
                  <a:lnTo>
                    <a:pt x="915751" y="806210"/>
                  </a:lnTo>
                  <a:lnTo>
                    <a:pt x="879853" y="806210"/>
                  </a:lnTo>
                  <a:close/>
                  <a:moveTo>
                    <a:pt x="451579" y="805139"/>
                  </a:moveTo>
                  <a:lnTo>
                    <a:pt x="491652" y="805139"/>
                  </a:lnTo>
                  <a:lnTo>
                    <a:pt x="491652" y="806210"/>
                  </a:lnTo>
                  <a:lnTo>
                    <a:pt x="451579" y="806210"/>
                  </a:lnTo>
                  <a:close/>
                  <a:moveTo>
                    <a:pt x="855642" y="802998"/>
                  </a:moveTo>
                  <a:lnTo>
                    <a:pt x="861486" y="802998"/>
                  </a:lnTo>
                  <a:lnTo>
                    <a:pt x="861486" y="806210"/>
                  </a:lnTo>
                  <a:lnTo>
                    <a:pt x="855642" y="806210"/>
                  </a:lnTo>
                  <a:close/>
                  <a:moveTo>
                    <a:pt x="303812" y="805139"/>
                  </a:moveTo>
                  <a:lnTo>
                    <a:pt x="311326" y="805139"/>
                  </a:lnTo>
                  <a:lnTo>
                    <a:pt x="311326" y="806210"/>
                  </a:lnTo>
                  <a:lnTo>
                    <a:pt x="303812" y="806210"/>
                  </a:lnTo>
                  <a:close/>
                  <a:moveTo>
                    <a:pt x="771323" y="805139"/>
                  </a:moveTo>
                  <a:lnTo>
                    <a:pt x="837276" y="805139"/>
                  </a:lnTo>
                  <a:lnTo>
                    <a:pt x="837276" y="806210"/>
                  </a:lnTo>
                  <a:lnTo>
                    <a:pt x="771323" y="806210"/>
                  </a:lnTo>
                  <a:close/>
                  <a:moveTo>
                    <a:pt x="161889" y="805139"/>
                  </a:moveTo>
                  <a:lnTo>
                    <a:pt x="273758" y="805139"/>
                  </a:lnTo>
                  <a:lnTo>
                    <a:pt x="273758" y="806210"/>
                  </a:lnTo>
                  <a:lnTo>
                    <a:pt x="161889" y="806210"/>
                  </a:lnTo>
                  <a:close/>
                  <a:moveTo>
                    <a:pt x="516697" y="805139"/>
                  </a:moveTo>
                  <a:lnTo>
                    <a:pt x="523376" y="805139"/>
                  </a:lnTo>
                  <a:lnTo>
                    <a:pt x="523376" y="806210"/>
                  </a:lnTo>
                  <a:lnTo>
                    <a:pt x="516697" y="806210"/>
                  </a:lnTo>
                  <a:close/>
                  <a:moveTo>
                    <a:pt x="557604" y="805139"/>
                  </a:moveTo>
                  <a:lnTo>
                    <a:pt x="565118" y="805139"/>
                  </a:lnTo>
                  <a:lnTo>
                    <a:pt x="565118" y="806210"/>
                  </a:lnTo>
                  <a:lnTo>
                    <a:pt x="557604" y="806210"/>
                  </a:lnTo>
                  <a:close/>
                  <a:moveTo>
                    <a:pt x="544247" y="805139"/>
                  </a:moveTo>
                  <a:lnTo>
                    <a:pt x="556769" y="805139"/>
                  </a:lnTo>
                  <a:lnTo>
                    <a:pt x="556769" y="806210"/>
                  </a:lnTo>
                  <a:lnTo>
                    <a:pt x="544247" y="806210"/>
                  </a:lnTo>
                  <a:close/>
                  <a:moveTo>
                    <a:pt x="567622" y="805139"/>
                  </a:moveTo>
                  <a:lnTo>
                    <a:pt x="623557" y="805139"/>
                  </a:lnTo>
                  <a:lnTo>
                    <a:pt x="623557" y="806210"/>
                  </a:lnTo>
                  <a:lnTo>
                    <a:pt x="567622" y="806210"/>
                  </a:lnTo>
                  <a:close/>
                  <a:moveTo>
                    <a:pt x="368095" y="805139"/>
                  </a:moveTo>
                  <a:lnTo>
                    <a:pt x="430708" y="805139"/>
                  </a:lnTo>
                  <a:lnTo>
                    <a:pt x="430708" y="806210"/>
                  </a:lnTo>
                  <a:lnTo>
                    <a:pt x="368095" y="806210"/>
                  </a:lnTo>
                  <a:close/>
                  <a:moveTo>
                    <a:pt x="368930" y="806210"/>
                  </a:moveTo>
                  <a:lnTo>
                    <a:pt x="431543" y="806210"/>
                  </a:lnTo>
                  <a:lnTo>
                    <a:pt x="431543" y="807281"/>
                  </a:lnTo>
                  <a:lnTo>
                    <a:pt x="368930" y="807281"/>
                  </a:lnTo>
                  <a:close/>
                  <a:moveTo>
                    <a:pt x="510853" y="806210"/>
                  </a:moveTo>
                  <a:lnTo>
                    <a:pt x="524210" y="806210"/>
                  </a:lnTo>
                  <a:lnTo>
                    <a:pt x="524210" y="807281"/>
                  </a:lnTo>
                  <a:lnTo>
                    <a:pt x="510853" y="807281"/>
                  </a:lnTo>
                  <a:close/>
                  <a:moveTo>
                    <a:pt x="855642" y="806210"/>
                  </a:moveTo>
                  <a:lnTo>
                    <a:pt x="860651" y="806210"/>
                  </a:lnTo>
                  <a:lnTo>
                    <a:pt x="860651" y="807281"/>
                  </a:lnTo>
                  <a:lnTo>
                    <a:pt x="855642" y="807281"/>
                  </a:lnTo>
                  <a:close/>
                  <a:moveTo>
                    <a:pt x="879853" y="806210"/>
                  </a:moveTo>
                  <a:lnTo>
                    <a:pt x="914916" y="806210"/>
                  </a:lnTo>
                  <a:lnTo>
                    <a:pt x="914916" y="807281"/>
                  </a:lnTo>
                  <a:lnTo>
                    <a:pt x="879853" y="807281"/>
                  </a:lnTo>
                  <a:close/>
                  <a:moveTo>
                    <a:pt x="161889" y="806210"/>
                  </a:moveTo>
                  <a:lnTo>
                    <a:pt x="272923" y="806210"/>
                  </a:lnTo>
                  <a:lnTo>
                    <a:pt x="272923" y="807281"/>
                  </a:lnTo>
                  <a:lnTo>
                    <a:pt x="161889" y="807281"/>
                  </a:lnTo>
                  <a:close/>
                  <a:moveTo>
                    <a:pt x="110129" y="805139"/>
                  </a:moveTo>
                  <a:lnTo>
                    <a:pt x="136009" y="805139"/>
                  </a:lnTo>
                  <a:lnTo>
                    <a:pt x="136009" y="807281"/>
                  </a:lnTo>
                  <a:lnTo>
                    <a:pt x="110129" y="807281"/>
                  </a:lnTo>
                  <a:close/>
                  <a:moveTo>
                    <a:pt x="450744" y="806210"/>
                  </a:moveTo>
                  <a:lnTo>
                    <a:pt x="493321" y="806210"/>
                  </a:lnTo>
                  <a:lnTo>
                    <a:pt x="493321" y="807281"/>
                  </a:lnTo>
                  <a:lnTo>
                    <a:pt x="450744" y="807281"/>
                  </a:lnTo>
                  <a:close/>
                  <a:moveTo>
                    <a:pt x="302977" y="806210"/>
                  </a:moveTo>
                  <a:lnTo>
                    <a:pt x="312996" y="806210"/>
                  </a:lnTo>
                  <a:lnTo>
                    <a:pt x="312996" y="807281"/>
                  </a:lnTo>
                  <a:lnTo>
                    <a:pt x="302977" y="807281"/>
                  </a:lnTo>
                  <a:close/>
                  <a:moveTo>
                    <a:pt x="543412" y="806210"/>
                  </a:moveTo>
                  <a:lnTo>
                    <a:pt x="623557" y="806210"/>
                  </a:lnTo>
                  <a:lnTo>
                    <a:pt x="623557" y="807281"/>
                  </a:lnTo>
                  <a:lnTo>
                    <a:pt x="543412" y="807281"/>
                  </a:lnTo>
                  <a:close/>
                  <a:moveTo>
                    <a:pt x="771323" y="806210"/>
                  </a:moveTo>
                  <a:lnTo>
                    <a:pt x="836441" y="806210"/>
                  </a:lnTo>
                  <a:lnTo>
                    <a:pt x="836441" y="807281"/>
                  </a:lnTo>
                  <a:lnTo>
                    <a:pt x="771323" y="807281"/>
                  </a:lnTo>
                  <a:close/>
                  <a:moveTo>
                    <a:pt x="450744" y="807281"/>
                  </a:moveTo>
                  <a:lnTo>
                    <a:pt x="494156" y="807281"/>
                  </a:lnTo>
                  <a:lnTo>
                    <a:pt x="494156" y="808351"/>
                  </a:lnTo>
                  <a:lnTo>
                    <a:pt x="450744" y="808351"/>
                  </a:lnTo>
                  <a:close/>
                  <a:moveTo>
                    <a:pt x="369765" y="807281"/>
                  </a:moveTo>
                  <a:lnTo>
                    <a:pt x="431543" y="807281"/>
                  </a:lnTo>
                  <a:lnTo>
                    <a:pt x="431543" y="808351"/>
                  </a:lnTo>
                  <a:lnTo>
                    <a:pt x="369765" y="808351"/>
                  </a:lnTo>
                  <a:close/>
                  <a:moveTo>
                    <a:pt x="937457" y="805139"/>
                  </a:moveTo>
                  <a:lnTo>
                    <a:pt x="1000000" y="805139"/>
                  </a:lnTo>
                  <a:lnTo>
                    <a:pt x="1000000" y="808351"/>
                  </a:lnTo>
                  <a:lnTo>
                    <a:pt x="937457" y="808351"/>
                  </a:lnTo>
                  <a:close/>
                  <a:moveTo>
                    <a:pt x="161054" y="807281"/>
                  </a:moveTo>
                  <a:lnTo>
                    <a:pt x="272088" y="807281"/>
                  </a:lnTo>
                  <a:lnTo>
                    <a:pt x="272088" y="808351"/>
                  </a:lnTo>
                  <a:lnTo>
                    <a:pt x="161054" y="808351"/>
                  </a:lnTo>
                  <a:close/>
                  <a:moveTo>
                    <a:pt x="643593" y="804069"/>
                  </a:moveTo>
                  <a:lnTo>
                    <a:pt x="651941" y="804069"/>
                  </a:lnTo>
                  <a:lnTo>
                    <a:pt x="651941" y="808351"/>
                  </a:lnTo>
                  <a:lnTo>
                    <a:pt x="643593" y="808351"/>
                  </a:lnTo>
                  <a:close/>
                  <a:moveTo>
                    <a:pt x="510018" y="807281"/>
                  </a:moveTo>
                  <a:lnTo>
                    <a:pt x="525045" y="807281"/>
                  </a:lnTo>
                  <a:lnTo>
                    <a:pt x="525045" y="808351"/>
                  </a:lnTo>
                  <a:lnTo>
                    <a:pt x="510018" y="808351"/>
                  </a:lnTo>
                  <a:close/>
                  <a:moveTo>
                    <a:pt x="302143" y="807281"/>
                  </a:moveTo>
                  <a:lnTo>
                    <a:pt x="317170" y="807281"/>
                  </a:lnTo>
                  <a:lnTo>
                    <a:pt x="317170" y="808351"/>
                  </a:lnTo>
                  <a:lnTo>
                    <a:pt x="302143" y="808351"/>
                  </a:lnTo>
                  <a:close/>
                  <a:moveTo>
                    <a:pt x="301308" y="808351"/>
                  </a:moveTo>
                  <a:lnTo>
                    <a:pt x="318005" y="808351"/>
                  </a:lnTo>
                  <a:lnTo>
                    <a:pt x="318005" y="809422"/>
                  </a:lnTo>
                  <a:lnTo>
                    <a:pt x="301308" y="809422"/>
                  </a:lnTo>
                  <a:close/>
                  <a:moveTo>
                    <a:pt x="855642" y="807281"/>
                  </a:moveTo>
                  <a:lnTo>
                    <a:pt x="859817" y="807281"/>
                  </a:lnTo>
                  <a:lnTo>
                    <a:pt x="859817" y="809422"/>
                  </a:lnTo>
                  <a:lnTo>
                    <a:pt x="855642" y="809422"/>
                  </a:lnTo>
                  <a:close/>
                  <a:moveTo>
                    <a:pt x="370600" y="808351"/>
                  </a:moveTo>
                  <a:lnTo>
                    <a:pt x="432378" y="808351"/>
                  </a:lnTo>
                  <a:lnTo>
                    <a:pt x="432378" y="809422"/>
                  </a:lnTo>
                  <a:lnTo>
                    <a:pt x="370600" y="809422"/>
                  </a:lnTo>
                  <a:close/>
                  <a:moveTo>
                    <a:pt x="110129" y="807281"/>
                  </a:moveTo>
                  <a:lnTo>
                    <a:pt x="135174" y="807281"/>
                  </a:lnTo>
                  <a:lnTo>
                    <a:pt x="135174" y="809422"/>
                  </a:lnTo>
                  <a:lnTo>
                    <a:pt x="110129" y="809422"/>
                  </a:lnTo>
                  <a:close/>
                  <a:moveTo>
                    <a:pt x="161054" y="808351"/>
                  </a:moveTo>
                  <a:lnTo>
                    <a:pt x="270419" y="808351"/>
                  </a:lnTo>
                  <a:lnTo>
                    <a:pt x="270419" y="809422"/>
                  </a:lnTo>
                  <a:lnTo>
                    <a:pt x="161054" y="809422"/>
                  </a:lnTo>
                  <a:close/>
                  <a:moveTo>
                    <a:pt x="771323" y="807281"/>
                  </a:moveTo>
                  <a:lnTo>
                    <a:pt x="835606" y="807281"/>
                  </a:lnTo>
                  <a:lnTo>
                    <a:pt x="835606" y="810493"/>
                  </a:lnTo>
                  <a:lnTo>
                    <a:pt x="771323" y="810493"/>
                  </a:lnTo>
                  <a:close/>
                  <a:moveTo>
                    <a:pt x="371434" y="809422"/>
                  </a:moveTo>
                  <a:lnTo>
                    <a:pt x="432378" y="809422"/>
                  </a:lnTo>
                  <a:lnTo>
                    <a:pt x="432378" y="810493"/>
                  </a:lnTo>
                  <a:lnTo>
                    <a:pt x="371434" y="810493"/>
                  </a:lnTo>
                  <a:close/>
                  <a:moveTo>
                    <a:pt x="643593" y="808351"/>
                  </a:moveTo>
                  <a:lnTo>
                    <a:pt x="652776" y="808351"/>
                  </a:lnTo>
                  <a:lnTo>
                    <a:pt x="652776" y="810493"/>
                  </a:lnTo>
                  <a:lnTo>
                    <a:pt x="643593" y="810493"/>
                  </a:lnTo>
                  <a:close/>
                  <a:moveTo>
                    <a:pt x="110129" y="809422"/>
                  </a:moveTo>
                  <a:lnTo>
                    <a:pt x="134339" y="809422"/>
                  </a:lnTo>
                  <a:lnTo>
                    <a:pt x="134339" y="810493"/>
                  </a:lnTo>
                  <a:lnTo>
                    <a:pt x="110129" y="810493"/>
                  </a:lnTo>
                  <a:close/>
                  <a:moveTo>
                    <a:pt x="936622" y="808351"/>
                  </a:moveTo>
                  <a:lnTo>
                    <a:pt x="1000000" y="808351"/>
                  </a:lnTo>
                  <a:lnTo>
                    <a:pt x="1000000" y="810493"/>
                  </a:lnTo>
                  <a:lnTo>
                    <a:pt x="936622" y="810493"/>
                  </a:lnTo>
                  <a:close/>
                  <a:moveTo>
                    <a:pt x="300473" y="809422"/>
                  </a:moveTo>
                  <a:lnTo>
                    <a:pt x="319674" y="809422"/>
                  </a:lnTo>
                  <a:lnTo>
                    <a:pt x="319674" y="810493"/>
                  </a:lnTo>
                  <a:lnTo>
                    <a:pt x="300473" y="810493"/>
                  </a:lnTo>
                  <a:close/>
                  <a:moveTo>
                    <a:pt x="879853" y="807281"/>
                  </a:moveTo>
                  <a:lnTo>
                    <a:pt x="914081" y="807281"/>
                  </a:lnTo>
                  <a:lnTo>
                    <a:pt x="914081" y="810493"/>
                  </a:lnTo>
                  <a:lnTo>
                    <a:pt x="879853" y="810493"/>
                  </a:lnTo>
                  <a:close/>
                  <a:moveTo>
                    <a:pt x="449910" y="808351"/>
                  </a:moveTo>
                  <a:lnTo>
                    <a:pt x="494156" y="808351"/>
                  </a:lnTo>
                  <a:lnTo>
                    <a:pt x="494156" y="810493"/>
                  </a:lnTo>
                  <a:lnTo>
                    <a:pt x="449910" y="810493"/>
                  </a:lnTo>
                  <a:close/>
                  <a:moveTo>
                    <a:pt x="160220" y="809422"/>
                  </a:moveTo>
                  <a:lnTo>
                    <a:pt x="269584" y="809422"/>
                  </a:lnTo>
                  <a:lnTo>
                    <a:pt x="269584" y="810493"/>
                  </a:lnTo>
                  <a:lnTo>
                    <a:pt x="160220" y="810493"/>
                  </a:lnTo>
                  <a:close/>
                  <a:moveTo>
                    <a:pt x="855642" y="809422"/>
                  </a:moveTo>
                  <a:lnTo>
                    <a:pt x="858982" y="809422"/>
                  </a:lnTo>
                  <a:lnTo>
                    <a:pt x="858982" y="811563"/>
                  </a:lnTo>
                  <a:lnTo>
                    <a:pt x="855642" y="811563"/>
                  </a:lnTo>
                  <a:close/>
                  <a:moveTo>
                    <a:pt x="299638" y="810493"/>
                  </a:moveTo>
                  <a:lnTo>
                    <a:pt x="323848" y="810493"/>
                  </a:lnTo>
                  <a:lnTo>
                    <a:pt x="323848" y="811563"/>
                  </a:lnTo>
                  <a:lnTo>
                    <a:pt x="299638" y="811563"/>
                  </a:lnTo>
                  <a:close/>
                  <a:moveTo>
                    <a:pt x="371434" y="810493"/>
                  </a:moveTo>
                  <a:lnTo>
                    <a:pt x="434882" y="810493"/>
                  </a:lnTo>
                  <a:lnTo>
                    <a:pt x="434882" y="811563"/>
                  </a:lnTo>
                  <a:lnTo>
                    <a:pt x="371434" y="811563"/>
                  </a:lnTo>
                  <a:close/>
                  <a:moveTo>
                    <a:pt x="447405" y="810493"/>
                  </a:moveTo>
                  <a:lnTo>
                    <a:pt x="494156" y="810493"/>
                  </a:lnTo>
                  <a:lnTo>
                    <a:pt x="494156" y="811563"/>
                  </a:lnTo>
                  <a:lnTo>
                    <a:pt x="447405" y="811563"/>
                  </a:lnTo>
                  <a:close/>
                  <a:moveTo>
                    <a:pt x="159385" y="810493"/>
                  </a:moveTo>
                  <a:lnTo>
                    <a:pt x="269584" y="810493"/>
                  </a:lnTo>
                  <a:lnTo>
                    <a:pt x="269584" y="811563"/>
                  </a:lnTo>
                  <a:lnTo>
                    <a:pt x="159385" y="811563"/>
                  </a:lnTo>
                  <a:close/>
                  <a:moveTo>
                    <a:pt x="935787" y="810493"/>
                  </a:moveTo>
                  <a:lnTo>
                    <a:pt x="1000000" y="810493"/>
                  </a:lnTo>
                  <a:lnTo>
                    <a:pt x="1000000" y="811563"/>
                  </a:lnTo>
                  <a:lnTo>
                    <a:pt x="935787" y="811563"/>
                  </a:lnTo>
                  <a:close/>
                  <a:moveTo>
                    <a:pt x="0" y="801927"/>
                  </a:moveTo>
                  <a:lnTo>
                    <a:pt x="81744" y="801927"/>
                  </a:lnTo>
                  <a:lnTo>
                    <a:pt x="81744" y="811563"/>
                  </a:lnTo>
                  <a:lnTo>
                    <a:pt x="0" y="811563"/>
                  </a:lnTo>
                  <a:close/>
                  <a:moveTo>
                    <a:pt x="643593" y="810493"/>
                  </a:moveTo>
                  <a:lnTo>
                    <a:pt x="653611" y="810493"/>
                  </a:lnTo>
                  <a:lnTo>
                    <a:pt x="653611" y="811563"/>
                  </a:lnTo>
                  <a:lnTo>
                    <a:pt x="643593" y="811563"/>
                  </a:lnTo>
                  <a:close/>
                  <a:moveTo>
                    <a:pt x="159385" y="811563"/>
                  </a:moveTo>
                  <a:lnTo>
                    <a:pt x="268749" y="811563"/>
                  </a:lnTo>
                  <a:lnTo>
                    <a:pt x="268749" y="812634"/>
                  </a:lnTo>
                  <a:lnTo>
                    <a:pt x="159385" y="812634"/>
                  </a:lnTo>
                  <a:close/>
                  <a:moveTo>
                    <a:pt x="445735" y="811563"/>
                  </a:moveTo>
                  <a:lnTo>
                    <a:pt x="494156" y="811563"/>
                  </a:lnTo>
                  <a:lnTo>
                    <a:pt x="494156" y="812634"/>
                  </a:lnTo>
                  <a:lnTo>
                    <a:pt x="445735" y="812634"/>
                  </a:lnTo>
                  <a:close/>
                  <a:moveTo>
                    <a:pt x="0" y="811563"/>
                  </a:moveTo>
                  <a:lnTo>
                    <a:pt x="82579" y="811563"/>
                  </a:lnTo>
                  <a:lnTo>
                    <a:pt x="82579" y="812634"/>
                  </a:lnTo>
                  <a:lnTo>
                    <a:pt x="0" y="812634"/>
                  </a:lnTo>
                  <a:close/>
                  <a:moveTo>
                    <a:pt x="110129" y="810493"/>
                  </a:moveTo>
                  <a:lnTo>
                    <a:pt x="133505" y="810493"/>
                  </a:lnTo>
                  <a:lnTo>
                    <a:pt x="133505" y="812634"/>
                  </a:lnTo>
                  <a:lnTo>
                    <a:pt x="110129" y="812634"/>
                  </a:lnTo>
                  <a:close/>
                  <a:moveTo>
                    <a:pt x="643593" y="811563"/>
                  </a:moveTo>
                  <a:lnTo>
                    <a:pt x="654446" y="811563"/>
                  </a:lnTo>
                  <a:lnTo>
                    <a:pt x="654446" y="812634"/>
                  </a:lnTo>
                  <a:lnTo>
                    <a:pt x="643593" y="812634"/>
                  </a:lnTo>
                  <a:close/>
                  <a:moveTo>
                    <a:pt x="371434" y="811563"/>
                  </a:moveTo>
                  <a:lnTo>
                    <a:pt x="436552" y="811563"/>
                  </a:lnTo>
                  <a:lnTo>
                    <a:pt x="436552" y="812634"/>
                  </a:lnTo>
                  <a:lnTo>
                    <a:pt x="371434" y="812634"/>
                  </a:lnTo>
                  <a:close/>
                  <a:moveTo>
                    <a:pt x="297968" y="811563"/>
                  </a:moveTo>
                  <a:lnTo>
                    <a:pt x="325518" y="811563"/>
                  </a:lnTo>
                  <a:lnTo>
                    <a:pt x="325518" y="812634"/>
                  </a:lnTo>
                  <a:lnTo>
                    <a:pt x="297968" y="812634"/>
                  </a:lnTo>
                  <a:close/>
                  <a:moveTo>
                    <a:pt x="444900" y="812634"/>
                  </a:moveTo>
                  <a:lnTo>
                    <a:pt x="494156" y="812634"/>
                  </a:lnTo>
                  <a:lnTo>
                    <a:pt x="494156" y="813704"/>
                  </a:lnTo>
                  <a:lnTo>
                    <a:pt x="444900" y="813704"/>
                  </a:lnTo>
                  <a:close/>
                  <a:moveTo>
                    <a:pt x="371434" y="812634"/>
                  </a:moveTo>
                  <a:lnTo>
                    <a:pt x="437387" y="812634"/>
                  </a:lnTo>
                  <a:lnTo>
                    <a:pt x="437387" y="813704"/>
                  </a:lnTo>
                  <a:lnTo>
                    <a:pt x="371434" y="813704"/>
                  </a:lnTo>
                  <a:close/>
                  <a:moveTo>
                    <a:pt x="643593" y="812634"/>
                  </a:moveTo>
                  <a:lnTo>
                    <a:pt x="655281" y="812634"/>
                  </a:lnTo>
                  <a:lnTo>
                    <a:pt x="655281" y="813704"/>
                  </a:lnTo>
                  <a:lnTo>
                    <a:pt x="643593" y="813704"/>
                  </a:lnTo>
                  <a:close/>
                  <a:moveTo>
                    <a:pt x="934952" y="811563"/>
                  </a:moveTo>
                  <a:lnTo>
                    <a:pt x="1000000" y="811563"/>
                  </a:lnTo>
                  <a:lnTo>
                    <a:pt x="1000000" y="813704"/>
                  </a:lnTo>
                  <a:lnTo>
                    <a:pt x="934952" y="813704"/>
                  </a:lnTo>
                  <a:close/>
                  <a:moveTo>
                    <a:pt x="297968" y="812634"/>
                  </a:moveTo>
                  <a:lnTo>
                    <a:pt x="326353" y="812634"/>
                  </a:lnTo>
                  <a:lnTo>
                    <a:pt x="326353" y="813704"/>
                  </a:lnTo>
                  <a:lnTo>
                    <a:pt x="297968" y="813704"/>
                  </a:lnTo>
                  <a:close/>
                  <a:moveTo>
                    <a:pt x="158550" y="812634"/>
                  </a:moveTo>
                  <a:lnTo>
                    <a:pt x="267914" y="812634"/>
                  </a:lnTo>
                  <a:lnTo>
                    <a:pt x="267914" y="813704"/>
                  </a:lnTo>
                  <a:lnTo>
                    <a:pt x="158550" y="813704"/>
                  </a:lnTo>
                  <a:close/>
                  <a:moveTo>
                    <a:pt x="855642" y="811563"/>
                  </a:moveTo>
                  <a:lnTo>
                    <a:pt x="859817" y="811563"/>
                  </a:lnTo>
                  <a:lnTo>
                    <a:pt x="859817" y="813704"/>
                  </a:lnTo>
                  <a:lnTo>
                    <a:pt x="855642" y="813704"/>
                  </a:lnTo>
                  <a:close/>
                  <a:moveTo>
                    <a:pt x="879853" y="810493"/>
                  </a:moveTo>
                  <a:lnTo>
                    <a:pt x="913247" y="810493"/>
                  </a:lnTo>
                  <a:lnTo>
                    <a:pt x="913247" y="813704"/>
                  </a:lnTo>
                  <a:lnTo>
                    <a:pt x="879853" y="813704"/>
                  </a:lnTo>
                  <a:close/>
                  <a:moveTo>
                    <a:pt x="110129" y="812634"/>
                  </a:moveTo>
                  <a:lnTo>
                    <a:pt x="132670" y="812634"/>
                  </a:lnTo>
                  <a:lnTo>
                    <a:pt x="132670" y="813704"/>
                  </a:lnTo>
                  <a:lnTo>
                    <a:pt x="110129" y="813704"/>
                  </a:lnTo>
                  <a:close/>
                  <a:moveTo>
                    <a:pt x="542577" y="807281"/>
                  </a:moveTo>
                  <a:lnTo>
                    <a:pt x="623557" y="807281"/>
                  </a:lnTo>
                  <a:lnTo>
                    <a:pt x="623557" y="814775"/>
                  </a:lnTo>
                  <a:lnTo>
                    <a:pt x="542577" y="814775"/>
                  </a:lnTo>
                  <a:close/>
                  <a:moveTo>
                    <a:pt x="371434" y="813704"/>
                  </a:moveTo>
                  <a:lnTo>
                    <a:pt x="478294" y="813704"/>
                  </a:lnTo>
                  <a:lnTo>
                    <a:pt x="478294" y="814775"/>
                  </a:lnTo>
                  <a:lnTo>
                    <a:pt x="371434" y="814775"/>
                  </a:lnTo>
                  <a:close/>
                  <a:moveTo>
                    <a:pt x="483303" y="813704"/>
                  </a:moveTo>
                  <a:lnTo>
                    <a:pt x="494156" y="813704"/>
                  </a:lnTo>
                  <a:lnTo>
                    <a:pt x="494156" y="814775"/>
                  </a:lnTo>
                  <a:lnTo>
                    <a:pt x="483303" y="814775"/>
                  </a:lnTo>
                  <a:close/>
                  <a:moveTo>
                    <a:pt x="879853" y="813704"/>
                  </a:moveTo>
                  <a:lnTo>
                    <a:pt x="912412" y="813704"/>
                  </a:lnTo>
                  <a:lnTo>
                    <a:pt x="912412" y="814775"/>
                  </a:lnTo>
                  <a:lnTo>
                    <a:pt x="879853" y="814775"/>
                  </a:lnTo>
                  <a:close/>
                  <a:moveTo>
                    <a:pt x="643593" y="813704"/>
                  </a:moveTo>
                  <a:lnTo>
                    <a:pt x="656950" y="813704"/>
                  </a:lnTo>
                  <a:lnTo>
                    <a:pt x="656950" y="814775"/>
                  </a:lnTo>
                  <a:lnTo>
                    <a:pt x="643593" y="814775"/>
                  </a:lnTo>
                  <a:close/>
                  <a:moveTo>
                    <a:pt x="297134" y="813704"/>
                  </a:moveTo>
                  <a:lnTo>
                    <a:pt x="329692" y="813704"/>
                  </a:lnTo>
                  <a:lnTo>
                    <a:pt x="329692" y="814775"/>
                  </a:lnTo>
                  <a:lnTo>
                    <a:pt x="297134" y="814775"/>
                  </a:lnTo>
                  <a:close/>
                  <a:moveTo>
                    <a:pt x="158550" y="813704"/>
                  </a:moveTo>
                  <a:lnTo>
                    <a:pt x="267079" y="813704"/>
                  </a:lnTo>
                  <a:lnTo>
                    <a:pt x="267079" y="814775"/>
                  </a:lnTo>
                  <a:lnTo>
                    <a:pt x="158550" y="814775"/>
                  </a:lnTo>
                  <a:close/>
                  <a:moveTo>
                    <a:pt x="484973" y="814775"/>
                  </a:moveTo>
                  <a:lnTo>
                    <a:pt x="494156" y="814775"/>
                  </a:lnTo>
                  <a:lnTo>
                    <a:pt x="494156" y="815846"/>
                  </a:lnTo>
                  <a:lnTo>
                    <a:pt x="484973" y="815846"/>
                  </a:lnTo>
                  <a:close/>
                  <a:moveTo>
                    <a:pt x="109294" y="813704"/>
                  </a:moveTo>
                  <a:lnTo>
                    <a:pt x="132670" y="813704"/>
                  </a:lnTo>
                  <a:lnTo>
                    <a:pt x="132670" y="815846"/>
                  </a:lnTo>
                  <a:lnTo>
                    <a:pt x="109294" y="815846"/>
                  </a:lnTo>
                  <a:close/>
                  <a:moveTo>
                    <a:pt x="0" y="812634"/>
                  </a:moveTo>
                  <a:lnTo>
                    <a:pt x="83414" y="812634"/>
                  </a:lnTo>
                  <a:lnTo>
                    <a:pt x="83414" y="815846"/>
                  </a:lnTo>
                  <a:lnTo>
                    <a:pt x="0" y="815846"/>
                  </a:lnTo>
                  <a:close/>
                  <a:moveTo>
                    <a:pt x="558439" y="814775"/>
                  </a:moveTo>
                  <a:lnTo>
                    <a:pt x="623557" y="814775"/>
                  </a:lnTo>
                  <a:lnTo>
                    <a:pt x="623557" y="815846"/>
                  </a:lnTo>
                  <a:lnTo>
                    <a:pt x="558439" y="815846"/>
                  </a:lnTo>
                  <a:close/>
                  <a:moveTo>
                    <a:pt x="542577" y="814775"/>
                  </a:moveTo>
                  <a:lnTo>
                    <a:pt x="553430" y="814775"/>
                  </a:lnTo>
                  <a:lnTo>
                    <a:pt x="553430" y="815846"/>
                  </a:lnTo>
                  <a:lnTo>
                    <a:pt x="542577" y="815846"/>
                  </a:lnTo>
                  <a:close/>
                  <a:moveTo>
                    <a:pt x="643593" y="814775"/>
                  </a:moveTo>
                  <a:lnTo>
                    <a:pt x="660290" y="814775"/>
                  </a:lnTo>
                  <a:lnTo>
                    <a:pt x="660290" y="815846"/>
                  </a:lnTo>
                  <a:lnTo>
                    <a:pt x="643593" y="815846"/>
                  </a:lnTo>
                  <a:close/>
                  <a:moveTo>
                    <a:pt x="371434" y="814775"/>
                  </a:moveTo>
                  <a:lnTo>
                    <a:pt x="476624" y="814775"/>
                  </a:lnTo>
                  <a:lnTo>
                    <a:pt x="476624" y="815846"/>
                  </a:lnTo>
                  <a:lnTo>
                    <a:pt x="371434" y="815846"/>
                  </a:lnTo>
                  <a:close/>
                  <a:moveTo>
                    <a:pt x="295464" y="814775"/>
                  </a:moveTo>
                  <a:lnTo>
                    <a:pt x="332197" y="814775"/>
                  </a:lnTo>
                  <a:lnTo>
                    <a:pt x="332197" y="815846"/>
                  </a:lnTo>
                  <a:lnTo>
                    <a:pt x="295464" y="815846"/>
                  </a:lnTo>
                  <a:close/>
                  <a:moveTo>
                    <a:pt x="157715" y="814775"/>
                  </a:moveTo>
                  <a:lnTo>
                    <a:pt x="267079" y="814775"/>
                  </a:lnTo>
                  <a:lnTo>
                    <a:pt x="267079" y="815846"/>
                  </a:lnTo>
                  <a:lnTo>
                    <a:pt x="157715" y="815846"/>
                  </a:lnTo>
                  <a:close/>
                  <a:moveTo>
                    <a:pt x="854808" y="813704"/>
                  </a:moveTo>
                  <a:lnTo>
                    <a:pt x="859817" y="813704"/>
                  </a:lnTo>
                  <a:lnTo>
                    <a:pt x="859817" y="816916"/>
                  </a:lnTo>
                  <a:lnTo>
                    <a:pt x="854808" y="816916"/>
                  </a:lnTo>
                  <a:close/>
                  <a:moveTo>
                    <a:pt x="485808" y="815846"/>
                  </a:moveTo>
                  <a:lnTo>
                    <a:pt x="494156" y="815846"/>
                  </a:lnTo>
                  <a:lnTo>
                    <a:pt x="494156" y="816916"/>
                  </a:lnTo>
                  <a:lnTo>
                    <a:pt x="485808" y="816916"/>
                  </a:lnTo>
                  <a:close/>
                  <a:moveTo>
                    <a:pt x="643593" y="815846"/>
                  </a:moveTo>
                  <a:lnTo>
                    <a:pt x="749618" y="815846"/>
                  </a:lnTo>
                  <a:lnTo>
                    <a:pt x="749618" y="816916"/>
                  </a:lnTo>
                  <a:lnTo>
                    <a:pt x="643593" y="816916"/>
                  </a:lnTo>
                  <a:close/>
                  <a:moveTo>
                    <a:pt x="295464" y="815846"/>
                  </a:moveTo>
                  <a:lnTo>
                    <a:pt x="333032" y="815846"/>
                  </a:lnTo>
                  <a:lnTo>
                    <a:pt x="333032" y="816916"/>
                  </a:lnTo>
                  <a:lnTo>
                    <a:pt x="295464" y="816916"/>
                  </a:lnTo>
                  <a:close/>
                  <a:moveTo>
                    <a:pt x="771323" y="810493"/>
                  </a:moveTo>
                  <a:lnTo>
                    <a:pt x="834771" y="810493"/>
                  </a:lnTo>
                  <a:lnTo>
                    <a:pt x="834771" y="816916"/>
                  </a:lnTo>
                  <a:lnTo>
                    <a:pt x="771323" y="816916"/>
                  </a:lnTo>
                  <a:close/>
                  <a:moveTo>
                    <a:pt x="934118" y="813704"/>
                  </a:moveTo>
                  <a:lnTo>
                    <a:pt x="1000000" y="813704"/>
                  </a:lnTo>
                  <a:lnTo>
                    <a:pt x="1000000" y="816916"/>
                  </a:lnTo>
                  <a:lnTo>
                    <a:pt x="934118" y="816916"/>
                  </a:lnTo>
                  <a:close/>
                  <a:moveTo>
                    <a:pt x="879853" y="814775"/>
                  </a:moveTo>
                  <a:lnTo>
                    <a:pt x="911577" y="814775"/>
                  </a:lnTo>
                  <a:lnTo>
                    <a:pt x="911577" y="816916"/>
                  </a:lnTo>
                  <a:lnTo>
                    <a:pt x="879853" y="816916"/>
                  </a:lnTo>
                  <a:close/>
                  <a:moveTo>
                    <a:pt x="108459" y="815846"/>
                  </a:moveTo>
                  <a:lnTo>
                    <a:pt x="132670" y="815846"/>
                  </a:lnTo>
                  <a:lnTo>
                    <a:pt x="132670" y="816916"/>
                  </a:lnTo>
                  <a:lnTo>
                    <a:pt x="108459" y="816916"/>
                  </a:lnTo>
                  <a:close/>
                  <a:moveTo>
                    <a:pt x="371434" y="815846"/>
                  </a:moveTo>
                  <a:lnTo>
                    <a:pt x="473285" y="815846"/>
                  </a:lnTo>
                  <a:lnTo>
                    <a:pt x="473285" y="816916"/>
                  </a:lnTo>
                  <a:lnTo>
                    <a:pt x="371434" y="816916"/>
                  </a:lnTo>
                  <a:close/>
                  <a:moveTo>
                    <a:pt x="542577" y="815846"/>
                  </a:moveTo>
                  <a:lnTo>
                    <a:pt x="551760" y="815846"/>
                  </a:lnTo>
                  <a:lnTo>
                    <a:pt x="551760" y="816916"/>
                  </a:lnTo>
                  <a:lnTo>
                    <a:pt x="542577" y="816916"/>
                  </a:lnTo>
                  <a:close/>
                  <a:moveTo>
                    <a:pt x="560109" y="815846"/>
                  </a:moveTo>
                  <a:lnTo>
                    <a:pt x="623557" y="815846"/>
                  </a:lnTo>
                  <a:lnTo>
                    <a:pt x="623557" y="816916"/>
                  </a:lnTo>
                  <a:lnTo>
                    <a:pt x="560109" y="816916"/>
                  </a:lnTo>
                  <a:close/>
                  <a:moveTo>
                    <a:pt x="542577" y="816916"/>
                  </a:moveTo>
                  <a:lnTo>
                    <a:pt x="550925" y="816916"/>
                  </a:lnTo>
                  <a:lnTo>
                    <a:pt x="550925" y="817987"/>
                  </a:lnTo>
                  <a:lnTo>
                    <a:pt x="542577" y="817987"/>
                  </a:lnTo>
                  <a:close/>
                  <a:moveTo>
                    <a:pt x="156880" y="815846"/>
                  </a:moveTo>
                  <a:lnTo>
                    <a:pt x="266244" y="815846"/>
                  </a:lnTo>
                  <a:lnTo>
                    <a:pt x="266244" y="817987"/>
                  </a:lnTo>
                  <a:lnTo>
                    <a:pt x="156880" y="817987"/>
                  </a:lnTo>
                  <a:close/>
                  <a:moveTo>
                    <a:pt x="293794" y="816916"/>
                  </a:moveTo>
                  <a:lnTo>
                    <a:pt x="335536" y="816916"/>
                  </a:lnTo>
                  <a:lnTo>
                    <a:pt x="335536" y="817987"/>
                  </a:lnTo>
                  <a:lnTo>
                    <a:pt x="293794" y="817987"/>
                  </a:lnTo>
                  <a:close/>
                  <a:moveTo>
                    <a:pt x="371434" y="816916"/>
                  </a:moveTo>
                  <a:lnTo>
                    <a:pt x="472450" y="816916"/>
                  </a:lnTo>
                  <a:lnTo>
                    <a:pt x="472450" y="817987"/>
                  </a:lnTo>
                  <a:lnTo>
                    <a:pt x="371434" y="817987"/>
                  </a:lnTo>
                  <a:close/>
                  <a:moveTo>
                    <a:pt x="933283" y="816916"/>
                  </a:moveTo>
                  <a:lnTo>
                    <a:pt x="1000000" y="816916"/>
                  </a:lnTo>
                  <a:lnTo>
                    <a:pt x="1000000" y="817987"/>
                  </a:lnTo>
                  <a:lnTo>
                    <a:pt x="933283" y="817987"/>
                  </a:lnTo>
                  <a:close/>
                  <a:moveTo>
                    <a:pt x="771323" y="816916"/>
                  </a:moveTo>
                  <a:lnTo>
                    <a:pt x="833937" y="816916"/>
                  </a:lnTo>
                  <a:lnTo>
                    <a:pt x="833937" y="817987"/>
                  </a:lnTo>
                  <a:lnTo>
                    <a:pt x="771323" y="817987"/>
                  </a:lnTo>
                  <a:close/>
                  <a:moveTo>
                    <a:pt x="560943" y="816916"/>
                  </a:moveTo>
                  <a:lnTo>
                    <a:pt x="623557" y="816916"/>
                  </a:lnTo>
                  <a:lnTo>
                    <a:pt x="623557" y="817987"/>
                  </a:lnTo>
                  <a:lnTo>
                    <a:pt x="560943" y="817987"/>
                  </a:lnTo>
                  <a:close/>
                  <a:moveTo>
                    <a:pt x="643593" y="816916"/>
                  </a:moveTo>
                  <a:lnTo>
                    <a:pt x="750452" y="816916"/>
                  </a:lnTo>
                  <a:lnTo>
                    <a:pt x="750452" y="817987"/>
                  </a:lnTo>
                  <a:lnTo>
                    <a:pt x="643593" y="817987"/>
                  </a:lnTo>
                  <a:close/>
                  <a:moveTo>
                    <a:pt x="107625" y="816916"/>
                  </a:moveTo>
                  <a:lnTo>
                    <a:pt x="132670" y="816916"/>
                  </a:lnTo>
                  <a:lnTo>
                    <a:pt x="132670" y="817987"/>
                  </a:lnTo>
                  <a:lnTo>
                    <a:pt x="107625" y="817987"/>
                  </a:lnTo>
                  <a:close/>
                  <a:moveTo>
                    <a:pt x="0" y="815846"/>
                  </a:moveTo>
                  <a:lnTo>
                    <a:pt x="84249" y="815846"/>
                  </a:lnTo>
                  <a:lnTo>
                    <a:pt x="84249" y="817987"/>
                  </a:lnTo>
                  <a:lnTo>
                    <a:pt x="0" y="817987"/>
                  </a:lnTo>
                  <a:close/>
                  <a:moveTo>
                    <a:pt x="292959" y="817987"/>
                  </a:moveTo>
                  <a:lnTo>
                    <a:pt x="338876" y="817987"/>
                  </a:lnTo>
                  <a:lnTo>
                    <a:pt x="338876" y="819058"/>
                  </a:lnTo>
                  <a:lnTo>
                    <a:pt x="292959" y="819058"/>
                  </a:lnTo>
                  <a:close/>
                  <a:moveTo>
                    <a:pt x="486643" y="816916"/>
                  </a:moveTo>
                  <a:lnTo>
                    <a:pt x="494156" y="816916"/>
                  </a:lnTo>
                  <a:lnTo>
                    <a:pt x="494156" y="819058"/>
                  </a:lnTo>
                  <a:lnTo>
                    <a:pt x="486643" y="819058"/>
                  </a:lnTo>
                  <a:close/>
                  <a:moveTo>
                    <a:pt x="0" y="817987"/>
                  </a:moveTo>
                  <a:lnTo>
                    <a:pt x="85084" y="817987"/>
                  </a:lnTo>
                  <a:lnTo>
                    <a:pt x="85084" y="819058"/>
                  </a:lnTo>
                  <a:lnTo>
                    <a:pt x="0" y="819058"/>
                  </a:lnTo>
                  <a:close/>
                  <a:moveTo>
                    <a:pt x="371434" y="817987"/>
                  </a:moveTo>
                  <a:lnTo>
                    <a:pt x="471615" y="817987"/>
                  </a:lnTo>
                  <a:lnTo>
                    <a:pt x="471615" y="819058"/>
                  </a:lnTo>
                  <a:lnTo>
                    <a:pt x="371434" y="819058"/>
                  </a:lnTo>
                  <a:close/>
                  <a:moveTo>
                    <a:pt x="853973" y="816916"/>
                  </a:moveTo>
                  <a:lnTo>
                    <a:pt x="859817" y="816916"/>
                  </a:lnTo>
                  <a:lnTo>
                    <a:pt x="859817" y="819058"/>
                  </a:lnTo>
                  <a:lnTo>
                    <a:pt x="853973" y="819058"/>
                  </a:lnTo>
                  <a:close/>
                  <a:moveTo>
                    <a:pt x="772158" y="817987"/>
                  </a:moveTo>
                  <a:lnTo>
                    <a:pt x="833937" y="817987"/>
                  </a:lnTo>
                  <a:lnTo>
                    <a:pt x="833937" y="819058"/>
                  </a:lnTo>
                  <a:lnTo>
                    <a:pt x="772158" y="819058"/>
                  </a:lnTo>
                  <a:close/>
                  <a:moveTo>
                    <a:pt x="106790" y="817987"/>
                  </a:moveTo>
                  <a:lnTo>
                    <a:pt x="132670" y="817987"/>
                  </a:lnTo>
                  <a:lnTo>
                    <a:pt x="132670" y="820128"/>
                  </a:lnTo>
                  <a:lnTo>
                    <a:pt x="106790" y="820128"/>
                  </a:lnTo>
                  <a:close/>
                  <a:moveTo>
                    <a:pt x="643593" y="817987"/>
                  </a:moveTo>
                  <a:lnTo>
                    <a:pt x="752122" y="817987"/>
                  </a:lnTo>
                  <a:lnTo>
                    <a:pt x="752122" y="820128"/>
                  </a:lnTo>
                  <a:lnTo>
                    <a:pt x="643593" y="820128"/>
                  </a:lnTo>
                  <a:close/>
                  <a:moveTo>
                    <a:pt x="542577" y="817987"/>
                  </a:moveTo>
                  <a:lnTo>
                    <a:pt x="550090" y="817987"/>
                  </a:lnTo>
                  <a:lnTo>
                    <a:pt x="550090" y="820128"/>
                  </a:lnTo>
                  <a:lnTo>
                    <a:pt x="542577" y="820128"/>
                  </a:lnTo>
                  <a:close/>
                  <a:moveTo>
                    <a:pt x="371434" y="819058"/>
                  </a:moveTo>
                  <a:lnTo>
                    <a:pt x="469111" y="819058"/>
                  </a:lnTo>
                  <a:lnTo>
                    <a:pt x="469111" y="820128"/>
                  </a:lnTo>
                  <a:lnTo>
                    <a:pt x="371434" y="820128"/>
                  </a:lnTo>
                  <a:close/>
                  <a:moveTo>
                    <a:pt x="510018" y="808351"/>
                  </a:moveTo>
                  <a:lnTo>
                    <a:pt x="525880" y="808351"/>
                  </a:lnTo>
                  <a:lnTo>
                    <a:pt x="525880" y="820128"/>
                  </a:lnTo>
                  <a:lnTo>
                    <a:pt x="510018" y="820128"/>
                  </a:lnTo>
                  <a:close/>
                  <a:moveTo>
                    <a:pt x="292124" y="819058"/>
                  </a:moveTo>
                  <a:lnTo>
                    <a:pt x="339710" y="819058"/>
                  </a:lnTo>
                  <a:lnTo>
                    <a:pt x="339710" y="820128"/>
                  </a:lnTo>
                  <a:lnTo>
                    <a:pt x="292124" y="820128"/>
                  </a:lnTo>
                  <a:close/>
                  <a:moveTo>
                    <a:pt x="879853" y="816916"/>
                  </a:moveTo>
                  <a:lnTo>
                    <a:pt x="910742" y="816916"/>
                  </a:lnTo>
                  <a:lnTo>
                    <a:pt x="910742" y="820128"/>
                  </a:lnTo>
                  <a:lnTo>
                    <a:pt x="879853" y="820128"/>
                  </a:lnTo>
                  <a:close/>
                  <a:moveTo>
                    <a:pt x="156045" y="817987"/>
                  </a:moveTo>
                  <a:lnTo>
                    <a:pt x="266244" y="817987"/>
                  </a:lnTo>
                  <a:lnTo>
                    <a:pt x="266244" y="821199"/>
                  </a:lnTo>
                  <a:lnTo>
                    <a:pt x="156045" y="821199"/>
                  </a:lnTo>
                  <a:close/>
                  <a:moveTo>
                    <a:pt x="879853" y="820128"/>
                  </a:moveTo>
                  <a:lnTo>
                    <a:pt x="909907" y="820128"/>
                  </a:lnTo>
                  <a:lnTo>
                    <a:pt x="909907" y="821199"/>
                  </a:lnTo>
                  <a:lnTo>
                    <a:pt x="879853" y="821199"/>
                  </a:lnTo>
                  <a:close/>
                  <a:moveTo>
                    <a:pt x="291290" y="820128"/>
                  </a:moveTo>
                  <a:lnTo>
                    <a:pt x="341380" y="820128"/>
                  </a:lnTo>
                  <a:lnTo>
                    <a:pt x="341380" y="821199"/>
                  </a:lnTo>
                  <a:lnTo>
                    <a:pt x="291290" y="821199"/>
                  </a:lnTo>
                  <a:close/>
                  <a:moveTo>
                    <a:pt x="486643" y="819058"/>
                  </a:moveTo>
                  <a:lnTo>
                    <a:pt x="493321" y="819058"/>
                  </a:lnTo>
                  <a:lnTo>
                    <a:pt x="493321" y="821199"/>
                  </a:lnTo>
                  <a:lnTo>
                    <a:pt x="486643" y="821199"/>
                  </a:lnTo>
                  <a:close/>
                  <a:moveTo>
                    <a:pt x="371434" y="820128"/>
                  </a:moveTo>
                  <a:lnTo>
                    <a:pt x="468276" y="820128"/>
                  </a:lnTo>
                  <a:lnTo>
                    <a:pt x="468276" y="821199"/>
                  </a:lnTo>
                  <a:lnTo>
                    <a:pt x="371434" y="821199"/>
                  </a:lnTo>
                  <a:close/>
                  <a:moveTo>
                    <a:pt x="105955" y="820128"/>
                  </a:moveTo>
                  <a:lnTo>
                    <a:pt x="132670" y="820128"/>
                  </a:lnTo>
                  <a:lnTo>
                    <a:pt x="132670" y="821199"/>
                  </a:lnTo>
                  <a:lnTo>
                    <a:pt x="105955" y="821199"/>
                  </a:lnTo>
                  <a:close/>
                  <a:moveTo>
                    <a:pt x="772158" y="819058"/>
                  </a:moveTo>
                  <a:lnTo>
                    <a:pt x="833102" y="819058"/>
                  </a:lnTo>
                  <a:lnTo>
                    <a:pt x="833102" y="821199"/>
                  </a:lnTo>
                  <a:lnTo>
                    <a:pt x="772158" y="821199"/>
                  </a:lnTo>
                  <a:close/>
                  <a:moveTo>
                    <a:pt x="561778" y="817987"/>
                  </a:moveTo>
                  <a:lnTo>
                    <a:pt x="623557" y="817987"/>
                  </a:lnTo>
                  <a:lnTo>
                    <a:pt x="623557" y="822270"/>
                  </a:lnTo>
                  <a:lnTo>
                    <a:pt x="561778" y="822270"/>
                  </a:lnTo>
                  <a:close/>
                  <a:moveTo>
                    <a:pt x="487477" y="821199"/>
                  </a:moveTo>
                  <a:lnTo>
                    <a:pt x="493321" y="821199"/>
                  </a:lnTo>
                  <a:lnTo>
                    <a:pt x="493321" y="822270"/>
                  </a:lnTo>
                  <a:lnTo>
                    <a:pt x="487477" y="822270"/>
                  </a:lnTo>
                  <a:close/>
                  <a:moveTo>
                    <a:pt x="0" y="819058"/>
                  </a:moveTo>
                  <a:lnTo>
                    <a:pt x="85919" y="819058"/>
                  </a:lnTo>
                  <a:lnTo>
                    <a:pt x="85919" y="822270"/>
                  </a:lnTo>
                  <a:lnTo>
                    <a:pt x="0" y="822270"/>
                  </a:lnTo>
                  <a:close/>
                  <a:moveTo>
                    <a:pt x="932448" y="817987"/>
                  </a:moveTo>
                  <a:lnTo>
                    <a:pt x="1000000" y="817987"/>
                  </a:lnTo>
                  <a:lnTo>
                    <a:pt x="1000000" y="822270"/>
                  </a:lnTo>
                  <a:lnTo>
                    <a:pt x="932448" y="822270"/>
                  </a:lnTo>
                  <a:close/>
                  <a:moveTo>
                    <a:pt x="289620" y="821199"/>
                  </a:moveTo>
                  <a:lnTo>
                    <a:pt x="345554" y="821199"/>
                  </a:lnTo>
                  <a:lnTo>
                    <a:pt x="345554" y="822270"/>
                  </a:lnTo>
                  <a:lnTo>
                    <a:pt x="289620" y="822270"/>
                  </a:lnTo>
                  <a:close/>
                  <a:moveTo>
                    <a:pt x="879853" y="821199"/>
                  </a:moveTo>
                  <a:lnTo>
                    <a:pt x="909072" y="821199"/>
                  </a:lnTo>
                  <a:lnTo>
                    <a:pt x="909072" y="822270"/>
                  </a:lnTo>
                  <a:lnTo>
                    <a:pt x="879853" y="822270"/>
                  </a:lnTo>
                  <a:close/>
                  <a:moveTo>
                    <a:pt x="371434" y="821199"/>
                  </a:moveTo>
                  <a:lnTo>
                    <a:pt x="467441" y="821199"/>
                  </a:lnTo>
                  <a:lnTo>
                    <a:pt x="467441" y="823340"/>
                  </a:lnTo>
                  <a:lnTo>
                    <a:pt x="371434" y="823340"/>
                  </a:lnTo>
                  <a:close/>
                  <a:moveTo>
                    <a:pt x="853138" y="819058"/>
                  </a:moveTo>
                  <a:lnTo>
                    <a:pt x="859817" y="819058"/>
                  </a:lnTo>
                  <a:lnTo>
                    <a:pt x="859817" y="823340"/>
                  </a:lnTo>
                  <a:lnTo>
                    <a:pt x="853138" y="823340"/>
                  </a:lnTo>
                  <a:close/>
                  <a:moveTo>
                    <a:pt x="289620" y="822270"/>
                  </a:moveTo>
                  <a:lnTo>
                    <a:pt x="347224" y="822270"/>
                  </a:lnTo>
                  <a:lnTo>
                    <a:pt x="347224" y="823340"/>
                  </a:lnTo>
                  <a:lnTo>
                    <a:pt x="289620" y="823340"/>
                  </a:lnTo>
                  <a:close/>
                  <a:moveTo>
                    <a:pt x="80075" y="822270"/>
                  </a:moveTo>
                  <a:lnTo>
                    <a:pt x="85919" y="822270"/>
                  </a:lnTo>
                  <a:lnTo>
                    <a:pt x="85919" y="823340"/>
                  </a:lnTo>
                  <a:lnTo>
                    <a:pt x="80075" y="823340"/>
                  </a:lnTo>
                  <a:close/>
                  <a:moveTo>
                    <a:pt x="154376" y="821199"/>
                  </a:moveTo>
                  <a:lnTo>
                    <a:pt x="266244" y="821199"/>
                  </a:lnTo>
                  <a:lnTo>
                    <a:pt x="266244" y="823340"/>
                  </a:lnTo>
                  <a:lnTo>
                    <a:pt x="154376" y="823340"/>
                  </a:lnTo>
                  <a:close/>
                  <a:moveTo>
                    <a:pt x="772158" y="821199"/>
                  </a:moveTo>
                  <a:lnTo>
                    <a:pt x="832267" y="821199"/>
                  </a:lnTo>
                  <a:lnTo>
                    <a:pt x="832267" y="823340"/>
                  </a:lnTo>
                  <a:lnTo>
                    <a:pt x="772158" y="823340"/>
                  </a:lnTo>
                  <a:close/>
                  <a:moveTo>
                    <a:pt x="933283" y="822270"/>
                  </a:moveTo>
                  <a:lnTo>
                    <a:pt x="1000000" y="822270"/>
                  </a:lnTo>
                  <a:lnTo>
                    <a:pt x="1000000" y="823340"/>
                  </a:lnTo>
                  <a:lnTo>
                    <a:pt x="933283" y="823340"/>
                  </a:lnTo>
                  <a:close/>
                  <a:moveTo>
                    <a:pt x="0" y="822270"/>
                  </a:moveTo>
                  <a:lnTo>
                    <a:pt x="68387" y="822270"/>
                  </a:lnTo>
                  <a:lnTo>
                    <a:pt x="68387" y="823340"/>
                  </a:lnTo>
                  <a:lnTo>
                    <a:pt x="0" y="823340"/>
                  </a:lnTo>
                  <a:close/>
                  <a:moveTo>
                    <a:pt x="562613" y="822270"/>
                  </a:moveTo>
                  <a:lnTo>
                    <a:pt x="623557" y="822270"/>
                  </a:lnTo>
                  <a:lnTo>
                    <a:pt x="623557" y="823340"/>
                  </a:lnTo>
                  <a:lnTo>
                    <a:pt x="562613" y="823340"/>
                  </a:lnTo>
                  <a:close/>
                  <a:moveTo>
                    <a:pt x="509183" y="820128"/>
                  </a:moveTo>
                  <a:lnTo>
                    <a:pt x="525880" y="820128"/>
                  </a:lnTo>
                  <a:lnTo>
                    <a:pt x="525880" y="823340"/>
                  </a:lnTo>
                  <a:lnTo>
                    <a:pt x="509183" y="823340"/>
                  </a:lnTo>
                  <a:close/>
                  <a:moveTo>
                    <a:pt x="81744" y="823340"/>
                  </a:moveTo>
                  <a:lnTo>
                    <a:pt x="85084" y="823340"/>
                  </a:lnTo>
                  <a:lnTo>
                    <a:pt x="85084" y="824411"/>
                  </a:lnTo>
                  <a:lnTo>
                    <a:pt x="81744" y="824411"/>
                  </a:lnTo>
                  <a:close/>
                  <a:moveTo>
                    <a:pt x="0" y="823340"/>
                  </a:moveTo>
                  <a:lnTo>
                    <a:pt x="66717" y="823340"/>
                  </a:lnTo>
                  <a:lnTo>
                    <a:pt x="66717" y="824411"/>
                  </a:lnTo>
                  <a:lnTo>
                    <a:pt x="0" y="824411"/>
                  </a:lnTo>
                  <a:close/>
                  <a:moveTo>
                    <a:pt x="153541" y="823340"/>
                  </a:moveTo>
                  <a:lnTo>
                    <a:pt x="266244" y="823340"/>
                  </a:lnTo>
                  <a:lnTo>
                    <a:pt x="266244" y="824411"/>
                  </a:lnTo>
                  <a:lnTo>
                    <a:pt x="153541" y="824411"/>
                  </a:lnTo>
                  <a:close/>
                  <a:moveTo>
                    <a:pt x="486643" y="822270"/>
                  </a:moveTo>
                  <a:lnTo>
                    <a:pt x="493321" y="822270"/>
                  </a:lnTo>
                  <a:lnTo>
                    <a:pt x="493321" y="824411"/>
                  </a:lnTo>
                  <a:lnTo>
                    <a:pt x="486643" y="824411"/>
                  </a:lnTo>
                  <a:close/>
                  <a:moveTo>
                    <a:pt x="935787" y="823340"/>
                  </a:moveTo>
                  <a:lnTo>
                    <a:pt x="1000000" y="823340"/>
                  </a:lnTo>
                  <a:lnTo>
                    <a:pt x="1000000" y="824411"/>
                  </a:lnTo>
                  <a:lnTo>
                    <a:pt x="935787" y="824411"/>
                  </a:lnTo>
                  <a:close/>
                  <a:moveTo>
                    <a:pt x="643593" y="820128"/>
                  </a:moveTo>
                  <a:lnTo>
                    <a:pt x="752957" y="820128"/>
                  </a:lnTo>
                  <a:lnTo>
                    <a:pt x="752957" y="824411"/>
                  </a:lnTo>
                  <a:lnTo>
                    <a:pt x="643593" y="824411"/>
                  </a:lnTo>
                  <a:close/>
                  <a:moveTo>
                    <a:pt x="563448" y="823340"/>
                  </a:moveTo>
                  <a:lnTo>
                    <a:pt x="623557" y="823340"/>
                  </a:lnTo>
                  <a:lnTo>
                    <a:pt x="623557" y="824411"/>
                  </a:lnTo>
                  <a:lnTo>
                    <a:pt x="563448" y="824411"/>
                  </a:lnTo>
                  <a:close/>
                  <a:moveTo>
                    <a:pt x="542577" y="820128"/>
                  </a:moveTo>
                  <a:lnTo>
                    <a:pt x="549256" y="820128"/>
                  </a:lnTo>
                  <a:lnTo>
                    <a:pt x="549256" y="824411"/>
                  </a:lnTo>
                  <a:lnTo>
                    <a:pt x="542577" y="824411"/>
                  </a:lnTo>
                  <a:close/>
                  <a:moveTo>
                    <a:pt x="288785" y="823340"/>
                  </a:moveTo>
                  <a:lnTo>
                    <a:pt x="347224" y="823340"/>
                  </a:lnTo>
                  <a:lnTo>
                    <a:pt x="347224" y="824411"/>
                  </a:lnTo>
                  <a:lnTo>
                    <a:pt x="288785" y="824411"/>
                  </a:lnTo>
                  <a:close/>
                  <a:moveTo>
                    <a:pt x="772993" y="823340"/>
                  </a:moveTo>
                  <a:lnTo>
                    <a:pt x="832267" y="823340"/>
                  </a:lnTo>
                  <a:lnTo>
                    <a:pt x="832267" y="825482"/>
                  </a:lnTo>
                  <a:lnTo>
                    <a:pt x="772993" y="825482"/>
                  </a:lnTo>
                  <a:close/>
                  <a:moveTo>
                    <a:pt x="287115" y="824411"/>
                  </a:moveTo>
                  <a:lnTo>
                    <a:pt x="347224" y="824411"/>
                  </a:lnTo>
                  <a:lnTo>
                    <a:pt x="347224" y="825482"/>
                  </a:lnTo>
                  <a:lnTo>
                    <a:pt x="287115" y="825482"/>
                  </a:lnTo>
                  <a:close/>
                  <a:moveTo>
                    <a:pt x="508348" y="823340"/>
                  </a:moveTo>
                  <a:lnTo>
                    <a:pt x="525880" y="823340"/>
                  </a:lnTo>
                  <a:lnTo>
                    <a:pt x="525880" y="825482"/>
                  </a:lnTo>
                  <a:lnTo>
                    <a:pt x="508348" y="825482"/>
                  </a:lnTo>
                  <a:close/>
                  <a:moveTo>
                    <a:pt x="542577" y="824411"/>
                  </a:moveTo>
                  <a:lnTo>
                    <a:pt x="550090" y="824411"/>
                  </a:lnTo>
                  <a:lnTo>
                    <a:pt x="550090" y="825482"/>
                  </a:lnTo>
                  <a:lnTo>
                    <a:pt x="542577" y="825482"/>
                  </a:lnTo>
                  <a:close/>
                  <a:moveTo>
                    <a:pt x="937457" y="824411"/>
                  </a:moveTo>
                  <a:lnTo>
                    <a:pt x="1000000" y="824411"/>
                  </a:lnTo>
                  <a:lnTo>
                    <a:pt x="1000000" y="825482"/>
                  </a:lnTo>
                  <a:lnTo>
                    <a:pt x="937457" y="825482"/>
                  </a:lnTo>
                  <a:close/>
                  <a:moveTo>
                    <a:pt x="370600" y="823340"/>
                  </a:moveTo>
                  <a:lnTo>
                    <a:pt x="467441" y="823340"/>
                  </a:lnTo>
                  <a:lnTo>
                    <a:pt x="467441" y="825482"/>
                  </a:lnTo>
                  <a:lnTo>
                    <a:pt x="370600" y="825482"/>
                  </a:lnTo>
                  <a:close/>
                  <a:moveTo>
                    <a:pt x="153541" y="824411"/>
                  </a:moveTo>
                  <a:lnTo>
                    <a:pt x="267079" y="824411"/>
                  </a:lnTo>
                  <a:lnTo>
                    <a:pt x="267079" y="825482"/>
                  </a:lnTo>
                  <a:lnTo>
                    <a:pt x="153541" y="825482"/>
                  </a:lnTo>
                  <a:close/>
                  <a:moveTo>
                    <a:pt x="643593" y="824411"/>
                  </a:moveTo>
                  <a:lnTo>
                    <a:pt x="727077" y="824411"/>
                  </a:lnTo>
                  <a:lnTo>
                    <a:pt x="727077" y="825482"/>
                  </a:lnTo>
                  <a:lnTo>
                    <a:pt x="643593" y="825482"/>
                  </a:lnTo>
                  <a:close/>
                  <a:moveTo>
                    <a:pt x="0" y="824411"/>
                  </a:moveTo>
                  <a:lnTo>
                    <a:pt x="65882" y="824411"/>
                  </a:lnTo>
                  <a:lnTo>
                    <a:pt x="65882" y="825482"/>
                  </a:lnTo>
                  <a:lnTo>
                    <a:pt x="0" y="825482"/>
                  </a:lnTo>
                  <a:close/>
                  <a:moveTo>
                    <a:pt x="104285" y="821199"/>
                  </a:moveTo>
                  <a:lnTo>
                    <a:pt x="132670" y="821199"/>
                  </a:lnTo>
                  <a:lnTo>
                    <a:pt x="132670" y="825482"/>
                  </a:lnTo>
                  <a:lnTo>
                    <a:pt x="104285" y="825482"/>
                  </a:lnTo>
                  <a:close/>
                  <a:moveTo>
                    <a:pt x="734590" y="824411"/>
                  </a:moveTo>
                  <a:lnTo>
                    <a:pt x="752957" y="824411"/>
                  </a:lnTo>
                  <a:lnTo>
                    <a:pt x="752957" y="825482"/>
                  </a:lnTo>
                  <a:lnTo>
                    <a:pt x="734590" y="825482"/>
                  </a:lnTo>
                  <a:close/>
                  <a:moveTo>
                    <a:pt x="643593" y="825482"/>
                  </a:moveTo>
                  <a:lnTo>
                    <a:pt x="725407" y="825482"/>
                  </a:lnTo>
                  <a:lnTo>
                    <a:pt x="725407" y="826552"/>
                  </a:lnTo>
                  <a:lnTo>
                    <a:pt x="643593" y="826552"/>
                  </a:lnTo>
                  <a:close/>
                  <a:moveTo>
                    <a:pt x="286281" y="825482"/>
                  </a:moveTo>
                  <a:lnTo>
                    <a:pt x="305482" y="825482"/>
                  </a:lnTo>
                  <a:lnTo>
                    <a:pt x="305482" y="826552"/>
                  </a:lnTo>
                  <a:lnTo>
                    <a:pt x="286281" y="826552"/>
                  </a:lnTo>
                  <a:close/>
                  <a:moveTo>
                    <a:pt x="953319" y="825482"/>
                  </a:moveTo>
                  <a:lnTo>
                    <a:pt x="1000000" y="825482"/>
                  </a:lnTo>
                  <a:lnTo>
                    <a:pt x="1000000" y="826552"/>
                  </a:lnTo>
                  <a:lnTo>
                    <a:pt x="953319" y="826552"/>
                  </a:lnTo>
                  <a:close/>
                  <a:moveTo>
                    <a:pt x="152706" y="825482"/>
                  </a:moveTo>
                  <a:lnTo>
                    <a:pt x="267079" y="825482"/>
                  </a:lnTo>
                  <a:lnTo>
                    <a:pt x="267079" y="826552"/>
                  </a:lnTo>
                  <a:lnTo>
                    <a:pt x="152706" y="826552"/>
                  </a:lnTo>
                  <a:close/>
                  <a:moveTo>
                    <a:pt x="564283" y="824411"/>
                  </a:moveTo>
                  <a:lnTo>
                    <a:pt x="623557" y="824411"/>
                  </a:lnTo>
                  <a:lnTo>
                    <a:pt x="623557" y="826552"/>
                  </a:lnTo>
                  <a:lnTo>
                    <a:pt x="564283" y="826552"/>
                  </a:lnTo>
                  <a:close/>
                  <a:moveTo>
                    <a:pt x="0" y="825482"/>
                  </a:moveTo>
                  <a:lnTo>
                    <a:pt x="65048" y="825482"/>
                  </a:lnTo>
                  <a:lnTo>
                    <a:pt x="65048" y="826552"/>
                  </a:lnTo>
                  <a:lnTo>
                    <a:pt x="0" y="826552"/>
                  </a:lnTo>
                  <a:close/>
                  <a:moveTo>
                    <a:pt x="737095" y="825482"/>
                  </a:moveTo>
                  <a:lnTo>
                    <a:pt x="752957" y="825482"/>
                  </a:lnTo>
                  <a:lnTo>
                    <a:pt x="752957" y="826552"/>
                  </a:lnTo>
                  <a:lnTo>
                    <a:pt x="737095" y="826552"/>
                  </a:lnTo>
                  <a:close/>
                  <a:moveTo>
                    <a:pt x="316335" y="825482"/>
                  </a:moveTo>
                  <a:lnTo>
                    <a:pt x="348059" y="825482"/>
                  </a:lnTo>
                  <a:lnTo>
                    <a:pt x="348059" y="826552"/>
                  </a:lnTo>
                  <a:lnTo>
                    <a:pt x="316335" y="826552"/>
                  </a:lnTo>
                  <a:close/>
                  <a:moveTo>
                    <a:pt x="369765" y="825482"/>
                  </a:moveTo>
                  <a:lnTo>
                    <a:pt x="467441" y="825482"/>
                  </a:lnTo>
                  <a:lnTo>
                    <a:pt x="467441" y="826552"/>
                  </a:lnTo>
                  <a:lnTo>
                    <a:pt x="369765" y="826552"/>
                  </a:lnTo>
                  <a:close/>
                  <a:moveTo>
                    <a:pt x="105955" y="825482"/>
                  </a:moveTo>
                  <a:lnTo>
                    <a:pt x="132670" y="825482"/>
                  </a:lnTo>
                  <a:lnTo>
                    <a:pt x="132670" y="826552"/>
                  </a:lnTo>
                  <a:lnTo>
                    <a:pt x="105955" y="826552"/>
                  </a:lnTo>
                  <a:close/>
                  <a:moveTo>
                    <a:pt x="542577" y="825482"/>
                  </a:moveTo>
                  <a:lnTo>
                    <a:pt x="550925" y="825482"/>
                  </a:lnTo>
                  <a:lnTo>
                    <a:pt x="550925" y="827623"/>
                  </a:lnTo>
                  <a:lnTo>
                    <a:pt x="542577" y="827623"/>
                  </a:lnTo>
                  <a:close/>
                  <a:moveTo>
                    <a:pt x="0" y="826552"/>
                  </a:moveTo>
                  <a:lnTo>
                    <a:pt x="64213" y="826552"/>
                  </a:lnTo>
                  <a:lnTo>
                    <a:pt x="64213" y="827623"/>
                  </a:lnTo>
                  <a:lnTo>
                    <a:pt x="0" y="827623"/>
                  </a:lnTo>
                  <a:close/>
                  <a:moveTo>
                    <a:pt x="115973" y="826552"/>
                  </a:moveTo>
                  <a:lnTo>
                    <a:pt x="132670" y="826552"/>
                  </a:lnTo>
                  <a:lnTo>
                    <a:pt x="132670" y="827623"/>
                  </a:lnTo>
                  <a:lnTo>
                    <a:pt x="115973" y="827623"/>
                  </a:lnTo>
                  <a:close/>
                  <a:moveTo>
                    <a:pt x="643593" y="826552"/>
                  </a:moveTo>
                  <a:lnTo>
                    <a:pt x="723738" y="826552"/>
                  </a:lnTo>
                  <a:lnTo>
                    <a:pt x="723738" y="827623"/>
                  </a:lnTo>
                  <a:lnTo>
                    <a:pt x="643593" y="827623"/>
                  </a:lnTo>
                  <a:close/>
                  <a:moveTo>
                    <a:pt x="286281" y="826552"/>
                  </a:moveTo>
                  <a:lnTo>
                    <a:pt x="303812" y="826552"/>
                  </a:lnTo>
                  <a:lnTo>
                    <a:pt x="303812" y="827623"/>
                  </a:lnTo>
                  <a:lnTo>
                    <a:pt x="286281" y="827623"/>
                  </a:lnTo>
                  <a:close/>
                  <a:moveTo>
                    <a:pt x="879853" y="822270"/>
                  </a:moveTo>
                  <a:lnTo>
                    <a:pt x="908237" y="822270"/>
                  </a:lnTo>
                  <a:lnTo>
                    <a:pt x="908237" y="827623"/>
                  </a:lnTo>
                  <a:lnTo>
                    <a:pt x="879853" y="827623"/>
                  </a:lnTo>
                  <a:close/>
                  <a:moveTo>
                    <a:pt x="773828" y="825482"/>
                  </a:moveTo>
                  <a:lnTo>
                    <a:pt x="832267" y="825482"/>
                  </a:lnTo>
                  <a:lnTo>
                    <a:pt x="832267" y="827623"/>
                  </a:lnTo>
                  <a:lnTo>
                    <a:pt x="773828" y="827623"/>
                  </a:lnTo>
                  <a:close/>
                  <a:moveTo>
                    <a:pt x="965007" y="826552"/>
                  </a:moveTo>
                  <a:lnTo>
                    <a:pt x="1000000" y="826552"/>
                  </a:lnTo>
                  <a:lnTo>
                    <a:pt x="1000000" y="827623"/>
                  </a:lnTo>
                  <a:lnTo>
                    <a:pt x="965007" y="827623"/>
                  </a:lnTo>
                  <a:close/>
                  <a:moveTo>
                    <a:pt x="323848" y="826552"/>
                  </a:moveTo>
                  <a:lnTo>
                    <a:pt x="348059" y="826552"/>
                  </a:lnTo>
                  <a:lnTo>
                    <a:pt x="348059" y="827623"/>
                  </a:lnTo>
                  <a:lnTo>
                    <a:pt x="323848" y="827623"/>
                  </a:lnTo>
                  <a:close/>
                  <a:moveTo>
                    <a:pt x="152706" y="826552"/>
                  </a:moveTo>
                  <a:lnTo>
                    <a:pt x="267914" y="826552"/>
                  </a:lnTo>
                  <a:lnTo>
                    <a:pt x="267914" y="827623"/>
                  </a:lnTo>
                  <a:lnTo>
                    <a:pt x="152706" y="827623"/>
                  </a:lnTo>
                  <a:close/>
                  <a:moveTo>
                    <a:pt x="737930" y="826552"/>
                  </a:moveTo>
                  <a:lnTo>
                    <a:pt x="752957" y="826552"/>
                  </a:lnTo>
                  <a:lnTo>
                    <a:pt x="752957" y="827623"/>
                  </a:lnTo>
                  <a:lnTo>
                    <a:pt x="737930" y="827623"/>
                  </a:lnTo>
                  <a:close/>
                  <a:moveTo>
                    <a:pt x="485808" y="824411"/>
                  </a:moveTo>
                  <a:lnTo>
                    <a:pt x="492486" y="824411"/>
                  </a:lnTo>
                  <a:lnTo>
                    <a:pt x="492486" y="827623"/>
                  </a:lnTo>
                  <a:lnTo>
                    <a:pt x="485808" y="827623"/>
                  </a:lnTo>
                  <a:close/>
                  <a:moveTo>
                    <a:pt x="879853" y="827623"/>
                  </a:moveTo>
                  <a:lnTo>
                    <a:pt x="907403" y="827623"/>
                  </a:lnTo>
                  <a:lnTo>
                    <a:pt x="907403" y="828694"/>
                  </a:lnTo>
                  <a:lnTo>
                    <a:pt x="879853" y="828694"/>
                  </a:lnTo>
                  <a:close/>
                  <a:moveTo>
                    <a:pt x="738765" y="827623"/>
                  </a:moveTo>
                  <a:lnTo>
                    <a:pt x="752957" y="827623"/>
                  </a:lnTo>
                  <a:lnTo>
                    <a:pt x="752957" y="828694"/>
                  </a:lnTo>
                  <a:lnTo>
                    <a:pt x="738765" y="828694"/>
                  </a:lnTo>
                  <a:close/>
                  <a:moveTo>
                    <a:pt x="152706" y="827623"/>
                  </a:moveTo>
                  <a:lnTo>
                    <a:pt x="268749" y="827623"/>
                  </a:lnTo>
                  <a:lnTo>
                    <a:pt x="268749" y="828694"/>
                  </a:lnTo>
                  <a:lnTo>
                    <a:pt x="152706" y="828694"/>
                  </a:lnTo>
                  <a:close/>
                  <a:moveTo>
                    <a:pt x="773828" y="827623"/>
                  </a:moveTo>
                  <a:lnTo>
                    <a:pt x="831432" y="827623"/>
                  </a:lnTo>
                  <a:lnTo>
                    <a:pt x="831432" y="828694"/>
                  </a:lnTo>
                  <a:lnTo>
                    <a:pt x="773828" y="828694"/>
                  </a:lnTo>
                  <a:close/>
                  <a:moveTo>
                    <a:pt x="687004" y="827623"/>
                  </a:moveTo>
                  <a:lnTo>
                    <a:pt x="723738" y="827623"/>
                  </a:lnTo>
                  <a:lnTo>
                    <a:pt x="723738" y="828694"/>
                  </a:lnTo>
                  <a:lnTo>
                    <a:pt x="687004" y="828694"/>
                  </a:lnTo>
                  <a:close/>
                  <a:moveTo>
                    <a:pt x="970851" y="827623"/>
                  </a:moveTo>
                  <a:lnTo>
                    <a:pt x="1000000" y="827623"/>
                  </a:lnTo>
                  <a:lnTo>
                    <a:pt x="1000000" y="828694"/>
                  </a:lnTo>
                  <a:lnTo>
                    <a:pt x="970851" y="828694"/>
                  </a:lnTo>
                  <a:close/>
                  <a:moveTo>
                    <a:pt x="643593" y="827623"/>
                  </a:moveTo>
                  <a:lnTo>
                    <a:pt x="680326" y="827623"/>
                  </a:lnTo>
                  <a:lnTo>
                    <a:pt x="680326" y="828694"/>
                  </a:lnTo>
                  <a:lnTo>
                    <a:pt x="643593" y="828694"/>
                  </a:lnTo>
                  <a:close/>
                  <a:moveTo>
                    <a:pt x="852303" y="823340"/>
                  </a:moveTo>
                  <a:lnTo>
                    <a:pt x="859817" y="823340"/>
                  </a:lnTo>
                  <a:lnTo>
                    <a:pt x="859817" y="828694"/>
                  </a:lnTo>
                  <a:lnTo>
                    <a:pt x="852303" y="828694"/>
                  </a:lnTo>
                  <a:close/>
                  <a:moveTo>
                    <a:pt x="327188" y="827623"/>
                  </a:moveTo>
                  <a:lnTo>
                    <a:pt x="347224" y="827623"/>
                  </a:lnTo>
                  <a:lnTo>
                    <a:pt x="347224" y="828694"/>
                  </a:lnTo>
                  <a:lnTo>
                    <a:pt x="327188" y="828694"/>
                  </a:lnTo>
                  <a:close/>
                  <a:moveTo>
                    <a:pt x="284611" y="827623"/>
                  </a:moveTo>
                  <a:lnTo>
                    <a:pt x="302977" y="827623"/>
                  </a:lnTo>
                  <a:lnTo>
                    <a:pt x="302977" y="828694"/>
                  </a:lnTo>
                  <a:lnTo>
                    <a:pt x="284611" y="828694"/>
                  </a:lnTo>
                  <a:close/>
                  <a:moveTo>
                    <a:pt x="0" y="827623"/>
                  </a:moveTo>
                  <a:lnTo>
                    <a:pt x="63378" y="827623"/>
                  </a:lnTo>
                  <a:lnTo>
                    <a:pt x="63378" y="828694"/>
                  </a:lnTo>
                  <a:lnTo>
                    <a:pt x="0" y="828694"/>
                  </a:lnTo>
                  <a:close/>
                  <a:moveTo>
                    <a:pt x="484138" y="827623"/>
                  </a:moveTo>
                  <a:lnTo>
                    <a:pt x="492486" y="827623"/>
                  </a:lnTo>
                  <a:lnTo>
                    <a:pt x="492486" y="828694"/>
                  </a:lnTo>
                  <a:lnTo>
                    <a:pt x="484138" y="828694"/>
                  </a:lnTo>
                  <a:close/>
                  <a:moveTo>
                    <a:pt x="564283" y="826552"/>
                  </a:moveTo>
                  <a:lnTo>
                    <a:pt x="624391" y="826552"/>
                  </a:lnTo>
                  <a:lnTo>
                    <a:pt x="624391" y="828694"/>
                  </a:lnTo>
                  <a:lnTo>
                    <a:pt x="564283" y="828694"/>
                  </a:lnTo>
                  <a:close/>
                  <a:moveTo>
                    <a:pt x="121817" y="827623"/>
                  </a:moveTo>
                  <a:lnTo>
                    <a:pt x="132670" y="827623"/>
                  </a:lnTo>
                  <a:lnTo>
                    <a:pt x="132670" y="828694"/>
                  </a:lnTo>
                  <a:lnTo>
                    <a:pt x="121817" y="828694"/>
                  </a:lnTo>
                  <a:close/>
                  <a:moveTo>
                    <a:pt x="481633" y="828694"/>
                  </a:moveTo>
                  <a:lnTo>
                    <a:pt x="491652" y="828694"/>
                  </a:lnTo>
                  <a:lnTo>
                    <a:pt x="491652" y="829764"/>
                  </a:lnTo>
                  <a:lnTo>
                    <a:pt x="481633" y="829764"/>
                  </a:lnTo>
                  <a:close/>
                  <a:moveTo>
                    <a:pt x="853138" y="828694"/>
                  </a:moveTo>
                  <a:lnTo>
                    <a:pt x="858982" y="828694"/>
                  </a:lnTo>
                  <a:lnTo>
                    <a:pt x="858982" y="829764"/>
                  </a:lnTo>
                  <a:lnTo>
                    <a:pt x="853138" y="829764"/>
                  </a:lnTo>
                  <a:close/>
                  <a:moveTo>
                    <a:pt x="565118" y="828694"/>
                  </a:moveTo>
                  <a:lnTo>
                    <a:pt x="624391" y="828694"/>
                  </a:lnTo>
                  <a:lnTo>
                    <a:pt x="624391" y="829764"/>
                  </a:lnTo>
                  <a:lnTo>
                    <a:pt x="565118" y="829764"/>
                  </a:lnTo>
                  <a:close/>
                  <a:moveTo>
                    <a:pt x="879853" y="828694"/>
                  </a:moveTo>
                  <a:lnTo>
                    <a:pt x="906568" y="828694"/>
                  </a:lnTo>
                  <a:lnTo>
                    <a:pt x="906568" y="829764"/>
                  </a:lnTo>
                  <a:lnTo>
                    <a:pt x="879853" y="829764"/>
                  </a:lnTo>
                  <a:close/>
                  <a:moveTo>
                    <a:pt x="130165" y="828694"/>
                  </a:moveTo>
                  <a:lnTo>
                    <a:pt x="131000" y="828694"/>
                  </a:lnTo>
                  <a:lnTo>
                    <a:pt x="131000" y="829764"/>
                  </a:lnTo>
                  <a:lnTo>
                    <a:pt x="130165" y="829764"/>
                  </a:lnTo>
                  <a:close/>
                  <a:moveTo>
                    <a:pt x="643593" y="828694"/>
                  </a:moveTo>
                  <a:lnTo>
                    <a:pt x="678656" y="828694"/>
                  </a:lnTo>
                  <a:lnTo>
                    <a:pt x="678656" y="829764"/>
                  </a:lnTo>
                  <a:lnTo>
                    <a:pt x="643593" y="829764"/>
                  </a:lnTo>
                  <a:close/>
                  <a:moveTo>
                    <a:pt x="976694" y="828694"/>
                  </a:moveTo>
                  <a:lnTo>
                    <a:pt x="1000000" y="828694"/>
                  </a:lnTo>
                  <a:lnTo>
                    <a:pt x="1000000" y="829764"/>
                  </a:lnTo>
                  <a:lnTo>
                    <a:pt x="976694" y="829764"/>
                  </a:lnTo>
                  <a:close/>
                  <a:moveTo>
                    <a:pt x="368930" y="826552"/>
                  </a:moveTo>
                  <a:lnTo>
                    <a:pt x="467441" y="826552"/>
                  </a:lnTo>
                  <a:lnTo>
                    <a:pt x="467441" y="829764"/>
                  </a:lnTo>
                  <a:lnTo>
                    <a:pt x="368930" y="829764"/>
                  </a:lnTo>
                  <a:close/>
                  <a:moveTo>
                    <a:pt x="739599" y="828694"/>
                  </a:moveTo>
                  <a:lnTo>
                    <a:pt x="752957" y="828694"/>
                  </a:lnTo>
                  <a:lnTo>
                    <a:pt x="752957" y="829764"/>
                  </a:lnTo>
                  <a:lnTo>
                    <a:pt x="739599" y="829764"/>
                  </a:lnTo>
                  <a:close/>
                  <a:moveTo>
                    <a:pt x="688674" y="828694"/>
                  </a:moveTo>
                  <a:lnTo>
                    <a:pt x="722903" y="828694"/>
                  </a:lnTo>
                  <a:lnTo>
                    <a:pt x="722903" y="829764"/>
                  </a:lnTo>
                  <a:lnTo>
                    <a:pt x="688674" y="829764"/>
                  </a:lnTo>
                  <a:close/>
                  <a:moveTo>
                    <a:pt x="329692" y="828694"/>
                  </a:moveTo>
                  <a:lnTo>
                    <a:pt x="347224" y="828694"/>
                  </a:lnTo>
                  <a:lnTo>
                    <a:pt x="347224" y="829764"/>
                  </a:lnTo>
                  <a:lnTo>
                    <a:pt x="329692" y="829764"/>
                  </a:lnTo>
                  <a:close/>
                  <a:moveTo>
                    <a:pt x="282941" y="828694"/>
                  </a:moveTo>
                  <a:lnTo>
                    <a:pt x="302143" y="828694"/>
                  </a:lnTo>
                  <a:lnTo>
                    <a:pt x="302143" y="829764"/>
                  </a:lnTo>
                  <a:lnTo>
                    <a:pt x="282941" y="829764"/>
                  </a:lnTo>
                  <a:close/>
                  <a:moveTo>
                    <a:pt x="643593" y="829764"/>
                  </a:moveTo>
                  <a:lnTo>
                    <a:pt x="676986" y="829764"/>
                  </a:lnTo>
                  <a:lnTo>
                    <a:pt x="676986" y="830835"/>
                  </a:lnTo>
                  <a:lnTo>
                    <a:pt x="643593" y="830835"/>
                  </a:lnTo>
                  <a:close/>
                  <a:moveTo>
                    <a:pt x="772993" y="828694"/>
                  </a:moveTo>
                  <a:lnTo>
                    <a:pt x="831432" y="828694"/>
                  </a:lnTo>
                  <a:lnTo>
                    <a:pt x="831432" y="830835"/>
                  </a:lnTo>
                  <a:lnTo>
                    <a:pt x="772993" y="830835"/>
                  </a:lnTo>
                  <a:close/>
                  <a:moveTo>
                    <a:pt x="565952" y="829764"/>
                  </a:moveTo>
                  <a:lnTo>
                    <a:pt x="625226" y="829764"/>
                  </a:lnTo>
                  <a:lnTo>
                    <a:pt x="625226" y="830835"/>
                  </a:lnTo>
                  <a:lnTo>
                    <a:pt x="565952" y="830835"/>
                  </a:lnTo>
                  <a:close/>
                  <a:moveTo>
                    <a:pt x="480799" y="829764"/>
                  </a:moveTo>
                  <a:lnTo>
                    <a:pt x="491652" y="829764"/>
                  </a:lnTo>
                  <a:lnTo>
                    <a:pt x="491652" y="830835"/>
                  </a:lnTo>
                  <a:lnTo>
                    <a:pt x="480799" y="830835"/>
                  </a:lnTo>
                  <a:close/>
                  <a:moveTo>
                    <a:pt x="542577" y="827623"/>
                  </a:moveTo>
                  <a:lnTo>
                    <a:pt x="551760" y="827623"/>
                  </a:lnTo>
                  <a:lnTo>
                    <a:pt x="551760" y="830835"/>
                  </a:lnTo>
                  <a:lnTo>
                    <a:pt x="542577" y="830835"/>
                  </a:lnTo>
                  <a:close/>
                  <a:moveTo>
                    <a:pt x="691179" y="829764"/>
                  </a:moveTo>
                  <a:lnTo>
                    <a:pt x="722903" y="829764"/>
                  </a:lnTo>
                  <a:lnTo>
                    <a:pt x="722903" y="830835"/>
                  </a:lnTo>
                  <a:lnTo>
                    <a:pt x="691179" y="830835"/>
                  </a:lnTo>
                  <a:close/>
                  <a:moveTo>
                    <a:pt x="152706" y="828694"/>
                  </a:moveTo>
                  <a:lnTo>
                    <a:pt x="269584" y="828694"/>
                  </a:lnTo>
                  <a:lnTo>
                    <a:pt x="269584" y="830835"/>
                  </a:lnTo>
                  <a:lnTo>
                    <a:pt x="152706" y="830835"/>
                  </a:lnTo>
                  <a:close/>
                  <a:moveTo>
                    <a:pt x="980034" y="829764"/>
                  </a:moveTo>
                  <a:lnTo>
                    <a:pt x="1000000" y="829764"/>
                  </a:lnTo>
                  <a:lnTo>
                    <a:pt x="1000000" y="830835"/>
                  </a:lnTo>
                  <a:lnTo>
                    <a:pt x="980034" y="830835"/>
                  </a:lnTo>
                  <a:close/>
                  <a:moveTo>
                    <a:pt x="856477" y="829764"/>
                  </a:moveTo>
                  <a:lnTo>
                    <a:pt x="858982" y="829764"/>
                  </a:lnTo>
                  <a:lnTo>
                    <a:pt x="858982" y="830835"/>
                  </a:lnTo>
                  <a:lnTo>
                    <a:pt x="856477" y="830835"/>
                  </a:lnTo>
                  <a:close/>
                  <a:moveTo>
                    <a:pt x="282106" y="829764"/>
                  </a:moveTo>
                  <a:lnTo>
                    <a:pt x="301308" y="829764"/>
                  </a:lnTo>
                  <a:lnTo>
                    <a:pt x="301308" y="830835"/>
                  </a:lnTo>
                  <a:lnTo>
                    <a:pt x="282106" y="830835"/>
                  </a:lnTo>
                  <a:close/>
                  <a:moveTo>
                    <a:pt x="740434" y="829764"/>
                  </a:moveTo>
                  <a:lnTo>
                    <a:pt x="752957" y="829764"/>
                  </a:lnTo>
                  <a:lnTo>
                    <a:pt x="752957" y="830835"/>
                  </a:lnTo>
                  <a:lnTo>
                    <a:pt x="740434" y="830835"/>
                  </a:lnTo>
                  <a:close/>
                  <a:moveTo>
                    <a:pt x="331362" y="829764"/>
                  </a:moveTo>
                  <a:lnTo>
                    <a:pt x="346389" y="829764"/>
                  </a:lnTo>
                  <a:lnTo>
                    <a:pt x="346389" y="830835"/>
                  </a:lnTo>
                  <a:lnTo>
                    <a:pt x="331362" y="830835"/>
                  </a:lnTo>
                  <a:close/>
                  <a:moveTo>
                    <a:pt x="772158" y="830835"/>
                  </a:moveTo>
                  <a:lnTo>
                    <a:pt x="830597" y="830835"/>
                  </a:lnTo>
                  <a:lnTo>
                    <a:pt x="830597" y="831906"/>
                  </a:lnTo>
                  <a:lnTo>
                    <a:pt x="772158" y="831906"/>
                  </a:lnTo>
                  <a:close/>
                  <a:moveTo>
                    <a:pt x="368095" y="829764"/>
                  </a:moveTo>
                  <a:lnTo>
                    <a:pt x="467441" y="829764"/>
                  </a:lnTo>
                  <a:lnTo>
                    <a:pt x="467441" y="831906"/>
                  </a:lnTo>
                  <a:lnTo>
                    <a:pt x="368095" y="831906"/>
                  </a:lnTo>
                  <a:close/>
                  <a:moveTo>
                    <a:pt x="154376" y="830835"/>
                  </a:moveTo>
                  <a:lnTo>
                    <a:pt x="272088" y="830835"/>
                  </a:lnTo>
                  <a:lnTo>
                    <a:pt x="272088" y="831906"/>
                  </a:lnTo>
                  <a:lnTo>
                    <a:pt x="154376" y="831906"/>
                  </a:lnTo>
                  <a:close/>
                  <a:moveTo>
                    <a:pt x="479129" y="830835"/>
                  </a:moveTo>
                  <a:lnTo>
                    <a:pt x="491652" y="830835"/>
                  </a:lnTo>
                  <a:lnTo>
                    <a:pt x="491652" y="831906"/>
                  </a:lnTo>
                  <a:lnTo>
                    <a:pt x="479129" y="831906"/>
                  </a:lnTo>
                  <a:close/>
                  <a:moveTo>
                    <a:pt x="692014" y="830835"/>
                  </a:moveTo>
                  <a:lnTo>
                    <a:pt x="722068" y="830835"/>
                  </a:lnTo>
                  <a:lnTo>
                    <a:pt x="722068" y="831906"/>
                  </a:lnTo>
                  <a:lnTo>
                    <a:pt x="692014" y="831906"/>
                  </a:lnTo>
                  <a:close/>
                  <a:moveTo>
                    <a:pt x="281272" y="830835"/>
                  </a:moveTo>
                  <a:lnTo>
                    <a:pt x="300473" y="830835"/>
                  </a:lnTo>
                  <a:lnTo>
                    <a:pt x="300473" y="831906"/>
                  </a:lnTo>
                  <a:lnTo>
                    <a:pt x="281272" y="831906"/>
                  </a:lnTo>
                  <a:close/>
                  <a:moveTo>
                    <a:pt x="980869" y="830835"/>
                  </a:moveTo>
                  <a:lnTo>
                    <a:pt x="1000000" y="830835"/>
                  </a:lnTo>
                  <a:lnTo>
                    <a:pt x="1000000" y="831906"/>
                  </a:lnTo>
                  <a:lnTo>
                    <a:pt x="980869" y="831906"/>
                  </a:lnTo>
                  <a:close/>
                  <a:moveTo>
                    <a:pt x="332197" y="830835"/>
                  </a:moveTo>
                  <a:lnTo>
                    <a:pt x="345554" y="830835"/>
                  </a:lnTo>
                  <a:lnTo>
                    <a:pt x="345554" y="831906"/>
                  </a:lnTo>
                  <a:lnTo>
                    <a:pt x="332197" y="831906"/>
                  </a:lnTo>
                  <a:close/>
                  <a:moveTo>
                    <a:pt x="879853" y="829764"/>
                  </a:moveTo>
                  <a:lnTo>
                    <a:pt x="905733" y="829764"/>
                  </a:lnTo>
                  <a:lnTo>
                    <a:pt x="905733" y="831906"/>
                  </a:lnTo>
                  <a:lnTo>
                    <a:pt x="879853" y="831906"/>
                  </a:lnTo>
                  <a:close/>
                  <a:moveTo>
                    <a:pt x="507514" y="825482"/>
                  </a:moveTo>
                  <a:lnTo>
                    <a:pt x="525880" y="825482"/>
                  </a:lnTo>
                  <a:lnTo>
                    <a:pt x="525880" y="832976"/>
                  </a:lnTo>
                  <a:lnTo>
                    <a:pt x="507514" y="832976"/>
                  </a:lnTo>
                  <a:close/>
                  <a:moveTo>
                    <a:pt x="158550" y="831906"/>
                  </a:moveTo>
                  <a:lnTo>
                    <a:pt x="300473" y="831906"/>
                  </a:lnTo>
                  <a:lnTo>
                    <a:pt x="300473" y="832976"/>
                  </a:lnTo>
                  <a:lnTo>
                    <a:pt x="158550" y="832976"/>
                  </a:lnTo>
                  <a:close/>
                  <a:moveTo>
                    <a:pt x="542577" y="830835"/>
                  </a:moveTo>
                  <a:lnTo>
                    <a:pt x="552595" y="830835"/>
                  </a:lnTo>
                  <a:lnTo>
                    <a:pt x="552595" y="832976"/>
                  </a:lnTo>
                  <a:lnTo>
                    <a:pt x="542577" y="832976"/>
                  </a:lnTo>
                  <a:close/>
                  <a:moveTo>
                    <a:pt x="643593" y="830835"/>
                  </a:moveTo>
                  <a:lnTo>
                    <a:pt x="676152" y="830835"/>
                  </a:lnTo>
                  <a:lnTo>
                    <a:pt x="676152" y="832976"/>
                  </a:lnTo>
                  <a:lnTo>
                    <a:pt x="643593" y="832976"/>
                  </a:lnTo>
                  <a:close/>
                  <a:moveTo>
                    <a:pt x="476624" y="831906"/>
                  </a:moveTo>
                  <a:lnTo>
                    <a:pt x="489982" y="831906"/>
                  </a:lnTo>
                  <a:lnTo>
                    <a:pt x="489982" y="832976"/>
                  </a:lnTo>
                  <a:lnTo>
                    <a:pt x="476624" y="832976"/>
                  </a:lnTo>
                  <a:close/>
                  <a:moveTo>
                    <a:pt x="981703" y="831906"/>
                  </a:moveTo>
                  <a:lnTo>
                    <a:pt x="1000000" y="831906"/>
                  </a:lnTo>
                  <a:lnTo>
                    <a:pt x="1000000" y="832976"/>
                  </a:lnTo>
                  <a:lnTo>
                    <a:pt x="981703" y="832976"/>
                  </a:lnTo>
                  <a:close/>
                  <a:moveTo>
                    <a:pt x="880688" y="831906"/>
                  </a:moveTo>
                  <a:lnTo>
                    <a:pt x="905733" y="831906"/>
                  </a:lnTo>
                  <a:lnTo>
                    <a:pt x="905733" y="832976"/>
                  </a:lnTo>
                  <a:lnTo>
                    <a:pt x="880688" y="832976"/>
                  </a:lnTo>
                  <a:close/>
                  <a:moveTo>
                    <a:pt x="368095" y="831906"/>
                  </a:moveTo>
                  <a:lnTo>
                    <a:pt x="468276" y="831906"/>
                  </a:lnTo>
                  <a:lnTo>
                    <a:pt x="468276" y="832976"/>
                  </a:lnTo>
                  <a:lnTo>
                    <a:pt x="368095" y="832976"/>
                  </a:lnTo>
                  <a:close/>
                  <a:moveTo>
                    <a:pt x="178586" y="832976"/>
                  </a:moveTo>
                  <a:lnTo>
                    <a:pt x="299638" y="832976"/>
                  </a:lnTo>
                  <a:lnTo>
                    <a:pt x="299638" y="834047"/>
                  </a:lnTo>
                  <a:lnTo>
                    <a:pt x="178586" y="834047"/>
                  </a:lnTo>
                  <a:close/>
                  <a:moveTo>
                    <a:pt x="542577" y="832976"/>
                  </a:moveTo>
                  <a:lnTo>
                    <a:pt x="553430" y="832976"/>
                  </a:lnTo>
                  <a:lnTo>
                    <a:pt x="553430" y="834047"/>
                  </a:lnTo>
                  <a:lnTo>
                    <a:pt x="542577" y="834047"/>
                  </a:lnTo>
                  <a:close/>
                  <a:moveTo>
                    <a:pt x="566787" y="830835"/>
                  </a:moveTo>
                  <a:lnTo>
                    <a:pt x="625226" y="830835"/>
                  </a:lnTo>
                  <a:lnTo>
                    <a:pt x="625226" y="834047"/>
                  </a:lnTo>
                  <a:lnTo>
                    <a:pt x="566787" y="834047"/>
                  </a:lnTo>
                  <a:close/>
                  <a:moveTo>
                    <a:pt x="741269" y="830835"/>
                  </a:moveTo>
                  <a:lnTo>
                    <a:pt x="753792" y="830835"/>
                  </a:lnTo>
                  <a:lnTo>
                    <a:pt x="753792" y="834047"/>
                  </a:lnTo>
                  <a:lnTo>
                    <a:pt x="741269" y="834047"/>
                  </a:lnTo>
                  <a:close/>
                  <a:moveTo>
                    <a:pt x="982538" y="832976"/>
                  </a:moveTo>
                  <a:lnTo>
                    <a:pt x="1000000" y="832976"/>
                  </a:lnTo>
                  <a:lnTo>
                    <a:pt x="1000000" y="834047"/>
                  </a:lnTo>
                  <a:lnTo>
                    <a:pt x="982538" y="834047"/>
                  </a:lnTo>
                  <a:close/>
                  <a:moveTo>
                    <a:pt x="367260" y="832976"/>
                  </a:moveTo>
                  <a:lnTo>
                    <a:pt x="469111" y="832976"/>
                  </a:lnTo>
                  <a:lnTo>
                    <a:pt x="469111" y="834047"/>
                  </a:lnTo>
                  <a:lnTo>
                    <a:pt x="367260" y="834047"/>
                  </a:lnTo>
                  <a:close/>
                  <a:moveTo>
                    <a:pt x="692014" y="831906"/>
                  </a:moveTo>
                  <a:lnTo>
                    <a:pt x="721233" y="831906"/>
                  </a:lnTo>
                  <a:lnTo>
                    <a:pt x="721233" y="834047"/>
                  </a:lnTo>
                  <a:lnTo>
                    <a:pt x="692014" y="834047"/>
                  </a:lnTo>
                  <a:close/>
                  <a:moveTo>
                    <a:pt x="333032" y="831906"/>
                  </a:moveTo>
                  <a:lnTo>
                    <a:pt x="345554" y="831906"/>
                  </a:lnTo>
                  <a:lnTo>
                    <a:pt x="345554" y="834047"/>
                  </a:lnTo>
                  <a:lnTo>
                    <a:pt x="333032" y="834047"/>
                  </a:lnTo>
                  <a:close/>
                  <a:moveTo>
                    <a:pt x="886532" y="832976"/>
                  </a:moveTo>
                  <a:lnTo>
                    <a:pt x="905733" y="832976"/>
                  </a:lnTo>
                  <a:lnTo>
                    <a:pt x="905733" y="834047"/>
                  </a:lnTo>
                  <a:lnTo>
                    <a:pt x="886532" y="834047"/>
                  </a:lnTo>
                  <a:close/>
                  <a:moveTo>
                    <a:pt x="475790" y="832976"/>
                  </a:moveTo>
                  <a:lnTo>
                    <a:pt x="489147" y="832976"/>
                  </a:lnTo>
                  <a:lnTo>
                    <a:pt x="489147" y="834047"/>
                  </a:lnTo>
                  <a:lnTo>
                    <a:pt x="475790" y="834047"/>
                  </a:lnTo>
                  <a:close/>
                  <a:moveTo>
                    <a:pt x="642758" y="832976"/>
                  </a:moveTo>
                  <a:lnTo>
                    <a:pt x="674482" y="832976"/>
                  </a:lnTo>
                  <a:lnTo>
                    <a:pt x="674482" y="835118"/>
                  </a:lnTo>
                  <a:lnTo>
                    <a:pt x="642758" y="835118"/>
                  </a:lnTo>
                  <a:close/>
                  <a:moveTo>
                    <a:pt x="474120" y="834047"/>
                  </a:moveTo>
                  <a:lnTo>
                    <a:pt x="489147" y="834047"/>
                  </a:lnTo>
                  <a:lnTo>
                    <a:pt x="489147" y="835118"/>
                  </a:lnTo>
                  <a:lnTo>
                    <a:pt x="474120" y="835118"/>
                  </a:lnTo>
                  <a:close/>
                  <a:moveTo>
                    <a:pt x="771323" y="831906"/>
                  </a:moveTo>
                  <a:lnTo>
                    <a:pt x="829762" y="831906"/>
                  </a:lnTo>
                  <a:lnTo>
                    <a:pt x="829762" y="835118"/>
                  </a:lnTo>
                  <a:lnTo>
                    <a:pt x="771323" y="835118"/>
                  </a:lnTo>
                  <a:close/>
                  <a:moveTo>
                    <a:pt x="889871" y="834047"/>
                  </a:moveTo>
                  <a:lnTo>
                    <a:pt x="904898" y="834047"/>
                  </a:lnTo>
                  <a:lnTo>
                    <a:pt x="904898" y="835118"/>
                  </a:lnTo>
                  <a:lnTo>
                    <a:pt x="889871" y="835118"/>
                  </a:lnTo>
                  <a:close/>
                  <a:moveTo>
                    <a:pt x="180256" y="834047"/>
                  </a:moveTo>
                  <a:lnTo>
                    <a:pt x="299638" y="834047"/>
                  </a:lnTo>
                  <a:lnTo>
                    <a:pt x="299638" y="835118"/>
                  </a:lnTo>
                  <a:lnTo>
                    <a:pt x="180256" y="835118"/>
                  </a:lnTo>
                  <a:close/>
                  <a:moveTo>
                    <a:pt x="333867" y="834047"/>
                  </a:moveTo>
                  <a:lnTo>
                    <a:pt x="345554" y="834047"/>
                  </a:lnTo>
                  <a:lnTo>
                    <a:pt x="345554" y="835118"/>
                  </a:lnTo>
                  <a:lnTo>
                    <a:pt x="333867" y="835118"/>
                  </a:lnTo>
                  <a:close/>
                  <a:moveTo>
                    <a:pt x="506679" y="832976"/>
                  </a:moveTo>
                  <a:lnTo>
                    <a:pt x="525880" y="832976"/>
                  </a:lnTo>
                  <a:lnTo>
                    <a:pt x="525880" y="835118"/>
                  </a:lnTo>
                  <a:lnTo>
                    <a:pt x="506679" y="835118"/>
                  </a:lnTo>
                  <a:close/>
                  <a:moveTo>
                    <a:pt x="567622" y="834047"/>
                  </a:moveTo>
                  <a:lnTo>
                    <a:pt x="626061" y="834047"/>
                  </a:lnTo>
                  <a:lnTo>
                    <a:pt x="626061" y="835118"/>
                  </a:lnTo>
                  <a:lnTo>
                    <a:pt x="567622" y="835118"/>
                  </a:lnTo>
                  <a:close/>
                  <a:moveTo>
                    <a:pt x="367260" y="834047"/>
                  </a:moveTo>
                  <a:lnTo>
                    <a:pt x="433213" y="834047"/>
                  </a:lnTo>
                  <a:lnTo>
                    <a:pt x="433213" y="835118"/>
                  </a:lnTo>
                  <a:lnTo>
                    <a:pt x="367260" y="835118"/>
                  </a:lnTo>
                  <a:close/>
                  <a:moveTo>
                    <a:pt x="435717" y="834047"/>
                  </a:moveTo>
                  <a:lnTo>
                    <a:pt x="470781" y="834047"/>
                  </a:lnTo>
                  <a:lnTo>
                    <a:pt x="470781" y="835118"/>
                  </a:lnTo>
                  <a:lnTo>
                    <a:pt x="435717" y="835118"/>
                  </a:lnTo>
                  <a:close/>
                  <a:moveTo>
                    <a:pt x="741269" y="834047"/>
                  </a:moveTo>
                  <a:lnTo>
                    <a:pt x="754627" y="834047"/>
                  </a:lnTo>
                  <a:lnTo>
                    <a:pt x="754627" y="835118"/>
                  </a:lnTo>
                  <a:lnTo>
                    <a:pt x="741269" y="835118"/>
                  </a:lnTo>
                  <a:close/>
                  <a:moveTo>
                    <a:pt x="366425" y="835118"/>
                  </a:moveTo>
                  <a:lnTo>
                    <a:pt x="429873" y="835118"/>
                  </a:lnTo>
                  <a:lnTo>
                    <a:pt x="429873" y="836188"/>
                  </a:lnTo>
                  <a:lnTo>
                    <a:pt x="366425" y="836188"/>
                  </a:lnTo>
                  <a:close/>
                  <a:moveTo>
                    <a:pt x="439057" y="835118"/>
                  </a:moveTo>
                  <a:lnTo>
                    <a:pt x="488312" y="835118"/>
                  </a:lnTo>
                  <a:lnTo>
                    <a:pt x="488312" y="836188"/>
                  </a:lnTo>
                  <a:lnTo>
                    <a:pt x="439057" y="836188"/>
                  </a:lnTo>
                  <a:close/>
                  <a:moveTo>
                    <a:pt x="891541" y="835118"/>
                  </a:moveTo>
                  <a:lnTo>
                    <a:pt x="904063" y="835118"/>
                  </a:lnTo>
                  <a:lnTo>
                    <a:pt x="904063" y="836188"/>
                  </a:lnTo>
                  <a:lnTo>
                    <a:pt x="891541" y="836188"/>
                  </a:lnTo>
                  <a:close/>
                  <a:moveTo>
                    <a:pt x="983373" y="834047"/>
                  </a:moveTo>
                  <a:lnTo>
                    <a:pt x="1000000" y="834047"/>
                  </a:lnTo>
                  <a:lnTo>
                    <a:pt x="1000000" y="836188"/>
                  </a:lnTo>
                  <a:lnTo>
                    <a:pt x="983373" y="836188"/>
                  </a:lnTo>
                  <a:close/>
                  <a:moveTo>
                    <a:pt x="641923" y="835118"/>
                  </a:moveTo>
                  <a:lnTo>
                    <a:pt x="674482" y="835118"/>
                  </a:lnTo>
                  <a:lnTo>
                    <a:pt x="674482" y="836188"/>
                  </a:lnTo>
                  <a:lnTo>
                    <a:pt x="641923" y="836188"/>
                  </a:lnTo>
                  <a:close/>
                  <a:moveTo>
                    <a:pt x="692848" y="834047"/>
                  </a:moveTo>
                  <a:lnTo>
                    <a:pt x="721233" y="834047"/>
                  </a:lnTo>
                  <a:lnTo>
                    <a:pt x="721233" y="836188"/>
                  </a:lnTo>
                  <a:lnTo>
                    <a:pt x="692848" y="836188"/>
                  </a:lnTo>
                  <a:close/>
                  <a:moveTo>
                    <a:pt x="181091" y="835118"/>
                  </a:moveTo>
                  <a:lnTo>
                    <a:pt x="298803" y="835118"/>
                  </a:lnTo>
                  <a:lnTo>
                    <a:pt x="298803" y="836188"/>
                  </a:lnTo>
                  <a:lnTo>
                    <a:pt x="181091" y="836188"/>
                  </a:lnTo>
                  <a:close/>
                  <a:moveTo>
                    <a:pt x="333867" y="835118"/>
                  </a:moveTo>
                  <a:lnTo>
                    <a:pt x="344719" y="835118"/>
                  </a:lnTo>
                  <a:lnTo>
                    <a:pt x="344719" y="836188"/>
                  </a:lnTo>
                  <a:lnTo>
                    <a:pt x="333867" y="836188"/>
                  </a:lnTo>
                  <a:close/>
                  <a:moveTo>
                    <a:pt x="567622" y="835118"/>
                  </a:moveTo>
                  <a:lnTo>
                    <a:pt x="626896" y="835118"/>
                  </a:lnTo>
                  <a:lnTo>
                    <a:pt x="626896" y="836188"/>
                  </a:lnTo>
                  <a:lnTo>
                    <a:pt x="567622" y="836188"/>
                  </a:lnTo>
                  <a:close/>
                  <a:moveTo>
                    <a:pt x="741269" y="835118"/>
                  </a:moveTo>
                  <a:lnTo>
                    <a:pt x="755461" y="835118"/>
                  </a:lnTo>
                  <a:lnTo>
                    <a:pt x="755461" y="836188"/>
                  </a:lnTo>
                  <a:lnTo>
                    <a:pt x="741269" y="836188"/>
                  </a:lnTo>
                  <a:close/>
                  <a:moveTo>
                    <a:pt x="770489" y="835118"/>
                  </a:moveTo>
                  <a:lnTo>
                    <a:pt x="829762" y="835118"/>
                  </a:lnTo>
                  <a:lnTo>
                    <a:pt x="829762" y="836188"/>
                  </a:lnTo>
                  <a:lnTo>
                    <a:pt x="770489" y="836188"/>
                  </a:lnTo>
                  <a:close/>
                  <a:moveTo>
                    <a:pt x="441561" y="836188"/>
                  </a:moveTo>
                  <a:lnTo>
                    <a:pt x="486643" y="836188"/>
                  </a:lnTo>
                  <a:lnTo>
                    <a:pt x="486643" y="837259"/>
                  </a:lnTo>
                  <a:lnTo>
                    <a:pt x="441561" y="837259"/>
                  </a:lnTo>
                  <a:close/>
                  <a:moveTo>
                    <a:pt x="505844" y="835118"/>
                  </a:moveTo>
                  <a:lnTo>
                    <a:pt x="525880" y="835118"/>
                  </a:lnTo>
                  <a:lnTo>
                    <a:pt x="525880" y="837259"/>
                  </a:lnTo>
                  <a:lnTo>
                    <a:pt x="505844" y="837259"/>
                  </a:lnTo>
                  <a:close/>
                  <a:moveTo>
                    <a:pt x="769654" y="836188"/>
                  </a:moveTo>
                  <a:lnTo>
                    <a:pt x="829762" y="836188"/>
                  </a:lnTo>
                  <a:lnTo>
                    <a:pt x="829762" y="837259"/>
                  </a:lnTo>
                  <a:lnTo>
                    <a:pt x="769654" y="837259"/>
                  </a:lnTo>
                  <a:close/>
                  <a:moveTo>
                    <a:pt x="365591" y="836188"/>
                  </a:moveTo>
                  <a:lnTo>
                    <a:pt x="427369" y="836188"/>
                  </a:lnTo>
                  <a:lnTo>
                    <a:pt x="427369" y="837259"/>
                  </a:lnTo>
                  <a:lnTo>
                    <a:pt x="365591" y="837259"/>
                  </a:lnTo>
                  <a:close/>
                  <a:moveTo>
                    <a:pt x="182760" y="836188"/>
                  </a:moveTo>
                  <a:lnTo>
                    <a:pt x="298803" y="836188"/>
                  </a:lnTo>
                  <a:lnTo>
                    <a:pt x="298803" y="837259"/>
                  </a:lnTo>
                  <a:lnTo>
                    <a:pt x="182760" y="837259"/>
                  </a:lnTo>
                  <a:close/>
                  <a:moveTo>
                    <a:pt x="742104" y="836188"/>
                  </a:moveTo>
                  <a:lnTo>
                    <a:pt x="756296" y="836188"/>
                  </a:lnTo>
                  <a:lnTo>
                    <a:pt x="756296" y="837259"/>
                  </a:lnTo>
                  <a:lnTo>
                    <a:pt x="742104" y="837259"/>
                  </a:lnTo>
                  <a:close/>
                  <a:moveTo>
                    <a:pt x="984208" y="836188"/>
                  </a:moveTo>
                  <a:lnTo>
                    <a:pt x="1000000" y="836188"/>
                  </a:lnTo>
                  <a:lnTo>
                    <a:pt x="1000000" y="837259"/>
                  </a:lnTo>
                  <a:lnTo>
                    <a:pt x="984208" y="837259"/>
                  </a:lnTo>
                  <a:close/>
                  <a:moveTo>
                    <a:pt x="893210" y="836188"/>
                  </a:moveTo>
                  <a:lnTo>
                    <a:pt x="903228" y="836188"/>
                  </a:lnTo>
                  <a:lnTo>
                    <a:pt x="903228" y="837259"/>
                  </a:lnTo>
                  <a:lnTo>
                    <a:pt x="893210" y="837259"/>
                  </a:lnTo>
                  <a:close/>
                  <a:moveTo>
                    <a:pt x="334701" y="836188"/>
                  </a:moveTo>
                  <a:lnTo>
                    <a:pt x="344719" y="836188"/>
                  </a:lnTo>
                  <a:lnTo>
                    <a:pt x="344719" y="837259"/>
                  </a:lnTo>
                  <a:lnTo>
                    <a:pt x="334701" y="837259"/>
                  </a:lnTo>
                  <a:close/>
                  <a:moveTo>
                    <a:pt x="542577" y="834047"/>
                  </a:moveTo>
                  <a:lnTo>
                    <a:pt x="554265" y="834047"/>
                  </a:lnTo>
                  <a:lnTo>
                    <a:pt x="554265" y="837259"/>
                  </a:lnTo>
                  <a:lnTo>
                    <a:pt x="542577" y="837259"/>
                  </a:lnTo>
                  <a:close/>
                  <a:moveTo>
                    <a:pt x="641088" y="836188"/>
                  </a:moveTo>
                  <a:lnTo>
                    <a:pt x="674482" y="836188"/>
                  </a:lnTo>
                  <a:lnTo>
                    <a:pt x="674482" y="837259"/>
                  </a:lnTo>
                  <a:lnTo>
                    <a:pt x="641088" y="837259"/>
                  </a:lnTo>
                  <a:close/>
                  <a:moveTo>
                    <a:pt x="692848" y="836188"/>
                  </a:moveTo>
                  <a:lnTo>
                    <a:pt x="720398" y="836188"/>
                  </a:lnTo>
                  <a:lnTo>
                    <a:pt x="720398" y="837259"/>
                  </a:lnTo>
                  <a:lnTo>
                    <a:pt x="692848" y="837259"/>
                  </a:lnTo>
                  <a:close/>
                  <a:moveTo>
                    <a:pt x="442396" y="837259"/>
                  </a:moveTo>
                  <a:lnTo>
                    <a:pt x="485808" y="837259"/>
                  </a:lnTo>
                  <a:lnTo>
                    <a:pt x="485808" y="838330"/>
                  </a:lnTo>
                  <a:lnTo>
                    <a:pt x="442396" y="838330"/>
                  </a:lnTo>
                  <a:close/>
                  <a:moveTo>
                    <a:pt x="742104" y="837259"/>
                  </a:moveTo>
                  <a:lnTo>
                    <a:pt x="757131" y="837259"/>
                  </a:lnTo>
                  <a:lnTo>
                    <a:pt x="757131" y="838330"/>
                  </a:lnTo>
                  <a:lnTo>
                    <a:pt x="742104" y="838330"/>
                  </a:lnTo>
                  <a:close/>
                  <a:moveTo>
                    <a:pt x="334701" y="837259"/>
                  </a:moveTo>
                  <a:lnTo>
                    <a:pt x="343885" y="837259"/>
                  </a:lnTo>
                  <a:lnTo>
                    <a:pt x="343885" y="838330"/>
                  </a:lnTo>
                  <a:lnTo>
                    <a:pt x="334701" y="838330"/>
                  </a:lnTo>
                  <a:close/>
                  <a:moveTo>
                    <a:pt x="640253" y="837259"/>
                  </a:moveTo>
                  <a:lnTo>
                    <a:pt x="673647" y="837259"/>
                  </a:lnTo>
                  <a:lnTo>
                    <a:pt x="673647" y="838330"/>
                  </a:lnTo>
                  <a:lnTo>
                    <a:pt x="640253" y="838330"/>
                  </a:lnTo>
                  <a:close/>
                  <a:moveTo>
                    <a:pt x="365591" y="837259"/>
                  </a:moveTo>
                  <a:lnTo>
                    <a:pt x="426534" y="837259"/>
                  </a:lnTo>
                  <a:lnTo>
                    <a:pt x="426534" y="838330"/>
                  </a:lnTo>
                  <a:lnTo>
                    <a:pt x="365591" y="838330"/>
                  </a:lnTo>
                  <a:close/>
                  <a:moveTo>
                    <a:pt x="567622" y="836188"/>
                  </a:moveTo>
                  <a:lnTo>
                    <a:pt x="627731" y="836188"/>
                  </a:lnTo>
                  <a:lnTo>
                    <a:pt x="627731" y="838330"/>
                  </a:lnTo>
                  <a:lnTo>
                    <a:pt x="567622" y="838330"/>
                  </a:lnTo>
                  <a:close/>
                  <a:moveTo>
                    <a:pt x="505009" y="837259"/>
                  </a:moveTo>
                  <a:lnTo>
                    <a:pt x="525880" y="837259"/>
                  </a:lnTo>
                  <a:lnTo>
                    <a:pt x="525880" y="838330"/>
                  </a:lnTo>
                  <a:lnTo>
                    <a:pt x="505009" y="838330"/>
                  </a:lnTo>
                  <a:close/>
                  <a:moveTo>
                    <a:pt x="693683" y="837259"/>
                  </a:moveTo>
                  <a:lnTo>
                    <a:pt x="720398" y="837259"/>
                  </a:lnTo>
                  <a:lnTo>
                    <a:pt x="720398" y="838330"/>
                  </a:lnTo>
                  <a:lnTo>
                    <a:pt x="693683" y="838330"/>
                  </a:lnTo>
                  <a:close/>
                  <a:moveTo>
                    <a:pt x="894045" y="837259"/>
                  </a:moveTo>
                  <a:lnTo>
                    <a:pt x="903228" y="837259"/>
                  </a:lnTo>
                  <a:lnTo>
                    <a:pt x="903228" y="838330"/>
                  </a:lnTo>
                  <a:lnTo>
                    <a:pt x="894045" y="838330"/>
                  </a:lnTo>
                  <a:close/>
                  <a:moveTo>
                    <a:pt x="768819" y="837259"/>
                  </a:moveTo>
                  <a:lnTo>
                    <a:pt x="829762" y="837259"/>
                  </a:lnTo>
                  <a:lnTo>
                    <a:pt x="829762" y="838330"/>
                  </a:lnTo>
                  <a:lnTo>
                    <a:pt x="768819" y="838330"/>
                  </a:lnTo>
                  <a:close/>
                  <a:moveTo>
                    <a:pt x="567622" y="838330"/>
                  </a:moveTo>
                  <a:lnTo>
                    <a:pt x="631070" y="838330"/>
                  </a:lnTo>
                  <a:lnTo>
                    <a:pt x="631070" y="839400"/>
                  </a:lnTo>
                  <a:lnTo>
                    <a:pt x="567622" y="839400"/>
                  </a:lnTo>
                  <a:close/>
                  <a:moveTo>
                    <a:pt x="443231" y="838330"/>
                  </a:moveTo>
                  <a:lnTo>
                    <a:pt x="485808" y="838330"/>
                  </a:lnTo>
                  <a:lnTo>
                    <a:pt x="485808" y="839400"/>
                  </a:lnTo>
                  <a:lnTo>
                    <a:pt x="443231" y="839400"/>
                  </a:lnTo>
                  <a:close/>
                  <a:moveTo>
                    <a:pt x="636914" y="838330"/>
                  </a:moveTo>
                  <a:lnTo>
                    <a:pt x="673647" y="838330"/>
                  </a:lnTo>
                  <a:lnTo>
                    <a:pt x="673647" y="839400"/>
                  </a:lnTo>
                  <a:lnTo>
                    <a:pt x="636914" y="839400"/>
                  </a:lnTo>
                  <a:close/>
                  <a:moveTo>
                    <a:pt x="742104" y="838330"/>
                  </a:moveTo>
                  <a:lnTo>
                    <a:pt x="762140" y="838330"/>
                  </a:lnTo>
                  <a:lnTo>
                    <a:pt x="762140" y="839400"/>
                  </a:lnTo>
                  <a:lnTo>
                    <a:pt x="742104" y="839400"/>
                  </a:lnTo>
                  <a:close/>
                  <a:moveTo>
                    <a:pt x="365591" y="838330"/>
                  </a:moveTo>
                  <a:lnTo>
                    <a:pt x="425699" y="838330"/>
                  </a:lnTo>
                  <a:lnTo>
                    <a:pt x="425699" y="839400"/>
                  </a:lnTo>
                  <a:lnTo>
                    <a:pt x="365591" y="839400"/>
                  </a:lnTo>
                  <a:close/>
                  <a:moveTo>
                    <a:pt x="765480" y="838330"/>
                  </a:moveTo>
                  <a:lnTo>
                    <a:pt x="828928" y="838330"/>
                  </a:lnTo>
                  <a:lnTo>
                    <a:pt x="828928" y="839400"/>
                  </a:lnTo>
                  <a:lnTo>
                    <a:pt x="765480" y="839400"/>
                  </a:lnTo>
                  <a:close/>
                  <a:moveTo>
                    <a:pt x="894880" y="838330"/>
                  </a:moveTo>
                  <a:lnTo>
                    <a:pt x="903228" y="838330"/>
                  </a:lnTo>
                  <a:lnTo>
                    <a:pt x="903228" y="839400"/>
                  </a:lnTo>
                  <a:lnTo>
                    <a:pt x="894880" y="839400"/>
                  </a:lnTo>
                  <a:close/>
                  <a:moveTo>
                    <a:pt x="542577" y="837259"/>
                  </a:moveTo>
                  <a:lnTo>
                    <a:pt x="555100" y="837259"/>
                  </a:lnTo>
                  <a:lnTo>
                    <a:pt x="555100" y="839400"/>
                  </a:lnTo>
                  <a:lnTo>
                    <a:pt x="542577" y="839400"/>
                  </a:lnTo>
                  <a:close/>
                  <a:moveTo>
                    <a:pt x="505009" y="838330"/>
                  </a:moveTo>
                  <a:lnTo>
                    <a:pt x="525045" y="838330"/>
                  </a:lnTo>
                  <a:lnTo>
                    <a:pt x="525045" y="839400"/>
                  </a:lnTo>
                  <a:lnTo>
                    <a:pt x="505009" y="839400"/>
                  </a:lnTo>
                  <a:close/>
                  <a:moveTo>
                    <a:pt x="985043" y="837259"/>
                  </a:moveTo>
                  <a:lnTo>
                    <a:pt x="1000000" y="837259"/>
                  </a:lnTo>
                  <a:lnTo>
                    <a:pt x="1000000" y="839400"/>
                  </a:lnTo>
                  <a:lnTo>
                    <a:pt x="985043" y="839400"/>
                  </a:lnTo>
                  <a:close/>
                  <a:moveTo>
                    <a:pt x="542577" y="839400"/>
                  </a:moveTo>
                  <a:lnTo>
                    <a:pt x="555934" y="839400"/>
                  </a:lnTo>
                  <a:lnTo>
                    <a:pt x="555934" y="840471"/>
                  </a:lnTo>
                  <a:lnTo>
                    <a:pt x="542577" y="840471"/>
                  </a:lnTo>
                  <a:close/>
                  <a:moveTo>
                    <a:pt x="334701" y="838330"/>
                  </a:moveTo>
                  <a:lnTo>
                    <a:pt x="343050" y="838330"/>
                  </a:lnTo>
                  <a:lnTo>
                    <a:pt x="343050" y="840471"/>
                  </a:lnTo>
                  <a:lnTo>
                    <a:pt x="334701" y="840471"/>
                  </a:lnTo>
                  <a:close/>
                  <a:moveTo>
                    <a:pt x="693683" y="838330"/>
                  </a:moveTo>
                  <a:lnTo>
                    <a:pt x="721233" y="838330"/>
                  </a:lnTo>
                  <a:lnTo>
                    <a:pt x="721233" y="840471"/>
                  </a:lnTo>
                  <a:lnTo>
                    <a:pt x="693683" y="840471"/>
                  </a:lnTo>
                  <a:close/>
                  <a:moveTo>
                    <a:pt x="504174" y="839400"/>
                  </a:moveTo>
                  <a:lnTo>
                    <a:pt x="525045" y="839400"/>
                  </a:lnTo>
                  <a:lnTo>
                    <a:pt x="525045" y="840471"/>
                  </a:lnTo>
                  <a:lnTo>
                    <a:pt x="504174" y="840471"/>
                  </a:lnTo>
                  <a:close/>
                  <a:moveTo>
                    <a:pt x="444066" y="839400"/>
                  </a:moveTo>
                  <a:lnTo>
                    <a:pt x="484138" y="839400"/>
                  </a:lnTo>
                  <a:lnTo>
                    <a:pt x="484138" y="840471"/>
                  </a:lnTo>
                  <a:lnTo>
                    <a:pt x="444066" y="840471"/>
                  </a:lnTo>
                  <a:close/>
                  <a:moveTo>
                    <a:pt x="183595" y="837259"/>
                  </a:moveTo>
                  <a:lnTo>
                    <a:pt x="298803" y="837259"/>
                  </a:lnTo>
                  <a:lnTo>
                    <a:pt x="298803" y="840471"/>
                  </a:lnTo>
                  <a:lnTo>
                    <a:pt x="183595" y="840471"/>
                  </a:lnTo>
                  <a:close/>
                  <a:moveTo>
                    <a:pt x="365591" y="839400"/>
                  </a:moveTo>
                  <a:lnTo>
                    <a:pt x="424864" y="839400"/>
                  </a:lnTo>
                  <a:lnTo>
                    <a:pt x="424864" y="840471"/>
                  </a:lnTo>
                  <a:lnTo>
                    <a:pt x="365591" y="840471"/>
                  </a:lnTo>
                  <a:close/>
                  <a:moveTo>
                    <a:pt x="742939" y="839400"/>
                  </a:moveTo>
                  <a:lnTo>
                    <a:pt x="828928" y="839400"/>
                  </a:lnTo>
                  <a:lnTo>
                    <a:pt x="828928" y="841542"/>
                  </a:lnTo>
                  <a:lnTo>
                    <a:pt x="742939" y="841542"/>
                  </a:lnTo>
                  <a:close/>
                  <a:moveTo>
                    <a:pt x="365591" y="840471"/>
                  </a:moveTo>
                  <a:lnTo>
                    <a:pt x="424029" y="840471"/>
                  </a:lnTo>
                  <a:lnTo>
                    <a:pt x="424029" y="841542"/>
                  </a:lnTo>
                  <a:lnTo>
                    <a:pt x="365591" y="841542"/>
                  </a:lnTo>
                  <a:close/>
                  <a:moveTo>
                    <a:pt x="184430" y="840471"/>
                  </a:moveTo>
                  <a:lnTo>
                    <a:pt x="299638" y="840471"/>
                  </a:lnTo>
                  <a:lnTo>
                    <a:pt x="299638" y="841542"/>
                  </a:lnTo>
                  <a:lnTo>
                    <a:pt x="184430" y="841542"/>
                  </a:lnTo>
                  <a:close/>
                  <a:moveTo>
                    <a:pt x="895715" y="839400"/>
                  </a:moveTo>
                  <a:lnTo>
                    <a:pt x="902394" y="839400"/>
                  </a:lnTo>
                  <a:lnTo>
                    <a:pt x="902394" y="841542"/>
                  </a:lnTo>
                  <a:lnTo>
                    <a:pt x="895715" y="841542"/>
                  </a:lnTo>
                  <a:close/>
                  <a:moveTo>
                    <a:pt x="444900" y="840471"/>
                  </a:moveTo>
                  <a:lnTo>
                    <a:pt x="481633" y="840471"/>
                  </a:lnTo>
                  <a:lnTo>
                    <a:pt x="481633" y="841542"/>
                  </a:lnTo>
                  <a:lnTo>
                    <a:pt x="444900" y="841542"/>
                  </a:lnTo>
                  <a:close/>
                  <a:moveTo>
                    <a:pt x="693683" y="840471"/>
                  </a:moveTo>
                  <a:lnTo>
                    <a:pt x="722068" y="840471"/>
                  </a:lnTo>
                  <a:lnTo>
                    <a:pt x="722068" y="841542"/>
                  </a:lnTo>
                  <a:lnTo>
                    <a:pt x="693683" y="841542"/>
                  </a:lnTo>
                  <a:close/>
                  <a:moveTo>
                    <a:pt x="504174" y="840471"/>
                  </a:moveTo>
                  <a:lnTo>
                    <a:pt x="524210" y="840471"/>
                  </a:lnTo>
                  <a:lnTo>
                    <a:pt x="524210" y="841542"/>
                  </a:lnTo>
                  <a:lnTo>
                    <a:pt x="504174" y="841542"/>
                  </a:lnTo>
                  <a:close/>
                  <a:moveTo>
                    <a:pt x="0" y="828694"/>
                  </a:moveTo>
                  <a:lnTo>
                    <a:pt x="62543" y="828694"/>
                  </a:lnTo>
                  <a:lnTo>
                    <a:pt x="62543" y="842612"/>
                  </a:lnTo>
                  <a:lnTo>
                    <a:pt x="0" y="842612"/>
                  </a:lnTo>
                  <a:close/>
                  <a:moveTo>
                    <a:pt x="444900" y="841542"/>
                  </a:moveTo>
                  <a:lnTo>
                    <a:pt x="480799" y="841542"/>
                  </a:lnTo>
                  <a:lnTo>
                    <a:pt x="480799" y="842612"/>
                  </a:lnTo>
                  <a:lnTo>
                    <a:pt x="444900" y="842612"/>
                  </a:lnTo>
                  <a:close/>
                  <a:moveTo>
                    <a:pt x="504174" y="841542"/>
                  </a:moveTo>
                  <a:lnTo>
                    <a:pt x="523376" y="841542"/>
                  </a:lnTo>
                  <a:lnTo>
                    <a:pt x="523376" y="842612"/>
                  </a:lnTo>
                  <a:lnTo>
                    <a:pt x="504174" y="842612"/>
                  </a:lnTo>
                  <a:close/>
                  <a:moveTo>
                    <a:pt x="985878" y="839400"/>
                  </a:moveTo>
                  <a:lnTo>
                    <a:pt x="1000000" y="839400"/>
                  </a:lnTo>
                  <a:lnTo>
                    <a:pt x="1000000" y="842612"/>
                  </a:lnTo>
                  <a:lnTo>
                    <a:pt x="985878" y="842612"/>
                  </a:lnTo>
                  <a:close/>
                  <a:moveTo>
                    <a:pt x="742939" y="841542"/>
                  </a:moveTo>
                  <a:lnTo>
                    <a:pt x="828093" y="841542"/>
                  </a:lnTo>
                  <a:lnTo>
                    <a:pt x="828093" y="842612"/>
                  </a:lnTo>
                  <a:lnTo>
                    <a:pt x="742939" y="842612"/>
                  </a:lnTo>
                  <a:close/>
                  <a:moveTo>
                    <a:pt x="896550" y="841542"/>
                  </a:moveTo>
                  <a:lnTo>
                    <a:pt x="902394" y="841542"/>
                  </a:lnTo>
                  <a:lnTo>
                    <a:pt x="902394" y="842612"/>
                  </a:lnTo>
                  <a:lnTo>
                    <a:pt x="896550" y="842612"/>
                  </a:lnTo>
                  <a:close/>
                  <a:moveTo>
                    <a:pt x="364756" y="841542"/>
                  </a:moveTo>
                  <a:lnTo>
                    <a:pt x="424029" y="841542"/>
                  </a:lnTo>
                  <a:lnTo>
                    <a:pt x="424029" y="842612"/>
                  </a:lnTo>
                  <a:lnTo>
                    <a:pt x="364756" y="842612"/>
                  </a:lnTo>
                  <a:close/>
                  <a:moveTo>
                    <a:pt x="693683" y="841542"/>
                  </a:moveTo>
                  <a:lnTo>
                    <a:pt x="722903" y="841542"/>
                  </a:lnTo>
                  <a:lnTo>
                    <a:pt x="722903" y="842612"/>
                  </a:lnTo>
                  <a:lnTo>
                    <a:pt x="693683" y="842612"/>
                  </a:lnTo>
                  <a:close/>
                  <a:moveTo>
                    <a:pt x="185265" y="841542"/>
                  </a:moveTo>
                  <a:lnTo>
                    <a:pt x="299638" y="841542"/>
                  </a:lnTo>
                  <a:lnTo>
                    <a:pt x="299638" y="842612"/>
                  </a:lnTo>
                  <a:lnTo>
                    <a:pt x="185265" y="842612"/>
                  </a:lnTo>
                  <a:close/>
                  <a:moveTo>
                    <a:pt x="567622" y="839400"/>
                  </a:moveTo>
                  <a:lnTo>
                    <a:pt x="671977" y="839400"/>
                  </a:lnTo>
                  <a:lnTo>
                    <a:pt x="671977" y="842612"/>
                  </a:lnTo>
                  <a:lnTo>
                    <a:pt x="567622" y="842612"/>
                  </a:lnTo>
                  <a:close/>
                  <a:moveTo>
                    <a:pt x="542577" y="840471"/>
                  </a:moveTo>
                  <a:lnTo>
                    <a:pt x="556769" y="840471"/>
                  </a:lnTo>
                  <a:lnTo>
                    <a:pt x="556769" y="842612"/>
                  </a:lnTo>
                  <a:lnTo>
                    <a:pt x="542577" y="842612"/>
                  </a:lnTo>
                  <a:close/>
                  <a:moveTo>
                    <a:pt x="502505" y="842612"/>
                  </a:moveTo>
                  <a:lnTo>
                    <a:pt x="512523" y="842612"/>
                  </a:lnTo>
                  <a:lnTo>
                    <a:pt x="512523" y="843683"/>
                  </a:lnTo>
                  <a:lnTo>
                    <a:pt x="502505" y="843683"/>
                  </a:lnTo>
                  <a:close/>
                  <a:moveTo>
                    <a:pt x="185265" y="842612"/>
                  </a:moveTo>
                  <a:lnTo>
                    <a:pt x="300473" y="842612"/>
                  </a:lnTo>
                  <a:lnTo>
                    <a:pt x="300473" y="843683"/>
                  </a:lnTo>
                  <a:lnTo>
                    <a:pt x="185265" y="843683"/>
                  </a:lnTo>
                  <a:close/>
                  <a:moveTo>
                    <a:pt x="0" y="842612"/>
                  </a:moveTo>
                  <a:lnTo>
                    <a:pt x="63378" y="842612"/>
                  </a:lnTo>
                  <a:lnTo>
                    <a:pt x="63378" y="843683"/>
                  </a:lnTo>
                  <a:lnTo>
                    <a:pt x="0" y="843683"/>
                  </a:lnTo>
                  <a:close/>
                  <a:moveTo>
                    <a:pt x="363921" y="842612"/>
                  </a:moveTo>
                  <a:lnTo>
                    <a:pt x="423195" y="842612"/>
                  </a:lnTo>
                  <a:lnTo>
                    <a:pt x="423195" y="843683"/>
                  </a:lnTo>
                  <a:lnTo>
                    <a:pt x="363921" y="843683"/>
                  </a:lnTo>
                  <a:close/>
                  <a:moveTo>
                    <a:pt x="566787" y="842612"/>
                  </a:moveTo>
                  <a:lnTo>
                    <a:pt x="671977" y="842612"/>
                  </a:lnTo>
                  <a:lnTo>
                    <a:pt x="671977" y="843683"/>
                  </a:lnTo>
                  <a:lnTo>
                    <a:pt x="566787" y="843683"/>
                  </a:lnTo>
                  <a:close/>
                  <a:moveTo>
                    <a:pt x="444900" y="842612"/>
                  </a:moveTo>
                  <a:lnTo>
                    <a:pt x="479129" y="842612"/>
                  </a:lnTo>
                  <a:lnTo>
                    <a:pt x="479129" y="843683"/>
                  </a:lnTo>
                  <a:lnTo>
                    <a:pt x="444900" y="843683"/>
                  </a:lnTo>
                  <a:close/>
                  <a:moveTo>
                    <a:pt x="896550" y="842612"/>
                  </a:moveTo>
                  <a:lnTo>
                    <a:pt x="900724" y="842612"/>
                  </a:lnTo>
                  <a:lnTo>
                    <a:pt x="900724" y="844754"/>
                  </a:lnTo>
                  <a:lnTo>
                    <a:pt x="896550" y="844754"/>
                  </a:lnTo>
                  <a:close/>
                  <a:moveTo>
                    <a:pt x="0" y="843683"/>
                  </a:moveTo>
                  <a:lnTo>
                    <a:pt x="64213" y="843683"/>
                  </a:lnTo>
                  <a:lnTo>
                    <a:pt x="64213" y="844754"/>
                  </a:lnTo>
                  <a:lnTo>
                    <a:pt x="0" y="844754"/>
                  </a:lnTo>
                  <a:close/>
                  <a:moveTo>
                    <a:pt x="445735" y="843683"/>
                  </a:moveTo>
                  <a:lnTo>
                    <a:pt x="474955" y="843683"/>
                  </a:lnTo>
                  <a:lnTo>
                    <a:pt x="474955" y="844754"/>
                  </a:lnTo>
                  <a:lnTo>
                    <a:pt x="445735" y="844754"/>
                  </a:lnTo>
                  <a:close/>
                  <a:moveTo>
                    <a:pt x="542577" y="842612"/>
                  </a:moveTo>
                  <a:lnTo>
                    <a:pt x="557604" y="842612"/>
                  </a:lnTo>
                  <a:lnTo>
                    <a:pt x="557604" y="844754"/>
                  </a:lnTo>
                  <a:lnTo>
                    <a:pt x="542577" y="844754"/>
                  </a:lnTo>
                  <a:close/>
                  <a:moveTo>
                    <a:pt x="502505" y="843683"/>
                  </a:moveTo>
                  <a:lnTo>
                    <a:pt x="509183" y="843683"/>
                  </a:lnTo>
                  <a:lnTo>
                    <a:pt x="509183" y="844754"/>
                  </a:lnTo>
                  <a:lnTo>
                    <a:pt x="502505" y="844754"/>
                  </a:lnTo>
                  <a:close/>
                  <a:moveTo>
                    <a:pt x="363086" y="843683"/>
                  </a:moveTo>
                  <a:lnTo>
                    <a:pt x="423195" y="843683"/>
                  </a:lnTo>
                  <a:lnTo>
                    <a:pt x="423195" y="844754"/>
                  </a:lnTo>
                  <a:lnTo>
                    <a:pt x="363086" y="844754"/>
                  </a:lnTo>
                  <a:close/>
                  <a:moveTo>
                    <a:pt x="742939" y="842612"/>
                  </a:moveTo>
                  <a:lnTo>
                    <a:pt x="827258" y="842612"/>
                  </a:lnTo>
                  <a:lnTo>
                    <a:pt x="827258" y="844754"/>
                  </a:lnTo>
                  <a:lnTo>
                    <a:pt x="742939" y="844754"/>
                  </a:lnTo>
                  <a:close/>
                  <a:moveTo>
                    <a:pt x="334701" y="840471"/>
                  </a:moveTo>
                  <a:lnTo>
                    <a:pt x="342215" y="840471"/>
                  </a:lnTo>
                  <a:lnTo>
                    <a:pt x="342215" y="844754"/>
                  </a:lnTo>
                  <a:lnTo>
                    <a:pt x="334701" y="844754"/>
                  </a:lnTo>
                  <a:close/>
                  <a:moveTo>
                    <a:pt x="566787" y="843683"/>
                  </a:moveTo>
                  <a:lnTo>
                    <a:pt x="671142" y="843683"/>
                  </a:lnTo>
                  <a:lnTo>
                    <a:pt x="671142" y="844754"/>
                  </a:lnTo>
                  <a:lnTo>
                    <a:pt x="566787" y="844754"/>
                  </a:lnTo>
                  <a:close/>
                  <a:moveTo>
                    <a:pt x="186100" y="843683"/>
                  </a:moveTo>
                  <a:lnTo>
                    <a:pt x="301308" y="843683"/>
                  </a:lnTo>
                  <a:lnTo>
                    <a:pt x="301308" y="845824"/>
                  </a:lnTo>
                  <a:lnTo>
                    <a:pt x="186100" y="845824"/>
                  </a:lnTo>
                  <a:close/>
                  <a:moveTo>
                    <a:pt x="542577" y="844754"/>
                  </a:moveTo>
                  <a:lnTo>
                    <a:pt x="558439" y="844754"/>
                  </a:lnTo>
                  <a:lnTo>
                    <a:pt x="558439" y="845824"/>
                  </a:lnTo>
                  <a:lnTo>
                    <a:pt x="542577" y="845824"/>
                  </a:lnTo>
                  <a:close/>
                  <a:moveTo>
                    <a:pt x="565952" y="844754"/>
                  </a:moveTo>
                  <a:lnTo>
                    <a:pt x="671142" y="844754"/>
                  </a:lnTo>
                  <a:lnTo>
                    <a:pt x="671142" y="845824"/>
                  </a:lnTo>
                  <a:lnTo>
                    <a:pt x="565952" y="845824"/>
                  </a:lnTo>
                  <a:close/>
                  <a:moveTo>
                    <a:pt x="501670" y="844754"/>
                  </a:moveTo>
                  <a:lnTo>
                    <a:pt x="509183" y="844754"/>
                  </a:lnTo>
                  <a:lnTo>
                    <a:pt x="509183" y="845824"/>
                  </a:lnTo>
                  <a:lnTo>
                    <a:pt x="501670" y="845824"/>
                  </a:lnTo>
                  <a:close/>
                  <a:moveTo>
                    <a:pt x="445735" y="844754"/>
                  </a:moveTo>
                  <a:lnTo>
                    <a:pt x="474120" y="844754"/>
                  </a:lnTo>
                  <a:lnTo>
                    <a:pt x="474120" y="845824"/>
                  </a:lnTo>
                  <a:lnTo>
                    <a:pt x="445735" y="845824"/>
                  </a:lnTo>
                  <a:close/>
                  <a:moveTo>
                    <a:pt x="692848" y="842612"/>
                  </a:moveTo>
                  <a:lnTo>
                    <a:pt x="722903" y="842612"/>
                  </a:lnTo>
                  <a:lnTo>
                    <a:pt x="722903" y="845824"/>
                  </a:lnTo>
                  <a:lnTo>
                    <a:pt x="692848" y="845824"/>
                  </a:lnTo>
                  <a:close/>
                  <a:moveTo>
                    <a:pt x="0" y="844754"/>
                  </a:moveTo>
                  <a:lnTo>
                    <a:pt x="65048" y="844754"/>
                  </a:lnTo>
                  <a:lnTo>
                    <a:pt x="65048" y="845824"/>
                  </a:lnTo>
                  <a:lnTo>
                    <a:pt x="0" y="845824"/>
                  </a:lnTo>
                  <a:close/>
                  <a:moveTo>
                    <a:pt x="500835" y="845824"/>
                  </a:moveTo>
                  <a:lnTo>
                    <a:pt x="508348" y="845824"/>
                  </a:lnTo>
                  <a:lnTo>
                    <a:pt x="508348" y="846895"/>
                  </a:lnTo>
                  <a:lnTo>
                    <a:pt x="500835" y="846895"/>
                  </a:lnTo>
                  <a:close/>
                  <a:moveTo>
                    <a:pt x="742104" y="844754"/>
                  </a:moveTo>
                  <a:lnTo>
                    <a:pt x="827258" y="844754"/>
                  </a:lnTo>
                  <a:lnTo>
                    <a:pt x="827258" y="846895"/>
                  </a:lnTo>
                  <a:lnTo>
                    <a:pt x="742104" y="846895"/>
                  </a:lnTo>
                  <a:close/>
                  <a:moveTo>
                    <a:pt x="445735" y="845824"/>
                  </a:moveTo>
                  <a:lnTo>
                    <a:pt x="472450" y="845824"/>
                  </a:lnTo>
                  <a:lnTo>
                    <a:pt x="472450" y="846895"/>
                  </a:lnTo>
                  <a:lnTo>
                    <a:pt x="445735" y="846895"/>
                  </a:lnTo>
                  <a:close/>
                  <a:moveTo>
                    <a:pt x="0" y="845824"/>
                  </a:moveTo>
                  <a:lnTo>
                    <a:pt x="66717" y="845824"/>
                  </a:lnTo>
                  <a:lnTo>
                    <a:pt x="66717" y="846895"/>
                  </a:lnTo>
                  <a:lnTo>
                    <a:pt x="0" y="846895"/>
                  </a:lnTo>
                  <a:close/>
                  <a:moveTo>
                    <a:pt x="541742" y="845824"/>
                  </a:moveTo>
                  <a:lnTo>
                    <a:pt x="670308" y="845824"/>
                  </a:lnTo>
                  <a:lnTo>
                    <a:pt x="670308" y="846895"/>
                  </a:lnTo>
                  <a:lnTo>
                    <a:pt x="541742" y="846895"/>
                  </a:lnTo>
                  <a:close/>
                  <a:moveTo>
                    <a:pt x="333867" y="844754"/>
                  </a:moveTo>
                  <a:lnTo>
                    <a:pt x="341380" y="844754"/>
                  </a:lnTo>
                  <a:lnTo>
                    <a:pt x="341380" y="846895"/>
                  </a:lnTo>
                  <a:lnTo>
                    <a:pt x="333867" y="846895"/>
                  </a:lnTo>
                  <a:close/>
                  <a:moveTo>
                    <a:pt x="0" y="846895"/>
                  </a:moveTo>
                  <a:lnTo>
                    <a:pt x="67552" y="846895"/>
                  </a:lnTo>
                  <a:lnTo>
                    <a:pt x="67552" y="847966"/>
                  </a:lnTo>
                  <a:lnTo>
                    <a:pt x="0" y="847966"/>
                  </a:lnTo>
                  <a:close/>
                  <a:moveTo>
                    <a:pt x="500000" y="846895"/>
                  </a:moveTo>
                  <a:lnTo>
                    <a:pt x="508348" y="846895"/>
                  </a:lnTo>
                  <a:lnTo>
                    <a:pt x="508348" y="847966"/>
                  </a:lnTo>
                  <a:lnTo>
                    <a:pt x="500000" y="847966"/>
                  </a:lnTo>
                  <a:close/>
                  <a:moveTo>
                    <a:pt x="649437" y="846895"/>
                  </a:moveTo>
                  <a:lnTo>
                    <a:pt x="669473" y="846895"/>
                  </a:lnTo>
                  <a:lnTo>
                    <a:pt x="669473" y="847966"/>
                  </a:lnTo>
                  <a:lnTo>
                    <a:pt x="649437" y="847966"/>
                  </a:lnTo>
                  <a:close/>
                  <a:moveTo>
                    <a:pt x="446570" y="846895"/>
                  </a:moveTo>
                  <a:lnTo>
                    <a:pt x="469111" y="846895"/>
                  </a:lnTo>
                  <a:lnTo>
                    <a:pt x="469111" y="847966"/>
                  </a:lnTo>
                  <a:lnTo>
                    <a:pt x="446570" y="847966"/>
                  </a:lnTo>
                  <a:close/>
                  <a:moveTo>
                    <a:pt x="896550" y="844754"/>
                  </a:moveTo>
                  <a:lnTo>
                    <a:pt x="899889" y="844754"/>
                  </a:lnTo>
                  <a:lnTo>
                    <a:pt x="899889" y="847966"/>
                  </a:lnTo>
                  <a:lnTo>
                    <a:pt x="896550" y="847966"/>
                  </a:lnTo>
                  <a:close/>
                  <a:moveTo>
                    <a:pt x="922430" y="846895"/>
                  </a:moveTo>
                  <a:lnTo>
                    <a:pt x="925769" y="846895"/>
                  </a:lnTo>
                  <a:lnTo>
                    <a:pt x="925769" y="847966"/>
                  </a:lnTo>
                  <a:lnTo>
                    <a:pt x="922430" y="847966"/>
                  </a:lnTo>
                  <a:close/>
                  <a:moveTo>
                    <a:pt x="333032" y="846895"/>
                  </a:moveTo>
                  <a:lnTo>
                    <a:pt x="340545" y="846895"/>
                  </a:lnTo>
                  <a:lnTo>
                    <a:pt x="340545" y="847966"/>
                  </a:lnTo>
                  <a:lnTo>
                    <a:pt x="333032" y="847966"/>
                  </a:lnTo>
                  <a:close/>
                  <a:moveTo>
                    <a:pt x="186100" y="845824"/>
                  </a:moveTo>
                  <a:lnTo>
                    <a:pt x="302143" y="845824"/>
                  </a:lnTo>
                  <a:lnTo>
                    <a:pt x="302143" y="847966"/>
                  </a:lnTo>
                  <a:lnTo>
                    <a:pt x="186100" y="847966"/>
                  </a:lnTo>
                  <a:close/>
                  <a:moveTo>
                    <a:pt x="541742" y="846895"/>
                  </a:moveTo>
                  <a:lnTo>
                    <a:pt x="642758" y="846895"/>
                  </a:lnTo>
                  <a:lnTo>
                    <a:pt x="642758" y="847966"/>
                  </a:lnTo>
                  <a:lnTo>
                    <a:pt x="541742" y="847966"/>
                  </a:lnTo>
                  <a:close/>
                  <a:moveTo>
                    <a:pt x="333032" y="847966"/>
                  </a:moveTo>
                  <a:lnTo>
                    <a:pt x="339710" y="847966"/>
                  </a:lnTo>
                  <a:lnTo>
                    <a:pt x="339710" y="849036"/>
                  </a:lnTo>
                  <a:lnTo>
                    <a:pt x="333032" y="849036"/>
                  </a:lnTo>
                  <a:close/>
                  <a:moveTo>
                    <a:pt x="656115" y="847966"/>
                  </a:moveTo>
                  <a:lnTo>
                    <a:pt x="668638" y="847966"/>
                  </a:lnTo>
                  <a:lnTo>
                    <a:pt x="668638" y="849036"/>
                  </a:lnTo>
                  <a:lnTo>
                    <a:pt x="656115" y="849036"/>
                  </a:lnTo>
                  <a:close/>
                  <a:moveTo>
                    <a:pt x="499165" y="847966"/>
                  </a:moveTo>
                  <a:lnTo>
                    <a:pt x="508348" y="847966"/>
                  </a:lnTo>
                  <a:lnTo>
                    <a:pt x="508348" y="849036"/>
                  </a:lnTo>
                  <a:lnTo>
                    <a:pt x="499165" y="849036"/>
                  </a:lnTo>
                  <a:close/>
                  <a:moveTo>
                    <a:pt x="652776" y="847966"/>
                  </a:moveTo>
                  <a:lnTo>
                    <a:pt x="655281" y="847966"/>
                  </a:lnTo>
                  <a:lnTo>
                    <a:pt x="655281" y="849036"/>
                  </a:lnTo>
                  <a:lnTo>
                    <a:pt x="652776" y="849036"/>
                  </a:lnTo>
                  <a:close/>
                  <a:moveTo>
                    <a:pt x="897385" y="847966"/>
                  </a:moveTo>
                  <a:lnTo>
                    <a:pt x="899054" y="847966"/>
                  </a:lnTo>
                  <a:lnTo>
                    <a:pt x="899054" y="849036"/>
                  </a:lnTo>
                  <a:lnTo>
                    <a:pt x="897385" y="849036"/>
                  </a:lnTo>
                  <a:close/>
                  <a:moveTo>
                    <a:pt x="186100" y="847966"/>
                  </a:moveTo>
                  <a:lnTo>
                    <a:pt x="303812" y="847966"/>
                  </a:lnTo>
                  <a:lnTo>
                    <a:pt x="303812" y="849036"/>
                  </a:lnTo>
                  <a:lnTo>
                    <a:pt x="186100" y="849036"/>
                  </a:lnTo>
                  <a:close/>
                  <a:moveTo>
                    <a:pt x="0" y="847966"/>
                  </a:moveTo>
                  <a:lnTo>
                    <a:pt x="69222" y="847966"/>
                  </a:lnTo>
                  <a:lnTo>
                    <a:pt x="69222" y="849036"/>
                  </a:lnTo>
                  <a:lnTo>
                    <a:pt x="0" y="849036"/>
                  </a:lnTo>
                  <a:close/>
                  <a:moveTo>
                    <a:pt x="540907" y="847966"/>
                  </a:moveTo>
                  <a:lnTo>
                    <a:pt x="641088" y="847966"/>
                  </a:lnTo>
                  <a:lnTo>
                    <a:pt x="641088" y="849036"/>
                  </a:lnTo>
                  <a:lnTo>
                    <a:pt x="540907" y="849036"/>
                  </a:lnTo>
                  <a:close/>
                  <a:moveTo>
                    <a:pt x="692014" y="845824"/>
                  </a:moveTo>
                  <a:lnTo>
                    <a:pt x="723738" y="845824"/>
                  </a:lnTo>
                  <a:lnTo>
                    <a:pt x="723738" y="849036"/>
                  </a:lnTo>
                  <a:lnTo>
                    <a:pt x="692014" y="849036"/>
                  </a:lnTo>
                  <a:close/>
                  <a:moveTo>
                    <a:pt x="446570" y="847966"/>
                  </a:moveTo>
                  <a:lnTo>
                    <a:pt x="468276" y="847966"/>
                  </a:lnTo>
                  <a:lnTo>
                    <a:pt x="468276" y="849036"/>
                  </a:lnTo>
                  <a:lnTo>
                    <a:pt x="446570" y="849036"/>
                  </a:lnTo>
                  <a:close/>
                  <a:moveTo>
                    <a:pt x="921595" y="847966"/>
                  </a:moveTo>
                  <a:lnTo>
                    <a:pt x="927439" y="847966"/>
                  </a:lnTo>
                  <a:lnTo>
                    <a:pt x="927439" y="849036"/>
                  </a:lnTo>
                  <a:lnTo>
                    <a:pt x="921595" y="849036"/>
                  </a:lnTo>
                  <a:close/>
                  <a:moveTo>
                    <a:pt x="363086" y="844754"/>
                  </a:moveTo>
                  <a:lnTo>
                    <a:pt x="422360" y="844754"/>
                  </a:lnTo>
                  <a:lnTo>
                    <a:pt x="422360" y="849036"/>
                  </a:lnTo>
                  <a:lnTo>
                    <a:pt x="363086" y="849036"/>
                  </a:lnTo>
                  <a:close/>
                  <a:moveTo>
                    <a:pt x="0" y="849036"/>
                  </a:moveTo>
                  <a:lnTo>
                    <a:pt x="91763" y="849036"/>
                  </a:lnTo>
                  <a:lnTo>
                    <a:pt x="91763" y="850107"/>
                  </a:lnTo>
                  <a:lnTo>
                    <a:pt x="0" y="850107"/>
                  </a:lnTo>
                  <a:close/>
                  <a:moveTo>
                    <a:pt x="741269" y="846895"/>
                  </a:moveTo>
                  <a:lnTo>
                    <a:pt x="826423" y="846895"/>
                  </a:lnTo>
                  <a:lnTo>
                    <a:pt x="826423" y="850107"/>
                  </a:lnTo>
                  <a:lnTo>
                    <a:pt x="741269" y="850107"/>
                  </a:lnTo>
                  <a:close/>
                  <a:moveTo>
                    <a:pt x="185265" y="849036"/>
                  </a:moveTo>
                  <a:lnTo>
                    <a:pt x="308821" y="849036"/>
                  </a:lnTo>
                  <a:lnTo>
                    <a:pt x="308821" y="850107"/>
                  </a:lnTo>
                  <a:lnTo>
                    <a:pt x="185265" y="850107"/>
                  </a:lnTo>
                  <a:close/>
                  <a:moveTo>
                    <a:pt x="920760" y="849036"/>
                  </a:moveTo>
                  <a:lnTo>
                    <a:pt x="940796" y="849036"/>
                  </a:lnTo>
                  <a:lnTo>
                    <a:pt x="940796" y="850107"/>
                  </a:lnTo>
                  <a:lnTo>
                    <a:pt x="920760" y="850107"/>
                  </a:lnTo>
                  <a:close/>
                  <a:moveTo>
                    <a:pt x="362251" y="849036"/>
                  </a:moveTo>
                  <a:lnTo>
                    <a:pt x="422360" y="849036"/>
                  </a:lnTo>
                  <a:lnTo>
                    <a:pt x="422360" y="850107"/>
                  </a:lnTo>
                  <a:lnTo>
                    <a:pt x="362251" y="850107"/>
                  </a:lnTo>
                  <a:close/>
                  <a:moveTo>
                    <a:pt x="540907" y="849036"/>
                  </a:moveTo>
                  <a:lnTo>
                    <a:pt x="640253" y="849036"/>
                  </a:lnTo>
                  <a:lnTo>
                    <a:pt x="640253" y="850107"/>
                  </a:lnTo>
                  <a:lnTo>
                    <a:pt x="540907" y="850107"/>
                  </a:lnTo>
                  <a:close/>
                  <a:moveTo>
                    <a:pt x="659455" y="849036"/>
                  </a:moveTo>
                  <a:lnTo>
                    <a:pt x="667803" y="849036"/>
                  </a:lnTo>
                  <a:lnTo>
                    <a:pt x="667803" y="850107"/>
                  </a:lnTo>
                  <a:lnTo>
                    <a:pt x="659455" y="850107"/>
                  </a:lnTo>
                  <a:close/>
                  <a:moveTo>
                    <a:pt x="498330" y="849036"/>
                  </a:moveTo>
                  <a:lnTo>
                    <a:pt x="508348" y="849036"/>
                  </a:lnTo>
                  <a:lnTo>
                    <a:pt x="508348" y="850107"/>
                  </a:lnTo>
                  <a:lnTo>
                    <a:pt x="498330" y="850107"/>
                  </a:lnTo>
                  <a:close/>
                  <a:moveTo>
                    <a:pt x="332197" y="849036"/>
                  </a:moveTo>
                  <a:lnTo>
                    <a:pt x="339710" y="849036"/>
                  </a:lnTo>
                  <a:lnTo>
                    <a:pt x="339710" y="850107"/>
                  </a:lnTo>
                  <a:lnTo>
                    <a:pt x="332197" y="850107"/>
                  </a:lnTo>
                  <a:close/>
                  <a:moveTo>
                    <a:pt x="920760" y="850107"/>
                  </a:moveTo>
                  <a:lnTo>
                    <a:pt x="943301" y="850107"/>
                  </a:lnTo>
                  <a:lnTo>
                    <a:pt x="943301" y="851178"/>
                  </a:lnTo>
                  <a:lnTo>
                    <a:pt x="920760" y="851178"/>
                  </a:lnTo>
                  <a:close/>
                  <a:moveTo>
                    <a:pt x="540072" y="850107"/>
                  </a:moveTo>
                  <a:lnTo>
                    <a:pt x="637749" y="850107"/>
                  </a:lnTo>
                  <a:lnTo>
                    <a:pt x="637749" y="851178"/>
                  </a:lnTo>
                  <a:lnTo>
                    <a:pt x="540072" y="851178"/>
                  </a:lnTo>
                  <a:close/>
                  <a:moveTo>
                    <a:pt x="184430" y="850107"/>
                  </a:moveTo>
                  <a:lnTo>
                    <a:pt x="310491" y="850107"/>
                  </a:lnTo>
                  <a:lnTo>
                    <a:pt x="310491" y="851178"/>
                  </a:lnTo>
                  <a:lnTo>
                    <a:pt x="184430" y="851178"/>
                  </a:lnTo>
                  <a:close/>
                  <a:moveTo>
                    <a:pt x="497495" y="850107"/>
                  </a:moveTo>
                  <a:lnTo>
                    <a:pt x="508348" y="850107"/>
                  </a:lnTo>
                  <a:lnTo>
                    <a:pt x="508348" y="851178"/>
                  </a:lnTo>
                  <a:lnTo>
                    <a:pt x="497495" y="851178"/>
                  </a:lnTo>
                  <a:close/>
                  <a:moveTo>
                    <a:pt x="0" y="850107"/>
                  </a:moveTo>
                  <a:lnTo>
                    <a:pt x="95102" y="850107"/>
                  </a:lnTo>
                  <a:lnTo>
                    <a:pt x="95102" y="851178"/>
                  </a:lnTo>
                  <a:lnTo>
                    <a:pt x="0" y="851178"/>
                  </a:lnTo>
                  <a:close/>
                  <a:moveTo>
                    <a:pt x="361416" y="850107"/>
                  </a:moveTo>
                  <a:lnTo>
                    <a:pt x="422360" y="850107"/>
                  </a:lnTo>
                  <a:lnTo>
                    <a:pt x="422360" y="851178"/>
                  </a:lnTo>
                  <a:lnTo>
                    <a:pt x="361416" y="851178"/>
                  </a:lnTo>
                  <a:close/>
                  <a:moveTo>
                    <a:pt x="446570" y="849036"/>
                  </a:moveTo>
                  <a:lnTo>
                    <a:pt x="467441" y="849036"/>
                  </a:lnTo>
                  <a:lnTo>
                    <a:pt x="467441" y="851178"/>
                  </a:lnTo>
                  <a:lnTo>
                    <a:pt x="446570" y="851178"/>
                  </a:lnTo>
                  <a:close/>
                  <a:moveTo>
                    <a:pt x="692014" y="849036"/>
                  </a:moveTo>
                  <a:lnTo>
                    <a:pt x="725407" y="849036"/>
                  </a:lnTo>
                  <a:lnTo>
                    <a:pt x="725407" y="851178"/>
                  </a:lnTo>
                  <a:lnTo>
                    <a:pt x="692014" y="851178"/>
                  </a:lnTo>
                  <a:close/>
                  <a:moveTo>
                    <a:pt x="496661" y="851178"/>
                  </a:moveTo>
                  <a:lnTo>
                    <a:pt x="508348" y="851178"/>
                  </a:lnTo>
                  <a:lnTo>
                    <a:pt x="508348" y="852248"/>
                  </a:lnTo>
                  <a:lnTo>
                    <a:pt x="496661" y="852248"/>
                  </a:lnTo>
                  <a:close/>
                  <a:moveTo>
                    <a:pt x="184430" y="851178"/>
                  </a:moveTo>
                  <a:lnTo>
                    <a:pt x="314665" y="851178"/>
                  </a:lnTo>
                  <a:lnTo>
                    <a:pt x="314665" y="852248"/>
                  </a:lnTo>
                  <a:lnTo>
                    <a:pt x="184430" y="852248"/>
                  </a:lnTo>
                  <a:close/>
                  <a:moveTo>
                    <a:pt x="0" y="851178"/>
                  </a:moveTo>
                  <a:lnTo>
                    <a:pt x="100946" y="851178"/>
                  </a:lnTo>
                  <a:lnTo>
                    <a:pt x="100946" y="852248"/>
                  </a:lnTo>
                  <a:lnTo>
                    <a:pt x="0" y="852248"/>
                  </a:lnTo>
                  <a:close/>
                  <a:moveTo>
                    <a:pt x="740434" y="850107"/>
                  </a:moveTo>
                  <a:lnTo>
                    <a:pt x="826423" y="850107"/>
                  </a:lnTo>
                  <a:lnTo>
                    <a:pt x="826423" y="852248"/>
                  </a:lnTo>
                  <a:lnTo>
                    <a:pt x="740434" y="852248"/>
                  </a:lnTo>
                  <a:close/>
                  <a:moveTo>
                    <a:pt x="985043" y="842612"/>
                  </a:moveTo>
                  <a:lnTo>
                    <a:pt x="1000000" y="842612"/>
                  </a:lnTo>
                  <a:lnTo>
                    <a:pt x="1000000" y="852248"/>
                  </a:lnTo>
                  <a:lnTo>
                    <a:pt x="985043" y="852248"/>
                  </a:lnTo>
                  <a:close/>
                  <a:moveTo>
                    <a:pt x="330527" y="850107"/>
                  </a:moveTo>
                  <a:lnTo>
                    <a:pt x="339710" y="850107"/>
                  </a:lnTo>
                  <a:lnTo>
                    <a:pt x="339710" y="852248"/>
                  </a:lnTo>
                  <a:lnTo>
                    <a:pt x="330527" y="852248"/>
                  </a:lnTo>
                  <a:close/>
                  <a:moveTo>
                    <a:pt x="920760" y="851178"/>
                  </a:moveTo>
                  <a:lnTo>
                    <a:pt x="949980" y="851178"/>
                  </a:lnTo>
                  <a:lnTo>
                    <a:pt x="949980" y="852248"/>
                  </a:lnTo>
                  <a:lnTo>
                    <a:pt x="920760" y="852248"/>
                  </a:lnTo>
                  <a:close/>
                  <a:moveTo>
                    <a:pt x="446570" y="851178"/>
                  </a:moveTo>
                  <a:lnTo>
                    <a:pt x="466606" y="851178"/>
                  </a:lnTo>
                  <a:lnTo>
                    <a:pt x="466606" y="853319"/>
                  </a:lnTo>
                  <a:lnTo>
                    <a:pt x="446570" y="853319"/>
                  </a:lnTo>
                  <a:close/>
                  <a:moveTo>
                    <a:pt x="360581" y="851178"/>
                  </a:moveTo>
                  <a:lnTo>
                    <a:pt x="422360" y="851178"/>
                  </a:lnTo>
                  <a:lnTo>
                    <a:pt x="422360" y="853319"/>
                  </a:lnTo>
                  <a:lnTo>
                    <a:pt x="360581" y="853319"/>
                  </a:lnTo>
                  <a:close/>
                  <a:moveTo>
                    <a:pt x="738765" y="852248"/>
                  </a:moveTo>
                  <a:lnTo>
                    <a:pt x="825588" y="852248"/>
                  </a:lnTo>
                  <a:lnTo>
                    <a:pt x="825588" y="853319"/>
                  </a:lnTo>
                  <a:lnTo>
                    <a:pt x="738765" y="853319"/>
                  </a:lnTo>
                  <a:close/>
                  <a:moveTo>
                    <a:pt x="919925" y="852248"/>
                  </a:moveTo>
                  <a:lnTo>
                    <a:pt x="962502" y="852248"/>
                  </a:lnTo>
                  <a:lnTo>
                    <a:pt x="962502" y="853319"/>
                  </a:lnTo>
                  <a:lnTo>
                    <a:pt x="919925" y="853319"/>
                  </a:lnTo>
                  <a:close/>
                  <a:moveTo>
                    <a:pt x="495826" y="852248"/>
                  </a:moveTo>
                  <a:lnTo>
                    <a:pt x="508348" y="852248"/>
                  </a:lnTo>
                  <a:lnTo>
                    <a:pt x="508348" y="853319"/>
                  </a:lnTo>
                  <a:lnTo>
                    <a:pt x="495826" y="853319"/>
                  </a:lnTo>
                  <a:close/>
                  <a:moveTo>
                    <a:pt x="692848" y="851178"/>
                  </a:moveTo>
                  <a:lnTo>
                    <a:pt x="726242" y="851178"/>
                  </a:lnTo>
                  <a:lnTo>
                    <a:pt x="726242" y="853319"/>
                  </a:lnTo>
                  <a:lnTo>
                    <a:pt x="692848" y="853319"/>
                  </a:lnTo>
                  <a:close/>
                  <a:moveTo>
                    <a:pt x="0" y="852248"/>
                  </a:moveTo>
                  <a:lnTo>
                    <a:pt x="119312" y="852248"/>
                  </a:lnTo>
                  <a:lnTo>
                    <a:pt x="119312" y="853319"/>
                  </a:lnTo>
                  <a:lnTo>
                    <a:pt x="0" y="853319"/>
                  </a:lnTo>
                  <a:close/>
                  <a:moveTo>
                    <a:pt x="540072" y="851178"/>
                  </a:moveTo>
                  <a:lnTo>
                    <a:pt x="636914" y="851178"/>
                  </a:lnTo>
                  <a:lnTo>
                    <a:pt x="636914" y="853319"/>
                  </a:lnTo>
                  <a:lnTo>
                    <a:pt x="540072" y="853319"/>
                  </a:lnTo>
                  <a:close/>
                  <a:moveTo>
                    <a:pt x="183595" y="852248"/>
                  </a:moveTo>
                  <a:lnTo>
                    <a:pt x="338876" y="852248"/>
                  </a:lnTo>
                  <a:lnTo>
                    <a:pt x="338876" y="854390"/>
                  </a:lnTo>
                  <a:lnTo>
                    <a:pt x="183595" y="854390"/>
                  </a:lnTo>
                  <a:close/>
                  <a:moveTo>
                    <a:pt x="919925" y="853319"/>
                  </a:moveTo>
                  <a:lnTo>
                    <a:pt x="964172" y="853319"/>
                  </a:lnTo>
                  <a:lnTo>
                    <a:pt x="964172" y="854390"/>
                  </a:lnTo>
                  <a:lnTo>
                    <a:pt x="919925" y="854390"/>
                  </a:lnTo>
                  <a:close/>
                  <a:moveTo>
                    <a:pt x="0" y="853319"/>
                  </a:moveTo>
                  <a:lnTo>
                    <a:pt x="127661" y="853319"/>
                  </a:lnTo>
                  <a:lnTo>
                    <a:pt x="127661" y="854390"/>
                  </a:lnTo>
                  <a:lnTo>
                    <a:pt x="0" y="854390"/>
                  </a:lnTo>
                  <a:close/>
                  <a:moveTo>
                    <a:pt x="703701" y="853319"/>
                  </a:moveTo>
                  <a:lnTo>
                    <a:pt x="726242" y="853319"/>
                  </a:lnTo>
                  <a:lnTo>
                    <a:pt x="726242" y="854390"/>
                  </a:lnTo>
                  <a:lnTo>
                    <a:pt x="703701" y="854390"/>
                  </a:lnTo>
                  <a:close/>
                  <a:moveTo>
                    <a:pt x="494156" y="853319"/>
                  </a:moveTo>
                  <a:lnTo>
                    <a:pt x="508348" y="853319"/>
                  </a:lnTo>
                  <a:lnTo>
                    <a:pt x="508348" y="854390"/>
                  </a:lnTo>
                  <a:lnTo>
                    <a:pt x="494156" y="854390"/>
                  </a:lnTo>
                  <a:close/>
                  <a:moveTo>
                    <a:pt x="720398" y="854390"/>
                  </a:moveTo>
                  <a:lnTo>
                    <a:pt x="725407" y="854390"/>
                  </a:lnTo>
                  <a:lnTo>
                    <a:pt x="725407" y="855460"/>
                  </a:lnTo>
                  <a:lnTo>
                    <a:pt x="720398" y="855460"/>
                  </a:lnTo>
                  <a:close/>
                  <a:moveTo>
                    <a:pt x="183595" y="854390"/>
                  </a:moveTo>
                  <a:lnTo>
                    <a:pt x="292959" y="854390"/>
                  </a:lnTo>
                  <a:lnTo>
                    <a:pt x="292959" y="855460"/>
                  </a:lnTo>
                  <a:lnTo>
                    <a:pt x="183595" y="855460"/>
                  </a:lnTo>
                  <a:close/>
                  <a:moveTo>
                    <a:pt x="493321" y="854390"/>
                  </a:moveTo>
                  <a:lnTo>
                    <a:pt x="508348" y="854390"/>
                  </a:lnTo>
                  <a:lnTo>
                    <a:pt x="508348" y="855460"/>
                  </a:lnTo>
                  <a:lnTo>
                    <a:pt x="493321" y="855460"/>
                  </a:lnTo>
                  <a:close/>
                  <a:moveTo>
                    <a:pt x="540072" y="853319"/>
                  </a:moveTo>
                  <a:lnTo>
                    <a:pt x="636079" y="853319"/>
                  </a:lnTo>
                  <a:lnTo>
                    <a:pt x="636079" y="855460"/>
                  </a:lnTo>
                  <a:lnTo>
                    <a:pt x="540072" y="855460"/>
                  </a:lnTo>
                  <a:close/>
                  <a:moveTo>
                    <a:pt x="919090" y="854390"/>
                  </a:moveTo>
                  <a:lnTo>
                    <a:pt x="965007" y="854390"/>
                  </a:lnTo>
                  <a:lnTo>
                    <a:pt x="965007" y="855460"/>
                  </a:lnTo>
                  <a:lnTo>
                    <a:pt x="919090" y="855460"/>
                  </a:lnTo>
                  <a:close/>
                  <a:moveTo>
                    <a:pt x="360581" y="853319"/>
                  </a:moveTo>
                  <a:lnTo>
                    <a:pt x="423195" y="853319"/>
                  </a:lnTo>
                  <a:lnTo>
                    <a:pt x="423195" y="855460"/>
                  </a:lnTo>
                  <a:lnTo>
                    <a:pt x="360581" y="855460"/>
                  </a:lnTo>
                  <a:close/>
                  <a:moveTo>
                    <a:pt x="0" y="854390"/>
                  </a:moveTo>
                  <a:lnTo>
                    <a:pt x="132670" y="854390"/>
                  </a:lnTo>
                  <a:lnTo>
                    <a:pt x="132670" y="855460"/>
                  </a:lnTo>
                  <a:lnTo>
                    <a:pt x="0" y="855460"/>
                  </a:lnTo>
                  <a:close/>
                  <a:moveTo>
                    <a:pt x="445735" y="853319"/>
                  </a:moveTo>
                  <a:lnTo>
                    <a:pt x="465772" y="853319"/>
                  </a:lnTo>
                  <a:lnTo>
                    <a:pt x="465772" y="855460"/>
                  </a:lnTo>
                  <a:lnTo>
                    <a:pt x="445735" y="855460"/>
                  </a:lnTo>
                  <a:close/>
                  <a:moveTo>
                    <a:pt x="0" y="855460"/>
                  </a:moveTo>
                  <a:lnTo>
                    <a:pt x="151036" y="855460"/>
                  </a:lnTo>
                  <a:lnTo>
                    <a:pt x="151036" y="856531"/>
                  </a:lnTo>
                  <a:lnTo>
                    <a:pt x="0" y="856531"/>
                  </a:lnTo>
                  <a:close/>
                  <a:moveTo>
                    <a:pt x="737930" y="853319"/>
                  </a:moveTo>
                  <a:lnTo>
                    <a:pt x="824753" y="853319"/>
                  </a:lnTo>
                  <a:lnTo>
                    <a:pt x="824753" y="856531"/>
                  </a:lnTo>
                  <a:lnTo>
                    <a:pt x="737930" y="856531"/>
                  </a:lnTo>
                  <a:close/>
                  <a:moveTo>
                    <a:pt x="539238" y="855460"/>
                  </a:moveTo>
                  <a:lnTo>
                    <a:pt x="636079" y="855460"/>
                  </a:lnTo>
                  <a:lnTo>
                    <a:pt x="636079" y="856531"/>
                  </a:lnTo>
                  <a:lnTo>
                    <a:pt x="539238" y="856531"/>
                  </a:lnTo>
                  <a:close/>
                  <a:moveTo>
                    <a:pt x="894880" y="855460"/>
                  </a:moveTo>
                  <a:lnTo>
                    <a:pt x="895715" y="855460"/>
                  </a:lnTo>
                  <a:lnTo>
                    <a:pt x="895715" y="856531"/>
                  </a:lnTo>
                  <a:lnTo>
                    <a:pt x="894880" y="856531"/>
                  </a:lnTo>
                  <a:close/>
                  <a:moveTo>
                    <a:pt x="845624" y="855460"/>
                  </a:moveTo>
                  <a:lnTo>
                    <a:pt x="858147" y="855460"/>
                  </a:lnTo>
                  <a:lnTo>
                    <a:pt x="858147" y="856531"/>
                  </a:lnTo>
                  <a:lnTo>
                    <a:pt x="845624" y="856531"/>
                  </a:lnTo>
                  <a:close/>
                  <a:moveTo>
                    <a:pt x="984208" y="852248"/>
                  </a:moveTo>
                  <a:lnTo>
                    <a:pt x="1000000" y="852248"/>
                  </a:lnTo>
                  <a:lnTo>
                    <a:pt x="1000000" y="856531"/>
                  </a:lnTo>
                  <a:lnTo>
                    <a:pt x="984208" y="856531"/>
                  </a:lnTo>
                  <a:close/>
                  <a:moveTo>
                    <a:pt x="491652" y="855460"/>
                  </a:moveTo>
                  <a:lnTo>
                    <a:pt x="508348" y="855460"/>
                  </a:lnTo>
                  <a:lnTo>
                    <a:pt x="508348" y="856531"/>
                  </a:lnTo>
                  <a:lnTo>
                    <a:pt x="491652" y="856531"/>
                  </a:lnTo>
                  <a:close/>
                  <a:moveTo>
                    <a:pt x="181925" y="855460"/>
                  </a:moveTo>
                  <a:lnTo>
                    <a:pt x="292124" y="855460"/>
                  </a:lnTo>
                  <a:lnTo>
                    <a:pt x="292124" y="856531"/>
                  </a:lnTo>
                  <a:lnTo>
                    <a:pt x="181925" y="856531"/>
                  </a:lnTo>
                  <a:close/>
                  <a:moveTo>
                    <a:pt x="301308" y="854390"/>
                  </a:moveTo>
                  <a:lnTo>
                    <a:pt x="338041" y="854390"/>
                  </a:lnTo>
                  <a:lnTo>
                    <a:pt x="338041" y="856531"/>
                  </a:lnTo>
                  <a:lnTo>
                    <a:pt x="301308" y="856531"/>
                  </a:lnTo>
                  <a:close/>
                  <a:moveTo>
                    <a:pt x="893210" y="856531"/>
                  </a:moveTo>
                  <a:lnTo>
                    <a:pt x="896550" y="856531"/>
                  </a:lnTo>
                  <a:lnTo>
                    <a:pt x="896550" y="857602"/>
                  </a:lnTo>
                  <a:lnTo>
                    <a:pt x="893210" y="857602"/>
                  </a:lnTo>
                  <a:close/>
                  <a:moveTo>
                    <a:pt x="181091" y="856531"/>
                  </a:moveTo>
                  <a:lnTo>
                    <a:pt x="291290" y="856531"/>
                  </a:lnTo>
                  <a:lnTo>
                    <a:pt x="291290" y="857602"/>
                  </a:lnTo>
                  <a:lnTo>
                    <a:pt x="181091" y="857602"/>
                  </a:lnTo>
                  <a:close/>
                  <a:moveTo>
                    <a:pt x="538403" y="856531"/>
                  </a:moveTo>
                  <a:lnTo>
                    <a:pt x="636079" y="856531"/>
                  </a:lnTo>
                  <a:lnTo>
                    <a:pt x="636079" y="857602"/>
                  </a:lnTo>
                  <a:lnTo>
                    <a:pt x="538403" y="857602"/>
                  </a:lnTo>
                  <a:close/>
                  <a:moveTo>
                    <a:pt x="302977" y="856531"/>
                  </a:moveTo>
                  <a:lnTo>
                    <a:pt x="337206" y="856531"/>
                  </a:lnTo>
                  <a:lnTo>
                    <a:pt x="337206" y="857602"/>
                  </a:lnTo>
                  <a:lnTo>
                    <a:pt x="302977" y="857602"/>
                  </a:lnTo>
                  <a:close/>
                  <a:moveTo>
                    <a:pt x="738765" y="856531"/>
                  </a:moveTo>
                  <a:lnTo>
                    <a:pt x="823918" y="856531"/>
                  </a:lnTo>
                  <a:lnTo>
                    <a:pt x="823918" y="857602"/>
                  </a:lnTo>
                  <a:lnTo>
                    <a:pt x="738765" y="857602"/>
                  </a:lnTo>
                  <a:close/>
                  <a:moveTo>
                    <a:pt x="489982" y="856531"/>
                  </a:moveTo>
                  <a:lnTo>
                    <a:pt x="508348" y="856531"/>
                  </a:lnTo>
                  <a:lnTo>
                    <a:pt x="508348" y="857602"/>
                  </a:lnTo>
                  <a:lnTo>
                    <a:pt x="489982" y="857602"/>
                  </a:lnTo>
                  <a:close/>
                  <a:moveTo>
                    <a:pt x="0" y="856531"/>
                  </a:moveTo>
                  <a:lnTo>
                    <a:pt x="159385" y="856531"/>
                  </a:lnTo>
                  <a:lnTo>
                    <a:pt x="159385" y="857602"/>
                  </a:lnTo>
                  <a:lnTo>
                    <a:pt x="0" y="857602"/>
                  </a:lnTo>
                  <a:close/>
                  <a:moveTo>
                    <a:pt x="891541" y="857602"/>
                  </a:moveTo>
                  <a:lnTo>
                    <a:pt x="896550" y="857602"/>
                  </a:lnTo>
                  <a:lnTo>
                    <a:pt x="896550" y="858672"/>
                  </a:lnTo>
                  <a:lnTo>
                    <a:pt x="891541" y="858672"/>
                  </a:lnTo>
                  <a:close/>
                  <a:moveTo>
                    <a:pt x="0" y="857602"/>
                  </a:moveTo>
                  <a:lnTo>
                    <a:pt x="166898" y="857602"/>
                  </a:lnTo>
                  <a:lnTo>
                    <a:pt x="166898" y="858672"/>
                  </a:lnTo>
                  <a:lnTo>
                    <a:pt x="0" y="858672"/>
                  </a:lnTo>
                  <a:close/>
                  <a:moveTo>
                    <a:pt x="755461" y="857602"/>
                  </a:moveTo>
                  <a:lnTo>
                    <a:pt x="823918" y="857602"/>
                  </a:lnTo>
                  <a:lnTo>
                    <a:pt x="823918" y="858672"/>
                  </a:lnTo>
                  <a:lnTo>
                    <a:pt x="755461" y="858672"/>
                  </a:lnTo>
                  <a:close/>
                  <a:moveTo>
                    <a:pt x="489147" y="857602"/>
                  </a:moveTo>
                  <a:lnTo>
                    <a:pt x="508348" y="857602"/>
                  </a:lnTo>
                  <a:lnTo>
                    <a:pt x="508348" y="858672"/>
                  </a:lnTo>
                  <a:lnTo>
                    <a:pt x="489147" y="858672"/>
                  </a:lnTo>
                  <a:close/>
                  <a:moveTo>
                    <a:pt x="844790" y="856531"/>
                  </a:moveTo>
                  <a:lnTo>
                    <a:pt x="858982" y="856531"/>
                  </a:lnTo>
                  <a:lnTo>
                    <a:pt x="858982" y="858672"/>
                  </a:lnTo>
                  <a:lnTo>
                    <a:pt x="844790" y="858672"/>
                  </a:lnTo>
                  <a:close/>
                  <a:moveTo>
                    <a:pt x="359747" y="855460"/>
                  </a:moveTo>
                  <a:lnTo>
                    <a:pt x="424029" y="855460"/>
                  </a:lnTo>
                  <a:lnTo>
                    <a:pt x="424029" y="858672"/>
                  </a:lnTo>
                  <a:lnTo>
                    <a:pt x="359747" y="858672"/>
                  </a:lnTo>
                  <a:close/>
                  <a:moveTo>
                    <a:pt x="537568" y="857602"/>
                  </a:moveTo>
                  <a:lnTo>
                    <a:pt x="635244" y="857602"/>
                  </a:lnTo>
                  <a:lnTo>
                    <a:pt x="635244" y="858672"/>
                  </a:lnTo>
                  <a:lnTo>
                    <a:pt x="537568" y="858672"/>
                  </a:lnTo>
                  <a:close/>
                  <a:moveTo>
                    <a:pt x="180256" y="857602"/>
                  </a:moveTo>
                  <a:lnTo>
                    <a:pt x="288785" y="857602"/>
                  </a:lnTo>
                  <a:lnTo>
                    <a:pt x="288785" y="858672"/>
                  </a:lnTo>
                  <a:lnTo>
                    <a:pt x="180256" y="858672"/>
                  </a:lnTo>
                  <a:close/>
                  <a:moveTo>
                    <a:pt x="304647" y="857602"/>
                  </a:moveTo>
                  <a:lnTo>
                    <a:pt x="337206" y="857602"/>
                  </a:lnTo>
                  <a:lnTo>
                    <a:pt x="337206" y="858672"/>
                  </a:lnTo>
                  <a:lnTo>
                    <a:pt x="304647" y="858672"/>
                  </a:lnTo>
                  <a:close/>
                  <a:moveTo>
                    <a:pt x="444900" y="855460"/>
                  </a:moveTo>
                  <a:lnTo>
                    <a:pt x="465772" y="855460"/>
                  </a:lnTo>
                  <a:lnTo>
                    <a:pt x="465772" y="858672"/>
                  </a:lnTo>
                  <a:lnTo>
                    <a:pt x="444900" y="858672"/>
                  </a:lnTo>
                  <a:close/>
                  <a:moveTo>
                    <a:pt x="918256" y="855460"/>
                  </a:moveTo>
                  <a:lnTo>
                    <a:pt x="965007" y="855460"/>
                  </a:lnTo>
                  <a:lnTo>
                    <a:pt x="965007" y="858672"/>
                  </a:lnTo>
                  <a:lnTo>
                    <a:pt x="918256" y="858672"/>
                  </a:lnTo>
                  <a:close/>
                  <a:moveTo>
                    <a:pt x="174412" y="858672"/>
                  </a:moveTo>
                  <a:lnTo>
                    <a:pt x="175247" y="858672"/>
                  </a:lnTo>
                  <a:lnTo>
                    <a:pt x="175247" y="859743"/>
                  </a:lnTo>
                  <a:lnTo>
                    <a:pt x="174412" y="859743"/>
                  </a:lnTo>
                  <a:close/>
                  <a:moveTo>
                    <a:pt x="844790" y="858672"/>
                  </a:moveTo>
                  <a:lnTo>
                    <a:pt x="859817" y="858672"/>
                  </a:lnTo>
                  <a:lnTo>
                    <a:pt x="859817" y="859743"/>
                  </a:lnTo>
                  <a:lnTo>
                    <a:pt x="844790" y="859743"/>
                  </a:lnTo>
                  <a:close/>
                  <a:moveTo>
                    <a:pt x="444066" y="858672"/>
                  </a:moveTo>
                  <a:lnTo>
                    <a:pt x="466606" y="858672"/>
                  </a:lnTo>
                  <a:lnTo>
                    <a:pt x="466606" y="859743"/>
                  </a:lnTo>
                  <a:lnTo>
                    <a:pt x="444066" y="859743"/>
                  </a:lnTo>
                  <a:close/>
                  <a:moveTo>
                    <a:pt x="890706" y="858672"/>
                  </a:moveTo>
                  <a:lnTo>
                    <a:pt x="896550" y="858672"/>
                  </a:lnTo>
                  <a:lnTo>
                    <a:pt x="896550" y="859743"/>
                  </a:lnTo>
                  <a:lnTo>
                    <a:pt x="890706" y="859743"/>
                  </a:lnTo>
                  <a:close/>
                  <a:moveTo>
                    <a:pt x="177751" y="858672"/>
                  </a:moveTo>
                  <a:lnTo>
                    <a:pt x="288785" y="858672"/>
                  </a:lnTo>
                  <a:lnTo>
                    <a:pt x="288785" y="859743"/>
                  </a:lnTo>
                  <a:lnTo>
                    <a:pt x="177751" y="859743"/>
                  </a:lnTo>
                  <a:close/>
                  <a:moveTo>
                    <a:pt x="488312" y="858672"/>
                  </a:moveTo>
                  <a:lnTo>
                    <a:pt x="508348" y="858672"/>
                  </a:lnTo>
                  <a:lnTo>
                    <a:pt x="508348" y="859743"/>
                  </a:lnTo>
                  <a:lnTo>
                    <a:pt x="488312" y="859743"/>
                  </a:lnTo>
                  <a:close/>
                  <a:moveTo>
                    <a:pt x="358912" y="858672"/>
                  </a:moveTo>
                  <a:lnTo>
                    <a:pt x="424864" y="858672"/>
                  </a:lnTo>
                  <a:lnTo>
                    <a:pt x="424864" y="859743"/>
                  </a:lnTo>
                  <a:lnTo>
                    <a:pt x="358912" y="859743"/>
                  </a:lnTo>
                  <a:close/>
                  <a:moveTo>
                    <a:pt x="536733" y="858672"/>
                  </a:moveTo>
                  <a:lnTo>
                    <a:pt x="635244" y="858672"/>
                  </a:lnTo>
                  <a:lnTo>
                    <a:pt x="635244" y="859743"/>
                  </a:lnTo>
                  <a:lnTo>
                    <a:pt x="536733" y="859743"/>
                  </a:lnTo>
                  <a:close/>
                  <a:moveTo>
                    <a:pt x="760471" y="858672"/>
                  </a:moveTo>
                  <a:lnTo>
                    <a:pt x="823918" y="858672"/>
                  </a:lnTo>
                  <a:lnTo>
                    <a:pt x="823918" y="859743"/>
                  </a:lnTo>
                  <a:lnTo>
                    <a:pt x="760471" y="859743"/>
                  </a:lnTo>
                  <a:close/>
                  <a:moveTo>
                    <a:pt x="917421" y="858672"/>
                  </a:moveTo>
                  <a:lnTo>
                    <a:pt x="965007" y="858672"/>
                  </a:lnTo>
                  <a:lnTo>
                    <a:pt x="965007" y="859743"/>
                  </a:lnTo>
                  <a:lnTo>
                    <a:pt x="917421" y="859743"/>
                  </a:lnTo>
                  <a:close/>
                  <a:moveTo>
                    <a:pt x="305482" y="858672"/>
                  </a:moveTo>
                  <a:lnTo>
                    <a:pt x="337206" y="858672"/>
                  </a:lnTo>
                  <a:lnTo>
                    <a:pt x="337206" y="859743"/>
                  </a:lnTo>
                  <a:lnTo>
                    <a:pt x="305482" y="859743"/>
                  </a:lnTo>
                  <a:close/>
                  <a:moveTo>
                    <a:pt x="0" y="858672"/>
                  </a:moveTo>
                  <a:lnTo>
                    <a:pt x="172742" y="858672"/>
                  </a:lnTo>
                  <a:lnTo>
                    <a:pt x="172742" y="859743"/>
                  </a:lnTo>
                  <a:lnTo>
                    <a:pt x="0" y="859743"/>
                  </a:lnTo>
                  <a:close/>
                  <a:moveTo>
                    <a:pt x="0" y="859743"/>
                  </a:moveTo>
                  <a:lnTo>
                    <a:pt x="287950" y="859743"/>
                  </a:lnTo>
                  <a:lnTo>
                    <a:pt x="287950" y="860814"/>
                  </a:lnTo>
                  <a:lnTo>
                    <a:pt x="0" y="860814"/>
                  </a:lnTo>
                  <a:close/>
                  <a:moveTo>
                    <a:pt x="443231" y="859743"/>
                  </a:moveTo>
                  <a:lnTo>
                    <a:pt x="466606" y="859743"/>
                  </a:lnTo>
                  <a:lnTo>
                    <a:pt x="466606" y="860814"/>
                  </a:lnTo>
                  <a:lnTo>
                    <a:pt x="443231" y="860814"/>
                  </a:lnTo>
                  <a:close/>
                  <a:moveTo>
                    <a:pt x="305482" y="859743"/>
                  </a:moveTo>
                  <a:lnTo>
                    <a:pt x="336371" y="859743"/>
                  </a:lnTo>
                  <a:lnTo>
                    <a:pt x="336371" y="860814"/>
                  </a:lnTo>
                  <a:lnTo>
                    <a:pt x="305482" y="860814"/>
                  </a:lnTo>
                  <a:close/>
                  <a:moveTo>
                    <a:pt x="762140" y="859743"/>
                  </a:moveTo>
                  <a:lnTo>
                    <a:pt x="823918" y="859743"/>
                  </a:lnTo>
                  <a:lnTo>
                    <a:pt x="823918" y="860814"/>
                  </a:lnTo>
                  <a:lnTo>
                    <a:pt x="762140" y="860814"/>
                  </a:lnTo>
                  <a:close/>
                  <a:moveTo>
                    <a:pt x="535063" y="859743"/>
                  </a:moveTo>
                  <a:lnTo>
                    <a:pt x="635244" y="859743"/>
                  </a:lnTo>
                  <a:lnTo>
                    <a:pt x="635244" y="860814"/>
                  </a:lnTo>
                  <a:lnTo>
                    <a:pt x="535063" y="860814"/>
                  </a:lnTo>
                  <a:close/>
                  <a:moveTo>
                    <a:pt x="485808" y="859743"/>
                  </a:moveTo>
                  <a:lnTo>
                    <a:pt x="509183" y="859743"/>
                  </a:lnTo>
                  <a:lnTo>
                    <a:pt x="509183" y="860814"/>
                  </a:lnTo>
                  <a:lnTo>
                    <a:pt x="485808" y="860814"/>
                  </a:lnTo>
                  <a:close/>
                  <a:moveTo>
                    <a:pt x="358077" y="859743"/>
                  </a:moveTo>
                  <a:lnTo>
                    <a:pt x="425699" y="859743"/>
                  </a:lnTo>
                  <a:lnTo>
                    <a:pt x="425699" y="860814"/>
                  </a:lnTo>
                  <a:lnTo>
                    <a:pt x="358077" y="860814"/>
                  </a:lnTo>
                  <a:close/>
                  <a:moveTo>
                    <a:pt x="917421" y="859743"/>
                  </a:moveTo>
                  <a:lnTo>
                    <a:pt x="964172" y="859743"/>
                  </a:lnTo>
                  <a:lnTo>
                    <a:pt x="964172" y="860814"/>
                  </a:lnTo>
                  <a:lnTo>
                    <a:pt x="917421" y="860814"/>
                  </a:lnTo>
                  <a:close/>
                  <a:moveTo>
                    <a:pt x="764645" y="860814"/>
                  </a:moveTo>
                  <a:lnTo>
                    <a:pt x="823918" y="860814"/>
                  </a:lnTo>
                  <a:lnTo>
                    <a:pt x="823918" y="861884"/>
                  </a:lnTo>
                  <a:lnTo>
                    <a:pt x="764645" y="861884"/>
                  </a:lnTo>
                  <a:close/>
                  <a:moveTo>
                    <a:pt x="485808" y="860814"/>
                  </a:moveTo>
                  <a:lnTo>
                    <a:pt x="510018" y="860814"/>
                  </a:lnTo>
                  <a:lnTo>
                    <a:pt x="510018" y="861884"/>
                  </a:lnTo>
                  <a:lnTo>
                    <a:pt x="485808" y="861884"/>
                  </a:lnTo>
                  <a:close/>
                  <a:moveTo>
                    <a:pt x="358077" y="860814"/>
                  </a:moveTo>
                  <a:lnTo>
                    <a:pt x="426534" y="860814"/>
                  </a:lnTo>
                  <a:lnTo>
                    <a:pt x="426534" y="861884"/>
                  </a:lnTo>
                  <a:lnTo>
                    <a:pt x="358077" y="861884"/>
                  </a:lnTo>
                  <a:close/>
                  <a:moveTo>
                    <a:pt x="916586" y="860814"/>
                  </a:moveTo>
                  <a:lnTo>
                    <a:pt x="964172" y="860814"/>
                  </a:lnTo>
                  <a:lnTo>
                    <a:pt x="964172" y="861884"/>
                  </a:lnTo>
                  <a:lnTo>
                    <a:pt x="916586" y="861884"/>
                  </a:lnTo>
                  <a:close/>
                  <a:moveTo>
                    <a:pt x="442396" y="860814"/>
                  </a:moveTo>
                  <a:lnTo>
                    <a:pt x="467441" y="860814"/>
                  </a:lnTo>
                  <a:lnTo>
                    <a:pt x="467441" y="861884"/>
                  </a:lnTo>
                  <a:lnTo>
                    <a:pt x="442396" y="861884"/>
                  </a:lnTo>
                  <a:close/>
                  <a:moveTo>
                    <a:pt x="765480" y="861884"/>
                  </a:moveTo>
                  <a:lnTo>
                    <a:pt x="823918" y="861884"/>
                  </a:lnTo>
                  <a:lnTo>
                    <a:pt x="823918" y="862955"/>
                  </a:lnTo>
                  <a:lnTo>
                    <a:pt x="765480" y="862955"/>
                  </a:lnTo>
                  <a:close/>
                  <a:moveTo>
                    <a:pt x="441561" y="861884"/>
                  </a:moveTo>
                  <a:lnTo>
                    <a:pt x="467441" y="861884"/>
                  </a:lnTo>
                  <a:lnTo>
                    <a:pt x="467441" y="862955"/>
                  </a:lnTo>
                  <a:lnTo>
                    <a:pt x="441561" y="862955"/>
                  </a:lnTo>
                  <a:close/>
                  <a:moveTo>
                    <a:pt x="843955" y="859743"/>
                  </a:moveTo>
                  <a:lnTo>
                    <a:pt x="859817" y="859743"/>
                  </a:lnTo>
                  <a:lnTo>
                    <a:pt x="859817" y="862955"/>
                  </a:lnTo>
                  <a:lnTo>
                    <a:pt x="843955" y="862955"/>
                  </a:lnTo>
                  <a:close/>
                  <a:moveTo>
                    <a:pt x="534228" y="860814"/>
                  </a:moveTo>
                  <a:lnTo>
                    <a:pt x="635244" y="860814"/>
                  </a:lnTo>
                  <a:lnTo>
                    <a:pt x="635244" y="862955"/>
                  </a:lnTo>
                  <a:lnTo>
                    <a:pt x="534228" y="862955"/>
                  </a:lnTo>
                  <a:close/>
                  <a:moveTo>
                    <a:pt x="306317" y="860814"/>
                  </a:moveTo>
                  <a:lnTo>
                    <a:pt x="336371" y="860814"/>
                  </a:lnTo>
                  <a:lnTo>
                    <a:pt x="336371" y="862955"/>
                  </a:lnTo>
                  <a:lnTo>
                    <a:pt x="306317" y="862955"/>
                  </a:lnTo>
                  <a:close/>
                  <a:moveTo>
                    <a:pt x="357242" y="861884"/>
                  </a:moveTo>
                  <a:lnTo>
                    <a:pt x="427369" y="861884"/>
                  </a:lnTo>
                  <a:lnTo>
                    <a:pt x="427369" y="862955"/>
                  </a:lnTo>
                  <a:lnTo>
                    <a:pt x="357242" y="862955"/>
                  </a:lnTo>
                  <a:close/>
                  <a:moveTo>
                    <a:pt x="0" y="860814"/>
                  </a:moveTo>
                  <a:lnTo>
                    <a:pt x="285446" y="860814"/>
                  </a:lnTo>
                  <a:lnTo>
                    <a:pt x="285446" y="862955"/>
                  </a:lnTo>
                  <a:lnTo>
                    <a:pt x="0" y="862955"/>
                  </a:lnTo>
                  <a:close/>
                  <a:moveTo>
                    <a:pt x="485808" y="861884"/>
                  </a:moveTo>
                  <a:lnTo>
                    <a:pt x="510853" y="861884"/>
                  </a:lnTo>
                  <a:lnTo>
                    <a:pt x="510853" y="862955"/>
                  </a:lnTo>
                  <a:lnTo>
                    <a:pt x="485808" y="862955"/>
                  </a:lnTo>
                  <a:close/>
                  <a:moveTo>
                    <a:pt x="357242" y="862955"/>
                  </a:moveTo>
                  <a:lnTo>
                    <a:pt x="429873" y="862955"/>
                  </a:lnTo>
                  <a:lnTo>
                    <a:pt x="429873" y="864026"/>
                  </a:lnTo>
                  <a:lnTo>
                    <a:pt x="357242" y="864026"/>
                  </a:lnTo>
                  <a:close/>
                  <a:moveTo>
                    <a:pt x="535063" y="862955"/>
                  </a:moveTo>
                  <a:lnTo>
                    <a:pt x="636079" y="862955"/>
                  </a:lnTo>
                  <a:lnTo>
                    <a:pt x="636079" y="864026"/>
                  </a:lnTo>
                  <a:lnTo>
                    <a:pt x="535063" y="864026"/>
                  </a:lnTo>
                  <a:close/>
                  <a:moveTo>
                    <a:pt x="306317" y="862955"/>
                  </a:moveTo>
                  <a:lnTo>
                    <a:pt x="335536" y="862955"/>
                  </a:lnTo>
                  <a:lnTo>
                    <a:pt x="335536" y="864026"/>
                  </a:lnTo>
                  <a:lnTo>
                    <a:pt x="306317" y="864026"/>
                  </a:lnTo>
                  <a:close/>
                  <a:moveTo>
                    <a:pt x="0" y="862955"/>
                  </a:moveTo>
                  <a:lnTo>
                    <a:pt x="284611" y="862955"/>
                  </a:lnTo>
                  <a:lnTo>
                    <a:pt x="284611" y="864026"/>
                  </a:lnTo>
                  <a:lnTo>
                    <a:pt x="0" y="864026"/>
                  </a:lnTo>
                  <a:close/>
                  <a:moveTo>
                    <a:pt x="485808" y="862955"/>
                  </a:moveTo>
                  <a:lnTo>
                    <a:pt x="510018" y="862955"/>
                  </a:lnTo>
                  <a:lnTo>
                    <a:pt x="510018" y="864026"/>
                  </a:lnTo>
                  <a:lnTo>
                    <a:pt x="485808" y="864026"/>
                  </a:lnTo>
                  <a:close/>
                  <a:moveTo>
                    <a:pt x="879853" y="859743"/>
                  </a:moveTo>
                  <a:lnTo>
                    <a:pt x="896550" y="859743"/>
                  </a:lnTo>
                  <a:lnTo>
                    <a:pt x="896550" y="864026"/>
                  </a:lnTo>
                  <a:lnTo>
                    <a:pt x="879853" y="864026"/>
                  </a:lnTo>
                  <a:close/>
                  <a:moveTo>
                    <a:pt x="439057" y="862955"/>
                  </a:moveTo>
                  <a:lnTo>
                    <a:pt x="468276" y="862955"/>
                  </a:lnTo>
                  <a:lnTo>
                    <a:pt x="468276" y="864026"/>
                  </a:lnTo>
                  <a:lnTo>
                    <a:pt x="439057" y="864026"/>
                  </a:lnTo>
                  <a:close/>
                  <a:moveTo>
                    <a:pt x="766314" y="862955"/>
                  </a:moveTo>
                  <a:lnTo>
                    <a:pt x="823918" y="862955"/>
                  </a:lnTo>
                  <a:lnTo>
                    <a:pt x="823918" y="864026"/>
                  </a:lnTo>
                  <a:lnTo>
                    <a:pt x="766314" y="864026"/>
                  </a:lnTo>
                  <a:close/>
                  <a:moveTo>
                    <a:pt x="843120" y="862955"/>
                  </a:moveTo>
                  <a:lnTo>
                    <a:pt x="859817" y="862955"/>
                  </a:lnTo>
                  <a:lnTo>
                    <a:pt x="859817" y="864026"/>
                  </a:lnTo>
                  <a:lnTo>
                    <a:pt x="843120" y="864026"/>
                  </a:lnTo>
                  <a:close/>
                  <a:moveTo>
                    <a:pt x="915751" y="861884"/>
                  </a:moveTo>
                  <a:lnTo>
                    <a:pt x="964172" y="861884"/>
                  </a:lnTo>
                  <a:lnTo>
                    <a:pt x="964172" y="865096"/>
                  </a:lnTo>
                  <a:lnTo>
                    <a:pt x="915751" y="865096"/>
                  </a:lnTo>
                  <a:close/>
                  <a:moveTo>
                    <a:pt x="554265" y="864026"/>
                  </a:moveTo>
                  <a:lnTo>
                    <a:pt x="636079" y="864026"/>
                  </a:lnTo>
                  <a:lnTo>
                    <a:pt x="636079" y="865096"/>
                  </a:lnTo>
                  <a:lnTo>
                    <a:pt x="554265" y="865096"/>
                  </a:lnTo>
                  <a:close/>
                  <a:moveTo>
                    <a:pt x="437387" y="864026"/>
                  </a:moveTo>
                  <a:lnTo>
                    <a:pt x="469946" y="864026"/>
                  </a:lnTo>
                  <a:lnTo>
                    <a:pt x="469946" y="865096"/>
                  </a:lnTo>
                  <a:lnTo>
                    <a:pt x="437387" y="865096"/>
                  </a:lnTo>
                  <a:close/>
                  <a:moveTo>
                    <a:pt x="766314" y="864026"/>
                  </a:moveTo>
                  <a:lnTo>
                    <a:pt x="823084" y="864026"/>
                  </a:lnTo>
                  <a:lnTo>
                    <a:pt x="823084" y="865096"/>
                  </a:lnTo>
                  <a:lnTo>
                    <a:pt x="766314" y="865096"/>
                  </a:lnTo>
                  <a:close/>
                  <a:moveTo>
                    <a:pt x="357242" y="864026"/>
                  </a:moveTo>
                  <a:lnTo>
                    <a:pt x="431543" y="864026"/>
                  </a:lnTo>
                  <a:lnTo>
                    <a:pt x="431543" y="865096"/>
                  </a:lnTo>
                  <a:lnTo>
                    <a:pt x="357242" y="865096"/>
                  </a:lnTo>
                  <a:close/>
                  <a:moveTo>
                    <a:pt x="0" y="864026"/>
                  </a:moveTo>
                  <a:lnTo>
                    <a:pt x="283776" y="864026"/>
                  </a:lnTo>
                  <a:lnTo>
                    <a:pt x="283776" y="865096"/>
                  </a:lnTo>
                  <a:lnTo>
                    <a:pt x="0" y="865096"/>
                  </a:lnTo>
                  <a:close/>
                  <a:moveTo>
                    <a:pt x="556769" y="865096"/>
                  </a:moveTo>
                  <a:lnTo>
                    <a:pt x="636079" y="865096"/>
                  </a:lnTo>
                  <a:lnTo>
                    <a:pt x="636079" y="866167"/>
                  </a:lnTo>
                  <a:lnTo>
                    <a:pt x="556769" y="866167"/>
                  </a:lnTo>
                  <a:close/>
                  <a:moveTo>
                    <a:pt x="357242" y="865096"/>
                  </a:moveTo>
                  <a:lnTo>
                    <a:pt x="469946" y="865096"/>
                  </a:lnTo>
                  <a:lnTo>
                    <a:pt x="469946" y="866167"/>
                  </a:lnTo>
                  <a:lnTo>
                    <a:pt x="357242" y="866167"/>
                  </a:lnTo>
                  <a:close/>
                  <a:moveTo>
                    <a:pt x="0" y="865096"/>
                  </a:moveTo>
                  <a:lnTo>
                    <a:pt x="282941" y="865096"/>
                  </a:lnTo>
                  <a:lnTo>
                    <a:pt x="282941" y="866167"/>
                  </a:lnTo>
                  <a:lnTo>
                    <a:pt x="0" y="866167"/>
                  </a:lnTo>
                  <a:close/>
                  <a:moveTo>
                    <a:pt x="767149" y="865096"/>
                  </a:moveTo>
                  <a:lnTo>
                    <a:pt x="823084" y="865096"/>
                  </a:lnTo>
                  <a:lnTo>
                    <a:pt x="823084" y="866167"/>
                  </a:lnTo>
                  <a:lnTo>
                    <a:pt x="767149" y="866167"/>
                  </a:lnTo>
                  <a:close/>
                  <a:moveTo>
                    <a:pt x="914916" y="865096"/>
                  </a:moveTo>
                  <a:lnTo>
                    <a:pt x="964172" y="865096"/>
                  </a:lnTo>
                  <a:lnTo>
                    <a:pt x="964172" y="866167"/>
                  </a:lnTo>
                  <a:lnTo>
                    <a:pt x="914916" y="866167"/>
                  </a:lnTo>
                  <a:close/>
                  <a:moveTo>
                    <a:pt x="0" y="866167"/>
                  </a:moveTo>
                  <a:lnTo>
                    <a:pt x="282106" y="866167"/>
                  </a:lnTo>
                  <a:lnTo>
                    <a:pt x="282106" y="867238"/>
                  </a:lnTo>
                  <a:lnTo>
                    <a:pt x="0" y="867238"/>
                  </a:lnTo>
                  <a:close/>
                  <a:moveTo>
                    <a:pt x="557604" y="866167"/>
                  </a:moveTo>
                  <a:lnTo>
                    <a:pt x="636079" y="866167"/>
                  </a:lnTo>
                  <a:lnTo>
                    <a:pt x="636079" y="867238"/>
                  </a:lnTo>
                  <a:lnTo>
                    <a:pt x="557604" y="867238"/>
                  </a:lnTo>
                  <a:close/>
                  <a:moveTo>
                    <a:pt x="914916" y="866167"/>
                  </a:moveTo>
                  <a:lnTo>
                    <a:pt x="963337" y="866167"/>
                  </a:lnTo>
                  <a:lnTo>
                    <a:pt x="963337" y="867238"/>
                  </a:lnTo>
                  <a:lnTo>
                    <a:pt x="914916" y="867238"/>
                  </a:lnTo>
                  <a:close/>
                  <a:moveTo>
                    <a:pt x="356407" y="866167"/>
                  </a:moveTo>
                  <a:lnTo>
                    <a:pt x="469111" y="866167"/>
                  </a:lnTo>
                  <a:lnTo>
                    <a:pt x="469111" y="867238"/>
                  </a:lnTo>
                  <a:lnTo>
                    <a:pt x="356407" y="867238"/>
                  </a:lnTo>
                  <a:close/>
                  <a:moveTo>
                    <a:pt x="879853" y="864026"/>
                  </a:moveTo>
                  <a:lnTo>
                    <a:pt x="897385" y="864026"/>
                  </a:lnTo>
                  <a:lnTo>
                    <a:pt x="897385" y="867238"/>
                  </a:lnTo>
                  <a:lnTo>
                    <a:pt x="879853" y="867238"/>
                  </a:lnTo>
                  <a:close/>
                  <a:moveTo>
                    <a:pt x="558439" y="867238"/>
                  </a:moveTo>
                  <a:lnTo>
                    <a:pt x="636914" y="867238"/>
                  </a:lnTo>
                  <a:lnTo>
                    <a:pt x="636914" y="868308"/>
                  </a:lnTo>
                  <a:lnTo>
                    <a:pt x="558439" y="868308"/>
                  </a:lnTo>
                  <a:close/>
                  <a:moveTo>
                    <a:pt x="355572" y="867238"/>
                  </a:moveTo>
                  <a:lnTo>
                    <a:pt x="469111" y="867238"/>
                  </a:lnTo>
                  <a:lnTo>
                    <a:pt x="469111" y="868308"/>
                  </a:lnTo>
                  <a:lnTo>
                    <a:pt x="355572" y="868308"/>
                  </a:lnTo>
                  <a:close/>
                  <a:moveTo>
                    <a:pt x="0" y="867238"/>
                  </a:moveTo>
                  <a:lnTo>
                    <a:pt x="281272" y="867238"/>
                  </a:lnTo>
                  <a:lnTo>
                    <a:pt x="281272" y="868308"/>
                  </a:lnTo>
                  <a:lnTo>
                    <a:pt x="0" y="868308"/>
                  </a:lnTo>
                  <a:close/>
                  <a:moveTo>
                    <a:pt x="914081" y="867238"/>
                  </a:moveTo>
                  <a:lnTo>
                    <a:pt x="963337" y="867238"/>
                  </a:lnTo>
                  <a:lnTo>
                    <a:pt x="963337" y="868308"/>
                  </a:lnTo>
                  <a:lnTo>
                    <a:pt x="914081" y="868308"/>
                  </a:lnTo>
                  <a:close/>
                  <a:moveTo>
                    <a:pt x="559274" y="868308"/>
                  </a:moveTo>
                  <a:lnTo>
                    <a:pt x="636914" y="868308"/>
                  </a:lnTo>
                  <a:lnTo>
                    <a:pt x="636914" y="869379"/>
                  </a:lnTo>
                  <a:lnTo>
                    <a:pt x="559274" y="869379"/>
                  </a:lnTo>
                  <a:close/>
                  <a:moveTo>
                    <a:pt x="913247" y="868308"/>
                  </a:moveTo>
                  <a:lnTo>
                    <a:pt x="963337" y="868308"/>
                  </a:lnTo>
                  <a:lnTo>
                    <a:pt x="963337" y="869379"/>
                  </a:lnTo>
                  <a:lnTo>
                    <a:pt x="913247" y="869379"/>
                  </a:lnTo>
                  <a:close/>
                  <a:moveTo>
                    <a:pt x="879853" y="867238"/>
                  </a:moveTo>
                  <a:lnTo>
                    <a:pt x="898219" y="867238"/>
                  </a:lnTo>
                  <a:lnTo>
                    <a:pt x="898219" y="869379"/>
                  </a:lnTo>
                  <a:lnTo>
                    <a:pt x="879853" y="869379"/>
                  </a:lnTo>
                  <a:close/>
                  <a:moveTo>
                    <a:pt x="767984" y="866167"/>
                  </a:moveTo>
                  <a:lnTo>
                    <a:pt x="823084" y="866167"/>
                  </a:lnTo>
                  <a:lnTo>
                    <a:pt x="823084" y="869379"/>
                  </a:lnTo>
                  <a:lnTo>
                    <a:pt x="767984" y="869379"/>
                  </a:lnTo>
                  <a:close/>
                  <a:moveTo>
                    <a:pt x="842285" y="864026"/>
                  </a:moveTo>
                  <a:lnTo>
                    <a:pt x="859817" y="864026"/>
                  </a:lnTo>
                  <a:lnTo>
                    <a:pt x="859817" y="869379"/>
                  </a:lnTo>
                  <a:lnTo>
                    <a:pt x="842285" y="869379"/>
                  </a:lnTo>
                  <a:close/>
                  <a:moveTo>
                    <a:pt x="354738" y="868308"/>
                  </a:moveTo>
                  <a:lnTo>
                    <a:pt x="468276" y="868308"/>
                  </a:lnTo>
                  <a:lnTo>
                    <a:pt x="468276" y="870450"/>
                  </a:lnTo>
                  <a:lnTo>
                    <a:pt x="354738" y="870450"/>
                  </a:lnTo>
                  <a:close/>
                  <a:moveTo>
                    <a:pt x="0" y="868308"/>
                  </a:moveTo>
                  <a:lnTo>
                    <a:pt x="279602" y="868308"/>
                  </a:lnTo>
                  <a:lnTo>
                    <a:pt x="279602" y="870450"/>
                  </a:lnTo>
                  <a:lnTo>
                    <a:pt x="0" y="870450"/>
                  </a:lnTo>
                  <a:close/>
                  <a:moveTo>
                    <a:pt x="912412" y="869379"/>
                  </a:moveTo>
                  <a:lnTo>
                    <a:pt x="963337" y="869379"/>
                  </a:lnTo>
                  <a:lnTo>
                    <a:pt x="963337" y="870450"/>
                  </a:lnTo>
                  <a:lnTo>
                    <a:pt x="912412" y="870450"/>
                  </a:lnTo>
                  <a:close/>
                  <a:moveTo>
                    <a:pt x="560109" y="869379"/>
                  </a:moveTo>
                  <a:lnTo>
                    <a:pt x="638584" y="869379"/>
                  </a:lnTo>
                  <a:lnTo>
                    <a:pt x="638584" y="870450"/>
                  </a:lnTo>
                  <a:lnTo>
                    <a:pt x="560109" y="870450"/>
                  </a:lnTo>
                  <a:close/>
                  <a:moveTo>
                    <a:pt x="767984" y="869379"/>
                  </a:moveTo>
                  <a:lnTo>
                    <a:pt x="823918" y="869379"/>
                  </a:lnTo>
                  <a:lnTo>
                    <a:pt x="823918" y="870450"/>
                  </a:lnTo>
                  <a:lnTo>
                    <a:pt x="767984" y="870450"/>
                  </a:lnTo>
                  <a:close/>
                  <a:moveTo>
                    <a:pt x="841450" y="869379"/>
                  </a:moveTo>
                  <a:lnTo>
                    <a:pt x="859817" y="869379"/>
                  </a:lnTo>
                  <a:lnTo>
                    <a:pt x="859817" y="870450"/>
                  </a:lnTo>
                  <a:lnTo>
                    <a:pt x="841450" y="870450"/>
                  </a:lnTo>
                  <a:close/>
                  <a:moveTo>
                    <a:pt x="879853" y="869379"/>
                  </a:moveTo>
                  <a:lnTo>
                    <a:pt x="899889" y="869379"/>
                  </a:lnTo>
                  <a:lnTo>
                    <a:pt x="899889" y="870450"/>
                  </a:lnTo>
                  <a:lnTo>
                    <a:pt x="879853" y="870450"/>
                  </a:lnTo>
                  <a:close/>
                  <a:moveTo>
                    <a:pt x="910742" y="870450"/>
                  </a:moveTo>
                  <a:lnTo>
                    <a:pt x="963337" y="870450"/>
                  </a:lnTo>
                  <a:lnTo>
                    <a:pt x="963337" y="871520"/>
                  </a:lnTo>
                  <a:lnTo>
                    <a:pt x="910742" y="871520"/>
                  </a:lnTo>
                  <a:close/>
                  <a:moveTo>
                    <a:pt x="879853" y="870450"/>
                  </a:moveTo>
                  <a:lnTo>
                    <a:pt x="901559" y="870450"/>
                  </a:lnTo>
                  <a:lnTo>
                    <a:pt x="901559" y="871520"/>
                  </a:lnTo>
                  <a:lnTo>
                    <a:pt x="879853" y="871520"/>
                  </a:lnTo>
                  <a:close/>
                  <a:moveTo>
                    <a:pt x="306317" y="864026"/>
                  </a:moveTo>
                  <a:lnTo>
                    <a:pt x="334701" y="864026"/>
                  </a:lnTo>
                  <a:lnTo>
                    <a:pt x="334701" y="871520"/>
                  </a:lnTo>
                  <a:lnTo>
                    <a:pt x="306317" y="871520"/>
                  </a:lnTo>
                  <a:close/>
                  <a:moveTo>
                    <a:pt x="560943" y="870450"/>
                  </a:moveTo>
                  <a:lnTo>
                    <a:pt x="639419" y="870450"/>
                  </a:lnTo>
                  <a:lnTo>
                    <a:pt x="639419" y="871520"/>
                  </a:lnTo>
                  <a:lnTo>
                    <a:pt x="560943" y="871520"/>
                  </a:lnTo>
                  <a:close/>
                  <a:moveTo>
                    <a:pt x="0" y="870450"/>
                  </a:moveTo>
                  <a:lnTo>
                    <a:pt x="277932" y="870450"/>
                  </a:lnTo>
                  <a:lnTo>
                    <a:pt x="277932" y="871520"/>
                  </a:lnTo>
                  <a:lnTo>
                    <a:pt x="0" y="871520"/>
                  </a:lnTo>
                  <a:close/>
                  <a:moveTo>
                    <a:pt x="842285" y="870450"/>
                  </a:moveTo>
                  <a:lnTo>
                    <a:pt x="859817" y="870450"/>
                  </a:lnTo>
                  <a:lnTo>
                    <a:pt x="859817" y="871520"/>
                  </a:lnTo>
                  <a:lnTo>
                    <a:pt x="842285" y="871520"/>
                  </a:lnTo>
                  <a:close/>
                  <a:moveTo>
                    <a:pt x="879853" y="871520"/>
                  </a:moveTo>
                  <a:lnTo>
                    <a:pt x="902394" y="871520"/>
                  </a:lnTo>
                  <a:lnTo>
                    <a:pt x="902394" y="872591"/>
                  </a:lnTo>
                  <a:lnTo>
                    <a:pt x="879853" y="872591"/>
                  </a:lnTo>
                  <a:close/>
                  <a:moveTo>
                    <a:pt x="561778" y="871520"/>
                  </a:moveTo>
                  <a:lnTo>
                    <a:pt x="640253" y="871520"/>
                  </a:lnTo>
                  <a:lnTo>
                    <a:pt x="640253" y="872591"/>
                  </a:lnTo>
                  <a:lnTo>
                    <a:pt x="561778" y="872591"/>
                  </a:lnTo>
                  <a:close/>
                  <a:moveTo>
                    <a:pt x="306317" y="871520"/>
                  </a:moveTo>
                  <a:lnTo>
                    <a:pt x="335536" y="871520"/>
                  </a:lnTo>
                  <a:lnTo>
                    <a:pt x="335536" y="872591"/>
                  </a:lnTo>
                  <a:lnTo>
                    <a:pt x="306317" y="872591"/>
                  </a:lnTo>
                  <a:close/>
                  <a:moveTo>
                    <a:pt x="909907" y="871520"/>
                  </a:moveTo>
                  <a:lnTo>
                    <a:pt x="962502" y="871520"/>
                  </a:lnTo>
                  <a:lnTo>
                    <a:pt x="962502" y="872591"/>
                  </a:lnTo>
                  <a:lnTo>
                    <a:pt x="909907" y="872591"/>
                  </a:lnTo>
                  <a:close/>
                  <a:moveTo>
                    <a:pt x="0" y="871520"/>
                  </a:moveTo>
                  <a:lnTo>
                    <a:pt x="277097" y="871520"/>
                  </a:lnTo>
                  <a:lnTo>
                    <a:pt x="277097" y="872591"/>
                  </a:lnTo>
                  <a:lnTo>
                    <a:pt x="0" y="872591"/>
                  </a:lnTo>
                  <a:close/>
                  <a:moveTo>
                    <a:pt x="768819" y="870450"/>
                  </a:moveTo>
                  <a:lnTo>
                    <a:pt x="823918" y="870450"/>
                  </a:lnTo>
                  <a:lnTo>
                    <a:pt x="823918" y="873662"/>
                  </a:lnTo>
                  <a:lnTo>
                    <a:pt x="768819" y="873662"/>
                  </a:lnTo>
                  <a:close/>
                  <a:moveTo>
                    <a:pt x="879853" y="872591"/>
                  </a:moveTo>
                  <a:lnTo>
                    <a:pt x="904898" y="872591"/>
                  </a:lnTo>
                  <a:lnTo>
                    <a:pt x="904898" y="873662"/>
                  </a:lnTo>
                  <a:lnTo>
                    <a:pt x="879853" y="873662"/>
                  </a:lnTo>
                  <a:close/>
                  <a:moveTo>
                    <a:pt x="0" y="872591"/>
                  </a:moveTo>
                  <a:lnTo>
                    <a:pt x="276262" y="872591"/>
                  </a:lnTo>
                  <a:lnTo>
                    <a:pt x="276262" y="873662"/>
                  </a:lnTo>
                  <a:lnTo>
                    <a:pt x="0" y="873662"/>
                  </a:lnTo>
                  <a:close/>
                  <a:moveTo>
                    <a:pt x="354738" y="870450"/>
                  </a:moveTo>
                  <a:lnTo>
                    <a:pt x="467441" y="870450"/>
                  </a:lnTo>
                  <a:lnTo>
                    <a:pt x="467441" y="873662"/>
                  </a:lnTo>
                  <a:lnTo>
                    <a:pt x="354738" y="873662"/>
                  </a:lnTo>
                  <a:close/>
                  <a:moveTo>
                    <a:pt x="906568" y="872591"/>
                  </a:moveTo>
                  <a:lnTo>
                    <a:pt x="962502" y="872591"/>
                  </a:lnTo>
                  <a:lnTo>
                    <a:pt x="962502" y="873662"/>
                  </a:lnTo>
                  <a:lnTo>
                    <a:pt x="906568" y="873662"/>
                  </a:lnTo>
                  <a:close/>
                  <a:moveTo>
                    <a:pt x="841450" y="871520"/>
                  </a:moveTo>
                  <a:lnTo>
                    <a:pt x="859817" y="871520"/>
                  </a:lnTo>
                  <a:lnTo>
                    <a:pt x="859817" y="873662"/>
                  </a:lnTo>
                  <a:lnTo>
                    <a:pt x="841450" y="873662"/>
                  </a:lnTo>
                  <a:close/>
                  <a:moveTo>
                    <a:pt x="561778" y="872591"/>
                  </a:moveTo>
                  <a:lnTo>
                    <a:pt x="642758" y="872591"/>
                  </a:lnTo>
                  <a:lnTo>
                    <a:pt x="642758" y="873662"/>
                  </a:lnTo>
                  <a:lnTo>
                    <a:pt x="561778" y="873662"/>
                  </a:lnTo>
                  <a:close/>
                  <a:moveTo>
                    <a:pt x="353903" y="873662"/>
                  </a:moveTo>
                  <a:lnTo>
                    <a:pt x="467441" y="873662"/>
                  </a:lnTo>
                  <a:lnTo>
                    <a:pt x="467441" y="874732"/>
                  </a:lnTo>
                  <a:lnTo>
                    <a:pt x="353903" y="874732"/>
                  </a:lnTo>
                  <a:close/>
                  <a:moveTo>
                    <a:pt x="305482" y="872591"/>
                  </a:moveTo>
                  <a:lnTo>
                    <a:pt x="336371" y="872591"/>
                  </a:lnTo>
                  <a:lnTo>
                    <a:pt x="336371" y="874732"/>
                  </a:lnTo>
                  <a:lnTo>
                    <a:pt x="305482" y="874732"/>
                  </a:lnTo>
                  <a:close/>
                  <a:moveTo>
                    <a:pt x="767984" y="873662"/>
                  </a:moveTo>
                  <a:lnTo>
                    <a:pt x="823918" y="873662"/>
                  </a:lnTo>
                  <a:lnTo>
                    <a:pt x="823918" y="874732"/>
                  </a:lnTo>
                  <a:lnTo>
                    <a:pt x="767984" y="874732"/>
                  </a:lnTo>
                  <a:close/>
                  <a:moveTo>
                    <a:pt x="0" y="873662"/>
                  </a:moveTo>
                  <a:lnTo>
                    <a:pt x="275428" y="873662"/>
                  </a:lnTo>
                  <a:lnTo>
                    <a:pt x="275428" y="874732"/>
                  </a:lnTo>
                  <a:lnTo>
                    <a:pt x="0" y="874732"/>
                  </a:lnTo>
                  <a:close/>
                  <a:moveTo>
                    <a:pt x="561778" y="873662"/>
                  </a:moveTo>
                  <a:lnTo>
                    <a:pt x="656950" y="873662"/>
                  </a:lnTo>
                  <a:lnTo>
                    <a:pt x="656950" y="874732"/>
                  </a:lnTo>
                  <a:lnTo>
                    <a:pt x="561778" y="874732"/>
                  </a:lnTo>
                  <a:close/>
                  <a:moveTo>
                    <a:pt x="840615" y="873662"/>
                  </a:moveTo>
                  <a:lnTo>
                    <a:pt x="859817" y="873662"/>
                  </a:lnTo>
                  <a:lnTo>
                    <a:pt x="859817" y="874732"/>
                  </a:lnTo>
                  <a:lnTo>
                    <a:pt x="840615" y="874732"/>
                  </a:lnTo>
                  <a:close/>
                  <a:moveTo>
                    <a:pt x="879853" y="873662"/>
                  </a:moveTo>
                  <a:lnTo>
                    <a:pt x="962502" y="873662"/>
                  </a:lnTo>
                  <a:lnTo>
                    <a:pt x="962502" y="874732"/>
                  </a:lnTo>
                  <a:lnTo>
                    <a:pt x="879853" y="874732"/>
                  </a:lnTo>
                  <a:close/>
                  <a:moveTo>
                    <a:pt x="353068" y="874732"/>
                  </a:moveTo>
                  <a:lnTo>
                    <a:pt x="467441" y="874732"/>
                  </a:lnTo>
                  <a:lnTo>
                    <a:pt x="467441" y="875803"/>
                  </a:lnTo>
                  <a:lnTo>
                    <a:pt x="353068" y="875803"/>
                  </a:lnTo>
                  <a:close/>
                  <a:moveTo>
                    <a:pt x="888201" y="874732"/>
                  </a:moveTo>
                  <a:lnTo>
                    <a:pt x="963337" y="874732"/>
                  </a:lnTo>
                  <a:lnTo>
                    <a:pt x="963337" y="875803"/>
                  </a:lnTo>
                  <a:lnTo>
                    <a:pt x="888201" y="875803"/>
                  </a:lnTo>
                  <a:close/>
                  <a:moveTo>
                    <a:pt x="0" y="874732"/>
                  </a:moveTo>
                  <a:lnTo>
                    <a:pt x="273758" y="874732"/>
                  </a:lnTo>
                  <a:lnTo>
                    <a:pt x="273758" y="875803"/>
                  </a:lnTo>
                  <a:lnTo>
                    <a:pt x="0" y="875803"/>
                  </a:lnTo>
                  <a:close/>
                  <a:moveTo>
                    <a:pt x="767984" y="874732"/>
                  </a:moveTo>
                  <a:lnTo>
                    <a:pt x="824753" y="874732"/>
                  </a:lnTo>
                  <a:lnTo>
                    <a:pt x="824753" y="875803"/>
                  </a:lnTo>
                  <a:lnTo>
                    <a:pt x="767984" y="875803"/>
                  </a:lnTo>
                  <a:close/>
                  <a:moveTo>
                    <a:pt x="839780" y="874732"/>
                  </a:moveTo>
                  <a:lnTo>
                    <a:pt x="859817" y="874732"/>
                  </a:lnTo>
                  <a:lnTo>
                    <a:pt x="859817" y="875803"/>
                  </a:lnTo>
                  <a:lnTo>
                    <a:pt x="839780" y="875803"/>
                  </a:lnTo>
                  <a:close/>
                  <a:moveTo>
                    <a:pt x="304647" y="874732"/>
                  </a:moveTo>
                  <a:lnTo>
                    <a:pt x="337206" y="874732"/>
                  </a:lnTo>
                  <a:lnTo>
                    <a:pt x="337206" y="875803"/>
                  </a:lnTo>
                  <a:lnTo>
                    <a:pt x="304647" y="875803"/>
                  </a:lnTo>
                  <a:close/>
                  <a:moveTo>
                    <a:pt x="838946" y="875803"/>
                  </a:moveTo>
                  <a:lnTo>
                    <a:pt x="859817" y="875803"/>
                  </a:lnTo>
                  <a:lnTo>
                    <a:pt x="859817" y="876874"/>
                  </a:lnTo>
                  <a:lnTo>
                    <a:pt x="838946" y="876874"/>
                  </a:lnTo>
                  <a:close/>
                  <a:moveTo>
                    <a:pt x="303812" y="875803"/>
                  </a:moveTo>
                  <a:lnTo>
                    <a:pt x="312161" y="875803"/>
                  </a:lnTo>
                  <a:lnTo>
                    <a:pt x="312161" y="876874"/>
                  </a:lnTo>
                  <a:lnTo>
                    <a:pt x="303812" y="876874"/>
                  </a:lnTo>
                  <a:close/>
                  <a:moveTo>
                    <a:pt x="0" y="875803"/>
                  </a:moveTo>
                  <a:lnTo>
                    <a:pt x="272923" y="875803"/>
                  </a:lnTo>
                  <a:lnTo>
                    <a:pt x="272923" y="876874"/>
                  </a:lnTo>
                  <a:lnTo>
                    <a:pt x="0" y="876874"/>
                  </a:lnTo>
                  <a:close/>
                  <a:moveTo>
                    <a:pt x="317170" y="875803"/>
                  </a:moveTo>
                  <a:lnTo>
                    <a:pt x="337206" y="875803"/>
                  </a:lnTo>
                  <a:lnTo>
                    <a:pt x="337206" y="876874"/>
                  </a:lnTo>
                  <a:lnTo>
                    <a:pt x="317170" y="876874"/>
                  </a:lnTo>
                  <a:close/>
                  <a:moveTo>
                    <a:pt x="767984" y="875803"/>
                  </a:moveTo>
                  <a:lnTo>
                    <a:pt x="825588" y="875803"/>
                  </a:lnTo>
                  <a:lnTo>
                    <a:pt x="825588" y="876874"/>
                  </a:lnTo>
                  <a:lnTo>
                    <a:pt x="767984" y="876874"/>
                  </a:lnTo>
                  <a:close/>
                  <a:moveTo>
                    <a:pt x="889036" y="875803"/>
                  </a:moveTo>
                  <a:lnTo>
                    <a:pt x="963337" y="875803"/>
                  </a:lnTo>
                  <a:lnTo>
                    <a:pt x="963337" y="876874"/>
                  </a:lnTo>
                  <a:lnTo>
                    <a:pt x="889036" y="876874"/>
                  </a:lnTo>
                  <a:close/>
                  <a:moveTo>
                    <a:pt x="352233" y="875803"/>
                  </a:moveTo>
                  <a:lnTo>
                    <a:pt x="467441" y="875803"/>
                  </a:lnTo>
                  <a:lnTo>
                    <a:pt x="467441" y="876874"/>
                  </a:lnTo>
                  <a:lnTo>
                    <a:pt x="352233" y="876874"/>
                  </a:lnTo>
                  <a:close/>
                  <a:moveTo>
                    <a:pt x="837276" y="876874"/>
                  </a:moveTo>
                  <a:lnTo>
                    <a:pt x="859817" y="876874"/>
                  </a:lnTo>
                  <a:lnTo>
                    <a:pt x="859817" y="877944"/>
                  </a:lnTo>
                  <a:lnTo>
                    <a:pt x="837276" y="877944"/>
                  </a:lnTo>
                  <a:close/>
                  <a:moveTo>
                    <a:pt x="318839" y="876874"/>
                  </a:moveTo>
                  <a:lnTo>
                    <a:pt x="338876" y="876874"/>
                  </a:lnTo>
                  <a:lnTo>
                    <a:pt x="338876" y="877944"/>
                  </a:lnTo>
                  <a:lnTo>
                    <a:pt x="318839" y="877944"/>
                  </a:lnTo>
                  <a:close/>
                  <a:moveTo>
                    <a:pt x="767984" y="876874"/>
                  </a:moveTo>
                  <a:lnTo>
                    <a:pt x="827258" y="876874"/>
                  </a:lnTo>
                  <a:lnTo>
                    <a:pt x="827258" y="877944"/>
                  </a:lnTo>
                  <a:lnTo>
                    <a:pt x="767984" y="877944"/>
                  </a:lnTo>
                  <a:close/>
                  <a:moveTo>
                    <a:pt x="889871" y="876874"/>
                  </a:moveTo>
                  <a:lnTo>
                    <a:pt x="962502" y="876874"/>
                  </a:lnTo>
                  <a:lnTo>
                    <a:pt x="962502" y="877944"/>
                  </a:lnTo>
                  <a:lnTo>
                    <a:pt x="889871" y="877944"/>
                  </a:lnTo>
                  <a:close/>
                  <a:moveTo>
                    <a:pt x="351398" y="876874"/>
                  </a:moveTo>
                  <a:lnTo>
                    <a:pt x="468276" y="876874"/>
                  </a:lnTo>
                  <a:lnTo>
                    <a:pt x="468276" y="877944"/>
                  </a:lnTo>
                  <a:lnTo>
                    <a:pt x="351398" y="877944"/>
                  </a:lnTo>
                  <a:close/>
                  <a:moveTo>
                    <a:pt x="302977" y="876874"/>
                  </a:moveTo>
                  <a:lnTo>
                    <a:pt x="310491" y="876874"/>
                  </a:lnTo>
                  <a:lnTo>
                    <a:pt x="310491" y="877944"/>
                  </a:lnTo>
                  <a:lnTo>
                    <a:pt x="302977" y="877944"/>
                  </a:lnTo>
                  <a:close/>
                  <a:moveTo>
                    <a:pt x="681161" y="876874"/>
                  </a:moveTo>
                  <a:lnTo>
                    <a:pt x="694518" y="876874"/>
                  </a:lnTo>
                  <a:lnTo>
                    <a:pt x="694518" y="877944"/>
                  </a:lnTo>
                  <a:lnTo>
                    <a:pt x="681161" y="877944"/>
                  </a:lnTo>
                  <a:close/>
                  <a:moveTo>
                    <a:pt x="0" y="876874"/>
                  </a:moveTo>
                  <a:lnTo>
                    <a:pt x="272088" y="876874"/>
                  </a:lnTo>
                  <a:lnTo>
                    <a:pt x="272088" y="877944"/>
                  </a:lnTo>
                  <a:lnTo>
                    <a:pt x="0" y="877944"/>
                  </a:lnTo>
                  <a:close/>
                  <a:moveTo>
                    <a:pt x="350563" y="877944"/>
                  </a:moveTo>
                  <a:lnTo>
                    <a:pt x="468276" y="877944"/>
                  </a:lnTo>
                  <a:lnTo>
                    <a:pt x="468276" y="879015"/>
                  </a:lnTo>
                  <a:lnTo>
                    <a:pt x="350563" y="879015"/>
                  </a:lnTo>
                  <a:close/>
                  <a:moveTo>
                    <a:pt x="890706" y="877944"/>
                  </a:moveTo>
                  <a:lnTo>
                    <a:pt x="913247" y="877944"/>
                  </a:lnTo>
                  <a:lnTo>
                    <a:pt x="913247" y="879015"/>
                  </a:lnTo>
                  <a:lnTo>
                    <a:pt x="890706" y="879015"/>
                  </a:lnTo>
                  <a:close/>
                  <a:moveTo>
                    <a:pt x="0" y="877944"/>
                  </a:moveTo>
                  <a:lnTo>
                    <a:pt x="271253" y="877944"/>
                  </a:lnTo>
                  <a:lnTo>
                    <a:pt x="271253" y="879015"/>
                  </a:lnTo>
                  <a:lnTo>
                    <a:pt x="0" y="879015"/>
                  </a:lnTo>
                  <a:close/>
                  <a:moveTo>
                    <a:pt x="680326" y="877944"/>
                  </a:moveTo>
                  <a:lnTo>
                    <a:pt x="698692" y="877944"/>
                  </a:lnTo>
                  <a:lnTo>
                    <a:pt x="698692" y="879015"/>
                  </a:lnTo>
                  <a:lnTo>
                    <a:pt x="680326" y="879015"/>
                  </a:lnTo>
                  <a:close/>
                  <a:moveTo>
                    <a:pt x="767149" y="877944"/>
                  </a:moveTo>
                  <a:lnTo>
                    <a:pt x="828928" y="877944"/>
                  </a:lnTo>
                  <a:lnTo>
                    <a:pt x="828928" y="879015"/>
                  </a:lnTo>
                  <a:lnTo>
                    <a:pt x="767149" y="879015"/>
                  </a:lnTo>
                  <a:close/>
                  <a:moveTo>
                    <a:pt x="923265" y="877944"/>
                  </a:moveTo>
                  <a:lnTo>
                    <a:pt x="962502" y="877944"/>
                  </a:lnTo>
                  <a:lnTo>
                    <a:pt x="962502" y="879015"/>
                  </a:lnTo>
                  <a:lnTo>
                    <a:pt x="923265" y="879015"/>
                  </a:lnTo>
                  <a:close/>
                  <a:moveTo>
                    <a:pt x="302143" y="877944"/>
                  </a:moveTo>
                  <a:lnTo>
                    <a:pt x="307986" y="877944"/>
                  </a:lnTo>
                  <a:lnTo>
                    <a:pt x="307986" y="879015"/>
                  </a:lnTo>
                  <a:lnTo>
                    <a:pt x="302143" y="879015"/>
                  </a:lnTo>
                  <a:close/>
                  <a:moveTo>
                    <a:pt x="835606" y="877944"/>
                  </a:moveTo>
                  <a:lnTo>
                    <a:pt x="859817" y="877944"/>
                  </a:lnTo>
                  <a:lnTo>
                    <a:pt x="859817" y="879015"/>
                  </a:lnTo>
                  <a:lnTo>
                    <a:pt x="835606" y="879015"/>
                  </a:lnTo>
                  <a:close/>
                  <a:moveTo>
                    <a:pt x="322179" y="877944"/>
                  </a:moveTo>
                  <a:lnTo>
                    <a:pt x="339710" y="877944"/>
                  </a:lnTo>
                  <a:lnTo>
                    <a:pt x="339710" y="879015"/>
                  </a:lnTo>
                  <a:lnTo>
                    <a:pt x="322179" y="879015"/>
                  </a:lnTo>
                  <a:close/>
                  <a:moveTo>
                    <a:pt x="301308" y="879015"/>
                  </a:moveTo>
                  <a:lnTo>
                    <a:pt x="307152" y="879015"/>
                  </a:lnTo>
                  <a:lnTo>
                    <a:pt x="307152" y="880086"/>
                  </a:lnTo>
                  <a:lnTo>
                    <a:pt x="301308" y="880086"/>
                  </a:lnTo>
                  <a:close/>
                  <a:moveTo>
                    <a:pt x="834771" y="879015"/>
                  </a:moveTo>
                  <a:lnTo>
                    <a:pt x="859817" y="879015"/>
                  </a:lnTo>
                  <a:lnTo>
                    <a:pt x="859817" y="880086"/>
                  </a:lnTo>
                  <a:lnTo>
                    <a:pt x="834771" y="880086"/>
                  </a:lnTo>
                  <a:close/>
                  <a:moveTo>
                    <a:pt x="679491" y="879015"/>
                  </a:moveTo>
                  <a:lnTo>
                    <a:pt x="705371" y="879015"/>
                  </a:lnTo>
                  <a:lnTo>
                    <a:pt x="705371" y="880086"/>
                  </a:lnTo>
                  <a:lnTo>
                    <a:pt x="679491" y="880086"/>
                  </a:lnTo>
                  <a:close/>
                  <a:moveTo>
                    <a:pt x="0" y="879015"/>
                  </a:moveTo>
                  <a:lnTo>
                    <a:pt x="270419" y="879015"/>
                  </a:lnTo>
                  <a:lnTo>
                    <a:pt x="270419" y="880086"/>
                  </a:lnTo>
                  <a:lnTo>
                    <a:pt x="0" y="880086"/>
                  </a:lnTo>
                  <a:close/>
                  <a:moveTo>
                    <a:pt x="561778" y="874732"/>
                  </a:moveTo>
                  <a:lnTo>
                    <a:pt x="657785" y="874732"/>
                  </a:lnTo>
                  <a:lnTo>
                    <a:pt x="657785" y="880086"/>
                  </a:lnTo>
                  <a:lnTo>
                    <a:pt x="561778" y="880086"/>
                  </a:lnTo>
                  <a:close/>
                  <a:moveTo>
                    <a:pt x="892375" y="879015"/>
                  </a:moveTo>
                  <a:lnTo>
                    <a:pt x="911577" y="879015"/>
                  </a:lnTo>
                  <a:lnTo>
                    <a:pt x="911577" y="880086"/>
                  </a:lnTo>
                  <a:lnTo>
                    <a:pt x="892375" y="880086"/>
                  </a:lnTo>
                  <a:close/>
                  <a:moveTo>
                    <a:pt x="325518" y="879015"/>
                  </a:moveTo>
                  <a:lnTo>
                    <a:pt x="340545" y="879015"/>
                  </a:lnTo>
                  <a:lnTo>
                    <a:pt x="340545" y="880086"/>
                  </a:lnTo>
                  <a:lnTo>
                    <a:pt x="325518" y="880086"/>
                  </a:lnTo>
                  <a:close/>
                  <a:moveTo>
                    <a:pt x="349729" y="879015"/>
                  </a:moveTo>
                  <a:lnTo>
                    <a:pt x="469111" y="879015"/>
                  </a:lnTo>
                  <a:lnTo>
                    <a:pt x="469111" y="880086"/>
                  </a:lnTo>
                  <a:lnTo>
                    <a:pt x="349729" y="880086"/>
                  </a:lnTo>
                  <a:close/>
                  <a:moveTo>
                    <a:pt x="766314" y="879015"/>
                  </a:moveTo>
                  <a:lnTo>
                    <a:pt x="830597" y="879015"/>
                  </a:lnTo>
                  <a:lnTo>
                    <a:pt x="830597" y="880086"/>
                  </a:lnTo>
                  <a:lnTo>
                    <a:pt x="766314" y="880086"/>
                  </a:lnTo>
                  <a:close/>
                  <a:moveTo>
                    <a:pt x="326353" y="880086"/>
                  </a:moveTo>
                  <a:lnTo>
                    <a:pt x="470781" y="880086"/>
                  </a:lnTo>
                  <a:lnTo>
                    <a:pt x="470781" y="881156"/>
                  </a:lnTo>
                  <a:lnTo>
                    <a:pt x="326353" y="881156"/>
                  </a:lnTo>
                  <a:close/>
                  <a:moveTo>
                    <a:pt x="765480" y="880086"/>
                  </a:moveTo>
                  <a:lnTo>
                    <a:pt x="858982" y="880086"/>
                  </a:lnTo>
                  <a:lnTo>
                    <a:pt x="858982" y="881156"/>
                  </a:lnTo>
                  <a:lnTo>
                    <a:pt x="765480" y="881156"/>
                  </a:lnTo>
                  <a:close/>
                  <a:moveTo>
                    <a:pt x="678656" y="880086"/>
                  </a:moveTo>
                  <a:lnTo>
                    <a:pt x="724572" y="880086"/>
                  </a:lnTo>
                  <a:lnTo>
                    <a:pt x="724572" y="881156"/>
                  </a:lnTo>
                  <a:lnTo>
                    <a:pt x="678656" y="881156"/>
                  </a:lnTo>
                  <a:close/>
                  <a:moveTo>
                    <a:pt x="0" y="880086"/>
                  </a:moveTo>
                  <a:lnTo>
                    <a:pt x="85084" y="880086"/>
                  </a:lnTo>
                  <a:lnTo>
                    <a:pt x="85084" y="881156"/>
                  </a:lnTo>
                  <a:lnTo>
                    <a:pt x="0" y="881156"/>
                  </a:lnTo>
                  <a:close/>
                  <a:moveTo>
                    <a:pt x="893210" y="880086"/>
                  </a:moveTo>
                  <a:lnTo>
                    <a:pt x="911577" y="880086"/>
                  </a:lnTo>
                  <a:lnTo>
                    <a:pt x="911577" y="881156"/>
                  </a:lnTo>
                  <a:lnTo>
                    <a:pt x="893210" y="881156"/>
                  </a:lnTo>
                  <a:close/>
                  <a:moveTo>
                    <a:pt x="925769" y="879015"/>
                  </a:moveTo>
                  <a:lnTo>
                    <a:pt x="962502" y="879015"/>
                  </a:lnTo>
                  <a:lnTo>
                    <a:pt x="962502" y="881156"/>
                  </a:lnTo>
                  <a:lnTo>
                    <a:pt x="925769" y="881156"/>
                  </a:lnTo>
                  <a:close/>
                  <a:moveTo>
                    <a:pt x="299638" y="880086"/>
                  </a:moveTo>
                  <a:lnTo>
                    <a:pt x="307152" y="880086"/>
                  </a:lnTo>
                  <a:lnTo>
                    <a:pt x="307152" y="881156"/>
                  </a:lnTo>
                  <a:lnTo>
                    <a:pt x="299638" y="881156"/>
                  </a:lnTo>
                  <a:close/>
                  <a:moveTo>
                    <a:pt x="561778" y="880086"/>
                  </a:moveTo>
                  <a:lnTo>
                    <a:pt x="656950" y="880086"/>
                  </a:lnTo>
                  <a:lnTo>
                    <a:pt x="656950" y="881156"/>
                  </a:lnTo>
                  <a:lnTo>
                    <a:pt x="561778" y="881156"/>
                  </a:lnTo>
                  <a:close/>
                  <a:moveTo>
                    <a:pt x="89258" y="880086"/>
                  </a:moveTo>
                  <a:lnTo>
                    <a:pt x="269584" y="880086"/>
                  </a:lnTo>
                  <a:lnTo>
                    <a:pt x="269584" y="881156"/>
                  </a:lnTo>
                  <a:lnTo>
                    <a:pt x="89258" y="881156"/>
                  </a:lnTo>
                  <a:close/>
                  <a:moveTo>
                    <a:pt x="764645" y="881156"/>
                  </a:moveTo>
                  <a:lnTo>
                    <a:pt x="858982" y="881156"/>
                  </a:lnTo>
                  <a:lnTo>
                    <a:pt x="858982" y="882227"/>
                  </a:lnTo>
                  <a:lnTo>
                    <a:pt x="764645" y="882227"/>
                  </a:lnTo>
                  <a:close/>
                  <a:moveTo>
                    <a:pt x="561778" y="881156"/>
                  </a:moveTo>
                  <a:lnTo>
                    <a:pt x="656115" y="881156"/>
                  </a:lnTo>
                  <a:lnTo>
                    <a:pt x="656115" y="882227"/>
                  </a:lnTo>
                  <a:lnTo>
                    <a:pt x="561778" y="882227"/>
                  </a:lnTo>
                  <a:close/>
                  <a:moveTo>
                    <a:pt x="328023" y="881156"/>
                  </a:moveTo>
                  <a:lnTo>
                    <a:pt x="471615" y="881156"/>
                  </a:lnTo>
                  <a:lnTo>
                    <a:pt x="471615" y="882227"/>
                  </a:lnTo>
                  <a:lnTo>
                    <a:pt x="328023" y="882227"/>
                  </a:lnTo>
                  <a:close/>
                  <a:moveTo>
                    <a:pt x="97606" y="881156"/>
                  </a:moveTo>
                  <a:lnTo>
                    <a:pt x="268749" y="881156"/>
                  </a:lnTo>
                  <a:lnTo>
                    <a:pt x="268749" y="882227"/>
                  </a:lnTo>
                  <a:lnTo>
                    <a:pt x="97606" y="882227"/>
                  </a:lnTo>
                  <a:close/>
                  <a:moveTo>
                    <a:pt x="678656" y="881156"/>
                  </a:moveTo>
                  <a:lnTo>
                    <a:pt x="732921" y="881156"/>
                  </a:lnTo>
                  <a:lnTo>
                    <a:pt x="732921" y="882227"/>
                  </a:lnTo>
                  <a:lnTo>
                    <a:pt x="678656" y="882227"/>
                  </a:lnTo>
                  <a:close/>
                  <a:moveTo>
                    <a:pt x="298803" y="881156"/>
                  </a:moveTo>
                  <a:lnTo>
                    <a:pt x="307152" y="881156"/>
                  </a:lnTo>
                  <a:lnTo>
                    <a:pt x="307152" y="882227"/>
                  </a:lnTo>
                  <a:lnTo>
                    <a:pt x="298803" y="882227"/>
                  </a:lnTo>
                  <a:close/>
                  <a:moveTo>
                    <a:pt x="0" y="881156"/>
                  </a:moveTo>
                  <a:lnTo>
                    <a:pt x="81744" y="881156"/>
                  </a:lnTo>
                  <a:lnTo>
                    <a:pt x="81744" y="882227"/>
                  </a:lnTo>
                  <a:lnTo>
                    <a:pt x="0" y="882227"/>
                  </a:lnTo>
                  <a:close/>
                  <a:moveTo>
                    <a:pt x="893210" y="881156"/>
                  </a:moveTo>
                  <a:lnTo>
                    <a:pt x="910742" y="881156"/>
                  </a:lnTo>
                  <a:lnTo>
                    <a:pt x="910742" y="882227"/>
                  </a:lnTo>
                  <a:lnTo>
                    <a:pt x="893210" y="882227"/>
                  </a:lnTo>
                  <a:close/>
                  <a:moveTo>
                    <a:pt x="0" y="882227"/>
                  </a:moveTo>
                  <a:lnTo>
                    <a:pt x="80910" y="882227"/>
                  </a:lnTo>
                  <a:lnTo>
                    <a:pt x="80910" y="883298"/>
                  </a:lnTo>
                  <a:lnTo>
                    <a:pt x="0" y="883298"/>
                  </a:lnTo>
                  <a:close/>
                  <a:moveTo>
                    <a:pt x="763810" y="882227"/>
                  </a:moveTo>
                  <a:lnTo>
                    <a:pt x="856477" y="882227"/>
                  </a:lnTo>
                  <a:lnTo>
                    <a:pt x="856477" y="883298"/>
                  </a:lnTo>
                  <a:lnTo>
                    <a:pt x="763810" y="883298"/>
                  </a:lnTo>
                  <a:close/>
                  <a:moveTo>
                    <a:pt x="297968" y="882227"/>
                  </a:moveTo>
                  <a:lnTo>
                    <a:pt x="306317" y="882227"/>
                  </a:lnTo>
                  <a:lnTo>
                    <a:pt x="306317" y="883298"/>
                  </a:lnTo>
                  <a:lnTo>
                    <a:pt x="297968" y="883298"/>
                  </a:lnTo>
                  <a:close/>
                  <a:moveTo>
                    <a:pt x="893210" y="882227"/>
                  </a:moveTo>
                  <a:lnTo>
                    <a:pt x="909907" y="882227"/>
                  </a:lnTo>
                  <a:lnTo>
                    <a:pt x="909907" y="883298"/>
                  </a:lnTo>
                  <a:lnTo>
                    <a:pt x="893210" y="883298"/>
                  </a:lnTo>
                  <a:close/>
                  <a:moveTo>
                    <a:pt x="926604" y="881156"/>
                  </a:moveTo>
                  <a:lnTo>
                    <a:pt x="962502" y="881156"/>
                  </a:lnTo>
                  <a:lnTo>
                    <a:pt x="962502" y="883298"/>
                  </a:lnTo>
                  <a:lnTo>
                    <a:pt x="926604" y="883298"/>
                  </a:lnTo>
                  <a:close/>
                  <a:moveTo>
                    <a:pt x="678656" y="882227"/>
                  </a:moveTo>
                  <a:lnTo>
                    <a:pt x="740434" y="882227"/>
                  </a:lnTo>
                  <a:lnTo>
                    <a:pt x="740434" y="883298"/>
                  </a:lnTo>
                  <a:lnTo>
                    <a:pt x="678656" y="883298"/>
                  </a:lnTo>
                  <a:close/>
                  <a:moveTo>
                    <a:pt x="331362" y="882227"/>
                  </a:moveTo>
                  <a:lnTo>
                    <a:pt x="472450" y="882227"/>
                  </a:lnTo>
                  <a:lnTo>
                    <a:pt x="472450" y="883298"/>
                  </a:lnTo>
                  <a:lnTo>
                    <a:pt x="331362" y="883298"/>
                  </a:lnTo>
                  <a:close/>
                  <a:moveTo>
                    <a:pt x="115973" y="882227"/>
                  </a:moveTo>
                  <a:lnTo>
                    <a:pt x="267079" y="882227"/>
                  </a:lnTo>
                  <a:lnTo>
                    <a:pt x="267079" y="883298"/>
                  </a:lnTo>
                  <a:lnTo>
                    <a:pt x="115973" y="883298"/>
                  </a:lnTo>
                  <a:close/>
                  <a:moveTo>
                    <a:pt x="678656" y="883298"/>
                  </a:moveTo>
                  <a:lnTo>
                    <a:pt x="752122" y="883298"/>
                  </a:lnTo>
                  <a:lnTo>
                    <a:pt x="752122" y="884368"/>
                  </a:lnTo>
                  <a:lnTo>
                    <a:pt x="678656" y="884368"/>
                  </a:lnTo>
                  <a:close/>
                  <a:moveTo>
                    <a:pt x="894045" y="883298"/>
                  </a:moveTo>
                  <a:lnTo>
                    <a:pt x="909907" y="883298"/>
                  </a:lnTo>
                  <a:lnTo>
                    <a:pt x="909907" y="884368"/>
                  </a:lnTo>
                  <a:lnTo>
                    <a:pt x="894045" y="884368"/>
                  </a:lnTo>
                  <a:close/>
                  <a:moveTo>
                    <a:pt x="927439" y="883298"/>
                  </a:moveTo>
                  <a:lnTo>
                    <a:pt x="962502" y="883298"/>
                  </a:lnTo>
                  <a:lnTo>
                    <a:pt x="962502" y="884368"/>
                  </a:lnTo>
                  <a:lnTo>
                    <a:pt x="927439" y="884368"/>
                  </a:lnTo>
                  <a:close/>
                  <a:moveTo>
                    <a:pt x="333032" y="883298"/>
                  </a:moveTo>
                  <a:lnTo>
                    <a:pt x="545081" y="883298"/>
                  </a:lnTo>
                  <a:lnTo>
                    <a:pt x="545081" y="884368"/>
                  </a:lnTo>
                  <a:lnTo>
                    <a:pt x="333032" y="884368"/>
                  </a:lnTo>
                  <a:close/>
                  <a:moveTo>
                    <a:pt x="0" y="883298"/>
                  </a:moveTo>
                  <a:lnTo>
                    <a:pt x="80075" y="883298"/>
                  </a:lnTo>
                  <a:lnTo>
                    <a:pt x="80075" y="884368"/>
                  </a:lnTo>
                  <a:lnTo>
                    <a:pt x="0" y="884368"/>
                  </a:lnTo>
                  <a:close/>
                  <a:moveTo>
                    <a:pt x="755461" y="883298"/>
                  </a:moveTo>
                  <a:lnTo>
                    <a:pt x="758801" y="883298"/>
                  </a:lnTo>
                  <a:lnTo>
                    <a:pt x="758801" y="884368"/>
                  </a:lnTo>
                  <a:lnTo>
                    <a:pt x="755461" y="884368"/>
                  </a:lnTo>
                  <a:close/>
                  <a:moveTo>
                    <a:pt x="761305" y="883298"/>
                  </a:moveTo>
                  <a:lnTo>
                    <a:pt x="855642" y="883298"/>
                  </a:lnTo>
                  <a:lnTo>
                    <a:pt x="855642" y="884368"/>
                  </a:lnTo>
                  <a:lnTo>
                    <a:pt x="761305" y="884368"/>
                  </a:lnTo>
                  <a:close/>
                  <a:moveTo>
                    <a:pt x="983373" y="856531"/>
                  </a:moveTo>
                  <a:lnTo>
                    <a:pt x="1000000" y="856531"/>
                  </a:lnTo>
                  <a:lnTo>
                    <a:pt x="1000000" y="884368"/>
                  </a:lnTo>
                  <a:lnTo>
                    <a:pt x="983373" y="884368"/>
                  </a:lnTo>
                  <a:close/>
                  <a:moveTo>
                    <a:pt x="297134" y="883298"/>
                  </a:moveTo>
                  <a:lnTo>
                    <a:pt x="305482" y="883298"/>
                  </a:lnTo>
                  <a:lnTo>
                    <a:pt x="305482" y="884368"/>
                  </a:lnTo>
                  <a:lnTo>
                    <a:pt x="297134" y="884368"/>
                  </a:lnTo>
                  <a:close/>
                  <a:moveTo>
                    <a:pt x="121817" y="883298"/>
                  </a:moveTo>
                  <a:lnTo>
                    <a:pt x="266244" y="883298"/>
                  </a:lnTo>
                  <a:lnTo>
                    <a:pt x="266244" y="884368"/>
                  </a:lnTo>
                  <a:lnTo>
                    <a:pt x="121817" y="884368"/>
                  </a:lnTo>
                  <a:close/>
                  <a:moveTo>
                    <a:pt x="296299" y="884368"/>
                  </a:moveTo>
                  <a:lnTo>
                    <a:pt x="305482" y="884368"/>
                  </a:lnTo>
                  <a:lnTo>
                    <a:pt x="305482" y="885439"/>
                  </a:lnTo>
                  <a:lnTo>
                    <a:pt x="296299" y="885439"/>
                  </a:lnTo>
                  <a:close/>
                  <a:moveTo>
                    <a:pt x="130165" y="884368"/>
                  </a:moveTo>
                  <a:lnTo>
                    <a:pt x="266244" y="884368"/>
                  </a:lnTo>
                  <a:lnTo>
                    <a:pt x="266244" y="885439"/>
                  </a:lnTo>
                  <a:lnTo>
                    <a:pt x="130165" y="885439"/>
                  </a:lnTo>
                  <a:close/>
                  <a:moveTo>
                    <a:pt x="677821" y="884368"/>
                  </a:moveTo>
                  <a:lnTo>
                    <a:pt x="853138" y="884368"/>
                  </a:lnTo>
                  <a:lnTo>
                    <a:pt x="853138" y="885439"/>
                  </a:lnTo>
                  <a:lnTo>
                    <a:pt x="677821" y="885439"/>
                  </a:lnTo>
                  <a:close/>
                  <a:moveTo>
                    <a:pt x="894045" y="884368"/>
                  </a:moveTo>
                  <a:lnTo>
                    <a:pt x="909072" y="884368"/>
                  </a:lnTo>
                  <a:lnTo>
                    <a:pt x="909072" y="885439"/>
                  </a:lnTo>
                  <a:lnTo>
                    <a:pt x="894045" y="885439"/>
                  </a:lnTo>
                  <a:close/>
                  <a:moveTo>
                    <a:pt x="334701" y="884368"/>
                  </a:moveTo>
                  <a:lnTo>
                    <a:pt x="546751" y="884368"/>
                  </a:lnTo>
                  <a:lnTo>
                    <a:pt x="546751" y="885439"/>
                  </a:lnTo>
                  <a:lnTo>
                    <a:pt x="334701" y="885439"/>
                  </a:lnTo>
                  <a:close/>
                  <a:moveTo>
                    <a:pt x="0" y="884368"/>
                  </a:moveTo>
                  <a:lnTo>
                    <a:pt x="79240" y="884368"/>
                  </a:lnTo>
                  <a:lnTo>
                    <a:pt x="79240" y="885439"/>
                  </a:lnTo>
                  <a:lnTo>
                    <a:pt x="0" y="885439"/>
                  </a:lnTo>
                  <a:close/>
                  <a:moveTo>
                    <a:pt x="295464" y="885439"/>
                  </a:moveTo>
                  <a:lnTo>
                    <a:pt x="304647" y="885439"/>
                  </a:lnTo>
                  <a:lnTo>
                    <a:pt x="304647" y="886510"/>
                  </a:lnTo>
                  <a:lnTo>
                    <a:pt x="295464" y="886510"/>
                  </a:lnTo>
                  <a:close/>
                  <a:moveTo>
                    <a:pt x="148532" y="885439"/>
                  </a:moveTo>
                  <a:lnTo>
                    <a:pt x="264575" y="885439"/>
                  </a:lnTo>
                  <a:lnTo>
                    <a:pt x="264575" y="886510"/>
                  </a:lnTo>
                  <a:lnTo>
                    <a:pt x="148532" y="886510"/>
                  </a:lnTo>
                  <a:close/>
                  <a:moveTo>
                    <a:pt x="338041" y="885439"/>
                  </a:moveTo>
                  <a:lnTo>
                    <a:pt x="546751" y="885439"/>
                  </a:lnTo>
                  <a:lnTo>
                    <a:pt x="546751" y="886510"/>
                  </a:lnTo>
                  <a:lnTo>
                    <a:pt x="338041" y="886510"/>
                  </a:lnTo>
                  <a:close/>
                  <a:moveTo>
                    <a:pt x="676986" y="885439"/>
                  </a:moveTo>
                  <a:lnTo>
                    <a:pt x="712885" y="885439"/>
                  </a:lnTo>
                  <a:lnTo>
                    <a:pt x="712885" y="886510"/>
                  </a:lnTo>
                  <a:lnTo>
                    <a:pt x="676986" y="886510"/>
                  </a:lnTo>
                  <a:close/>
                  <a:moveTo>
                    <a:pt x="722903" y="885439"/>
                  </a:moveTo>
                  <a:lnTo>
                    <a:pt x="846459" y="885439"/>
                  </a:lnTo>
                  <a:lnTo>
                    <a:pt x="846459" y="886510"/>
                  </a:lnTo>
                  <a:lnTo>
                    <a:pt x="722903" y="886510"/>
                  </a:lnTo>
                  <a:close/>
                  <a:moveTo>
                    <a:pt x="928274" y="884368"/>
                  </a:moveTo>
                  <a:lnTo>
                    <a:pt x="962502" y="884368"/>
                  </a:lnTo>
                  <a:lnTo>
                    <a:pt x="962502" y="886510"/>
                  </a:lnTo>
                  <a:lnTo>
                    <a:pt x="928274" y="886510"/>
                  </a:lnTo>
                  <a:close/>
                  <a:moveTo>
                    <a:pt x="676986" y="886510"/>
                  </a:moveTo>
                  <a:lnTo>
                    <a:pt x="712050" y="886510"/>
                  </a:lnTo>
                  <a:lnTo>
                    <a:pt x="712050" y="887580"/>
                  </a:lnTo>
                  <a:lnTo>
                    <a:pt x="676986" y="887580"/>
                  </a:lnTo>
                  <a:close/>
                  <a:moveTo>
                    <a:pt x="561778" y="882227"/>
                  </a:moveTo>
                  <a:lnTo>
                    <a:pt x="655281" y="882227"/>
                  </a:lnTo>
                  <a:lnTo>
                    <a:pt x="655281" y="887580"/>
                  </a:lnTo>
                  <a:lnTo>
                    <a:pt x="561778" y="887580"/>
                  </a:lnTo>
                  <a:close/>
                  <a:moveTo>
                    <a:pt x="929108" y="886510"/>
                  </a:moveTo>
                  <a:lnTo>
                    <a:pt x="941631" y="886510"/>
                  </a:lnTo>
                  <a:lnTo>
                    <a:pt x="941631" y="887580"/>
                  </a:lnTo>
                  <a:lnTo>
                    <a:pt x="929108" y="887580"/>
                  </a:lnTo>
                  <a:close/>
                  <a:moveTo>
                    <a:pt x="339710" y="886510"/>
                  </a:moveTo>
                  <a:lnTo>
                    <a:pt x="546751" y="886510"/>
                  </a:lnTo>
                  <a:lnTo>
                    <a:pt x="546751" y="887580"/>
                  </a:lnTo>
                  <a:lnTo>
                    <a:pt x="339710" y="887580"/>
                  </a:lnTo>
                  <a:close/>
                  <a:moveTo>
                    <a:pt x="294629" y="886510"/>
                  </a:moveTo>
                  <a:lnTo>
                    <a:pt x="304647" y="886510"/>
                  </a:lnTo>
                  <a:lnTo>
                    <a:pt x="304647" y="887580"/>
                  </a:lnTo>
                  <a:lnTo>
                    <a:pt x="294629" y="887580"/>
                  </a:lnTo>
                  <a:close/>
                  <a:moveTo>
                    <a:pt x="723738" y="886510"/>
                  </a:moveTo>
                  <a:lnTo>
                    <a:pt x="843955" y="886510"/>
                  </a:lnTo>
                  <a:lnTo>
                    <a:pt x="843955" y="887580"/>
                  </a:lnTo>
                  <a:lnTo>
                    <a:pt x="723738" y="887580"/>
                  </a:lnTo>
                  <a:close/>
                  <a:moveTo>
                    <a:pt x="945805" y="886510"/>
                  </a:moveTo>
                  <a:lnTo>
                    <a:pt x="962502" y="886510"/>
                  </a:lnTo>
                  <a:lnTo>
                    <a:pt x="962502" y="887580"/>
                  </a:lnTo>
                  <a:lnTo>
                    <a:pt x="945805" y="887580"/>
                  </a:lnTo>
                  <a:close/>
                  <a:moveTo>
                    <a:pt x="156045" y="886510"/>
                  </a:moveTo>
                  <a:lnTo>
                    <a:pt x="263740" y="886510"/>
                  </a:lnTo>
                  <a:lnTo>
                    <a:pt x="263740" y="887580"/>
                  </a:lnTo>
                  <a:lnTo>
                    <a:pt x="156045" y="887580"/>
                  </a:lnTo>
                  <a:close/>
                  <a:moveTo>
                    <a:pt x="676152" y="887580"/>
                  </a:moveTo>
                  <a:lnTo>
                    <a:pt x="711215" y="887580"/>
                  </a:lnTo>
                  <a:lnTo>
                    <a:pt x="711215" y="888651"/>
                  </a:lnTo>
                  <a:lnTo>
                    <a:pt x="676152" y="888651"/>
                  </a:lnTo>
                  <a:close/>
                  <a:moveTo>
                    <a:pt x="929108" y="887580"/>
                  </a:moveTo>
                  <a:lnTo>
                    <a:pt x="939127" y="887580"/>
                  </a:lnTo>
                  <a:lnTo>
                    <a:pt x="939127" y="888651"/>
                  </a:lnTo>
                  <a:lnTo>
                    <a:pt x="929108" y="888651"/>
                  </a:lnTo>
                  <a:close/>
                  <a:moveTo>
                    <a:pt x="948310" y="887580"/>
                  </a:moveTo>
                  <a:lnTo>
                    <a:pt x="962502" y="887580"/>
                  </a:lnTo>
                  <a:lnTo>
                    <a:pt x="962502" y="888651"/>
                  </a:lnTo>
                  <a:lnTo>
                    <a:pt x="948310" y="888651"/>
                  </a:lnTo>
                  <a:close/>
                  <a:moveTo>
                    <a:pt x="157715" y="887580"/>
                  </a:moveTo>
                  <a:lnTo>
                    <a:pt x="262905" y="887580"/>
                  </a:lnTo>
                  <a:lnTo>
                    <a:pt x="262905" y="888651"/>
                  </a:lnTo>
                  <a:lnTo>
                    <a:pt x="157715" y="888651"/>
                  </a:lnTo>
                  <a:close/>
                  <a:moveTo>
                    <a:pt x="982538" y="884368"/>
                  </a:moveTo>
                  <a:lnTo>
                    <a:pt x="1000000" y="884368"/>
                  </a:lnTo>
                  <a:lnTo>
                    <a:pt x="1000000" y="888651"/>
                  </a:lnTo>
                  <a:lnTo>
                    <a:pt x="982538" y="888651"/>
                  </a:lnTo>
                  <a:close/>
                  <a:moveTo>
                    <a:pt x="724572" y="887580"/>
                  </a:moveTo>
                  <a:lnTo>
                    <a:pt x="842285" y="887580"/>
                  </a:lnTo>
                  <a:lnTo>
                    <a:pt x="842285" y="888651"/>
                  </a:lnTo>
                  <a:lnTo>
                    <a:pt x="724572" y="888651"/>
                  </a:lnTo>
                  <a:close/>
                  <a:moveTo>
                    <a:pt x="340545" y="887580"/>
                  </a:moveTo>
                  <a:lnTo>
                    <a:pt x="546751" y="887580"/>
                  </a:lnTo>
                  <a:lnTo>
                    <a:pt x="546751" y="888651"/>
                  </a:lnTo>
                  <a:lnTo>
                    <a:pt x="340545" y="888651"/>
                  </a:lnTo>
                  <a:close/>
                  <a:moveTo>
                    <a:pt x="561778" y="887580"/>
                  </a:moveTo>
                  <a:lnTo>
                    <a:pt x="654446" y="887580"/>
                  </a:lnTo>
                  <a:lnTo>
                    <a:pt x="654446" y="888651"/>
                  </a:lnTo>
                  <a:lnTo>
                    <a:pt x="561778" y="888651"/>
                  </a:lnTo>
                  <a:close/>
                  <a:moveTo>
                    <a:pt x="292959" y="887580"/>
                  </a:moveTo>
                  <a:lnTo>
                    <a:pt x="304647" y="887580"/>
                  </a:lnTo>
                  <a:lnTo>
                    <a:pt x="304647" y="888651"/>
                  </a:lnTo>
                  <a:lnTo>
                    <a:pt x="292959" y="888651"/>
                  </a:lnTo>
                  <a:close/>
                  <a:moveTo>
                    <a:pt x="0" y="885439"/>
                  </a:moveTo>
                  <a:lnTo>
                    <a:pt x="78405" y="885439"/>
                  </a:lnTo>
                  <a:lnTo>
                    <a:pt x="78405" y="889722"/>
                  </a:lnTo>
                  <a:lnTo>
                    <a:pt x="0" y="889722"/>
                  </a:lnTo>
                  <a:close/>
                  <a:moveTo>
                    <a:pt x="725407" y="888651"/>
                  </a:moveTo>
                  <a:lnTo>
                    <a:pt x="836441" y="888651"/>
                  </a:lnTo>
                  <a:lnTo>
                    <a:pt x="836441" y="889722"/>
                  </a:lnTo>
                  <a:lnTo>
                    <a:pt x="725407" y="889722"/>
                  </a:lnTo>
                  <a:close/>
                  <a:moveTo>
                    <a:pt x="676152" y="888651"/>
                  </a:moveTo>
                  <a:lnTo>
                    <a:pt x="710380" y="888651"/>
                  </a:lnTo>
                  <a:lnTo>
                    <a:pt x="710380" y="889722"/>
                  </a:lnTo>
                  <a:lnTo>
                    <a:pt x="676152" y="889722"/>
                  </a:lnTo>
                  <a:close/>
                  <a:moveTo>
                    <a:pt x="949980" y="888651"/>
                  </a:moveTo>
                  <a:lnTo>
                    <a:pt x="962502" y="888651"/>
                  </a:lnTo>
                  <a:lnTo>
                    <a:pt x="962502" y="889722"/>
                  </a:lnTo>
                  <a:lnTo>
                    <a:pt x="949980" y="889722"/>
                  </a:lnTo>
                  <a:close/>
                  <a:moveTo>
                    <a:pt x="345554" y="888651"/>
                  </a:moveTo>
                  <a:lnTo>
                    <a:pt x="545916" y="888651"/>
                  </a:lnTo>
                  <a:lnTo>
                    <a:pt x="545916" y="889722"/>
                  </a:lnTo>
                  <a:lnTo>
                    <a:pt x="345554" y="889722"/>
                  </a:lnTo>
                  <a:close/>
                  <a:moveTo>
                    <a:pt x="165229" y="888651"/>
                  </a:moveTo>
                  <a:lnTo>
                    <a:pt x="261235" y="888651"/>
                  </a:lnTo>
                  <a:lnTo>
                    <a:pt x="261235" y="889722"/>
                  </a:lnTo>
                  <a:lnTo>
                    <a:pt x="165229" y="889722"/>
                  </a:lnTo>
                  <a:close/>
                  <a:moveTo>
                    <a:pt x="929108" y="888651"/>
                  </a:moveTo>
                  <a:lnTo>
                    <a:pt x="937457" y="888651"/>
                  </a:lnTo>
                  <a:lnTo>
                    <a:pt x="937457" y="889722"/>
                  </a:lnTo>
                  <a:lnTo>
                    <a:pt x="929108" y="889722"/>
                  </a:lnTo>
                  <a:close/>
                  <a:moveTo>
                    <a:pt x="894045" y="885439"/>
                  </a:moveTo>
                  <a:lnTo>
                    <a:pt x="908237" y="885439"/>
                  </a:lnTo>
                  <a:lnTo>
                    <a:pt x="908237" y="889722"/>
                  </a:lnTo>
                  <a:lnTo>
                    <a:pt x="894045" y="889722"/>
                  </a:lnTo>
                  <a:close/>
                  <a:moveTo>
                    <a:pt x="561778" y="888651"/>
                  </a:moveTo>
                  <a:lnTo>
                    <a:pt x="653611" y="888651"/>
                  </a:lnTo>
                  <a:lnTo>
                    <a:pt x="653611" y="889722"/>
                  </a:lnTo>
                  <a:lnTo>
                    <a:pt x="561778" y="889722"/>
                  </a:lnTo>
                  <a:close/>
                  <a:moveTo>
                    <a:pt x="166898" y="889722"/>
                  </a:moveTo>
                  <a:lnTo>
                    <a:pt x="261235" y="889722"/>
                  </a:lnTo>
                  <a:lnTo>
                    <a:pt x="261235" y="890792"/>
                  </a:lnTo>
                  <a:lnTo>
                    <a:pt x="166898" y="890792"/>
                  </a:lnTo>
                  <a:close/>
                  <a:moveTo>
                    <a:pt x="950814" y="889722"/>
                  </a:moveTo>
                  <a:lnTo>
                    <a:pt x="962502" y="889722"/>
                  </a:lnTo>
                  <a:lnTo>
                    <a:pt x="962502" y="890792"/>
                  </a:lnTo>
                  <a:lnTo>
                    <a:pt x="950814" y="890792"/>
                  </a:lnTo>
                  <a:close/>
                  <a:moveTo>
                    <a:pt x="726242" y="889722"/>
                  </a:moveTo>
                  <a:lnTo>
                    <a:pt x="834771" y="889722"/>
                  </a:lnTo>
                  <a:lnTo>
                    <a:pt x="834771" y="890792"/>
                  </a:lnTo>
                  <a:lnTo>
                    <a:pt x="726242" y="890792"/>
                  </a:lnTo>
                  <a:close/>
                  <a:moveTo>
                    <a:pt x="676152" y="889722"/>
                  </a:moveTo>
                  <a:lnTo>
                    <a:pt x="709545" y="889722"/>
                  </a:lnTo>
                  <a:lnTo>
                    <a:pt x="709545" y="890792"/>
                  </a:lnTo>
                  <a:lnTo>
                    <a:pt x="676152" y="890792"/>
                  </a:lnTo>
                  <a:close/>
                  <a:moveTo>
                    <a:pt x="292124" y="888651"/>
                  </a:moveTo>
                  <a:lnTo>
                    <a:pt x="304647" y="888651"/>
                  </a:lnTo>
                  <a:lnTo>
                    <a:pt x="304647" y="890792"/>
                  </a:lnTo>
                  <a:lnTo>
                    <a:pt x="292124" y="890792"/>
                  </a:lnTo>
                  <a:close/>
                  <a:moveTo>
                    <a:pt x="981703" y="888651"/>
                  </a:moveTo>
                  <a:lnTo>
                    <a:pt x="1000000" y="888651"/>
                  </a:lnTo>
                  <a:lnTo>
                    <a:pt x="1000000" y="890792"/>
                  </a:lnTo>
                  <a:lnTo>
                    <a:pt x="981703" y="890792"/>
                  </a:lnTo>
                  <a:close/>
                  <a:moveTo>
                    <a:pt x="347224" y="889722"/>
                  </a:moveTo>
                  <a:lnTo>
                    <a:pt x="545916" y="889722"/>
                  </a:lnTo>
                  <a:lnTo>
                    <a:pt x="545916" y="890792"/>
                  </a:lnTo>
                  <a:lnTo>
                    <a:pt x="347224" y="890792"/>
                  </a:lnTo>
                  <a:close/>
                  <a:moveTo>
                    <a:pt x="347224" y="890792"/>
                  </a:moveTo>
                  <a:lnTo>
                    <a:pt x="545081" y="890792"/>
                  </a:lnTo>
                  <a:lnTo>
                    <a:pt x="545081" y="891863"/>
                  </a:lnTo>
                  <a:lnTo>
                    <a:pt x="347224" y="891863"/>
                  </a:lnTo>
                  <a:close/>
                  <a:moveTo>
                    <a:pt x="894045" y="889722"/>
                  </a:moveTo>
                  <a:lnTo>
                    <a:pt x="907403" y="889722"/>
                  </a:lnTo>
                  <a:lnTo>
                    <a:pt x="907403" y="891863"/>
                  </a:lnTo>
                  <a:lnTo>
                    <a:pt x="894045" y="891863"/>
                  </a:lnTo>
                  <a:close/>
                  <a:moveTo>
                    <a:pt x="727077" y="890792"/>
                  </a:moveTo>
                  <a:lnTo>
                    <a:pt x="833937" y="890792"/>
                  </a:lnTo>
                  <a:lnTo>
                    <a:pt x="833937" y="891863"/>
                  </a:lnTo>
                  <a:lnTo>
                    <a:pt x="727077" y="891863"/>
                  </a:lnTo>
                  <a:close/>
                  <a:moveTo>
                    <a:pt x="0" y="889722"/>
                  </a:moveTo>
                  <a:lnTo>
                    <a:pt x="77570" y="889722"/>
                  </a:lnTo>
                  <a:lnTo>
                    <a:pt x="77570" y="891863"/>
                  </a:lnTo>
                  <a:lnTo>
                    <a:pt x="0" y="891863"/>
                  </a:lnTo>
                  <a:close/>
                  <a:moveTo>
                    <a:pt x="951649" y="890792"/>
                  </a:moveTo>
                  <a:lnTo>
                    <a:pt x="962502" y="890792"/>
                  </a:lnTo>
                  <a:lnTo>
                    <a:pt x="962502" y="891863"/>
                  </a:lnTo>
                  <a:lnTo>
                    <a:pt x="951649" y="891863"/>
                  </a:lnTo>
                  <a:close/>
                  <a:moveTo>
                    <a:pt x="166898" y="890792"/>
                  </a:moveTo>
                  <a:lnTo>
                    <a:pt x="260401" y="890792"/>
                  </a:lnTo>
                  <a:lnTo>
                    <a:pt x="260401" y="891863"/>
                  </a:lnTo>
                  <a:lnTo>
                    <a:pt x="166898" y="891863"/>
                  </a:lnTo>
                  <a:close/>
                  <a:moveTo>
                    <a:pt x="929108" y="889722"/>
                  </a:moveTo>
                  <a:lnTo>
                    <a:pt x="935787" y="889722"/>
                  </a:lnTo>
                  <a:lnTo>
                    <a:pt x="935787" y="891863"/>
                  </a:lnTo>
                  <a:lnTo>
                    <a:pt x="929108" y="891863"/>
                  </a:lnTo>
                  <a:close/>
                  <a:moveTo>
                    <a:pt x="290455" y="890792"/>
                  </a:moveTo>
                  <a:lnTo>
                    <a:pt x="304647" y="890792"/>
                  </a:lnTo>
                  <a:lnTo>
                    <a:pt x="304647" y="891863"/>
                  </a:lnTo>
                  <a:lnTo>
                    <a:pt x="290455" y="891863"/>
                  </a:lnTo>
                  <a:close/>
                  <a:moveTo>
                    <a:pt x="167733" y="891863"/>
                  </a:moveTo>
                  <a:lnTo>
                    <a:pt x="259566" y="891863"/>
                  </a:lnTo>
                  <a:lnTo>
                    <a:pt x="259566" y="892934"/>
                  </a:lnTo>
                  <a:lnTo>
                    <a:pt x="167733" y="892934"/>
                  </a:lnTo>
                  <a:close/>
                  <a:moveTo>
                    <a:pt x="289620" y="891863"/>
                  </a:moveTo>
                  <a:lnTo>
                    <a:pt x="304647" y="891863"/>
                  </a:lnTo>
                  <a:lnTo>
                    <a:pt x="304647" y="892934"/>
                  </a:lnTo>
                  <a:lnTo>
                    <a:pt x="289620" y="892934"/>
                  </a:lnTo>
                  <a:close/>
                  <a:moveTo>
                    <a:pt x="952484" y="891863"/>
                  </a:moveTo>
                  <a:lnTo>
                    <a:pt x="962502" y="891863"/>
                  </a:lnTo>
                  <a:lnTo>
                    <a:pt x="962502" y="892934"/>
                  </a:lnTo>
                  <a:lnTo>
                    <a:pt x="952484" y="892934"/>
                  </a:lnTo>
                  <a:close/>
                  <a:moveTo>
                    <a:pt x="351398" y="891863"/>
                  </a:moveTo>
                  <a:lnTo>
                    <a:pt x="476624" y="891863"/>
                  </a:lnTo>
                  <a:lnTo>
                    <a:pt x="476624" y="892934"/>
                  </a:lnTo>
                  <a:lnTo>
                    <a:pt x="351398" y="892934"/>
                  </a:lnTo>
                  <a:close/>
                  <a:moveTo>
                    <a:pt x="894045" y="891863"/>
                  </a:moveTo>
                  <a:lnTo>
                    <a:pt x="906568" y="891863"/>
                  </a:lnTo>
                  <a:lnTo>
                    <a:pt x="906568" y="892934"/>
                  </a:lnTo>
                  <a:lnTo>
                    <a:pt x="894045" y="892934"/>
                  </a:lnTo>
                  <a:close/>
                  <a:moveTo>
                    <a:pt x="675317" y="890792"/>
                  </a:moveTo>
                  <a:lnTo>
                    <a:pt x="709545" y="890792"/>
                  </a:lnTo>
                  <a:lnTo>
                    <a:pt x="709545" y="892934"/>
                  </a:lnTo>
                  <a:lnTo>
                    <a:pt x="675317" y="892934"/>
                  </a:lnTo>
                  <a:close/>
                  <a:moveTo>
                    <a:pt x="928274" y="891863"/>
                  </a:moveTo>
                  <a:lnTo>
                    <a:pt x="935787" y="891863"/>
                  </a:lnTo>
                  <a:lnTo>
                    <a:pt x="935787" y="892934"/>
                  </a:lnTo>
                  <a:lnTo>
                    <a:pt x="928274" y="892934"/>
                  </a:lnTo>
                  <a:close/>
                  <a:moveTo>
                    <a:pt x="727077" y="891863"/>
                  </a:moveTo>
                  <a:lnTo>
                    <a:pt x="832267" y="891863"/>
                  </a:lnTo>
                  <a:lnTo>
                    <a:pt x="832267" y="892934"/>
                  </a:lnTo>
                  <a:lnTo>
                    <a:pt x="727077" y="892934"/>
                  </a:lnTo>
                  <a:close/>
                  <a:moveTo>
                    <a:pt x="727912" y="892934"/>
                  </a:moveTo>
                  <a:lnTo>
                    <a:pt x="832267" y="892934"/>
                  </a:lnTo>
                  <a:lnTo>
                    <a:pt x="832267" y="894004"/>
                  </a:lnTo>
                  <a:lnTo>
                    <a:pt x="727912" y="894004"/>
                  </a:lnTo>
                  <a:close/>
                  <a:moveTo>
                    <a:pt x="561778" y="889722"/>
                  </a:moveTo>
                  <a:lnTo>
                    <a:pt x="652776" y="889722"/>
                  </a:lnTo>
                  <a:lnTo>
                    <a:pt x="652776" y="894004"/>
                  </a:lnTo>
                  <a:lnTo>
                    <a:pt x="561778" y="894004"/>
                  </a:lnTo>
                  <a:close/>
                  <a:moveTo>
                    <a:pt x="353068" y="892934"/>
                  </a:moveTo>
                  <a:lnTo>
                    <a:pt x="474955" y="892934"/>
                  </a:lnTo>
                  <a:lnTo>
                    <a:pt x="474955" y="894004"/>
                  </a:lnTo>
                  <a:lnTo>
                    <a:pt x="353068" y="894004"/>
                  </a:lnTo>
                  <a:close/>
                  <a:moveTo>
                    <a:pt x="674482" y="892934"/>
                  </a:moveTo>
                  <a:lnTo>
                    <a:pt x="708710" y="892934"/>
                  </a:lnTo>
                  <a:lnTo>
                    <a:pt x="708710" y="894004"/>
                  </a:lnTo>
                  <a:lnTo>
                    <a:pt x="674482" y="894004"/>
                  </a:lnTo>
                  <a:close/>
                  <a:moveTo>
                    <a:pt x="982538" y="890792"/>
                  </a:moveTo>
                  <a:lnTo>
                    <a:pt x="1000000" y="890792"/>
                  </a:lnTo>
                  <a:lnTo>
                    <a:pt x="1000000" y="894004"/>
                  </a:lnTo>
                  <a:lnTo>
                    <a:pt x="982538" y="894004"/>
                  </a:lnTo>
                  <a:close/>
                  <a:moveTo>
                    <a:pt x="289620" y="892934"/>
                  </a:moveTo>
                  <a:lnTo>
                    <a:pt x="305482" y="892934"/>
                  </a:lnTo>
                  <a:lnTo>
                    <a:pt x="305482" y="894004"/>
                  </a:lnTo>
                  <a:lnTo>
                    <a:pt x="289620" y="894004"/>
                  </a:lnTo>
                  <a:close/>
                  <a:moveTo>
                    <a:pt x="168568" y="892934"/>
                  </a:moveTo>
                  <a:lnTo>
                    <a:pt x="257896" y="892934"/>
                  </a:lnTo>
                  <a:lnTo>
                    <a:pt x="257896" y="894004"/>
                  </a:lnTo>
                  <a:lnTo>
                    <a:pt x="168568" y="894004"/>
                  </a:lnTo>
                  <a:close/>
                  <a:moveTo>
                    <a:pt x="0" y="891863"/>
                  </a:moveTo>
                  <a:lnTo>
                    <a:pt x="76735" y="891863"/>
                  </a:lnTo>
                  <a:lnTo>
                    <a:pt x="76735" y="894004"/>
                  </a:lnTo>
                  <a:lnTo>
                    <a:pt x="0" y="894004"/>
                  </a:lnTo>
                  <a:close/>
                  <a:moveTo>
                    <a:pt x="287950" y="894004"/>
                  </a:moveTo>
                  <a:lnTo>
                    <a:pt x="306317" y="894004"/>
                  </a:lnTo>
                  <a:lnTo>
                    <a:pt x="306317" y="895075"/>
                  </a:lnTo>
                  <a:lnTo>
                    <a:pt x="287950" y="895075"/>
                  </a:lnTo>
                  <a:close/>
                  <a:moveTo>
                    <a:pt x="928274" y="892934"/>
                  </a:moveTo>
                  <a:lnTo>
                    <a:pt x="934952" y="892934"/>
                  </a:lnTo>
                  <a:lnTo>
                    <a:pt x="934952" y="895075"/>
                  </a:lnTo>
                  <a:lnTo>
                    <a:pt x="928274" y="895075"/>
                  </a:lnTo>
                  <a:close/>
                  <a:moveTo>
                    <a:pt x="169403" y="894004"/>
                  </a:moveTo>
                  <a:lnTo>
                    <a:pt x="257896" y="894004"/>
                  </a:lnTo>
                  <a:lnTo>
                    <a:pt x="257896" y="895075"/>
                  </a:lnTo>
                  <a:lnTo>
                    <a:pt x="169403" y="895075"/>
                  </a:lnTo>
                  <a:close/>
                  <a:moveTo>
                    <a:pt x="727912" y="894004"/>
                  </a:moveTo>
                  <a:lnTo>
                    <a:pt x="831432" y="894004"/>
                  </a:lnTo>
                  <a:lnTo>
                    <a:pt x="831432" y="895075"/>
                  </a:lnTo>
                  <a:lnTo>
                    <a:pt x="727912" y="895075"/>
                  </a:lnTo>
                  <a:close/>
                  <a:moveTo>
                    <a:pt x="561778" y="894004"/>
                  </a:moveTo>
                  <a:lnTo>
                    <a:pt x="651941" y="894004"/>
                  </a:lnTo>
                  <a:lnTo>
                    <a:pt x="651941" y="895075"/>
                  </a:lnTo>
                  <a:lnTo>
                    <a:pt x="561778" y="895075"/>
                  </a:lnTo>
                  <a:close/>
                  <a:moveTo>
                    <a:pt x="893210" y="892934"/>
                  </a:moveTo>
                  <a:lnTo>
                    <a:pt x="905733" y="892934"/>
                  </a:lnTo>
                  <a:lnTo>
                    <a:pt x="905733" y="895075"/>
                  </a:lnTo>
                  <a:lnTo>
                    <a:pt x="893210" y="895075"/>
                  </a:lnTo>
                  <a:close/>
                  <a:moveTo>
                    <a:pt x="354738" y="894004"/>
                  </a:moveTo>
                  <a:lnTo>
                    <a:pt x="474120" y="894004"/>
                  </a:lnTo>
                  <a:lnTo>
                    <a:pt x="474120" y="895075"/>
                  </a:lnTo>
                  <a:lnTo>
                    <a:pt x="354738" y="895075"/>
                  </a:lnTo>
                  <a:close/>
                  <a:moveTo>
                    <a:pt x="927439" y="895075"/>
                  </a:moveTo>
                  <a:lnTo>
                    <a:pt x="934118" y="895075"/>
                  </a:lnTo>
                  <a:lnTo>
                    <a:pt x="934118" y="896146"/>
                  </a:lnTo>
                  <a:lnTo>
                    <a:pt x="927439" y="896146"/>
                  </a:lnTo>
                  <a:close/>
                  <a:moveTo>
                    <a:pt x="356407" y="895075"/>
                  </a:moveTo>
                  <a:lnTo>
                    <a:pt x="473285" y="895075"/>
                  </a:lnTo>
                  <a:lnTo>
                    <a:pt x="473285" y="896146"/>
                  </a:lnTo>
                  <a:lnTo>
                    <a:pt x="356407" y="896146"/>
                  </a:lnTo>
                  <a:close/>
                  <a:moveTo>
                    <a:pt x="673647" y="894004"/>
                  </a:moveTo>
                  <a:lnTo>
                    <a:pt x="708710" y="894004"/>
                  </a:lnTo>
                  <a:lnTo>
                    <a:pt x="708710" y="896146"/>
                  </a:lnTo>
                  <a:lnTo>
                    <a:pt x="673647" y="896146"/>
                  </a:lnTo>
                  <a:close/>
                  <a:moveTo>
                    <a:pt x="0" y="894004"/>
                  </a:moveTo>
                  <a:lnTo>
                    <a:pt x="77570" y="894004"/>
                  </a:lnTo>
                  <a:lnTo>
                    <a:pt x="77570" y="896146"/>
                  </a:lnTo>
                  <a:lnTo>
                    <a:pt x="0" y="896146"/>
                  </a:lnTo>
                  <a:close/>
                  <a:moveTo>
                    <a:pt x="727912" y="895075"/>
                  </a:moveTo>
                  <a:lnTo>
                    <a:pt x="750452" y="895075"/>
                  </a:lnTo>
                  <a:lnTo>
                    <a:pt x="750452" y="896146"/>
                  </a:lnTo>
                  <a:lnTo>
                    <a:pt x="727912" y="896146"/>
                  </a:lnTo>
                  <a:close/>
                  <a:moveTo>
                    <a:pt x="752957" y="895075"/>
                  </a:moveTo>
                  <a:lnTo>
                    <a:pt x="830597" y="895075"/>
                  </a:lnTo>
                  <a:lnTo>
                    <a:pt x="830597" y="896146"/>
                  </a:lnTo>
                  <a:lnTo>
                    <a:pt x="752957" y="896146"/>
                  </a:lnTo>
                  <a:close/>
                  <a:moveTo>
                    <a:pt x="892375" y="895075"/>
                  </a:moveTo>
                  <a:lnTo>
                    <a:pt x="905733" y="895075"/>
                  </a:lnTo>
                  <a:lnTo>
                    <a:pt x="905733" y="896146"/>
                  </a:lnTo>
                  <a:lnTo>
                    <a:pt x="892375" y="896146"/>
                  </a:lnTo>
                  <a:close/>
                  <a:moveTo>
                    <a:pt x="981703" y="894004"/>
                  </a:moveTo>
                  <a:lnTo>
                    <a:pt x="1000000" y="894004"/>
                  </a:lnTo>
                  <a:lnTo>
                    <a:pt x="1000000" y="896146"/>
                  </a:lnTo>
                  <a:lnTo>
                    <a:pt x="981703" y="896146"/>
                  </a:lnTo>
                  <a:close/>
                  <a:moveTo>
                    <a:pt x="169403" y="895075"/>
                  </a:moveTo>
                  <a:lnTo>
                    <a:pt x="256226" y="895075"/>
                  </a:lnTo>
                  <a:lnTo>
                    <a:pt x="256226" y="896146"/>
                  </a:lnTo>
                  <a:lnTo>
                    <a:pt x="169403" y="896146"/>
                  </a:lnTo>
                  <a:close/>
                  <a:moveTo>
                    <a:pt x="561778" y="895075"/>
                  </a:moveTo>
                  <a:lnTo>
                    <a:pt x="651106" y="895075"/>
                  </a:lnTo>
                  <a:lnTo>
                    <a:pt x="651106" y="896146"/>
                  </a:lnTo>
                  <a:lnTo>
                    <a:pt x="561778" y="896146"/>
                  </a:lnTo>
                  <a:close/>
                  <a:moveTo>
                    <a:pt x="287115" y="895075"/>
                  </a:moveTo>
                  <a:lnTo>
                    <a:pt x="307152" y="895075"/>
                  </a:lnTo>
                  <a:lnTo>
                    <a:pt x="307152" y="896146"/>
                  </a:lnTo>
                  <a:lnTo>
                    <a:pt x="287115" y="896146"/>
                  </a:lnTo>
                  <a:close/>
                  <a:moveTo>
                    <a:pt x="170238" y="896146"/>
                  </a:moveTo>
                  <a:lnTo>
                    <a:pt x="255391" y="896146"/>
                  </a:lnTo>
                  <a:lnTo>
                    <a:pt x="255391" y="897216"/>
                  </a:lnTo>
                  <a:lnTo>
                    <a:pt x="170238" y="897216"/>
                  </a:lnTo>
                  <a:close/>
                  <a:moveTo>
                    <a:pt x="727912" y="896146"/>
                  </a:moveTo>
                  <a:lnTo>
                    <a:pt x="743774" y="896146"/>
                  </a:lnTo>
                  <a:lnTo>
                    <a:pt x="743774" y="897216"/>
                  </a:lnTo>
                  <a:lnTo>
                    <a:pt x="727912" y="897216"/>
                  </a:lnTo>
                  <a:close/>
                  <a:moveTo>
                    <a:pt x="757131" y="896146"/>
                  </a:moveTo>
                  <a:lnTo>
                    <a:pt x="829762" y="896146"/>
                  </a:lnTo>
                  <a:lnTo>
                    <a:pt x="829762" y="897216"/>
                  </a:lnTo>
                  <a:lnTo>
                    <a:pt x="757131" y="897216"/>
                  </a:lnTo>
                  <a:close/>
                  <a:moveTo>
                    <a:pt x="673647" y="896146"/>
                  </a:moveTo>
                  <a:lnTo>
                    <a:pt x="707876" y="896146"/>
                  </a:lnTo>
                  <a:lnTo>
                    <a:pt x="707876" y="897216"/>
                  </a:lnTo>
                  <a:lnTo>
                    <a:pt x="673647" y="897216"/>
                  </a:lnTo>
                  <a:close/>
                  <a:moveTo>
                    <a:pt x="359747" y="896146"/>
                  </a:moveTo>
                  <a:lnTo>
                    <a:pt x="472450" y="896146"/>
                  </a:lnTo>
                  <a:lnTo>
                    <a:pt x="472450" y="897216"/>
                  </a:lnTo>
                  <a:lnTo>
                    <a:pt x="359747" y="897216"/>
                  </a:lnTo>
                  <a:close/>
                  <a:moveTo>
                    <a:pt x="891541" y="896146"/>
                  </a:moveTo>
                  <a:lnTo>
                    <a:pt x="905733" y="896146"/>
                  </a:lnTo>
                  <a:lnTo>
                    <a:pt x="905733" y="897216"/>
                  </a:lnTo>
                  <a:lnTo>
                    <a:pt x="891541" y="897216"/>
                  </a:lnTo>
                  <a:close/>
                  <a:moveTo>
                    <a:pt x="286281" y="896146"/>
                  </a:moveTo>
                  <a:lnTo>
                    <a:pt x="307152" y="896146"/>
                  </a:lnTo>
                  <a:lnTo>
                    <a:pt x="307152" y="897216"/>
                  </a:lnTo>
                  <a:lnTo>
                    <a:pt x="286281" y="897216"/>
                  </a:lnTo>
                  <a:close/>
                  <a:moveTo>
                    <a:pt x="757966" y="897216"/>
                  </a:moveTo>
                  <a:lnTo>
                    <a:pt x="829762" y="897216"/>
                  </a:lnTo>
                  <a:lnTo>
                    <a:pt x="829762" y="898287"/>
                  </a:lnTo>
                  <a:lnTo>
                    <a:pt x="757966" y="898287"/>
                  </a:lnTo>
                  <a:close/>
                  <a:moveTo>
                    <a:pt x="727912" y="897216"/>
                  </a:moveTo>
                  <a:lnTo>
                    <a:pt x="742939" y="897216"/>
                  </a:lnTo>
                  <a:lnTo>
                    <a:pt x="742939" y="898287"/>
                  </a:lnTo>
                  <a:lnTo>
                    <a:pt x="727912" y="898287"/>
                  </a:lnTo>
                  <a:close/>
                  <a:moveTo>
                    <a:pt x="890706" y="897216"/>
                  </a:moveTo>
                  <a:lnTo>
                    <a:pt x="904898" y="897216"/>
                  </a:lnTo>
                  <a:lnTo>
                    <a:pt x="904898" y="898287"/>
                  </a:lnTo>
                  <a:lnTo>
                    <a:pt x="890706" y="898287"/>
                  </a:lnTo>
                  <a:close/>
                  <a:moveTo>
                    <a:pt x="360581" y="897216"/>
                  </a:moveTo>
                  <a:lnTo>
                    <a:pt x="472450" y="897216"/>
                  </a:lnTo>
                  <a:lnTo>
                    <a:pt x="472450" y="898287"/>
                  </a:lnTo>
                  <a:lnTo>
                    <a:pt x="360581" y="898287"/>
                  </a:lnTo>
                  <a:close/>
                  <a:moveTo>
                    <a:pt x="284611" y="897216"/>
                  </a:moveTo>
                  <a:lnTo>
                    <a:pt x="307986" y="897216"/>
                  </a:lnTo>
                  <a:lnTo>
                    <a:pt x="307986" y="898287"/>
                  </a:lnTo>
                  <a:lnTo>
                    <a:pt x="284611" y="898287"/>
                  </a:lnTo>
                  <a:close/>
                  <a:moveTo>
                    <a:pt x="170238" y="897216"/>
                  </a:moveTo>
                  <a:lnTo>
                    <a:pt x="254557" y="897216"/>
                  </a:lnTo>
                  <a:lnTo>
                    <a:pt x="254557" y="898287"/>
                  </a:lnTo>
                  <a:lnTo>
                    <a:pt x="170238" y="898287"/>
                  </a:lnTo>
                  <a:close/>
                  <a:moveTo>
                    <a:pt x="926604" y="896146"/>
                  </a:moveTo>
                  <a:lnTo>
                    <a:pt x="933283" y="896146"/>
                  </a:lnTo>
                  <a:lnTo>
                    <a:pt x="933283" y="899358"/>
                  </a:lnTo>
                  <a:lnTo>
                    <a:pt x="926604" y="899358"/>
                  </a:lnTo>
                  <a:close/>
                  <a:moveTo>
                    <a:pt x="283776" y="898287"/>
                  </a:moveTo>
                  <a:lnTo>
                    <a:pt x="308821" y="898287"/>
                  </a:lnTo>
                  <a:lnTo>
                    <a:pt x="308821" y="899358"/>
                  </a:lnTo>
                  <a:lnTo>
                    <a:pt x="283776" y="899358"/>
                  </a:lnTo>
                  <a:close/>
                  <a:moveTo>
                    <a:pt x="561778" y="896146"/>
                  </a:moveTo>
                  <a:lnTo>
                    <a:pt x="650271" y="896146"/>
                  </a:lnTo>
                  <a:lnTo>
                    <a:pt x="650271" y="899358"/>
                  </a:lnTo>
                  <a:lnTo>
                    <a:pt x="561778" y="899358"/>
                  </a:lnTo>
                  <a:close/>
                  <a:moveTo>
                    <a:pt x="672812" y="897216"/>
                  </a:moveTo>
                  <a:lnTo>
                    <a:pt x="707876" y="897216"/>
                  </a:lnTo>
                  <a:lnTo>
                    <a:pt x="707876" y="899358"/>
                  </a:lnTo>
                  <a:lnTo>
                    <a:pt x="672812" y="899358"/>
                  </a:lnTo>
                  <a:close/>
                  <a:moveTo>
                    <a:pt x="727912" y="898287"/>
                  </a:moveTo>
                  <a:lnTo>
                    <a:pt x="740434" y="898287"/>
                  </a:lnTo>
                  <a:lnTo>
                    <a:pt x="740434" y="899358"/>
                  </a:lnTo>
                  <a:lnTo>
                    <a:pt x="727912" y="899358"/>
                  </a:lnTo>
                  <a:close/>
                  <a:moveTo>
                    <a:pt x="953319" y="892934"/>
                  </a:moveTo>
                  <a:lnTo>
                    <a:pt x="962502" y="892934"/>
                  </a:lnTo>
                  <a:lnTo>
                    <a:pt x="962502" y="899358"/>
                  </a:lnTo>
                  <a:lnTo>
                    <a:pt x="953319" y="899358"/>
                  </a:lnTo>
                  <a:close/>
                  <a:moveTo>
                    <a:pt x="889036" y="898287"/>
                  </a:moveTo>
                  <a:lnTo>
                    <a:pt x="904898" y="898287"/>
                  </a:lnTo>
                  <a:lnTo>
                    <a:pt x="904898" y="899358"/>
                  </a:lnTo>
                  <a:lnTo>
                    <a:pt x="889036" y="899358"/>
                  </a:lnTo>
                  <a:close/>
                  <a:moveTo>
                    <a:pt x="170238" y="898287"/>
                  </a:moveTo>
                  <a:lnTo>
                    <a:pt x="253722" y="898287"/>
                  </a:lnTo>
                  <a:lnTo>
                    <a:pt x="253722" y="899358"/>
                  </a:lnTo>
                  <a:lnTo>
                    <a:pt x="170238" y="899358"/>
                  </a:lnTo>
                  <a:close/>
                  <a:moveTo>
                    <a:pt x="758801" y="898287"/>
                  </a:moveTo>
                  <a:lnTo>
                    <a:pt x="829762" y="898287"/>
                  </a:lnTo>
                  <a:lnTo>
                    <a:pt x="829762" y="899358"/>
                  </a:lnTo>
                  <a:lnTo>
                    <a:pt x="758801" y="899358"/>
                  </a:lnTo>
                  <a:close/>
                  <a:moveTo>
                    <a:pt x="361416" y="898287"/>
                  </a:moveTo>
                  <a:lnTo>
                    <a:pt x="470781" y="898287"/>
                  </a:lnTo>
                  <a:lnTo>
                    <a:pt x="470781" y="899358"/>
                  </a:lnTo>
                  <a:lnTo>
                    <a:pt x="361416" y="899358"/>
                  </a:lnTo>
                  <a:close/>
                  <a:moveTo>
                    <a:pt x="0" y="896146"/>
                  </a:moveTo>
                  <a:lnTo>
                    <a:pt x="78405" y="896146"/>
                  </a:lnTo>
                  <a:lnTo>
                    <a:pt x="78405" y="900428"/>
                  </a:lnTo>
                  <a:lnTo>
                    <a:pt x="0" y="900428"/>
                  </a:lnTo>
                  <a:close/>
                  <a:moveTo>
                    <a:pt x="671977" y="899358"/>
                  </a:moveTo>
                  <a:lnTo>
                    <a:pt x="707876" y="899358"/>
                  </a:lnTo>
                  <a:lnTo>
                    <a:pt x="707876" y="900428"/>
                  </a:lnTo>
                  <a:lnTo>
                    <a:pt x="671977" y="900428"/>
                  </a:lnTo>
                  <a:close/>
                  <a:moveTo>
                    <a:pt x="888201" y="899358"/>
                  </a:moveTo>
                  <a:lnTo>
                    <a:pt x="904063" y="899358"/>
                  </a:lnTo>
                  <a:lnTo>
                    <a:pt x="904063" y="900428"/>
                  </a:lnTo>
                  <a:lnTo>
                    <a:pt x="888201" y="900428"/>
                  </a:lnTo>
                  <a:close/>
                  <a:moveTo>
                    <a:pt x="283776" y="899358"/>
                  </a:moveTo>
                  <a:lnTo>
                    <a:pt x="309656" y="899358"/>
                  </a:lnTo>
                  <a:lnTo>
                    <a:pt x="309656" y="900428"/>
                  </a:lnTo>
                  <a:lnTo>
                    <a:pt x="283776" y="900428"/>
                  </a:lnTo>
                  <a:close/>
                  <a:moveTo>
                    <a:pt x="759636" y="899358"/>
                  </a:moveTo>
                  <a:lnTo>
                    <a:pt x="829762" y="899358"/>
                  </a:lnTo>
                  <a:lnTo>
                    <a:pt x="829762" y="900428"/>
                  </a:lnTo>
                  <a:lnTo>
                    <a:pt x="759636" y="900428"/>
                  </a:lnTo>
                  <a:close/>
                  <a:moveTo>
                    <a:pt x="727912" y="899358"/>
                  </a:moveTo>
                  <a:lnTo>
                    <a:pt x="734590" y="899358"/>
                  </a:lnTo>
                  <a:lnTo>
                    <a:pt x="734590" y="900428"/>
                  </a:lnTo>
                  <a:lnTo>
                    <a:pt x="727912" y="900428"/>
                  </a:lnTo>
                  <a:close/>
                  <a:moveTo>
                    <a:pt x="362251" y="899358"/>
                  </a:moveTo>
                  <a:lnTo>
                    <a:pt x="470781" y="899358"/>
                  </a:lnTo>
                  <a:lnTo>
                    <a:pt x="470781" y="900428"/>
                  </a:lnTo>
                  <a:lnTo>
                    <a:pt x="362251" y="900428"/>
                  </a:lnTo>
                  <a:close/>
                  <a:moveTo>
                    <a:pt x="170238" y="899358"/>
                  </a:moveTo>
                  <a:lnTo>
                    <a:pt x="252887" y="899358"/>
                  </a:lnTo>
                  <a:lnTo>
                    <a:pt x="252887" y="900428"/>
                  </a:lnTo>
                  <a:lnTo>
                    <a:pt x="170238" y="900428"/>
                  </a:lnTo>
                  <a:close/>
                  <a:moveTo>
                    <a:pt x="727912" y="900428"/>
                  </a:moveTo>
                  <a:lnTo>
                    <a:pt x="732921" y="900428"/>
                  </a:lnTo>
                  <a:lnTo>
                    <a:pt x="732921" y="901499"/>
                  </a:lnTo>
                  <a:lnTo>
                    <a:pt x="727912" y="901499"/>
                  </a:lnTo>
                  <a:close/>
                  <a:moveTo>
                    <a:pt x="282106" y="900428"/>
                  </a:moveTo>
                  <a:lnTo>
                    <a:pt x="310491" y="900428"/>
                  </a:lnTo>
                  <a:lnTo>
                    <a:pt x="310491" y="901499"/>
                  </a:lnTo>
                  <a:lnTo>
                    <a:pt x="282106" y="901499"/>
                  </a:lnTo>
                  <a:close/>
                  <a:moveTo>
                    <a:pt x="170238" y="900428"/>
                  </a:moveTo>
                  <a:lnTo>
                    <a:pt x="252052" y="900428"/>
                  </a:lnTo>
                  <a:lnTo>
                    <a:pt x="252052" y="901499"/>
                  </a:lnTo>
                  <a:lnTo>
                    <a:pt x="170238" y="901499"/>
                  </a:lnTo>
                  <a:close/>
                  <a:moveTo>
                    <a:pt x="561778" y="899358"/>
                  </a:moveTo>
                  <a:lnTo>
                    <a:pt x="649437" y="899358"/>
                  </a:lnTo>
                  <a:lnTo>
                    <a:pt x="649437" y="901499"/>
                  </a:lnTo>
                  <a:lnTo>
                    <a:pt x="561778" y="901499"/>
                  </a:lnTo>
                  <a:close/>
                  <a:moveTo>
                    <a:pt x="886532" y="900428"/>
                  </a:moveTo>
                  <a:lnTo>
                    <a:pt x="904063" y="900428"/>
                  </a:lnTo>
                  <a:lnTo>
                    <a:pt x="904063" y="901499"/>
                  </a:lnTo>
                  <a:lnTo>
                    <a:pt x="886532" y="901499"/>
                  </a:lnTo>
                  <a:close/>
                  <a:moveTo>
                    <a:pt x="0" y="900428"/>
                  </a:moveTo>
                  <a:lnTo>
                    <a:pt x="79240" y="900428"/>
                  </a:lnTo>
                  <a:lnTo>
                    <a:pt x="79240" y="901499"/>
                  </a:lnTo>
                  <a:lnTo>
                    <a:pt x="0" y="901499"/>
                  </a:lnTo>
                  <a:close/>
                  <a:moveTo>
                    <a:pt x="363086" y="900428"/>
                  </a:moveTo>
                  <a:lnTo>
                    <a:pt x="470781" y="900428"/>
                  </a:lnTo>
                  <a:lnTo>
                    <a:pt x="470781" y="901499"/>
                  </a:lnTo>
                  <a:lnTo>
                    <a:pt x="363086" y="901499"/>
                  </a:lnTo>
                  <a:close/>
                  <a:moveTo>
                    <a:pt x="671142" y="900428"/>
                  </a:moveTo>
                  <a:lnTo>
                    <a:pt x="707041" y="900428"/>
                  </a:lnTo>
                  <a:lnTo>
                    <a:pt x="707041" y="902570"/>
                  </a:lnTo>
                  <a:lnTo>
                    <a:pt x="671142" y="902570"/>
                  </a:lnTo>
                  <a:close/>
                  <a:moveTo>
                    <a:pt x="363086" y="901499"/>
                  </a:moveTo>
                  <a:lnTo>
                    <a:pt x="469946" y="901499"/>
                  </a:lnTo>
                  <a:lnTo>
                    <a:pt x="469946" y="902570"/>
                  </a:lnTo>
                  <a:lnTo>
                    <a:pt x="363086" y="902570"/>
                  </a:lnTo>
                  <a:close/>
                  <a:moveTo>
                    <a:pt x="729581" y="901499"/>
                  </a:moveTo>
                  <a:lnTo>
                    <a:pt x="730416" y="901499"/>
                  </a:lnTo>
                  <a:lnTo>
                    <a:pt x="730416" y="902570"/>
                  </a:lnTo>
                  <a:lnTo>
                    <a:pt x="729581" y="902570"/>
                  </a:lnTo>
                  <a:close/>
                  <a:moveTo>
                    <a:pt x="0" y="901499"/>
                  </a:moveTo>
                  <a:lnTo>
                    <a:pt x="80075" y="901499"/>
                  </a:lnTo>
                  <a:lnTo>
                    <a:pt x="80075" y="902570"/>
                  </a:lnTo>
                  <a:lnTo>
                    <a:pt x="0" y="902570"/>
                  </a:lnTo>
                  <a:close/>
                  <a:moveTo>
                    <a:pt x="170238" y="901499"/>
                  </a:moveTo>
                  <a:lnTo>
                    <a:pt x="251217" y="901499"/>
                  </a:lnTo>
                  <a:lnTo>
                    <a:pt x="251217" y="902570"/>
                  </a:lnTo>
                  <a:lnTo>
                    <a:pt x="170238" y="902570"/>
                  </a:lnTo>
                  <a:close/>
                  <a:moveTo>
                    <a:pt x="880688" y="901499"/>
                  </a:moveTo>
                  <a:lnTo>
                    <a:pt x="903228" y="901499"/>
                  </a:lnTo>
                  <a:lnTo>
                    <a:pt x="903228" y="902570"/>
                  </a:lnTo>
                  <a:lnTo>
                    <a:pt x="880688" y="902570"/>
                  </a:lnTo>
                  <a:close/>
                  <a:moveTo>
                    <a:pt x="281272" y="901499"/>
                  </a:moveTo>
                  <a:lnTo>
                    <a:pt x="315500" y="901499"/>
                  </a:lnTo>
                  <a:lnTo>
                    <a:pt x="315500" y="902570"/>
                  </a:lnTo>
                  <a:lnTo>
                    <a:pt x="281272" y="902570"/>
                  </a:lnTo>
                  <a:close/>
                  <a:moveTo>
                    <a:pt x="561778" y="901499"/>
                  </a:moveTo>
                  <a:lnTo>
                    <a:pt x="648602" y="901499"/>
                  </a:lnTo>
                  <a:lnTo>
                    <a:pt x="648602" y="902570"/>
                  </a:lnTo>
                  <a:lnTo>
                    <a:pt x="561778" y="902570"/>
                  </a:lnTo>
                  <a:close/>
                  <a:moveTo>
                    <a:pt x="925769" y="899358"/>
                  </a:moveTo>
                  <a:lnTo>
                    <a:pt x="932448" y="899358"/>
                  </a:lnTo>
                  <a:lnTo>
                    <a:pt x="932448" y="902570"/>
                  </a:lnTo>
                  <a:lnTo>
                    <a:pt x="925769" y="902570"/>
                  </a:lnTo>
                  <a:close/>
                  <a:moveTo>
                    <a:pt x="0" y="902570"/>
                  </a:moveTo>
                  <a:lnTo>
                    <a:pt x="80910" y="902570"/>
                  </a:lnTo>
                  <a:lnTo>
                    <a:pt x="80910" y="903640"/>
                  </a:lnTo>
                  <a:lnTo>
                    <a:pt x="0" y="903640"/>
                  </a:lnTo>
                  <a:close/>
                  <a:moveTo>
                    <a:pt x="170238" y="902570"/>
                  </a:moveTo>
                  <a:lnTo>
                    <a:pt x="250382" y="902570"/>
                  </a:lnTo>
                  <a:lnTo>
                    <a:pt x="250382" y="903640"/>
                  </a:lnTo>
                  <a:lnTo>
                    <a:pt x="170238" y="903640"/>
                  </a:lnTo>
                  <a:close/>
                  <a:moveTo>
                    <a:pt x="924934" y="902570"/>
                  </a:moveTo>
                  <a:lnTo>
                    <a:pt x="931613" y="902570"/>
                  </a:lnTo>
                  <a:lnTo>
                    <a:pt x="931613" y="903640"/>
                  </a:lnTo>
                  <a:lnTo>
                    <a:pt x="924934" y="903640"/>
                  </a:lnTo>
                  <a:close/>
                  <a:moveTo>
                    <a:pt x="953319" y="899358"/>
                  </a:moveTo>
                  <a:lnTo>
                    <a:pt x="961667" y="899358"/>
                  </a:lnTo>
                  <a:lnTo>
                    <a:pt x="961667" y="903640"/>
                  </a:lnTo>
                  <a:lnTo>
                    <a:pt x="953319" y="903640"/>
                  </a:lnTo>
                  <a:close/>
                  <a:moveTo>
                    <a:pt x="280437" y="902570"/>
                  </a:moveTo>
                  <a:lnTo>
                    <a:pt x="316335" y="902570"/>
                  </a:lnTo>
                  <a:lnTo>
                    <a:pt x="316335" y="903640"/>
                  </a:lnTo>
                  <a:lnTo>
                    <a:pt x="280437" y="903640"/>
                  </a:lnTo>
                  <a:close/>
                  <a:moveTo>
                    <a:pt x="760471" y="900428"/>
                  </a:moveTo>
                  <a:lnTo>
                    <a:pt x="829762" y="900428"/>
                  </a:lnTo>
                  <a:lnTo>
                    <a:pt x="829762" y="903640"/>
                  </a:lnTo>
                  <a:lnTo>
                    <a:pt x="760471" y="903640"/>
                  </a:lnTo>
                  <a:close/>
                  <a:moveTo>
                    <a:pt x="363086" y="902570"/>
                  </a:moveTo>
                  <a:lnTo>
                    <a:pt x="444900" y="902570"/>
                  </a:lnTo>
                  <a:lnTo>
                    <a:pt x="444900" y="903640"/>
                  </a:lnTo>
                  <a:lnTo>
                    <a:pt x="363086" y="903640"/>
                  </a:lnTo>
                  <a:close/>
                  <a:moveTo>
                    <a:pt x="449910" y="902570"/>
                  </a:moveTo>
                  <a:lnTo>
                    <a:pt x="469946" y="902570"/>
                  </a:lnTo>
                  <a:lnTo>
                    <a:pt x="469946" y="903640"/>
                  </a:lnTo>
                  <a:lnTo>
                    <a:pt x="449910" y="903640"/>
                  </a:lnTo>
                  <a:close/>
                  <a:moveTo>
                    <a:pt x="451579" y="903640"/>
                  </a:moveTo>
                  <a:lnTo>
                    <a:pt x="469946" y="903640"/>
                  </a:lnTo>
                  <a:lnTo>
                    <a:pt x="469946" y="904711"/>
                  </a:lnTo>
                  <a:lnTo>
                    <a:pt x="451579" y="904711"/>
                  </a:lnTo>
                  <a:close/>
                  <a:moveTo>
                    <a:pt x="0" y="903640"/>
                  </a:moveTo>
                  <a:lnTo>
                    <a:pt x="81744" y="903640"/>
                  </a:lnTo>
                  <a:lnTo>
                    <a:pt x="81744" y="904711"/>
                  </a:lnTo>
                  <a:lnTo>
                    <a:pt x="0" y="904711"/>
                  </a:lnTo>
                  <a:close/>
                  <a:moveTo>
                    <a:pt x="279602" y="903640"/>
                  </a:moveTo>
                  <a:lnTo>
                    <a:pt x="317170" y="903640"/>
                  </a:lnTo>
                  <a:lnTo>
                    <a:pt x="317170" y="904711"/>
                  </a:lnTo>
                  <a:lnTo>
                    <a:pt x="279602" y="904711"/>
                  </a:lnTo>
                  <a:close/>
                  <a:moveTo>
                    <a:pt x="363086" y="903640"/>
                  </a:moveTo>
                  <a:lnTo>
                    <a:pt x="442396" y="903640"/>
                  </a:lnTo>
                  <a:lnTo>
                    <a:pt x="442396" y="904711"/>
                  </a:lnTo>
                  <a:lnTo>
                    <a:pt x="363086" y="904711"/>
                  </a:lnTo>
                  <a:close/>
                  <a:moveTo>
                    <a:pt x="560943" y="902570"/>
                  </a:moveTo>
                  <a:lnTo>
                    <a:pt x="647767" y="902570"/>
                  </a:lnTo>
                  <a:lnTo>
                    <a:pt x="647767" y="904711"/>
                  </a:lnTo>
                  <a:lnTo>
                    <a:pt x="560943" y="904711"/>
                  </a:lnTo>
                  <a:close/>
                  <a:moveTo>
                    <a:pt x="879853" y="902570"/>
                  </a:moveTo>
                  <a:lnTo>
                    <a:pt x="903228" y="902570"/>
                  </a:lnTo>
                  <a:lnTo>
                    <a:pt x="903228" y="904711"/>
                  </a:lnTo>
                  <a:lnTo>
                    <a:pt x="879853" y="904711"/>
                  </a:lnTo>
                  <a:close/>
                  <a:moveTo>
                    <a:pt x="670308" y="902570"/>
                  </a:moveTo>
                  <a:lnTo>
                    <a:pt x="707041" y="902570"/>
                  </a:lnTo>
                  <a:lnTo>
                    <a:pt x="707041" y="905782"/>
                  </a:lnTo>
                  <a:lnTo>
                    <a:pt x="670308" y="905782"/>
                  </a:lnTo>
                  <a:close/>
                  <a:moveTo>
                    <a:pt x="278767" y="904711"/>
                  </a:moveTo>
                  <a:lnTo>
                    <a:pt x="322179" y="904711"/>
                  </a:lnTo>
                  <a:lnTo>
                    <a:pt x="322179" y="905782"/>
                  </a:lnTo>
                  <a:lnTo>
                    <a:pt x="278767" y="905782"/>
                  </a:lnTo>
                  <a:close/>
                  <a:moveTo>
                    <a:pt x="452414" y="904711"/>
                  </a:moveTo>
                  <a:lnTo>
                    <a:pt x="469946" y="904711"/>
                  </a:lnTo>
                  <a:lnTo>
                    <a:pt x="469946" y="905782"/>
                  </a:lnTo>
                  <a:lnTo>
                    <a:pt x="452414" y="905782"/>
                  </a:lnTo>
                  <a:close/>
                  <a:moveTo>
                    <a:pt x="169403" y="903640"/>
                  </a:moveTo>
                  <a:lnTo>
                    <a:pt x="249548" y="903640"/>
                  </a:lnTo>
                  <a:lnTo>
                    <a:pt x="249548" y="905782"/>
                  </a:lnTo>
                  <a:lnTo>
                    <a:pt x="169403" y="905782"/>
                  </a:lnTo>
                  <a:close/>
                  <a:moveTo>
                    <a:pt x="924099" y="903640"/>
                  </a:moveTo>
                  <a:lnTo>
                    <a:pt x="930778" y="903640"/>
                  </a:lnTo>
                  <a:lnTo>
                    <a:pt x="930778" y="905782"/>
                  </a:lnTo>
                  <a:lnTo>
                    <a:pt x="924099" y="905782"/>
                  </a:lnTo>
                  <a:close/>
                  <a:moveTo>
                    <a:pt x="953319" y="903640"/>
                  </a:moveTo>
                  <a:lnTo>
                    <a:pt x="960832" y="903640"/>
                  </a:lnTo>
                  <a:lnTo>
                    <a:pt x="960832" y="905782"/>
                  </a:lnTo>
                  <a:lnTo>
                    <a:pt x="953319" y="905782"/>
                  </a:lnTo>
                  <a:close/>
                  <a:moveTo>
                    <a:pt x="0" y="904711"/>
                  </a:moveTo>
                  <a:lnTo>
                    <a:pt x="87588" y="904711"/>
                  </a:lnTo>
                  <a:lnTo>
                    <a:pt x="87588" y="905782"/>
                  </a:lnTo>
                  <a:lnTo>
                    <a:pt x="0" y="905782"/>
                  </a:lnTo>
                  <a:close/>
                  <a:moveTo>
                    <a:pt x="88423" y="904711"/>
                  </a:moveTo>
                  <a:lnTo>
                    <a:pt x="90093" y="904711"/>
                  </a:lnTo>
                  <a:lnTo>
                    <a:pt x="90093" y="905782"/>
                  </a:lnTo>
                  <a:lnTo>
                    <a:pt x="88423" y="905782"/>
                  </a:lnTo>
                  <a:close/>
                  <a:moveTo>
                    <a:pt x="363921" y="904711"/>
                  </a:moveTo>
                  <a:lnTo>
                    <a:pt x="441561" y="904711"/>
                  </a:lnTo>
                  <a:lnTo>
                    <a:pt x="441561" y="905782"/>
                  </a:lnTo>
                  <a:lnTo>
                    <a:pt x="363921" y="905782"/>
                  </a:lnTo>
                  <a:close/>
                  <a:moveTo>
                    <a:pt x="559274" y="904711"/>
                  </a:moveTo>
                  <a:lnTo>
                    <a:pt x="647767" y="904711"/>
                  </a:lnTo>
                  <a:lnTo>
                    <a:pt x="647767" y="905782"/>
                  </a:lnTo>
                  <a:lnTo>
                    <a:pt x="559274" y="905782"/>
                  </a:lnTo>
                  <a:close/>
                  <a:moveTo>
                    <a:pt x="0" y="905782"/>
                  </a:moveTo>
                  <a:lnTo>
                    <a:pt x="94267" y="905782"/>
                  </a:lnTo>
                  <a:lnTo>
                    <a:pt x="94267" y="906852"/>
                  </a:lnTo>
                  <a:lnTo>
                    <a:pt x="0" y="906852"/>
                  </a:lnTo>
                  <a:close/>
                  <a:moveTo>
                    <a:pt x="761305" y="903640"/>
                  </a:moveTo>
                  <a:lnTo>
                    <a:pt x="829762" y="903640"/>
                  </a:lnTo>
                  <a:lnTo>
                    <a:pt x="829762" y="906852"/>
                  </a:lnTo>
                  <a:lnTo>
                    <a:pt x="761305" y="906852"/>
                  </a:lnTo>
                  <a:close/>
                  <a:moveTo>
                    <a:pt x="952484" y="905782"/>
                  </a:moveTo>
                  <a:lnTo>
                    <a:pt x="960832" y="905782"/>
                  </a:lnTo>
                  <a:lnTo>
                    <a:pt x="960832" y="906852"/>
                  </a:lnTo>
                  <a:lnTo>
                    <a:pt x="952484" y="906852"/>
                  </a:lnTo>
                  <a:close/>
                  <a:moveTo>
                    <a:pt x="363921" y="905782"/>
                  </a:moveTo>
                  <a:lnTo>
                    <a:pt x="440726" y="905782"/>
                  </a:lnTo>
                  <a:lnTo>
                    <a:pt x="440726" y="906852"/>
                  </a:lnTo>
                  <a:lnTo>
                    <a:pt x="363921" y="906852"/>
                  </a:lnTo>
                  <a:close/>
                  <a:moveTo>
                    <a:pt x="559274" y="905782"/>
                  </a:moveTo>
                  <a:lnTo>
                    <a:pt x="646932" y="905782"/>
                  </a:lnTo>
                  <a:lnTo>
                    <a:pt x="646932" y="906852"/>
                  </a:lnTo>
                  <a:lnTo>
                    <a:pt x="559274" y="906852"/>
                  </a:lnTo>
                  <a:close/>
                  <a:moveTo>
                    <a:pt x="453249" y="905782"/>
                  </a:moveTo>
                  <a:lnTo>
                    <a:pt x="469111" y="905782"/>
                  </a:lnTo>
                  <a:lnTo>
                    <a:pt x="469111" y="906852"/>
                  </a:lnTo>
                  <a:lnTo>
                    <a:pt x="453249" y="906852"/>
                  </a:lnTo>
                  <a:close/>
                  <a:moveTo>
                    <a:pt x="277097" y="905782"/>
                  </a:moveTo>
                  <a:lnTo>
                    <a:pt x="323014" y="905782"/>
                  </a:lnTo>
                  <a:lnTo>
                    <a:pt x="323014" y="906852"/>
                  </a:lnTo>
                  <a:lnTo>
                    <a:pt x="277097" y="906852"/>
                  </a:lnTo>
                  <a:close/>
                  <a:moveTo>
                    <a:pt x="0" y="906852"/>
                  </a:moveTo>
                  <a:lnTo>
                    <a:pt x="100111" y="906852"/>
                  </a:lnTo>
                  <a:lnTo>
                    <a:pt x="100111" y="907923"/>
                  </a:lnTo>
                  <a:lnTo>
                    <a:pt x="0" y="907923"/>
                  </a:lnTo>
                  <a:close/>
                  <a:moveTo>
                    <a:pt x="879853" y="904711"/>
                  </a:moveTo>
                  <a:lnTo>
                    <a:pt x="902394" y="904711"/>
                  </a:lnTo>
                  <a:lnTo>
                    <a:pt x="902394" y="907923"/>
                  </a:lnTo>
                  <a:lnTo>
                    <a:pt x="879853" y="907923"/>
                  </a:lnTo>
                  <a:close/>
                  <a:moveTo>
                    <a:pt x="951649" y="906852"/>
                  </a:moveTo>
                  <a:lnTo>
                    <a:pt x="960832" y="906852"/>
                  </a:lnTo>
                  <a:lnTo>
                    <a:pt x="960832" y="907923"/>
                  </a:lnTo>
                  <a:lnTo>
                    <a:pt x="951649" y="907923"/>
                  </a:lnTo>
                  <a:close/>
                  <a:moveTo>
                    <a:pt x="558439" y="906852"/>
                  </a:moveTo>
                  <a:lnTo>
                    <a:pt x="646932" y="906852"/>
                  </a:lnTo>
                  <a:lnTo>
                    <a:pt x="646932" y="907923"/>
                  </a:lnTo>
                  <a:lnTo>
                    <a:pt x="558439" y="907923"/>
                  </a:lnTo>
                  <a:close/>
                  <a:moveTo>
                    <a:pt x="363921" y="906852"/>
                  </a:moveTo>
                  <a:lnTo>
                    <a:pt x="439891" y="906852"/>
                  </a:lnTo>
                  <a:lnTo>
                    <a:pt x="439891" y="907923"/>
                  </a:lnTo>
                  <a:lnTo>
                    <a:pt x="363921" y="907923"/>
                  </a:lnTo>
                  <a:close/>
                  <a:moveTo>
                    <a:pt x="669473" y="905782"/>
                  </a:moveTo>
                  <a:lnTo>
                    <a:pt x="707041" y="905782"/>
                  </a:lnTo>
                  <a:lnTo>
                    <a:pt x="707041" y="907923"/>
                  </a:lnTo>
                  <a:lnTo>
                    <a:pt x="669473" y="907923"/>
                  </a:lnTo>
                  <a:close/>
                  <a:moveTo>
                    <a:pt x="454919" y="906852"/>
                  </a:moveTo>
                  <a:lnTo>
                    <a:pt x="469111" y="906852"/>
                  </a:lnTo>
                  <a:lnTo>
                    <a:pt x="469111" y="907923"/>
                  </a:lnTo>
                  <a:lnTo>
                    <a:pt x="454919" y="907923"/>
                  </a:lnTo>
                  <a:close/>
                  <a:moveTo>
                    <a:pt x="169403" y="905782"/>
                  </a:moveTo>
                  <a:lnTo>
                    <a:pt x="248713" y="905782"/>
                  </a:lnTo>
                  <a:lnTo>
                    <a:pt x="248713" y="907923"/>
                  </a:lnTo>
                  <a:lnTo>
                    <a:pt x="169403" y="907923"/>
                  </a:lnTo>
                  <a:close/>
                  <a:moveTo>
                    <a:pt x="276262" y="906852"/>
                  </a:moveTo>
                  <a:lnTo>
                    <a:pt x="323848" y="906852"/>
                  </a:lnTo>
                  <a:lnTo>
                    <a:pt x="323848" y="907923"/>
                  </a:lnTo>
                  <a:lnTo>
                    <a:pt x="276262" y="907923"/>
                  </a:lnTo>
                  <a:close/>
                  <a:moveTo>
                    <a:pt x="762140" y="906852"/>
                  </a:moveTo>
                  <a:lnTo>
                    <a:pt x="830597" y="906852"/>
                  </a:lnTo>
                  <a:lnTo>
                    <a:pt x="830597" y="907923"/>
                  </a:lnTo>
                  <a:lnTo>
                    <a:pt x="762140" y="907923"/>
                  </a:lnTo>
                  <a:close/>
                  <a:moveTo>
                    <a:pt x="0" y="907923"/>
                  </a:moveTo>
                  <a:lnTo>
                    <a:pt x="118477" y="907923"/>
                  </a:lnTo>
                  <a:lnTo>
                    <a:pt x="118477" y="908994"/>
                  </a:lnTo>
                  <a:lnTo>
                    <a:pt x="0" y="908994"/>
                  </a:lnTo>
                  <a:close/>
                  <a:moveTo>
                    <a:pt x="275428" y="907923"/>
                  </a:moveTo>
                  <a:lnTo>
                    <a:pt x="328023" y="907923"/>
                  </a:lnTo>
                  <a:lnTo>
                    <a:pt x="328023" y="908994"/>
                  </a:lnTo>
                  <a:lnTo>
                    <a:pt x="275428" y="908994"/>
                  </a:lnTo>
                  <a:close/>
                  <a:moveTo>
                    <a:pt x="168568" y="907923"/>
                  </a:moveTo>
                  <a:lnTo>
                    <a:pt x="247878" y="907923"/>
                  </a:lnTo>
                  <a:lnTo>
                    <a:pt x="247878" y="908994"/>
                  </a:lnTo>
                  <a:lnTo>
                    <a:pt x="168568" y="908994"/>
                  </a:lnTo>
                  <a:close/>
                  <a:moveTo>
                    <a:pt x="879853" y="907923"/>
                  </a:moveTo>
                  <a:lnTo>
                    <a:pt x="901559" y="907923"/>
                  </a:lnTo>
                  <a:lnTo>
                    <a:pt x="901559" y="908994"/>
                  </a:lnTo>
                  <a:lnTo>
                    <a:pt x="879853" y="908994"/>
                  </a:lnTo>
                  <a:close/>
                  <a:moveTo>
                    <a:pt x="555100" y="907923"/>
                  </a:moveTo>
                  <a:lnTo>
                    <a:pt x="646932" y="907923"/>
                  </a:lnTo>
                  <a:lnTo>
                    <a:pt x="646932" y="908994"/>
                  </a:lnTo>
                  <a:lnTo>
                    <a:pt x="555100" y="908994"/>
                  </a:lnTo>
                  <a:close/>
                  <a:moveTo>
                    <a:pt x="761305" y="907923"/>
                  </a:moveTo>
                  <a:lnTo>
                    <a:pt x="831432" y="907923"/>
                  </a:lnTo>
                  <a:lnTo>
                    <a:pt x="831432" y="908994"/>
                  </a:lnTo>
                  <a:lnTo>
                    <a:pt x="761305" y="908994"/>
                  </a:lnTo>
                  <a:close/>
                  <a:moveTo>
                    <a:pt x="363921" y="907923"/>
                  </a:moveTo>
                  <a:lnTo>
                    <a:pt x="439057" y="907923"/>
                  </a:lnTo>
                  <a:lnTo>
                    <a:pt x="439057" y="908994"/>
                  </a:lnTo>
                  <a:lnTo>
                    <a:pt x="363921" y="908994"/>
                  </a:lnTo>
                  <a:close/>
                  <a:moveTo>
                    <a:pt x="454919" y="907923"/>
                  </a:moveTo>
                  <a:lnTo>
                    <a:pt x="468276" y="907923"/>
                  </a:lnTo>
                  <a:lnTo>
                    <a:pt x="468276" y="908994"/>
                  </a:lnTo>
                  <a:lnTo>
                    <a:pt x="454919" y="908994"/>
                  </a:lnTo>
                  <a:close/>
                  <a:moveTo>
                    <a:pt x="668638" y="907923"/>
                  </a:moveTo>
                  <a:lnTo>
                    <a:pt x="707041" y="907923"/>
                  </a:lnTo>
                  <a:lnTo>
                    <a:pt x="707041" y="908994"/>
                  </a:lnTo>
                  <a:lnTo>
                    <a:pt x="668638" y="908994"/>
                  </a:lnTo>
                  <a:close/>
                  <a:moveTo>
                    <a:pt x="855642" y="908994"/>
                  </a:moveTo>
                  <a:lnTo>
                    <a:pt x="858982" y="908994"/>
                  </a:lnTo>
                  <a:lnTo>
                    <a:pt x="858982" y="910064"/>
                  </a:lnTo>
                  <a:lnTo>
                    <a:pt x="855642" y="910064"/>
                  </a:lnTo>
                  <a:close/>
                  <a:moveTo>
                    <a:pt x="550925" y="908994"/>
                  </a:moveTo>
                  <a:lnTo>
                    <a:pt x="646097" y="908994"/>
                  </a:lnTo>
                  <a:lnTo>
                    <a:pt x="646097" y="910064"/>
                  </a:lnTo>
                  <a:lnTo>
                    <a:pt x="550925" y="910064"/>
                  </a:lnTo>
                  <a:close/>
                  <a:moveTo>
                    <a:pt x="274593" y="908994"/>
                  </a:moveTo>
                  <a:lnTo>
                    <a:pt x="329692" y="908994"/>
                  </a:lnTo>
                  <a:lnTo>
                    <a:pt x="329692" y="910064"/>
                  </a:lnTo>
                  <a:lnTo>
                    <a:pt x="274593" y="910064"/>
                  </a:lnTo>
                  <a:close/>
                  <a:moveTo>
                    <a:pt x="0" y="908994"/>
                  </a:moveTo>
                  <a:lnTo>
                    <a:pt x="126826" y="908994"/>
                  </a:lnTo>
                  <a:lnTo>
                    <a:pt x="126826" y="910064"/>
                  </a:lnTo>
                  <a:lnTo>
                    <a:pt x="0" y="910064"/>
                  </a:lnTo>
                  <a:close/>
                  <a:moveTo>
                    <a:pt x="923265" y="905782"/>
                  </a:moveTo>
                  <a:lnTo>
                    <a:pt x="929943" y="905782"/>
                  </a:lnTo>
                  <a:lnTo>
                    <a:pt x="929943" y="910064"/>
                  </a:lnTo>
                  <a:lnTo>
                    <a:pt x="923265" y="910064"/>
                  </a:lnTo>
                  <a:close/>
                  <a:moveTo>
                    <a:pt x="167733" y="908994"/>
                  </a:moveTo>
                  <a:lnTo>
                    <a:pt x="247878" y="908994"/>
                  </a:lnTo>
                  <a:lnTo>
                    <a:pt x="247878" y="910064"/>
                  </a:lnTo>
                  <a:lnTo>
                    <a:pt x="167733" y="910064"/>
                  </a:lnTo>
                  <a:close/>
                  <a:moveTo>
                    <a:pt x="667803" y="908994"/>
                  </a:moveTo>
                  <a:lnTo>
                    <a:pt x="706206" y="908994"/>
                  </a:lnTo>
                  <a:lnTo>
                    <a:pt x="706206" y="910064"/>
                  </a:lnTo>
                  <a:lnTo>
                    <a:pt x="667803" y="910064"/>
                  </a:lnTo>
                  <a:close/>
                  <a:moveTo>
                    <a:pt x="950814" y="907923"/>
                  </a:moveTo>
                  <a:lnTo>
                    <a:pt x="960832" y="907923"/>
                  </a:lnTo>
                  <a:lnTo>
                    <a:pt x="960832" y="911135"/>
                  </a:lnTo>
                  <a:lnTo>
                    <a:pt x="950814" y="911135"/>
                  </a:lnTo>
                  <a:close/>
                  <a:moveTo>
                    <a:pt x="273758" y="910064"/>
                  </a:moveTo>
                  <a:lnTo>
                    <a:pt x="331362" y="910064"/>
                  </a:lnTo>
                  <a:lnTo>
                    <a:pt x="331362" y="911135"/>
                  </a:lnTo>
                  <a:lnTo>
                    <a:pt x="273758" y="911135"/>
                  </a:lnTo>
                  <a:close/>
                  <a:moveTo>
                    <a:pt x="0" y="910064"/>
                  </a:moveTo>
                  <a:lnTo>
                    <a:pt x="134339" y="910064"/>
                  </a:lnTo>
                  <a:lnTo>
                    <a:pt x="134339" y="911135"/>
                  </a:lnTo>
                  <a:lnTo>
                    <a:pt x="0" y="911135"/>
                  </a:lnTo>
                  <a:close/>
                  <a:moveTo>
                    <a:pt x="363921" y="908994"/>
                  </a:moveTo>
                  <a:lnTo>
                    <a:pt x="438222" y="908994"/>
                  </a:lnTo>
                  <a:lnTo>
                    <a:pt x="438222" y="911135"/>
                  </a:lnTo>
                  <a:lnTo>
                    <a:pt x="363921" y="911135"/>
                  </a:lnTo>
                  <a:close/>
                  <a:moveTo>
                    <a:pt x="761305" y="908994"/>
                  </a:moveTo>
                  <a:lnTo>
                    <a:pt x="832267" y="908994"/>
                  </a:lnTo>
                  <a:lnTo>
                    <a:pt x="832267" y="911135"/>
                  </a:lnTo>
                  <a:lnTo>
                    <a:pt x="761305" y="911135"/>
                  </a:lnTo>
                  <a:close/>
                  <a:moveTo>
                    <a:pt x="166898" y="910064"/>
                  </a:moveTo>
                  <a:lnTo>
                    <a:pt x="247043" y="910064"/>
                  </a:lnTo>
                  <a:lnTo>
                    <a:pt x="247043" y="911135"/>
                  </a:lnTo>
                  <a:lnTo>
                    <a:pt x="166898" y="911135"/>
                  </a:lnTo>
                  <a:close/>
                  <a:moveTo>
                    <a:pt x="667803" y="910064"/>
                  </a:moveTo>
                  <a:lnTo>
                    <a:pt x="702032" y="910064"/>
                  </a:lnTo>
                  <a:lnTo>
                    <a:pt x="702032" y="911135"/>
                  </a:lnTo>
                  <a:lnTo>
                    <a:pt x="667803" y="911135"/>
                  </a:lnTo>
                  <a:close/>
                  <a:moveTo>
                    <a:pt x="455753" y="908994"/>
                  </a:moveTo>
                  <a:lnTo>
                    <a:pt x="468276" y="908994"/>
                  </a:lnTo>
                  <a:lnTo>
                    <a:pt x="468276" y="911135"/>
                  </a:lnTo>
                  <a:lnTo>
                    <a:pt x="455753" y="911135"/>
                  </a:lnTo>
                  <a:close/>
                  <a:moveTo>
                    <a:pt x="923265" y="910064"/>
                  </a:moveTo>
                  <a:lnTo>
                    <a:pt x="929108" y="910064"/>
                  </a:lnTo>
                  <a:lnTo>
                    <a:pt x="929108" y="911135"/>
                  </a:lnTo>
                  <a:lnTo>
                    <a:pt x="923265" y="911135"/>
                  </a:lnTo>
                  <a:close/>
                  <a:moveTo>
                    <a:pt x="853973" y="910064"/>
                  </a:moveTo>
                  <a:lnTo>
                    <a:pt x="858982" y="910064"/>
                  </a:lnTo>
                  <a:lnTo>
                    <a:pt x="858982" y="911135"/>
                  </a:lnTo>
                  <a:lnTo>
                    <a:pt x="853973" y="911135"/>
                  </a:lnTo>
                  <a:close/>
                  <a:moveTo>
                    <a:pt x="486643" y="910064"/>
                  </a:moveTo>
                  <a:lnTo>
                    <a:pt x="645262" y="910064"/>
                  </a:lnTo>
                  <a:lnTo>
                    <a:pt x="645262" y="911135"/>
                  </a:lnTo>
                  <a:lnTo>
                    <a:pt x="486643" y="911135"/>
                  </a:lnTo>
                  <a:close/>
                  <a:moveTo>
                    <a:pt x="850633" y="911135"/>
                  </a:moveTo>
                  <a:lnTo>
                    <a:pt x="858982" y="911135"/>
                  </a:lnTo>
                  <a:lnTo>
                    <a:pt x="858982" y="912206"/>
                  </a:lnTo>
                  <a:lnTo>
                    <a:pt x="850633" y="912206"/>
                  </a:lnTo>
                  <a:close/>
                  <a:moveTo>
                    <a:pt x="272923" y="911135"/>
                  </a:moveTo>
                  <a:lnTo>
                    <a:pt x="333867" y="911135"/>
                  </a:lnTo>
                  <a:lnTo>
                    <a:pt x="333867" y="912206"/>
                  </a:lnTo>
                  <a:lnTo>
                    <a:pt x="272923" y="912206"/>
                  </a:lnTo>
                  <a:close/>
                  <a:moveTo>
                    <a:pt x="667803" y="911135"/>
                  </a:moveTo>
                  <a:lnTo>
                    <a:pt x="700362" y="911135"/>
                  </a:lnTo>
                  <a:lnTo>
                    <a:pt x="700362" y="912206"/>
                  </a:lnTo>
                  <a:lnTo>
                    <a:pt x="667803" y="912206"/>
                  </a:lnTo>
                  <a:close/>
                  <a:moveTo>
                    <a:pt x="166063" y="911135"/>
                  </a:moveTo>
                  <a:lnTo>
                    <a:pt x="247043" y="911135"/>
                  </a:lnTo>
                  <a:lnTo>
                    <a:pt x="247043" y="912206"/>
                  </a:lnTo>
                  <a:lnTo>
                    <a:pt x="166063" y="912206"/>
                  </a:lnTo>
                  <a:close/>
                  <a:moveTo>
                    <a:pt x="455753" y="911135"/>
                  </a:moveTo>
                  <a:lnTo>
                    <a:pt x="467441" y="911135"/>
                  </a:lnTo>
                  <a:lnTo>
                    <a:pt x="467441" y="912206"/>
                  </a:lnTo>
                  <a:lnTo>
                    <a:pt x="455753" y="912206"/>
                  </a:lnTo>
                  <a:close/>
                  <a:moveTo>
                    <a:pt x="760471" y="911135"/>
                  </a:moveTo>
                  <a:lnTo>
                    <a:pt x="833102" y="911135"/>
                  </a:lnTo>
                  <a:lnTo>
                    <a:pt x="833102" y="912206"/>
                  </a:lnTo>
                  <a:lnTo>
                    <a:pt x="760471" y="912206"/>
                  </a:lnTo>
                  <a:close/>
                  <a:moveTo>
                    <a:pt x="922430" y="911135"/>
                  </a:moveTo>
                  <a:lnTo>
                    <a:pt x="928274" y="911135"/>
                  </a:lnTo>
                  <a:lnTo>
                    <a:pt x="928274" y="912206"/>
                  </a:lnTo>
                  <a:lnTo>
                    <a:pt x="922430" y="912206"/>
                  </a:lnTo>
                  <a:close/>
                  <a:moveTo>
                    <a:pt x="879853" y="908994"/>
                  </a:moveTo>
                  <a:lnTo>
                    <a:pt x="900724" y="908994"/>
                  </a:lnTo>
                  <a:lnTo>
                    <a:pt x="900724" y="912206"/>
                  </a:lnTo>
                  <a:lnTo>
                    <a:pt x="879853" y="912206"/>
                  </a:lnTo>
                  <a:close/>
                  <a:moveTo>
                    <a:pt x="0" y="911135"/>
                  </a:moveTo>
                  <a:lnTo>
                    <a:pt x="143523" y="911135"/>
                  </a:lnTo>
                  <a:lnTo>
                    <a:pt x="143523" y="912206"/>
                  </a:lnTo>
                  <a:lnTo>
                    <a:pt x="0" y="912206"/>
                  </a:lnTo>
                  <a:close/>
                  <a:moveTo>
                    <a:pt x="484138" y="911135"/>
                  </a:moveTo>
                  <a:lnTo>
                    <a:pt x="644428" y="911135"/>
                  </a:lnTo>
                  <a:lnTo>
                    <a:pt x="644428" y="912206"/>
                  </a:lnTo>
                  <a:lnTo>
                    <a:pt x="484138" y="912206"/>
                  </a:lnTo>
                  <a:close/>
                  <a:moveTo>
                    <a:pt x="483303" y="912206"/>
                  </a:moveTo>
                  <a:lnTo>
                    <a:pt x="644428" y="912206"/>
                  </a:lnTo>
                  <a:lnTo>
                    <a:pt x="644428" y="913276"/>
                  </a:lnTo>
                  <a:lnTo>
                    <a:pt x="483303" y="913276"/>
                  </a:lnTo>
                  <a:close/>
                  <a:moveTo>
                    <a:pt x="666968" y="912206"/>
                  </a:moveTo>
                  <a:lnTo>
                    <a:pt x="697857" y="912206"/>
                  </a:lnTo>
                  <a:lnTo>
                    <a:pt x="697857" y="913276"/>
                  </a:lnTo>
                  <a:lnTo>
                    <a:pt x="666968" y="913276"/>
                  </a:lnTo>
                  <a:close/>
                  <a:moveTo>
                    <a:pt x="950814" y="911135"/>
                  </a:moveTo>
                  <a:lnTo>
                    <a:pt x="959998" y="911135"/>
                  </a:lnTo>
                  <a:lnTo>
                    <a:pt x="959998" y="913276"/>
                  </a:lnTo>
                  <a:lnTo>
                    <a:pt x="950814" y="913276"/>
                  </a:lnTo>
                  <a:close/>
                  <a:moveTo>
                    <a:pt x="921595" y="912206"/>
                  </a:moveTo>
                  <a:lnTo>
                    <a:pt x="928274" y="912206"/>
                  </a:lnTo>
                  <a:lnTo>
                    <a:pt x="928274" y="913276"/>
                  </a:lnTo>
                  <a:lnTo>
                    <a:pt x="921595" y="913276"/>
                  </a:lnTo>
                  <a:close/>
                  <a:moveTo>
                    <a:pt x="271253" y="912206"/>
                  </a:moveTo>
                  <a:lnTo>
                    <a:pt x="337206" y="912206"/>
                  </a:lnTo>
                  <a:lnTo>
                    <a:pt x="337206" y="913276"/>
                  </a:lnTo>
                  <a:lnTo>
                    <a:pt x="271253" y="913276"/>
                  </a:lnTo>
                  <a:close/>
                  <a:moveTo>
                    <a:pt x="760471" y="912206"/>
                  </a:moveTo>
                  <a:lnTo>
                    <a:pt x="835606" y="912206"/>
                  </a:lnTo>
                  <a:lnTo>
                    <a:pt x="835606" y="913276"/>
                  </a:lnTo>
                  <a:lnTo>
                    <a:pt x="760471" y="913276"/>
                  </a:lnTo>
                  <a:close/>
                  <a:moveTo>
                    <a:pt x="845624" y="912206"/>
                  </a:moveTo>
                  <a:lnTo>
                    <a:pt x="859817" y="912206"/>
                  </a:lnTo>
                  <a:lnTo>
                    <a:pt x="859817" y="913276"/>
                  </a:lnTo>
                  <a:lnTo>
                    <a:pt x="845624" y="913276"/>
                  </a:lnTo>
                  <a:close/>
                  <a:moveTo>
                    <a:pt x="760471" y="913276"/>
                  </a:moveTo>
                  <a:lnTo>
                    <a:pt x="836441" y="913276"/>
                  </a:lnTo>
                  <a:lnTo>
                    <a:pt x="836441" y="914347"/>
                  </a:lnTo>
                  <a:lnTo>
                    <a:pt x="760471" y="914347"/>
                  </a:lnTo>
                  <a:close/>
                  <a:moveTo>
                    <a:pt x="363086" y="911135"/>
                  </a:moveTo>
                  <a:lnTo>
                    <a:pt x="437387" y="911135"/>
                  </a:lnTo>
                  <a:lnTo>
                    <a:pt x="437387" y="914347"/>
                  </a:lnTo>
                  <a:lnTo>
                    <a:pt x="363086" y="914347"/>
                  </a:lnTo>
                  <a:close/>
                  <a:moveTo>
                    <a:pt x="271253" y="913276"/>
                  </a:moveTo>
                  <a:lnTo>
                    <a:pt x="338041" y="913276"/>
                  </a:lnTo>
                  <a:lnTo>
                    <a:pt x="338041" y="914347"/>
                  </a:lnTo>
                  <a:lnTo>
                    <a:pt x="271253" y="914347"/>
                  </a:lnTo>
                  <a:close/>
                  <a:moveTo>
                    <a:pt x="666968" y="913276"/>
                  </a:moveTo>
                  <a:lnTo>
                    <a:pt x="692014" y="913276"/>
                  </a:lnTo>
                  <a:lnTo>
                    <a:pt x="692014" y="914347"/>
                  </a:lnTo>
                  <a:lnTo>
                    <a:pt x="666968" y="914347"/>
                  </a:lnTo>
                  <a:close/>
                  <a:moveTo>
                    <a:pt x="843955" y="913276"/>
                  </a:moveTo>
                  <a:lnTo>
                    <a:pt x="859817" y="913276"/>
                  </a:lnTo>
                  <a:lnTo>
                    <a:pt x="859817" y="914347"/>
                  </a:lnTo>
                  <a:lnTo>
                    <a:pt x="843955" y="914347"/>
                  </a:lnTo>
                  <a:close/>
                  <a:moveTo>
                    <a:pt x="456588" y="912206"/>
                  </a:moveTo>
                  <a:lnTo>
                    <a:pt x="467441" y="912206"/>
                  </a:lnTo>
                  <a:lnTo>
                    <a:pt x="467441" y="914347"/>
                  </a:lnTo>
                  <a:lnTo>
                    <a:pt x="456588" y="914347"/>
                  </a:lnTo>
                  <a:close/>
                  <a:moveTo>
                    <a:pt x="270419" y="914347"/>
                  </a:moveTo>
                  <a:lnTo>
                    <a:pt x="338876" y="914347"/>
                  </a:lnTo>
                  <a:lnTo>
                    <a:pt x="338876" y="915418"/>
                  </a:lnTo>
                  <a:lnTo>
                    <a:pt x="270419" y="915418"/>
                  </a:lnTo>
                  <a:close/>
                  <a:moveTo>
                    <a:pt x="666133" y="914347"/>
                  </a:moveTo>
                  <a:lnTo>
                    <a:pt x="689509" y="914347"/>
                  </a:lnTo>
                  <a:lnTo>
                    <a:pt x="689509" y="915418"/>
                  </a:lnTo>
                  <a:lnTo>
                    <a:pt x="666133" y="915418"/>
                  </a:lnTo>
                  <a:close/>
                  <a:moveTo>
                    <a:pt x="482468" y="913276"/>
                  </a:moveTo>
                  <a:lnTo>
                    <a:pt x="644428" y="913276"/>
                  </a:lnTo>
                  <a:lnTo>
                    <a:pt x="644428" y="915418"/>
                  </a:lnTo>
                  <a:lnTo>
                    <a:pt x="482468" y="915418"/>
                  </a:lnTo>
                  <a:close/>
                  <a:moveTo>
                    <a:pt x="760471" y="914347"/>
                  </a:moveTo>
                  <a:lnTo>
                    <a:pt x="838111" y="914347"/>
                  </a:lnTo>
                  <a:lnTo>
                    <a:pt x="838111" y="915418"/>
                  </a:lnTo>
                  <a:lnTo>
                    <a:pt x="760471" y="915418"/>
                  </a:lnTo>
                  <a:close/>
                  <a:moveTo>
                    <a:pt x="949980" y="913276"/>
                  </a:moveTo>
                  <a:lnTo>
                    <a:pt x="959998" y="913276"/>
                  </a:lnTo>
                  <a:lnTo>
                    <a:pt x="959998" y="915418"/>
                  </a:lnTo>
                  <a:lnTo>
                    <a:pt x="949980" y="915418"/>
                  </a:lnTo>
                  <a:close/>
                  <a:moveTo>
                    <a:pt x="840615" y="914347"/>
                  </a:moveTo>
                  <a:lnTo>
                    <a:pt x="859817" y="914347"/>
                  </a:lnTo>
                  <a:lnTo>
                    <a:pt x="859817" y="915418"/>
                  </a:lnTo>
                  <a:lnTo>
                    <a:pt x="840615" y="915418"/>
                  </a:lnTo>
                  <a:close/>
                  <a:moveTo>
                    <a:pt x="0" y="912206"/>
                  </a:moveTo>
                  <a:lnTo>
                    <a:pt x="247878" y="912206"/>
                  </a:lnTo>
                  <a:lnTo>
                    <a:pt x="247878" y="915418"/>
                  </a:lnTo>
                  <a:lnTo>
                    <a:pt x="0" y="915418"/>
                  </a:lnTo>
                  <a:close/>
                  <a:moveTo>
                    <a:pt x="363086" y="914347"/>
                  </a:moveTo>
                  <a:lnTo>
                    <a:pt x="436552" y="914347"/>
                  </a:lnTo>
                  <a:lnTo>
                    <a:pt x="436552" y="915418"/>
                  </a:lnTo>
                  <a:lnTo>
                    <a:pt x="363086" y="915418"/>
                  </a:lnTo>
                  <a:close/>
                  <a:moveTo>
                    <a:pt x="879853" y="912206"/>
                  </a:moveTo>
                  <a:lnTo>
                    <a:pt x="899889" y="912206"/>
                  </a:lnTo>
                  <a:lnTo>
                    <a:pt x="899889" y="915418"/>
                  </a:lnTo>
                  <a:lnTo>
                    <a:pt x="879853" y="915418"/>
                  </a:lnTo>
                  <a:close/>
                  <a:moveTo>
                    <a:pt x="879853" y="915418"/>
                  </a:moveTo>
                  <a:lnTo>
                    <a:pt x="899054" y="915418"/>
                  </a:lnTo>
                  <a:lnTo>
                    <a:pt x="899054" y="916488"/>
                  </a:lnTo>
                  <a:lnTo>
                    <a:pt x="879853" y="916488"/>
                  </a:lnTo>
                  <a:close/>
                  <a:moveTo>
                    <a:pt x="482468" y="915418"/>
                  </a:moveTo>
                  <a:lnTo>
                    <a:pt x="643593" y="915418"/>
                  </a:lnTo>
                  <a:lnTo>
                    <a:pt x="643593" y="916488"/>
                  </a:lnTo>
                  <a:lnTo>
                    <a:pt x="482468" y="916488"/>
                  </a:lnTo>
                  <a:close/>
                  <a:moveTo>
                    <a:pt x="268749" y="915418"/>
                  </a:moveTo>
                  <a:lnTo>
                    <a:pt x="339710" y="915418"/>
                  </a:lnTo>
                  <a:lnTo>
                    <a:pt x="339710" y="916488"/>
                  </a:lnTo>
                  <a:lnTo>
                    <a:pt x="268749" y="916488"/>
                  </a:lnTo>
                  <a:close/>
                  <a:moveTo>
                    <a:pt x="0" y="915418"/>
                  </a:moveTo>
                  <a:lnTo>
                    <a:pt x="248713" y="915418"/>
                  </a:lnTo>
                  <a:lnTo>
                    <a:pt x="248713" y="916488"/>
                  </a:lnTo>
                  <a:lnTo>
                    <a:pt x="0" y="916488"/>
                  </a:lnTo>
                  <a:close/>
                  <a:moveTo>
                    <a:pt x="949145" y="915418"/>
                  </a:moveTo>
                  <a:lnTo>
                    <a:pt x="959998" y="915418"/>
                  </a:lnTo>
                  <a:lnTo>
                    <a:pt x="959998" y="916488"/>
                  </a:lnTo>
                  <a:lnTo>
                    <a:pt x="949145" y="916488"/>
                  </a:lnTo>
                  <a:close/>
                  <a:moveTo>
                    <a:pt x="759636" y="915418"/>
                  </a:moveTo>
                  <a:lnTo>
                    <a:pt x="859817" y="915418"/>
                  </a:lnTo>
                  <a:lnTo>
                    <a:pt x="859817" y="916488"/>
                  </a:lnTo>
                  <a:lnTo>
                    <a:pt x="759636" y="916488"/>
                  </a:lnTo>
                  <a:close/>
                  <a:moveTo>
                    <a:pt x="362251" y="915418"/>
                  </a:moveTo>
                  <a:lnTo>
                    <a:pt x="435717" y="915418"/>
                  </a:lnTo>
                  <a:lnTo>
                    <a:pt x="435717" y="916488"/>
                  </a:lnTo>
                  <a:lnTo>
                    <a:pt x="362251" y="916488"/>
                  </a:lnTo>
                  <a:close/>
                  <a:moveTo>
                    <a:pt x="665299" y="915418"/>
                  </a:moveTo>
                  <a:lnTo>
                    <a:pt x="687839" y="915418"/>
                  </a:lnTo>
                  <a:lnTo>
                    <a:pt x="687839" y="916488"/>
                  </a:lnTo>
                  <a:lnTo>
                    <a:pt x="665299" y="916488"/>
                  </a:lnTo>
                  <a:close/>
                  <a:moveTo>
                    <a:pt x="665299" y="916488"/>
                  </a:moveTo>
                  <a:lnTo>
                    <a:pt x="681995" y="916488"/>
                  </a:lnTo>
                  <a:lnTo>
                    <a:pt x="681995" y="917559"/>
                  </a:lnTo>
                  <a:lnTo>
                    <a:pt x="665299" y="917559"/>
                  </a:lnTo>
                  <a:close/>
                  <a:moveTo>
                    <a:pt x="267914" y="916488"/>
                  </a:moveTo>
                  <a:lnTo>
                    <a:pt x="290455" y="916488"/>
                  </a:lnTo>
                  <a:lnTo>
                    <a:pt x="290455" y="917559"/>
                  </a:lnTo>
                  <a:lnTo>
                    <a:pt x="267914" y="917559"/>
                  </a:lnTo>
                  <a:close/>
                  <a:moveTo>
                    <a:pt x="362251" y="916488"/>
                  </a:moveTo>
                  <a:lnTo>
                    <a:pt x="434882" y="916488"/>
                  </a:lnTo>
                  <a:lnTo>
                    <a:pt x="434882" y="917559"/>
                  </a:lnTo>
                  <a:lnTo>
                    <a:pt x="362251" y="917559"/>
                  </a:lnTo>
                  <a:close/>
                  <a:moveTo>
                    <a:pt x="457423" y="914347"/>
                  </a:moveTo>
                  <a:lnTo>
                    <a:pt x="467441" y="914347"/>
                  </a:lnTo>
                  <a:lnTo>
                    <a:pt x="467441" y="917559"/>
                  </a:lnTo>
                  <a:lnTo>
                    <a:pt x="457423" y="917559"/>
                  </a:lnTo>
                  <a:close/>
                  <a:moveTo>
                    <a:pt x="758801" y="916488"/>
                  </a:moveTo>
                  <a:lnTo>
                    <a:pt x="859817" y="916488"/>
                  </a:lnTo>
                  <a:lnTo>
                    <a:pt x="859817" y="917559"/>
                  </a:lnTo>
                  <a:lnTo>
                    <a:pt x="758801" y="917559"/>
                  </a:lnTo>
                  <a:close/>
                  <a:moveTo>
                    <a:pt x="302977" y="916488"/>
                  </a:moveTo>
                  <a:lnTo>
                    <a:pt x="339710" y="916488"/>
                  </a:lnTo>
                  <a:lnTo>
                    <a:pt x="339710" y="917559"/>
                  </a:lnTo>
                  <a:lnTo>
                    <a:pt x="302977" y="917559"/>
                  </a:lnTo>
                  <a:close/>
                  <a:moveTo>
                    <a:pt x="483303" y="916488"/>
                  </a:moveTo>
                  <a:lnTo>
                    <a:pt x="642758" y="916488"/>
                  </a:lnTo>
                  <a:lnTo>
                    <a:pt x="642758" y="917559"/>
                  </a:lnTo>
                  <a:lnTo>
                    <a:pt x="483303" y="917559"/>
                  </a:lnTo>
                  <a:close/>
                  <a:moveTo>
                    <a:pt x="757966" y="917559"/>
                  </a:moveTo>
                  <a:lnTo>
                    <a:pt x="859817" y="917559"/>
                  </a:lnTo>
                  <a:lnTo>
                    <a:pt x="859817" y="918630"/>
                  </a:lnTo>
                  <a:lnTo>
                    <a:pt x="757966" y="918630"/>
                  </a:lnTo>
                  <a:close/>
                  <a:moveTo>
                    <a:pt x="483303" y="917559"/>
                  </a:moveTo>
                  <a:lnTo>
                    <a:pt x="641923" y="917559"/>
                  </a:lnTo>
                  <a:lnTo>
                    <a:pt x="641923" y="918630"/>
                  </a:lnTo>
                  <a:lnTo>
                    <a:pt x="483303" y="918630"/>
                  </a:lnTo>
                  <a:close/>
                  <a:moveTo>
                    <a:pt x="361416" y="917559"/>
                  </a:moveTo>
                  <a:lnTo>
                    <a:pt x="434882" y="917559"/>
                  </a:lnTo>
                  <a:lnTo>
                    <a:pt x="434882" y="918630"/>
                  </a:lnTo>
                  <a:lnTo>
                    <a:pt x="361416" y="918630"/>
                  </a:lnTo>
                  <a:close/>
                  <a:moveTo>
                    <a:pt x="0" y="916488"/>
                  </a:moveTo>
                  <a:lnTo>
                    <a:pt x="249548" y="916488"/>
                  </a:lnTo>
                  <a:lnTo>
                    <a:pt x="249548" y="918630"/>
                  </a:lnTo>
                  <a:lnTo>
                    <a:pt x="0" y="918630"/>
                  </a:lnTo>
                  <a:close/>
                  <a:moveTo>
                    <a:pt x="665299" y="917559"/>
                  </a:moveTo>
                  <a:lnTo>
                    <a:pt x="679491" y="917559"/>
                  </a:lnTo>
                  <a:lnTo>
                    <a:pt x="679491" y="918630"/>
                  </a:lnTo>
                  <a:lnTo>
                    <a:pt x="665299" y="918630"/>
                  </a:lnTo>
                  <a:close/>
                  <a:moveTo>
                    <a:pt x="920760" y="913276"/>
                  </a:moveTo>
                  <a:lnTo>
                    <a:pt x="927439" y="913276"/>
                  </a:lnTo>
                  <a:lnTo>
                    <a:pt x="927439" y="918630"/>
                  </a:lnTo>
                  <a:lnTo>
                    <a:pt x="920760" y="918630"/>
                  </a:lnTo>
                  <a:close/>
                  <a:moveTo>
                    <a:pt x="879853" y="916488"/>
                  </a:moveTo>
                  <a:lnTo>
                    <a:pt x="898219" y="916488"/>
                  </a:lnTo>
                  <a:lnTo>
                    <a:pt x="898219" y="918630"/>
                  </a:lnTo>
                  <a:lnTo>
                    <a:pt x="879853" y="918630"/>
                  </a:lnTo>
                  <a:close/>
                  <a:moveTo>
                    <a:pt x="307986" y="917559"/>
                  </a:moveTo>
                  <a:lnTo>
                    <a:pt x="339710" y="917559"/>
                  </a:lnTo>
                  <a:lnTo>
                    <a:pt x="339710" y="918630"/>
                  </a:lnTo>
                  <a:lnTo>
                    <a:pt x="307986" y="918630"/>
                  </a:lnTo>
                  <a:close/>
                  <a:moveTo>
                    <a:pt x="267914" y="917559"/>
                  </a:moveTo>
                  <a:lnTo>
                    <a:pt x="288785" y="917559"/>
                  </a:lnTo>
                  <a:lnTo>
                    <a:pt x="288785" y="918630"/>
                  </a:lnTo>
                  <a:lnTo>
                    <a:pt x="267914" y="918630"/>
                  </a:lnTo>
                  <a:close/>
                  <a:moveTo>
                    <a:pt x="919925" y="918630"/>
                  </a:moveTo>
                  <a:lnTo>
                    <a:pt x="926604" y="918630"/>
                  </a:lnTo>
                  <a:lnTo>
                    <a:pt x="926604" y="919700"/>
                  </a:lnTo>
                  <a:lnTo>
                    <a:pt x="919925" y="919700"/>
                  </a:lnTo>
                  <a:close/>
                  <a:moveTo>
                    <a:pt x="948310" y="916488"/>
                  </a:moveTo>
                  <a:lnTo>
                    <a:pt x="959998" y="916488"/>
                  </a:lnTo>
                  <a:lnTo>
                    <a:pt x="959998" y="919700"/>
                  </a:lnTo>
                  <a:lnTo>
                    <a:pt x="948310" y="919700"/>
                  </a:lnTo>
                  <a:close/>
                  <a:moveTo>
                    <a:pt x="664464" y="918630"/>
                  </a:moveTo>
                  <a:lnTo>
                    <a:pt x="678656" y="918630"/>
                  </a:lnTo>
                  <a:lnTo>
                    <a:pt x="678656" y="919700"/>
                  </a:lnTo>
                  <a:lnTo>
                    <a:pt x="664464" y="919700"/>
                  </a:lnTo>
                  <a:close/>
                  <a:moveTo>
                    <a:pt x="309656" y="918630"/>
                  </a:moveTo>
                  <a:lnTo>
                    <a:pt x="339710" y="918630"/>
                  </a:lnTo>
                  <a:lnTo>
                    <a:pt x="339710" y="919700"/>
                  </a:lnTo>
                  <a:lnTo>
                    <a:pt x="309656" y="919700"/>
                  </a:lnTo>
                  <a:close/>
                  <a:moveTo>
                    <a:pt x="266244" y="918630"/>
                  </a:moveTo>
                  <a:lnTo>
                    <a:pt x="288785" y="918630"/>
                  </a:lnTo>
                  <a:lnTo>
                    <a:pt x="288785" y="919700"/>
                  </a:lnTo>
                  <a:lnTo>
                    <a:pt x="266244" y="919700"/>
                  </a:lnTo>
                  <a:close/>
                  <a:moveTo>
                    <a:pt x="484138" y="918630"/>
                  </a:moveTo>
                  <a:lnTo>
                    <a:pt x="641923" y="918630"/>
                  </a:lnTo>
                  <a:lnTo>
                    <a:pt x="641923" y="919700"/>
                  </a:lnTo>
                  <a:lnTo>
                    <a:pt x="484138" y="919700"/>
                  </a:lnTo>
                  <a:close/>
                  <a:moveTo>
                    <a:pt x="755461" y="918630"/>
                  </a:moveTo>
                  <a:lnTo>
                    <a:pt x="859817" y="918630"/>
                  </a:lnTo>
                  <a:lnTo>
                    <a:pt x="859817" y="919700"/>
                  </a:lnTo>
                  <a:lnTo>
                    <a:pt x="755461" y="919700"/>
                  </a:lnTo>
                  <a:close/>
                  <a:moveTo>
                    <a:pt x="456588" y="917559"/>
                  </a:moveTo>
                  <a:lnTo>
                    <a:pt x="467441" y="917559"/>
                  </a:lnTo>
                  <a:lnTo>
                    <a:pt x="467441" y="919700"/>
                  </a:lnTo>
                  <a:lnTo>
                    <a:pt x="456588" y="919700"/>
                  </a:lnTo>
                  <a:close/>
                  <a:moveTo>
                    <a:pt x="0" y="918630"/>
                  </a:moveTo>
                  <a:lnTo>
                    <a:pt x="250382" y="918630"/>
                  </a:lnTo>
                  <a:lnTo>
                    <a:pt x="250382" y="920771"/>
                  </a:lnTo>
                  <a:lnTo>
                    <a:pt x="0" y="920771"/>
                  </a:lnTo>
                  <a:close/>
                  <a:moveTo>
                    <a:pt x="559274" y="919700"/>
                  </a:moveTo>
                  <a:lnTo>
                    <a:pt x="641923" y="919700"/>
                  </a:lnTo>
                  <a:lnTo>
                    <a:pt x="641923" y="920771"/>
                  </a:lnTo>
                  <a:lnTo>
                    <a:pt x="559274" y="920771"/>
                  </a:lnTo>
                  <a:close/>
                  <a:moveTo>
                    <a:pt x="753792" y="919700"/>
                  </a:moveTo>
                  <a:lnTo>
                    <a:pt x="859817" y="919700"/>
                  </a:lnTo>
                  <a:lnTo>
                    <a:pt x="859817" y="920771"/>
                  </a:lnTo>
                  <a:lnTo>
                    <a:pt x="753792" y="920771"/>
                  </a:lnTo>
                  <a:close/>
                  <a:moveTo>
                    <a:pt x="919925" y="919700"/>
                  </a:moveTo>
                  <a:lnTo>
                    <a:pt x="925769" y="919700"/>
                  </a:lnTo>
                  <a:lnTo>
                    <a:pt x="925769" y="920771"/>
                  </a:lnTo>
                  <a:lnTo>
                    <a:pt x="919925" y="920771"/>
                  </a:lnTo>
                  <a:close/>
                  <a:moveTo>
                    <a:pt x="360581" y="918630"/>
                  </a:moveTo>
                  <a:lnTo>
                    <a:pt x="434882" y="918630"/>
                  </a:lnTo>
                  <a:lnTo>
                    <a:pt x="434882" y="920771"/>
                  </a:lnTo>
                  <a:lnTo>
                    <a:pt x="360581" y="920771"/>
                  </a:lnTo>
                  <a:close/>
                  <a:moveTo>
                    <a:pt x="543412" y="919700"/>
                  </a:moveTo>
                  <a:lnTo>
                    <a:pt x="551760" y="919700"/>
                  </a:lnTo>
                  <a:lnTo>
                    <a:pt x="551760" y="920771"/>
                  </a:lnTo>
                  <a:lnTo>
                    <a:pt x="543412" y="920771"/>
                  </a:lnTo>
                  <a:close/>
                  <a:moveTo>
                    <a:pt x="487477" y="919700"/>
                  </a:moveTo>
                  <a:lnTo>
                    <a:pt x="489147" y="919700"/>
                  </a:lnTo>
                  <a:lnTo>
                    <a:pt x="489147" y="920771"/>
                  </a:lnTo>
                  <a:lnTo>
                    <a:pt x="487477" y="920771"/>
                  </a:lnTo>
                  <a:close/>
                  <a:moveTo>
                    <a:pt x="664464" y="919700"/>
                  </a:moveTo>
                  <a:lnTo>
                    <a:pt x="675317" y="919700"/>
                  </a:lnTo>
                  <a:lnTo>
                    <a:pt x="675317" y="920771"/>
                  </a:lnTo>
                  <a:lnTo>
                    <a:pt x="664464" y="920771"/>
                  </a:lnTo>
                  <a:close/>
                  <a:moveTo>
                    <a:pt x="554265" y="919700"/>
                  </a:moveTo>
                  <a:lnTo>
                    <a:pt x="556769" y="919700"/>
                  </a:lnTo>
                  <a:lnTo>
                    <a:pt x="556769" y="920771"/>
                  </a:lnTo>
                  <a:lnTo>
                    <a:pt x="554265" y="920771"/>
                  </a:lnTo>
                  <a:close/>
                  <a:moveTo>
                    <a:pt x="265410" y="919700"/>
                  </a:moveTo>
                  <a:lnTo>
                    <a:pt x="287950" y="919700"/>
                  </a:lnTo>
                  <a:lnTo>
                    <a:pt x="287950" y="920771"/>
                  </a:lnTo>
                  <a:lnTo>
                    <a:pt x="265410" y="920771"/>
                  </a:lnTo>
                  <a:close/>
                  <a:moveTo>
                    <a:pt x="314665" y="919700"/>
                  </a:moveTo>
                  <a:lnTo>
                    <a:pt x="339710" y="919700"/>
                  </a:lnTo>
                  <a:lnTo>
                    <a:pt x="339710" y="920771"/>
                  </a:lnTo>
                  <a:lnTo>
                    <a:pt x="314665" y="920771"/>
                  </a:lnTo>
                  <a:close/>
                  <a:moveTo>
                    <a:pt x="563448" y="920771"/>
                  </a:moveTo>
                  <a:lnTo>
                    <a:pt x="641088" y="920771"/>
                  </a:lnTo>
                  <a:lnTo>
                    <a:pt x="641088" y="921842"/>
                  </a:lnTo>
                  <a:lnTo>
                    <a:pt x="563448" y="921842"/>
                  </a:lnTo>
                  <a:close/>
                  <a:moveTo>
                    <a:pt x="919090" y="920771"/>
                  </a:moveTo>
                  <a:lnTo>
                    <a:pt x="924934" y="920771"/>
                  </a:lnTo>
                  <a:lnTo>
                    <a:pt x="924934" y="921842"/>
                  </a:lnTo>
                  <a:lnTo>
                    <a:pt x="919090" y="921842"/>
                  </a:lnTo>
                  <a:close/>
                  <a:moveTo>
                    <a:pt x="264575" y="920771"/>
                  </a:moveTo>
                  <a:lnTo>
                    <a:pt x="286281" y="920771"/>
                  </a:lnTo>
                  <a:lnTo>
                    <a:pt x="286281" y="921842"/>
                  </a:lnTo>
                  <a:lnTo>
                    <a:pt x="264575" y="921842"/>
                  </a:lnTo>
                  <a:close/>
                  <a:moveTo>
                    <a:pt x="360581" y="920771"/>
                  </a:moveTo>
                  <a:lnTo>
                    <a:pt x="434048" y="920771"/>
                  </a:lnTo>
                  <a:lnTo>
                    <a:pt x="434048" y="921842"/>
                  </a:lnTo>
                  <a:lnTo>
                    <a:pt x="360581" y="921842"/>
                  </a:lnTo>
                  <a:close/>
                  <a:moveTo>
                    <a:pt x="752957" y="920771"/>
                  </a:moveTo>
                  <a:lnTo>
                    <a:pt x="859817" y="920771"/>
                  </a:lnTo>
                  <a:lnTo>
                    <a:pt x="859817" y="921842"/>
                  </a:lnTo>
                  <a:lnTo>
                    <a:pt x="752957" y="921842"/>
                  </a:lnTo>
                  <a:close/>
                  <a:moveTo>
                    <a:pt x="0" y="920771"/>
                  </a:moveTo>
                  <a:lnTo>
                    <a:pt x="251217" y="920771"/>
                  </a:lnTo>
                  <a:lnTo>
                    <a:pt x="251217" y="921842"/>
                  </a:lnTo>
                  <a:lnTo>
                    <a:pt x="0" y="921842"/>
                  </a:lnTo>
                  <a:close/>
                  <a:moveTo>
                    <a:pt x="663629" y="920771"/>
                  </a:moveTo>
                  <a:lnTo>
                    <a:pt x="674482" y="920771"/>
                  </a:lnTo>
                  <a:lnTo>
                    <a:pt x="674482" y="921842"/>
                  </a:lnTo>
                  <a:lnTo>
                    <a:pt x="663629" y="921842"/>
                  </a:lnTo>
                  <a:close/>
                  <a:moveTo>
                    <a:pt x="316335" y="920771"/>
                  </a:moveTo>
                  <a:lnTo>
                    <a:pt x="338876" y="920771"/>
                  </a:lnTo>
                  <a:lnTo>
                    <a:pt x="338876" y="921842"/>
                  </a:lnTo>
                  <a:lnTo>
                    <a:pt x="316335" y="921842"/>
                  </a:lnTo>
                  <a:close/>
                  <a:moveTo>
                    <a:pt x="360581" y="921842"/>
                  </a:moveTo>
                  <a:lnTo>
                    <a:pt x="433213" y="921842"/>
                  </a:lnTo>
                  <a:lnTo>
                    <a:pt x="433213" y="922912"/>
                  </a:lnTo>
                  <a:lnTo>
                    <a:pt x="360581" y="922912"/>
                  </a:lnTo>
                  <a:close/>
                  <a:moveTo>
                    <a:pt x="662794" y="921842"/>
                  </a:moveTo>
                  <a:lnTo>
                    <a:pt x="673647" y="921842"/>
                  </a:lnTo>
                  <a:lnTo>
                    <a:pt x="673647" y="922912"/>
                  </a:lnTo>
                  <a:lnTo>
                    <a:pt x="662794" y="922912"/>
                  </a:lnTo>
                  <a:close/>
                  <a:moveTo>
                    <a:pt x="564283" y="921842"/>
                  </a:moveTo>
                  <a:lnTo>
                    <a:pt x="641088" y="921842"/>
                  </a:lnTo>
                  <a:lnTo>
                    <a:pt x="641088" y="922912"/>
                  </a:lnTo>
                  <a:lnTo>
                    <a:pt x="564283" y="922912"/>
                  </a:lnTo>
                  <a:close/>
                  <a:moveTo>
                    <a:pt x="317170" y="921842"/>
                  </a:moveTo>
                  <a:lnTo>
                    <a:pt x="338041" y="921842"/>
                  </a:lnTo>
                  <a:lnTo>
                    <a:pt x="338041" y="922912"/>
                  </a:lnTo>
                  <a:lnTo>
                    <a:pt x="317170" y="922912"/>
                  </a:lnTo>
                  <a:close/>
                  <a:moveTo>
                    <a:pt x="947475" y="919700"/>
                  </a:moveTo>
                  <a:lnTo>
                    <a:pt x="959998" y="919700"/>
                  </a:lnTo>
                  <a:lnTo>
                    <a:pt x="959998" y="922912"/>
                  </a:lnTo>
                  <a:lnTo>
                    <a:pt x="947475" y="922912"/>
                  </a:lnTo>
                  <a:close/>
                  <a:moveTo>
                    <a:pt x="262905" y="921842"/>
                  </a:moveTo>
                  <a:lnTo>
                    <a:pt x="286281" y="921842"/>
                  </a:lnTo>
                  <a:lnTo>
                    <a:pt x="286281" y="922912"/>
                  </a:lnTo>
                  <a:lnTo>
                    <a:pt x="262905" y="922912"/>
                  </a:lnTo>
                  <a:close/>
                  <a:moveTo>
                    <a:pt x="0" y="921842"/>
                  </a:moveTo>
                  <a:lnTo>
                    <a:pt x="253722" y="921842"/>
                  </a:lnTo>
                  <a:lnTo>
                    <a:pt x="253722" y="922912"/>
                  </a:lnTo>
                  <a:lnTo>
                    <a:pt x="0" y="922912"/>
                  </a:lnTo>
                  <a:close/>
                  <a:moveTo>
                    <a:pt x="747113" y="921842"/>
                  </a:moveTo>
                  <a:lnTo>
                    <a:pt x="859817" y="921842"/>
                  </a:lnTo>
                  <a:lnTo>
                    <a:pt x="859817" y="922912"/>
                  </a:lnTo>
                  <a:lnTo>
                    <a:pt x="747113" y="922912"/>
                  </a:lnTo>
                  <a:close/>
                  <a:moveTo>
                    <a:pt x="743774" y="922912"/>
                  </a:moveTo>
                  <a:lnTo>
                    <a:pt x="859817" y="922912"/>
                  </a:lnTo>
                  <a:lnTo>
                    <a:pt x="859817" y="923983"/>
                  </a:lnTo>
                  <a:lnTo>
                    <a:pt x="743774" y="923983"/>
                  </a:lnTo>
                  <a:close/>
                  <a:moveTo>
                    <a:pt x="564283" y="922912"/>
                  </a:moveTo>
                  <a:lnTo>
                    <a:pt x="640253" y="922912"/>
                  </a:lnTo>
                  <a:lnTo>
                    <a:pt x="640253" y="923983"/>
                  </a:lnTo>
                  <a:lnTo>
                    <a:pt x="564283" y="923983"/>
                  </a:lnTo>
                  <a:close/>
                  <a:moveTo>
                    <a:pt x="662794" y="922912"/>
                  </a:moveTo>
                  <a:lnTo>
                    <a:pt x="672812" y="922912"/>
                  </a:lnTo>
                  <a:lnTo>
                    <a:pt x="672812" y="923983"/>
                  </a:lnTo>
                  <a:lnTo>
                    <a:pt x="662794" y="923983"/>
                  </a:lnTo>
                  <a:close/>
                  <a:moveTo>
                    <a:pt x="946640" y="922912"/>
                  </a:moveTo>
                  <a:lnTo>
                    <a:pt x="959998" y="922912"/>
                  </a:lnTo>
                  <a:lnTo>
                    <a:pt x="959998" y="923983"/>
                  </a:lnTo>
                  <a:lnTo>
                    <a:pt x="946640" y="923983"/>
                  </a:lnTo>
                  <a:close/>
                  <a:moveTo>
                    <a:pt x="318005" y="922912"/>
                  </a:moveTo>
                  <a:lnTo>
                    <a:pt x="337206" y="922912"/>
                  </a:lnTo>
                  <a:lnTo>
                    <a:pt x="337206" y="923983"/>
                  </a:lnTo>
                  <a:lnTo>
                    <a:pt x="318005" y="923983"/>
                  </a:lnTo>
                  <a:close/>
                  <a:moveTo>
                    <a:pt x="879853" y="918630"/>
                  </a:moveTo>
                  <a:lnTo>
                    <a:pt x="897385" y="918630"/>
                  </a:lnTo>
                  <a:lnTo>
                    <a:pt x="897385" y="923983"/>
                  </a:lnTo>
                  <a:lnTo>
                    <a:pt x="879853" y="923983"/>
                  </a:lnTo>
                  <a:close/>
                  <a:moveTo>
                    <a:pt x="0" y="922912"/>
                  </a:moveTo>
                  <a:lnTo>
                    <a:pt x="256226" y="922912"/>
                  </a:lnTo>
                  <a:lnTo>
                    <a:pt x="256226" y="923983"/>
                  </a:lnTo>
                  <a:lnTo>
                    <a:pt x="0" y="923983"/>
                  </a:lnTo>
                  <a:close/>
                  <a:moveTo>
                    <a:pt x="260401" y="922912"/>
                  </a:moveTo>
                  <a:lnTo>
                    <a:pt x="285446" y="922912"/>
                  </a:lnTo>
                  <a:lnTo>
                    <a:pt x="285446" y="923983"/>
                  </a:lnTo>
                  <a:lnTo>
                    <a:pt x="260401" y="923983"/>
                  </a:lnTo>
                  <a:close/>
                  <a:moveTo>
                    <a:pt x="565952" y="923983"/>
                  </a:moveTo>
                  <a:lnTo>
                    <a:pt x="639419" y="923983"/>
                  </a:lnTo>
                  <a:lnTo>
                    <a:pt x="639419" y="925054"/>
                  </a:lnTo>
                  <a:lnTo>
                    <a:pt x="565952" y="925054"/>
                  </a:lnTo>
                  <a:close/>
                  <a:moveTo>
                    <a:pt x="455753" y="919700"/>
                  </a:moveTo>
                  <a:lnTo>
                    <a:pt x="467441" y="919700"/>
                  </a:lnTo>
                  <a:lnTo>
                    <a:pt x="467441" y="925054"/>
                  </a:lnTo>
                  <a:lnTo>
                    <a:pt x="455753" y="925054"/>
                  </a:lnTo>
                  <a:close/>
                  <a:moveTo>
                    <a:pt x="359747" y="922912"/>
                  </a:moveTo>
                  <a:lnTo>
                    <a:pt x="432378" y="922912"/>
                  </a:lnTo>
                  <a:lnTo>
                    <a:pt x="432378" y="925054"/>
                  </a:lnTo>
                  <a:lnTo>
                    <a:pt x="359747" y="925054"/>
                  </a:lnTo>
                  <a:close/>
                  <a:moveTo>
                    <a:pt x="980869" y="896146"/>
                  </a:moveTo>
                  <a:lnTo>
                    <a:pt x="1000000" y="896146"/>
                  </a:lnTo>
                  <a:lnTo>
                    <a:pt x="1000000" y="925054"/>
                  </a:lnTo>
                  <a:lnTo>
                    <a:pt x="980869" y="925054"/>
                  </a:lnTo>
                  <a:close/>
                  <a:moveTo>
                    <a:pt x="918256" y="921842"/>
                  </a:moveTo>
                  <a:lnTo>
                    <a:pt x="924934" y="921842"/>
                  </a:lnTo>
                  <a:lnTo>
                    <a:pt x="924934" y="925054"/>
                  </a:lnTo>
                  <a:lnTo>
                    <a:pt x="918256" y="925054"/>
                  </a:lnTo>
                  <a:close/>
                  <a:moveTo>
                    <a:pt x="318839" y="923983"/>
                  </a:moveTo>
                  <a:lnTo>
                    <a:pt x="337206" y="923983"/>
                  </a:lnTo>
                  <a:lnTo>
                    <a:pt x="337206" y="925054"/>
                  </a:lnTo>
                  <a:lnTo>
                    <a:pt x="318839" y="925054"/>
                  </a:lnTo>
                  <a:close/>
                  <a:moveTo>
                    <a:pt x="742104" y="923983"/>
                  </a:moveTo>
                  <a:lnTo>
                    <a:pt x="859817" y="923983"/>
                  </a:lnTo>
                  <a:lnTo>
                    <a:pt x="859817" y="925054"/>
                  </a:lnTo>
                  <a:lnTo>
                    <a:pt x="742104" y="925054"/>
                  </a:lnTo>
                  <a:close/>
                  <a:moveTo>
                    <a:pt x="879853" y="923983"/>
                  </a:moveTo>
                  <a:lnTo>
                    <a:pt x="896550" y="923983"/>
                  </a:lnTo>
                  <a:lnTo>
                    <a:pt x="896550" y="926124"/>
                  </a:lnTo>
                  <a:lnTo>
                    <a:pt x="879853" y="926124"/>
                  </a:lnTo>
                  <a:close/>
                  <a:moveTo>
                    <a:pt x="454919" y="925054"/>
                  </a:moveTo>
                  <a:lnTo>
                    <a:pt x="467441" y="925054"/>
                  </a:lnTo>
                  <a:lnTo>
                    <a:pt x="467441" y="926124"/>
                  </a:lnTo>
                  <a:lnTo>
                    <a:pt x="454919" y="926124"/>
                  </a:lnTo>
                  <a:close/>
                  <a:moveTo>
                    <a:pt x="661959" y="923983"/>
                  </a:moveTo>
                  <a:lnTo>
                    <a:pt x="671977" y="923983"/>
                  </a:lnTo>
                  <a:lnTo>
                    <a:pt x="671977" y="926124"/>
                  </a:lnTo>
                  <a:lnTo>
                    <a:pt x="661959" y="926124"/>
                  </a:lnTo>
                  <a:close/>
                  <a:moveTo>
                    <a:pt x="358912" y="925054"/>
                  </a:moveTo>
                  <a:lnTo>
                    <a:pt x="432378" y="925054"/>
                  </a:lnTo>
                  <a:lnTo>
                    <a:pt x="432378" y="926124"/>
                  </a:lnTo>
                  <a:lnTo>
                    <a:pt x="358912" y="926124"/>
                  </a:lnTo>
                  <a:close/>
                  <a:moveTo>
                    <a:pt x="737930" y="925054"/>
                  </a:moveTo>
                  <a:lnTo>
                    <a:pt x="859817" y="925054"/>
                  </a:lnTo>
                  <a:lnTo>
                    <a:pt x="859817" y="926124"/>
                  </a:lnTo>
                  <a:lnTo>
                    <a:pt x="737930" y="926124"/>
                  </a:lnTo>
                  <a:close/>
                  <a:moveTo>
                    <a:pt x="454084" y="926124"/>
                  </a:moveTo>
                  <a:lnTo>
                    <a:pt x="467441" y="926124"/>
                  </a:lnTo>
                  <a:lnTo>
                    <a:pt x="467441" y="927195"/>
                  </a:lnTo>
                  <a:lnTo>
                    <a:pt x="454084" y="927195"/>
                  </a:lnTo>
                  <a:close/>
                  <a:moveTo>
                    <a:pt x="358077" y="926124"/>
                  </a:moveTo>
                  <a:lnTo>
                    <a:pt x="432378" y="926124"/>
                  </a:lnTo>
                  <a:lnTo>
                    <a:pt x="432378" y="927195"/>
                  </a:lnTo>
                  <a:lnTo>
                    <a:pt x="358077" y="927195"/>
                  </a:lnTo>
                  <a:close/>
                  <a:moveTo>
                    <a:pt x="319674" y="925054"/>
                  </a:moveTo>
                  <a:lnTo>
                    <a:pt x="337206" y="925054"/>
                  </a:lnTo>
                  <a:lnTo>
                    <a:pt x="337206" y="927195"/>
                  </a:lnTo>
                  <a:lnTo>
                    <a:pt x="319674" y="927195"/>
                  </a:lnTo>
                  <a:close/>
                  <a:moveTo>
                    <a:pt x="945805" y="923983"/>
                  </a:moveTo>
                  <a:lnTo>
                    <a:pt x="959998" y="923983"/>
                  </a:lnTo>
                  <a:lnTo>
                    <a:pt x="959998" y="927195"/>
                  </a:lnTo>
                  <a:lnTo>
                    <a:pt x="945805" y="927195"/>
                  </a:lnTo>
                  <a:close/>
                  <a:moveTo>
                    <a:pt x="566787" y="925054"/>
                  </a:moveTo>
                  <a:lnTo>
                    <a:pt x="639419" y="925054"/>
                  </a:lnTo>
                  <a:lnTo>
                    <a:pt x="639419" y="927195"/>
                  </a:lnTo>
                  <a:lnTo>
                    <a:pt x="566787" y="927195"/>
                  </a:lnTo>
                  <a:close/>
                  <a:moveTo>
                    <a:pt x="732921" y="926124"/>
                  </a:moveTo>
                  <a:lnTo>
                    <a:pt x="859817" y="926124"/>
                  </a:lnTo>
                  <a:lnTo>
                    <a:pt x="859817" y="927195"/>
                  </a:lnTo>
                  <a:lnTo>
                    <a:pt x="732921" y="927195"/>
                  </a:lnTo>
                  <a:close/>
                  <a:moveTo>
                    <a:pt x="661959" y="926124"/>
                  </a:moveTo>
                  <a:lnTo>
                    <a:pt x="671142" y="926124"/>
                  </a:lnTo>
                  <a:lnTo>
                    <a:pt x="671142" y="927195"/>
                  </a:lnTo>
                  <a:lnTo>
                    <a:pt x="661959" y="927195"/>
                  </a:lnTo>
                  <a:close/>
                  <a:moveTo>
                    <a:pt x="566787" y="927195"/>
                  </a:moveTo>
                  <a:lnTo>
                    <a:pt x="638584" y="927195"/>
                  </a:lnTo>
                  <a:lnTo>
                    <a:pt x="638584" y="928266"/>
                  </a:lnTo>
                  <a:lnTo>
                    <a:pt x="566787" y="928266"/>
                  </a:lnTo>
                  <a:close/>
                  <a:moveTo>
                    <a:pt x="661124" y="927195"/>
                  </a:moveTo>
                  <a:lnTo>
                    <a:pt x="671142" y="927195"/>
                  </a:lnTo>
                  <a:lnTo>
                    <a:pt x="671142" y="928266"/>
                  </a:lnTo>
                  <a:lnTo>
                    <a:pt x="661124" y="928266"/>
                  </a:lnTo>
                  <a:close/>
                  <a:moveTo>
                    <a:pt x="358077" y="927195"/>
                  </a:moveTo>
                  <a:lnTo>
                    <a:pt x="431543" y="927195"/>
                  </a:lnTo>
                  <a:lnTo>
                    <a:pt x="431543" y="928266"/>
                  </a:lnTo>
                  <a:lnTo>
                    <a:pt x="358077" y="928266"/>
                  </a:lnTo>
                  <a:close/>
                  <a:moveTo>
                    <a:pt x="917421" y="925054"/>
                  </a:moveTo>
                  <a:lnTo>
                    <a:pt x="924934" y="925054"/>
                  </a:lnTo>
                  <a:lnTo>
                    <a:pt x="924934" y="928266"/>
                  </a:lnTo>
                  <a:lnTo>
                    <a:pt x="917421" y="928266"/>
                  </a:lnTo>
                  <a:close/>
                  <a:moveTo>
                    <a:pt x="731251" y="927195"/>
                  </a:moveTo>
                  <a:lnTo>
                    <a:pt x="859817" y="927195"/>
                  </a:lnTo>
                  <a:lnTo>
                    <a:pt x="859817" y="928266"/>
                  </a:lnTo>
                  <a:lnTo>
                    <a:pt x="731251" y="928266"/>
                  </a:lnTo>
                  <a:close/>
                  <a:moveTo>
                    <a:pt x="567622" y="928266"/>
                  </a:moveTo>
                  <a:lnTo>
                    <a:pt x="638584" y="928266"/>
                  </a:lnTo>
                  <a:lnTo>
                    <a:pt x="638584" y="929336"/>
                  </a:lnTo>
                  <a:lnTo>
                    <a:pt x="567622" y="929336"/>
                  </a:lnTo>
                  <a:close/>
                  <a:moveTo>
                    <a:pt x="916586" y="928266"/>
                  </a:moveTo>
                  <a:lnTo>
                    <a:pt x="924934" y="928266"/>
                  </a:lnTo>
                  <a:lnTo>
                    <a:pt x="924934" y="929336"/>
                  </a:lnTo>
                  <a:lnTo>
                    <a:pt x="916586" y="929336"/>
                  </a:lnTo>
                  <a:close/>
                  <a:moveTo>
                    <a:pt x="319674" y="927195"/>
                  </a:moveTo>
                  <a:lnTo>
                    <a:pt x="336371" y="927195"/>
                  </a:lnTo>
                  <a:lnTo>
                    <a:pt x="336371" y="929336"/>
                  </a:lnTo>
                  <a:lnTo>
                    <a:pt x="319674" y="929336"/>
                  </a:lnTo>
                  <a:close/>
                  <a:moveTo>
                    <a:pt x="879853" y="926124"/>
                  </a:moveTo>
                  <a:lnTo>
                    <a:pt x="895715" y="926124"/>
                  </a:lnTo>
                  <a:lnTo>
                    <a:pt x="895715" y="929336"/>
                  </a:lnTo>
                  <a:lnTo>
                    <a:pt x="879853" y="929336"/>
                  </a:lnTo>
                  <a:close/>
                  <a:moveTo>
                    <a:pt x="358077" y="928266"/>
                  </a:moveTo>
                  <a:lnTo>
                    <a:pt x="430708" y="928266"/>
                  </a:lnTo>
                  <a:lnTo>
                    <a:pt x="430708" y="929336"/>
                  </a:lnTo>
                  <a:lnTo>
                    <a:pt x="358077" y="929336"/>
                  </a:lnTo>
                  <a:close/>
                  <a:moveTo>
                    <a:pt x="729581" y="928266"/>
                  </a:moveTo>
                  <a:lnTo>
                    <a:pt x="859817" y="928266"/>
                  </a:lnTo>
                  <a:lnTo>
                    <a:pt x="859817" y="929336"/>
                  </a:lnTo>
                  <a:lnTo>
                    <a:pt x="729581" y="929336"/>
                  </a:lnTo>
                  <a:close/>
                  <a:moveTo>
                    <a:pt x="726242" y="929336"/>
                  </a:moveTo>
                  <a:lnTo>
                    <a:pt x="859817" y="929336"/>
                  </a:lnTo>
                  <a:lnTo>
                    <a:pt x="859817" y="930407"/>
                  </a:lnTo>
                  <a:lnTo>
                    <a:pt x="726242" y="930407"/>
                  </a:lnTo>
                  <a:close/>
                  <a:moveTo>
                    <a:pt x="453249" y="927195"/>
                  </a:moveTo>
                  <a:lnTo>
                    <a:pt x="467441" y="927195"/>
                  </a:lnTo>
                  <a:lnTo>
                    <a:pt x="467441" y="930407"/>
                  </a:lnTo>
                  <a:lnTo>
                    <a:pt x="453249" y="930407"/>
                  </a:lnTo>
                  <a:close/>
                  <a:moveTo>
                    <a:pt x="660290" y="928266"/>
                  </a:moveTo>
                  <a:lnTo>
                    <a:pt x="671142" y="928266"/>
                  </a:lnTo>
                  <a:lnTo>
                    <a:pt x="671142" y="930407"/>
                  </a:lnTo>
                  <a:lnTo>
                    <a:pt x="660290" y="930407"/>
                  </a:lnTo>
                  <a:close/>
                  <a:moveTo>
                    <a:pt x="944970" y="927195"/>
                  </a:moveTo>
                  <a:lnTo>
                    <a:pt x="959998" y="927195"/>
                  </a:lnTo>
                  <a:lnTo>
                    <a:pt x="959998" y="930407"/>
                  </a:lnTo>
                  <a:lnTo>
                    <a:pt x="944970" y="930407"/>
                  </a:lnTo>
                  <a:close/>
                  <a:moveTo>
                    <a:pt x="567622" y="929336"/>
                  </a:moveTo>
                  <a:lnTo>
                    <a:pt x="637749" y="929336"/>
                  </a:lnTo>
                  <a:lnTo>
                    <a:pt x="637749" y="930407"/>
                  </a:lnTo>
                  <a:lnTo>
                    <a:pt x="567622" y="930407"/>
                  </a:lnTo>
                  <a:close/>
                  <a:moveTo>
                    <a:pt x="319674" y="929336"/>
                  </a:moveTo>
                  <a:lnTo>
                    <a:pt x="335536" y="929336"/>
                  </a:lnTo>
                  <a:lnTo>
                    <a:pt x="335536" y="931478"/>
                  </a:lnTo>
                  <a:lnTo>
                    <a:pt x="319674" y="931478"/>
                  </a:lnTo>
                  <a:close/>
                  <a:moveTo>
                    <a:pt x="879853" y="929336"/>
                  </a:moveTo>
                  <a:lnTo>
                    <a:pt x="896550" y="929336"/>
                  </a:lnTo>
                  <a:lnTo>
                    <a:pt x="896550" y="931478"/>
                  </a:lnTo>
                  <a:lnTo>
                    <a:pt x="879853" y="931478"/>
                  </a:lnTo>
                  <a:close/>
                  <a:moveTo>
                    <a:pt x="357242" y="929336"/>
                  </a:moveTo>
                  <a:lnTo>
                    <a:pt x="429873" y="929336"/>
                  </a:lnTo>
                  <a:lnTo>
                    <a:pt x="429873" y="932548"/>
                  </a:lnTo>
                  <a:lnTo>
                    <a:pt x="357242" y="932548"/>
                  </a:lnTo>
                  <a:close/>
                  <a:moveTo>
                    <a:pt x="452414" y="930407"/>
                  </a:moveTo>
                  <a:lnTo>
                    <a:pt x="467441" y="930407"/>
                  </a:lnTo>
                  <a:lnTo>
                    <a:pt x="467441" y="932548"/>
                  </a:lnTo>
                  <a:lnTo>
                    <a:pt x="452414" y="932548"/>
                  </a:lnTo>
                  <a:close/>
                  <a:moveTo>
                    <a:pt x="980034" y="925054"/>
                  </a:moveTo>
                  <a:lnTo>
                    <a:pt x="1000000" y="925054"/>
                  </a:lnTo>
                  <a:lnTo>
                    <a:pt x="1000000" y="932548"/>
                  </a:lnTo>
                  <a:lnTo>
                    <a:pt x="980034" y="932548"/>
                  </a:lnTo>
                  <a:close/>
                  <a:moveTo>
                    <a:pt x="915751" y="929336"/>
                  </a:moveTo>
                  <a:lnTo>
                    <a:pt x="924934" y="929336"/>
                  </a:lnTo>
                  <a:lnTo>
                    <a:pt x="924934" y="932548"/>
                  </a:lnTo>
                  <a:lnTo>
                    <a:pt x="915751" y="932548"/>
                  </a:lnTo>
                  <a:close/>
                  <a:moveTo>
                    <a:pt x="944136" y="930407"/>
                  </a:moveTo>
                  <a:lnTo>
                    <a:pt x="959998" y="930407"/>
                  </a:lnTo>
                  <a:lnTo>
                    <a:pt x="959998" y="932548"/>
                  </a:lnTo>
                  <a:lnTo>
                    <a:pt x="944136" y="932548"/>
                  </a:lnTo>
                  <a:close/>
                  <a:moveTo>
                    <a:pt x="567622" y="930407"/>
                  </a:moveTo>
                  <a:lnTo>
                    <a:pt x="636914" y="930407"/>
                  </a:lnTo>
                  <a:lnTo>
                    <a:pt x="636914" y="932548"/>
                  </a:lnTo>
                  <a:lnTo>
                    <a:pt x="567622" y="932548"/>
                  </a:lnTo>
                  <a:close/>
                  <a:moveTo>
                    <a:pt x="567622" y="932548"/>
                  </a:moveTo>
                  <a:lnTo>
                    <a:pt x="636079" y="932548"/>
                  </a:lnTo>
                  <a:lnTo>
                    <a:pt x="636079" y="933619"/>
                  </a:lnTo>
                  <a:lnTo>
                    <a:pt x="567622" y="933619"/>
                  </a:lnTo>
                  <a:close/>
                  <a:moveTo>
                    <a:pt x="357242" y="932548"/>
                  </a:moveTo>
                  <a:lnTo>
                    <a:pt x="429038" y="932548"/>
                  </a:lnTo>
                  <a:lnTo>
                    <a:pt x="429038" y="933619"/>
                  </a:lnTo>
                  <a:lnTo>
                    <a:pt x="357242" y="933619"/>
                  </a:lnTo>
                  <a:close/>
                  <a:moveTo>
                    <a:pt x="943301" y="932548"/>
                  </a:moveTo>
                  <a:lnTo>
                    <a:pt x="959998" y="932548"/>
                  </a:lnTo>
                  <a:lnTo>
                    <a:pt x="959998" y="933619"/>
                  </a:lnTo>
                  <a:lnTo>
                    <a:pt x="943301" y="933619"/>
                  </a:lnTo>
                  <a:close/>
                  <a:moveTo>
                    <a:pt x="451579" y="932548"/>
                  </a:moveTo>
                  <a:lnTo>
                    <a:pt x="468276" y="932548"/>
                  </a:lnTo>
                  <a:lnTo>
                    <a:pt x="468276" y="933619"/>
                  </a:lnTo>
                  <a:lnTo>
                    <a:pt x="451579" y="933619"/>
                  </a:lnTo>
                  <a:close/>
                  <a:moveTo>
                    <a:pt x="319674" y="931478"/>
                  </a:moveTo>
                  <a:lnTo>
                    <a:pt x="334701" y="931478"/>
                  </a:lnTo>
                  <a:lnTo>
                    <a:pt x="334701" y="934690"/>
                  </a:lnTo>
                  <a:lnTo>
                    <a:pt x="319674" y="934690"/>
                  </a:lnTo>
                  <a:close/>
                  <a:moveTo>
                    <a:pt x="450744" y="933619"/>
                  </a:moveTo>
                  <a:lnTo>
                    <a:pt x="469111" y="933619"/>
                  </a:lnTo>
                  <a:lnTo>
                    <a:pt x="469111" y="934690"/>
                  </a:lnTo>
                  <a:lnTo>
                    <a:pt x="450744" y="934690"/>
                  </a:lnTo>
                  <a:close/>
                  <a:moveTo>
                    <a:pt x="659455" y="930407"/>
                  </a:moveTo>
                  <a:lnTo>
                    <a:pt x="671142" y="930407"/>
                  </a:lnTo>
                  <a:lnTo>
                    <a:pt x="671142" y="934690"/>
                  </a:lnTo>
                  <a:lnTo>
                    <a:pt x="659455" y="934690"/>
                  </a:lnTo>
                  <a:close/>
                  <a:moveTo>
                    <a:pt x="658620" y="934690"/>
                  </a:moveTo>
                  <a:lnTo>
                    <a:pt x="671142" y="934690"/>
                  </a:lnTo>
                  <a:lnTo>
                    <a:pt x="671142" y="935760"/>
                  </a:lnTo>
                  <a:lnTo>
                    <a:pt x="658620" y="935760"/>
                  </a:lnTo>
                  <a:close/>
                  <a:moveTo>
                    <a:pt x="450744" y="934690"/>
                  </a:moveTo>
                  <a:lnTo>
                    <a:pt x="469946" y="934690"/>
                  </a:lnTo>
                  <a:lnTo>
                    <a:pt x="469946" y="935760"/>
                  </a:lnTo>
                  <a:lnTo>
                    <a:pt x="450744" y="935760"/>
                  </a:lnTo>
                  <a:close/>
                  <a:moveTo>
                    <a:pt x="355572" y="933619"/>
                  </a:moveTo>
                  <a:lnTo>
                    <a:pt x="429038" y="933619"/>
                  </a:lnTo>
                  <a:lnTo>
                    <a:pt x="429038" y="935760"/>
                  </a:lnTo>
                  <a:lnTo>
                    <a:pt x="355572" y="935760"/>
                  </a:lnTo>
                  <a:close/>
                  <a:moveTo>
                    <a:pt x="914916" y="932548"/>
                  </a:moveTo>
                  <a:lnTo>
                    <a:pt x="924934" y="932548"/>
                  </a:lnTo>
                  <a:lnTo>
                    <a:pt x="924934" y="935760"/>
                  </a:lnTo>
                  <a:lnTo>
                    <a:pt x="914916" y="935760"/>
                  </a:lnTo>
                  <a:close/>
                  <a:moveTo>
                    <a:pt x="879853" y="931478"/>
                  </a:moveTo>
                  <a:lnTo>
                    <a:pt x="897385" y="931478"/>
                  </a:lnTo>
                  <a:lnTo>
                    <a:pt x="897385" y="935760"/>
                  </a:lnTo>
                  <a:lnTo>
                    <a:pt x="879853" y="935760"/>
                  </a:lnTo>
                  <a:close/>
                  <a:moveTo>
                    <a:pt x="0" y="923983"/>
                  </a:moveTo>
                  <a:lnTo>
                    <a:pt x="285446" y="923983"/>
                  </a:lnTo>
                  <a:lnTo>
                    <a:pt x="285446" y="935760"/>
                  </a:lnTo>
                  <a:lnTo>
                    <a:pt x="0" y="935760"/>
                  </a:lnTo>
                  <a:close/>
                  <a:moveTo>
                    <a:pt x="568457" y="933619"/>
                  </a:moveTo>
                  <a:lnTo>
                    <a:pt x="636079" y="933619"/>
                  </a:lnTo>
                  <a:lnTo>
                    <a:pt x="636079" y="936831"/>
                  </a:lnTo>
                  <a:lnTo>
                    <a:pt x="568457" y="936831"/>
                  </a:lnTo>
                  <a:close/>
                  <a:moveTo>
                    <a:pt x="449910" y="935760"/>
                  </a:moveTo>
                  <a:lnTo>
                    <a:pt x="470781" y="935760"/>
                  </a:lnTo>
                  <a:lnTo>
                    <a:pt x="470781" y="936831"/>
                  </a:lnTo>
                  <a:lnTo>
                    <a:pt x="449910" y="936831"/>
                  </a:lnTo>
                  <a:close/>
                  <a:moveTo>
                    <a:pt x="0" y="935760"/>
                  </a:moveTo>
                  <a:lnTo>
                    <a:pt x="286281" y="935760"/>
                  </a:lnTo>
                  <a:lnTo>
                    <a:pt x="286281" y="936831"/>
                  </a:lnTo>
                  <a:lnTo>
                    <a:pt x="0" y="936831"/>
                  </a:lnTo>
                  <a:close/>
                  <a:moveTo>
                    <a:pt x="942466" y="933619"/>
                  </a:moveTo>
                  <a:lnTo>
                    <a:pt x="959998" y="933619"/>
                  </a:lnTo>
                  <a:lnTo>
                    <a:pt x="959998" y="936831"/>
                  </a:lnTo>
                  <a:lnTo>
                    <a:pt x="942466" y="936831"/>
                  </a:lnTo>
                  <a:close/>
                  <a:moveTo>
                    <a:pt x="879853" y="935760"/>
                  </a:moveTo>
                  <a:lnTo>
                    <a:pt x="898219" y="935760"/>
                  </a:lnTo>
                  <a:lnTo>
                    <a:pt x="898219" y="936831"/>
                  </a:lnTo>
                  <a:lnTo>
                    <a:pt x="879853" y="936831"/>
                  </a:lnTo>
                  <a:close/>
                  <a:moveTo>
                    <a:pt x="914081" y="935760"/>
                  </a:moveTo>
                  <a:lnTo>
                    <a:pt x="925769" y="935760"/>
                  </a:lnTo>
                  <a:lnTo>
                    <a:pt x="925769" y="936831"/>
                  </a:lnTo>
                  <a:lnTo>
                    <a:pt x="914081" y="936831"/>
                  </a:lnTo>
                  <a:close/>
                  <a:moveTo>
                    <a:pt x="354738" y="935760"/>
                  </a:moveTo>
                  <a:lnTo>
                    <a:pt x="428204" y="935760"/>
                  </a:lnTo>
                  <a:lnTo>
                    <a:pt x="428204" y="936831"/>
                  </a:lnTo>
                  <a:lnTo>
                    <a:pt x="354738" y="936831"/>
                  </a:lnTo>
                  <a:close/>
                  <a:moveTo>
                    <a:pt x="0" y="936831"/>
                  </a:moveTo>
                  <a:lnTo>
                    <a:pt x="287115" y="936831"/>
                  </a:lnTo>
                  <a:lnTo>
                    <a:pt x="287115" y="937901"/>
                  </a:lnTo>
                  <a:lnTo>
                    <a:pt x="0" y="937901"/>
                  </a:lnTo>
                  <a:close/>
                  <a:moveTo>
                    <a:pt x="879853" y="936831"/>
                  </a:moveTo>
                  <a:lnTo>
                    <a:pt x="899054" y="936831"/>
                  </a:lnTo>
                  <a:lnTo>
                    <a:pt x="899054" y="937901"/>
                  </a:lnTo>
                  <a:lnTo>
                    <a:pt x="879853" y="937901"/>
                  </a:lnTo>
                  <a:close/>
                  <a:moveTo>
                    <a:pt x="700362" y="936831"/>
                  </a:moveTo>
                  <a:lnTo>
                    <a:pt x="704536" y="936831"/>
                  </a:lnTo>
                  <a:lnTo>
                    <a:pt x="704536" y="937901"/>
                  </a:lnTo>
                  <a:lnTo>
                    <a:pt x="700362" y="937901"/>
                  </a:lnTo>
                  <a:close/>
                  <a:moveTo>
                    <a:pt x="941631" y="936831"/>
                  </a:moveTo>
                  <a:lnTo>
                    <a:pt x="959998" y="936831"/>
                  </a:lnTo>
                  <a:lnTo>
                    <a:pt x="959998" y="937901"/>
                  </a:lnTo>
                  <a:lnTo>
                    <a:pt x="941631" y="937901"/>
                  </a:lnTo>
                  <a:close/>
                  <a:moveTo>
                    <a:pt x="979199" y="932548"/>
                  </a:moveTo>
                  <a:lnTo>
                    <a:pt x="1000000" y="932548"/>
                  </a:lnTo>
                  <a:lnTo>
                    <a:pt x="1000000" y="937901"/>
                  </a:lnTo>
                  <a:lnTo>
                    <a:pt x="979199" y="937901"/>
                  </a:lnTo>
                  <a:close/>
                  <a:moveTo>
                    <a:pt x="449910" y="936831"/>
                  </a:moveTo>
                  <a:lnTo>
                    <a:pt x="473285" y="936831"/>
                  </a:lnTo>
                  <a:lnTo>
                    <a:pt x="473285" y="937901"/>
                  </a:lnTo>
                  <a:lnTo>
                    <a:pt x="449910" y="937901"/>
                  </a:lnTo>
                  <a:close/>
                  <a:moveTo>
                    <a:pt x="319674" y="934690"/>
                  </a:moveTo>
                  <a:lnTo>
                    <a:pt x="333867" y="934690"/>
                  </a:lnTo>
                  <a:lnTo>
                    <a:pt x="333867" y="937901"/>
                  </a:lnTo>
                  <a:lnTo>
                    <a:pt x="319674" y="937901"/>
                  </a:lnTo>
                  <a:close/>
                  <a:moveTo>
                    <a:pt x="657785" y="935760"/>
                  </a:moveTo>
                  <a:lnTo>
                    <a:pt x="671977" y="935760"/>
                  </a:lnTo>
                  <a:lnTo>
                    <a:pt x="671977" y="937901"/>
                  </a:lnTo>
                  <a:lnTo>
                    <a:pt x="657785" y="937901"/>
                  </a:lnTo>
                  <a:close/>
                  <a:moveTo>
                    <a:pt x="354738" y="936831"/>
                  </a:moveTo>
                  <a:lnTo>
                    <a:pt x="427369" y="936831"/>
                  </a:lnTo>
                  <a:lnTo>
                    <a:pt x="427369" y="938972"/>
                  </a:lnTo>
                  <a:lnTo>
                    <a:pt x="354738" y="938972"/>
                  </a:lnTo>
                  <a:close/>
                  <a:moveTo>
                    <a:pt x="699527" y="937901"/>
                  </a:moveTo>
                  <a:lnTo>
                    <a:pt x="705371" y="937901"/>
                  </a:lnTo>
                  <a:lnTo>
                    <a:pt x="705371" y="938972"/>
                  </a:lnTo>
                  <a:lnTo>
                    <a:pt x="699527" y="938972"/>
                  </a:lnTo>
                  <a:close/>
                  <a:moveTo>
                    <a:pt x="190274" y="937901"/>
                  </a:moveTo>
                  <a:lnTo>
                    <a:pt x="287950" y="937901"/>
                  </a:lnTo>
                  <a:lnTo>
                    <a:pt x="287950" y="938972"/>
                  </a:lnTo>
                  <a:lnTo>
                    <a:pt x="190274" y="938972"/>
                  </a:lnTo>
                  <a:close/>
                  <a:moveTo>
                    <a:pt x="940796" y="937901"/>
                  </a:moveTo>
                  <a:lnTo>
                    <a:pt x="959998" y="937901"/>
                  </a:lnTo>
                  <a:lnTo>
                    <a:pt x="959998" y="938972"/>
                  </a:lnTo>
                  <a:lnTo>
                    <a:pt x="940796" y="938972"/>
                  </a:lnTo>
                  <a:close/>
                  <a:moveTo>
                    <a:pt x="0" y="937901"/>
                  </a:moveTo>
                  <a:lnTo>
                    <a:pt x="57534" y="937901"/>
                  </a:lnTo>
                  <a:lnTo>
                    <a:pt x="57534" y="938972"/>
                  </a:lnTo>
                  <a:lnTo>
                    <a:pt x="0" y="938972"/>
                  </a:lnTo>
                  <a:close/>
                  <a:moveTo>
                    <a:pt x="568457" y="936831"/>
                  </a:moveTo>
                  <a:lnTo>
                    <a:pt x="635244" y="936831"/>
                  </a:lnTo>
                  <a:lnTo>
                    <a:pt x="635244" y="938972"/>
                  </a:lnTo>
                  <a:lnTo>
                    <a:pt x="568457" y="938972"/>
                  </a:lnTo>
                  <a:close/>
                  <a:moveTo>
                    <a:pt x="912412" y="936831"/>
                  </a:moveTo>
                  <a:lnTo>
                    <a:pt x="927439" y="936831"/>
                  </a:lnTo>
                  <a:lnTo>
                    <a:pt x="927439" y="938972"/>
                  </a:lnTo>
                  <a:lnTo>
                    <a:pt x="912412" y="938972"/>
                  </a:lnTo>
                  <a:close/>
                  <a:moveTo>
                    <a:pt x="449910" y="937901"/>
                  </a:moveTo>
                  <a:lnTo>
                    <a:pt x="547586" y="937901"/>
                  </a:lnTo>
                  <a:lnTo>
                    <a:pt x="547586" y="938972"/>
                  </a:lnTo>
                  <a:lnTo>
                    <a:pt x="449910" y="938972"/>
                  </a:lnTo>
                  <a:close/>
                  <a:moveTo>
                    <a:pt x="879853" y="937901"/>
                  </a:moveTo>
                  <a:lnTo>
                    <a:pt x="899889" y="937901"/>
                  </a:lnTo>
                  <a:lnTo>
                    <a:pt x="899889" y="938972"/>
                  </a:lnTo>
                  <a:lnTo>
                    <a:pt x="879853" y="938972"/>
                  </a:lnTo>
                  <a:close/>
                  <a:moveTo>
                    <a:pt x="656950" y="937901"/>
                  </a:moveTo>
                  <a:lnTo>
                    <a:pt x="671977" y="937901"/>
                  </a:lnTo>
                  <a:lnTo>
                    <a:pt x="671977" y="938972"/>
                  </a:lnTo>
                  <a:lnTo>
                    <a:pt x="656950" y="938972"/>
                  </a:lnTo>
                  <a:close/>
                  <a:moveTo>
                    <a:pt x="319674" y="937901"/>
                  </a:moveTo>
                  <a:lnTo>
                    <a:pt x="333032" y="937901"/>
                  </a:lnTo>
                  <a:lnTo>
                    <a:pt x="333032" y="938972"/>
                  </a:lnTo>
                  <a:lnTo>
                    <a:pt x="319674" y="938972"/>
                  </a:lnTo>
                  <a:close/>
                  <a:moveTo>
                    <a:pt x="879853" y="938972"/>
                  </a:moveTo>
                  <a:lnTo>
                    <a:pt x="901559" y="938972"/>
                  </a:lnTo>
                  <a:lnTo>
                    <a:pt x="901559" y="940043"/>
                  </a:lnTo>
                  <a:lnTo>
                    <a:pt x="879853" y="940043"/>
                  </a:lnTo>
                  <a:close/>
                  <a:moveTo>
                    <a:pt x="697023" y="938972"/>
                  </a:moveTo>
                  <a:lnTo>
                    <a:pt x="705371" y="938972"/>
                  </a:lnTo>
                  <a:lnTo>
                    <a:pt x="705371" y="940043"/>
                  </a:lnTo>
                  <a:lnTo>
                    <a:pt x="697023" y="940043"/>
                  </a:lnTo>
                  <a:close/>
                  <a:moveTo>
                    <a:pt x="0" y="938972"/>
                  </a:moveTo>
                  <a:lnTo>
                    <a:pt x="55864" y="938972"/>
                  </a:lnTo>
                  <a:lnTo>
                    <a:pt x="55864" y="940043"/>
                  </a:lnTo>
                  <a:lnTo>
                    <a:pt x="0" y="940043"/>
                  </a:lnTo>
                  <a:close/>
                  <a:moveTo>
                    <a:pt x="191944" y="938972"/>
                  </a:moveTo>
                  <a:lnTo>
                    <a:pt x="288785" y="938972"/>
                  </a:lnTo>
                  <a:lnTo>
                    <a:pt x="288785" y="940043"/>
                  </a:lnTo>
                  <a:lnTo>
                    <a:pt x="191944" y="940043"/>
                  </a:lnTo>
                  <a:close/>
                  <a:moveTo>
                    <a:pt x="354738" y="938972"/>
                  </a:moveTo>
                  <a:lnTo>
                    <a:pt x="426534" y="938972"/>
                  </a:lnTo>
                  <a:lnTo>
                    <a:pt x="426534" y="940043"/>
                  </a:lnTo>
                  <a:lnTo>
                    <a:pt x="354738" y="940043"/>
                  </a:lnTo>
                  <a:close/>
                  <a:moveTo>
                    <a:pt x="449910" y="938972"/>
                  </a:moveTo>
                  <a:lnTo>
                    <a:pt x="550925" y="938972"/>
                  </a:lnTo>
                  <a:lnTo>
                    <a:pt x="550925" y="940043"/>
                  </a:lnTo>
                  <a:lnTo>
                    <a:pt x="449910" y="940043"/>
                  </a:lnTo>
                  <a:close/>
                  <a:moveTo>
                    <a:pt x="656950" y="938972"/>
                  </a:moveTo>
                  <a:lnTo>
                    <a:pt x="672812" y="938972"/>
                  </a:lnTo>
                  <a:lnTo>
                    <a:pt x="672812" y="940043"/>
                  </a:lnTo>
                  <a:lnTo>
                    <a:pt x="656950" y="940043"/>
                  </a:lnTo>
                  <a:close/>
                  <a:moveTo>
                    <a:pt x="318839" y="938972"/>
                  </a:moveTo>
                  <a:lnTo>
                    <a:pt x="332197" y="938972"/>
                  </a:lnTo>
                  <a:lnTo>
                    <a:pt x="332197" y="940043"/>
                  </a:lnTo>
                  <a:lnTo>
                    <a:pt x="318839" y="940043"/>
                  </a:lnTo>
                  <a:close/>
                  <a:moveTo>
                    <a:pt x="909907" y="938972"/>
                  </a:moveTo>
                  <a:lnTo>
                    <a:pt x="929108" y="938972"/>
                  </a:lnTo>
                  <a:lnTo>
                    <a:pt x="929108" y="940043"/>
                  </a:lnTo>
                  <a:lnTo>
                    <a:pt x="909907" y="940043"/>
                  </a:lnTo>
                  <a:close/>
                  <a:moveTo>
                    <a:pt x="939127" y="938972"/>
                  </a:moveTo>
                  <a:lnTo>
                    <a:pt x="959163" y="938972"/>
                  </a:lnTo>
                  <a:lnTo>
                    <a:pt x="959163" y="940043"/>
                  </a:lnTo>
                  <a:lnTo>
                    <a:pt x="939127" y="940043"/>
                  </a:lnTo>
                  <a:close/>
                  <a:moveTo>
                    <a:pt x="568457" y="938972"/>
                  </a:moveTo>
                  <a:lnTo>
                    <a:pt x="634409" y="938972"/>
                  </a:lnTo>
                  <a:lnTo>
                    <a:pt x="634409" y="940043"/>
                  </a:lnTo>
                  <a:lnTo>
                    <a:pt x="568457" y="940043"/>
                  </a:lnTo>
                  <a:close/>
                  <a:moveTo>
                    <a:pt x="0" y="940043"/>
                  </a:moveTo>
                  <a:lnTo>
                    <a:pt x="54195" y="940043"/>
                  </a:lnTo>
                  <a:lnTo>
                    <a:pt x="54195" y="941113"/>
                  </a:lnTo>
                  <a:lnTo>
                    <a:pt x="0" y="941113"/>
                  </a:lnTo>
                  <a:close/>
                  <a:moveTo>
                    <a:pt x="692014" y="940043"/>
                  </a:moveTo>
                  <a:lnTo>
                    <a:pt x="705371" y="940043"/>
                  </a:lnTo>
                  <a:lnTo>
                    <a:pt x="705371" y="941113"/>
                  </a:lnTo>
                  <a:lnTo>
                    <a:pt x="692014" y="941113"/>
                  </a:lnTo>
                  <a:close/>
                  <a:moveTo>
                    <a:pt x="656950" y="940043"/>
                  </a:moveTo>
                  <a:lnTo>
                    <a:pt x="673647" y="940043"/>
                  </a:lnTo>
                  <a:lnTo>
                    <a:pt x="673647" y="941113"/>
                  </a:lnTo>
                  <a:lnTo>
                    <a:pt x="656950" y="941113"/>
                  </a:lnTo>
                  <a:close/>
                  <a:moveTo>
                    <a:pt x="725407" y="930407"/>
                  </a:moveTo>
                  <a:lnTo>
                    <a:pt x="859817" y="930407"/>
                  </a:lnTo>
                  <a:lnTo>
                    <a:pt x="859817" y="941113"/>
                  </a:lnTo>
                  <a:lnTo>
                    <a:pt x="725407" y="941113"/>
                  </a:lnTo>
                  <a:close/>
                  <a:moveTo>
                    <a:pt x="193613" y="940043"/>
                  </a:moveTo>
                  <a:lnTo>
                    <a:pt x="292124" y="940043"/>
                  </a:lnTo>
                  <a:lnTo>
                    <a:pt x="292124" y="941113"/>
                  </a:lnTo>
                  <a:lnTo>
                    <a:pt x="193613" y="941113"/>
                  </a:lnTo>
                  <a:close/>
                  <a:moveTo>
                    <a:pt x="449075" y="940043"/>
                  </a:moveTo>
                  <a:lnTo>
                    <a:pt x="551760" y="940043"/>
                  </a:lnTo>
                  <a:lnTo>
                    <a:pt x="551760" y="941113"/>
                  </a:lnTo>
                  <a:lnTo>
                    <a:pt x="449075" y="941113"/>
                  </a:lnTo>
                  <a:close/>
                  <a:moveTo>
                    <a:pt x="317170" y="940043"/>
                  </a:moveTo>
                  <a:lnTo>
                    <a:pt x="332197" y="940043"/>
                  </a:lnTo>
                  <a:lnTo>
                    <a:pt x="332197" y="941113"/>
                  </a:lnTo>
                  <a:lnTo>
                    <a:pt x="317170" y="941113"/>
                  </a:lnTo>
                  <a:close/>
                  <a:moveTo>
                    <a:pt x="879853" y="940043"/>
                  </a:moveTo>
                  <a:lnTo>
                    <a:pt x="959163" y="940043"/>
                  </a:lnTo>
                  <a:lnTo>
                    <a:pt x="959163" y="941113"/>
                  </a:lnTo>
                  <a:lnTo>
                    <a:pt x="879853" y="941113"/>
                  </a:lnTo>
                  <a:close/>
                  <a:moveTo>
                    <a:pt x="879853" y="941113"/>
                  </a:moveTo>
                  <a:lnTo>
                    <a:pt x="958328" y="941113"/>
                  </a:lnTo>
                  <a:lnTo>
                    <a:pt x="958328" y="942184"/>
                  </a:lnTo>
                  <a:lnTo>
                    <a:pt x="879853" y="942184"/>
                  </a:lnTo>
                  <a:close/>
                  <a:moveTo>
                    <a:pt x="689509" y="941113"/>
                  </a:moveTo>
                  <a:lnTo>
                    <a:pt x="705371" y="941113"/>
                  </a:lnTo>
                  <a:lnTo>
                    <a:pt x="705371" y="942184"/>
                  </a:lnTo>
                  <a:lnTo>
                    <a:pt x="689509" y="942184"/>
                  </a:lnTo>
                  <a:close/>
                  <a:moveTo>
                    <a:pt x="353903" y="940043"/>
                  </a:moveTo>
                  <a:lnTo>
                    <a:pt x="426534" y="940043"/>
                  </a:lnTo>
                  <a:lnTo>
                    <a:pt x="426534" y="942184"/>
                  </a:lnTo>
                  <a:lnTo>
                    <a:pt x="353903" y="942184"/>
                  </a:lnTo>
                  <a:close/>
                  <a:moveTo>
                    <a:pt x="448240" y="941113"/>
                  </a:moveTo>
                  <a:lnTo>
                    <a:pt x="551760" y="941113"/>
                  </a:lnTo>
                  <a:lnTo>
                    <a:pt x="551760" y="942184"/>
                  </a:lnTo>
                  <a:lnTo>
                    <a:pt x="448240" y="942184"/>
                  </a:lnTo>
                  <a:close/>
                  <a:moveTo>
                    <a:pt x="194448" y="941113"/>
                  </a:moveTo>
                  <a:lnTo>
                    <a:pt x="294629" y="941113"/>
                  </a:lnTo>
                  <a:lnTo>
                    <a:pt x="294629" y="942184"/>
                  </a:lnTo>
                  <a:lnTo>
                    <a:pt x="194448" y="942184"/>
                  </a:lnTo>
                  <a:close/>
                  <a:moveTo>
                    <a:pt x="317170" y="941113"/>
                  </a:moveTo>
                  <a:lnTo>
                    <a:pt x="331362" y="941113"/>
                  </a:lnTo>
                  <a:lnTo>
                    <a:pt x="331362" y="942184"/>
                  </a:lnTo>
                  <a:lnTo>
                    <a:pt x="317170" y="942184"/>
                  </a:lnTo>
                  <a:close/>
                  <a:moveTo>
                    <a:pt x="656115" y="941113"/>
                  </a:moveTo>
                  <a:lnTo>
                    <a:pt x="674482" y="941113"/>
                  </a:lnTo>
                  <a:lnTo>
                    <a:pt x="674482" y="942184"/>
                  </a:lnTo>
                  <a:lnTo>
                    <a:pt x="656115" y="942184"/>
                  </a:lnTo>
                  <a:close/>
                  <a:moveTo>
                    <a:pt x="726242" y="941113"/>
                  </a:moveTo>
                  <a:lnTo>
                    <a:pt x="859817" y="941113"/>
                  </a:lnTo>
                  <a:lnTo>
                    <a:pt x="859817" y="943255"/>
                  </a:lnTo>
                  <a:lnTo>
                    <a:pt x="726242" y="943255"/>
                  </a:lnTo>
                  <a:close/>
                  <a:moveTo>
                    <a:pt x="954154" y="942184"/>
                  </a:moveTo>
                  <a:lnTo>
                    <a:pt x="954989" y="942184"/>
                  </a:lnTo>
                  <a:lnTo>
                    <a:pt x="954989" y="943255"/>
                  </a:lnTo>
                  <a:lnTo>
                    <a:pt x="954154" y="943255"/>
                  </a:lnTo>
                  <a:close/>
                  <a:moveTo>
                    <a:pt x="316335" y="942184"/>
                  </a:moveTo>
                  <a:lnTo>
                    <a:pt x="331362" y="942184"/>
                  </a:lnTo>
                  <a:lnTo>
                    <a:pt x="331362" y="943255"/>
                  </a:lnTo>
                  <a:lnTo>
                    <a:pt x="316335" y="943255"/>
                  </a:lnTo>
                  <a:close/>
                  <a:moveTo>
                    <a:pt x="687004" y="942184"/>
                  </a:moveTo>
                  <a:lnTo>
                    <a:pt x="705371" y="942184"/>
                  </a:lnTo>
                  <a:lnTo>
                    <a:pt x="705371" y="943255"/>
                  </a:lnTo>
                  <a:lnTo>
                    <a:pt x="687004" y="943255"/>
                  </a:lnTo>
                  <a:close/>
                  <a:moveTo>
                    <a:pt x="195283" y="942184"/>
                  </a:moveTo>
                  <a:lnTo>
                    <a:pt x="297134" y="942184"/>
                  </a:lnTo>
                  <a:lnTo>
                    <a:pt x="297134" y="943255"/>
                  </a:lnTo>
                  <a:lnTo>
                    <a:pt x="195283" y="943255"/>
                  </a:lnTo>
                  <a:close/>
                  <a:moveTo>
                    <a:pt x="879853" y="942184"/>
                  </a:moveTo>
                  <a:lnTo>
                    <a:pt x="952484" y="942184"/>
                  </a:lnTo>
                  <a:lnTo>
                    <a:pt x="952484" y="943255"/>
                  </a:lnTo>
                  <a:lnTo>
                    <a:pt x="879853" y="943255"/>
                  </a:lnTo>
                  <a:close/>
                  <a:moveTo>
                    <a:pt x="353068" y="942184"/>
                  </a:moveTo>
                  <a:lnTo>
                    <a:pt x="425699" y="942184"/>
                  </a:lnTo>
                  <a:lnTo>
                    <a:pt x="425699" y="943255"/>
                  </a:lnTo>
                  <a:lnTo>
                    <a:pt x="353068" y="943255"/>
                  </a:lnTo>
                  <a:close/>
                  <a:moveTo>
                    <a:pt x="656115" y="942184"/>
                  </a:moveTo>
                  <a:lnTo>
                    <a:pt x="675317" y="942184"/>
                  </a:lnTo>
                  <a:lnTo>
                    <a:pt x="675317" y="943255"/>
                  </a:lnTo>
                  <a:lnTo>
                    <a:pt x="656115" y="943255"/>
                  </a:lnTo>
                  <a:close/>
                  <a:moveTo>
                    <a:pt x="0" y="941113"/>
                  </a:moveTo>
                  <a:lnTo>
                    <a:pt x="51690" y="941113"/>
                  </a:lnTo>
                  <a:lnTo>
                    <a:pt x="51690" y="943255"/>
                  </a:lnTo>
                  <a:lnTo>
                    <a:pt x="0" y="943255"/>
                  </a:lnTo>
                  <a:close/>
                  <a:moveTo>
                    <a:pt x="567622" y="940043"/>
                  </a:moveTo>
                  <a:lnTo>
                    <a:pt x="633575" y="940043"/>
                  </a:lnTo>
                  <a:lnTo>
                    <a:pt x="633575" y="944325"/>
                  </a:lnTo>
                  <a:lnTo>
                    <a:pt x="567622" y="944325"/>
                  </a:lnTo>
                  <a:close/>
                  <a:moveTo>
                    <a:pt x="879853" y="943255"/>
                  </a:moveTo>
                  <a:lnTo>
                    <a:pt x="949980" y="943255"/>
                  </a:lnTo>
                  <a:lnTo>
                    <a:pt x="949980" y="944325"/>
                  </a:lnTo>
                  <a:lnTo>
                    <a:pt x="879853" y="944325"/>
                  </a:lnTo>
                  <a:close/>
                  <a:moveTo>
                    <a:pt x="655281" y="943255"/>
                  </a:moveTo>
                  <a:lnTo>
                    <a:pt x="705371" y="943255"/>
                  </a:lnTo>
                  <a:lnTo>
                    <a:pt x="705371" y="944325"/>
                  </a:lnTo>
                  <a:lnTo>
                    <a:pt x="655281" y="944325"/>
                  </a:lnTo>
                  <a:close/>
                  <a:moveTo>
                    <a:pt x="196118" y="943255"/>
                  </a:moveTo>
                  <a:lnTo>
                    <a:pt x="307986" y="943255"/>
                  </a:lnTo>
                  <a:lnTo>
                    <a:pt x="307986" y="944325"/>
                  </a:lnTo>
                  <a:lnTo>
                    <a:pt x="196118" y="944325"/>
                  </a:lnTo>
                  <a:close/>
                  <a:moveTo>
                    <a:pt x="727912" y="943255"/>
                  </a:moveTo>
                  <a:lnTo>
                    <a:pt x="859817" y="943255"/>
                  </a:lnTo>
                  <a:lnTo>
                    <a:pt x="859817" y="944325"/>
                  </a:lnTo>
                  <a:lnTo>
                    <a:pt x="727912" y="944325"/>
                  </a:lnTo>
                  <a:close/>
                  <a:moveTo>
                    <a:pt x="308821" y="943255"/>
                  </a:moveTo>
                  <a:lnTo>
                    <a:pt x="331362" y="943255"/>
                  </a:lnTo>
                  <a:lnTo>
                    <a:pt x="331362" y="944325"/>
                  </a:lnTo>
                  <a:lnTo>
                    <a:pt x="308821" y="944325"/>
                  </a:lnTo>
                  <a:close/>
                  <a:moveTo>
                    <a:pt x="352233" y="943255"/>
                  </a:moveTo>
                  <a:lnTo>
                    <a:pt x="424864" y="943255"/>
                  </a:lnTo>
                  <a:lnTo>
                    <a:pt x="424864" y="944325"/>
                  </a:lnTo>
                  <a:lnTo>
                    <a:pt x="352233" y="944325"/>
                  </a:lnTo>
                  <a:close/>
                  <a:moveTo>
                    <a:pt x="0" y="943255"/>
                  </a:moveTo>
                  <a:lnTo>
                    <a:pt x="50855" y="943255"/>
                  </a:lnTo>
                  <a:lnTo>
                    <a:pt x="50855" y="945396"/>
                  </a:lnTo>
                  <a:lnTo>
                    <a:pt x="0" y="945396"/>
                  </a:lnTo>
                  <a:close/>
                  <a:moveTo>
                    <a:pt x="879853" y="944325"/>
                  </a:moveTo>
                  <a:lnTo>
                    <a:pt x="947475" y="944325"/>
                  </a:lnTo>
                  <a:lnTo>
                    <a:pt x="947475" y="945396"/>
                  </a:lnTo>
                  <a:lnTo>
                    <a:pt x="879853" y="945396"/>
                  </a:lnTo>
                  <a:close/>
                  <a:moveTo>
                    <a:pt x="567622" y="944325"/>
                  </a:moveTo>
                  <a:lnTo>
                    <a:pt x="632740" y="944325"/>
                  </a:lnTo>
                  <a:lnTo>
                    <a:pt x="632740" y="945396"/>
                  </a:lnTo>
                  <a:lnTo>
                    <a:pt x="567622" y="945396"/>
                  </a:lnTo>
                  <a:close/>
                  <a:moveTo>
                    <a:pt x="742939" y="944325"/>
                  </a:moveTo>
                  <a:lnTo>
                    <a:pt x="744609" y="944325"/>
                  </a:lnTo>
                  <a:lnTo>
                    <a:pt x="744609" y="945396"/>
                  </a:lnTo>
                  <a:lnTo>
                    <a:pt x="742939" y="945396"/>
                  </a:lnTo>
                  <a:close/>
                  <a:moveTo>
                    <a:pt x="196953" y="944325"/>
                  </a:moveTo>
                  <a:lnTo>
                    <a:pt x="331362" y="944325"/>
                  </a:lnTo>
                  <a:lnTo>
                    <a:pt x="331362" y="945396"/>
                  </a:lnTo>
                  <a:lnTo>
                    <a:pt x="196953" y="945396"/>
                  </a:lnTo>
                  <a:close/>
                  <a:moveTo>
                    <a:pt x="747113" y="944325"/>
                  </a:moveTo>
                  <a:lnTo>
                    <a:pt x="859817" y="944325"/>
                  </a:lnTo>
                  <a:lnTo>
                    <a:pt x="859817" y="945396"/>
                  </a:lnTo>
                  <a:lnTo>
                    <a:pt x="747113" y="945396"/>
                  </a:lnTo>
                  <a:close/>
                  <a:moveTo>
                    <a:pt x="447405" y="942184"/>
                  </a:moveTo>
                  <a:lnTo>
                    <a:pt x="551760" y="942184"/>
                  </a:lnTo>
                  <a:lnTo>
                    <a:pt x="551760" y="945396"/>
                  </a:lnTo>
                  <a:lnTo>
                    <a:pt x="447405" y="945396"/>
                  </a:lnTo>
                  <a:close/>
                  <a:moveTo>
                    <a:pt x="196953" y="945396"/>
                  </a:moveTo>
                  <a:lnTo>
                    <a:pt x="330527" y="945396"/>
                  </a:lnTo>
                  <a:lnTo>
                    <a:pt x="330527" y="946467"/>
                  </a:lnTo>
                  <a:lnTo>
                    <a:pt x="196953" y="946467"/>
                  </a:lnTo>
                  <a:close/>
                  <a:moveTo>
                    <a:pt x="447405" y="945396"/>
                  </a:moveTo>
                  <a:lnTo>
                    <a:pt x="550925" y="945396"/>
                  </a:lnTo>
                  <a:lnTo>
                    <a:pt x="550925" y="946467"/>
                  </a:lnTo>
                  <a:lnTo>
                    <a:pt x="447405" y="946467"/>
                  </a:lnTo>
                  <a:close/>
                  <a:moveTo>
                    <a:pt x="0" y="945396"/>
                  </a:moveTo>
                  <a:lnTo>
                    <a:pt x="50020" y="945396"/>
                  </a:lnTo>
                  <a:lnTo>
                    <a:pt x="50020" y="946467"/>
                  </a:lnTo>
                  <a:lnTo>
                    <a:pt x="0" y="946467"/>
                  </a:lnTo>
                  <a:close/>
                  <a:moveTo>
                    <a:pt x="879853" y="945396"/>
                  </a:moveTo>
                  <a:lnTo>
                    <a:pt x="946640" y="945396"/>
                  </a:lnTo>
                  <a:lnTo>
                    <a:pt x="946640" y="946467"/>
                  </a:lnTo>
                  <a:lnTo>
                    <a:pt x="879853" y="946467"/>
                  </a:lnTo>
                  <a:close/>
                  <a:moveTo>
                    <a:pt x="567622" y="945396"/>
                  </a:moveTo>
                  <a:lnTo>
                    <a:pt x="631905" y="945396"/>
                  </a:lnTo>
                  <a:lnTo>
                    <a:pt x="631905" y="946467"/>
                  </a:lnTo>
                  <a:lnTo>
                    <a:pt x="567622" y="946467"/>
                  </a:lnTo>
                  <a:close/>
                  <a:moveTo>
                    <a:pt x="751287" y="945396"/>
                  </a:moveTo>
                  <a:lnTo>
                    <a:pt x="859817" y="945396"/>
                  </a:lnTo>
                  <a:lnTo>
                    <a:pt x="859817" y="946467"/>
                  </a:lnTo>
                  <a:lnTo>
                    <a:pt x="751287" y="946467"/>
                  </a:lnTo>
                  <a:close/>
                  <a:moveTo>
                    <a:pt x="654446" y="944325"/>
                  </a:moveTo>
                  <a:lnTo>
                    <a:pt x="705371" y="944325"/>
                  </a:lnTo>
                  <a:lnTo>
                    <a:pt x="705371" y="947537"/>
                  </a:lnTo>
                  <a:lnTo>
                    <a:pt x="654446" y="947537"/>
                  </a:lnTo>
                  <a:close/>
                  <a:moveTo>
                    <a:pt x="196953" y="946467"/>
                  </a:moveTo>
                  <a:lnTo>
                    <a:pt x="329692" y="946467"/>
                  </a:lnTo>
                  <a:lnTo>
                    <a:pt x="329692" y="947537"/>
                  </a:lnTo>
                  <a:lnTo>
                    <a:pt x="196953" y="947537"/>
                  </a:lnTo>
                  <a:close/>
                  <a:moveTo>
                    <a:pt x="758801" y="946467"/>
                  </a:moveTo>
                  <a:lnTo>
                    <a:pt x="859817" y="946467"/>
                  </a:lnTo>
                  <a:lnTo>
                    <a:pt x="859817" y="947537"/>
                  </a:lnTo>
                  <a:lnTo>
                    <a:pt x="758801" y="947537"/>
                  </a:lnTo>
                  <a:close/>
                  <a:moveTo>
                    <a:pt x="446570" y="946467"/>
                  </a:moveTo>
                  <a:lnTo>
                    <a:pt x="550925" y="946467"/>
                  </a:lnTo>
                  <a:lnTo>
                    <a:pt x="550925" y="947537"/>
                  </a:lnTo>
                  <a:lnTo>
                    <a:pt x="446570" y="947537"/>
                  </a:lnTo>
                  <a:close/>
                  <a:moveTo>
                    <a:pt x="879853" y="946467"/>
                  </a:moveTo>
                  <a:lnTo>
                    <a:pt x="945805" y="946467"/>
                  </a:lnTo>
                  <a:lnTo>
                    <a:pt x="945805" y="947537"/>
                  </a:lnTo>
                  <a:lnTo>
                    <a:pt x="879853" y="947537"/>
                  </a:lnTo>
                  <a:close/>
                  <a:moveTo>
                    <a:pt x="762140" y="947537"/>
                  </a:moveTo>
                  <a:lnTo>
                    <a:pt x="859817" y="947537"/>
                  </a:lnTo>
                  <a:lnTo>
                    <a:pt x="859817" y="948608"/>
                  </a:lnTo>
                  <a:lnTo>
                    <a:pt x="762140" y="948608"/>
                  </a:lnTo>
                  <a:close/>
                  <a:moveTo>
                    <a:pt x="879853" y="947537"/>
                  </a:moveTo>
                  <a:lnTo>
                    <a:pt x="944970" y="947537"/>
                  </a:lnTo>
                  <a:lnTo>
                    <a:pt x="944970" y="948608"/>
                  </a:lnTo>
                  <a:lnTo>
                    <a:pt x="879853" y="948608"/>
                  </a:lnTo>
                  <a:close/>
                  <a:moveTo>
                    <a:pt x="352233" y="944325"/>
                  </a:moveTo>
                  <a:lnTo>
                    <a:pt x="424029" y="944325"/>
                  </a:lnTo>
                  <a:lnTo>
                    <a:pt x="424029" y="948608"/>
                  </a:lnTo>
                  <a:lnTo>
                    <a:pt x="352233" y="948608"/>
                  </a:lnTo>
                  <a:close/>
                  <a:moveTo>
                    <a:pt x="197787" y="947537"/>
                  </a:moveTo>
                  <a:lnTo>
                    <a:pt x="329692" y="947537"/>
                  </a:lnTo>
                  <a:lnTo>
                    <a:pt x="329692" y="948608"/>
                  </a:lnTo>
                  <a:lnTo>
                    <a:pt x="197787" y="948608"/>
                  </a:lnTo>
                  <a:close/>
                  <a:moveTo>
                    <a:pt x="445735" y="947537"/>
                  </a:moveTo>
                  <a:lnTo>
                    <a:pt x="549256" y="947537"/>
                  </a:lnTo>
                  <a:lnTo>
                    <a:pt x="549256" y="948608"/>
                  </a:lnTo>
                  <a:lnTo>
                    <a:pt x="445735" y="948608"/>
                  </a:lnTo>
                  <a:close/>
                  <a:moveTo>
                    <a:pt x="567622" y="946467"/>
                  </a:moveTo>
                  <a:lnTo>
                    <a:pt x="631070" y="946467"/>
                  </a:lnTo>
                  <a:lnTo>
                    <a:pt x="631070" y="949679"/>
                  </a:lnTo>
                  <a:lnTo>
                    <a:pt x="567622" y="949679"/>
                  </a:lnTo>
                  <a:close/>
                  <a:moveTo>
                    <a:pt x="978364" y="937901"/>
                  </a:moveTo>
                  <a:lnTo>
                    <a:pt x="1000000" y="937901"/>
                  </a:lnTo>
                  <a:lnTo>
                    <a:pt x="1000000" y="949679"/>
                  </a:lnTo>
                  <a:lnTo>
                    <a:pt x="978364" y="949679"/>
                  </a:lnTo>
                  <a:close/>
                  <a:moveTo>
                    <a:pt x="351398" y="948608"/>
                  </a:moveTo>
                  <a:lnTo>
                    <a:pt x="423195" y="948608"/>
                  </a:lnTo>
                  <a:lnTo>
                    <a:pt x="423195" y="949679"/>
                  </a:lnTo>
                  <a:lnTo>
                    <a:pt x="351398" y="949679"/>
                  </a:lnTo>
                  <a:close/>
                  <a:moveTo>
                    <a:pt x="444900" y="948608"/>
                  </a:moveTo>
                  <a:lnTo>
                    <a:pt x="549256" y="948608"/>
                  </a:lnTo>
                  <a:lnTo>
                    <a:pt x="549256" y="949679"/>
                  </a:lnTo>
                  <a:lnTo>
                    <a:pt x="444900" y="949679"/>
                  </a:lnTo>
                  <a:close/>
                  <a:moveTo>
                    <a:pt x="653611" y="947537"/>
                  </a:moveTo>
                  <a:lnTo>
                    <a:pt x="704536" y="947537"/>
                  </a:lnTo>
                  <a:lnTo>
                    <a:pt x="704536" y="949679"/>
                  </a:lnTo>
                  <a:lnTo>
                    <a:pt x="653611" y="949679"/>
                  </a:lnTo>
                  <a:close/>
                  <a:moveTo>
                    <a:pt x="762975" y="948608"/>
                  </a:moveTo>
                  <a:lnTo>
                    <a:pt x="859817" y="948608"/>
                  </a:lnTo>
                  <a:lnTo>
                    <a:pt x="859817" y="949679"/>
                  </a:lnTo>
                  <a:lnTo>
                    <a:pt x="762975" y="949679"/>
                  </a:lnTo>
                  <a:close/>
                  <a:moveTo>
                    <a:pt x="0" y="946467"/>
                  </a:moveTo>
                  <a:lnTo>
                    <a:pt x="49186" y="946467"/>
                  </a:lnTo>
                  <a:lnTo>
                    <a:pt x="49186" y="949679"/>
                  </a:lnTo>
                  <a:lnTo>
                    <a:pt x="0" y="949679"/>
                  </a:lnTo>
                  <a:close/>
                  <a:moveTo>
                    <a:pt x="566787" y="949679"/>
                  </a:moveTo>
                  <a:lnTo>
                    <a:pt x="631070" y="949679"/>
                  </a:lnTo>
                  <a:lnTo>
                    <a:pt x="631070" y="950749"/>
                  </a:lnTo>
                  <a:lnTo>
                    <a:pt x="566787" y="950749"/>
                  </a:lnTo>
                  <a:close/>
                  <a:moveTo>
                    <a:pt x="763810" y="949679"/>
                  </a:moveTo>
                  <a:lnTo>
                    <a:pt x="859817" y="949679"/>
                  </a:lnTo>
                  <a:lnTo>
                    <a:pt x="859817" y="950749"/>
                  </a:lnTo>
                  <a:lnTo>
                    <a:pt x="763810" y="950749"/>
                  </a:lnTo>
                  <a:close/>
                  <a:moveTo>
                    <a:pt x="0" y="949679"/>
                  </a:moveTo>
                  <a:lnTo>
                    <a:pt x="48351" y="949679"/>
                  </a:lnTo>
                  <a:lnTo>
                    <a:pt x="48351" y="950749"/>
                  </a:lnTo>
                  <a:lnTo>
                    <a:pt x="0" y="950749"/>
                  </a:lnTo>
                  <a:close/>
                  <a:moveTo>
                    <a:pt x="350563" y="949679"/>
                  </a:moveTo>
                  <a:lnTo>
                    <a:pt x="423195" y="949679"/>
                  </a:lnTo>
                  <a:lnTo>
                    <a:pt x="423195" y="950749"/>
                  </a:lnTo>
                  <a:lnTo>
                    <a:pt x="350563" y="950749"/>
                  </a:lnTo>
                  <a:close/>
                  <a:moveTo>
                    <a:pt x="652776" y="949679"/>
                  </a:moveTo>
                  <a:lnTo>
                    <a:pt x="704536" y="949679"/>
                  </a:lnTo>
                  <a:lnTo>
                    <a:pt x="704536" y="950749"/>
                  </a:lnTo>
                  <a:lnTo>
                    <a:pt x="652776" y="950749"/>
                  </a:lnTo>
                  <a:close/>
                  <a:moveTo>
                    <a:pt x="444900" y="949679"/>
                  </a:moveTo>
                  <a:lnTo>
                    <a:pt x="548421" y="949679"/>
                  </a:lnTo>
                  <a:lnTo>
                    <a:pt x="548421" y="950749"/>
                  </a:lnTo>
                  <a:lnTo>
                    <a:pt x="444900" y="950749"/>
                  </a:lnTo>
                  <a:close/>
                  <a:moveTo>
                    <a:pt x="566787" y="950749"/>
                  </a:moveTo>
                  <a:lnTo>
                    <a:pt x="630235" y="950749"/>
                  </a:lnTo>
                  <a:lnTo>
                    <a:pt x="630235" y="951820"/>
                  </a:lnTo>
                  <a:lnTo>
                    <a:pt x="566787" y="951820"/>
                  </a:lnTo>
                  <a:close/>
                  <a:moveTo>
                    <a:pt x="444900" y="950749"/>
                  </a:moveTo>
                  <a:lnTo>
                    <a:pt x="546751" y="950749"/>
                  </a:lnTo>
                  <a:lnTo>
                    <a:pt x="546751" y="951820"/>
                  </a:lnTo>
                  <a:lnTo>
                    <a:pt x="444900" y="951820"/>
                  </a:lnTo>
                  <a:close/>
                  <a:moveTo>
                    <a:pt x="764645" y="950749"/>
                  </a:moveTo>
                  <a:lnTo>
                    <a:pt x="859817" y="950749"/>
                  </a:lnTo>
                  <a:lnTo>
                    <a:pt x="859817" y="951820"/>
                  </a:lnTo>
                  <a:lnTo>
                    <a:pt x="764645" y="951820"/>
                  </a:lnTo>
                  <a:close/>
                  <a:moveTo>
                    <a:pt x="349729" y="950749"/>
                  </a:moveTo>
                  <a:lnTo>
                    <a:pt x="422360" y="950749"/>
                  </a:lnTo>
                  <a:lnTo>
                    <a:pt x="422360" y="952891"/>
                  </a:lnTo>
                  <a:lnTo>
                    <a:pt x="349729" y="952891"/>
                  </a:lnTo>
                  <a:close/>
                  <a:moveTo>
                    <a:pt x="651941" y="950749"/>
                  </a:moveTo>
                  <a:lnTo>
                    <a:pt x="704536" y="950749"/>
                  </a:lnTo>
                  <a:lnTo>
                    <a:pt x="704536" y="952891"/>
                  </a:lnTo>
                  <a:lnTo>
                    <a:pt x="651941" y="952891"/>
                  </a:lnTo>
                  <a:close/>
                  <a:moveTo>
                    <a:pt x="879853" y="948608"/>
                  </a:moveTo>
                  <a:lnTo>
                    <a:pt x="944136" y="948608"/>
                  </a:lnTo>
                  <a:lnTo>
                    <a:pt x="944136" y="952891"/>
                  </a:lnTo>
                  <a:lnTo>
                    <a:pt x="879853" y="952891"/>
                  </a:lnTo>
                  <a:close/>
                  <a:moveTo>
                    <a:pt x="444900" y="951820"/>
                  </a:moveTo>
                  <a:lnTo>
                    <a:pt x="543412" y="951820"/>
                  </a:lnTo>
                  <a:lnTo>
                    <a:pt x="543412" y="952891"/>
                  </a:lnTo>
                  <a:lnTo>
                    <a:pt x="444900" y="952891"/>
                  </a:lnTo>
                  <a:close/>
                  <a:moveTo>
                    <a:pt x="197787" y="948608"/>
                  </a:moveTo>
                  <a:lnTo>
                    <a:pt x="328858" y="948608"/>
                  </a:lnTo>
                  <a:lnTo>
                    <a:pt x="328858" y="952891"/>
                  </a:lnTo>
                  <a:lnTo>
                    <a:pt x="197787" y="952891"/>
                  </a:lnTo>
                  <a:close/>
                  <a:moveTo>
                    <a:pt x="444066" y="952891"/>
                  </a:moveTo>
                  <a:lnTo>
                    <a:pt x="528385" y="952891"/>
                  </a:lnTo>
                  <a:lnTo>
                    <a:pt x="528385" y="953961"/>
                  </a:lnTo>
                  <a:lnTo>
                    <a:pt x="444066" y="953961"/>
                  </a:lnTo>
                  <a:close/>
                  <a:moveTo>
                    <a:pt x="540907" y="952891"/>
                  </a:moveTo>
                  <a:lnTo>
                    <a:pt x="541742" y="952891"/>
                  </a:lnTo>
                  <a:lnTo>
                    <a:pt x="541742" y="953961"/>
                  </a:lnTo>
                  <a:lnTo>
                    <a:pt x="540907" y="953961"/>
                  </a:lnTo>
                  <a:close/>
                  <a:moveTo>
                    <a:pt x="197787" y="952891"/>
                  </a:moveTo>
                  <a:lnTo>
                    <a:pt x="328023" y="952891"/>
                  </a:lnTo>
                  <a:lnTo>
                    <a:pt x="328023" y="955032"/>
                  </a:lnTo>
                  <a:lnTo>
                    <a:pt x="197787" y="955032"/>
                  </a:lnTo>
                  <a:close/>
                  <a:moveTo>
                    <a:pt x="349729" y="952891"/>
                  </a:moveTo>
                  <a:lnTo>
                    <a:pt x="421525" y="952891"/>
                  </a:lnTo>
                  <a:lnTo>
                    <a:pt x="421525" y="955032"/>
                  </a:lnTo>
                  <a:lnTo>
                    <a:pt x="349729" y="955032"/>
                  </a:lnTo>
                  <a:close/>
                  <a:moveTo>
                    <a:pt x="879853" y="952891"/>
                  </a:moveTo>
                  <a:lnTo>
                    <a:pt x="943301" y="952891"/>
                  </a:lnTo>
                  <a:lnTo>
                    <a:pt x="943301" y="955032"/>
                  </a:lnTo>
                  <a:lnTo>
                    <a:pt x="879853" y="955032"/>
                  </a:lnTo>
                  <a:close/>
                  <a:moveTo>
                    <a:pt x="765480" y="951820"/>
                  </a:moveTo>
                  <a:lnTo>
                    <a:pt x="859817" y="951820"/>
                  </a:lnTo>
                  <a:lnTo>
                    <a:pt x="859817" y="955032"/>
                  </a:lnTo>
                  <a:lnTo>
                    <a:pt x="765480" y="955032"/>
                  </a:lnTo>
                  <a:close/>
                  <a:moveTo>
                    <a:pt x="444066" y="953961"/>
                  </a:moveTo>
                  <a:lnTo>
                    <a:pt x="526715" y="953961"/>
                  </a:lnTo>
                  <a:lnTo>
                    <a:pt x="526715" y="955032"/>
                  </a:lnTo>
                  <a:lnTo>
                    <a:pt x="444066" y="955032"/>
                  </a:lnTo>
                  <a:close/>
                  <a:moveTo>
                    <a:pt x="197787" y="955032"/>
                  </a:moveTo>
                  <a:lnTo>
                    <a:pt x="327188" y="955032"/>
                  </a:lnTo>
                  <a:lnTo>
                    <a:pt x="327188" y="956103"/>
                  </a:lnTo>
                  <a:lnTo>
                    <a:pt x="197787" y="956103"/>
                  </a:lnTo>
                  <a:close/>
                  <a:moveTo>
                    <a:pt x="443231" y="955032"/>
                  </a:moveTo>
                  <a:lnTo>
                    <a:pt x="525045" y="955032"/>
                  </a:lnTo>
                  <a:lnTo>
                    <a:pt x="525045" y="956103"/>
                  </a:lnTo>
                  <a:lnTo>
                    <a:pt x="443231" y="956103"/>
                  </a:lnTo>
                  <a:close/>
                  <a:moveTo>
                    <a:pt x="651106" y="952891"/>
                  </a:moveTo>
                  <a:lnTo>
                    <a:pt x="704536" y="952891"/>
                  </a:lnTo>
                  <a:lnTo>
                    <a:pt x="704536" y="956103"/>
                  </a:lnTo>
                  <a:lnTo>
                    <a:pt x="651106" y="956103"/>
                  </a:lnTo>
                  <a:close/>
                  <a:moveTo>
                    <a:pt x="879853" y="955032"/>
                  </a:moveTo>
                  <a:lnTo>
                    <a:pt x="944136" y="955032"/>
                  </a:lnTo>
                  <a:lnTo>
                    <a:pt x="944136" y="957173"/>
                  </a:lnTo>
                  <a:lnTo>
                    <a:pt x="879853" y="957173"/>
                  </a:lnTo>
                  <a:close/>
                  <a:moveTo>
                    <a:pt x="442396" y="956103"/>
                  </a:moveTo>
                  <a:lnTo>
                    <a:pt x="524210" y="956103"/>
                  </a:lnTo>
                  <a:lnTo>
                    <a:pt x="524210" y="957173"/>
                  </a:lnTo>
                  <a:lnTo>
                    <a:pt x="442396" y="957173"/>
                  </a:lnTo>
                  <a:close/>
                  <a:moveTo>
                    <a:pt x="650271" y="956103"/>
                  </a:moveTo>
                  <a:lnTo>
                    <a:pt x="704536" y="956103"/>
                  </a:lnTo>
                  <a:lnTo>
                    <a:pt x="704536" y="957173"/>
                  </a:lnTo>
                  <a:lnTo>
                    <a:pt x="650271" y="957173"/>
                  </a:lnTo>
                  <a:close/>
                  <a:moveTo>
                    <a:pt x="0" y="950749"/>
                  </a:moveTo>
                  <a:lnTo>
                    <a:pt x="49186" y="950749"/>
                  </a:lnTo>
                  <a:lnTo>
                    <a:pt x="49186" y="957173"/>
                  </a:lnTo>
                  <a:lnTo>
                    <a:pt x="0" y="957173"/>
                  </a:lnTo>
                  <a:close/>
                  <a:moveTo>
                    <a:pt x="442396" y="957173"/>
                  </a:moveTo>
                  <a:lnTo>
                    <a:pt x="523376" y="957173"/>
                  </a:lnTo>
                  <a:lnTo>
                    <a:pt x="523376" y="958244"/>
                  </a:lnTo>
                  <a:lnTo>
                    <a:pt x="442396" y="958244"/>
                  </a:lnTo>
                  <a:close/>
                  <a:moveTo>
                    <a:pt x="348894" y="955032"/>
                  </a:moveTo>
                  <a:lnTo>
                    <a:pt x="421525" y="955032"/>
                  </a:lnTo>
                  <a:lnTo>
                    <a:pt x="421525" y="958244"/>
                  </a:lnTo>
                  <a:lnTo>
                    <a:pt x="348894" y="958244"/>
                  </a:lnTo>
                  <a:close/>
                  <a:moveTo>
                    <a:pt x="879018" y="957173"/>
                  </a:moveTo>
                  <a:lnTo>
                    <a:pt x="943301" y="957173"/>
                  </a:lnTo>
                  <a:lnTo>
                    <a:pt x="943301" y="958244"/>
                  </a:lnTo>
                  <a:lnTo>
                    <a:pt x="879018" y="958244"/>
                  </a:lnTo>
                  <a:close/>
                  <a:moveTo>
                    <a:pt x="566787" y="951820"/>
                  </a:moveTo>
                  <a:lnTo>
                    <a:pt x="629400" y="951820"/>
                  </a:lnTo>
                  <a:lnTo>
                    <a:pt x="629400" y="958244"/>
                  </a:lnTo>
                  <a:lnTo>
                    <a:pt x="566787" y="958244"/>
                  </a:lnTo>
                  <a:close/>
                  <a:moveTo>
                    <a:pt x="348059" y="958244"/>
                  </a:moveTo>
                  <a:lnTo>
                    <a:pt x="421525" y="958244"/>
                  </a:lnTo>
                  <a:lnTo>
                    <a:pt x="421525" y="959315"/>
                  </a:lnTo>
                  <a:lnTo>
                    <a:pt x="348059" y="959315"/>
                  </a:lnTo>
                  <a:close/>
                  <a:moveTo>
                    <a:pt x="649437" y="957173"/>
                  </a:moveTo>
                  <a:lnTo>
                    <a:pt x="704536" y="957173"/>
                  </a:lnTo>
                  <a:lnTo>
                    <a:pt x="704536" y="959315"/>
                  </a:lnTo>
                  <a:lnTo>
                    <a:pt x="649437" y="959315"/>
                  </a:lnTo>
                  <a:close/>
                  <a:moveTo>
                    <a:pt x="0" y="957173"/>
                  </a:moveTo>
                  <a:lnTo>
                    <a:pt x="50855" y="957173"/>
                  </a:lnTo>
                  <a:lnTo>
                    <a:pt x="50855" y="959315"/>
                  </a:lnTo>
                  <a:lnTo>
                    <a:pt x="0" y="959315"/>
                  </a:lnTo>
                  <a:close/>
                  <a:moveTo>
                    <a:pt x="766314" y="955032"/>
                  </a:moveTo>
                  <a:lnTo>
                    <a:pt x="860651" y="955032"/>
                  </a:lnTo>
                  <a:lnTo>
                    <a:pt x="860651" y="959315"/>
                  </a:lnTo>
                  <a:lnTo>
                    <a:pt x="766314" y="959315"/>
                  </a:lnTo>
                  <a:close/>
                  <a:moveTo>
                    <a:pt x="196953" y="956103"/>
                  </a:moveTo>
                  <a:lnTo>
                    <a:pt x="327188" y="956103"/>
                  </a:lnTo>
                  <a:lnTo>
                    <a:pt x="327188" y="959315"/>
                  </a:lnTo>
                  <a:lnTo>
                    <a:pt x="196953" y="959315"/>
                  </a:lnTo>
                  <a:close/>
                  <a:moveTo>
                    <a:pt x="442396" y="958244"/>
                  </a:moveTo>
                  <a:lnTo>
                    <a:pt x="522541" y="958244"/>
                  </a:lnTo>
                  <a:lnTo>
                    <a:pt x="522541" y="959315"/>
                  </a:lnTo>
                  <a:lnTo>
                    <a:pt x="442396" y="959315"/>
                  </a:lnTo>
                  <a:close/>
                  <a:moveTo>
                    <a:pt x="565952" y="958244"/>
                  </a:moveTo>
                  <a:lnTo>
                    <a:pt x="629400" y="958244"/>
                  </a:lnTo>
                  <a:lnTo>
                    <a:pt x="629400" y="959315"/>
                  </a:lnTo>
                  <a:lnTo>
                    <a:pt x="565952" y="959315"/>
                  </a:lnTo>
                  <a:close/>
                  <a:moveTo>
                    <a:pt x="879018" y="958244"/>
                  </a:moveTo>
                  <a:lnTo>
                    <a:pt x="944136" y="958244"/>
                  </a:lnTo>
                  <a:lnTo>
                    <a:pt x="944136" y="959315"/>
                  </a:lnTo>
                  <a:lnTo>
                    <a:pt x="879018" y="959315"/>
                  </a:lnTo>
                  <a:close/>
                  <a:moveTo>
                    <a:pt x="878183" y="959315"/>
                  </a:moveTo>
                  <a:lnTo>
                    <a:pt x="944136" y="959315"/>
                  </a:lnTo>
                  <a:lnTo>
                    <a:pt x="944136" y="960385"/>
                  </a:lnTo>
                  <a:lnTo>
                    <a:pt x="878183" y="960385"/>
                  </a:lnTo>
                  <a:close/>
                  <a:moveTo>
                    <a:pt x="347224" y="959315"/>
                  </a:moveTo>
                  <a:lnTo>
                    <a:pt x="422360" y="959315"/>
                  </a:lnTo>
                  <a:lnTo>
                    <a:pt x="422360" y="960385"/>
                  </a:lnTo>
                  <a:lnTo>
                    <a:pt x="347224" y="960385"/>
                  </a:lnTo>
                  <a:close/>
                  <a:moveTo>
                    <a:pt x="648602" y="959315"/>
                  </a:moveTo>
                  <a:lnTo>
                    <a:pt x="704536" y="959315"/>
                  </a:lnTo>
                  <a:lnTo>
                    <a:pt x="704536" y="960385"/>
                  </a:lnTo>
                  <a:lnTo>
                    <a:pt x="648602" y="960385"/>
                  </a:lnTo>
                  <a:close/>
                  <a:moveTo>
                    <a:pt x="565118" y="959315"/>
                  </a:moveTo>
                  <a:lnTo>
                    <a:pt x="629400" y="959315"/>
                  </a:lnTo>
                  <a:lnTo>
                    <a:pt x="629400" y="960385"/>
                  </a:lnTo>
                  <a:lnTo>
                    <a:pt x="565118" y="960385"/>
                  </a:lnTo>
                  <a:close/>
                  <a:moveTo>
                    <a:pt x="196118" y="959315"/>
                  </a:moveTo>
                  <a:lnTo>
                    <a:pt x="327188" y="959315"/>
                  </a:lnTo>
                  <a:lnTo>
                    <a:pt x="327188" y="960385"/>
                  </a:lnTo>
                  <a:lnTo>
                    <a:pt x="196118" y="960385"/>
                  </a:lnTo>
                  <a:close/>
                  <a:moveTo>
                    <a:pt x="766314" y="959315"/>
                  </a:moveTo>
                  <a:lnTo>
                    <a:pt x="861486" y="959315"/>
                  </a:lnTo>
                  <a:lnTo>
                    <a:pt x="861486" y="960385"/>
                  </a:lnTo>
                  <a:lnTo>
                    <a:pt x="766314" y="960385"/>
                  </a:lnTo>
                  <a:close/>
                  <a:moveTo>
                    <a:pt x="0" y="959315"/>
                  </a:moveTo>
                  <a:lnTo>
                    <a:pt x="51690" y="959315"/>
                  </a:lnTo>
                  <a:lnTo>
                    <a:pt x="51690" y="960385"/>
                  </a:lnTo>
                  <a:lnTo>
                    <a:pt x="0" y="960385"/>
                  </a:lnTo>
                  <a:close/>
                  <a:moveTo>
                    <a:pt x="565118" y="960385"/>
                  </a:moveTo>
                  <a:lnTo>
                    <a:pt x="630235" y="960385"/>
                  </a:lnTo>
                  <a:lnTo>
                    <a:pt x="630235" y="961456"/>
                  </a:lnTo>
                  <a:lnTo>
                    <a:pt x="565118" y="961456"/>
                  </a:lnTo>
                  <a:close/>
                  <a:moveTo>
                    <a:pt x="0" y="960385"/>
                  </a:moveTo>
                  <a:lnTo>
                    <a:pt x="52525" y="960385"/>
                  </a:lnTo>
                  <a:lnTo>
                    <a:pt x="52525" y="961456"/>
                  </a:lnTo>
                  <a:lnTo>
                    <a:pt x="0" y="961456"/>
                  </a:lnTo>
                  <a:close/>
                  <a:moveTo>
                    <a:pt x="877348" y="960385"/>
                  </a:moveTo>
                  <a:lnTo>
                    <a:pt x="944136" y="960385"/>
                  </a:lnTo>
                  <a:lnTo>
                    <a:pt x="944136" y="961456"/>
                  </a:lnTo>
                  <a:lnTo>
                    <a:pt x="877348" y="961456"/>
                  </a:lnTo>
                  <a:close/>
                  <a:moveTo>
                    <a:pt x="648602" y="960385"/>
                  </a:moveTo>
                  <a:lnTo>
                    <a:pt x="705371" y="960385"/>
                  </a:lnTo>
                  <a:lnTo>
                    <a:pt x="705371" y="961456"/>
                  </a:lnTo>
                  <a:lnTo>
                    <a:pt x="648602" y="961456"/>
                  </a:lnTo>
                  <a:close/>
                  <a:moveTo>
                    <a:pt x="347224" y="960385"/>
                  </a:moveTo>
                  <a:lnTo>
                    <a:pt x="423195" y="960385"/>
                  </a:lnTo>
                  <a:lnTo>
                    <a:pt x="423195" y="961456"/>
                  </a:lnTo>
                  <a:lnTo>
                    <a:pt x="347224" y="961456"/>
                  </a:lnTo>
                  <a:close/>
                  <a:moveTo>
                    <a:pt x="441561" y="959315"/>
                  </a:moveTo>
                  <a:lnTo>
                    <a:pt x="522541" y="959315"/>
                  </a:lnTo>
                  <a:lnTo>
                    <a:pt x="522541" y="961456"/>
                  </a:lnTo>
                  <a:lnTo>
                    <a:pt x="441561" y="961456"/>
                  </a:lnTo>
                  <a:close/>
                  <a:moveTo>
                    <a:pt x="977529" y="949679"/>
                  </a:moveTo>
                  <a:lnTo>
                    <a:pt x="1000000" y="949679"/>
                  </a:lnTo>
                  <a:lnTo>
                    <a:pt x="1000000" y="961456"/>
                  </a:lnTo>
                  <a:lnTo>
                    <a:pt x="977529" y="961456"/>
                  </a:lnTo>
                  <a:close/>
                  <a:moveTo>
                    <a:pt x="877348" y="961456"/>
                  </a:moveTo>
                  <a:lnTo>
                    <a:pt x="944970" y="961456"/>
                  </a:lnTo>
                  <a:lnTo>
                    <a:pt x="944970" y="962527"/>
                  </a:lnTo>
                  <a:lnTo>
                    <a:pt x="877348" y="962527"/>
                  </a:lnTo>
                  <a:close/>
                  <a:moveTo>
                    <a:pt x="347224" y="961456"/>
                  </a:moveTo>
                  <a:lnTo>
                    <a:pt x="424029" y="961456"/>
                  </a:lnTo>
                  <a:lnTo>
                    <a:pt x="424029" y="962527"/>
                  </a:lnTo>
                  <a:lnTo>
                    <a:pt x="347224" y="962527"/>
                  </a:lnTo>
                  <a:close/>
                  <a:moveTo>
                    <a:pt x="0" y="961456"/>
                  </a:moveTo>
                  <a:lnTo>
                    <a:pt x="53360" y="961456"/>
                  </a:lnTo>
                  <a:lnTo>
                    <a:pt x="53360" y="962527"/>
                  </a:lnTo>
                  <a:lnTo>
                    <a:pt x="0" y="962527"/>
                  </a:lnTo>
                  <a:close/>
                  <a:moveTo>
                    <a:pt x="194448" y="960385"/>
                  </a:moveTo>
                  <a:lnTo>
                    <a:pt x="327188" y="960385"/>
                  </a:lnTo>
                  <a:lnTo>
                    <a:pt x="327188" y="962527"/>
                  </a:lnTo>
                  <a:lnTo>
                    <a:pt x="194448" y="962527"/>
                  </a:lnTo>
                  <a:close/>
                  <a:moveTo>
                    <a:pt x="440726" y="961456"/>
                  </a:moveTo>
                  <a:lnTo>
                    <a:pt x="522541" y="961456"/>
                  </a:lnTo>
                  <a:lnTo>
                    <a:pt x="522541" y="962527"/>
                  </a:lnTo>
                  <a:lnTo>
                    <a:pt x="440726" y="962527"/>
                  </a:lnTo>
                  <a:close/>
                  <a:moveTo>
                    <a:pt x="766314" y="960385"/>
                  </a:moveTo>
                  <a:lnTo>
                    <a:pt x="862321" y="960385"/>
                  </a:lnTo>
                  <a:lnTo>
                    <a:pt x="862321" y="962527"/>
                  </a:lnTo>
                  <a:lnTo>
                    <a:pt x="766314" y="962527"/>
                  </a:lnTo>
                  <a:close/>
                  <a:moveTo>
                    <a:pt x="976694" y="961456"/>
                  </a:moveTo>
                  <a:lnTo>
                    <a:pt x="1000000" y="961456"/>
                  </a:lnTo>
                  <a:lnTo>
                    <a:pt x="1000000" y="962527"/>
                  </a:lnTo>
                  <a:lnTo>
                    <a:pt x="976694" y="962527"/>
                  </a:lnTo>
                  <a:close/>
                  <a:moveTo>
                    <a:pt x="648602" y="961456"/>
                  </a:moveTo>
                  <a:lnTo>
                    <a:pt x="706206" y="961456"/>
                  </a:lnTo>
                  <a:lnTo>
                    <a:pt x="706206" y="962527"/>
                  </a:lnTo>
                  <a:lnTo>
                    <a:pt x="648602" y="962527"/>
                  </a:lnTo>
                  <a:close/>
                  <a:moveTo>
                    <a:pt x="439891" y="962527"/>
                  </a:moveTo>
                  <a:lnTo>
                    <a:pt x="522541" y="962527"/>
                  </a:lnTo>
                  <a:lnTo>
                    <a:pt x="522541" y="963597"/>
                  </a:lnTo>
                  <a:lnTo>
                    <a:pt x="439891" y="963597"/>
                  </a:lnTo>
                  <a:close/>
                  <a:moveTo>
                    <a:pt x="193613" y="962527"/>
                  </a:moveTo>
                  <a:lnTo>
                    <a:pt x="328023" y="962527"/>
                  </a:lnTo>
                  <a:lnTo>
                    <a:pt x="328023" y="963597"/>
                  </a:lnTo>
                  <a:lnTo>
                    <a:pt x="193613" y="963597"/>
                  </a:lnTo>
                  <a:close/>
                  <a:moveTo>
                    <a:pt x="0" y="962527"/>
                  </a:moveTo>
                  <a:lnTo>
                    <a:pt x="54195" y="962527"/>
                  </a:lnTo>
                  <a:lnTo>
                    <a:pt x="54195" y="963597"/>
                  </a:lnTo>
                  <a:lnTo>
                    <a:pt x="0" y="963597"/>
                  </a:lnTo>
                  <a:close/>
                  <a:moveTo>
                    <a:pt x="975860" y="962527"/>
                  </a:moveTo>
                  <a:lnTo>
                    <a:pt x="1000000" y="962527"/>
                  </a:lnTo>
                  <a:lnTo>
                    <a:pt x="1000000" y="963597"/>
                  </a:lnTo>
                  <a:lnTo>
                    <a:pt x="975860" y="963597"/>
                  </a:lnTo>
                  <a:close/>
                  <a:moveTo>
                    <a:pt x="766314" y="962527"/>
                  </a:moveTo>
                  <a:lnTo>
                    <a:pt x="863156" y="962527"/>
                  </a:lnTo>
                  <a:lnTo>
                    <a:pt x="863156" y="963597"/>
                  </a:lnTo>
                  <a:lnTo>
                    <a:pt x="766314" y="963597"/>
                  </a:lnTo>
                  <a:close/>
                  <a:moveTo>
                    <a:pt x="346389" y="962527"/>
                  </a:moveTo>
                  <a:lnTo>
                    <a:pt x="424029" y="962527"/>
                  </a:lnTo>
                  <a:lnTo>
                    <a:pt x="424029" y="963597"/>
                  </a:lnTo>
                  <a:lnTo>
                    <a:pt x="346389" y="963597"/>
                  </a:lnTo>
                  <a:close/>
                  <a:moveTo>
                    <a:pt x="564283" y="961456"/>
                  </a:moveTo>
                  <a:lnTo>
                    <a:pt x="630235" y="961456"/>
                  </a:lnTo>
                  <a:lnTo>
                    <a:pt x="630235" y="963597"/>
                  </a:lnTo>
                  <a:lnTo>
                    <a:pt x="564283" y="963597"/>
                  </a:lnTo>
                  <a:close/>
                  <a:moveTo>
                    <a:pt x="877348" y="962527"/>
                  </a:moveTo>
                  <a:lnTo>
                    <a:pt x="945805" y="962527"/>
                  </a:lnTo>
                  <a:lnTo>
                    <a:pt x="945805" y="963597"/>
                  </a:lnTo>
                  <a:lnTo>
                    <a:pt x="877348" y="963597"/>
                  </a:lnTo>
                  <a:close/>
                  <a:moveTo>
                    <a:pt x="648602" y="962527"/>
                  </a:moveTo>
                  <a:lnTo>
                    <a:pt x="707041" y="962527"/>
                  </a:lnTo>
                  <a:lnTo>
                    <a:pt x="707041" y="963597"/>
                  </a:lnTo>
                  <a:lnTo>
                    <a:pt x="648602" y="963597"/>
                  </a:lnTo>
                  <a:close/>
                  <a:moveTo>
                    <a:pt x="60873" y="963597"/>
                  </a:moveTo>
                  <a:lnTo>
                    <a:pt x="328023" y="963597"/>
                  </a:lnTo>
                  <a:lnTo>
                    <a:pt x="328023" y="964668"/>
                  </a:lnTo>
                  <a:lnTo>
                    <a:pt x="60873" y="964668"/>
                  </a:lnTo>
                  <a:close/>
                  <a:moveTo>
                    <a:pt x="346389" y="963597"/>
                  </a:moveTo>
                  <a:lnTo>
                    <a:pt x="424864" y="963597"/>
                  </a:lnTo>
                  <a:lnTo>
                    <a:pt x="424864" y="964668"/>
                  </a:lnTo>
                  <a:lnTo>
                    <a:pt x="346389" y="964668"/>
                  </a:lnTo>
                  <a:close/>
                  <a:moveTo>
                    <a:pt x="564283" y="963597"/>
                  </a:moveTo>
                  <a:lnTo>
                    <a:pt x="631070" y="963597"/>
                  </a:lnTo>
                  <a:lnTo>
                    <a:pt x="631070" y="964668"/>
                  </a:lnTo>
                  <a:lnTo>
                    <a:pt x="564283" y="964668"/>
                  </a:lnTo>
                  <a:close/>
                  <a:moveTo>
                    <a:pt x="439057" y="963597"/>
                  </a:moveTo>
                  <a:lnTo>
                    <a:pt x="522541" y="963597"/>
                  </a:lnTo>
                  <a:lnTo>
                    <a:pt x="522541" y="964668"/>
                  </a:lnTo>
                  <a:lnTo>
                    <a:pt x="439057" y="964668"/>
                  </a:lnTo>
                  <a:close/>
                  <a:moveTo>
                    <a:pt x="646932" y="963597"/>
                  </a:moveTo>
                  <a:lnTo>
                    <a:pt x="707876" y="963597"/>
                  </a:lnTo>
                  <a:lnTo>
                    <a:pt x="707876" y="964668"/>
                  </a:lnTo>
                  <a:lnTo>
                    <a:pt x="646932" y="964668"/>
                  </a:lnTo>
                  <a:close/>
                  <a:moveTo>
                    <a:pt x="975025" y="963597"/>
                  </a:moveTo>
                  <a:lnTo>
                    <a:pt x="1000000" y="963597"/>
                  </a:lnTo>
                  <a:lnTo>
                    <a:pt x="1000000" y="964668"/>
                  </a:lnTo>
                  <a:lnTo>
                    <a:pt x="975025" y="964668"/>
                  </a:lnTo>
                  <a:close/>
                  <a:moveTo>
                    <a:pt x="0" y="963597"/>
                  </a:moveTo>
                  <a:lnTo>
                    <a:pt x="58369" y="963597"/>
                  </a:lnTo>
                  <a:lnTo>
                    <a:pt x="58369" y="964668"/>
                  </a:lnTo>
                  <a:lnTo>
                    <a:pt x="0" y="964668"/>
                  </a:lnTo>
                  <a:close/>
                  <a:moveTo>
                    <a:pt x="875679" y="963597"/>
                  </a:moveTo>
                  <a:lnTo>
                    <a:pt x="946640" y="963597"/>
                  </a:lnTo>
                  <a:lnTo>
                    <a:pt x="946640" y="964668"/>
                  </a:lnTo>
                  <a:lnTo>
                    <a:pt x="875679" y="964668"/>
                  </a:lnTo>
                  <a:close/>
                  <a:moveTo>
                    <a:pt x="765480" y="963597"/>
                  </a:moveTo>
                  <a:lnTo>
                    <a:pt x="864826" y="963597"/>
                  </a:lnTo>
                  <a:lnTo>
                    <a:pt x="864826" y="964668"/>
                  </a:lnTo>
                  <a:lnTo>
                    <a:pt x="765480" y="964668"/>
                  </a:lnTo>
                  <a:close/>
                  <a:moveTo>
                    <a:pt x="646097" y="964668"/>
                  </a:moveTo>
                  <a:lnTo>
                    <a:pt x="708710" y="964668"/>
                  </a:lnTo>
                  <a:lnTo>
                    <a:pt x="708710" y="965739"/>
                  </a:lnTo>
                  <a:lnTo>
                    <a:pt x="646097" y="965739"/>
                  </a:lnTo>
                  <a:close/>
                  <a:moveTo>
                    <a:pt x="438222" y="964668"/>
                  </a:moveTo>
                  <a:lnTo>
                    <a:pt x="522541" y="964668"/>
                  </a:lnTo>
                  <a:lnTo>
                    <a:pt x="522541" y="965739"/>
                  </a:lnTo>
                  <a:lnTo>
                    <a:pt x="438222" y="965739"/>
                  </a:lnTo>
                  <a:close/>
                  <a:moveTo>
                    <a:pt x="873174" y="964668"/>
                  </a:moveTo>
                  <a:lnTo>
                    <a:pt x="946640" y="964668"/>
                  </a:lnTo>
                  <a:lnTo>
                    <a:pt x="946640" y="965739"/>
                  </a:lnTo>
                  <a:lnTo>
                    <a:pt x="873174" y="965739"/>
                  </a:lnTo>
                  <a:close/>
                  <a:moveTo>
                    <a:pt x="345554" y="964668"/>
                  </a:moveTo>
                  <a:lnTo>
                    <a:pt x="425699" y="964668"/>
                  </a:lnTo>
                  <a:lnTo>
                    <a:pt x="425699" y="965739"/>
                  </a:lnTo>
                  <a:lnTo>
                    <a:pt x="345554" y="965739"/>
                  </a:lnTo>
                  <a:close/>
                  <a:moveTo>
                    <a:pt x="765480" y="964668"/>
                  </a:moveTo>
                  <a:lnTo>
                    <a:pt x="866495" y="964668"/>
                  </a:lnTo>
                  <a:lnTo>
                    <a:pt x="866495" y="965739"/>
                  </a:lnTo>
                  <a:lnTo>
                    <a:pt x="765480" y="965739"/>
                  </a:lnTo>
                  <a:close/>
                  <a:moveTo>
                    <a:pt x="562613" y="964668"/>
                  </a:moveTo>
                  <a:lnTo>
                    <a:pt x="631905" y="964668"/>
                  </a:lnTo>
                  <a:lnTo>
                    <a:pt x="631905" y="965739"/>
                  </a:lnTo>
                  <a:lnTo>
                    <a:pt x="562613" y="965739"/>
                  </a:lnTo>
                  <a:close/>
                  <a:moveTo>
                    <a:pt x="973355" y="964668"/>
                  </a:moveTo>
                  <a:lnTo>
                    <a:pt x="1000000" y="964668"/>
                  </a:lnTo>
                  <a:lnTo>
                    <a:pt x="1000000" y="965739"/>
                  </a:lnTo>
                  <a:lnTo>
                    <a:pt x="973355" y="965739"/>
                  </a:lnTo>
                  <a:close/>
                  <a:moveTo>
                    <a:pt x="437387" y="965739"/>
                  </a:moveTo>
                  <a:lnTo>
                    <a:pt x="522541" y="965739"/>
                  </a:lnTo>
                  <a:lnTo>
                    <a:pt x="522541" y="966809"/>
                  </a:lnTo>
                  <a:lnTo>
                    <a:pt x="437387" y="966809"/>
                  </a:lnTo>
                  <a:close/>
                  <a:moveTo>
                    <a:pt x="344719" y="965739"/>
                  </a:moveTo>
                  <a:lnTo>
                    <a:pt x="426534" y="965739"/>
                  </a:lnTo>
                  <a:lnTo>
                    <a:pt x="426534" y="966809"/>
                  </a:lnTo>
                  <a:lnTo>
                    <a:pt x="344719" y="966809"/>
                  </a:lnTo>
                  <a:close/>
                  <a:moveTo>
                    <a:pt x="646097" y="965739"/>
                  </a:moveTo>
                  <a:lnTo>
                    <a:pt x="709545" y="965739"/>
                  </a:lnTo>
                  <a:lnTo>
                    <a:pt x="709545" y="966809"/>
                  </a:lnTo>
                  <a:lnTo>
                    <a:pt x="646097" y="966809"/>
                  </a:lnTo>
                  <a:close/>
                  <a:moveTo>
                    <a:pt x="0" y="964668"/>
                  </a:moveTo>
                  <a:lnTo>
                    <a:pt x="328858" y="964668"/>
                  </a:lnTo>
                  <a:lnTo>
                    <a:pt x="328858" y="966809"/>
                  </a:lnTo>
                  <a:lnTo>
                    <a:pt x="0" y="966809"/>
                  </a:lnTo>
                  <a:close/>
                  <a:moveTo>
                    <a:pt x="972520" y="965739"/>
                  </a:moveTo>
                  <a:lnTo>
                    <a:pt x="1000000" y="965739"/>
                  </a:lnTo>
                  <a:lnTo>
                    <a:pt x="1000000" y="966809"/>
                  </a:lnTo>
                  <a:lnTo>
                    <a:pt x="972520" y="966809"/>
                  </a:lnTo>
                  <a:close/>
                  <a:moveTo>
                    <a:pt x="765480" y="965739"/>
                  </a:moveTo>
                  <a:lnTo>
                    <a:pt x="947475" y="965739"/>
                  </a:lnTo>
                  <a:lnTo>
                    <a:pt x="947475" y="966809"/>
                  </a:lnTo>
                  <a:lnTo>
                    <a:pt x="765480" y="966809"/>
                  </a:lnTo>
                  <a:close/>
                  <a:moveTo>
                    <a:pt x="562613" y="965739"/>
                  </a:moveTo>
                  <a:lnTo>
                    <a:pt x="632740" y="965739"/>
                  </a:lnTo>
                  <a:lnTo>
                    <a:pt x="632740" y="966809"/>
                  </a:lnTo>
                  <a:lnTo>
                    <a:pt x="562613" y="966809"/>
                  </a:lnTo>
                  <a:close/>
                  <a:moveTo>
                    <a:pt x="970851" y="966809"/>
                  </a:moveTo>
                  <a:lnTo>
                    <a:pt x="1000000" y="966809"/>
                  </a:lnTo>
                  <a:lnTo>
                    <a:pt x="1000000" y="967880"/>
                  </a:lnTo>
                  <a:lnTo>
                    <a:pt x="970851" y="967880"/>
                  </a:lnTo>
                  <a:close/>
                  <a:moveTo>
                    <a:pt x="435717" y="966809"/>
                  </a:moveTo>
                  <a:lnTo>
                    <a:pt x="522541" y="966809"/>
                  </a:lnTo>
                  <a:lnTo>
                    <a:pt x="522541" y="967880"/>
                  </a:lnTo>
                  <a:lnTo>
                    <a:pt x="435717" y="967880"/>
                  </a:lnTo>
                  <a:close/>
                  <a:moveTo>
                    <a:pt x="343885" y="966809"/>
                  </a:moveTo>
                  <a:lnTo>
                    <a:pt x="427369" y="966809"/>
                  </a:lnTo>
                  <a:lnTo>
                    <a:pt x="427369" y="967880"/>
                  </a:lnTo>
                  <a:lnTo>
                    <a:pt x="343885" y="967880"/>
                  </a:lnTo>
                  <a:close/>
                  <a:moveTo>
                    <a:pt x="764645" y="966809"/>
                  </a:moveTo>
                  <a:lnTo>
                    <a:pt x="949980" y="966809"/>
                  </a:lnTo>
                  <a:lnTo>
                    <a:pt x="949980" y="967880"/>
                  </a:lnTo>
                  <a:lnTo>
                    <a:pt x="764645" y="967880"/>
                  </a:lnTo>
                  <a:close/>
                  <a:moveTo>
                    <a:pt x="0" y="966809"/>
                  </a:moveTo>
                  <a:lnTo>
                    <a:pt x="329692" y="966809"/>
                  </a:lnTo>
                  <a:lnTo>
                    <a:pt x="329692" y="967880"/>
                  </a:lnTo>
                  <a:lnTo>
                    <a:pt x="0" y="967880"/>
                  </a:lnTo>
                  <a:close/>
                  <a:moveTo>
                    <a:pt x="561778" y="966809"/>
                  </a:moveTo>
                  <a:lnTo>
                    <a:pt x="633575" y="966809"/>
                  </a:lnTo>
                  <a:lnTo>
                    <a:pt x="633575" y="967880"/>
                  </a:lnTo>
                  <a:lnTo>
                    <a:pt x="561778" y="967880"/>
                  </a:lnTo>
                  <a:close/>
                  <a:moveTo>
                    <a:pt x="645262" y="966809"/>
                  </a:moveTo>
                  <a:lnTo>
                    <a:pt x="710380" y="966809"/>
                  </a:lnTo>
                  <a:lnTo>
                    <a:pt x="710380" y="967880"/>
                  </a:lnTo>
                  <a:lnTo>
                    <a:pt x="645262" y="967880"/>
                  </a:lnTo>
                  <a:close/>
                  <a:moveTo>
                    <a:pt x="0" y="967880"/>
                  </a:moveTo>
                  <a:lnTo>
                    <a:pt x="330527" y="967880"/>
                  </a:lnTo>
                  <a:lnTo>
                    <a:pt x="330527" y="968951"/>
                  </a:lnTo>
                  <a:lnTo>
                    <a:pt x="0" y="968951"/>
                  </a:lnTo>
                  <a:close/>
                  <a:moveTo>
                    <a:pt x="560109" y="967880"/>
                  </a:moveTo>
                  <a:lnTo>
                    <a:pt x="636914" y="967880"/>
                  </a:lnTo>
                  <a:lnTo>
                    <a:pt x="636914" y="968951"/>
                  </a:lnTo>
                  <a:lnTo>
                    <a:pt x="560109" y="968951"/>
                  </a:lnTo>
                  <a:close/>
                  <a:moveTo>
                    <a:pt x="641923" y="967880"/>
                  </a:moveTo>
                  <a:lnTo>
                    <a:pt x="725407" y="967880"/>
                  </a:lnTo>
                  <a:lnTo>
                    <a:pt x="725407" y="968951"/>
                  </a:lnTo>
                  <a:lnTo>
                    <a:pt x="641923" y="968951"/>
                  </a:lnTo>
                  <a:close/>
                  <a:moveTo>
                    <a:pt x="343885" y="967880"/>
                  </a:moveTo>
                  <a:lnTo>
                    <a:pt x="522541" y="967880"/>
                  </a:lnTo>
                  <a:lnTo>
                    <a:pt x="522541" y="968951"/>
                  </a:lnTo>
                  <a:lnTo>
                    <a:pt x="343885" y="968951"/>
                  </a:lnTo>
                  <a:close/>
                  <a:moveTo>
                    <a:pt x="763810" y="967880"/>
                  </a:moveTo>
                  <a:lnTo>
                    <a:pt x="1000000" y="967880"/>
                  </a:lnTo>
                  <a:lnTo>
                    <a:pt x="1000000" y="968951"/>
                  </a:lnTo>
                  <a:lnTo>
                    <a:pt x="763810" y="968951"/>
                  </a:lnTo>
                  <a:close/>
                  <a:moveTo>
                    <a:pt x="0" y="968951"/>
                  </a:moveTo>
                  <a:lnTo>
                    <a:pt x="331362" y="968951"/>
                  </a:lnTo>
                  <a:lnTo>
                    <a:pt x="331362" y="970021"/>
                  </a:lnTo>
                  <a:lnTo>
                    <a:pt x="0" y="970021"/>
                  </a:lnTo>
                  <a:close/>
                  <a:moveTo>
                    <a:pt x="640253" y="968951"/>
                  </a:moveTo>
                  <a:lnTo>
                    <a:pt x="728747" y="968951"/>
                  </a:lnTo>
                  <a:lnTo>
                    <a:pt x="728747" y="970021"/>
                  </a:lnTo>
                  <a:lnTo>
                    <a:pt x="640253" y="970021"/>
                  </a:lnTo>
                  <a:close/>
                  <a:moveTo>
                    <a:pt x="343050" y="968951"/>
                  </a:moveTo>
                  <a:lnTo>
                    <a:pt x="523376" y="968951"/>
                  </a:lnTo>
                  <a:lnTo>
                    <a:pt x="523376" y="970021"/>
                  </a:lnTo>
                  <a:lnTo>
                    <a:pt x="343050" y="970021"/>
                  </a:lnTo>
                  <a:close/>
                  <a:moveTo>
                    <a:pt x="731251" y="968951"/>
                  </a:moveTo>
                  <a:lnTo>
                    <a:pt x="732086" y="968951"/>
                  </a:lnTo>
                  <a:lnTo>
                    <a:pt x="732086" y="970021"/>
                  </a:lnTo>
                  <a:lnTo>
                    <a:pt x="731251" y="970021"/>
                  </a:lnTo>
                  <a:close/>
                  <a:moveTo>
                    <a:pt x="762975" y="968951"/>
                  </a:moveTo>
                  <a:lnTo>
                    <a:pt x="1000000" y="968951"/>
                  </a:lnTo>
                  <a:lnTo>
                    <a:pt x="1000000" y="970021"/>
                  </a:lnTo>
                  <a:lnTo>
                    <a:pt x="762975" y="970021"/>
                  </a:lnTo>
                  <a:close/>
                  <a:moveTo>
                    <a:pt x="559274" y="968951"/>
                  </a:moveTo>
                  <a:lnTo>
                    <a:pt x="639419" y="968951"/>
                  </a:lnTo>
                  <a:lnTo>
                    <a:pt x="639419" y="970021"/>
                  </a:lnTo>
                  <a:lnTo>
                    <a:pt x="559274" y="970021"/>
                  </a:lnTo>
                  <a:close/>
                  <a:moveTo>
                    <a:pt x="762140" y="970021"/>
                  </a:moveTo>
                  <a:lnTo>
                    <a:pt x="1000000" y="970021"/>
                  </a:lnTo>
                  <a:lnTo>
                    <a:pt x="1000000" y="971092"/>
                  </a:lnTo>
                  <a:lnTo>
                    <a:pt x="762140" y="971092"/>
                  </a:lnTo>
                  <a:close/>
                  <a:moveTo>
                    <a:pt x="341380" y="970021"/>
                  </a:moveTo>
                  <a:lnTo>
                    <a:pt x="524210" y="970021"/>
                  </a:lnTo>
                  <a:lnTo>
                    <a:pt x="524210" y="971092"/>
                  </a:lnTo>
                  <a:lnTo>
                    <a:pt x="341380" y="971092"/>
                  </a:lnTo>
                  <a:close/>
                  <a:moveTo>
                    <a:pt x="0" y="970021"/>
                  </a:moveTo>
                  <a:lnTo>
                    <a:pt x="332197" y="970021"/>
                  </a:lnTo>
                  <a:lnTo>
                    <a:pt x="332197" y="971092"/>
                  </a:lnTo>
                  <a:lnTo>
                    <a:pt x="0" y="971092"/>
                  </a:lnTo>
                  <a:close/>
                  <a:moveTo>
                    <a:pt x="558439" y="970021"/>
                  </a:moveTo>
                  <a:lnTo>
                    <a:pt x="735425" y="970021"/>
                  </a:lnTo>
                  <a:lnTo>
                    <a:pt x="735425" y="971092"/>
                  </a:lnTo>
                  <a:lnTo>
                    <a:pt x="558439" y="971092"/>
                  </a:lnTo>
                  <a:close/>
                  <a:moveTo>
                    <a:pt x="554265" y="971092"/>
                  </a:moveTo>
                  <a:lnTo>
                    <a:pt x="1000000" y="971092"/>
                  </a:lnTo>
                  <a:lnTo>
                    <a:pt x="1000000" y="972163"/>
                  </a:lnTo>
                  <a:lnTo>
                    <a:pt x="554265" y="972163"/>
                  </a:lnTo>
                  <a:close/>
                  <a:moveTo>
                    <a:pt x="550925" y="972163"/>
                  </a:moveTo>
                  <a:lnTo>
                    <a:pt x="1000000" y="972163"/>
                  </a:lnTo>
                  <a:lnTo>
                    <a:pt x="1000000" y="973233"/>
                  </a:lnTo>
                  <a:lnTo>
                    <a:pt x="550925" y="973233"/>
                  </a:lnTo>
                  <a:close/>
                  <a:moveTo>
                    <a:pt x="0" y="971092"/>
                  </a:moveTo>
                  <a:lnTo>
                    <a:pt x="525045" y="971092"/>
                  </a:lnTo>
                  <a:lnTo>
                    <a:pt x="525045" y="973233"/>
                  </a:lnTo>
                  <a:lnTo>
                    <a:pt x="0" y="973233"/>
                  </a:lnTo>
                  <a:close/>
                  <a:moveTo>
                    <a:pt x="0" y="973233"/>
                  </a:moveTo>
                  <a:lnTo>
                    <a:pt x="526715" y="973233"/>
                  </a:lnTo>
                  <a:lnTo>
                    <a:pt x="526715" y="974304"/>
                  </a:lnTo>
                  <a:lnTo>
                    <a:pt x="0" y="974304"/>
                  </a:lnTo>
                  <a:close/>
                  <a:moveTo>
                    <a:pt x="548421" y="973233"/>
                  </a:moveTo>
                  <a:lnTo>
                    <a:pt x="1000000" y="973233"/>
                  </a:lnTo>
                  <a:lnTo>
                    <a:pt x="1000000" y="974304"/>
                  </a:lnTo>
                  <a:lnTo>
                    <a:pt x="548421" y="974304"/>
                  </a:lnTo>
                  <a:close/>
                  <a:moveTo>
                    <a:pt x="0" y="974304"/>
                  </a:moveTo>
                  <a:lnTo>
                    <a:pt x="1000000" y="974304"/>
                  </a:lnTo>
                  <a:lnTo>
                    <a:pt x="1000000" y="1000000"/>
                  </a:lnTo>
                  <a:lnTo>
                    <a:pt x="0" y="1000000"/>
                  </a:lnTo>
                  <a:close/>
                </a:path>
              </a:pathLst>
            </a:custGeom>
            <a:solidFill>
              <a:srgbClr val="087FBD"/>
            </a:solidFill>
            <a:ln>
              <a:noFill/>
            </a:ln>
          </p:spPr>
        </p:sp>
        <p:sp>
          <p:nvSpPr>
            <p:cNvPr id="8" name="圆角矩形 54"/>
            <p:cNvSpPr>
              <a:spLocks noGrp="1"/>
            </p:cNvSpPr>
            <p:nvPr/>
          </p:nvSpPr>
          <p:spPr>
            <a:xfrm>
              <a:off x="1610" y="4849"/>
              <a:ext cx="7709" cy="1155"/>
            </a:xfrm>
            <a:prstGeom prst="roundRect">
              <a:avLst>
                <a:gd name="adj" fmla="val 10390"/>
              </a:avLst>
            </a:prstGeom>
            <a:solidFill>
              <a:srgbClr val="082B49"/>
            </a:solidFill>
            <a:ln w="9525">
              <a:solidFill>
                <a:srgbClr val="D0EAF2"/>
              </a:solidFill>
              <a:prstDash val="solid"/>
            </a:ln>
          </p:spPr>
        </p:sp>
        <p:sp>
          <p:nvSpPr>
            <p:cNvPr id="9" name="圆角矩形 61"/>
            <p:cNvSpPr>
              <a:spLocks noGrp="1"/>
            </p:cNvSpPr>
            <p:nvPr/>
          </p:nvSpPr>
          <p:spPr>
            <a:xfrm>
              <a:off x="1610" y="4852"/>
              <a:ext cx="6901" cy="1155"/>
            </a:xfrm>
            <a:prstGeom prst="roundRect">
              <a:avLst>
                <a:gd name="adj" fmla="val 10390"/>
              </a:avLst>
            </a:prstGeom>
            <a:solidFill>
              <a:srgbClr val="082B49"/>
            </a:solidFill>
            <a:ln w="9525">
              <a:solidFill>
                <a:srgbClr val="D0EAF2"/>
              </a:solidFill>
              <a:prstDash val="solid"/>
            </a:ln>
          </p:spPr>
        </p:sp>
        <p:sp>
          <p:nvSpPr>
            <p:cNvPr id="10" name="文本框 62"/>
            <p:cNvSpPr>
              <a:spLocks noGrp="1"/>
            </p:cNvSpPr>
            <p:nvPr/>
          </p:nvSpPr>
          <p:spPr>
            <a:xfrm>
              <a:off x="2233" y="5097"/>
              <a:ext cx="6463" cy="5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l">
                <a:lnSpc>
                  <a:spcPct val="105000"/>
                </a:lnSpc>
                <a:buNone/>
                <a:defRPr sz="1350" b="1">
                  <a:solidFill>
                    <a:srgbClr val="FFFFFF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1350" b="1">
                  <a:solidFill>
                    <a:srgbClr val="FFFFFF"/>
                  </a:solidFill>
                  <a:latin typeface="Noto Sans CJK SC Medium"/>
                  <a:ea typeface="Noto Sans CJK SC Medium"/>
                  <a:cs typeface="Noto Sans CJK SC Medium"/>
                </a:rPr>
                <a:t>兰多湾专注宠物健康生活与福祉</a:t>
              </a:r>
              <a:endParaRPr sz="1350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4"/>
            <a:srcRect t="93" b="93"/>
            <a:stretch>
              <a:fillRect/>
            </a:stretch>
          </p:blipFill>
          <p:spPr>
            <a:xfrm>
              <a:off x="9518" y="2484"/>
              <a:ext cx="2684" cy="3531"/>
            </a:xfrm>
            <a:prstGeom prst="rect">
              <a:avLst/>
            </a:prstGeom>
          </p:spPr>
        </p:pic>
        <p:sp>
          <p:nvSpPr>
            <p:cNvPr id="42" name="Kimate circled colour correction 42"/>
            <p:cNvSpPr/>
            <p:nvPr/>
          </p:nvSpPr>
          <p:spPr>
            <a:xfrm>
              <a:off x="9518" y="2484"/>
              <a:ext cx="2684" cy="3531"/>
            </a:xfrm>
            <a:custGeom>
              <a:avLst/>
              <a:gdLst/>
              <a:ahLst/>
              <a:cxnLst/>
              <a:rect l="0" t="0" r="r" b="b"/>
              <a:pathLst>
                <a:path w="1000000" h="1000000" stroke="0" extrusionOk="0">
                  <a:moveTo>
                    <a:pt x="59299" y="6239"/>
                  </a:moveTo>
                  <a:lnTo>
                    <a:pt x="63342" y="6239"/>
                  </a:lnTo>
                  <a:lnTo>
                    <a:pt x="63342" y="7263"/>
                  </a:lnTo>
                  <a:lnTo>
                    <a:pt x="59299" y="7263"/>
                  </a:lnTo>
                  <a:close/>
                  <a:moveTo>
                    <a:pt x="75472" y="6239"/>
                  </a:moveTo>
                  <a:lnTo>
                    <a:pt x="925876" y="6239"/>
                  </a:lnTo>
                  <a:lnTo>
                    <a:pt x="925876" y="7263"/>
                  </a:lnTo>
                  <a:lnTo>
                    <a:pt x="75472" y="7263"/>
                  </a:lnTo>
                  <a:close/>
                  <a:moveTo>
                    <a:pt x="928571" y="6239"/>
                  </a:moveTo>
                  <a:lnTo>
                    <a:pt x="932615" y="6239"/>
                  </a:lnTo>
                  <a:lnTo>
                    <a:pt x="932615" y="7263"/>
                  </a:lnTo>
                  <a:lnTo>
                    <a:pt x="928571" y="7263"/>
                  </a:lnTo>
                  <a:close/>
                  <a:moveTo>
                    <a:pt x="53908" y="7263"/>
                  </a:moveTo>
                  <a:lnTo>
                    <a:pt x="944744" y="7263"/>
                  </a:lnTo>
                  <a:lnTo>
                    <a:pt x="944744" y="8288"/>
                  </a:lnTo>
                  <a:lnTo>
                    <a:pt x="53908" y="8288"/>
                  </a:lnTo>
                  <a:close/>
                  <a:moveTo>
                    <a:pt x="45822" y="8288"/>
                  </a:moveTo>
                  <a:lnTo>
                    <a:pt x="952830" y="8288"/>
                  </a:lnTo>
                  <a:lnTo>
                    <a:pt x="952830" y="9312"/>
                  </a:lnTo>
                  <a:lnTo>
                    <a:pt x="45822" y="9312"/>
                  </a:lnTo>
                  <a:close/>
                  <a:moveTo>
                    <a:pt x="44474" y="9312"/>
                  </a:moveTo>
                  <a:lnTo>
                    <a:pt x="954178" y="9312"/>
                  </a:lnTo>
                  <a:lnTo>
                    <a:pt x="954178" y="10337"/>
                  </a:lnTo>
                  <a:lnTo>
                    <a:pt x="44474" y="10337"/>
                  </a:lnTo>
                  <a:close/>
                  <a:moveTo>
                    <a:pt x="39084" y="10337"/>
                  </a:moveTo>
                  <a:lnTo>
                    <a:pt x="959569" y="10337"/>
                  </a:lnTo>
                  <a:lnTo>
                    <a:pt x="959569" y="11361"/>
                  </a:lnTo>
                  <a:lnTo>
                    <a:pt x="39084" y="11361"/>
                  </a:lnTo>
                  <a:close/>
                  <a:moveTo>
                    <a:pt x="37736" y="11361"/>
                  </a:moveTo>
                  <a:lnTo>
                    <a:pt x="960916" y="11361"/>
                  </a:lnTo>
                  <a:lnTo>
                    <a:pt x="960916" y="12385"/>
                  </a:lnTo>
                  <a:lnTo>
                    <a:pt x="37736" y="12385"/>
                  </a:lnTo>
                  <a:close/>
                  <a:moveTo>
                    <a:pt x="33693" y="12385"/>
                  </a:moveTo>
                  <a:lnTo>
                    <a:pt x="964960" y="12385"/>
                  </a:lnTo>
                  <a:lnTo>
                    <a:pt x="964960" y="14434"/>
                  </a:lnTo>
                  <a:lnTo>
                    <a:pt x="33693" y="14434"/>
                  </a:lnTo>
                  <a:close/>
                  <a:moveTo>
                    <a:pt x="29650" y="14434"/>
                  </a:moveTo>
                  <a:lnTo>
                    <a:pt x="969003" y="14434"/>
                  </a:lnTo>
                  <a:lnTo>
                    <a:pt x="969003" y="15459"/>
                  </a:lnTo>
                  <a:lnTo>
                    <a:pt x="29650" y="15459"/>
                  </a:lnTo>
                  <a:close/>
                  <a:moveTo>
                    <a:pt x="28302" y="15459"/>
                  </a:moveTo>
                  <a:lnTo>
                    <a:pt x="970350" y="15459"/>
                  </a:lnTo>
                  <a:lnTo>
                    <a:pt x="970350" y="16483"/>
                  </a:lnTo>
                  <a:lnTo>
                    <a:pt x="28302" y="16483"/>
                  </a:lnTo>
                  <a:close/>
                  <a:moveTo>
                    <a:pt x="25606" y="16483"/>
                  </a:moveTo>
                  <a:lnTo>
                    <a:pt x="971698" y="16483"/>
                  </a:lnTo>
                  <a:lnTo>
                    <a:pt x="971698" y="17507"/>
                  </a:lnTo>
                  <a:lnTo>
                    <a:pt x="25606" y="17507"/>
                  </a:lnTo>
                  <a:close/>
                  <a:moveTo>
                    <a:pt x="25606" y="17507"/>
                  </a:moveTo>
                  <a:lnTo>
                    <a:pt x="973046" y="17507"/>
                  </a:lnTo>
                  <a:lnTo>
                    <a:pt x="973046" y="18532"/>
                  </a:lnTo>
                  <a:lnTo>
                    <a:pt x="25606" y="18532"/>
                  </a:lnTo>
                  <a:close/>
                  <a:moveTo>
                    <a:pt x="22911" y="18532"/>
                  </a:moveTo>
                  <a:lnTo>
                    <a:pt x="975741" y="18532"/>
                  </a:lnTo>
                  <a:lnTo>
                    <a:pt x="975741" y="20581"/>
                  </a:lnTo>
                  <a:lnTo>
                    <a:pt x="22911" y="20581"/>
                  </a:lnTo>
                  <a:close/>
                  <a:moveTo>
                    <a:pt x="20216" y="20581"/>
                  </a:moveTo>
                  <a:lnTo>
                    <a:pt x="978437" y="20581"/>
                  </a:lnTo>
                  <a:lnTo>
                    <a:pt x="978437" y="22629"/>
                  </a:lnTo>
                  <a:lnTo>
                    <a:pt x="20216" y="22629"/>
                  </a:lnTo>
                  <a:close/>
                  <a:moveTo>
                    <a:pt x="17520" y="22629"/>
                  </a:moveTo>
                  <a:lnTo>
                    <a:pt x="981132" y="22629"/>
                  </a:lnTo>
                  <a:lnTo>
                    <a:pt x="981132" y="24678"/>
                  </a:lnTo>
                  <a:lnTo>
                    <a:pt x="17520" y="24678"/>
                  </a:lnTo>
                  <a:close/>
                  <a:moveTo>
                    <a:pt x="16173" y="24678"/>
                  </a:moveTo>
                  <a:lnTo>
                    <a:pt x="982480" y="24678"/>
                  </a:lnTo>
                  <a:lnTo>
                    <a:pt x="982480" y="25703"/>
                  </a:lnTo>
                  <a:lnTo>
                    <a:pt x="16173" y="25703"/>
                  </a:lnTo>
                  <a:close/>
                  <a:moveTo>
                    <a:pt x="14825" y="25703"/>
                  </a:moveTo>
                  <a:lnTo>
                    <a:pt x="983827" y="25703"/>
                  </a:lnTo>
                  <a:lnTo>
                    <a:pt x="983827" y="26727"/>
                  </a:lnTo>
                  <a:lnTo>
                    <a:pt x="14825" y="26727"/>
                  </a:lnTo>
                  <a:close/>
                  <a:moveTo>
                    <a:pt x="13477" y="26727"/>
                  </a:moveTo>
                  <a:lnTo>
                    <a:pt x="983827" y="26727"/>
                  </a:lnTo>
                  <a:lnTo>
                    <a:pt x="983827" y="27751"/>
                  </a:lnTo>
                  <a:lnTo>
                    <a:pt x="13477" y="27751"/>
                  </a:lnTo>
                  <a:close/>
                  <a:moveTo>
                    <a:pt x="12129" y="27751"/>
                  </a:moveTo>
                  <a:lnTo>
                    <a:pt x="986523" y="27751"/>
                  </a:lnTo>
                  <a:lnTo>
                    <a:pt x="986523" y="29800"/>
                  </a:lnTo>
                  <a:lnTo>
                    <a:pt x="12129" y="29800"/>
                  </a:lnTo>
                  <a:close/>
                  <a:moveTo>
                    <a:pt x="10782" y="29800"/>
                  </a:moveTo>
                  <a:lnTo>
                    <a:pt x="986523" y="29800"/>
                  </a:lnTo>
                  <a:lnTo>
                    <a:pt x="986523" y="30825"/>
                  </a:lnTo>
                  <a:lnTo>
                    <a:pt x="10782" y="30825"/>
                  </a:lnTo>
                  <a:close/>
                  <a:moveTo>
                    <a:pt x="9434" y="30825"/>
                  </a:moveTo>
                  <a:lnTo>
                    <a:pt x="987871" y="30825"/>
                  </a:lnTo>
                  <a:lnTo>
                    <a:pt x="987871" y="31849"/>
                  </a:lnTo>
                  <a:lnTo>
                    <a:pt x="9434" y="31849"/>
                  </a:lnTo>
                  <a:close/>
                  <a:moveTo>
                    <a:pt x="9434" y="31849"/>
                  </a:moveTo>
                  <a:lnTo>
                    <a:pt x="989218" y="31849"/>
                  </a:lnTo>
                  <a:lnTo>
                    <a:pt x="989218" y="33898"/>
                  </a:lnTo>
                  <a:lnTo>
                    <a:pt x="9434" y="33898"/>
                  </a:lnTo>
                  <a:close/>
                  <a:moveTo>
                    <a:pt x="8086" y="33898"/>
                  </a:moveTo>
                  <a:lnTo>
                    <a:pt x="990566" y="33898"/>
                  </a:lnTo>
                  <a:lnTo>
                    <a:pt x="990566" y="34922"/>
                  </a:lnTo>
                  <a:lnTo>
                    <a:pt x="8086" y="34922"/>
                  </a:lnTo>
                  <a:close/>
                  <a:moveTo>
                    <a:pt x="6739" y="34922"/>
                  </a:moveTo>
                  <a:lnTo>
                    <a:pt x="990566" y="34922"/>
                  </a:lnTo>
                  <a:lnTo>
                    <a:pt x="990566" y="35947"/>
                  </a:lnTo>
                  <a:lnTo>
                    <a:pt x="6739" y="35947"/>
                  </a:lnTo>
                  <a:close/>
                  <a:moveTo>
                    <a:pt x="6739" y="35947"/>
                  </a:moveTo>
                  <a:lnTo>
                    <a:pt x="991914" y="35947"/>
                  </a:lnTo>
                  <a:lnTo>
                    <a:pt x="991914" y="39020"/>
                  </a:lnTo>
                  <a:lnTo>
                    <a:pt x="6739" y="39020"/>
                  </a:lnTo>
                  <a:close/>
                  <a:moveTo>
                    <a:pt x="5391" y="39020"/>
                  </a:moveTo>
                  <a:lnTo>
                    <a:pt x="993261" y="39020"/>
                  </a:lnTo>
                  <a:lnTo>
                    <a:pt x="993261" y="41069"/>
                  </a:lnTo>
                  <a:lnTo>
                    <a:pt x="5391" y="41069"/>
                  </a:lnTo>
                  <a:close/>
                  <a:moveTo>
                    <a:pt x="5391" y="41069"/>
                  </a:moveTo>
                  <a:lnTo>
                    <a:pt x="994609" y="41069"/>
                  </a:lnTo>
                  <a:lnTo>
                    <a:pt x="994609" y="42093"/>
                  </a:lnTo>
                  <a:lnTo>
                    <a:pt x="5391" y="42093"/>
                  </a:lnTo>
                  <a:close/>
                  <a:moveTo>
                    <a:pt x="4043" y="42093"/>
                  </a:moveTo>
                  <a:lnTo>
                    <a:pt x="994609" y="42093"/>
                  </a:lnTo>
                  <a:lnTo>
                    <a:pt x="994609" y="45166"/>
                  </a:lnTo>
                  <a:lnTo>
                    <a:pt x="4043" y="45166"/>
                  </a:lnTo>
                  <a:close/>
                  <a:moveTo>
                    <a:pt x="2695" y="45166"/>
                  </a:moveTo>
                  <a:lnTo>
                    <a:pt x="63342" y="45166"/>
                  </a:lnTo>
                  <a:lnTo>
                    <a:pt x="63342" y="46191"/>
                  </a:lnTo>
                  <a:lnTo>
                    <a:pt x="2695" y="46191"/>
                  </a:lnTo>
                  <a:close/>
                  <a:moveTo>
                    <a:pt x="936658" y="45166"/>
                  </a:moveTo>
                  <a:lnTo>
                    <a:pt x="994609" y="45166"/>
                  </a:lnTo>
                  <a:lnTo>
                    <a:pt x="994609" y="46191"/>
                  </a:lnTo>
                  <a:lnTo>
                    <a:pt x="936658" y="46191"/>
                  </a:lnTo>
                  <a:close/>
                  <a:moveTo>
                    <a:pt x="2695" y="46191"/>
                  </a:moveTo>
                  <a:lnTo>
                    <a:pt x="59299" y="46191"/>
                  </a:lnTo>
                  <a:lnTo>
                    <a:pt x="59299" y="47215"/>
                  </a:lnTo>
                  <a:lnTo>
                    <a:pt x="2695" y="47215"/>
                  </a:lnTo>
                  <a:close/>
                  <a:moveTo>
                    <a:pt x="939353" y="46191"/>
                  </a:moveTo>
                  <a:lnTo>
                    <a:pt x="995957" y="46191"/>
                  </a:lnTo>
                  <a:lnTo>
                    <a:pt x="995957" y="47215"/>
                  </a:lnTo>
                  <a:lnTo>
                    <a:pt x="939353" y="47215"/>
                  </a:lnTo>
                  <a:close/>
                  <a:moveTo>
                    <a:pt x="944744" y="47215"/>
                  </a:moveTo>
                  <a:lnTo>
                    <a:pt x="995957" y="47215"/>
                  </a:lnTo>
                  <a:lnTo>
                    <a:pt x="995957" y="48239"/>
                  </a:lnTo>
                  <a:lnTo>
                    <a:pt x="944744" y="48239"/>
                  </a:lnTo>
                  <a:close/>
                  <a:moveTo>
                    <a:pt x="2695" y="47215"/>
                  </a:moveTo>
                  <a:lnTo>
                    <a:pt x="53908" y="47215"/>
                  </a:lnTo>
                  <a:lnTo>
                    <a:pt x="53908" y="48239"/>
                  </a:lnTo>
                  <a:lnTo>
                    <a:pt x="2695" y="48239"/>
                  </a:lnTo>
                  <a:close/>
                  <a:moveTo>
                    <a:pt x="2695" y="48239"/>
                  </a:moveTo>
                  <a:lnTo>
                    <a:pt x="52561" y="48239"/>
                  </a:lnTo>
                  <a:lnTo>
                    <a:pt x="52561" y="49264"/>
                  </a:lnTo>
                  <a:lnTo>
                    <a:pt x="2695" y="49264"/>
                  </a:lnTo>
                  <a:close/>
                  <a:moveTo>
                    <a:pt x="946092" y="48239"/>
                  </a:moveTo>
                  <a:lnTo>
                    <a:pt x="995957" y="48239"/>
                  </a:lnTo>
                  <a:lnTo>
                    <a:pt x="995957" y="49264"/>
                  </a:lnTo>
                  <a:lnTo>
                    <a:pt x="946092" y="49264"/>
                  </a:lnTo>
                  <a:close/>
                  <a:moveTo>
                    <a:pt x="2695" y="49264"/>
                  </a:moveTo>
                  <a:lnTo>
                    <a:pt x="49865" y="49264"/>
                  </a:lnTo>
                  <a:lnTo>
                    <a:pt x="49865" y="50288"/>
                  </a:lnTo>
                  <a:lnTo>
                    <a:pt x="2695" y="50288"/>
                  </a:lnTo>
                  <a:close/>
                  <a:moveTo>
                    <a:pt x="948787" y="49264"/>
                  </a:moveTo>
                  <a:lnTo>
                    <a:pt x="995957" y="49264"/>
                  </a:lnTo>
                  <a:lnTo>
                    <a:pt x="995957" y="50288"/>
                  </a:lnTo>
                  <a:lnTo>
                    <a:pt x="948787" y="50288"/>
                  </a:lnTo>
                  <a:close/>
                  <a:moveTo>
                    <a:pt x="2695" y="50288"/>
                  </a:moveTo>
                  <a:lnTo>
                    <a:pt x="48518" y="50288"/>
                  </a:lnTo>
                  <a:lnTo>
                    <a:pt x="48518" y="51313"/>
                  </a:lnTo>
                  <a:lnTo>
                    <a:pt x="2695" y="51313"/>
                  </a:lnTo>
                  <a:close/>
                  <a:moveTo>
                    <a:pt x="950135" y="50288"/>
                  </a:moveTo>
                  <a:lnTo>
                    <a:pt x="995957" y="50288"/>
                  </a:lnTo>
                  <a:lnTo>
                    <a:pt x="995957" y="51313"/>
                  </a:lnTo>
                  <a:lnTo>
                    <a:pt x="950135" y="51313"/>
                  </a:lnTo>
                  <a:close/>
                  <a:moveTo>
                    <a:pt x="951482" y="51313"/>
                  </a:moveTo>
                  <a:lnTo>
                    <a:pt x="995957" y="51313"/>
                  </a:lnTo>
                  <a:lnTo>
                    <a:pt x="995957" y="52337"/>
                  </a:lnTo>
                  <a:lnTo>
                    <a:pt x="951482" y="52337"/>
                  </a:lnTo>
                  <a:close/>
                  <a:moveTo>
                    <a:pt x="2695" y="51313"/>
                  </a:moveTo>
                  <a:lnTo>
                    <a:pt x="47170" y="51313"/>
                  </a:lnTo>
                  <a:lnTo>
                    <a:pt x="47170" y="52337"/>
                  </a:lnTo>
                  <a:lnTo>
                    <a:pt x="2695" y="52337"/>
                  </a:lnTo>
                  <a:close/>
                  <a:moveTo>
                    <a:pt x="2695" y="52337"/>
                  </a:moveTo>
                  <a:lnTo>
                    <a:pt x="45822" y="52337"/>
                  </a:lnTo>
                  <a:lnTo>
                    <a:pt x="45822" y="53361"/>
                  </a:lnTo>
                  <a:lnTo>
                    <a:pt x="2695" y="53361"/>
                  </a:lnTo>
                  <a:close/>
                  <a:moveTo>
                    <a:pt x="952830" y="52337"/>
                  </a:moveTo>
                  <a:lnTo>
                    <a:pt x="995957" y="52337"/>
                  </a:lnTo>
                  <a:lnTo>
                    <a:pt x="995957" y="53361"/>
                  </a:lnTo>
                  <a:lnTo>
                    <a:pt x="952830" y="53361"/>
                  </a:lnTo>
                  <a:close/>
                  <a:moveTo>
                    <a:pt x="2695" y="53361"/>
                  </a:moveTo>
                  <a:lnTo>
                    <a:pt x="44474" y="53361"/>
                  </a:lnTo>
                  <a:lnTo>
                    <a:pt x="44474" y="54386"/>
                  </a:lnTo>
                  <a:lnTo>
                    <a:pt x="2695" y="54386"/>
                  </a:lnTo>
                  <a:close/>
                  <a:moveTo>
                    <a:pt x="954178" y="53361"/>
                  </a:moveTo>
                  <a:lnTo>
                    <a:pt x="995957" y="53361"/>
                  </a:lnTo>
                  <a:lnTo>
                    <a:pt x="995957" y="55410"/>
                  </a:lnTo>
                  <a:lnTo>
                    <a:pt x="954178" y="55410"/>
                  </a:lnTo>
                  <a:close/>
                  <a:moveTo>
                    <a:pt x="2695" y="54386"/>
                  </a:moveTo>
                  <a:lnTo>
                    <a:pt x="43127" y="54386"/>
                  </a:lnTo>
                  <a:lnTo>
                    <a:pt x="43127" y="56435"/>
                  </a:lnTo>
                  <a:lnTo>
                    <a:pt x="2695" y="56435"/>
                  </a:lnTo>
                  <a:close/>
                  <a:moveTo>
                    <a:pt x="955526" y="55410"/>
                  </a:moveTo>
                  <a:lnTo>
                    <a:pt x="995957" y="55410"/>
                  </a:lnTo>
                  <a:lnTo>
                    <a:pt x="995957" y="56435"/>
                  </a:lnTo>
                  <a:lnTo>
                    <a:pt x="955526" y="56435"/>
                  </a:lnTo>
                  <a:close/>
                  <a:moveTo>
                    <a:pt x="2695" y="56435"/>
                  </a:moveTo>
                  <a:lnTo>
                    <a:pt x="41779" y="56435"/>
                  </a:lnTo>
                  <a:lnTo>
                    <a:pt x="41779" y="58483"/>
                  </a:lnTo>
                  <a:lnTo>
                    <a:pt x="2695" y="58483"/>
                  </a:lnTo>
                  <a:close/>
                  <a:moveTo>
                    <a:pt x="956873" y="56435"/>
                  </a:moveTo>
                  <a:lnTo>
                    <a:pt x="995957" y="56435"/>
                  </a:lnTo>
                  <a:lnTo>
                    <a:pt x="995957" y="59508"/>
                  </a:lnTo>
                  <a:lnTo>
                    <a:pt x="956873" y="59508"/>
                  </a:lnTo>
                  <a:close/>
                  <a:moveTo>
                    <a:pt x="958221" y="59508"/>
                  </a:moveTo>
                  <a:lnTo>
                    <a:pt x="995957" y="59508"/>
                  </a:lnTo>
                  <a:lnTo>
                    <a:pt x="995957" y="63605"/>
                  </a:lnTo>
                  <a:lnTo>
                    <a:pt x="958221" y="63605"/>
                  </a:lnTo>
                  <a:close/>
                  <a:moveTo>
                    <a:pt x="959569" y="63605"/>
                  </a:moveTo>
                  <a:lnTo>
                    <a:pt x="995957" y="63605"/>
                  </a:lnTo>
                  <a:lnTo>
                    <a:pt x="995957" y="726392"/>
                  </a:lnTo>
                  <a:lnTo>
                    <a:pt x="959569" y="726392"/>
                  </a:lnTo>
                  <a:close/>
                  <a:moveTo>
                    <a:pt x="958221" y="726392"/>
                  </a:moveTo>
                  <a:lnTo>
                    <a:pt x="995957" y="726392"/>
                  </a:lnTo>
                  <a:lnTo>
                    <a:pt x="995957" y="731514"/>
                  </a:lnTo>
                  <a:lnTo>
                    <a:pt x="958221" y="731514"/>
                  </a:lnTo>
                  <a:close/>
                  <a:moveTo>
                    <a:pt x="2695" y="58483"/>
                  </a:moveTo>
                  <a:lnTo>
                    <a:pt x="40431" y="58483"/>
                  </a:lnTo>
                  <a:lnTo>
                    <a:pt x="40431" y="731514"/>
                  </a:lnTo>
                  <a:lnTo>
                    <a:pt x="2695" y="731514"/>
                  </a:lnTo>
                  <a:close/>
                  <a:moveTo>
                    <a:pt x="2695" y="731514"/>
                  </a:moveTo>
                  <a:lnTo>
                    <a:pt x="41779" y="731514"/>
                  </a:lnTo>
                  <a:lnTo>
                    <a:pt x="41779" y="733563"/>
                  </a:lnTo>
                  <a:lnTo>
                    <a:pt x="2695" y="733563"/>
                  </a:lnTo>
                  <a:close/>
                  <a:moveTo>
                    <a:pt x="956873" y="731514"/>
                  </a:moveTo>
                  <a:lnTo>
                    <a:pt x="995957" y="731514"/>
                  </a:lnTo>
                  <a:lnTo>
                    <a:pt x="995957" y="733563"/>
                  </a:lnTo>
                  <a:lnTo>
                    <a:pt x="956873" y="733563"/>
                  </a:lnTo>
                  <a:close/>
                  <a:moveTo>
                    <a:pt x="2695" y="733563"/>
                  </a:moveTo>
                  <a:lnTo>
                    <a:pt x="43127" y="733563"/>
                  </a:lnTo>
                  <a:lnTo>
                    <a:pt x="43127" y="735612"/>
                  </a:lnTo>
                  <a:lnTo>
                    <a:pt x="2695" y="735612"/>
                  </a:lnTo>
                  <a:close/>
                  <a:moveTo>
                    <a:pt x="955526" y="733563"/>
                  </a:moveTo>
                  <a:lnTo>
                    <a:pt x="995957" y="733563"/>
                  </a:lnTo>
                  <a:lnTo>
                    <a:pt x="995957" y="735612"/>
                  </a:lnTo>
                  <a:lnTo>
                    <a:pt x="955526" y="735612"/>
                  </a:lnTo>
                  <a:close/>
                  <a:moveTo>
                    <a:pt x="2695" y="735612"/>
                  </a:moveTo>
                  <a:lnTo>
                    <a:pt x="44474" y="735612"/>
                  </a:lnTo>
                  <a:lnTo>
                    <a:pt x="44474" y="737661"/>
                  </a:lnTo>
                  <a:lnTo>
                    <a:pt x="2695" y="737661"/>
                  </a:lnTo>
                  <a:close/>
                  <a:moveTo>
                    <a:pt x="954178" y="735612"/>
                  </a:moveTo>
                  <a:lnTo>
                    <a:pt x="995957" y="735612"/>
                  </a:lnTo>
                  <a:lnTo>
                    <a:pt x="995957" y="737661"/>
                  </a:lnTo>
                  <a:lnTo>
                    <a:pt x="954178" y="737661"/>
                  </a:lnTo>
                  <a:close/>
                  <a:moveTo>
                    <a:pt x="2695" y="737661"/>
                  </a:moveTo>
                  <a:lnTo>
                    <a:pt x="45822" y="737661"/>
                  </a:lnTo>
                  <a:lnTo>
                    <a:pt x="45822" y="738685"/>
                  </a:lnTo>
                  <a:lnTo>
                    <a:pt x="2695" y="738685"/>
                  </a:lnTo>
                  <a:close/>
                  <a:moveTo>
                    <a:pt x="952830" y="737661"/>
                  </a:moveTo>
                  <a:lnTo>
                    <a:pt x="995957" y="737661"/>
                  </a:lnTo>
                  <a:lnTo>
                    <a:pt x="995957" y="738685"/>
                  </a:lnTo>
                  <a:lnTo>
                    <a:pt x="952830" y="738685"/>
                  </a:lnTo>
                  <a:close/>
                  <a:moveTo>
                    <a:pt x="951482" y="738685"/>
                  </a:moveTo>
                  <a:lnTo>
                    <a:pt x="995957" y="738685"/>
                  </a:lnTo>
                  <a:lnTo>
                    <a:pt x="995957" y="739710"/>
                  </a:lnTo>
                  <a:lnTo>
                    <a:pt x="951482" y="739710"/>
                  </a:lnTo>
                  <a:close/>
                  <a:moveTo>
                    <a:pt x="2695" y="738685"/>
                  </a:moveTo>
                  <a:lnTo>
                    <a:pt x="47170" y="738685"/>
                  </a:lnTo>
                  <a:lnTo>
                    <a:pt x="47170" y="739710"/>
                  </a:lnTo>
                  <a:lnTo>
                    <a:pt x="2695" y="739710"/>
                  </a:lnTo>
                  <a:close/>
                  <a:moveTo>
                    <a:pt x="948787" y="739710"/>
                  </a:moveTo>
                  <a:lnTo>
                    <a:pt x="995957" y="739710"/>
                  </a:lnTo>
                  <a:lnTo>
                    <a:pt x="995957" y="740734"/>
                  </a:lnTo>
                  <a:lnTo>
                    <a:pt x="948787" y="740734"/>
                  </a:lnTo>
                  <a:close/>
                  <a:moveTo>
                    <a:pt x="947439" y="740734"/>
                  </a:moveTo>
                  <a:lnTo>
                    <a:pt x="995957" y="740734"/>
                  </a:lnTo>
                  <a:lnTo>
                    <a:pt x="995957" y="741758"/>
                  </a:lnTo>
                  <a:lnTo>
                    <a:pt x="947439" y="741758"/>
                  </a:lnTo>
                  <a:close/>
                  <a:moveTo>
                    <a:pt x="2695" y="739710"/>
                  </a:moveTo>
                  <a:lnTo>
                    <a:pt x="49865" y="739710"/>
                  </a:lnTo>
                  <a:lnTo>
                    <a:pt x="49865" y="741758"/>
                  </a:lnTo>
                  <a:lnTo>
                    <a:pt x="2695" y="741758"/>
                  </a:lnTo>
                  <a:close/>
                  <a:moveTo>
                    <a:pt x="944744" y="741758"/>
                  </a:moveTo>
                  <a:lnTo>
                    <a:pt x="995957" y="741758"/>
                  </a:lnTo>
                  <a:lnTo>
                    <a:pt x="995957" y="742783"/>
                  </a:lnTo>
                  <a:lnTo>
                    <a:pt x="944744" y="742783"/>
                  </a:lnTo>
                  <a:close/>
                  <a:moveTo>
                    <a:pt x="2695" y="741758"/>
                  </a:moveTo>
                  <a:lnTo>
                    <a:pt x="53908" y="741758"/>
                  </a:lnTo>
                  <a:lnTo>
                    <a:pt x="53908" y="742783"/>
                  </a:lnTo>
                  <a:lnTo>
                    <a:pt x="2695" y="742783"/>
                  </a:lnTo>
                  <a:close/>
                  <a:moveTo>
                    <a:pt x="2695" y="742783"/>
                  </a:moveTo>
                  <a:lnTo>
                    <a:pt x="55256" y="742783"/>
                  </a:lnTo>
                  <a:lnTo>
                    <a:pt x="55256" y="743807"/>
                  </a:lnTo>
                  <a:lnTo>
                    <a:pt x="2695" y="743807"/>
                  </a:lnTo>
                  <a:close/>
                  <a:moveTo>
                    <a:pt x="943396" y="742783"/>
                  </a:moveTo>
                  <a:lnTo>
                    <a:pt x="995957" y="742783"/>
                  </a:lnTo>
                  <a:lnTo>
                    <a:pt x="995957" y="743807"/>
                  </a:lnTo>
                  <a:lnTo>
                    <a:pt x="943396" y="743807"/>
                  </a:lnTo>
                  <a:close/>
                  <a:moveTo>
                    <a:pt x="936658" y="743807"/>
                  </a:moveTo>
                  <a:lnTo>
                    <a:pt x="995957" y="743807"/>
                  </a:lnTo>
                  <a:lnTo>
                    <a:pt x="995957" y="744832"/>
                  </a:lnTo>
                  <a:lnTo>
                    <a:pt x="936658" y="744832"/>
                  </a:lnTo>
                  <a:close/>
                  <a:moveTo>
                    <a:pt x="2695" y="743807"/>
                  </a:moveTo>
                  <a:lnTo>
                    <a:pt x="63342" y="743807"/>
                  </a:lnTo>
                  <a:lnTo>
                    <a:pt x="63342" y="744832"/>
                  </a:lnTo>
                  <a:lnTo>
                    <a:pt x="2695" y="744832"/>
                  </a:lnTo>
                  <a:close/>
                  <a:moveTo>
                    <a:pt x="2695" y="744832"/>
                  </a:moveTo>
                  <a:lnTo>
                    <a:pt x="995957" y="744832"/>
                  </a:lnTo>
                  <a:lnTo>
                    <a:pt x="995957" y="837028"/>
                  </a:lnTo>
                  <a:lnTo>
                    <a:pt x="2695" y="837028"/>
                  </a:lnTo>
                  <a:close/>
                  <a:moveTo>
                    <a:pt x="357143" y="837028"/>
                  </a:moveTo>
                  <a:lnTo>
                    <a:pt x="386792" y="837028"/>
                  </a:lnTo>
                  <a:lnTo>
                    <a:pt x="386792" y="838052"/>
                  </a:lnTo>
                  <a:lnTo>
                    <a:pt x="357143" y="838052"/>
                  </a:lnTo>
                  <a:close/>
                  <a:moveTo>
                    <a:pt x="357143" y="838052"/>
                  </a:moveTo>
                  <a:lnTo>
                    <a:pt x="385445" y="838052"/>
                  </a:lnTo>
                  <a:lnTo>
                    <a:pt x="385445" y="839076"/>
                  </a:lnTo>
                  <a:lnTo>
                    <a:pt x="357143" y="839076"/>
                  </a:lnTo>
                  <a:close/>
                  <a:moveTo>
                    <a:pt x="397574" y="837028"/>
                  </a:moveTo>
                  <a:lnTo>
                    <a:pt x="995957" y="837028"/>
                  </a:lnTo>
                  <a:lnTo>
                    <a:pt x="995957" y="839076"/>
                  </a:lnTo>
                  <a:lnTo>
                    <a:pt x="397574" y="839076"/>
                  </a:lnTo>
                  <a:close/>
                  <a:moveTo>
                    <a:pt x="357143" y="839076"/>
                  </a:moveTo>
                  <a:lnTo>
                    <a:pt x="386792" y="839076"/>
                  </a:lnTo>
                  <a:lnTo>
                    <a:pt x="386792" y="840101"/>
                  </a:lnTo>
                  <a:lnTo>
                    <a:pt x="357143" y="840101"/>
                  </a:lnTo>
                  <a:close/>
                  <a:moveTo>
                    <a:pt x="397574" y="839076"/>
                  </a:moveTo>
                  <a:lnTo>
                    <a:pt x="491914" y="839076"/>
                  </a:lnTo>
                  <a:lnTo>
                    <a:pt x="491914" y="841125"/>
                  </a:lnTo>
                  <a:lnTo>
                    <a:pt x="397574" y="841125"/>
                  </a:lnTo>
                  <a:close/>
                  <a:moveTo>
                    <a:pt x="506739" y="839076"/>
                  </a:moveTo>
                  <a:lnTo>
                    <a:pt x="995957" y="839076"/>
                  </a:lnTo>
                  <a:lnTo>
                    <a:pt x="995957" y="841125"/>
                  </a:lnTo>
                  <a:lnTo>
                    <a:pt x="506739" y="841125"/>
                  </a:lnTo>
                  <a:close/>
                  <a:moveTo>
                    <a:pt x="398922" y="841125"/>
                  </a:moveTo>
                  <a:lnTo>
                    <a:pt x="491914" y="841125"/>
                  </a:lnTo>
                  <a:lnTo>
                    <a:pt x="491914" y="842150"/>
                  </a:lnTo>
                  <a:lnTo>
                    <a:pt x="398922" y="842150"/>
                  </a:lnTo>
                  <a:close/>
                  <a:moveTo>
                    <a:pt x="2695" y="837028"/>
                  </a:moveTo>
                  <a:lnTo>
                    <a:pt x="345013" y="837028"/>
                  </a:lnTo>
                  <a:lnTo>
                    <a:pt x="345013" y="842150"/>
                  </a:lnTo>
                  <a:lnTo>
                    <a:pt x="2695" y="842150"/>
                  </a:lnTo>
                  <a:close/>
                  <a:moveTo>
                    <a:pt x="357143" y="840101"/>
                  </a:moveTo>
                  <a:lnTo>
                    <a:pt x="385445" y="840101"/>
                  </a:lnTo>
                  <a:lnTo>
                    <a:pt x="385445" y="842150"/>
                  </a:lnTo>
                  <a:lnTo>
                    <a:pt x="357143" y="842150"/>
                  </a:lnTo>
                  <a:close/>
                  <a:moveTo>
                    <a:pt x="2695" y="842150"/>
                  </a:moveTo>
                  <a:lnTo>
                    <a:pt x="343666" y="842150"/>
                  </a:lnTo>
                  <a:lnTo>
                    <a:pt x="343666" y="843174"/>
                  </a:lnTo>
                  <a:lnTo>
                    <a:pt x="2695" y="843174"/>
                  </a:lnTo>
                  <a:close/>
                  <a:moveTo>
                    <a:pt x="400270" y="842150"/>
                  </a:moveTo>
                  <a:lnTo>
                    <a:pt x="491914" y="842150"/>
                  </a:lnTo>
                  <a:lnTo>
                    <a:pt x="491914" y="843174"/>
                  </a:lnTo>
                  <a:lnTo>
                    <a:pt x="400270" y="843174"/>
                  </a:lnTo>
                  <a:close/>
                  <a:moveTo>
                    <a:pt x="506739" y="841125"/>
                  </a:moveTo>
                  <a:lnTo>
                    <a:pt x="607817" y="841125"/>
                  </a:lnTo>
                  <a:lnTo>
                    <a:pt x="607817" y="843174"/>
                  </a:lnTo>
                  <a:lnTo>
                    <a:pt x="506739" y="843174"/>
                  </a:lnTo>
                  <a:close/>
                  <a:moveTo>
                    <a:pt x="359838" y="842150"/>
                  </a:moveTo>
                  <a:lnTo>
                    <a:pt x="384097" y="842150"/>
                  </a:lnTo>
                  <a:lnTo>
                    <a:pt x="384097" y="843174"/>
                  </a:lnTo>
                  <a:lnTo>
                    <a:pt x="359838" y="843174"/>
                  </a:lnTo>
                  <a:close/>
                  <a:moveTo>
                    <a:pt x="676550" y="841125"/>
                  </a:moveTo>
                  <a:lnTo>
                    <a:pt x="995957" y="841125"/>
                  </a:lnTo>
                  <a:lnTo>
                    <a:pt x="995957" y="844198"/>
                  </a:lnTo>
                  <a:lnTo>
                    <a:pt x="676550" y="844198"/>
                  </a:lnTo>
                  <a:close/>
                  <a:moveTo>
                    <a:pt x="675202" y="844198"/>
                  </a:moveTo>
                  <a:lnTo>
                    <a:pt x="995957" y="844198"/>
                  </a:lnTo>
                  <a:lnTo>
                    <a:pt x="995957" y="845223"/>
                  </a:lnTo>
                  <a:lnTo>
                    <a:pt x="675202" y="845223"/>
                  </a:lnTo>
                  <a:close/>
                  <a:moveTo>
                    <a:pt x="676550" y="845223"/>
                  </a:moveTo>
                  <a:lnTo>
                    <a:pt x="995957" y="845223"/>
                  </a:lnTo>
                  <a:lnTo>
                    <a:pt x="995957" y="847272"/>
                  </a:lnTo>
                  <a:lnTo>
                    <a:pt x="676550" y="847272"/>
                  </a:lnTo>
                  <a:close/>
                  <a:moveTo>
                    <a:pt x="675202" y="847272"/>
                  </a:moveTo>
                  <a:lnTo>
                    <a:pt x="995957" y="847272"/>
                  </a:lnTo>
                  <a:lnTo>
                    <a:pt x="995957" y="848296"/>
                  </a:lnTo>
                  <a:lnTo>
                    <a:pt x="675202" y="848296"/>
                  </a:lnTo>
                  <a:close/>
                  <a:moveTo>
                    <a:pt x="2695" y="843174"/>
                  </a:moveTo>
                  <a:lnTo>
                    <a:pt x="318059" y="843174"/>
                  </a:lnTo>
                  <a:lnTo>
                    <a:pt x="318059" y="849320"/>
                  </a:lnTo>
                  <a:lnTo>
                    <a:pt x="2695" y="849320"/>
                  </a:lnTo>
                  <a:close/>
                  <a:moveTo>
                    <a:pt x="424528" y="843174"/>
                  </a:moveTo>
                  <a:lnTo>
                    <a:pt x="491914" y="843174"/>
                  </a:lnTo>
                  <a:lnTo>
                    <a:pt x="491914" y="849320"/>
                  </a:lnTo>
                  <a:lnTo>
                    <a:pt x="424528" y="849320"/>
                  </a:lnTo>
                  <a:close/>
                  <a:moveTo>
                    <a:pt x="618598" y="849320"/>
                  </a:moveTo>
                  <a:lnTo>
                    <a:pt x="664420" y="849320"/>
                  </a:lnTo>
                  <a:lnTo>
                    <a:pt x="664420" y="850345"/>
                  </a:lnTo>
                  <a:lnTo>
                    <a:pt x="618598" y="850345"/>
                  </a:lnTo>
                  <a:close/>
                  <a:moveTo>
                    <a:pt x="2695" y="849320"/>
                  </a:moveTo>
                  <a:lnTo>
                    <a:pt x="319407" y="849320"/>
                  </a:lnTo>
                  <a:lnTo>
                    <a:pt x="319407" y="850345"/>
                  </a:lnTo>
                  <a:lnTo>
                    <a:pt x="2695" y="850345"/>
                  </a:lnTo>
                  <a:close/>
                  <a:moveTo>
                    <a:pt x="423181" y="849320"/>
                  </a:moveTo>
                  <a:lnTo>
                    <a:pt x="491914" y="849320"/>
                  </a:lnTo>
                  <a:lnTo>
                    <a:pt x="491914" y="850345"/>
                  </a:lnTo>
                  <a:lnTo>
                    <a:pt x="423181" y="850345"/>
                  </a:lnTo>
                  <a:close/>
                  <a:moveTo>
                    <a:pt x="506739" y="843174"/>
                  </a:moveTo>
                  <a:lnTo>
                    <a:pt x="567385" y="843174"/>
                  </a:lnTo>
                  <a:lnTo>
                    <a:pt x="567385" y="851369"/>
                  </a:lnTo>
                  <a:lnTo>
                    <a:pt x="506739" y="851369"/>
                  </a:lnTo>
                  <a:close/>
                  <a:moveTo>
                    <a:pt x="603774" y="843174"/>
                  </a:moveTo>
                  <a:lnTo>
                    <a:pt x="607817" y="843174"/>
                  </a:lnTo>
                  <a:lnTo>
                    <a:pt x="607817" y="851369"/>
                  </a:lnTo>
                  <a:lnTo>
                    <a:pt x="603774" y="851369"/>
                  </a:lnTo>
                  <a:close/>
                  <a:moveTo>
                    <a:pt x="357143" y="850345"/>
                  </a:moveTo>
                  <a:lnTo>
                    <a:pt x="385445" y="850345"/>
                  </a:lnTo>
                  <a:lnTo>
                    <a:pt x="385445" y="851369"/>
                  </a:lnTo>
                  <a:lnTo>
                    <a:pt x="357143" y="851369"/>
                  </a:lnTo>
                  <a:close/>
                  <a:moveTo>
                    <a:pt x="601078" y="851369"/>
                  </a:moveTo>
                  <a:lnTo>
                    <a:pt x="607817" y="851369"/>
                  </a:lnTo>
                  <a:lnTo>
                    <a:pt x="607817" y="852394"/>
                  </a:lnTo>
                  <a:lnTo>
                    <a:pt x="601078" y="852394"/>
                  </a:lnTo>
                  <a:close/>
                  <a:moveTo>
                    <a:pt x="357143" y="851369"/>
                  </a:moveTo>
                  <a:lnTo>
                    <a:pt x="386792" y="851369"/>
                  </a:lnTo>
                  <a:lnTo>
                    <a:pt x="386792" y="852394"/>
                  </a:lnTo>
                  <a:lnTo>
                    <a:pt x="357143" y="852394"/>
                  </a:lnTo>
                  <a:close/>
                  <a:moveTo>
                    <a:pt x="676550" y="848296"/>
                  </a:moveTo>
                  <a:lnTo>
                    <a:pt x="995957" y="848296"/>
                  </a:lnTo>
                  <a:lnTo>
                    <a:pt x="995957" y="852394"/>
                  </a:lnTo>
                  <a:lnTo>
                    <a:pt x="676550" y="852394"/>
                  </a:lnTo>
                  <a:close/>
                  <a:moveTo>
                    <a:pt x="597035" y="851369"/>
                  </a:moveTo>
                  <a:lnTo>
                    <a:pt x="599730" y="851369"/>
                  </a:lnTo>
                  <a:lnTo>
                    <a:pt x="599730" y="852394"/>
                  </a:lnTo>
                  <a:lnTo>
                    <a:pt x="597035" y="852394"/>
                  </a:lnTo>
                  <a:close/>
                  <a:moveTo>
                    <a:pt x="506739" y="851369"/>
                  </a:moveTo>
                  <a:lnTo>
                    <a:pt x="568733" y="851369"/>
                  </a:lnTo>
                  <a:lnTo>
                    <a:pt x="568733" y="852394"/>
                  </a:lnTo>
                  <a:lnTo>
                    <a:pt x="506739" y="852394"/>
                  </a:lnTo>
                  <a:close/>
                  <a:moveTo>
                    <a:pt x="570081" y="851369"/>
                  </a:moveTo>
                  <a:lnTo>
                    <a:pt x="578167" y="851369"/>
                  </a:lnTo>
                  <a:lnTo>
                    <a:pt x="578167" y="852394"/>
                  </a:lnTo>
                  <a:lnTo>
                    <a:pt x="570081" y="852394"/>
                  </a:lnTo>
                  <a:close/>
                  <a:moveTo>
                    <a:pt x="592992" y="851369"/>
                  </a:moveTo>
                  <a:lnTo>
                    <a:pt x="595687" y="851369"/>
                  </a:lnTo>
                  <a:lnTo>
                    <a:pt x="595687" y="852394"/>
                  </a:lnTo>
                  <a:lnTo>
                    <a:pt x="592992" y="852394"/>
                  </a:lnTo>
                  <a:close/>
                  <a:moveTo>
                    <a:pt x="357143" y="852394"/>
                  </a:moveTo>
                  <a:lnTo>
                    <a:pt x="393531" y="852394"/>
                  </a:lnTo>
                  <a:lnTo>
                    <a:pt x="393531" y="853418"/>
                  </a:lnTo>
                  <a:lnTo>
                    <a:pt x="357143" y="853418"/>
                  </a:lnTo>
                  <a:close/>
                  <a:moveTo>
                    <a:pt x="397574" y="850345"/>
                  </a:moveTo>
                  <a:lnTo>
                    <a:pt x="491914" y="850345"/>
                  </a:lnTo>
                  <a:lnTo>
                    <a:pt x="491914" y="853418"/>
                  </a:lnTo>
                  <a:lnTo>
                    <a:pt x="397574" y="853418"/>
                  </a:lnTo>
                  <a:close/>
                  <a:moveTo>
                    <a:pt x="506739" y="852394"/>
                  </a:moveTo>
                  <a:lnTo>
                    <a:pt x="579515" y="852394"/>
                  </a:lnTo>
                  <a:lnTo>
                    <a:pt x="579515" y="853418"/>
                  </a:lnTo>
                  <a:lnTo>
                    <a:pt x="506739" y="853418"/>
                  </a:lnTo>
                  <a:close/>
                  <a:moveTo>
                    <a:pt x="398922" y="853418"/>
                  </a:moveTo>
                  <a:lnTo>
                    <a:pt x="491914" y="853418"/>
                  </a:lnTo>
                  <a:lnTo>
                    <a:pt x="491914" y="854442"/>
                  </a:lnTo>
                  <a:lnTo>
                    <a:pt x="398922" y="854442"/>
                  </a:lnTo>
                  <a:close/>
                  <a:moveTo>
                    <a:pt x="2695" y="850345"/>
                  </a:moveTo>
                  <a:lnTo>
                    <a:pt x="345013" y="850345"/>
                  </a:lnTo>
                  <a:lnTo>
                    <a:pt x="345013" y="854442"/>
                  </a:lnTo>
                  <a:lnTo>
                    <a:pt x="2695" y="854442"/>
                  </a:lnTo>
                  <a:close/>
                  <a:moveTo>
                    <a:pt x="617251" y="850345"/>
                  </a:moveTo>
                  <a:lnTo>
                    <a:pt x="665768" y="850345"/>
                  </a:lnTo>
                  <a:lnTo>
                    <a:pt x="665768" y="854442"/>
                  </a:lnTo>
                  <a:lnTo>
                    <a:pt x="617251" y="854442"/>
                  </a:lnTo>
                  <a:close/>
                  <a:moveTo>
                    <a:pt x="675202" y="852394"/>
                  </a:moveTo>
                  <a:lnTo>
                    <a:pt x="995957" y="852394"/>
                  </a:lnTo>
                  <a:lnTo>
                    <a:pt x="995957" y="854442"/>
                  </a:lnTo>
                  <a:lnTo>
                    <a:pt x="675202" y="854442"/>
                  </a:lnTo>
                  <a:close/>
                  <a:moveTo>
                    <a:pt x="355795" y="853418"/>
                  </a:moveTo>
                  <a:lnTo>
                    <a:pt x="393531" y="853418"/>
                  </a:lnTo>
                  <a:lnTo>
                    <a:pt x="393531" y="854442"/>
                  </a:lnTo>
                  <a:lnTo>
                    <a:pt x="355795" y="854442"/>
                  </a:lnTo>
                  <a:close/>
                  <a:moveTo>
                    <a:pt x="2695" y="854442"/>
                  </a:moveTo>
                  <a:lnTo>
                    <a:pt x="385445" y="854442"/>
                  </a:lnTo>
                  <a:lnTo>
                    <a:pt x="385445" y="855467"/>
                  </a:lnTo>
                  <a:lnTo>
                    <a:pt x="2695" y="855467"/>
                  </a:lnTo>
                  <a:close/>
                  <a:moveTo>
                    <a:pt x="628032" y="854442"/>
                  </a:moveTo>
                  <a:lnTo>
                    <a:pt x="652291" y="854442"/>
                  </a:lnTo>
                  <a:lnTo>
                    <a:pt x="652291" y="855467"/>
                  </a:lnTo>
                  <a:lnTo>
                    <a:pt x="628032" y="855467"/>
                  </a:lnTo>
                  <a:close/>
                  <a:moveTo>
                    <a:pt x="617251" y="854442"/>
                  </a:moveTo>
                  <a:lnTo>
                    <a:pt x="626685" y="854442"/>
                  </a:lnTo>
                  <a:lnTo>
                    <a:pt x="626685" y="855467"/>
                  </a:lnTo>
                  <a:lnTo>
                    <a:pt x="617251" y="855467"/>
                  </a:lnTo>
                  <a:close/>
                  <a:moveTo>
                    <a:pt x="654987" y="854442"/>
                  </a:moveTo>
                  <a:lnTo>
                    <a:pt x="665768" y="854442"/>
                  </a:lnTo>
                  <a:lnTo>
                    <a:pt x="665768" y="855467"/>
                  </a:lnTo>
                  <a:lnTo>
                    <a:pt x="654987" y="855467"/>
                  </a:lnTo>
                  <a:close/>
                  <a:moveTo>
                    <a:pt x="617251" y="855467"/>
                  </a:moveTo>
                  <a:lnTo>
                    <a:pt x="625337" y="855467"/>
                  </a:lnTo>
                  <a:lnTo>
                    <a:pt x="625337" y="856491"/>
                  </a:lnTo>
                  <a:lnTo>
                    <a:pt x="617251" y="856491"/>
                  </a:lnTo>
                  <a:close/>
                  <a:moveTo>
                    <a:pt x="629380" y="855467"/>
                  </a:moveTo>
                  <a:lnTo>
                    <a:pt x="649596" y="855467"/>
                  </a:lnTo>
                  <a:lnTo>
                    <a:pt x="649596" y="856491"/>
                  </a:lnTo>
                  <a:lnTo>
                    <a:pt x="629380" y="856491"/>
                  </a:lnTo>
                  <a:close/>
                  <a:moveTo>
                    <a:pt x="656334" y="855467"/>
                  </a:moveTo>
                  <a:lnTo>
                    <a:pt x="665768" y="855467"/>
                  </a:lnTo>
                  <a:lnTo>
                    <a:pt x="665768" y="856491"/>
                  </a:lnTo>
                  <a:lnTo>
                    <a:pt x="656334" y="856491"/>
                  </a:lnTo>
                  <a:close/>
                  <a:moveTo>
                    <a:pt x="411051" y="854442"/>
                  </a:moveTo>
                  <a:lnTo>
                    <a:pt x="491914" y="854442"/>
                  </a:lnTo>
                  <a:lnTo>
                    <a:pt x="491914" y="856491"/>
                  </a:lnTo>
                  <a:lnTo>
                    <a:pt x="411051" y="856491"/>
                  </a:lnTo>
                  <a:close/>
                  <a:moveTo>
                    <a:pt x="2695" y="855467"/>
                  </a:moveTo>
                  <a:lnTo>
                    <a:pt x="370620" y="855467"/>
                  </a:lnTo>
                  <a:lnTo>
                    <a:pt x="370620" y="856491"/>
                  </a:lnTo>
                  <a:lnTo>
                    <a:pt x="2695" y="856491"/>
                  </a:lnTo>
                  <a:close/>
                  <a:moveTo>
                    <a:pt x="636119" y="856491"/>
                  </a:moveTo>
                  <a:lnTo>
                    <a:pt x="646900" y="856491"/>
                  </a:lnTo>
                  <a:lnTo>
                    <a:pt x="646900" y="857516"/>
                  </a:lnTo>
                  <a:lnTo>
                    <a:pt x="636119" y="857516"/>
                  </a:lnTo>
                  <a:close/>
                  <a:moveTo>
                    <a:pt x="412399" y="856491"/>
                  </a:moveTo>
                  <a:lnTo>
                    <a:pt x="491914" y="856491"/>
                  </a:lnTo>
                  <a:lnTo>
                    <a:pt x="491914" y="857516"/>
                  </a:lnTo>
                  <a:lnTo>
                    <a:pt x="412399" y="857516"/>
                  </a:lnTo>
                  <a:close/>
                  <a:moveTo>
                    <a:pt x="676550" y="854442"/>
                  </a:moveTo>
                  <a:lnTo>
                    <a:pt x="995957" y="854442"/>
                  </a:lnTo>
                  <a:lnTo>
                    <a:pt x="995957" y="857516"/>
                  </a:lnTo>
                  <a:lnTo>
                    <a:pt x="676550" y="857516"/>
                  </a:lnTo>
                  <a:close/>
                  <a:moveTo>
                    <a:pt x="659030" y="856491"/>
                  </a:moveTo>
                  <a:lnTo>
                    <a:pt x="665768" y="856491"/>
                  </a:lnTo>
                  <a:lnTo>
                    <a:pt x="665768" y="857516"/>
                  </a:lnTo>
                  <a:lnTo>
                    <a:pt x="659030" y="857516"/>
                  </a:lnTo>
                  <a:close/>
                  <a:moveTo>
                    <a:pt x="2695" y="856491"/>
                  </a:moveTo>
                  <a:lnTo>
                    <a:pt x="327493" y="856491"/>
                  </a:lnTo>
                  <a:lnTo>
                    <a:pt x="327493" y="857516"/>
                  </a:lnTo>
                  <a:lnTo>
                    <a:pt x="2695" y="857516"/>
                  </a:lnTo>
                  <a:close/>
                  <a:moveTo>
                    <a:pt x="591644" y="852394"/>
                  </a:moveTo>
                  <a:lnTo>
                    <a:pt x="607817" y="852394"/>
                  </a:lnTo>
                  <a:lnTo>
                    <a:pt x="607817" y="857516"/>
                  </a:lnTo>
                  <a:lnTo>
                    <a:pt x="591644" y="857516"/>
                  </a:lnTo>
                  <a:close/>
                  <a:moveTo>
                    <a:pt x="506739" y="853418"/>
                  </a:moveTo>
                  <a:lnTo>
                    <a:pt x="580863" y="853418"/>
                  </a:lnTo>
                  <a:lnTo>
                    <a:pt x="580863" y="858540"/>
                  </a:lnTo>
                  <a:lnTo>
                    <a:pt x="506739" y="858540"/>
                  </a:lnTo>
                  <a:close/>
                  <a:moveTo>
                    <a:pt x="2695" y="857516"/>
                  </a:moveTo>
                  <a:lnTo>
                    <a:pt x="326146" y="857516"/>
                  </a:lnTo>
                  <a:lnTo>
                    <a:pt x="326146" y="858540"/>
                  </a:lnTo>
                  <a:lnTo>
                    <a:pt x="2695" y="858540"/>
                  </a:lnTo>
                  <a:close/>
                  <a:moveTo>
                    <a:pt x="591644" y="857516"/>
                  </a:moveTo>
                  <a:lnTo>
                    <a:pt x="609164" y="857516"/>
                  </a:lnTo>
                  <a:lnTo>
                    <a:pt x="609164" y="858540"/>
                  </a:lnTo>
                  <a:lnTo>
                    <a:pt x="591644" y="858540"/>
                  </a:lnTo>
                  <a:close/>
                  <a:moveTo>
                    <a:pt x="413747" y="857516"/>
                  </a:moveTo>
                  <a:lnTo>
                    <a:pt x="491914" y="857516"/>
                  </a:lnTo>
                  <a:lnTo>
                    <a:pt x="491914" y="858540"/>
                  </a:lnTo>
                  <a:lnTo>
                    <a:pt x="413747" y="858540"/>
                  </a:lnTo>
                  <a:close/>
                  <a:moveTo>
                    <a:pt x="636119" y="857516"/>
                  </a:moveTo>
                  <a:lnTo>
                    <a:pt x="645553" y="857516"/>
                  </a:lnTo>
                  <a:lnTo>
                    <a:pt x="645553" y="858540"/>
                  </a:lnTo>
                  <a:lnTo>
                    <a:pt x="636119" y="858540"/>
                  </a:lnTo>
                  <a:close/>
                  <a:moveTo>
                    <a:pt x="659030" y="857516"/>
                  </a:moveTo>
                  <a:lnTo>
                    <a:pt x="995957" y="857516"/>
                  </a:lnTo>
                  <a:lnTo>
                    <a:pt x="995957" y="858540"/>
                  </a:lnTo>
                  <a:lnTo>
                    <a:pt x="659030" y="858540"/>
                  </a:lnTo>
                  <a:close/>
                  <a:moveTo>
                    <a:pt x="617251" y="856491"/>
                  </a:moveTo>
                  <a:lnTo>
                    <a:pt x="623989" y="856491"/>
                  </a:lnTo>
                  <a:lnTo>
                    <a:pt x="623989" y="858540"/>
                  </a:lnTo>
                  <a:lnTo>
                    <a:pt x="617251" y="858540"/>
                  </a:lnTo>
                  <a:close/>
                  <a:moveTo>
                    <a:pt x="661725" y="858540"/>
                  </a:moveTo>
                  <a:lnTo>
                    <a:pt x="995957" y="858540"/>
                  </a:lnTo>
                  <a:lnTo>
                    <a:pt x="995957" y="859564"/>
                  </a:lnTo>
                  <a:lnTo>
                    <a:pt x="661725" y="859564"/>
                  </a:lnTo>
                  <a:close/>
                  <a:moveTo>
                    <a:pt x="506739" y="858540"/>
                  </a:moveTo>
                  <a:lnTo>
                    <a:pt x="532345" y="858540"/>
                  </a:lnTo>
                  <a:lnTo>
                    <a:pt x="532345" y="859564"/>
                  </a:lnTo>
                  <a:lnTo>
                    <a:pt x="506739" y="859564"/>
                  </a:lnTo>
                  <a:close/>
                  <a:moveTo>
                    <a:pt x="591644" y="858540"/>
                  </a:moveTo>
                  <a:lnTo>
                    <a:pt x="622642" y="858540"/>
                  </a:lnTo>
                  <a:lnTo>
                    <a:pt x="622642" y="859564"/>
                  </a:lnTo>
                  <a:lnTo>
                    <a:pt x="591644" y="859564"/>
                  </a:lnTo>
                  <a:close/>
                  <a:moveTo>
                    <a:pt x="636119" y="858540"/>
                  </a:moveTo>
                  <a:lnTo>
                    <a:pt x="644205" y="858540"/>
                  </a:lnTo>
                  <a:lnTo>
                    <a:pt x="644205" y="859564"/>
                  </a:lnTo>
                  <a:lnTo>
                    <a:pt x="636119" y="859564"/>
                  </a:lnTo>
                  <a:close/>
                  <a:moveTo>
                    <a:pt x="415094" y="858540"/>
                  </a:moveTo>
                  <a:lnTo>
                    <a:pt x="491914" y="858540"/>
                  </a:lnTo>
                  <a:lnTo>
                    <a:pt x="491914" y="859564"/>
                  </a:lnTo>
                  <a:lnTo>
                    <a:pt x="415094" y="859564"/>
                  </a:lnTo>
                  <a:close/>
                  <a:moveTo>
                    <a:pt x="636119" y="859564"/>
                  </a:moveTo>
                  <a:lnTo>
                    <a:pt x="646900" y="859564"/>
                  </a:lnTo>
                  <a:lnTo>
                    <a:pt x="646900" y="860589"/>
                  </a:lnTo>
                  <a:lnTo>
                    <a:pt x="636119" y="860589"/>
                  </a:lnTo>
                  <a:close/>
                  <a:moveTo>
                    <a:pt x="506739" y="859564"/>
                  </a:moveTo>
                  <a:lnTo>
                    <a:pt x="529650" y="859564"/>
                  </a:lnTo>
                  <a:lnTo>
                    <a:pt x="529650" y="860589"/>
                  </a:lnTo>
                  <a:lnTo>
                    <a:pt x="506739" y="860589"/>
                  </a:lnTo>
                  <a:close/>
                  <a:moveTo>
                    <a:pt x="663073" y="859564"/>
                  </a:moveTo>
                  <a:lnTo>
                    <a:pt x="995957" y="859564"/>
                  </a:lnTo>
                  <a:lnTo>
                    <a:pt x="995957" y="860589"/>
                  </a:lnTo>
                  <a:lnTo>
                    <a:pt x="663073" y="860589"/>
                  </a:lnTo>
                  <a:close/>
                  <a:moveTo>
                    <a:pt x="389488" y="859564"/>
                  </a:moveTo>
                  <a:lnTo>
                    <a:pt x="390836" y="859564"/>
                  </a:lnTo>
                  <a:lnTo>
                    <a:pt x="390836" y="860589"/>
                  </a:lnTo>
                  <a:lnTo>
                    <a:pt x="389488" y="860589"/>
                  </a:lnTo>
                  <a:close/>
                  <a:moveTo>
                    <a:pt x="397574" y="859564"/>
                  </a:moveTo>
                  <a:lnTo>
                    <a:pt x="491914" y="859564"/>
                  </a:lnTo>
                  <a:lnTo>
                    <a:pt x="491914" y="860589"/>
                  </a:lnTo>
                  <a:lnTo>
                    <a:pt x="397574" y="860589"/>
                  </a:lnTo>
                  <a:close/>
                  <a:moveTo>
                    <a:pt x="392183" y="859564"/>
                  </a:moveTo>
                  <a:lnTo>
                    <a:pt x="396226" y="859564"/>
                  </a:lnTo>
                  <a:lnTo>
                    <a:pt x="396226" y="860589"/>
                  </a:lnTo>
                  <a:lnTo>
                    <a:pt x="392183" y="860589"/>
                  </a:lnTo>
                  <a:close/>
                  <a:moveTo>
                    <a:pt x="664420" y="860589"/>
                  </a:moveTo>
                  <a:lnTo>
                    <a:pt x="995957" y="860589"/>
                  </a:lnTo>
                  <a:lnTo>
                    <a:pt x="995957" y="861613"/>
                  </a:lnTo>
                  <a:lnTo>
                    <a:pt x="664420" y="861613"/>
                  </a:lnTo>
                  <a:close/>
                  <a:moveTo>
                    <a:pt x="380054" y="860589"/>
                  </a:moveTo>
                  <a:lnTo>
                    <a:pt x="459569" y="860589"/>
                  </a:lnTo>
                  <a:lnTo>
                    <a:pt x="459569" y="861613"/>
                  </a:lnTo>
                  <a:lnTo>
                    <a:pt x="380054" y="861613"/>
                  </a:lnTo>
                  <a:close/>
                  <a:moveTo>
                    <a:pt x="634771" y="860589"/>
                  </a:moveTo>
                  <a:lnTo>
                    <a:pt x="648248" y="860589"/>
                  </a:lnTo>
                  <a:lnTo>
                    <a:pt x="648248" y="861613"/>
                  </a:lnTo>
                  <a:lnTo>
                    <a:pt x="634771" y="861613"/>
                  </a:lnTo>
                  <a:close/>
                  <a:moveTo>
                    <a:pt x="471698" y="860589"/>
                  </a:moveTo>
                  <a:lnTo>
                    <a:pt x="491914" y="860589"/>
                  </a:lnTo>
                  <a:lnTo>
                    <a:pt x="491914" y="861613"/>
                  </a:lnTo>
                  <a:lnTo>
                    <a:pt x="471698" y="861613"/>
                  </a:lnTo>
                  <a:close/>
                  <a:moveTo>
                    <a:pt x="506739" y="860589"/>
                  </a:moveTo>
                  <a:lnTo>
                    <a:pt x="525606" y="860589"/>
                  </a:lnTo>
                  <a:lnTo>
                    <a:pt x="525606" y="861613"/>
                  </a:lnTo>
                  <a:lnTo>
                    <a:pt x="506739" y="861613"/>
                  </a:lnTo>
                  <a:close/>
                  <a:moveTo>
                    <a:pt x="591644" y="859564"/>
                  </a:moveTo>
                  <a:lnTo>
                    <a:pt x="621294" y="859564"/>
                  </a:lnTo>
                  <a:lnTo>
                    <a:pt x="621294" y="861613"/>
                  </a:lnTo>
                  <a:lnTo>
                    <a:pt x="591644" y="861613"/>
                  </a:lnTo>
                  <a:close/>
                  <a:moveTo>
                    <a:pt x="2695" y="858540"/>
                  </a:moveTo>
                  <a:lnTo>
                    <a:pt x="327493" y="858540"/>
                  </a:lnTo>
                  <a:lnTo>
                    <a:pt x="327493" y="861613"/>
                  </a:lnTo>
                  <a:lnTo>
                    <a:pt x="2695" y="861613"/>
                  </a:lnTo>
                  <a:close/>
                  <a:moveTo>
                    <a:pt x="535040" y="858540"/>
                  </a:moveTo>
                  <a:lnTo>
                    <a:pt x="580863" y="858540"/>
                  </a:lnTo>
                  <a:lnTo>
                    <a:pt x="580863" y="861613"/>
                  </a:lnTo>
                  <a:lnTo>
                    <a:pt x="535040" y="861613"/>
                  </a:lnTo>
                  <a:close/>
                  <a:moveTo>
                    <a:pt x="591644" y="861613"/>
                  </a:moveTo>
                  <a:lnTo>
                    <a:pt x="619946" y="861613"/>
                  </a:lnTo>
                  <a:lnTo>
                    <a:pt x="619946" y="862638"/>
                  </a:lnTo>
                  <a:lnTo>
                    <a:pt x="591644" y="862638"/>
                  </a:lnTo>
                  <a:close/>
                  <a:moveTo>
                    <a:pt x="506739" y="861613"/>
                  </a:moveTo>
                  <a:lnTo>
                    <a:pt x="524259" y="861613"/>
                  </a:lnTo>
                  <a:lnTo>
                    <a:pt x="524259" y="862638"/>
                  </a:lnTo>
                  <a:lnTo>
                    <a:pt x="506739" y="862638"/>
                  </a:lnTo>
                  <a:close/>
                  <a:moveTo>
                    <a:pt x="665768" y="861613"/>
                  </a:moveTo>
                  <a:lnTo>
                    <a:pt x="995957" y="861613"/>
                  </a:lnTo>
                  <a:lnTo>
                    <a:pt x="995957" y="862638"/>
                  </a:lnTo>
                  <a:lnTo>
                    <a:pt x="665768" y="862638"/>
                  </a:lnTo>
                  <a:close/>
                  <a:moveTo>
                    <a:pt x="536388" y="861613"/>
                  </a:moveTo>
                  <a:lnTo>
                    <a:pt x="580863" y="861613"/>
                  </a:lnTo>
                  <a:lnTo>
                    <a:pt x="580863" y="862638"/>
                  </a:lnTo>
                  <a:lnTo>
                    <a:pt x="536388" y="862638"/>
                  </a:lnTo>
                  <a:close/>
                  <a:moveTo>
                    <a:pt x="633423" y="861613"/>
                  </a:moveTo>
                  <a:lnTo>
                    <a:pt x="649596" y="861613"/>
                  </a:lnTo>
                  <a:lnTo>
                    <a:pt x="649596" y="862638"/>
                  </a:lnTo>
                  <a:lnTo>
                    <a:pt x="633423" y="862638"/>
                  </a:lnTo>
                  <a:close/>
                  <a:moveTo>
                    <a:pt x="378706" y="861613"/>
                  </a:moveTo>
                  <a:lnTo>
                    <a:pt x="458221" y="861613"/>
                  </a:lnTo>
                  <a:lnTo>
                    <a:pt x="458221" y="862638"/>
                  </a:lnTo>
                  <a:lnTo>
                    <a:pt x="378706" y="862638"/>
                  </a:lnTo>
                  <a:close/>
                  <a:moveTo>
                    <a:pt x="633423" y="862638"/>
                  </a:moveTo>
                  <a:lnTo>
                    <a:pt x="650943" y="862638"/>
                  </a:lnTo>
                  <a:lnTo>
                    <a:pt x="650943" y="863662"/>
                  </a:lnTo>
                  <a:lnTo>
                    <a:pt x="633423" y="863662"/>
                  </a:lnTo>
                  <a:close/>
                  <a:moveTo>
                    <a:pt x="667116" y="862638"/>
                  </a:moveTo>
                  <a:lnTo>
                    <a:pt x="995957" y="862638"/>
                  </a:lnTo>
                  <a:lnTo>
                    <a:pt x="995957" y="863662"/>
                  </a:lnTo>
                  <a:lnTo>
                    <a:pt x="667116" y="863662"/>
                  </a:lnTo>
                  <a:close/>
                  <a:moveTo>
                    <a:pt x="591644" y="862638"/>
                  </a:moveTo>
                  <a:lnTo>
                    <a:pt x="618598" y="862638"/>
                  </a:lnTo>
                  <a:lnTo>
                    <a:pt x="618598" y="863662"/>
                  </a:lnTo>
                  <a:lnTo>
                    <a:pt x="591644" y="863662"/>
                  </a:lnTo>
                  <a:close/>
                  <a:moveTo>
                    <a:pt x="668464" y="863662"/>
                  </a:moveTo>
                  <a:lnTo>
                    <a:pt x="995957" y="863662"/>
                  </a:lnTo>
                  <a:lnTo>
                    <a:pt x="995957" y="864686"/>
                  </a:lnTo>
                  <a:lnTo>
                    <a:pt x="668464" y="864686"/>
                  </a:lnTo>
                  <a:close/>
                  <a:moveTo>
                    <a:pt x="537736" y="862638"/>
                  </a:moveTo>
                  <a:lnTo>
                    <a:pt x="580863" y="862638"/>
                  </a:lnTo>
                  <a:lnTo>
                    <a:pt x="580863" y="864686"/>
                  </a:lnTo>
                  <a:lnTo>
                    <a:pt x="537736" y="864686"/>
                  </a:lnTo>
                  <a:close/>
                  <a:moveTo>
                    <a:pt x="377358" y="862638"/>
                  </a:moveTo>
                  <a:lnTo>
                    <a:pt x="458221" y="862638"/>
                  </a:lnTo>
                  <a:lnTo>
                    <a:pt x="458221" y="864686"/>
                  </a:lnTo>
                  <a:lnTo>
                    <a:pt x="377358" y="864686"/>
                  </a:lnTo>
                  <a:close/>
                  <a:moveTo>
                    <a:pt x="632075" y="863662"/>
                  </a:moveTo>
                  <a:lnTo>
                    <a:pt x="652291" y="863662"/>
                  </a:lnTo>
                  <a:lnTo>
                    <a:pt x="652291" y="864686"/>
                  </a:lnTo>
                  <a:lnTo>
                    <a:pt x="632075" y="864686"/>
                  </a:lnTo>
                  <a:close/>
                  <a:moveTo>
                    <a:pt x="591644" y="863662"/>
                  </a:moveTo>
                  <a:lnTo>
                    <a:pt x="617251" y="863662"/>
                  </a:lnTo>
                  <a:lnTo>
                    <a:pt x="617251" y="864686"/>
                  </a:lnTo>
                  <a:lnTo>
                    <a:pt x="591644" y="864686"/>
                  </a:lnTo>
                  <a:close/>
                  <a:moveTo>
                    <a:pt x="669811" y="864686"/>
                  </a:moveTo>
                  <a:lnTo>
                    <a:pt x="995957" y="864686"/>
                  </a:lnTo>
                  <a:lnTo>
                    <a:pt x="995957" y="865711"/>
                  </a:lnTo>
                  <a:lnTo>
                    <a:pt x="669811" y="865711"/>
                  </a:lnTo>
                  <a:close/>
                  <a:moveTo>
                    <a:pt x="630728" y="864686"/>
                  </a:moveTo>
                  <a:lnTo>
                    <a:pt x="653639" y="864686"/>
                  </a:lnTo>
                  <a:lnTo>
                    <a:pt x="653639" y="865711"/>
                  </a:lnTo>
                  <a:lnTo>
                    <a:pt x="630728" y="865711"/>
                  </a:lnTo>
                  <a:close/>
                  <a:moveTo>
                    <a:pt x="2695" y="861613"/>
                  </a:moveTo>
                  <a:lnTo>
                    <a:pt x="365229" y="861613"/>
                  </a:lnTo>
                  <a:lnTo>
                    <a:pt x="365229" y="865711"/>
                  </a:lnTo>
                  <a:lnTo>
                    <a:pt x="2695" y="865711"/>
                  </a:lnTo>
                  <a:close/>
                  <a:moveTo>
                    <a:pt x="539084" y="864686"/>
                  </a:moveTo>
                  <a:lnTo>
                    <a:pt x="580863" y="864686"/>
                  </a:lnTo>
                  <a:lnTo>
                    <a:pt x="580863" y="865711"/>
                  </a:lnTo>
                  <a:lnTo>
                    <a:pt x="539084" y="865711"/>
                  </a:lnTo>
                  <a:close/>
                  <a:moveTo>
                    <a:pt x="506739" y="862638"/>
                  </a:moveTo>
                  <a:lnTo>
                    <a:pt x="522911" y="862638"/>
                  </a:lnTo>
                  <a:lnTo>
                    <a:pt x="522911" y="865711"/>
                  </a:lnTo>
                  <a:lnTo>
                    <a:pt x="506739" y="865711"/>
                  </a:lnTo>
                  <a:close/>
                  <a:moveTo>
                    <a:pt x="591644" y="864686"/>
                  </a:moveTo>
                  <a:lnTo>
                    <a:pt x="614555" y="864686"/>
                  </a:lnTo>
                  <a:lnTo>
                    <a:pt x="614555" y="865711"/>
                  </a:lnTo>
                  <a:lnTo>
                    <a:pt x="591644" y="865711"/>
                  </a:lnTo>
                  <a:close/>
                  <a:moveTo>
                    <a:pt x="378706" y="864686"/>
                  </a:moveTo>
                  <a:lnTo>
                    <a:pt x="458221" y="864686"/>
                  </a:lnTo>
                  <a:lnTo>
                    <a:pt x="458221" y="865711"/>
                  </a:lnTo>
                  <a:lnTo>
                    <a:pt x="378706" y="865711"/>
                  </a:lnTo>
                  <a:close/>
                  <a:moveTo>
                    <a:pt x="629380" y="865711"/>
                  </a:moveTo>
                  <a:lnTo>
                    <a:pt x="654987" y="865711"/>
                  </a:lnTo>
                  <a:lnTo>
                    <a:pt x="654987" y="866735"/>
                  </a:lnTo>
                  <a:lnTo>
                    <a:pt x="629380" y="866735"/>
                  </a:lnTo>
                  <a:close/>
                  <a:moveTo>
                    <a:pt x="506739" y="865711"/>
                  </a:moveTo>
                  <a:lnTo>
                    <a:pt x="524259" y="865711"/>
                  </a:lnTo>
                  <a:lnTo>
                    <a:pt x="524259" y="866735"/>
                  </a:lnTo>
                  <a:lnTo>
                    <a:pt x="506739" y="866735"/>
                  </a:lnTo>
                  <a:close/>
                  <a:moveTo>
                    <a:pt x="2695" y="865711"/>
                  </a:moveTo>
                  <a:lnTo>
                    <a:pt x="363881" y="865711"/>
                  </a:lnTo>
                  <a:lnTo>
                    <a:pt x="363881" y="866735"/>
                  </a:lnTo>
                  <a:lnTo>
                    <a:pt x="2695" y="866735"/>
                  </a:lnTo>
                  <a:close/>
                  <a:moveTo>
                    <a:pt x="671159" y="865711"/>
                  </a:moveTo>
                  <a:lnTo>
                    <a:pt x="995957" y="865711"/>
                  </a:lnTo>
                  <a:lnTo>
                    <a:pt x="995957" y="866735"/>
                  </a:lnTo>
                  <a:lnTo>
                    <a:pt x="671159" y="866735"/>
                  </a:lnTo>
                  <a:close/>
                  <a:moveTo>
                    <a:pt x="380054" y="865711"/>
                  </a:moveTo>
                  <a:lnTo>
                    <a:pt x="458221" y="865711"/>
                  </a:lnTo>
                  <a:lnTo>
                    <a:pt x="458221" y="866735"/>
                  </a:lnTo>
                  <a:lnTo>
                    <a:pt x="380054" y="866735"/>
                  </a:lnTo>
                  <a:close/>
                  <a:moveTo>
                    <a:pt x="591644" y="865711"/>
                  </a:moveTo>
                  <a:lnTo>
                    <a:pt x="613208" y="865711"/>
                  </a:lnTo>
                  <a:lnTo>
                    <a:pt x="613208" y="866735"/>
                  </a:lnTo>
                  <a:lnTo>
                    <a:pt x="591644" y="866735"/>
                  </a:lnTo>
                  <a:close/>
                  <a:moveTo>
                    <a:pt x="591644" y="866735"/>
                  </a:moveTo>
                  <a:lnTo>
                    <a:pt x="611860" y="866735"/>
                  </a:lnTo>
                  <a:lnTo>
                    <a:pt x="611860" y="867760"/>
                  </a:lnTo>
                  <a:lnTo>
                    <a:pt x="591644" y="867760"/>
                  </a:lnTo>
                  <a:close/>
                  <a:moveTo>
                    <a:pt x="540431" y="865711"/>
                  </a:moveTo>
                  <a:lnTo>
                    <a:pt x="580863" y="865711"/>
                  </a:lnTo>
                  <a:lnTo>
                    <a:pt x="580863" y="867760"/>
                  </a:lnTo>
                  <a:lnTo>
                    <a:pt x="540431" y="867760"/>
                  </a:lnTo>
                  <a:close/>
                  <a:moveTo>
                    <a:pt x="424528" y="866735"/>
                  </a:moveTo>
                  <a:lnTo>
                    <a:pt x="458221" y="866735"/>
                  </a:lnTo>
                  <a:lnTo>
                    <a:pt x="458221" y="867760"/>
                  </a:lnTo>
                  <a:lnTo>
                    <a:pt x="424528" y="867760"/>
                  </a:lnTo>
                  <a:close/>
                  <a:moveTo>
                    <a:pt x="628032" y="866735"/>
                  </a:moveTo>
                  <a:lnTo>
                    <a:pt x="656334" y="866735"/>
                  </a:lnTo>
                  <a:lnTo>
                    <a:pt x="656334" y="867760"/>
                  </a:lnTo>
                  <a:lnTo>
                    <a:pt x="628032" y="867760"/>
                  </a:lnTo>
                  <a:close/>
                  <a:moveTo>
                    <a:pt x="672507" y="866735"/>
                  </a:moveTo>
                  <a:lnTo>
                    <a:pt x="995957" y="866735"/>
                  </a:lnTo>
                  <a:lnTo>
                    <a:pt x="995957" y="868784"/>
                  </a:lnTo>
                  <a:lnTo>
                    <a:pt x="672507" y="868784"/>
                  </a:lnTo>
                  <a:close/>
                  <a:moveTo>
                    <a:pt x="591644" y="867760"/>
                  </a:moveTo>
                  <a:lnTo>
                    <a:pt x="610512" y="867760"/>
                  </a:lnTo>
                  <a:lnTo>
                    <a:pt x="610512" y="868784"/>
                  </a:lnTo>
                  <a:lnTo>
                    <a:pt x="591644" y="868784"/>
                  </a:lnTo>
                  <a:close/>
                  <a:moveTo>
                    <a:pt x="540431" y="867760"/>
                  </a:moveTo>
                  <a:lnTo>
                    <a:pt x="579515" y="867760"/>
                  </a:lnTo>
                  <a:lnTo>
                    <a:pt x="579515" y="868784"/>
                  </a:lnTo>
                  <a:lnTo>
                    <a:pt x="540431" y="868784"/>
                  </a:lnTo>
                  <a:close/>
                  <a:moveTo>
                    <a:pt x="425876" y="867760"/>
                  </a:moveTo>
                  <a:lnTo>
                    <a:pt x="458221" y="867760"/>
                  </a:lnTo>
                  <a:lnTo>
                    <a:pt x="458221" y="868784"/>
                  </a:lnTo>
                  <a:lnTo>
                    <a:pt x="425876" y="868784"/>
                  </a:lnTo>
                  <a:close/>
                  <a:moveTo>
                    <a:pt x="626685" y="867760"/>
                  </a:moveTo>
                  <a:lnTo>
                    <a:pt x="657682" y="867760"/>
                  </a:lnTo>
                  <a:lnTo>
                    <a:pt x="657682" y="868784"/>
                  </a:lnTo>
                  <a:lnTo>
                    <a:pt x="626685" y="868784"/>
                  </a:lnTo>
                  <a:close/>
                  <a:moveTo>
                    <a:pt x="473046" y="861613"/>
                  </a:moveTo>
                  <a:lnTo>
                    <a:pt x="491914" y="861613"/>
                  </a:lnTo>
                  <a:lnTo>
                    <a:pt x="491914" y="868784"/>
                  </a:lnTo>
                  <a:lnTo>
                    <a:pt x="473046" y="868784"/>
                  </a:lnTo>
                  <a:close/>
                  <a:moveTo>
                    <a:pt x="424528" y="868784"/>
                  </a:moveTo>
                  <a:lnTo>
                    <a:pt x="456873" y="868784"/>
                  </a:lnTo>
                  <a:lnTo>
                    <a:pt x="456873" y="869808"/>
                  </a:lnTo>
                  <a:lnTo>
                    <a:pt x="424528" y="869808"/>
                  </a:lnTo>
                  <a:close/>
                  <a:moveTo>
                    <a:pt x="601078" y="868784"/>
                  </a:moveTo>
                  <a:lnTo>
                    <a:pt x="607817" y="868784"/>
                  </a:lnTo>
                  <a:lnTo>
                    <a:pt x="607817" y="869808"/>
                  </a:lnTo>
                  <a:lnTo>
                    <a:pt x="601078" y="869808"/>
                  </a:lnTo>
                  <a:close/>
                  <a:moveTo>
                    <a:pt x="673854" y="868784"/>
                  </a:moveTo>
                  <a:lnTo>
                    <a:pt x="995957" y="868784"/>
                  </a:lnTo>
                  <a:lnTo>
                    <a:pt x="995957" y="869808"/>
                  </a:lnTo>
                  <a:lnTo>
                    <a:pt x="673854" y="869808"/>
                  </a:lnTo>
                  <a:close/>
                  <a:moveTo>
                    <a:pt x="471698" y="868784"/>
                  </a:moveTo>
                  <a:lnTo>
                    <a:pt x="491914" y="868784"/>
                  </a:lnTo>
                  <a:lnTo>
                    <a:pt x="491914" y="869808"/>
                  </a:lnTo>
                  <a:lnTo>
                    <a:pt x="471698" y="869808"/>
                  </a:lnTo>
                  <a:close/>
                  <a:moveTo>
                    <a:pt x="506739" y="866735"/>
                  </a:moveTo>
                  <a:lnTo>
                    <a:pt x="525606" y="866735"/>
                  </a:lnTo>
                  <a:lnTo>
                    <a:pt x="525606" y="869808"/>
                  </a:lnTo>
                  <a:lnTo>
                    <a:pt x="506739" y="869808"/>
                  </a:lnTo>
                  <a:close/>
                  <a:moveTo>
                    <a:pt x="541779" y="868784"/>
                  </a:moveTo>
                  <a:lnTo>
                    <a:pt x="570081" y="868784"/>
                  </a:lnTo>
                  <a:lnTo>
                    <a:pt x="570081" y="869808"/>
                  </a:lnTo>
                  <a:lnTo>
                    <a:pt x="541779" y="869808"/>
                  </a:lnTo>
                  <a:close/>
                  <a:moveTo>
                    <a:pt x="625337" y="868784"/>
                  </a:moveTo>
                  <a:lnTo>
                    <a:pt x="659030" y="868784"/>
                  </a:lnTo>
                  <a:lnTo>
                    <a:pt x="659030" y="869808"/>
                  </a:lnTo>
                  <a:lnTo>
                    <a:pt x="625337" y="869808"/>
                  </a:lnTo>
                  <a:close/>
                  <a:moveTo>
                    <a:pt x="425876" y="869808"/>
                  </a:moveTo>
                  <a:lnTo>
                    <a:pt x="456873" y="869808"/>
                  </a:lnTo>
                  <a:lnTo>
                    <a:pt x="456873" y="870833"/>
                  </a:lnTo>
                  <a:lnTo>
                    <a:pt x="425876" y="870833"/>
                  </a:lnTo>
                  <a:close/>
                  <a:moveTo>
                    <a:pt x="506739" y="869808"/>
                  </a:moveTo>
                  <a:lnTo>
                    <a:pt x="526954" y="869808"/>
                  </a:lnTo>
                  <a:lnTo>
                    <a:pt x="526954" y="870833"/>
                  </a:lnTo>
                  <a:lnTo>
                    <a:pt x="506739" y="870833"/>
                  </a:lnTo>
                  <a:close/>
                  <a:moveTo>
                    <a:pt x="625337" y="869808"/>
                  </a:moveTo>
                  <a:lnTo>
                    <a:pt x="660377" y="869808"/>
                  </a:lnTo>
                  <a:lnTo>
                    <a:pt x="660377" y="870833"/>
                  </a:lnTo>
                  <a:lnTo>
                    <a:pt x="625337" y="870833"/>
                  </a:lnTo>
                  <a:close/>
                  <a:moveTo>
                    <a:pt x="2695" y="866735"/>
                  </a:moveTo>
                  <a:lnTo>
                    <a:pt x="318059" y="866735"/>
                  </a:lnTo>
                  <a:lnTo>
                    <a:pt x="318059" y="870833"/>
                  </a:lnTo>
                  <a:lnTo>
                    <a:pt x="2695" y="870833"/>
                  </a:lnTo>
                  <a:close/>
                  <a:moveTo>
                    <a:pt x="623989" y="870833"/>
                  </a:moveTo>
                  <a:lnTo>
                    <a:pt x="660377" y="870833"/>
                  </a:lnTo>
                  <a:lnTo>
                    <a:pt x="660377" y="871857"/>
                  </a:lnTo>
                  <a:lnTo>
                    <a:pt x="623989" y="871857"/>
                  </a:lnTo>
                  <a:close/>
                  <a:moveTo>
                    <a:pt x="424528" y="870833"/>
                  </a:moveTo>
                  <a:lnTo>
                    <a:pt x="455526" y="870833"/>
                  </a:lnTo>
                  <a:lnTo>
                    <a:pt x="455526" y="871857"/>
                  </a:lnTo>
                  <a:lnTo>
                    <a:pt x="424528" y="871857"/>
                  </a:lnTo>
                  <a:close/>
                  <a:moveTo>
                    <a:pt x="675202" y="869808"/>
                  </a:moveTo>
                  <a:lnTo>
                    <a:pt x="995957" y="869808"/>
                  </a:lnTo>
                  <a:lnTo>
                    <a:pt x="995957" y="871857"/>
                  </a:lnTo>
                  <a:lnTo>
                    <a:pt x="675202" y="871857"/>
                  </a:lnTo>
                  <a:close/>
                  <a:moveTo>
                    <a:pt x="601078" y="869808"/>
                  </a:moveTo>
                  <a:lnTo>
                    <a:pt x="606469" y="869808"/>
                  </a:lnTo>
                  <a:lnTo>
                    <a:pt x="606469" y="871857"/>
                  </a:lnTo>
                  <a:lnTo>
                    <a:pt x="601078" y="871857"/>
                  </a:lnTo>
                  <a:close/>
                  <a:moveTo>
                    <a:pt x="2695" y="870833"/>
                  </a:moveTo>
                  <a:lnTo>
                    <a:pt x="319407" y="870833"/>
                  </a:lnTo>
                  <a:lnTo>
                    <a:pt x="319407" y="871857"/>
                  </a:lnTo>
                  <a:lnTo>
                    <a:pt x="2695" y="871857"/>
                  </a:lnTo>
                  <a:close/>
                  <a:moveTo>
                    <a:pt x="378706" y="871857"/>
                  </a:moveTo>
                  <a:lnTo>
                    <a:pt x="455526" y="871857"/>
                  </a:lnTo>
                  <a:lnTo>
                    <a:pt x="455526" y="872882"/>
                  </a:lnTo>
                  <a:lnTo>
                    <a:pt x="378706" y="872882"/>
                  </a:lnTo>
                  <a:close/>
                  <a:moveTo>
                    <a:pt x="601078" y="871857"/>
                  </a:moveTo>
                  <a:lnTo>
                    <a:pt x="607817" y="871857"/>
                  </a:lnTo>
                  <a:lnTo>
                    <a:pt x="607817" y="872882"/>
                  </a:lnTo>
                  <a:lnTo>
                    <a:pt x="601078" y="872882"/>
                  </a:lnTo>
                  <a:close/>
                  <a:moveTo>
                    <a:pt x="622642" y="871857"/>
                  </a:moveTo>
                  <a:lnTo>
                    <a:pt x="663073" y="871857"/>
                  </a:lnTo>
                  <a:lnTo>
                    <a:pt x="663073" y="872882"/>
                  </a:lnTo>
                  <a:lnTo>
                    <a:pt x="622642" y="872882"/>
                  </a:lnTo>
                  <a:close/>
                  <a:moveTo>
                    <a:pt x="673854" y="871857"/>
                  </a:moveTo>
                  <a:lnTo>
                    <a:pt x="995957" y="871857"/>
                  </a:lnTo>
                  <a:lnTo>
                    <a:pt x="995957" y="872882"/>
                  </a:lnTo>
                  <a:lnTo>
                    <a:pt x="673854" y="872882"/>
                  </a:lnTo>
                  <a:close/>
                  <a:moveTo>
                    <a:pt x="543127" y="869808"/>
                  </a:moveTo>
                  <a:lnTo>
                    <a:pt x="570081" y="869808"/>
                  </a:lnTo>
                  <a:lnTo>
                    <a:pt x="570081" y="872882"/>
                  </a:lnTo>
                  <a:lnTo>
                    <a:pt x="543127" y="872882"/>
                  </a:lnTo>
                  <a:close/>
                  <a:moveTo>
                    <a:pt x="506739" y="870833"/>
                  </a:moveTo>
                  <a:lnTo>
                    <a:pt x="528302" y="870833"/>
                  </a:lnTo>
                  <a:lnTo>
                    <a:pt x="528302" y="873906"/>
                  </a:lnTo>
                  <a:lnTo>
                    <a:pt x="506739" y="873906"/>
                  </a:lnTo>
                  <a:close/>
                  <a:moveTo>
                    <a:pt x="646900" y="872882"/>
                  </a:moveTo>
                  <a:lnTo>
                    <a:pt x="663073" y="872882"/>
                  </a:lnTo>
                  <a:lnTo>
                    <a:pt x="663073" y="873906"/>
                  </a:lnTo>
                  <a:lnTo>
                    <a:pt x="646900" y="873906"/>
                  </a:lnTo>
                  <a:close/>
                  <a:moveTo>
                    <a:pt x="672507" y="872882"/>
                  </a:moveTo>
                  <a:lnTo>
                    <a:pt x="995957" y="872882"/>
                  </a:lnTo>
                  <a:lnTo>
                    <a:pt x="995957" y="873906"/>
                  </a:lnTo>
                  <a:lnTo>
                    <a:pt x="672507" y="873906"/>
                  </a:lnTo>
                  <a:close/>
                  <a:moveTo>
                    <a:pt x="621294" y="872882"/>
                  </a:moveTo>
                  <a:lnTo>
                    <a:pt x="634771" y="872882"/>
                  </a:lnTo>
                  <a:lnTo>
                    <a:pt x="634771" y="873906"/>
                  </a:lnTo>
                  <a:lnTo>
                    <a:pt x="621294" y="873906"/>
                  </a:lnTo>
                  <a:close/>
                  <a:moveTo>
                    <a:pt x="601078" y="872882"/>
                  </a:moveTo>
                  <a:lnTo>
                    <a:pt x="609164" y="872882"/>
                  </a:lnTo>
                  <a:lnTo>
                    <a:pt x="609164" y="873906"/>
                  </a:lnTo>
                  <a:lnTo>
                    <a:pt x="601078" y="873906"/>
                  </a:lnTo>
                  <a:close/>
                  <a:moveTo>
                    <a:pt x="377358" y="872882"/>
                  </a:moveTo>
                  <a:lnTo>
                    <a:pt x="455526" y="872882"/>
                  </a:lnTo>
                  <a:lnTo>
                    <a:pt x="455526" y="874930"/>
                  </a:lnTo>
                  <a:lnTo>
                    <a:pt x="377358" y="874930"/>
                  </a:lnTo>
                  <a:close/>
                  <a:moveTo>
                    <a:pt x="601078" y="873906"/>
                  </a:moveTo>
                  <a:lnTo>
                    <a:pt x="610512" y="873906"/>
                  </a:lnTo>
                  <a:lnTo>
                    <a:pt x="610512" y="874930"/>
                  </a:lnTo>
                  <a:lnTo>
                    <a:pt x="601078" y="874930"/>
                  </a:lnTo>
                  <a:close/>
                  <a:moveTo>
                    <a:pt x="544474" y="872882"/>
                  </a:moveTo>
                  <a:lnTo>
                    <a:pt x="570081" y="872882"/>
                  </a:lnTo>
                  <a:lnTo>
                    <a:pt x="570081" y="874930"/>
                  </a:lnTo>
                  <a:lnTo>
                    <a:pt x="544474" y="874930"/>
                  </a:lnTo>
                  <a:close/>
                  <a:moveTo>
                    <a:pt x="646900" y="873906"/>
                  </a:moveTo>
                  <a:lnTo>
                    <a:pt x="664420" y="873906"/>
                  </a:lnTo>
                  <a:lnTo>
                    <a:pt x="664420" y="874930"/>
                  </a:lnTo>
                  <a:lnTo>
                    <a:pt x="646900" y="874930"/>
                  </a:lnTo>
                  <a:close/>
                  <a:moveTo>
                    <a:pt x="618598" y="873906"/>
                  </a:moveTo>
                  <a:lnTo>
                    <a:pt x="634771" y="873906"/>
                  </a:lnTo>
                  <a:lnTo>
                    <a:pt x="634771" y="874930"/>
                  </a:lnTo>
                  <a:lnTo>
                    <a:pt x="618598" y="874930"/>
                  </a:lnTo>
                  <a:close/>
                  <a:moveTo>
                    <a:pt x="506739" y="873906"/>
                  </a:moveTo>
                  <a:lnTo>
                    <a:pt x="529650" y="873906"/>
                  </a:lnTo>
                  <a:lnTo>
                    <a:pt x="529650" y="874930"/>
                  </a:lnTo>
                  <a:lnTo>
                    <a:pt x="506739" y="874930"/>
                  </a:lnTo>
                  <a:close/>
                  <a:moveTo>
                    <a:pt x="470350" y="869808"/>
                  </a:moveTo>
                  <a:lnTo>
                    <a:pt x="491914" y="869808"/>
                  </a:lnTo>
                  <a:lnTo>
                    <a:pt x="491914" y="875955"/>
                  </a:lnTo>
                  <a:lnTo>
                    <a:pt x="470350" y="875955"/>
                  </a:lnTo>
                  <a:close/>
                  <a:moveTo>
                    <a:pt x="617251" y="874930"/>
                  </a:moveTo>
                  <a:lnTo>
                    <a:pt x="634771" y="874930"/>
                  </a:lnTo>
                  <a:lnTo>
                    <a:pt x="634771" y="875955"/>
                  </a:lnTo>
                  <a:lnTo>
                    <a:pt x="617251" y="875955"/>
                  </a:lnTo>
                  <a:close/>
                  <a:moveTo>
                    <a:pt x="378706" y="874930"/>
                  </a:moveTo>
                  <a:lnTo>
                    <a:pt x="455526" y="874930"/>
                  </a:lnTo>
                  <a:lnTo>
                    <a:pt x="455526" y="875955"/>
                  </a:lnTo>
                  <a:lnTo>
                    <a:pt x="378706" y="875955"/>
                  </a:lnTo>
                  <a:close/>
                  <a:moveTo>
                    <a:pt x="669811" y="873906"/>
                  </a:moveTo>
                  <a:lnTo>
                    <a:pt x="995957" y="873906"/>
                  </a:lnTo>
                  <a:lnTo>
                    <a:pt x="995957" y="875955"/>
                  </a:lnTo>
                  <a:lnTo>
                    <a:pt x="669811" y="875955"/>
                  </a:lnTo>
                  <a:close/>
                  <a:moveTo>
                    <a:pt x="2695" y="871857"/>
                  </a:moveTo>
                  <a:lnTo>
                    <a:pt x="365229" y="871857"/>
                  </a:lnTo>
                  <a:lnTo>
                    <a:pt x="365229" y="875955"/>
                  </a:lnTo>
                  <a:lnTo>
                    <a:pt x="2695" y="875955"/>
                  </a:lnTo>
                  <a:close/>
                  <a:moveTo>
                    <a:pt x="601078" y="874930"/>
                  </a:moveTo>
                  <a:lnTo>
                    <a:pt x="611860" y="874930"/>
                  </a:lnTo>
                  <a:lnTo>
                    <a:pt x="611860" y="875955"/>
                  </a:lnTo>
                  <a:lnTo>
                    <a:pt x="601078" y="875955"/>
                  </a:lnTo>
                  <a:close/>
                  <a:moveTo>
                    <a:pt x="645553" y="874930"/>
                  </a:moveTo>
                  <a:lnTo>
                    <a:pt x="665768" y="874930"/>
                  </a:lnTo>
                  <a:lnTo>
                    <a:pt x="665768" y="875955"/>
                  </a:lnTo>
                  <a:lnTo>
                    <a:pt x="645553" y="875955"/>
                  </a:lnTo>
                  <a:close/>
                  <a:moveTo>
                    <a:pt x="469003" y="875955"/>
                  </a:moveTo>
                  <a:lnTo>
                    <a:pt x="491914" y="875955"/>
                  </a:lnTo>
                  <a:lnTo>
                    <a:pt x="491914" y="876979"/>
                  </a:lnTo>
                  <a:lnTo>
                    <a:pt x="469003" y="876979"/>
                  </a:lnTo>
                  <a:close/>
                  <a:moveTo>
                    <a:pt x="2695" y="875955"/>
                  </a:moveTo>
                  <a:lnTo>
                    <a:pt x="330189" y="875955"/>
                  </a:lnTo>
                  <a:lnTo>
                    <a:pt x="330189" y="876979"/>
                  </a:lnTo>
                  <a:lnTo>
                    <a:pt x="2695" y="876979"/>
                  </a:lnTo>
                  <a:close/>
                  <a:moveTo>
                    <a:pt x="601078" y="875955"/>
                  </a:moveTo>
                  <a:lnTo>
                    <a:pt x="613208" y="875955"/>
                  </a:lnTo>
                  <a:lnTo>
                    <a:pt x="613208" y="876979"/>
                  </a:lnTo>
                  <a:lnTo>
                    <a:pt x="601078" y="876979"/>
                  </a:lnTo>
                  <a:close/>
                  <a:moveTo>
                    <a:pt x="412399" y="875955"/>
                  </a:moveTo>
                  <a:lnTo>
                    <a:pt x="454178" y="875955"/>
                  </a:lnTo>
                  <a:lnTo>
                    <a:pt x="454178" y="876979"/>
                  </a:lnTo>
                  <a:lnTo>
                    <a:pt x="412399" y="876979"/>
                  </a:lnTo>
                  <a:close/>
                  <a:moveTo>
                    <a:pt x="615903" y="875955"/>
                  </a:moveTo>
                  <a:lnTo>
                    <a:pt x="634771" y="875955"/>
                  </a:lnTo>
                  <a:lnTo>
                    <a:pt x="634771" y="876979"/>
                  </a:lnTo>
                  <a:lnTo>
                    <a:pt x="615903" y="876979"/>
                  </a:lnTo>
                  <a:close/>
                  <a:moveTo>
                    <a:pt x="545822" y="874930"/>
                  </a:moveTo>
                  <a:lnTo>
                    <a:pt x="570081" y="874930"/>
                  </a:lnTo>
                  <a:lnTo>
                    <a:pt x="570081" y="878004"/>
                  </a:lnTo>
                  <a:lnTo>
                    <a:pt x="545822" y="878004"/>
                  </a:lnTo>
                  <a:close/>
                  <a:moveTo>
                    <a:pt x="506739" y="874930"/>
                  </a:moveTo>
                  <a:lnTo>
                    <a:pt x="530997" y="874930"/>
                  </a:lnTo>
                  <a:lnTo>
                    <a:pt x="530997" y="878004"/>
                  </a:lnTo>
                  <a:lnTo>
                    <a:pt x="506739" y="878004"/>
                  </a:lnTo>
                  <a:close/>
                  <a:moveTo>
                    <a:pt x="599730" y="876979"/>
                  </a:moveTo>
                  <a:lnTo>
                    <a:pt x="634771" y="876979"/>
                  </a:lnTo>
                  <a:lnTo>
                    <a:pt x="634771" y="878004"/>
                  </a:lnTo>
                  <a:lnTo>
                    <a:pt x="599730" y="878004"/>
                  </a:lnTo>
                  <a:close/>
                  <a:moveTo>
                    <a:pt x="413747" y="876979"/>
                  </a:moveTo>
                  <a:lnTo>
                    <a:pt x="454178" y="876979"/>
                  </a:lnTo>
                  <a:lnTo>
                    <a:pt x="454178" y="878004"/>
                  </a:lnTo>
                  <a:lnTo>
                    <a:pt x="413747" y="878004"/>
                  </a:lnTo>
                  <a:close/>
                  <a:moveTo>
                    <a:pt x="506739" y="878004"/>
                  </a:moveTo>
                  <a:lnTo>
                    <a:pt x="532345" y="878004"/>
                  </a:lnTo>
                  <a:lnTo>
                    <a:pt x="532345" y="879028"/>
                  </a:lnTo>
                  <a:lnTo>
                    <a:pt x="506739" y="879028"/>
                  </a:lnTo>
                  <a:close/>
                  <a:moveTo>
                    <a:pt x="547170" y="878004"/>
                  </a:moveTo>
                  <a:lnTo>
                    <a:pt x="579515" y="878004"/>
                  </a:lnTo>
                  <a:lnTo>
                    <a:pt x="579515" y="880053"/>
                  </a:lnTo>
                  <a:lnTo>
                    <a:pt x="547170" y="880053"/>
                  </a:lnTo>
                  <a:close/>
                  <a:moveTo>
                    <a:pt x="381402" y="880053"/>
                  </a:moveTo>
                  <a:lnTo>
                    <a:pt x="400270" y="880053"/>
                  </a:lnTo>
                  <a:lnTo>
                    <a:pt x="400270" y="881077"/>
                  </a:lnTo>
                  <a:lnTo>
                    <a:pt x="381402" y="881077"/>
                  </a:lnTo>
                  <a:close/>
                  <a:moveTo>
                    <a:pt x="645553" y="875955"/>
                  </a:moveTo>
                  <a:lnTo>
                    <a:pt x="995957" y="875955"/>
                  </a:lnTo>
                  <a:lnTo>
                    <a:pt x="995957" y="881077"/>
                  </a:lnTo>
                  <a:lnTo>
                    <a:pt x="645553" y="881077"/>
                  </a:lnTo>
                  <a:close/>
                  <a:moveTo>
                    <a:pt x="343666" y="880053"/>
                  </a:moveTo>
                  <a:lnTo>
                    <a:pt x="363881" y="880053"/>
                  </a:lnTo>
                  <a:lnTo>
                    <a:pt x="363881" y="881077"/>
                  </a:lnTo>
                  <a:lnTo>
                    <a:pt x="343666" y="881077"/>
                  </a:lnTo>
                  <a:close/>
                  <a:moveTo>
                    <a:pt x="646900" y="881077"/>
                  </a:moveTo>
                  <a:lnTo>
                    <a:pt x="995957" y="881077"/>
                  </a:lnTo>
                  <a:lnTo>
                    <a:pt x="995957" y="882101"/>
                  </a:lnTo>
                  <a:lnTo>
                    <a:pt x="646900" y="882101"/>
                  </a:lnTo>
                  <a:close/>
                  <a:moveTo>
                    <a:pt x="548518" y="880053"/>
                  </a:moveTo>
                  <a:lnTo>
                    <a:pt x="580863" y="880053"/>
                  </a:lnTo>
                  <a:lnTo>
                    <a:pt x="580863" y="882101"/>
                  </a:lnTo>
                  <a:lnTo>
                    <a:pt x="548518" y="882101"/>
                  </a:lnTo>
                  <a:close/>
                  <a:moveTo>
                    <a:pt x="378706" y="881077"/>
                  </a:moveTo>
                  <a:lnTo>
                    <a:pt x="401617" y="881077"/>
                  </a:lnTo>
                  <a:lnTo>
                    <a:pt x="401617" y="882101"/>
                  </a:lnTo>
                  <a:lnTo>
                    <a:pt x="378706" y="882101"/>
                  </a:lnTo>
                  <a:close/>
                  <a:moveTo>
                    <a:pt x="413747" y="878004"/>
                  </a:moveTo>
                  <a:lnTo>
                    <a:pt x="452830" y="878004"/>
                  </a:lnTo>
                  <a:lnTo>
                    <a:pt x="452830" y="882101"/>
                  </a:lnTo>
                  <a:lnTo>
                    <a:pt x="413747" y="882101"/>
                  </a:lnTo>
                  <a:close/>
                  <a:moveTo>
                    <a:pt x="591644" y="878004"/>
                  </a:moveTo>
                  <a:lnTo>
                    <a:pt x="634771" y="878004"/>
                  </a:lnTo>
                  <a:lnTo>
                    <a:pt x="634771" y="882101"/>
                  </a:lnTo>
                  <a:lnTo>
                    <a:pt x="591644" y="882101"/>
                  </a:lnTo>
                  <a:close/>
                  <a:moveTo>
                    <a:pt x="467655" y="876979"/>
                  </a:moveTo>
                  <a:lnTo>
                    <a:pt x="491914" y="876979"/>
                  </a:lnTo>
                  <a:lnTo>
                    <a:pt x="491914" y="882101"/>
                  </a:lnTo>
                  <a:lnTo>
                    <a:pt x="467655" y="882101"/>
                  </a:lnTo>
                  <a:close/>
                  <a:moveTo>
                    <a:pt x="591644" y="882101"/>
                  </a:moveTo>
                  <a:lnTo>
                    <a:pt x="609164" y="882101"/>
                  </a:lnTo>
                  <a:lnTo>
                    <a:pt x="609164" y="883126"/>
                  </a:lnTo>
                  <a:lnTo>
                    <a:pt x="591644" y="883126"/>
                  </a:lnTo>
                  <a:close/>
                  <a:moveTo>
                    <a:pt x="466307" y="882101"/>
                  </a:moveTo>
                  <a:lnTo>
                    <a:pt x="491914" y="882101"/>
                  </a:lnTo>
                  <a:lnTo>
                    <a:pt x="491914" y="883126"/>
                  </a:lnTo>
                  <a:lnTo>
                    <a:pt x="466307" y="883126"/>
                  </a:lnTo>
                  <a:close/>
                  <a:moveTo>
                    <a:pt x="506739" y="879028"/>
                  </a:moveTo>
                  <a:lnTo>
                    <a:pt x="533693" y="879028"/>
                  </a:lnTo>
                  <a:lnTo>
                    <a:pt x="533693" y="883126"/>
                  </a:lnTo>
                  <a:lnTo>
                    <a:pt x="506739" y="883126"/>
                  </a:lnTo>
                  <a:close/>
                  <a:moveTo>
                    <a:pt x="413747" y="882101"/>
                  </a:moveTo>
                  <a:lnTo>
                    <a:pt x="451482" y="882101"/>
                  </a:lnTo>
                  <a:lnTo>
                    <a:pt x="451482" y="884150"/>
                  </a:lnTo>
                  <a:lnTo>
                    <a:pt x="413747" y="884150"/>
                  </a:lnTo>
                  <a:close/>
                  <a:moveTo>
                    <a:pt x="377358" y="882101"/>
                  </a:moveTo>
                  <a:lnTo>
                    <a:pt x="401617" y="882101"/>
                  </a:lnTo>
                  <a:lnTo>
                    <a:pt x="401617" y="884150"/>
                  </a:lnTo>
                  <a:lnTo>
                    <a:pt x="377358" y="884150"/>
                  </a:lnTo>
                  <a:close/>
                  <a:moveTo>
                    <a:pt x="506739" y="883126"/>
                  </a:moveTo>
                  <a:lnTo>
                    <a:pt x="535040" y="883126"/>
                  </a:lnTo>
                  <a:lnTo>
                    <a:pt x="535040" y="884150"/>
                  </a:lnTo>
                  <a:lnTo>
                    <a:pt x="506739" y="884150"/>
                  </a:lnTo>
                  <a:close/>
                  <a:moveTo>
                    <a:pt x="340970" y="881077"/>
                  </a:moveTo>
                  <a:lnTo>
                    <a:pt x="365229" y="881077"/>
                  </a:lnTo>
                  <a:lnTo>
                    <a:pt x="365229" y="885175"/>
                  </a:lnTo>
                  <a:lnTo>
                    <a:pt x="340970" y="885175"/>
                  </a:lnTo>
                  <a:close/>
                  <a:moveTo>
                    <a:pt x="549865" y="882101"/>
                  </a:moveTo>
                  <a:lnTo>
                    <a:pt x="580863" y="882101"/>
                  </a:lnTo>
                  <a:lnTo>
                    <a:pt x="580863" y="885175"/>
                  </a:lnTo>
                  <a:lnTo>
                    <a:pt x="549865" y="885175"/>
                  </a:lnTo>
                  <a:close/>
                  <a:moveTo>
                    <a:pt x="378706" y="884150"/>
                  </a:moveTo>
                  <a:lnTo>
                    <a:pt x="401617" y="884150"/>
                  </a:lnTo>
                  <a:lnTo>
                    <a:pt x="401617" y="885175"/>
                  </a:lnTo>
                  <a:lnTo>
                    <a:pt x="378706" y="885175"/>
                  </a:lnTo>
                  <a:close/>
                  <a:moveTo>
                    <a:pt x="380054" y="885175"/>
                  </a:moveTo>
                  <a:lnTo>
                    <a:pt x="400270" y="885175"/>
                  </a:lnTo>
                  <a:lnTo>
                    <a:pt x="400270" y="886199"/>
                  </a:lnTo>
                  <a:lnTo>
                    <a:pt x="380054" y="886199"/>
                  </a:lnTo>
                  <a:close/>
                  <a:moveTo>
                    <a:pt x="342318" y="885175"/>
                  </a:moveTo>
                  <a:lnTo>
                    <a:pt x="365229" y="885175"/>
                  </a:lnTo>
                  <a:lnTo>
                    <a:pt x="365229" y="886199"/>
                  </a:lnTo>
                  <a:lnTo>
                    <a:pt x="342318" y="886199"/>
                  </a:lnTo>
                  <a:close/>
                  <a:moveTo>
                    <a:pt x="413747" y="884150"/>
                  </a:moveTo>
                  <a:lnTo>
                    <a:pt x="450135" y="884150"/>
                  </a:lnTo>
                  <a:lnTo>
                    <a:pt x="450135" y="886199"/>
                  </a:lnTo>
                  <a:lnTo>
                    <a:pt x="413747" y="886199"/>
                  </a:lnTo>
                  <a:close/>
                  <a:moveTo>
                    <a:pt x="551213" y="885175"/>
                  </a:moveTo>
                  <a:lnTo>
                    <a:pt x="580863" y="885175"/>
                  </a:lnTo>
                  <a:lnTo>
                    <a:pt x="580863" y="887223"/>
                  </a:lnTo>
                  <a:lnTo>
                    <a:pt x="551213" y="887223"/>
                  </a:lnTo>
                  <a:close/>
                  <a:moveTo>
                    <a:pt x="464960" y="883126"/>
                  </a:moveTo>
                  <a:lnTo>
                    <a:pt x="491914" y="883126"/>
                  </a:lnTo>
                  <a:lnTo>
                    <a:pt x="491914" y="887223"/>
                  </a:lnTo>
                  <a:lnTo>
                    <a:pt x="464960" y="887223"/>
                  </a:lnTo>
                  <a:close/>
                  <a:moveTo>
                    <a:pt x="463612" y="887223"/>
                  </a:moveTo>
                  <a:lnTo>
                    <a:pt x="491914" y="887223"/>
                  </a:lnTo>
                  <a:lnTo>
                    <a:pt x="491914" y="888248"/>
                  </a:lnTo>
                  <a:lnTo>
                    <a:pt x="463612" y="888248"/>
                  </a:lnTo>
                  <a:close/>
                  <a:moveTo>
                    <a:pt x="506739" y="884150"/>
                  </a:moveTo>
                  <a:lnTo>
                    <a:pt x="536388" y="884150"/>
                  </a:lnTo>
                  <a:lnTo>
                    <a:pt x="536388" y="888248"/>
                  </a:lnTo>
                  <a:lnTo>
                    <a:pt x="506739" y="888248"/>
                  </a:lnTo>
                  <a:close/>
                  <a:moveTo>
                    <a:pt x="413747" y="886199"/>
                  </a:moveTo>
                  <a:lnTo>
                    <a:pt x="448787" y="886199"/>
                  </a:lnTo>
                  <a:lnTo>
                    <a:pt x="448787" y="889272"/>
                  </a:lnTo>
                  <a:lnTo>
                    <a:pt x="413747" y="889272"/>
                  </a:lnTo>
                  <a:close/>
                  <a:moveTo>
                    <a:pt x="378706" y="889272"/>
                  </a:moveTo>
                  <a:lnTo>
                    <a:pt x="401617" y="889272"/>
                  </a:lnTo>
                  <a:lnTo>
                    <a:pt x="401617" y="890297"/>
                  </a:lnTo>
                  <a:lnTo>
                    <a:pt x="378706" y="890297"/>
                  </a:lnTo>
                  <a:close/>
                  <a:moveTo>
                    <a:pt x="506739" y="888248"/>
                  </a:moveTo>
                  <a:lnTo>
                    <a:pt x="537736" y="888248"/>
                  </a:lnTo>
                  <a:lnTo>
                    <a:pt x="537736" y="890297"/>
                  </a:lnTo>
                  <a:lnTo>
                    <a:pt x="506739" y="890297"/>
                  </a:lnTo>
                  <a:close/>
                  <a:moveTo>
                    <a:pt x="413747" y="889272"/>
                  </a:moveTo>
                  <a:lnTo>
                    <a:pt x="447439" y="889272"/>
                  </a:lnTo>
                  <a:lnTo>
                    <a:pt x="447439" y="890297"/>
                  </a:lnTo>
                  <a:lnTo>
                    <a:pt x="413747" y="890297"/>
                  </a:lnTo>
                  <a:close/>
                  <a:moveTo>
                    <a:pt x="462264" y="888248"/>
                  </a:moveTo>
                  <a:lnTo>
                    <a:pt x="491914" y="888248"/>
                  </a:lnTo>
                  <a:lnTo>
                    <a:pt x="491914" y="891321"/>
                  </a:lnTo>
                  <a:lnTo>
                    <a:pt x="462264" y="891321"/>
                  </a:lnTo>
                  <a:close/>
                  <a:moveTo>
                    <a:pt x="552561" y="887223"/>
                  </a:moveTo>
                  <a:lnTo>
                    <a:pt x="580863" y="887223"/>
                  </a:lnTo>
                  <a:lnTo>
                    <a:pt x="580863" y="891321"/>
                  </a:lnTo>
                  <a:lnTo>
                    <a:pt x="552561" y="891321"/>
                  </a:lnTo>
                  <a:close/>
                  <a:moveTo>
                    <a:pt x="676550" y="882101"/>
                  </a:moveTo>
                  <a:lnTo>
                    <a:pt x="995957" y="882101"/>
                  </a:lnTo>
                  <a:lnTo>
                    <a:pt x="995957" y="891321"/>
                  </a:lnTo>
                  <a:lnTo>
                    <a:pt x="676550" y="891321"/>
                  </a:lnTo>
                  <a:close/>
                  <a:moveTo>
                    <a:pt x="591644" y="883126"/>
                  </a:moveTo>
                  <a:lnTo>
                    <a:pt x="607817" y="883126"/>
                  </a:lnTo>
                  <a:lnTo>
                    <a:pt x="607817" y="891321"/>
                  </a:lnTo>
                  <a:lnTo>
                    <a:pt x="591644" y="891321"/>
                  </a:lnTo>
                  <a:close/>
                  <a:moveTo>
                    <a:pt x="413747" y="890297"/>
                  </a:moveTo>
                  <a:lnTo>
                    <a:pt x="446092" y="890297"/>
                  </a:lnTo>
                  <a:lnTo>
                    <a:pt x="446092" y="892345"/>
                  </a:lnTo>
                  <a:lnTo>
                    <a:pt x="413747" y="892345"/>
                  </a:lnTo>
                  <a:close/>
                  <a:moveTo>
                    <a:pt x="340970" y="889272"/>
                  </a:moveTo>
                  <a:lnTo>
                    <a:pt x="365229" y="889272"/>
                  </a:lnTo>
                  <a:lnTo>
                    <a:pt x="365229" y="893370"/>
                  </a:lnTo>
                  <a:lnTo>
                    <a:pt x="340970" y="893370"/>
                  </a:lnTo>
                  <a:close/>
                  <a:moveTo>
                    <a:pt x="377358" y="890297"/>
                  </a:moveTo>
                  <a:lnTo>
                    <a:pt x="401617" y="890297"/>
                  </a:lnTo>
                  <a:lnTo>
                    <a:pt x="401617" y="893370"/>
                  </a:lnTo>
                  <a:lnTo>
                    <a:pt x="377358" y="893370"/>
                  </a:lnTo>
                  <a:close/>
                  <a:moveTo>
                    <a:pt x="553908" y="891321"/>
                  </a:moveTo>
                  <a:lnTo>
                    <a:pt x="580863" y="891321"/>
                  </a:lnTo>
                  <a:lnTo>
                    <a:pt x="580863" y="893370"/>
                  </a:lnTo>
                  <a:lnTo>
                    <a:pt x="553908" y="893370"/>
                  </a:lnTo>
                  <a:close/>
                  <a:moveTo>
                    <a:pt x="460916" y="891321"/>
                  </a:moveTo>
                  <a:lnTo>
                    <a:pt x="491914" y="891321"/>
                  </a:lnTo>
                  <a:lnTo>
                    <a:pt x="491914" y="893370"/>
                  </a:lnTo>
                  <a:lnTo>
                    <a:pt x="460916" y="893370"/>
                  </a:lnTo>
                  <a:close/>
                  <a:moveTo>
                    <a:pt x="380054" y="893370"/>
                  </a:moveTo>
                  <a:lnTo>
                    <a:pt x="400270" y="893370"/>
                  </a:lnTo>
                  <a:lnTo>
                    <a:pt x="400270" y="894394"/>
                  </a:lnTo>
                  <a:lnTo>
                    <a:pt x="380054" y="894394"/>
                  </a:lnTo>
                  <a:close/>
                  <a:moveTo>
                    <a:pt x="342318" y="893370"/>
                  </a:moveTo>
                  <a:lnTo>
                    <a:pt x="365229" y="893370"/>
                  </a:lnTo>
                  <a:lnTo>
                    <a:pt x="365229" y="894394"/>
                  </a:lnTo>
                  <a:lnTo>
                    <a:pt x="342318" y="894394"/>
                  </a:lnTo>
                  <a:close/>
                  <a:moveTo>
                    <a:pt x="656334" y="891321"/>
                  </a:moveTo>
                  <a:lnTo>
                    <a:pt x="995957" y="891321"/>
                  </a:lnTo>
                  <a:lnTo>
                    <a:pt x="995957" y="894394"/>
                  </a:lnTo>
                  <a:lnTo>
                    <a:pt x="656334" y="894394"/>
                  </a:lnTo>
                  <a:close/>
                  <a:moveTo>
                    <a:pt x="591644" y="891321"/>
                  </a:moveTo>
                  <a:lnTo>
                    <a:pt x="626685" y="891321"/>
                  </a:lnTo>
                  <a:lnTo>
                    <a:pt x="626685" y="894394"/>
                  </a:lnTo>
                  <a:lnTo>
                    <a:pt x="591644" y="894394"/>
                  </a:lnTo>
                  <a:close/>
                  <a:moveTo>
                    <a:pt x="413747" y="892345"/>
                  </a:moveTo>
                  <a:lnTo>
                    <a:pt x="444744" y="892345"/>
                  </a:lnTo>
                  <a:lnTo>
                    <a:pt x="444744" y="894394"/>
                  </a:lnTo>
                  <a:lnTo>
                    <a:pt x="413747" y="894394"/>
                  </a:lnTo>
                  <a:close/>
                  <a:moveTo>
                    <a:pt x="506739" y="890297"/>
                  </a:moveTo>
                  <a:lnTo>
                    <a:pt x="539084" y="890297"/>
                  </a:lnTo>
                  <a:lnTo>
                    <a:pt x="539084" y="894394"/>
                  </a:lnTo>
                  <a:lnTo>
                    <a:pt x="506739" y="894394"/>
                  </a:lnTo>
                  <a:close/>
                  <a:moveTo>
                    <a:pt x="591644" y="894394"/>
                  </a:moveTo>
                  <a:lnTo>
                    <a:pt x="602426" y="894394"/>
                  </a:lnTo>
                  <a:lnTo>
                    <a:pt x="602426" y="895419"/>
                  </a:lnTo>
                  <a:lnTo>
                    <a:pt x="591644" y="895419"/>
                  </a:lnTo>
                  <a:close/>
                  <a:moveTo>
                    <a:pt x="657682" y="894394"/>
                  </a:moveTo>
                  <a:lnTo>
                    <a:pt x="995957" y="894394"/>
                  </a:lnTo>
                  <a:lnTo>
                    <a:pt x="995957" y="895419"/>
                  </a:lnTo>
                  <a:lnTo>
                    <a:pt x="657682" y="895419"/>
                  </a:lnTo>
                  <a:close/>
                  <a:moveTo>
                    <a:pt x="459569" y="893370"/>
                  </a:moveTo>
                  <a:lnTo>
                    <a:pt x="491914" y="893370"/>
                  </a:lnTo>
                  <a:lnTo>
                    <a:pt x="491914" y="895419"/>
                  </a:lnTo>
                  <a:lnTo>
                    <a:pt x="459569" y="895419"/>
                  </a:lnTo>
                  <a:close/>
                  <a:moveTo>
                    <a:pt x="413747" y="894394"/>
                  </a:moveTo>
                  <a:lnTo>
                    <a:pt x="443396" y="894394"/>
                  </a:lnTo>
                  <a:lnTo>
                    <a:pt x="443396" y="895419"/>
                  </a:lnTo>
                  <a:lnTo>
                    <a:pt x="413747" y="895419"/>
                  </a:lnTo>
                  <a:close/>
                  <a:moveTo>
                    <a:pt x="2695" y="876979"/>
                  </a:moveTo>
                  <a:lnTo>
                    <a:pt x="328841" y="876979"/>
                  </a:lnTo>
                  <a:lnTo>
                    <a:pt x="328841" y="896443"/>
                  </a:lnTo>
                  <a:lnTo>
                    <a:pt x="2695" y="896443"/>
                  </a:lnTo>
                  <a:close/>
                  <a:moveTo>
                    <a:pt x="603774" y="894394"/>
                  </a:moveTo>
                  <a:lnTo>
                    <a:pt x="623989" y="894394"/>
                  </a:lnTo>
                  <a:lnTo>
                    <a:pt x="623989" y="896443"/>
                  </a:lnTo>
                  <a:lnTo>
                    <a:pt x="603774" y="896443"/>
                  </a:lnTo>
                  <a:close/>
                  <a:moveTo>
                    <a:pt x="591644" y="895419"/>
                  </a:moveTo>
                  <a:lnTo>
                    <a:pt x="599730" y="895419"/>
                  </a:lnTo>
                  <a:lnTo>
                    <a:pt x="599730" y="896443"/>
                  </a:lnTo>
                  <a:lnTo>
                    <a:pt x="591644" y="896443"/>
                  </a:lnTo>
                  <a:close/>
                  <a:moveTo>
                    <a:pt x="458221" y="895419"/>
                  </a:moveTo>
                  <a:lnTo>
                    <a:pt x="491914" y="895419"/>
                  </a:lnTo>
                  <a:lnTo>
                    <a:pt x="491914" y="897467"/>
                  </a:lnTo>
                  <a:lnTo>
                    <a:pt x="458221" y="897467"/>
                  </a:lnTo>
                  <a:close/>
                  <a:moveTo>
                    <a:pt x="413747" y="895419"/>
                  </a:moveTo>
                  <a:lnTo>
                    <a:pt x="442049" y="895419"/>
                  </a:lnTo>
                  <a:lnTo>
                    <a:pt x="442049" y="897467"/>
                  </a:lnTo>
                  <a:lnTo>
                    <a:pt x="413747" y="897467"/>
                  </a:lnTo>
                  <a:close/>
                  <a:moveTo>
                    <a:pt x="555256" y="893370"/>
                  </a:moveTo>
                  <a:lnTo>
                    <a:pt x="580863" y="893370"/>
                  </a:lnTo>
                  <a:lnTo>
                    <a:pt x="580863" y="897467"/>
                  </a:lnTo>
                  <a:lnTo>
                    <a:pt x="555256" y="897467"/>
                  </a:lnTo>
                  <a:close/>
                  <a:moveTo>
                    <a:pt x="659030" y="895419"/>
                  </a:moveTo>
                  <a:lnTo>
                    <a:pt x="995957" y="895419"/>
                  </a:lnTo>
                  <a:lnTo>
                    <a:pt x="995957" y="897467"/>
                  </a:lnTo>
                  <a:lnTo>
                    <a:pt x="659030" y="897467"/>
                  </a:lnTo>
                  <a:close/>
                  <a:moveTo>
                    <a:pt x="506739" y="894394"/>
                  </a:moveTo>
                  <a:lnTo>
                    <a:pt x="540431" y="894394"/>
                  </a:lnTo>
                  <a:lnTo>
                    <a:pt x="540431" y="897467"/>
                  </a:lnTo>
                  <a:lnTo>
                    <a:pt x="506739" y="897467"/>
                  </a:lnTo>
                  <a:close/>
                  <a:moveTo>
                    <a:pt x="603774" y="896443"/>
                  </a:moveTo>
                  <a:lnTo>
                    <a:pt x="622642" y="896443"/>
                  </a:lnTo>
                  <a:lnTo>
                    <a:pt x="622642" y="897467"/>
                  </a:lnTo>
                  <a:lnTo>
                    <a:pt x="603774" y="897467"/>
                  </a:lnTo>
                  <a:close/>
                  <a:moveTo>
                    <a:pt x="591644" y="896443"/>
                  </a:moveTo>
                  <a:lnTo>
                    <a:pt x="595687" y="896443"/>
                  </a:lnTo>
                  <a:lnTo>
                    <a:pt x="595687" y="897467"/>
                  </a:lnTo>
                  <a:lnTo>
                    <a:pt x="591644" y="897467"/>
                  </a:lnTo>
                  <a:close/>
                  <a:moveTo>
                    <a:pt x="413747" y="897467"/>
                  </a:moveTo>
                  <a:lnTo>
                    <a:pt x="444744" y="897467"/>
                  </a:lnTo>
                  <a:lnTo>
                    <a:pt x="444744" y="898492"/>
                  </a:lnTo>
                  <a:lnTo>
                    <a:pt x="413747" y="898492"/>
                  </a:lnTo>
                  <a:close/>
                  <a:moveTo>
                    <a:pt x="2695" y="896443"/>
                  </a:moveTo>
                  <a:lnTo>
                    <a:pt x="330189" y="896443"/>
                  </a:lnTo>
                  <a:lnTo>
                    <a:pt x="330189" y="898492"/>
                  </a:lnTo>
                  <a:lnTo>
                    <a:pt x="2695" y="898492"/>
                  </a:lnTo>
                  <a:close/>
                  <a:moveTo>
                    <a:pt x="556604" y="897467"/>
                  </a:moveTo>
                  <a:lnTo>
                    <a:pt x="580863" y="897467"/>
                  </a:lnTo>
                  <a:lnTo>
                    <a:pt x="580863" y="898492"/>
                  </a:lnTo>
                  <a:lnTo>
                    <a:pt x="556604" y="898492"/>
                  </a:lnTo>
                  <a:close/>
                  <a:moveTo>
                    <a:pt x="555256" y="898492"/>
                  </a:moveTo>
                  <a:lnTo>
                    <a:pt x="579515" y="898492"/>
                  </a:lnTo>
                  <a:lnTo>
                    <a:pt x="579515" y="899516"/>
                  </a:lnTo>
                  <a:lnTo>
                    <a:pt x="555256" y="899516"/>
                  </a:lnTo>
                  <a:close/>
                  <a:moveTo>
                    <a:pt x="661725" y="897467"/>
                  </a:moveTo>
                  <a:lnTo>
                    <a:pt x="995957" y="897467"/>
                  </a:lnTo>
                  <a:lnTo>
                    <a:pt x="995957" y="899516"/>
                  </a:lnTo>
                  <a:lnTo>
                    <a:pt x="661725" y="899516"/>
                  </a:lnTo>
                  <a:close/>
                  <a:moveTo>
                    <a:pt x="378706" y="898492"/>
                  </a:moveTo>
                  <a:lnTo>
                    <a:pt x="447439" y="898492"/>
                  </a:lnTo>
                  <a:lnTo>
                    <a:pt x="447439" y="899516"/>
                  </a:lnTo>
                  <a:lnTo>
                    <a:pt x="378706" y="899516"/>
                  </a:lnTo>
                  <a:close/>
                  <a:moveTo>
                    <a:pt x="456873" y="897467"/>
                  </a:moveTo>
                  <a:lnTo>
                    <a:pt x="491914" y="897467"/>
                  </a:lnTo>
                  <a:lnTo>
                    <a:pt x="491914" y="899516"/>
                  </a:lnTo>
                  <a:lnTo>
                    <a:pt x="456873" y="899516"/>
                  </a:lnTo>
                  <a:close/>
                  <a:moveTo>
                    <a:pt x="605121" y="897467"/>
                  </a:moveTo>
                  <a:lnTo>
                    <a:pt x="621294" y="897467"/>
                  </a:lnTo>
                  <a:lnTo>
                    <a:pt x="621294" y="899516"/>
                  </a:lnTo>
                  <a:lnTo>
                    <a:pt x="605121" y="899516"/>
                  </a:lnTo>
                  <a:close/>
                  <a:moveTo>
                    <a:pt x="646900" y="899516"/>
                  </a:moveTo>
                  <a:lnTo>
                    <a:pt x="649596" y="899516"/>
                  </a:lnTo>
                  <a:lnTo>
                    <a:pt x="649596" y="900541"/>
                  </a:lnTo>
                  <a:lnTo>
                    <a:pt x="646900" y="900541"/>
                  </a:lnTo>
                  <a:close/>
                  <a:moveTo>
                    <a:pt x="551213" y="899516"/>
                  </a:moveTo>
                  <a:lnTo>
                    <a:pt x="579515" y="899516"/>
                  </a:lnTo>
                  <a:lnTo>
                    <a:pt x="579515" y="900541"/>
                  </a:lnTo>
                  <a:lnTo>
                    <a:pt x="551213" y="900541"/>
                  </a:lnTo>
                  <a:close/>
                  <a:moveTo>
                    <a:pt x="377358" y="899516"/>
                  </a:moveTo>
                  <a:lnTo>
                    <a:pt x="450135" y="899516"/>
                  </a:lnTo>
                  <a:lnTo>
                    <a:pt x="450135" y="900541"/>
                  </a:lnTo>
                  <a:lnTo>
                    <a:pt x="377358" y="900541"/>
                  </a:lnTo>
                  <a:close/>
                  <a:moveTo>
                    <a:pt x="455526" y="899516"/>
                  </a:moveTo>
                  <a:lnTo>
                    <a:pt x="491914" y="899516"/>
                  </a:lnTo>
                  <a:lnTo>
                    <a:pt x="491914" y="900541"/>
                  </a:lnTo>
                  <a:lnTo>
                    <a:pt x="455526" y="900541"/>
                  </a:lnTo>
                  <a:close/>
                  <a:moveTo>
                    <a:pt x="630728" y="899516"/>
                  </a:moveTo>
                  <a:lnTo>
                    <a:pt x="633423" y="899516"/>
                  </a:lnTo>
                  <a:lnTo>
                    <a:pt x="633423" y="900541"/>
                  </a:lnTo>
                  <a:lnTo>
                    <a:pt x="630728" y="900541"/>
                  </a:lnTo>
                  <a:close/>
                  <a:moveTo>
                    <a:pt x="645553" y="900541"/>
                  </a:moveTo>
                  <a:lnTo>
                    <a:pt x="650943" y="900541"/>
                  </a:lnTo>
                  <a:lnTo>
                    <a:pt x="650943" y="901565"/>
                  </a:lnTo>
                  <a:lnTo>
                    <a:pt x="645553" y="901565"/>
                  </a:lnTo>
                  <a:close/>
                  <a:moveTo>
                    <a:pt x="377358" y="900541"/>
                  </a:moveTo>
                  <a:lnTo>
                    <a:pt x="451482" y="900541"/>
                  </a:lnTo>
                  <a:lnTo>
                    <a:pt x="451482" y="901565"/>
                  </a:lnTo>
                  <a:lnTo>
                    <a:pt x="377358" y="901565"/>
                  </a:lnTo>
                  <a:close/>
                  <a:moveTo>
                    <a:pt x="664420" y="899516"/>
                  </a:moveTo>
                  <a:lnTo>
                    <a:pt x="995957" y="899516"/>
                  </a:lnTo>
                  <a:lnTo>
                    <a:pt x="995957" y="901565"/>
                  </a:lnTo>
                  <a:lnTo>
                    <a:pt x="664420" y="901565"/>
                  </a:lnTo>
                  <a:close/>
                  <a:moveTo>
                    <a:pt x="605121" y="899516"/>
                  </a:moveTo>
                  <a:lnTo>
                    <a:pt x="618598" y="899516"/>
                  </a:lnTo>
                  <a:lnTo>
                    <a:pt x="618598" y="901565"/>
                  </a:lnTo>
                  <a:lnTo>
                    <a:pt x="605121" y="901565"/>
                  </a:lnTo>
                  <a:close/>
                  <a:moveTo>
                    <a:pt x="548518" y="900541"/>
                  </a:moveTo>
                  <a:lnTo>
                    <a:pt x="579515" y="900541"/>
                  </a:lnTo>
                  <a:lnTo>
                    <a:pt x="579515" y="901565"/>
                  </a:lnTo>
                  <a:lnTo>
                    <a:pt x="548518" y="901565"/>
                  </a:lnTo>
                  <a:close/>
                  <a:moveTo>
                    <a:pt x="454178" y="900541"/>
                  </a:moveTo>
                  <a:lnTo>
                    <a:pt x="491914" y="900541"/>
                  </a:lnTo>
                  <a:lnTo>
                    <a:pt x="491914" y="901565"/>
                  </a:lnTo>
                  <a:lnTo>
                    <a:pt x="454178" y="901565"/>
                  </a:lnTo>
                  <a:close/>
                  <a:moveTo>
                    <a:pt x="605121" y="901565"/>
                  </a:moveTo>
                  <a:lnTo>
                    <a:pt x="615903" y="901565"/>
                  </a:lnTo>
                  <a:lnTo>
                    <a:pt x="615903" y="902589"/>
                  </a:lnTo>
                  <a:lnTo>
                    <a:pt x="605121" y="902589"/>
                  </a:lnTo>
                  <a:close/>
                  <a:moveTo>
                    <a:pt x="545822" y="901565"/>
                  </a:moveTo>
                  <a:lnTo>
                    <a:pt x="575472" y="901565"/>
                  </a:lnTo>
                  <a:lnTo>
                    <a:pt x="575472" y="902589"/>
                  </a:lnTo>
                  <a:lnTo>
                    <a:pt x="545822" y="902589"/>
                  </a:lnTo>
                  <a:close/>
                  <a:moveTo>
                    <a:pt x="667116" y="901565"/>
                  </a:moveTo>
                  <a:lnTo>
                    <a:pt x="995957" y="901565"/>
                  </a:lnTo>
                  <a:lnTo>
                    <a:pt x="995957" y="902589"/>
                  </a:lnTo>
                  <a:lnTo>
                    <a:pt x="667116" y="902589"/>
                  </a:lnTo>
                  <a:close/>
                  <a:moveTo>
                    <a:pt x="646900" y="901565"/>
                  </a:moveTo>
                  <a:lnTo>
                    <a:pt x="652291" y="901565"/>
                  </a:lnTo>
                  <a:lnTo>
                    <a:pt x="652291" y="902589"/>
                  </a:lnTo>
                  <a:lnTo>
                    <a:pt x="646900" y="902589"/>
                  </a:lnTo>
                  <a:close/>
                  <a:moveTo>
                    <a:pt x="630728" y="900541"/>
                  </a:moveTo>
                  <a:lnTo>
                    <a:pt x="634771" y="900541"/>
                  </a:lnTo>
                  <a:lnTo>
                    <a:pt x="634771" y="902589"/>
                  </a:lnTo>
                  <a:lnTo>
                    <a:pt x="630728" y="902589"/>
                  </a:lnTo>
                  <a:close/>
                  <a:moveTo>
                    <a:pt x="506739" y="897467"/>
                  </a:moveTo>
                  <a:lnTo>
                    <a:pt x="541779" y="897467"/>
                  </a:lnTo>
                  <a:lnTo>
                    <a:pt x="541779" y="902589"/>
                  </a:lnTo>
                  <a:lnTo>
                    <a:pt x="506739" y="902589"/>
                  </a:lnTo>
                  <a:close/>
                  <a:moveTo>
                    <a:pt x="2695" y="898492"/>
                  </a:moveTo>
                  <a:lnTo>
                    <a:pt x="365229" y="898492"/>
                  </a:lnTo>
                  <a:lnTo>
                    <a:pt x="365229" y="903614"/>
                  </a:lnTo>
                  <a:lnTo>
                    <a:pt x="2695" y="903614"/>
                  </a:lnTo>
                  <a:close/>
                  <a:moveTo>
                    <a:pt x="603774" y="902589"/>
                  </a:moveTo>
                  <a:lnTo>
                    <a:pt x="615903" y="902589"/>
                  </a:lnTo>
                  <a:lnTo>
                    <a:pt x="615903" y="903614"/>
                  </a:lnTo>
                  <a:lnTo>
                    <a:pt x="603774" y="903614"/>
                  </a:lnTo>
                  <a:close/>
                  <a:moveTo>
                    <a:pt x="378706" y="901565"/>
                  </a:moveTo>
                  <a:lnTo>
                    <a:pt x="491914" y="901565"/>
                  </a:lnTo>
                  <a:lnTo>
                    <a:pt x="491914" y="903614"/>
                  </a:lnTo>
                  <a:lnTo>
                    <a:pt x="378706" y="903614"/>
                  </a:lnTo>
                  <a:close/>
                  <a:moveTo>
                    <a:pt x="645553" y="902589"/>
                  </a:moveTo>
                  <a:lnTo>
                    <a:pt x="652291" y="902589"/>
                  </a:lnTo>
                  <a:lnTo>
                    <a:pt x="652291" y="903614"/>
                  </a:lnTo>
                  <a:lnTo>
                    <a:pt x="645553" y="903614"/>
                  </a:lnTo>
                  <a:close/>
                  <a:moveTo>
                    <a:pt x="629380" y="902589"/>
                  </a:moveTo>
                  <a:lnTo>
                    <a:pt x="634771" y="902589"/>
                  </a:lnTo>
                  <a:lnTo>
                    <a:pt x="634771" y="903614"/>
                  </a:lnTo>
                  <a:lnTo>
                    <a:pt x="629380" y="903614"/>
                  </a:lnTo>
                  <a:close/>
                  <a:moveTo>
                    <a:pt x="506739" y="902589"/>
                  </a:moveTo>
                  <a:lnTo>
                    <a:pt x="572776" y="902589"/>
                  </a:lnTo>
                  <a:lnTo>
                    <a:pt x="572776" y="903614"/>
                  </a:lnTo>
                  <a:lnTo>
                    <a:pt x="506739" y="903614"/>
                  </a:lnTo>
                  <a:close/>
                  <a:moveTo>
                    <a:pt x="668464" y="902589"/>
                  </a:moveTo>
                  <a:lnTo>
                    <a:pt x="995957" y="902589"/>
                  </a:lnTo>
                  <a:lnTo>
                    <a:pt x="995957" y="903614"/>
                  </a:lnTo>
                  <a:lnTo>
                    <a:pt x="668464" y="903614"/>
                  </a:lnTo>
                  <a:close/>
                  <a:moveTo>
                    <a:pt x="506739" y="903614"/>
                  </a:moveTo>
                  <a:lnTo>
                    <a:pt x="567385" y="903614"/>
                  </a:lnTo>
                  <a:lnTo>
                    <a:pt x="567385" y="904638"/>
                  </a:lnTo>
                  <a:lnTo>
                    <a:pt x="506739" y="904638"/>
                  </a:lnTo>
                  <a:close/>
                  <a:moveTo>
                    <a:pt x="669811" y="903614"/>
                  </a:moveTo>
                  <a:lnTo>
                    <a:pt x="995957" y="903614"/>
                  </a:lnTo>
                  <a:lnTo>
                    <a:pt x="995957" y="904638"/>
                  </a:lnTo>
                  <a:lnTo>
                    <a:pt x="669811" y="904638"/>
                  </a:lnTo>
                  <a:close/>
                  <a:moveTo>
                    <a:pt x="645553" y="903614"/>
                  </a:moveTo>
                  <a:lnTo>
                    <a:pt x="653639" y="903614"/>
                  </a:lnTo>
                  <a:lnTo>
                    <a:pt x="653639" y="904638"/>
                  </a:lnTo>
                  <a:lnTo>
                    <a:pt x="645553" y="904638"/>
                  </a:lnTo>
                  <a:close/>
                  <a:moveTo>
                    <a:pt x="601078" y="903614"/>
                  </a:moveTo>
                  <a:lnTo>
                    <a:pt x="613208" y="903614"/>
                  </a:lnTo>
                  <a:lnTo>
                    <a:pt x="613208" y="904638"/>
                  </a:lnTo>
                  <a:lnTo>
                    <a:pt x="601078" y="904638"/>
                  </a:lnTo>
                  <a:close/>
                  <a:moveTo>
                    <a:pt x="628032" y="903614"/>
                  </a:moveTo>
                  <a:lnTo>
                    <a:pt x="634771" y="903614"/>
                  </a:lnTo>
                  <a:lnTo>
                    <a:pt x="634771" y="904638"/>
                  </a:lnTo>
                  <a:lnTo>
                    <a:pt x="628032" y="904638"/>
                  </a:lnTo>
                  <a:close/>
                  <a:moveTo>
                    <a:pt x="506739" y="904638"/>
                  </a:moveTo>
                  <a:lnTo>
                    <a:pt x="566038" y="904638"/>
                  </a:lnTo>
                  <a:lnTo>
                    <a:pt x="566038" y="905663"/>
                  </a:lnTo>
                  <a:lnTo>
                    <a:pt x="506739" y="905663"/>
                  </a:lnTo>
                  <a:close/>
                  <a:moveTo>
                    <a:pt x="671159" y="904638"/>
                  </a:moveTo>
                  <a:lnTo>
                    <a:pt x="995957" y="904638"/>
                  </a:lnTo>
                  <a:lnTo>
                    <a:pt x="995957" y="905663"/>
                  </a:lnTo>
                  <a:lnTo>
                    <a:pt x="671159" y="905663"/>
                  </a:lnTo>
                  <a:close/>
                  <a:moveTo>
                    <a:pt x="645553" y="904638"/>
                  </a:moveTo>
                  <a:lnTo>
                    <a:pt x="654987" y="904638"/>
                  </a:lnTo>
                  <a:lnTo>
                    <a:pt x="654987" y="905663"/>
                  </a:lnTo>
                  <a:lnTo>
                    <a:pt x="645553" y="905663"/>
                  </a:lnTo>
                  <a:close/>
                  <a:moveTo>
                    <a:pt x="626685" y="904638"/>
                  </a:moveTo>
                  <a:lnTo>
                    <a:pt x="634771" y="904638"/>
                  </a:lnTo>
                  <a:lnTo>
                    <a:pt x="634771" y="905663"/>
                  </a:lnTo>
                  <a:lnTo>
                    <a:pt x="626685" y="905663"/>
                  </a:lnTo>
                  <a:close/>
                  <a:moveTo>
                    <a:pt x="597035" y="904638"/>
                  </a:moveTo>
                  <a:lnTo>
                    <a:pt x="611860" y="904638"/>
                  </a:lnTo>
                  <a:lnTo>
                    <a:pt x="611860" y="905663"/>
                  </a:lnTo>
                  <a:lnTo>
                    <a:pt x="597035" y="905663"/>
                  </a:lnTo>
                  <a:close/>
                  <a:moveTo>
                    <a:pt x="625337" y="905663"/>
                  </a:moveTo>
                  <a:lnTo>
                    <a:pt x="634771" y="905663"/>
                  </a:lnTo>
                  <a:lnTo>
                    <a:pt x="634771" y="906687"/>
                  </a:lnTo>
                  <a:lnTo>
                    <a:pt x="625337" y="906687"/>
                  </a:lnTo>
                  <a:close/>
                  <a:moveTo>
                    <a:pt x="594340" y="905663"/>
                  </a:moveTo>
                  <a:lnTo>
                    <a:pt x="609164" y="905663"/>
                  </a:lnTo>
                  <a:lnTo>
                    <a:pt x="609164" y="906687"/>
                  </a:lnTo>
                  <a:lnTo>
                    <a:pt x="594340" y="906687"/>
                  </a:lnTo>
                  <a:close/>
                  <a:moveTo>
                    <a:pt x="673854" y="905663"/>
                  </a:moveTo>
                  <a:lnTo>
                    <a:pt x="995957" y="905663"/>
                  </a:lnTo>
                  <a:lnTo>
                    <a:pt x="995957" y="906687"/>
                  </a:lnTo>
                  <a:lnTo>
                    <a:pt x="673854" y="906687"/>
                  </a:lnTo>
                  <a:close/>
                  <a:moveTo>
                    <a:pt x="2695" y="903614"/>
                  </a:moveTo>
                  <a:lnTo>
                    <a:pt x="327493" y="903614"/>
                  </a:lnTo>
                  <a:lnTo>
                    <a:pt x="327493" y="906687"/>
                  </a:lnTo>
                  <a:lnTo>
                    <a:pt x="2695" y="906687"/>
                  </a:lnTo>
                  <a:close/>
                  <a:moveTo>
                    <a:pt x="645553" y="905663"/>
                  </a:moveTo>
                  <a:lnTo>
                    <a:pt x="656334" y="905663"/>
                  </a:lnTo>
                  <a:lnTo>
                    <a:pt x="656334" y="906687"/>
                  </a:lnTo>
                  <a:lnTo>
                    <a:pt x="645553" y="906687"/>
                  </a:lnTo>
                  <a:close/>
                  <a:moveTo>
                    <a:pt x="623989" y="906687"/>
                  </a:moveTo>
                  <a:lnTo>
                    <a:pt x="634771" y="906687"/>
                  </a:lnTo>
                  <a:lnTo>
                    <a:pt x="634771" y="907711"/>
                  </a:lnTo>
                  <a:lnTo>
                    <a:pt x="623989" y="907711"/>
                  </a:lnTo>
                  <a:close/>
                  <a:moveTo>
                    <a:pt x="588949" y="906687"/>
                  </a:moveTo>
                  <a:lnTo>
                    <a:pt x="607817" y="906687"/>
                  </a:lnTo>
                  <a:lnTo>
                    <a:pt x="607817" y="907711"/>
                  </a:lnTo>
                  <a:lnTo>
                    <a:pt x="588949" y="907711"/>
                  </a:lnTo>
                  <a:close/>
                  <a:moveTo>
                    <a:pt x="675202" y="906687"/>
                  </a:moveTo>
                  <a:lnTo>
                    <a:pt x="995957" y="906687"/>
                  </a:lnTo>
                  <a:lnTo>
                    <a:pt x="995957" y="907711"/>
                  </a:lnTo>
                  <a:lnTo>
                    <a:pt x="675202" y="907711"/>
                  </a:lnTo>
                  <a:close/>
                  <a:moveTo>
                    <a:pt x="645553" y="906687"/>
                  </a:moveTo>
                  <a:lnTo>
                    <a:pt x="657682" y="906687"/>
                  </a:lnTo>
                  <a:lnTo>
                    <a:pt x="657682" y="908736"/>
                  </a:lnTo>
                  <a:lnTo>
                    <a:pt x="645553" y="908736"/>
                  </a:lnTo>
                  <a:close/>
                  <a:moveTo>
                    <a:pt x="2695" y="906687"/>
                  </a:moveTo>
                  <a:lnTo>
                    <a:pt x="326146" y="906687"/>
                  </a:lnTo>
                  <a:lnTo>
                    <a:pt x="326146" y="908736"/>
                  </a:lnTo>
                  <a:lnTo>
                    <a:pt x="2695" y="908736"/>
                  </a:lnTo>
                  <a:close/>
                  <a:moveTo>
                    <a:pt x="587601" y="907711"/>
                  </a:moveTo>
                  <a:lnTo>
                    <a:pt x="605121" y="907711"/>
                  </a:lnTo>
                  <a:lnTo>
                    <a:pt x="605121" y="908736"/>
                  </a:lnTo>
                  <a:lnTo>
                    <a:pt x="587601" y="908736"/>
                  </a:lnTo>
                  <a:close/>
                  <a:moveTo>
                    <a:pt x="416442" y="903614"/>
                  </a:moveTo>
                  <a:lnTo>
                    <a:pt x="491914" y="903614"/>
                  </a:lnTo>
                  <a:lnTo>
                    <a:pt x="491914" y="908736"/>
                  </a:lnTo>
                  <a:lnTo>
                    <a:pt x="416442" y="908736"/>
                  </a:lnTo>
                  <a:close/>
                  <a:moveTo>
                    <a:pt x="622642" y="907711"/>
                  </a:moveTo>
                  <a:lnTo>
                    <a:pt x="634771" y="907711"/>
                  </a:lnTo>
                  <a:lnTo>
                    <a:pt x="634771" y="908736"/>
                  </a:lnTo>
                  <a:lnTo>
                    <a:pt x="622642" y="908736"/>
                  </a:lnTo>
                  <a:close/>
                  <a:moveTo>
                    <a:pt x="582210" y="908736"/>
                  </a:moveTo>
                  <a:lnTo>
                    <a:pt x="603774" y="908736"/>
                  </a:lnTo>
                  <a:lnTo>
                    <a:pt x="603774" y="909760"/>
                  </a:lnTo>
                  <a:lnTo>
                    <a:pt x="582210" y="909760"/>
                  </a:lnTo>
                  <a:close/>
                  <a:moveTo>
                    <a:pt x="677898" y="907711"/>
                  </a:moveTo>
                  <a:lnTo>
                    <a:pt x="995957" y="907711"/>
                  </a:lnTo>
                  <a:lnTo>
                    <a:pt x="995957" y="909760"/>
                  </a:lnTo>
                  <a:lnTo>
                    <a:pt x="677898" y="909760"/>
                  </a:lnTo>
                  <a:close/>
                  <a:moveTo>
                    <a:pt x="378706" y="908736"/>
                  </a:moveTo>
                  <a:lnTo>
                    <a:pt x="491914" y="908736"/>
                  </a:lnTo>
                  <a:lnTo>
                    <a:pt x="491914" y="909760"/>
                  </a:lnTo>
                  <a:lnTo>
                    <a:pt x="378706" y="909760"/>
                  </a:lnTo>
                  <a:close/>
                  <a:moveTo>
                    <a:pt x="621294" y="908736"/>
                  </a:moveTo>
                  <a:lnTo>
                    <a:pt x="634771" y="908736"/>
                  </a:lnTo>
                  <a:lnTo>
                    <a:pt x="634771" y="909760"/>
                  </a:lnTo>
                  <a:lnTo>
                    <a:pt x="621294" y="909760"/>
                  </a:lnTo>
                  <a:close/>
                  <a:moveTo>
                    <a:pt x="645553" y="908736"/>
                  </a:moveTo>
                  <a:lnTo>
                    <a:pt x="660377" y="908736"/>
                  </a:lnTo>
                  <a:lnTo>
                    <a:pt x="660377" y="910785"/>
                  </a:lnTo>
                  <a:lnTo>
                    <a:pt x="645553" y="910785"/>
                  </a:lnTo>
                  <a:close/>
                  <a:moveTo>
                    <a:pt x="579515" y="909760"/>
                  </a:moveTo>
                  <a:lnTo>
                    <a:pt x="601078" y="909760"/>
                  </a:lnTo>
                  <a:lnTo>
                    <a:pt x="601078" y="910785"/>
                  </a:lnTo>
                  <a:lnTo>
                    <a:pt x="579515" y="910785"/>
                  </a:lnTo>
                  <a:close/>
                  <a:moveTo>
                    <a:pt x="679245" y="909760"/>
                  </a:moveTo>
                  <a:lnTo>
                    <a:pt x="995957" y="909760"/>
                  </a:lnTo>
                  <a:lnTo>
                    <a:pt x="995957" y="910785"/>
                  </a:lnTo>
                  <a:lnTo>
                    <a:pt x="679245" y="910785"/>
                  </a:lnTo>
                  <a:close/>
                  <a:moveTo>
                    <a:pt x="619946" y="909760"/>
                  </a:moveTo>
                  <a:lnTo>
                    <a:pt x="634771" y="909760"/>
                  </a:lnTo>
                  <a:lnTo>
                    <a:pt x="634771" y="910785"/>
                  </a:lnTo>
                  <a:lnTo>
                    <a:pt x="619946" y="910785"/>
                  </a:lnTo>
                  <a:close/>
                  <a:moveTo>
                    <a:pt x="677898" y="910785"/>
                  </a:moveTo>
                  <a:lnTo>
                    <a:pt x="995957" y="910785"/>
                  </a:lnTo>
                  <a:lnTo>
                    <a:pt x="995957" y="911809"/>
                  </a:lnTo>
                  <a:lnTo>
                    <a:pt x="677898" y="911809"/>
                  </a:lnTo>
                  <a:close/>
                  <a:moveTo>
                    <a:pt x="618598" y="910785"/>
                  </a:moveTo>
                  <a:lnTo>
                    <a:pt x="634771" y="910785"/>
                  </a:lnTo>
                  <a:lnTo>
                    <a:pt x="634771" y="911809"/>
                  </a:lnTo>
                  <a:lnTo>
                    <a:pt x="618598" y="911809"/>
                  </a:lnTo>
                  <a:close/>
                  <a:moveTo>
                    <a:pt x="377358" y="909760"/>
                  </a:moveTo>
                  <a:lnTo>
                    <a:pt x="491914" y="909760"/>
                  </a:lnTo>
                  <a:lnTo>
                    <a:pt x="491914" y="911809"/>
                  </a:lnTo>
                  <a:lnTo>
                    <a:pt x="377358" y="911809"/>
                  </a:lnTo>
                  <a:close/>
                  <a:moveTo>
                    <a:pt x="574124" y="910785"/>
                  </a:moveTo>
                  <a:lnTo>
                    <a:pt x="601078" y="910785"/>
                  </a:lnTo>
                  <a:lnTo>
                    <a:pt x="601078" y="911809"/>
                  </a:lnTo>
                  <a:lnTo>
                    <a:pt x="574124" y="911809"/>
                  </a:lnTo>
                  <a:close/>
                  <a:moveTo>
                    <a:pt x="645553" y="910785"/>
                  </a:moveTo>
                  <a:lnTo>
                    <a:pt x="663073" y="910785"/>
                  </a:lnTo>
                  <a:lnTo>
                    <a:pt x="663073" y="911809"/>
                  </a:lnTo>
                  <a:lnTo>
                    <a:pt x="645553" y="911809"/>
                  </a:lnTo>
                  <a:close/>
                  <a:moveTo>
                    <a:pt x="572776" y="911809"/>
                  </a:moveTo>
                  <a:lnTo>
                    <a:pt x="603774" y="911809"/>
                  </a:lnTo>
                  <a:lnTo>
                    <a:pt x="603774" y="912833"/>
                  </a:lnTo>
                  <a:lnTo>
                    <a:pt x="572776" y="912833"/>
                  </a:lnTo>
                  <a:close/>
                  <a:moveTo>
                    <a:pt x="617251" y="911809"/>
                  </a:moveTo>
                  <a:lnTo>
                    <a:pt x="634771" y="911809"/>
                  </a:lnTo>
                  <a:lnTo>
                    <a:pt x="634771" y="912833"/>
                  </a:lnTo>
                  <a:lnTo>
                    <a:pt x="617251" y="912833"/>
                  </a:lnTo>
                  <a:close/>
                  <a:moveTo>
                    <a:pt x="506739" y="905663"/>
                  </a:moveTo>
                  <a:lnTo>
                    <a:pt x="567385" y="905663"/>
                  </a:lnTo>
                  <a:lnTo>
                    <a:pt x="567385" y="912833"/>
                  </a:lnTo>
                  <a:lnTo>
                    <a:pt x="506739" y="912833"/>
                  </a:lnTo>
                  <a:close/>
                  <a:moveTo>
                    <a:pt x="676550" y="911809"/>
                  </a:moveTo>
                  <a:lnTo>
                    <a:pt x="995957" y="911809"/>
                  </a:lnTo>
                  <a:lnTo>
                    <a:pt x="995957" y="912833"/>
                  </a:lnTo>
                  <a:lnTo>
                    <a:pt x="676550" y="912833"/>
                  </a:lnTo>
                  <a:close/>
                  <a:moveTo>
                    <a:pt x="377358" y="911809"/>
                  </a:moveTo>
                  <a:lnTo>
                    <a:pt x="489218" y="911809"/>
                  </a:lnTo>
                  <a:lnTo>
                    <a:pt x="489218" y="912833"/>
                  </a:lnTo>
                  <a:lnTo>
                    <a:pt x="377358" y="912833"/>
                  </a:lnTo>
                  <a:close/>
                  <a:moveTo>
                    <a:pt x="645553" y="911809"/>
                  </a:moveTo>
                  <a:lnTo>
                    <a:pt x="664420" y="911809"/>
                  </a:lnTo>
                  <a:lnTo>
                    <a:pt x="664420" y="912833"/>
                  </a:lnTo>
                  <a:lnTo>
                    <a:pt x="645553" y="912833"/>
                  </a:lnTo>
                  <a:close/>
                  <a:moveTo>
                    <a:pt x="505391" y="912833"/>
                  </a:moveTo>
                  <a:lnTo>
                    <a:pt x="603774" y="912833"/>
                  </a:lnTo>
                  <a:lnTo>
                    <a:pt x="603774" y="913858"/>
                  </a:lnTo>
                  <a:lnTo>
                    <a:pt x="505391" y="913858"/>
                  </a:lnTo>
                  <a:close/>
                  <a:moveTo>
                    <a:pt x="2695" y="908736"/>
                  </a:moveTo>
                  <a:lnTo>
                    <a:pt x="365229" y="908736"/>
                  </a:lnTo>
                  <a:lnTo>
                    <a:pt x="365229" y="913858"/>
                  </a:lnTo>
                  <a:lnTo>
                    <a:pt x="2695" y="913858"/>
                  </a:lnTo>
                  <a:close/>
                  <a:moveTo>
                    <a:pt x="615903" y="912833"/>
                  </a:moveTo>
                  <a:lnTo>
                    <a:pt x="634771" y="912833"/>
                  </a:lnTo>
                  <a:lnTo>
                    <a:pt x="634771" y="913858"/>
                  </a:lnTo>
                  <a:lnTo>
                    <a:pt x="615903" y="913858"/>
                  </a:lnTo>
                  <a:close/>
                  <a:moveTo>
                    <a:pt x="645553" y="912833"/>
                  </a:moveTo>
                  <a:lnTo>
                    <a:pt x="665768" y="912833"/>
                  </a:lnTo>
                  <a:lnTo>
                    <a:pt x="665768" y="913858"/>
                  </a:lnTo>
                  <a:lnTo>
                    <a:pt x="645553" y="913858"/>
                  </a:lnTo>
                  <a:close/>
                  <a:moveTo>
                    <a:pt x="378706" y="912833"/>
                  </a:moveTo>
                  <a:lnTo>
                    <a:pt x="470350" y="912833"/>
                  </a:lnTo>
                  <a:lnTo>
                    <a:pt x="470350" y="913858"/>
                  </a:lnTo>
                  <a:lnTo>
                    <a:pt x="378706" y="913858"/>
                  </a:lnTo>
                  <a:close/>
                  <a:moveTo>
                    <a:pt x="675202" y="912833"/>
                  </a:moveTo>
                  <a:lnTo>
                    <a:pt x="995957" y="912833"/>
                  </a:lnTo>
                  <a:lnTo>
                    <a:pt x="995957" y="913858"/>
                  </a:lnTo>
                  <a:lnTo>
                    <a:pt x="675202" y="913858"/>
                  </a:lnTo>
                  <a:close/>
                  <a:moveTo>
                    <a:pt x="614555" y="913858"/>
                  </a:moveTo>
                  <a:lnTo>
                    <a:pt x="634771" y="913858"/>
                  </a:lnTo>
                  <a:lnTo>
                    <a:pt x="634771" y="914882"/>
                  </a:lnTo>
                  <a:lnTo>
                    <a:pt x="614555" y="914882"/>
                  </a:lnTo>
                  <a:close/>
                  <a:moveTo>
                    <a:pt x="425876" y="913858"/>
                  </a:moveTo>
                  <a:lnTo>
                    <a:pt x="471698" y="913858"/>
                  </a:lnTo>
                  <a:lnTo>
                    <a:pt x="471698" y="914882"/>
                  </a:lnTo>
                  <a:lnTo>
                    <a:pt x="425876" y="914882"/>
                  </a:lnTo>
                  <a:close/>
                  <a:moveTo>
                    <a:pt x="505391" y="913858"/>
                  </a:moveTo>
                  <a:lnTo>
                    <a:pt x="605121" y="913858"/>
                  </a:lnTo>
                  <a:lnTo>
                    <a:pt x="605121" y="914882"/>
                  </a:lnTo>
                  <a:lnTo>
                    <a:pt x="505391" y="914882"/>
                  </a:lnTo>
                  <a:close/>
                  <a:moveTo>
                    <a:pt x="673854" y="913858"/>
                  </a:moveTo>
                  <a:lnTo>
                    <a:pt x="995957" y="913858"/>
                  </a:lnTo>
                  <a:lnTo>
                    <a:pt x="995957" y="914882"/>
                  </a:lnTo>
                  <a:lnTo>
                    <a:pt x="673854" y="914882"/>
                  </a:lnTo>
                  <a:close/>
                  <a:moveTo>
                    <a:pt x="645553" y="913858"/>
                  </a:moveTo>
                  <a:lnTo>
                    <a:pt x="667116" y="913858"/>
                  </a:lnTo>
                  <a:lnTo>
                    <a:pt x="667116" y="914882"/>
                  </a:lnTo>
                  <a:lnTo>
                    <a:pt x="645553" y="914882"/>
                  </a:lnTo>
                  <a:close/>
                  <a:moveTo>
                    <a:pt x="611860" y="914882"/>
                  </a:moveTo>
                  <a:lnTo>
                    <a:pt x="634771" y="914882"/>
                  </a:lnTo>
                  <a:lnTo>
                    <a:pt x="634771" y="915907"/>
                  </a:lnTo>
                  <a:lnTo>
                    <a:pt x="611860" y="915907"/>
                  </a:lnTo>
                  <a:close/>
                  <a:moveTo>
                    <a:pt x="427224" y="914882"/>
                  </a:moveTo>
                  <a:lnTo>
                    <a:pt x="471698" y="914882"/>
                  </a:lnTo>
                  <a:lnTo>
                    <a:pt x="471698" y="915907"/>
                  </a:lnTo>
                  <a:lnTo>
                    <a:pt x="427224" y="915907"/>
                  </a:lnTo>
                  <a:close/>
                  <a:moveTo>
                    <a:pt x="504043" y="914882"/>
                  </a:moveTo>
                  <a:lnTo>
                    <a:pt x="606469" y="914882"/>
                  </a:lnTo>
                  <a:lnTo>
                    <a:pt x="606469" y="915907"/>
                  </a:lnTo>
                  <a:lnTo>
                    <a:pt x="504043" y="915907"/>
                  </a:lnTo>
                  <a:close/>
                  <a:moveTo>
                    <a:pt x="645553" y="914882"/>
                  </a:moveTo>
                  <a:lnTo>
                    <a:pt x="669811" y="914882"/>
                  </a:lnTo>
                  <a:lnTo>
                    <a:pt x="669811" y="915907"/>
                  </a:lnTo>
                  <a:lnTo>
                    <a:pt x="645553" y="915907"/>
                  </a:lnTo>
                  <a:close/>
                  <a:moveTo>
                    <a:pt x="610512" y="915907"/>
                  </a:moveTo>
                  <a:lnTo>
                    <a:pt x="634771" y="915907"/>
                  </a:lnTo>
                  <a:lnTo>
                    <a:pt x="634771" y="916931"/>
                  </a:lnTo>
                  <a:lnTo>
                    <a:pt x="610512" y="916931"/>
                  </a:lnTo>
                  <a:close/>
                  <a:moveTo>
                    <a:pt x="672507" y="914882"/>
                  </a:moveTo>
                  <a:lnTo>
                    <a:pt x="995957" y="914882"/>
                  </a:lnTo>
                  <a:lnTo>
                    <a:pt x="995957" y="916931"/>
                  </a:lnTo>
                  <a:lnTo>
                    <a:pt x="672507" y="916931"/>
                  </a:lnTo>
                  <a:close/>
                  <a:moveTo>
                    <a:pt x="504043" y="915907"/>
                  </a:moveTo>
                  <a:lnTo>
                    <a:pt x="607817" y="915907"/>
                  </a:lnTo>
                  <a:lnTo>
                    <a:pt x="607817" y="916931"/>
                  </a:lnTo>
                  <a:lnTo>
                    <a:pt x="504043" y="916931"/>
                  </a:lnTo>
                  <a:close/>
                  <a:moveTo>
                    <a:pt x="645553" y="915907"/>
                  </a:moveTo>
                  <a:lnTo>
                    <a:pt x="671159" y="915907"/>
                  </a:lnTo>
                  <a:lnTo>
                    <a:pt x="671159" y="916931"/>
                  </a:lnTo>
                  <a:lnTo>
                    <a:pt x="645553" y="916931"/>
                  </a:lnTo>
                  <a:close/>
                  <a:moveTo>
                    <a:pt x="425876" y="915907"/>
                  </a:moveTo>
                  <a:lnTo>
                    <a:pt x="471698" y="915907"/>
                  </a:lnTo>
                  <a:lnTo>
                    <a:pt x="471698" y="917955"/>
                  </a:lnTo>
                  <a:lnTo>
                    <a:pt x="425876" y="917955"/>
                  </a:lnTo>
                  <a:close/>
                  <a:moveTo>
                    <a:pt x="504043" y="916931"/>
                  </a:moveTo>
                  <a:lnTo>
                    <a:pt x="634771" y="916931"/>
                  </a:lnTo>
                  <a:lnTo>
                    <a:pt x="634771" y="918980"/>
                  </a:lnTo>
                  <a:lnTo>
                    <a:pt x="504043" y="918980"/>
                  </a:lnTo>
                  <a:close/>
                  <a:moveTo>
                    <a:pt x="2695" y="913858"/>
                  </a:moveTo>
                  <a:lnTo>
                    <a:pt x="316712" y="913858"/>
                  </a:lnTo>
                  <a:lnTo>
                    <a:pt x="316712" y="920004"/>
                  </a:lnTo>
                  <a:lnTo>
                    <a:pt x="2695" y="920004"/>
                  </a:lnTo>
                  <a:close/>
                  <a:moveTo>
                    <a:pt x="501348" y="918980"/>
                  </a:moveTo>
                  <a:lnTo>
                    <a:pt x="634771" y="918980"/>
                  </a:lnTo>
                  <a:lnTo>
                    <a:pt x="634771" y="920004"/>
                  </a:lnTo>
                  <a:lnTo>
                    <a:pt x="501348" y="920004"/>
                  </a:lnTo>
                  <a:close/>
                  <a:moveTo>
                    <a:pt x="425876" y="917955"/>
                  </a:moveTo>
                  <a:lnTo>
                    <a:pt x="473046" y="917955"/>
                  </a:lnTo>
                  <a:lnTo>
                    <a:pt x="473046" y="920004"/>
                  </a:lnTo>
                  <a:lnTo>
                    <a:pt x="425876" y="920004"/>
                  </a:lnTo>
                  <a:close/>
                  <a:moveTo>
                    <a:pt x="498652" y="920004"/>
                  </a:moveTo>
                  <a:lnTo>
                    <a:pt x="634771" y="920004"/>
                  </a:lnTo>
                  <a:lnTo>
                    <a:pt x="634771" y="921029"/>
                  </a:lnTo>
                  <a:lnTo>
                    <a:pt x="498652" y="921029"/>
                  </a:lnTo>
                  <a:close/>
                  <a:moveTo>
                    <a:pt x="645553" y="916931"/>
                  </a:moveTo>
                  <a:lnTo>
                    <a:pt x="995957" y="916931"/>
                  </a:lnTo>
                  <a:lnTo>
                    <a:pt x="995957" y="922053"/>
                  </a:lnTo>
                  <a:lnTo>
                    <a:pt x="645553" y="922053"/>
                  </a:lnTo>
                  <a:close/>
                  <a:moveTo>
                    <a:pt x="491914" y="921029"/>
                  </a:moveTo>
                  <a:lnTo>
                    <a:pt x="634771" y="921029"/>
                  </a:lnTo>
                  <a:lnTo>
                    <a:pt x="634771" y="922053"/>
                  </a:lnTo>
                  <a:lnTo>
                    <a:pt x="491914" y="922053"/>
                  </a:lnTo>
                  <a:close/>
                  <a:moveTo>
                    <a:pt x="2695" y="920004"/>
                  </a:moveTo>
                  <a:lnTo>
                    <a:pt x="474394" y="920004"/>
                  </a:lnTo>
                  <a:lnTo>
                    <a:pt x="474394" y="923077"/>
                  </a:lnTo>
                  <a:lnTo>
                    <a:pt x="2695" y="923077"/>
                  </a:lnTo>
                  <a:close/>
                  <a:moveTo>
                    <a:pt x="485175" y="922053"/>
                  </a:moveTo>
                  <a:lnTo>
                    <a:pt x="995957" y="922053"/>
                  </a:lnTo>
                  <a:lnTo>
                    <a:pt x="995957" y="923077"/>
                  </a:lnTo>
                  <a:lnTo>
                    <a:pt x="485175" y="923077"/>
                  </a:lnTo>
                  <a:close/>
                  <a:moveTo>
                    <a:pt x="2695" y="923077"/>
                  </a:moveTo>
                  <a:lnTo>
                    <a:pt x="995957" y="923077"/>
                  </a:lnTo>
                  <a:lnTo>
                    <a:pt x="995957" y="958931"/>
                  </a:lnTo>
                  <a:lnTo>
                    <a:pt x="2695" y="958931"/>
                  </a:lnTo>
                  <a:close/>
                  <a:moveTo>
                    <a:pt x="2695" y="958931"/>
                  </a:moveTo>
                  <a:lnTo>
                    <a:pt x="994609" y="958931"/>
                  </a:lnTo>
                  <a:lnTo>
                    <a:pt x="994609" y="959956"/>
                  </a:lnTo>
                  <a:lnTo>
                    <a:pt x="2695" y="959956"/>
                  </a:lnTo>
                  <a:close/>
                  <a:moveTo>
                    <a:pt x="4043" y="959956"/>
                  </a:moveTo>
                  <a:lnTo>
                    <a:pt x="994609" y="959956"/>
                  </a:lnTo>
                  <a:lnTo>
                    <a:pt x="994609" y="964053"/>
                  </a:lnTo>
                  <a:lnTo>
                    <a:pt x="4043" y="964053"/>
                  </a:lnTo>
                  <a:close/>
                  <a:moveTo>
                    <a:pt x="5391" y="964053"/>
                  </a:moveTo>
                  <a:lnTo>
                    <a:pt x="994609" y="964053"/>
                  </a:lnTo>
                  <a:lnTo>
                    <a:pt x="994609" y="965078"/>
                  </a:lnTo>
                  <a:lnTo>
                    <a:pt x="5391" y="965078"/>
                  </a:lnTo>
                  <a:close/>
                  <a:moveTo>
                    <a:pt x="5391" y="965078"/>
                  </a:moveTo>
                  <a:lnTo>
                    <a:pt x="993261" y="965078"/>
                  </a:lnTo>
                  <a:lnTo>
                    <a:pt x="993261" y="966102"/>
                  </a:lnTo>
                  <a:lnTo>
                    <a:pt x="5391" y="966102"/>
                  </a:lnTo>
                  <a:close/>
                  <a:moveTo>
                    <a:pt x="5391" y="966102"/>
                  </a:moveTo>
                  <a:lnTo>
                    <a:pt x="991914" y="966102"/>
                  </a:lnTo>
                  <a:lnTo>
                    <a:pt x="991914" y="967127"/>
                  </a:lnTo>
                  <a:lnTo>
                    <a:pt x="5391" y="967127"/>
                  </a:lnTo>
                  <a:close/>
                  <a:moveTo>
                    <a:pt x="6739" y="967127"/>
                  </a:moveTo>
                  <a:lnTo>
                    <a:pt x="991914" y="967127"/>
                  </a:lnTo>
                  <a:lnTo>
                    <a:pt x="991914" y="970200"/>
                  </a:lnTo>
                  <a:lnTo>
                    <a:pt x="6739" y="970200"/>
                  </a:lnTo>
                  <a:close/>
                  <a:moveTo>
                    <a:pt x="8086" y="970200"/>
                  </a:moveTo>
                  <a:lnTo>
                    <a:pt x="990566" y="970200"/>
                  </a:lnTo>
                  <a:lnTo>
                    <a:pt x="990566" y="971224"/>
                  </a:lnTo>
                  <a:lnTo>
                    <a:pt x="8086" y="971224"/>
                  </a:lnTo>
                  <a:close/>
                  <a:moveTo>
                    <a:pt x="8086" y="971224"/>
                  </a:moveTo>
                  <a:lnTo>
                    <a:pt x="989218" y="971224"/>
                  </a:lnTo>
                  <a:lnTo>
                    <a:pt x="989218" y="972249"/>
                  </a:lnTo>
                  <a:lnTo>
                    <a:pt x="8086" y="972249"/>
                  </a:lnTo>
                  <a:close/>
                  <a:moveTo>
                    <a:pt x="9434" y="972249"/>
                  </a:moveTo>
                  <a:lnTo>
                    <a:pt x="989218" y="972249"/>
                  </a:lnTo>
                  <a:lnTo>
                    <a:pt x="989218" y="974297"/>
                  </a:lnTo>
                  <a:lnTo>
                    <a:pt x="9434" y="974297"/>
                  </a:lnTo>
                  <a:close/>
                  <a:moveTo>
                    <a:pt x="10782" y="974297"/>
                  </a:moveTo>
                  <a:lnTo>
                    <a:pt x="986523" y="974297"/>
                  </a:lnTo>
                  <a:lnTo>
                    <a:pt x="986523" y="975322"/>
                  </a:lnTo>
                  <a:lnTo>
                    <a:pt x="10782" y="975322"/>
                  </a:lnTo>
                  <a:close/>
                  <a:moveTo>
                    <a:pt x="12129" y="975322"/>
                  </a:moveTo>
                  <a:lnTo>
                    <a:pt x="986523" y="975322"/>
                  </a:lnTo>
                  <a:lnTo>
                    <a:pt x="986523" y="977371"/>
                  </a:lnTo>
                  <a:lnTo>
                    <a:pt x="12129" y="977371"/>
                  </a:lnTo>
                  <a:close/>
                  <a:moveTo>
                    <a:pt x="13477" y="977371"/>
                  </a:moveTo>
                  <a:lnTo>
                    <a:pt x="985175" y="977371"/>
                  </a:lnTo>
                  <a:lnTo>
                    <a:pt x="985175" y="978395"/>
                  </a:lnTo>
                  <a:lnTo>
                    <a:pt x="13477" y="978395"/>
                  </a:lnTo>
                  <a:close/>
                  <a:moveTo>
                    <a:pt x="14825" y="978395"/>
                  </a:moveTo>
                  <a:lnTo>
                    <a:pt x="983827" y="978395"/>
                  </a:lnTo>
                  <a:lnTo>
                    <a:pt x="983827" y="980444"/>
                  </a:lnTo>
                  <a:lnTo>
                    <a:pt x="14825" y="980444"/>
                  </a:lnTo>
                  <a:close/>
                  <a:moveTo>
                    <a:pt x="17520" y="980444"/>
                  </a:moveTo>
                  <a:lnTo>
                    <a:pt x="981132" y="980444"/>
                  </a:lnTo>
                  <a:lnTo>
                    <a:pt x="981132" y="982493"/>
                  </a:lnTo>
                  <a:lnTo>
                    <a:pt x="17520" y="982493"/>
                  </a:lnTo>
                  <a:close/>
                  <a:moveTo>
                    <a:pt x="20216" y="982493"/>
                  </a:moveTo>
                  <a:lnTo>
                    <a:pt x="978437" y="982493"/>
                  </a:lnTo>
                  <a:lnTo>
                    <a:pt x="978437" y="984541"/>
                  </a:lnTo>
                  <a:lnTo>
                    <a:pt x="20216" y="984541"/>
                  </a:lnTo>
                  <a:close/>
                  <a:moveTo>
                    <a:pt x="22911" y="984541"/>
                  </a:moveTo>
                  <a:lnTo>
                    <a:pt x="975741" y="984541"/>
                  </a:lnTo>
                  <a:lnTo>
                    <a:pt x="975741" y="986590"/>
                  </a:lnTo>
                  <a:lnTo>
                    <a:pt x="22911" y="986590"/>
                  </a:lnTo>
                  <a:close/>
                  <a:moveTo>
                    <a:pt x="25606" y="986590"/>
                  </a:moveTo>
                  <a:lnTo>
                    <a:pt x="973046" y="986590"/>
                  </a:lnTo>
                  <a:lnTo>
                    <a:pt x="973046" y="988639"/>
                  </a:lnTo>
                  <a:lnTo>
                    <a:pt x="25606" y="988639"/>
                  </a:lnTo>
                  <a:close/>
                  <a:moveTo>
                    <a:pt x="28302" y="988639"/>
                  </a:moveTo>
                  <a:lnTo>
                    <a:pt x="970350" y="988639"/>
                  </a:lnTo>
                  <a:lnTo>
                    <a:pt x="970350" y="989663"/>
                  </a:lnTo>
                  <a:lnTo>
                    <a:pt x="28302" y="989663"/>
                  </a:lnTo>
                  <a:close/>
                  <a:moveTo>
                    <a:pt x="29650" y="989663"/>
                  </a:moveTo>
                  <a:lnTo>
                    <a:pt x="969003" y="989663"/>
                  </a:lnTo>
                  <a:lnTo>
                    <a:pt x="969003" y="990688"/>
                  </a:lnTo>
                  <a:lnTo>
                    <a:pt x="29650" y="990688"/>
                  </a:lnTo>
                  <a:close/>
                  <a:moveTo>
                    <a:pt x="32345" y="990688"/>
                  </a:moveTo>
                  <a:lnTo>
                    <a:pt x="966307" y="990688"/>
                  </a:lnTo>
                  <a:lnTo>
                    <a:pt x="966307" y="991712"/>
                  </a:lnTo>
                  <a:lnTo>
                    <a:pt x="32345" y="991712"/>
                  </a:lnTo>
                  <a:close/>
                  <a:moveTo>
                    <a:pt x="33693" y="991712"/>
                  </a:moveTo>
                  <a:lnTo>
                    <a:pt x="964960" y="991712"/>
                  </a:lnTo>
                  <a:lnTo>
                    <a:pt x="964960" y="992737"/>
                  </a:lnTo>
                  <a:lnTo>
                    <a:pt x="33693" y="992737"/>
                  </a:lnTo>
                  <a:close/>
                  <a:moveTo>
                    <a:pt x="36388" y="992737"/>
                  </a:moveTo>
                  <a:lnTo>
                    <a:pt x="962264" y="992737"/>
                  </a:lnTo>
                  <a:lnTo>
                    <a:pt x="962264" y="993761"/>
                  </a:lnTo>
                  <a:lnTo>
                    <a:pt x="36388" y="993761"/>
                  </a:lnTo>
                  <a:close/>
                  <a:moveTo>
                    <a:pt x="39084" y="993761"/>
                  </a:moveTo>
                  <a:lnTo>
                    <a:pt x="960916" y="993761"/>
                  </a:lnTo>
                  <a:lnTo>
                    <a:pt x="960916" y="994785"/>
                  </a:lnTo>
                  <a:lnTo>
                    <a:pt x="39084" y="994785"/>
                  </a:lnTo>
                  <a:close/>
                  <a:moveTo>
                    <a:pt x="43127" y="994785"/>
                  </a:moveTo>
                  <a:lnTo>
                    <a:pt x="955526" y="994785"/>
                  </a:lnTo>
                  <a:lnTo>
                    <a:pt x="955526" y="995810"/>
                  </a:lnTo>
                  <a:lnTo>
                    <a:pt x="43127" y="995810"/>
                  </a:lnTo>
                  <a:close/>
                  <a:moveTo>
                    <a:pt x="44474" y="995810"/>
                  </a:moveTo>
                  <a:lnTo>
                    <a:pt x="954178" y="995810"/>
                  </a:lnTo>
                  <a:lnTo>
                    <a:pt x="954178" y="996834"/>
                  </a:lnTo>
                  <a:lnTo>
                    <a:pt x="44474" y="996834"/>
                  </a:lnTo>
                  <a:close/>
                  <a:moveTo>
                    <a:pt x="52561" y="996834"/>
                  </a:moveTo>
                  <a:lnTo>
                    <a:pt x="946092" y="996834"/>
                  </a:lnTo>
                  <a:lnTo>
                    <a:pt x="946092" y="997859"/>
                  </a:lnTo>
                  <a:lnTo>
                    <a:pt x="52561" y="997859"/>
                  </a:lnTo>
                  <a:close/>
                  <a:moveTo>
                    <a:pt x="55256" y="997859"/>
                  </a:moveTo>
                  <a:lnTo>
                    <a:pt x="943396" y="997859"/>
                  </a:lnTo>
                  <a:lnTo>
                    <a:pt x="943396" y="998883"/>
                  </a:lnTo>
                  <a:lnTo>
                    <a:pt x="55256" y="998883"/>
                  </a:lnTo>
                  <a:close/>
                </a:path>
              </a:pathLst>
            </a:custGeom>
            <a:solidFill>
              <a:srgbClr val="082B49"/>
            </a:solidFill>
            <a:ln>
              <a:noFill/>
            </a:ln>
          </p:spPr>
        </p:sp>
        <p:sp>
          <p:nvSpPr>
            <p:cNvPr id="12" name="圆角矩形 88"/>
            <p:cNvSpPr>
              <a:spLocks noGrp="1"/>
            </p:cNvSpPr>
            <p:nvPr/>
          </p:nvSpPr>
          <p:spPr>
            <a:xfrm>
              <a:off x="12392" y="4837"/>
              <a:ext cx="3401" cy="1152"/>
            </a:xfrm>
            <a:prstGeom prst="roundRect">
              <a:avLst>
                <a:gd name="adj" fmla="val 10418"/>
              </a:avLst>
            </a:prstGeom>
            <a:solidFill>
              <a:srgbClr val="082B49"/>
            </a:solidFill>
            <a:ln w="9525">
              <a:solidFill>
                <a:srgbClr val="082B49"/>
              </a:solidFill>
              <a:prstDash val="solid"/>
            </a:ln>
          </p:spPr>
        </p:sp>
        <p:sp>
          <p:nvSpPr>
            <p:cNvPr id="13" name="圆角矩形 90"/>
            <p:cNvSpPr>
              <a:spLocks noGrp="1"/>
            </p:cNvSpPr>
            <p:nvPr/>
          </p:nvSpPr>
          <p:spPr>
            <a:xfrm>
              <a:off x="12401" y="2545"/>
              <a:ext cx="3391" cy="2018"/>
            </a:xfrm>
            <a:prstGeom prst="roundRect">
              <a:avLst>
                <a:gd name="adj" fmla="val 5947"/>
              </a:avLst>
            </a:prstGeom>
            <a:solidFill>
              <a:srgbClr val="082B49"/>
            </a:solidFill>
            <a:ln w="9525">
              <a:solidFill>
                <a:srgbClr val="082B49"/>
              </a:solidFill>
              <a:prstDash val="solid"/>
            </a:ln>
          </p:spPr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5"/>
            <a:srcRect t="4389" b="4389"/>
            <a:stretch>
              <a:fillRect/>
            </a:stretch>
          </p:blipFill>
          <p:spPr>
            <a:xfrm>
              <a:off x="13228" y="2876"/>
              <a:ext cx="1601" cy="672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6"/>
            <a:srcRect t="4530" b="4530"/>
            <a:stretch>
              <a:fillRect/>
            </a:stretch>
          </p:blipFill>
          <p:spPr>
            <a:xfrm>
              <a:off x="12966" y="3726"/>
              <a:ext cx="2137" cy="131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7"/>
            <a:srcRect t="4362" b="4362"/>
            <a:stretch>
              <a:fillRect/>
            </a:stretch>
          </p:blipFill>
          <p:spPr>
            <a:xfrm>
              <a:off x="12966" y="4003"/>
              <a:ext cx="2137" cy="200"/>
            </a:xfrm>
            <a:prstGeom prst="rect">
              <a:avLst/>
            </a:prstGeom>
          </p:spPr>
        </p:pic>
        <p:sp>
          <p:nvSpPr>
            <p:cNvPr id="17" name="文本框 99"/>
            <p:cNvSpPr>
              <a:spLocks noGrp="1"/>
            </p:cNvSpPr>
            <p:nvPr/>
          </p:nvSpPr>
          <p:spPr>
            <a:xfrm>
              <a:off x="12431" y="5059"/>
              <a:ext cx="3362" cy="75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ctr">
                <a:lnSpc>
                  <a:spcPct val="105000"/>
                </a:lnSpc>
                <a:buNone/>
                <a:defRPr sz="985" b="1">
                  <a:solidFill>
                    <a:srgbClr val="FFFFFF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985" b="1">
                  <a:solidFill>
                    <a:srgbClr val="FFFFFF"/>
                  </a:solidFill>
                  <a:latin typeface="Noto Sans CJK SC Medium"/>
                  <a:ea typeface="Noto Sans CJK SC Medium"/>
                  <a:cs typeface="Noto Sans CJK SC Medium"/>
                </a:rPr>
                <a:t>做最有影响力的高端宠物健康护理零售品牌</a:t>
              </a:r>
              <a:endParaRPr sz="985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endParaRPr>
            </a:p>
          </p:txBody>
        </p:sp>
        <p:sp>
          <p:nvSpPr>
            <p:cNvPr id="18" name="文本框 105"/>
            <p:cNvSpPr>
              <a:spLocks noGrp="1"/>
            </p:cNvSpPr>
            <p:nvPr/>
          </p:nvSpPr>
          <p:spPr>
            <a:xfrm>
              <a:off x="7132" y="8991"/>
              <a:ext cx="3401" cy="115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l">
                <a:lnSpc>
                  <a:spcPct val="105000"/>
                </a:lnSpc>
                <a:buNone/>
                <a:defRPr sz="2325" b="1">
                  <a:solidFill>
                    <a:srgbClr val="082B49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2325" b="1">
                  <a:solidFill>
                    <a:srgbClr val="082B49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THANK YOU</a:t>
              </a:r>
              <a:endParaRPr sz="2325" b="1">
                <a:solidFill>
                  <a:srgbClr val="082B49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</p:txBody>
        </p:sp>
        <p:sp>
          <p:nvSpPr>
            <p:cNvPr id="19" name="文本框 58"/>
            <p:cNvSpPr>
              <a:spLocks noGrp="1"/>
            </p:cNvSpPr>
            <p:nvPr/>
          </p:nvSpPr>
          <p:spPr>
            <a:xfrm>
              <a:off x="4099" y="6488"/>
              <a:ext cx="9466" cy="250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anchor="t">
              <a:normAutofit/>
            </a:bodyPr>
            <a:lstStyle/>
            <a:p>
              <a:pPr algn="ctr">
                <a:lnSpc>
                  <a:spcPct val="105000"/>
                </a:lnSpc>
                <a:buNone/>
                <a:defRPr sz="2325" b="1">
                  <a:solidFill>
                    <a:srgbClr val="082B49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2325" b="1">
                  <a:solidFill>
                    <a:srgbClr val="082B49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种下每一粒种子</a:t>
              </a:r>
              <a:endParaRPr sz="2325" b="1">
                <a:solidFill>
                  <a:srgbClr val="082B49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 algn="ctr">
                <a:lnSpc>
                  <a:spcPct val="105000"/>
                </a:lnSpc>
                <a:buNone/>
                <a:defRPr sz="2325" b="1">
                  <a:solidFill>
                    <a:srgbClr val="082B49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2325" b="1">
                  <a:solidFill>
                    <a:srgbClr val="082B49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终有一天，它们会连成金色的光</a:t>
              </a:r>
              <a:endParaRPr sz="2325" b="1">
                <a:solidFill>
                  <a:srgbClr val="082B49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  <a:p>
              <a:pPr algn="ctr">
                <a:lnSpc>
                  <a:spcPct val="105000"/>
                </a:lnSpc>
                <a:buNone/>
                <a:defRPr sz="2325" b="1">
                  <a:solidFill>
                    <a:srgbClr val="082B49"/>
                  </a:solidFill>
                  <a:latin typeface="Noto Sans CJK SC Medium"/>
                  <a:ea typeface="Noto Sans CJK SC Medium"/>
                  <a:cs typeface="Noto Sans CJK SC Medium"/>
                </a:defRPr>
              </a:pPr>
              <a:r>
                <a:rPr sz="2325" b="1">
                  <a:solidFill>
                    <a:srgbClr val="082B49"/>
                  </a:solidFill>
                  <a:latin typeface="微软雅黑" panose="020B0503020204020204" charset="-122"/>
                  <a:ea typeface="微软雅黑" panose="020B0503020204020204" charset="-122"/>
                  <a:cs typeface="Noto Sans CJK SC Medium"/>
                </a:rPr>
                <a:t>照亮每一个生命</a:t>
              </a:r>
              <a:endParaRPr sz="2325" b="1">
                <a:solidFill>
                  <a:srgbClr val="082B49"/>
                </a:solidFill>
                <a:latin typeface="微软雅黑" panose="020B0503020204020204" charset="-122"/>
                <a:ea typeface="微软雅黑" panose="020B0503020204020204" charset="-122"/>
                <a:cs typeface="Noto Sans CJK SC Medium"/>
              </a:endParaRPr>
            </a:p>
          </p:txBody>
        </p: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8"/>
            <a:srcRect l="31" r="31"/>
            <a:stretch>
              <a:fillRect/>
            </a:stretch>
          </p:blipFill>
          <p:spPr>
            <a:xfrm>
              <a:off x="6907" y="2467"/>
              <a:ext cx="2317" cy="21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</Words>
  <Application>WPS 演示</Application>
  <PresentationFormat>宽屏</PresentationFormat>
  <Paragraphs>48</Paragraphs>
  <Slides>4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Noto Sans CJK SC Medium</vt:lpstr>
      <vt:lpstr>微软雅黑</vt:lpstr>
      <vt:lpstr>Arial Unicode MS</vt:lpstr>
      <vt:lpstr>Calibri</vt:lpstr>
      <vt:lpstr>Noto Sans CJK SC Medium</vt:lpstr>
      <vt:lpstr>Comic Sans Pro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Xin.</cp:lastModifiedBy>
  <cp:revision>3</cp:revision>
  <dcterms:created xsi:type="dcterms:W3CDTF">2026-10-09T08:04:00Z</dcterms:created>
  <dcterms:modified xsi:type="dcterms:W3CDTF">2026-10-10T13:06:30Z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DD8980A68FF146F89984806A0DAB04DC_13</vt:lpwstr>
  </property>
  <property fmtid="{D5CDD505-2E9C-101B-9397-08002B2CF9AE}" pid="3" name="KSOProductBuildVer">
    <vt:lpwstr>2052-12.1.0.28505</vt:lpwstr>
  </property>
</Properties>
</file>